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33" r:id="rId279"/>
    <p:sldId id="534" r:id="rId280"/>
    <p:sldId id="535" r:id="rId281"/>
    <p:sldId id="536" r:id="rId282"/>
    <p:sldId id="537" r:id="rId283"/>
    <p:sldId id="538" r:id="rId284"/>
    <p:sldId id="539" r:id="rId285"/>
    <p:sldId id="540" r:id="rId286"/>
    <p:sldId id="541" r:id="rId287"/>
    <p:sldId id="542" r:id="rId288"/>
    <p:sldId id="543" r:id="rId289"/>
    <p:sldId id="544" r:id="rId290"/>
    <p:sldId id="545" r:id="rId291"/>
    <p:sldId id="546" r:id="rId292"/>
    <p:sldId id="547" r:id="rId293"/>
    <p:sldId id="548" r:id="rId294"/>
    <p:sldId id="549" r:id="rId295"/>
    <p:sldId id="550" r:id="rId296"/>
    <p:sldId id="551" r:id="rId297"/>
    <p:sldId id="552" r:id="rId298"/>
    <p:sldId id="553" r:id="rId299"/>
    <p:sldId id="554" r:id="rId300"/>
    <p:sldId id="555" r:id="rId301"/>
    <p:sldId id="556" r:id="rId302"/>
    <p:sldId id="557" r:id="rId303"/>
    <p:sldId id="558" r:id="rId304"/>
    <p:sldId id="559" r:id="rId305"/>
    <p:sldId id="560" r:id="rId306"/>
    <p:sldId id="561" r:id="rId307"/>
    <p:sldId id="562" r:id="rId308"/>
    <p:sldId id="563" r:id="rId309"/>
    <p:sldId id="564" r:id="rId310"/>
    <p:sldId id="565" r:id="rId311"/>
    <p:sldId id="566" r:id="rId312"/>
    <p:sldId id="567" r:id="rId313"/>
    <p:sldId id="568" r:id="rId314"/>
    <p:sldId id="569" r:id="rId315"/>
    <p:sldId id="570" r:id="rId316"/>
    <p:sldId id="571" r:id="rId317"/>
    <p:sldId id="572" r:id="rId318"/>
    <p:sldId id="573" r:id="rId319"/>
    <p:sldId id="574" r:id="rId320"/>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4" d="100"/>
          <a:sy n="104" d="100"/>
        </p:scale>
        <p:origin x="1280" y="8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324" Type="http://schemas.openxmlformats.org/officeDocument/2006/relationships/tableStyles" Target="tableStyles.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12" Type="http://schemas.openxmlformats.org/officeDocument/2006/relationships/slide" Target="slides/slide11.xml"/><Relationship Id="rId108" Type="http://schemas.openxmlformats.org/officeDocument/2006/relationships/slide" Target="slides/slide107.xml"/><Relationship Id="rId315" Type="http://schemas.openxmlformats.org/officeDocument/2006/relationships/slide" Target="slides/slide314.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65" Type="http://schemas.openxmlformats.org/officeDocument/2006/relationships/slide" Target="slides/slide64.xml"/><Relationship Id="rId130" Type="http://schemas.openxmlformats.org/officeDocument/2006/relationships/slide" Target="slides/slide129.xml"/><Relationship Id="rId172" Type="http://schemas.openxmlformats.org/officeDocument/2006/relationships/slide" Target="slides/slide171.xml"/><Relationship Id="rId228" Type="http://schemas.openxmlformats.org/officeDocument/2006/relationships/slide" Target="slides/slide227.xml"/><Relationship Id="rId281" Type="http://schemas.openxmlformats.org/officeDocument/2006/relationships/slide" Target="slides/slide280.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92" Type="http://schemas.openxmlformats.org/officeDocument/2006/relationships/slide" Target="slides/slide291.xml"/><Relationship Id="rId306" Type="http://schemas.openxmlformats.org/officeDocument/2006/relationships/slide" Target="slides/slide305.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317" Type="http://schemas.openxmlformats.org/officeDocument/2006/relationships/slide" Target="slides/slide316.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293" Type="http://schemas.openxmlformats.org/officeDocument/2006/relationships/slide" Target="slides/slide292.xml"/><Relationship Id="rId307" Type="http://schemas.openxmlformats.org/officeDocument/2006/relationships/slide" Target="slides/slide30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318" Type="http://schemas.openxmlformats.org/officeDocument/2006/relationships/slide" Target="slides/slide317.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308" Type="http://schemas.openxmlformats.org/officeDocument/2006/relationships/slide" Target="slides/slide307.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19" Type="http://schemas.openxmlformats.org/officeDocument/2006/relationships/slide" Target="slides/slide318.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309" Type="http://schemas.openxmlformats.org/officeDocument/2006/relationships/slide" Target="slides/slide308.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320" Type="http://schemas.openxmlformats.org/officeDocument/2006/relationships/slide" Target="slides/slide319.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310" Type="http://schemas.openxmlformats.org/officeDocument/2006/relationships/slide" Target="slides/slide309.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321" Type="http://schemas.openxmlformats.org/officeDocument/2006/relationships/presProps" Target="presProps.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slide" Target="slides/slide310.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322"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slide" Target="slides/slide311.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32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06" Type="http://schemas.openxmlformats.org/officeDocument/2006/relationships/slide" Target="slides/slide105.xml"/><Relationship Id="rId127" Type="http://schemas.openxmlformats.org/officeDocument/2006/relationships/slide" Target="slides/slide126.xml"/><Relationship Id="rId313" Type="http://schemas.openxmlformats.org/officeDocument/2006/relationships/slide" Target="slides/slide312.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303" Type="http://schemas.openxmlformats.org/officeDocument/2006/relationships/slide" Target="slides/slide302.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slide" Target="slides/slide288.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314" Type="http://schemas.openxmlformats.org/officeDocument/2006/relationships/slide" Target="slides/slide313.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 Id="rId6" Type="http://schemas.openxmlformats.org/officeDocument/2006/relationships/slide" Target="slides/slide5.xml"/><Relationship Id="rId238" Type="http://schemas.openxmlformats.org/officeDocument/2006/relationships/slide" Target="slides/slide237.xml"/><Relationship Id="rId291" Type="http://schemas.openxmlformats.org/officeDocument/2006/relationships/slide" Target="slides/slide290.xml"/><Relationship Id="rId305" Type="http://schemas.openxmlformats.org/officeDocument/2006/relationships/slide" Target="slides/slide304.xml"/><Relationship Id="rId44" Type="http://schemas.openxmlformats.org/officeDocument/2006/relationships/slide" Target="slides/slide43.xml"/><Relationship Id="rId86" Type="http://schemas.openxmlformats.org/officeDocument/2006/relationships/slide" Target="slides/slide85.xml"/><Relationship Id="rId151" Type="http://schemas.openxmlformats.org/officeDocument/2006/relationships/slide" Target="slides/slide150.xml"/><Relationship Id="rId193" Type="http://schemas.openxmlformats.org/officeDocument/2006/relationships/slide" Target="slides/slide192.xml"/><Relationship Id="rId207" Type="http://schemas.openxmlformats.org/officeDocument/2006/relationships/slide" Target="slides/slide206.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316" Type="http://schemas.openxmlformats.org/officeDocument/2006/relationships/slide" Target="slides/slide3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83540" y="315213"/>
            <a:ext cx="7442834" cy="452120"/>
          </a:xfrm>
          <a:prstGeom prst="rect">
            <a:avLst/>
          </a:prstGeom>
        </p:spPr>
        <p:txBody>
          <a:bodyPr wrap="square" lIns="0" tIns="0" rIns="0" bIns="0">
            <a:spAutoFit/>
          </a:bodyPr>
          <a:lstStyle>
            <a:lvl1pPr>
              <a:defRPr sz="2800" b="0" i="0">
                <a:solidFill>
                  <a:schemeClr val="tx1"/>
                </a:solidFill>
                <a:latin typeface="Calibri"/>
                <a:cs typeface="Calibri"/>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3/15/2025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3/15/2025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tx1"/>
                </a:solidFill>
                <a:latin typeface="Calibri"/>
                <a:cs typeface="Calibri"/>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3/15/2025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3/15/2025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3/15/2025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540" y="312165"/>
            <a:ext cx="8107045" cy="513715"/>
          </a:xfrm>
          <a:prstGeom prst="rect">
            <a:avLst/>
          </a:prstGeom>
        </p:spPr>
        <p:txBody>
          <a:bodyPr wrap="square" lIns="0" tIns="0" rIns="0" bIns="0">
            <a:spAutoFit/>
          </a:bodyPr>
          <a:lstStyle>
            <a:lvl1pPr>
              <a:defRPr sz="2800" b="0" i="0">
                <a:solidFill>
                  <a:schemeClr val="tx1"/>
                </a:solidFill>
                <a:latin typeface="Calibri"/>
                <a:cs typeface="Calibri"/>
              </a:defRPr>
            </a:lvl1pPr>
          </a:lstStyle>
          <a:p>
            <a:endParaRPr/>
          </a:p>
        </p:txBody>
      </p:sp>
      <p:sp>
        <p:nvSpPr>
          <p:cNvPr id="3" name="Holder 3"/>
          <p:cNvSpPr>
            <a:spLocks noGrp="1"/>
          </p:cNvSpPr>
          <p:nvPr>
            <p:ph type="body" idx="1"/>
          </p:nvPr>
        </p:nvSpPr>
        <p:spPr>
          <a:xfrm>
            <a:off x="2089150" y="1746250"/>
            <a:ext cx="5880100" cy="3513454"/>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3/15/2025</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1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1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4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24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5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7.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5.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8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28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29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3.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29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29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5.xml"/></Relationships>
</file>

<file path=ppt/slides/_rels/slide29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5.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5.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5.xml"/></Relationships>
</file>

<file path=ppt/slides/_rels/slide30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5.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5.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37102" y="235407"/>
            <a:ext cx="2742565" cy="514350"/>
          </a:xfrm>
          <a:prstGeom prst="rect">
            <a:avLst/>
          </a:prstGeom>
        </p:spPr>
        <p:txBody>
          <a:bodyPr vert="horz" wrap="square" lIns="0" tIns="13335" rIns="0" bIns="0" rtlCol="0">
            <a:spAutoFit/>
          </a:bodyPr>
          <a:lstStyle/>
          <a:p>
            <a:pPr marL="12700">
              <a:lnSpc>
                <a:spcPct val="100000"/>
              </a:lnSpc>
              <a:spcBef>
                <a:spcPts val="105"/>
              </a:spcBef>
            </a:pPr>
            <a:r>
              <a:rPr sz="3200" b="1" dirty="0">
                <a:latin typeface="Calibri"/>
                <a:cs typeface="Calibri"/>
              </a:rPr>
              <a:t>Chương</a:t>
            </a:r>
            <a:r>
              <a:rPr sz="3200" b="1" spc="-35" dirty="0">
                <a:latin typeface="Calibri"/>
                <a:cs typeface="Calibri"/>
              </a:rPr>
              <a:t> </a:t>
            </a:r>
            <a:r>
              <a:rPr sz="3200" b="1" dirty="0">
                <a:latin typeface="Calibri"/>
                <a:cs typeface="Calibri"/>
              </a:rPr>
              <a:t>1.</a:t>
            </a:r>
            <a:r>
              <a:rPr sz="3200" b="1" spc="-25" dirty="0">
                <a:latin typeface="Calibri"/>
                <a:cs typeface="Calibri"/>
              </a:rPr>
              <a:t> </a:t>
            </a:r>
            <a:r>
              <a:rPr sz="3200" b="1" spc="-10" dirty="0">
                <a:latin typeface="Calibri"/>
                <a:cs typeface="Calibri"/>
              </a:rPr>
              <a:t>Logic</a:t>
            </a:r>
            <a:endParaRPr sz="3200">
              <a:latin typeface="Calibri"/>
              <a:cs typeface="Calibri"/>
            </a:endParaRPr>
          </a:p>
        </p:txBody>
      </p:sp>
      <p:sp>
        <p:nvSpPr>
          <p:cNvPr id="3" name="object 3"/>
          <p:cNvSpPr txBox="1"/>
          <p:nvPr/>
        </p:nvSpPr>
        <p:spPr>
          <a:xfrm>
            <a:off x="383540" y="729050"/>
            <a:ext cx="7733665" cy="4337685"/>
          </a:xfrm>
          <a:prstGeom prst="rect">
            <a:avLst/>
          </a:prstGeom>
        </p:spPr>
        <p:txBody>
          <a:bodyPr vert="horz" wrap="square" lIns="0" tIns="95250" rIns="0" bIns="0" rtlCol="0">
            <a:spAutoFit/>
          </a:bodyPr>
          <a:lstStyle/>
          <a:p>
            <a:pPr marL="557530" lvl="1" indent="-537210">
              <a:lnSpc>
                <a:spcPct val="100000"/>
              </a:lnSpc>
              <a:spcBef>
                <a:spcPts val="750"/>
              </a:spcBef>
              <a:buAutoNum type="arabicPeriod"/>
              <a:tabLst>
                <a:tab pos="557530" algn="l"/>
              </a:tabLst>
            </a:pPr>
            <a:r>
              <a:rPr sz="2800" b="1" dirty="0">
                <a:latin typeface="Calibri"/>
                <a:cs typeface="Calibri"/>
              </a:rPr>
              <a:t>Mệnh</a:t>
            </a:r>
            <a:r>
              <a:rPr sz="2800" b="1" spc="-40" dirty="0">
                <a:latin typeface="Calibri"/>
                <a:cs typeface="Calibri"/>
              </a:rPr>
              <a:t> </a:t>
            </a:r>
            <a:r>
              <a:rPr sz="2800" b="1" dirty="0">
                <a:latin typeface="Calibri"/>
                <a:cs typeface="Calibri"/>
              </a:rPr>
              <a:t>đề</a:t>
            </a:r>
            <a:r>
              <a:rPr sz="2800" b="1" spc="-50" dirty="0">
                <a:latin typeface="Calibri"/>
                <a:cs typeface="Calibri"/>
              </a:rPr>
              <a:t> :</a:t>
            </a:r>
            <a:endParaRPr sz="2800">
              <a:latin typeface="Calibri"/>
              <a:cs typeface="Calibri"/>
            </a:endParaRPr>
          </a:p>
          <a:p>
            <a:pPr marL="469900" marR="180975" lvl="2" indent="-457834">
              <a:lnSpc>
                <a:spcPct val="100000"/>
              </a:lnSpc>
              <a:spcBef>
                <a:spcPts val="750"/>
              </a:spcBef>
              <a:buChar char="-"/>
              <a:tabLst>
                <a:tab pos="469900" algn="l"/>
              </a:tabLst>
            </a:pPr>
            <a:r>
              <a:rPr sz="3200" dirty="0">
                <a:latin typeface="Calibri"/>
                <a:cs typeface="Calibri"/>
              </a:rPr>
              <a:t>Những</a:t>
            </a:r>
            <a:r>
              <a:rPr sz="3200" spc="-55" dirty="0">
                <a:latin typeface="Calibri"/>
                <a:cs typeface="Calibri"/>
              </a:rPr>
              <a:t> </a:t>
            </a:r>
            <a:r>
              <a:rPr sz="3200" dirty="0">
                <a:latin typeface="Calibri"/>
                <a:cs typeface="Calibri"/>
              </a:rPr>
              <a:t>câu</a:t>
            </a:r>
            <a:r>
              <a:rPr sz="3200" spc="-75" dirty="0">
                <a:latin typeface="Calibri"/>
                <a:cs typeface="Calibri"/>
              </a:rPr>
              <a:t> </a:t>
            </a:r>
            <a:r>
              <a:rPr sz="3200" dirty="0">
                <a:latin typeface="Calibri"/>
                <a:cs typeface="Calibri"/>
              </a:rPr>
              <a:t>đúng</a:t>
            </a:r>
            <a:r>
              <a:rPr sz="3200" spc="-60" dirty="0">
                <a:latin typeface="Calibri"/>
                <a:cs typeface="Calibri"/>
              </a:rPr>
              <a:t> </a:t>
            </a:r>
            <a:r>
              <a:rPr sz="3200" dirty="0">
                <a:latin typeface="Calibri"/>
                <a:cs typeface="Calibri"/>
              </a:rPr>
              <a:t>hay</a:t>
            </a:r>
            <a:r>
              <a:rPr sz="3200" spc="-60" dirty="0">
                <a:latin typeface="Calibri"/>
                <a:cs typeface="Calibri"/>
              </a:rPr>
              <a:t> </a:t>
            </a:r>
            <a:r>
              <a:rPr sz="3200" dirty="0">
                <a:latin typeface="Calibri"/>
                <a:cs typeface="Calibri"/>
              </a:rPr>
              <a:t>sai</a:t>
            </a:r>
            <a:r>
              <a:rPr sz="3200" spc="-70" dirty="0">
                <a:latin typeface="Calibri"/>
                <a:cs typeface="Calibri"/>
              </a:rPr>
              <a:t> </a:t>
            </a:r>
            <a:r>
              <a:rPr sz="3200" dirty="0">
                <a:latin typeface="Calibri"/>
                <a:cs typeface="Calibri"/>
              </a:rPr>
              <a:t>(nhưng</a:t>
            </a:r>
            <a:r>
              <a:rPr sz="3200" spc="-55" dirty="0">
                <a:latin typeface="Calibri"/>
                <a:cs typeface="Calibri"/>
              </a:rPr>
              <a:t> </a:t>
            </a:r>
            <a:r>
              <a:rPr sz="3200" dirty="0">
                <a:latin typeface="Calibri"/>
                <a:cs typeface="Calibri"/>
              </a:rPr>
              <a:t>không</a:t>
            </a:r>
            <a:r>
              <a:rPr sz="3200" spc="-75" dirty="0">
                <a:latin typeface="Calibri"/>
                <a:cs typeface="Calibri"/>
              </a:rPr>
              <a:t> </a:t>
            </a:r>
            <a:r>
              <a:rPr sz="3200" spc="-25" dirty="0">
                <a:latin typeface="Calibri"/>
                <a:cs typeface="Calibri"/>
              </a:rPr>
              <a:t>vừa </a:t>
            </a:r>
            <a:r>
              <a:rPr sz="3200" dirty="0">
                <a:latin typeface="Calibri"/>
                <a:cs typeface="Calibri"/>
              </a:rPr>
              <a:t>đúng</a:t>
            </a:r>
            <a:r>
              <a:rPr sz="3200" spc="-30" dirty="0">
                <a:latin typeface="Calibri"/>
                <a:cs typeface="Calibri"/>
              </a:rPr>
              <a:t> </a:t>
            </a:r>
            <a:r>
              <a:rPr sz="3200" dirty="0">
                <a:latin typeface="Calibri"/>
                <a:cs typeface="Calibri"/>
              </a:rPr>
              <a:t>vừa</a:t>
            </a:r>
            <a:r>
              <a:rPr sz="3200" spc="-40" dirty="0">
                <a:latin typeface="Calibri"/>
                <a:cs typeface="Calibri"/>
              </a:rPr>
              <a:t> </a:t>
            </a:r>
            <a:r>
              <a:rPr sz="3200" dirty="0">
                <a:latin typeface="Calibri"/>
                <a:cs typeface="Calibri"/>
              </a:rPr>
              <a:t>sai</a:t>
            </a:r>
            <a:r>
              <a:rPr sz="3200" spc="-25" dirty="0">
                <a:latin typeface="Calibri"/>
                <a:cs typeface="Calibri"/>
              </a:rPr>
              <a:t> </a:t>
            </a:r>
            <a:r>
              <a:rPr sz="3200" dirty="0">
                <a:latin typeface="Calibri"/>
                <a:cs typeface="Calibri"/>
              </a:rPr>
              <a:t>)</a:t>
            </a:r>
            <a:r>
              <a:rPr sz="3200" spc="-40" dirty="0">
                <a:latin typeface="Calibri"/>
                <a:cs typeface="Calibri"/>
              </a:rPr>
              <a:t> </a:t>
            </a:r>
            <a:r>
              <a:rPr sz="3200" dirty="0">
                <a:latin typeface="Calibri"/>
                <a:cs typeface="Calibri"/>
              </a:rPr>
              <a:t>được</a:t>
            </a:r>
            <a:r>
              <a:rPr sz="3200" spc="-50" dirty="0">
                <a:latin typeface="Calibri"/>
                <a:cs typeface="Calibri"/>
              </a:rPr>
              <a:t> </a:t>
            </a:r>
            <a:r>
              <a:rPr sz="3200" dirty="0">
                <a:latin typeface="Calibri"/>
                <a:cs typeface="Calibri"/>
              </a:rPr>
              <a:t>gọi</a:t>
            </a:r>
            <a:r>
              <a:rPr sz="3200" spc="-55" dirty="0">
                <a:latin typeface="Calibri"/>
                <a:cs typeface="Calibri"/>
              </a:rPr>
              <a:t> </a:t>
            </a:r>
            <a:r>
              <a:rPr sz="3200" dirty="0">
                <a:latin typeface="Calibri"/>
                <a:cs typeface="Calibri"/>
              </a:rPr>
              <a:t>là</a:t>
            </a:r>
            <a:r>
              <a:rPr sz="3200" spc="-25" dirty="0">
                <a:latin typeface="Calibri"/>
                <a:cs typeface="Calibri"/>
              </a:rPr>
              <a:t> </a:t>
            </a:r>
            <a:r>
              <a:rPr sz="3200" dirty="0">
                <a:latin typeface="Calibri"/>
                <a:cs typeface="Calibri"/>
              </a:rPr>
              <a:t>các</a:t>
            </a:r>
            <a:r>
              <a:rPr sz="3200" spc="-40" dirty="0">
                <a:latin typeface="Calibri"/>
                <a:cs typeface="Calibri"/>
              </a:rPr>
              <a:t> </a:t>
            </a:r>
            <a:r>
              <a:rPr sz="3200" dirty="0">
                <a:latin typeface="Calibri"/>
                <a:cs typeface="Calibri"/>
              </a:rPr>
              <a:t>mệnh</a:t>
            </a:r>
            <a:r>
              <a:rPr sz="3200" spc="-30" dirty="0">
                <a:latin typeface="Calibri"/>
                <a:cs typeface="Calibri"/>
              </a:rPr>
              <a:t> </a:t>
            </a:r>
            <a:r>
              <a:rPr sz="3200" spc="-25" dirty="0">
                <a:latin typeface="Calibri"/>
                <a:cs typeface="Calibri"/>
              </a:rPr>
              <a:t>đề.</a:t>
            </a:r>
            <a:endParaRPr sz="3200">
              <a:latin typeface="Calibri"/>
              <a:cs typeface="Calibri"/>
            </a:endParaRPr>
          </a:p>
          <a:p>
            <a:pPr marL="469900" marR="5080" lvl="2" indent="-457834">
              <a:lnSpc>
                <a:spcPct val="100000"/>
              </a:lnSpc>
              <a:spcBef>
                <a:spcPts val="770"/>
              </a:spcBef>
              <a:buChar char="-"/>
              <a:tabLst>
                <a:tab pos="469900" algn="l"/>
              </a:tabLst>
            </a:pPr>
            <a:r>
              <a:rPr sz="3200" dirty="0">
                <a:latin typeface="Calibri"/>
                <a:cs typeface="Calibri"/>
              </a:rPr>
              <a:t>Một</a:t>
            </a:r>
            <a:r>
              <a:rPr sz="3200" spc="-45" dirty="0">
                <a:latin typeface="Calibri"/>
                <a:cs typeface="Calibri"/>
              </a:rPr>
              <a:t> </a:t>
            </a:r>
            <a:r>
              <a:rPr sz="3200" dirty="0">
                <a:latin typeface="Calibri"/>
                <a:cs typeface="Calibri"/>
              </a:rPr>
              <a:t>mệnh</a:t>
            </a:r>
            <a:r>
              <a:rPr sz="3200" spc="-40" dirty="0">
                <a:latin typeface="Calibri"/>
                <a:cs typeface="Calibri"/>
              </a:rPr>
              <a:t> </a:t>
            </a:r>
            <a:r>
              <a:rPr sz="3200" dirty="0">
                <a:latin typeface="Calibri"/>
                <a:cs typeface="Calibri"/>
              </a:rPr>
              <a:t>đề</a:t>
            </a:r>
            <a:r>
              <a:rPr sz="3200" spc="-50" dirty="0">
                <a:latin typeface="Calibri"/>
                <a:cs typeface="Calibri"/>
              </a:rPr>
              <a:t> </a:t>
            </a:r>
            <a:r>
              <a:rPr sz="3200" dirty="0">
                <a:latin typeface="Calibri"/>
                <a:cs typeface="Calibri"/>
              </a:rPr>
              <a:t>ĐÚNG</a:t>
            </a:r>
            <a:r>
              <a:rPr sz="3200" spc="-60" dirty="0">
                <a:latin typeface="Calibri"/>
                <a:cs typeface="Calibri"/>
              </a:rPr>
              <a:t> </a:t>
            </a:r>
            <a:r>
              <a:rPr sz="3200" dirty="0">
                <a:latin typeface="Calibri"/>
                <a:cs typeface="Calibri"/>
              </a:rPr>
              <a:t>ta</a:t>
            </a:r>
            <a:r>
              <a:rPr sz="3200" spc="-30" dirty="0">
                <a:latin typeface="Calibri"/>
                <a:cs typeface="Calibri"/>
              </a:rPr>
              <a:t> </a:t>
            </a:r>
            <a:r>
              <a:rPr sz="3200" dirty="0">
                <a:latin typeface="Calibri"/>
                <a:cs typeface="Calibri"/>
              </a:rPr>
              <a:t>nói</a:t>
            </a:r>
            <a:r>
              <a:rPr sz="3200" spc="-45" dirty="0">
                <a:latin typeface="Calibri"/>
                <a:cs typeface="Calibri"/>
              </a:rPr>
              <a:t> </a:t>
            </a:r>
            <a:r>
              <a:rPr sz="3200" dirty="0">
                <a:latin typeface="Calibri"/>
                <a:cs typeface="Calibri"/>
              </a:rPr>
              <a:t>rằng</a:t>
            </a:r>
            <a:r>
              <a:rPr sz="3200" spc="-35" dirty="0">
                <a:latin typeface="Calibri"/>
                <a:cs typeface="Calibri"/>
              </a:rPr>
              <a:t> </a:t>
            </a:r>
            <a:r>
              <a:rPr sz="3200" i="1" dirty="0">
                <a:latin typeface="Calibri"/>
                <a:cs typeface="Calibri"/>
              </a:rPr>
              <a:t>mệnh</a:t>
            </a:r>
            <a:r>
              <a:rPr sz="3200" i="1" spc="-40" dirty="0">
                <a:latin typeface="Calibri"/>
                <a:cs typeface="Calibri"/>
              </a:rPr>
              <a:t> </a:t>
            </a:r>
            <a:r>
              <a:rPr sz="3200" i="1" dirty="0">
                <a:latin typeface="Calibri"/>
                <a:cs typeface="Calibri"/>
              </a:rPr>
              <a:t>đề</a:t>
            </a:r>
            <a:r>
              <a:rPr sz="3200" i="1" spc="-55" dirty="0">
                <a:latin typeface="Calibri"/>
                <a:cs typeface="Calibri"/>
              </a:rPr>
              <a:t> </a:t>
            </a:r>
            <a:r>
              <a:rPr sz="3200" i="1" spc="-25" dirty="0">
                <a:latin typeface="Calibri"/>
                <a:cs typeface="Calibri"/>
              </a:rPr>
              <a:t>có </a:t>
            </a:r>
            <a:r>
              <a:rPr sz="3200" i="1" dirty="0">
                <a:latin typeface="Calibri"/>
                <a:cs typeface="Calibri"/>
              </a:rPr>
              <a:t>chân</a:t>
            </a:r>
            <a:r>
              <a:rPr sz="3200" i="1" spc="-25" dirty="0">
                <a:latin typeface="Calibri"/>
                <a:cs typeface="Calibri"/>
              </a:rPr>
              <a:t> </a:t>
            </a:r>
            <a:r>
              <a:rPr sz="3200" i="1" dirty="0">
                <a:latin typeface="Calibri"/>
                <a:cs typeface="Calibri"/>
              </a:rPr>
              <a:t>trị</a:t>
            </a:r>
            <a:r>
              <a:rPr sz="3200" i="1" spc="-35" dirty="0">
                <a:latin typeface="Calibri"/>
                <a:cs typeface="Calibri"/>
              </a:rPr>
              <a:t> </a:t>
            </a:r>
            <a:r>
              <a:rPr sz="3200" i="1" dirty="0">
                <a:latin typeface="Calibri"/>
                <a:cs typeface="Calibri"/>
              </a:rPr>
              <a:t>đúng</a:t>
            </a:r>
            <a:r>
              <a:rPr sz="3200" dirty="0">
                <a:latin typeface="Calibri"/>
                <a:cs typeface="Calibri"/>
              </a:rPr>
              <a:t>,</a:t>
            </a:r>
            <a:r>
              <a:rPr sz="3200" spc="-20" dirty="0">
                <a:latin typeface="Calibri"/>
                <a:cs typeface="Calibri"/>
              </a:rPr>
              <a:t> </a:t>
            </a:r>
            <a:r>
              <a:rPr sz="3200" dirty="0">
                <a:latin typeface="Calibri"/>
                <a:cs typeface="Calibri"/>
              </a:rPr>
              <a:t>một</a:t>
            </a:r>
            <a:r>
              <a:rPr sz="3200" spc="-40" dirty="0">
                <a:latin typeface="Calibri"/>
                <a:cs typeface="Calibri"/>
              </a:rPr>
              <a:t> </a:t>
            </a:r>
            <a:r>
              <a:rPr sz="3200" dirty="0">
                <a:latin typeface="Calibri"/>
                <a:cs typeface="Calibri"/>
              </a:rPr>
              <a:t>mệnh</a:t>
            </a:r>
            <a:r>
              <a:rPr sz="3200" spc="-30" dirty="0">
                <a:latin typeface="Calibri"/>
                <a:cs typeface="Calibri"/>
              </a:rPr>
              <a:t> </a:t>
            </a:r>
            <a:r>
              <a:rPr sz="3200" dirty="0">
                <a:latin typeface="Calibri"/>
                <a:cs typeface="Calibri"/>
              </a:rPr>
              <a:t>đề</a:t>
            </a:r>
            <a:r>
              <a:rPr sz="3200" spc="-55" dirty="0">
                <a:latin typeface="Calibri"/>
                <a:cs typeface="Calibri"/>
              </a:rPr>
              <a:t> </a:t>
            </a:r>
            <a:r>
              <a:rPr sz="3200" dirty="0">
                <a:latin typeface="Calibri"/>
                <a:cs typeface="Calibri"/>
              </a:rPr>
              <a:t>SAI</a:t>
            </a:r>
            <a:r>
              <a:rPr sz="3200" spc="-50" dirty="0">
                <a:latin typeface="Calibri"/>
                <a:cs typeface="Calibri"/>
              </a:rPr>
              <a:t> </a:t>
            </a:r>
            <a:r>
              <a:rPr sz="3200" dirty="0">
                <a:latin typeface="Calibri"/>
                <a:cs typeface="Calibri"/>
              </a:rPr>
              <a:t>ta</a:t>
            </a:r>
            <a:r>
              <a:rPr sz="3200" spc="-25" dirty="0">
                <a:latin typeface="Calibri"/>
                <a:cs typeface="Calibri"/>
              </a:rPr>
              <a:t> </a:t>
            </a:r>
            <a:r>
              <a:rPr sz="3200" dirty="0">
                <a:latin typeface="Calibri"/>
                <a:cs typeface="Calibri"/>
              </a:rPr>
              <a:t>nói</a:t>
            </a:r>
            <a:r>
              <a:rPr sz="3200" spc="-45" dirty="0">
                <a:latin typeface="Calibri"/>
                <a:cs typeface="Calibri"/>
              </a:rPr>
              <a:t> </a:t>
            </a:r>
            <a:r>
              <a:rPr sz="3200" spc="-20" dirty="0">
                <a:latin typeface="Calibri"/>
                <a:cs typeface="Calibri"/>
              </a:rPr>
              <a:t>rằng </a:t>
            </a:r>
            <a:r>
              <a:rPr sz="3200" i="1" dirty="0">
                <a:latin typeface="Calibri"/>
                <a:cs typeface="Calibri"/>
              </a:rPr>
              <a:t>mệnh</a:t>
            </a:r>
            <a:r>
              <a:rPr sz="3200" i="1" spc="-45" dirty="0">
                <a:latin typeface="Calibri"/>
                <a:cs typeface="Calibri"/>
              </a:rPr>
              <a:t> </a:t>
            </a:r>
            <a:r>
              <a:rPr sz="3200" i="1" dirty="0">
                <a:latin typeface="Calibri"/>
                <a:cs typeface="Calibri"/>
              </a:rPr>
              <a:t>đề</a:t>
            </a:r>
            <a:r>
              <a:rPr sz="3200" i="1" spc="-55" dirty="0">
                <a:latin typeface="Calibri"/>
                <a:cs typeface="Calibri"/>
              </a:rPr>
              <a:t> </a:t>
            </a:r>
            <a:r>
              <a:rPr sz="3200" i="1" dirty="0">
                <a:latin typeface="Calibri"/>
                <a:cs typeface="Calibri"/>
              </a:rPr>
              <a:t>có</a:t>
            </a:r>
            <a:r>
              <a:rPr sz="3200" i="1" spc="-50" dirty="0">
                <a:latin typeface="Calibri"/>
                <a:cs typeface="Calibri"/>
              </a:rPr>
              <a:t> </a:t>
            </a:r>
            <a:r>
              <a:rPr sz="3200" i="1" dirty="0">
                <a:latin typeface="Calibri"/>
                <a:cs typeface="Calibri"/>
              </a:rPr>
              <a:t>chân</a:t>
            </a:r>
            <a:r>
              <a:rPr sz="3200" i="1" spc="-30" dirty="0">
                <a:latin typeface="Calibri"/>
                <a:cs typeface="Calibri"/>
              </a:rPr>
              <a:t> </a:t>
            </a:r>
            <a:r>
              <a:rPr sz="3200" i="1" dirty="0">
                <a:latin typeface="Calibri"/>
                <a:cs typeface="Calibri"/>
              </a:rPr>
              <a:t>trị</a:t>
            </a:r>
            <a:r>
              <a:rPr sz="3200" i="1" spc="-45" dirty="0">
                <a:latin typeface="Calibri"/>
                <a:cs typeface="Calibri"/>
              </a:rPr>
              <a:t> </a:t>
            </a:r>
            <a:r>
              <a:rPr sz="3200" i="1" spc="-20" dirty="0">
                <a:latin typeface="Calibri"/>
                <a:cs typeface="Calibri"/>
              </a:rPr>
              <a:t>sai</a:t>
            </a:r>
            <a:r>
              <a:rPr sz="3200" spc="-20" dirty="0">
                <a:latin typeface="Calibri"/>
                <a:cs typeface="Calibri"/>
              </a:rPr>
              <a:t>.</a:t>
            </a:r>
            <a:endParaRPr sz="3200">
              <a:latin typeface="Calibri"/>
              <a:cs typeface="Calibri"/>
            </a:endParaRPr>
          </a:p>
          <a:p>
            <a:pPr>
              <a:lnSpc>
                <a:spcPct val="100000"/>
              </a:lnSpc>
              <a:spcBef>
                <a:spcPts val="1470"/>
              </a:spcBef>
            </a:pPr>
            <a:endParaRPr sz="3200">
              <a:latin typeface="Calibri"/>
              <a:cs typeface="Calibri"/>
            </a:endParaRPr>
          </a:p>
          <a:p>
            <a:pPr marL="469900" indent="-457200">
              <a:lnSpc>
                <a:spcPct val="100000"/>
              </a:lnSpc>
              <a:spcBef>
                <a:spcPts val="5"/>
              </a:spcBef>
              <a:buFont typeface="Wingdings"/>
              <a:buChar char=""/>
              <a:tabLst>
                <a:tab pos="469900" algn="l"/>
              </a:tabLst>
            </a:pPr>
            <a:r>
              <a:rPr sz="3200" dirty="0">
                <a:latin typeface="Calibri"/>
                <a:cs typeface="Calibri"/>
              </a:rPr>
              <a:t>Ký</a:t>
            </a:r>
            <a:r>
              <a:rPr sz="3200" spc="-50" dirty="0">
                <a:latin typeface="Calibri"/>
                <a:cs typeface="Calibri"/>
              </a:rPr>
              <a:t> </a:t>
            </a:r>
            <a:r>
              <a:rPr sz="3200" dirty="0">
                <a:latin typeface="Calibri"/>
                <a:cs typeface="Calibri"/>
              </a:rPr>
              <a:t>hiệu</a:t>
            </a:r>
            <a:r>
              <a:rPr sz="3200" spc="-40" dirty="0">
                <a:latin typeface="Calibri"/>
                <a:cs typeface="Calibri"/>
              </a:rPr>
              <a:t> </a:t>
            </a:r>
            <a:r>
              <a:rPr sz="3200" dirty="0">
                <a:latin typeface="Calibri"/>
                <a:cs typeface="Calibri"/>
              </a:rPr>
              <a:t>1</a:t>
            </a:r>
            <a:r>
              <a:rPr sz="3200" spc="-45" dirty="0">
                <a:latin typeface="Calibri"/>
                <a:cs typeface="Calibri"/>
              </a:rPr>
              <a:t> </a:t>
            </a:r>
            <a:r>
              <a:rPr sz="3200" dirty="0">
                <a:latin typeface="Calibri"/>
                <a:cs typeface="Calibri"/>
              </a:rPr>
              <a:t>là</a:t>
            </a:r>
            <a:r>
              <a:rPr sz="3200" spc="-30" dirty="0">
                <a:latin typeface="Calibri"/>
                <a:cs typeface="Calibri"/>
              </a:rPr>
              <a:t> </a:t>
            </a:r>
            <a:r>
              <a:rPr sz="3200" dirty="0">
                <a:latin typeface="Calibri"/>
                <a:cs typeface="Calibri"/>
              </a:rPr>
              <a:t>ĐÚNG</a:t>
            </a:r>
            <a:r>
              <a:rPr sz="3200" spc="-45" dirty="0">
                <a:latin typeface="Calibri"/>
                <a:cs typeface="Calibri"/>
              </a:rPr>
              <a:t> </a:t>
            </a:r>
            <a:r>
              <a:rPr sz="3200" dirty="0">
                <a:latin typeface="Calibri"/>
                <a:cs typeface="Calibri"/>
              </a:rPr>
              <a:t>và</a:t>
            </a:r>
            <a:r>
              <a:rPr sz="3200" spc="-45" dirty="0">
                <a:latin typeface="Calibri"/>
                <a:cs typeface="Calibri"/>
              </a:rPr>
              <a:t> </a:t>
            </a:r>
            <a:r>
              <a:rPr sz="3200" dirty="0">
                <a:latin typeface="Calibri"/>
                <a:cs typeface="Calibri"/>
              </a:rPr>
              <a:t>0</a:t>
            </a:r>
            <a:r>
              <a:rPr sz="3200" spc="-40" dirty="0">
                <a:latin typeface="Calibri"/>
                <a:cs typeface="Calibri"/>
              </a:rPr>
              <a:t> </a:t>
            </a:r>
            <a:r>
              <a:rPr sz="3200" dirty="0">
                <a:latin typeface="Calibri"/>
                <a:cs typeface="Calibri"/>
              </a:rPr>
              <a:t>là</a:t>
            </a:r>
            <a:r>
              <a:rPr sz="3200" spc="-35" dirty="0">
                <a:latin typeface="Calibri"/>
                <a:cs typeface="Calibri"/>
              </a:rPr>
              <a:t> </a:t>
            </a:r>
            <a:r>
              <a:rPr sz="3200" spc="-20" dirty="0">
                <a:latin typeface="Calibri"/>
                <a:cs typeface="Calibri"/>
              </a:rPr>
              <a:t>SAI.</a:t>
            </a:r>
            <a:endParaRPr sz="320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135164"/>
            <a:ext cx="6847840" cy="2955925"/>
          </a:xfrm>
          <a:prstGeom prst="rect">
            <a:avLst/>
          </a:prstGeom>
        </p:spPr>
        <p:txBody>
          <a:bodyPr vert="horz" wrap="square" lIns="0" tIns="113664" rIns="0" bIns="0" rtlCol="0">
            <a:spAutoFit/>
          </a:bodyPr>
          <a:lstStyle/>
          <a:p>
            <a:pPr marL="12700">
              <a:lnSpc>
                <a:spcPct val="100000"/>
              </a:lnSpc>
              <a:spcBef>
                <a:spcPts val="894"/>
              </a:spcBef>
            </a:pPr>
            <a:r>
              <a:rPr sz="3200" b="1" dirty="0">
                <a:latin typeface="Calibri"/>
                <a:cs typeface="Calibri"/>
              </a:rPr>
              <a:t>Ví</a:t>
            </a:r>
            <a:r>
              <a:rPr sz="3200" b="1" spc="-15" dirty="0">
                <a:latin typeface="Calibri"/>
                <a:cs typeface="Calibri"/>
              </a:rPr>
              <a:t> </a:t>
            </a:r>
            <a:r>
              <a:rPr sz="3200" b="1" dirty="0">
                <a:latin typeface="Calibri"/>
                <a:cs typeface="Calibri"/>
              </a:rPr>
              <a:t>dụ</a:t>
            </a:r>
            <a:r>
              <a:rPr sz="3200" b="1" spc="-15" dirty="0">
                <a:latin typeface="Calibri"/>
                <a:cs typeface="Calibri"/>
              </a:rPr>
              <a:t> </a:t>
            </a:r>
            <a:r>
              <a:rPr sz="3200" b="1" spc="-50" dirty="0">
                <a:latin typeface="Calibri"/>
                <a:cs typeface="Calibri"/>
              </a:rPr>
              <a:t>:</a:t>
            </a:r>
            <a:endParaRPr sz="3200">
              <a:latin typeface="Calibri"/>
              <a:cs typeface="Calibri"/>
            </a:endParaRPr>
          </a:p>
          <a:p>
            <a:pPr marL="514984" indent="-502284">
              <a:lnSpc>
                <a:spcPct val="100000"/>
              </a:lnSpc>
              <a:spcBef>
                <a:spcPts val="795"/>
              </a:spcBef>
              <a:buAutoNum type="alphaLcParenR"/>
              <a:tabLst>
                <a:tab pos="514984" algn="l"/>
                <a:tab pos="2335530" algn="l"/>
              </a:tabLst>
            </a:pPr>
            <a:r>
              <a:rPr sz="3200" dirty="0">
                <a:latin typeface="Calibri"/>
                <a:cs typeface="Calibri"/>
              </a:rPr>
              <a:t>3</a:t>
            </a:r>
            <a:r>
              <a:rPr sz="3200" spc="-15" dirty="0">
                <a:latin typeface="Calibri"/>
                <a:cs typeface="Calibri"/>
              </a:rPr>
              <a:t> </a:t>
            </a:r>
            <a:r>
              <a:rPr sz="3200" dirty="0">
                <a:latin typeface="Calibri"/>
                <a:cs typeface="Calibri"/>
              </a:rPr>
              <a:t>là</a:t>
            </a:r>
            <a:r>
              <a:rPr sz="3200" spc="-15" dirty="0">
                <a:latin typeface="Calibri"/>
                <a:cs typeface="Calibri"/>
              </a:rPr>
              <a:t> </a:t>
            </a:r>
            <a:r>
              <a:rPr sz="3200" dirty="0">
                <a:latin typeface="Calibri"/>
                <a:cs typeface="Calibri"/>
              </a:rPr>
              <a:t>số</a:t>
            </a:r>
            <a:r>
              <a:rPr sz="3200" spc="-20" dirty="0">
                <a:latin typeface="Calibri"/>
                <a:cs typeface="Calibri"/>
              </a:rPr>
              <a:t> </a:t>
            </a:r>
            <a:r>
              <a:rPr sz="3200" spc="-25" dirty="0">
                <a:latin typeface="Calibri"/>
                <a:cs typeface="Calibri"/>
              </a:rPr>
              <a:t>lẻ.</a:t>
            </a:r>
            <a:r>
              <a:rPr sz="3200" dirty="0">
                <a:latin typeface="Calibri"/>
                <a:cs typeface="Calibri"/>
              </a:rPr>
              <a:t>	</a:t>
            </a:r>
            <a:r>
              <a:rPr sz="3200" dirty="0">
                <a:latin typeface="Symbol"/>
                <a:cs typeface="Symbol"/>
              </a:rPr>
              <a:t></a:t>
            </a:r>
            <a:r>
              <a:rPr sz="3200" spc="-114" dirty="0">
                <a:latin typeface="Times New Roman"/>
                <a:cs typeface="Times New Roman"/>
              </a:rPr>
              <a:t> </a:t>
            </a:r>
            <a:r>
              <a:rPr sz="3200" dirty="0">
                <a:latin typeface="Calibri"/>
                <a:cs typeface="Calibri"/>
              </a:rPr>
              <a:t>chân</a:t>
            </a:r>
            <a:r>
              <a:rPr sz="3200" spc="-40" dirty="0">
                <a:latin typeface="Calibri"/>
                <a:cs typeface="Calibri"/>
              </a:rPr>
              <a:t> </a:t>
            </a:r>
            <a:r>
              <a:rPr sz="3200" dirty="0">
                <a:latin typeface="Calibri"/>
                <a:cs typeface="Calibri"/>
              </a:rPr>
              <a:t>trị</a:t>
            </a:r>
            <a:r>
              <a:rPr sz="3200" spc="-35" dirty="0">
                <a:latin typeface="Calibri"/>
                <a:cs typeface="Calibri"/>
              </a:rPr>
              <a:t> </a:t>
            </a:r>
            <a:r>
              <a:rPr sz="3200" spc="-10" dirty="0">
                <a:latin typeface="Calibri"/>
                <a:cs typeface="Calibri"/>
              </a:rPr>
              <a:t>đúng.</a:t>
            </a:r>
            <a:endParaRPr sz="3200">
              <a:latin typeface="Calibri"/>
              <a:cs typeface="Calibri"/>
            </a:endParaRPr>
          </a:p>
          <a:p>
            <a:pPr marL="527685" indent="-514984">
              <a:lnSpc>
                <a:spcPct val="100000"/>
              </a:lnSpc>
              <a:spcBef>
                <a:spcPts val="765"/>
              </a:spcBef>
              <a:buAutoNum type="alphaLcParenR"/>
              <a:tabLst>
                <a:tab pos="527685" algn="l"/>
              </a:tabLst>
            </a:pPr>
            <a:r>
              <a:rPr sz="3200" dirty="0">
                <a:latin typeface="Calibri"/>
                <a:cs typeface="Calibri"/>
              </a:rPr>
              <a:t>4</a:t>
            </a:r>
            <a:r>
              <a:rPr sz="3200" spc="-20" dirty="0">
                <a:latin typeface="Calibri"/>
                <a:cs typeface="Calibri"/>
              </a:rPr>
              <a:t> </a:t>
            </a:r>
            <a:r>
              <a:rPr sz="3200" dirty="0">
                <a:latin typeface="Calibri"/>
                <a:cs typeface="Calibri"/>
              </a:rPr>
              <a:t>không</a:t>
            </a:r>
            <a:r>
              <a:rPr sz="3200" spc="-20" dirty="0">
                <a:latin typeface="Calibri"/>
                <a:cs typeface="Calibri"/>
              </a:rPr>
              <a:t> </a:t>
            </a:r>
            <a:r>
              <a:rPr sz="3200" dirty="0">
                <a:latin typeface="Calibri"/>
                <a:cs typeface="Calibri"/>
              </a:rPr>
              <a:t>chia</a:t>
            </a:r>
            <a:r>
              <a:rPr sz="3200" spc="-15" dirty="0">
                <a:latin typeface="Calibri"/>
                <a:cs typeface="Calibri"/>
              </a:rPr>
              <a:t> </a:t>
            </a:r>
            <a:r>
              <a:rPr sz="3200" dirty="0">
                <a:latin typeface="Calibri"/>
                <a:cs typeface="Calibri"/>
              </a:rPr>
              <a:t>hết</a:t>
            </a:r>
            <a:r>
              <a:rPr sz="3200" spc="-35" dirty="0">
                <a:latin typeface="Calibri"/>
                <a:cs typeface="Calibri"/>
              </a:rPr>
              <a:t> </a:t>
            </a:r>
            <a:r>
              <a:rPr sz="3200" dirty="0">
                <a:latin typeface="Calibri"/>
                <a:cs typeface="Calibri"/>
              </a:rPr>
              <a:t>cho</a:t>
            </a:r>
            <a:r>
              <a:rPr sz="3200" spc="-15" dirty="0">
                <a:latin typeface="Calibri"/>
                <a:cs typeface="Calibri"/>
              </a:rPr>
              <a:t> </a:t>
            </a:r>
            <a:r>
              <a:rPr sz="3200" dirty="0">
                <a:latin typeface="Calibri"/>
                <a:cs typeface="Calibri"/>
              </a:rPr>
              <a:t>2.</a:t>
            </a:r>
            <a:r>
              <a:rPr sz="3200" spc="-10"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Calibri"/>
                <a:cs typeface="Calibri"/>
              </a:rPr>
              <a:t>chân</a:t>
            </a:r>
            <a:r>
              <a:rPr sz="3200" spc="-10" dirty="0">
                <a:latin typeface="Calibri"/>
                <a:cs typeface="Calibri"/>
              </a:rPr>
              <a:t> </a:t>
            </a:r>
            <a:r>
              <a:rPr sz="3200" dirty="0">
                <a:latin typeface="Calibri"/>
                <a:cs typeface="Calibri"/>
              </a:rPr>
              <a:t>trị</a:t>
            </a:r>
            <a:r>
              <a:rPr sz="3200" spc="-35" dirty="0">
                <a:latin typeface="Calibri"/>
                <a:cs typeface="Calibri"/>
              </a:rPr>
              <a:t> </a:t>
            </a:r>
            <a:r>
              <a:rPr sz="3200" spc="-20" dirty="0">
                <a:latin typeface="Calibri"/>
                <a:cs typeface="Calibri"/>
              </a:rPr>
              <a:t>sai.</a:t>
            </a:r>
            <a:endParaRPr sz="3200">
              <a:latin typeface="Calibri"/>
              <a:cs typeface="Calibri"/>
            </a:endParaRPr>
          </a:p>
          <a:p>
            <a:pPr marL="527685" indent="-514984">
              <a:lnSpc>
                <a:spcPct val="100000"/>
              </a:lnSpc>
              <a:spcBef>
                <a:spcPts val="750"/>
              </a:spcBef>
              <a:buAutoNum type="alphaLcParenR"/>
              <a:tabLst>
                <a:tab pos="527685" algn="l"/>
              </a:tabLst>
            </a:pPr>
            <a:r>
              <a:rPr sz="3200" dirty="0">
                <a:latin typeface="Calibri"/>
                <a:cs typeface="Calibri"/>
              </a:rPr>
              <a:t>5</a:t>
            </a:r>
            <a:r>
              <a:rPr sz="3200" spc="-40" dirty="0">
                <a:latin typeface="Calibri"/>
                <a:cs typeface="Calibri"/>
              </a:rPr>
              <a:t> </a:t>
            </a:r>
            <a:r>
              <a:rPr sz="3200" dirty="0">
                <a:latin typeface="Calibri"/>
                <a:cs typeface="Calibri"/>
              </a:rPr>
              <a:t>là</a:t>
            </a:r>
            <a:r>
              <a:rPr sz="3200" spc="-35" dirty="0">
                <a:latin typeface="Calibri"/>
                <a:cs typeface="Calibri"/>
              </a:rPr>
              <a:t> </a:t>
            </a:r>
            <a:r>
              <a:rPr sz="3200" dirty="0">
                <a:latin typeface="Calibri"/>
                <a:cs typeface="Calibri"/>
              </a:rPr>
              <a:t>số</a:t>
            </a:r>
            <a:r>
              <a:rPr sz="3200" spc="-45" dirty="0">
                <a:latin typeface="Calibri"/>
                <a:cs typeface="Calibri"/>
              </a:rPr>
              <a:t> </a:t>
            </a:r>
            <a:r>
              <a:rPr sz="3200" dirty="0">
                <a:latin typeface="Calibri"/>
                <a:cs typeface="Calibri"/>
              </a:rPr>
              <a:t>nguyên</a:t>
            </a:r>
            <a:r>
              <a:rPr sz="3200" spc="-40" dirty="0">
                <a:latin typeface="Calibri"/>
                <a:cs typeface="Calibri"/>
              </a:rPr>
              <a:t> </a:t>
            </a:r>
            <a:r>
              <a:rPr sz="3200" spc="-25" dirty="0">
                <a:latin typeface="Calibri"/>
                <a:cs typeface="Calibri"/>
              </a:rPr>
              <a:t>tố.</a:t>
            </a:r>
            <a:endParaRPr sz="3200">
              <a:latin typeface="Calibri"/>
              <a:cs typeface="Calibri"/>
            </a:endParaRPr>
          </a:p>
          <a:p>
            <a:pPr marL="527685" indent="-514984">
              <a:lnSpc>
                <a:spcPct val="100000"/>
              </a:lnSpc>
              <a:spcBef>
                <a:spcPts val="765"/>
              </a:spcBef>
              <a:buAutoNum type="alphaLcParenR"/>
              <a:tabLst>
                <a:tab pos="527685" algn="l"/>
              </a:tabLst>
            </a:pPr>
            <a:r>
              <a:rPr sz="3200" dirty="0">
                <a:latin typeface="Calibri"/>
                <a:cs typeface="Calibri"/>
              </a:rPr>
              <a:t>Hôm</a:t>
            </a:r>
            <a:r>
              <a:rPr sz="3200" spc="-55" dirty="0">
                <a:latin typeface="Calibri"/>
                <a:cs typeface="Calibri"/>
              </a:rPr>
              <a:t> </a:t>
            </a:r>
            <a:r>
              <a:rPr sz="3200" dirty="0">
                <a:latin typeface="Calibri"/>
                <a:cs typeface="Calibri"/>
              </a:rPr>
              <a:t>nay</a:t>
            </a:r>
            <a:r>
              <a:rPr sz="3200" spc="-55" dirty="0">
                <a:latin typeface="Calibri"/>
                <a:cs typeface="Calibri"/>
              </a:rPr>
              <a:t> </a:t>
            </a:r>
            <a:r>
              <a:rPr sz="3200" dirty="0">
                <a:latin typeface="Calibri"/>
                <a:cs typeface="Calibri"/>
              </a:rPr>
              <a:t>trời</a:t>
            </a:r>
            <a:r>
              <a:rPr sz="3200" spc="-50" dirty="0">
                <a:latin typeface="Calibri"/>
                <a:cs typeface="Calibri"/>
              </a:rPr>
              <a:t> </a:t>
            </a:r>
            <a:r>
              <a:rPr sz="3200" dirty="0">
                <a:latin typeface="Calibri"/>
                <a:cs typeface="Calibri"/>
              </a:rPr>
              <a:t>đẹp</a:t>
            </a:r>
            <a:r>
              <a:rPr sz="3200" spc="-60" dirty="0">
                <a:latin typeface="Calibri"/>
                <a:cs typeface="Calibri"/>
              </a:rPr>
              <a:t> </a:t>
            </a:r>
            <a:r>
              <a:rPr sz="3200" dirty="0">
                <a:latin typeface="Calibri"/>
                <a:cs typeface="Calibri"/>
              </a:rPr>
              <a:t>quá</a:t>
            </a:r>
            <a:r>
              <a:rPr sz="3200" spc="-45" dirty="0">
                <a:latin typeface="Calibri"/>
                <a:cs typeface="Calibri"/>
              </a:rPr>
              <a:t> </a:t>
            </a:r>
            <a:r>
              <a:rPr sz="3200" b="1" spc="-50" dirty="0">
                <a:latin typeface="Calibri"/>
                <a:cs typeface="Calibri"/>
              </a:rPr>
              <a:t>!</a:t>
            </a:r>
            <a:endParaRPr sz="3200">
              <a:latin typeface="Calibri"/>
              <a:cs typeface="Calibri"/>
            </a:endParaRPr>
          </a:p>
        </p:txBody>
      </p:sp>
      <p:sp>
        <p:nvSpPr>
          <p:cNvPr id="3" name="object 3"/>
          <p:cNvSpPr txBox="1"/>
          <p:nvPr/>
        </p:nvSpPr>
        <p:spPr>
          <a:xfrm>
            <a:off x="381761" y="3201161"/>
            <a:ext cx="8382000" cy="990600"/>
          </a:xfrm>
          <a:prstGeom prst="rect">
            <a:avLst/>
          </a:prstGeom>
          <a:solidFill>
            <a:srgbClr val="4F81BC"/>
          </a:solidFill>
          <a:ln w="25907">
            <a:solidFill>
              <a:srgbClr val="385D89"/>
            </a:solidFill>
          </a:ln>
        </p:spPr>
        <p:txBody>
          <a:bodyPr vert="horz" wrap="square" lIns="0" tIns="0" rIns="0" bIns="0" rtlCol="0">
            <a:spAutoFit/>
          </a:bodyPr>
          <a:lstStyle/>
          <a:p>
            <a:pPr marL="642620">
              <a:lnSpc>
                <a:spcPts val="3640"/>
              </a:lnSpc>
            </a:pPr>
            <a:r>
              <a:rPr sz="3200" dirty="0">
                <a:latin typeface="Calibri"/>
                <a:cs typeface="Calibri"/>
              </a:rPr>
              <a:t>Câu</a:t>
            </a:r>
            <a:r>
              <a:rPr sz="3200" spc="-40" dirty="0">
                <a:latin typeface="Calibri"/>
                <a:cs typeface="Calibri"/>
              </a:rPr>
              <a:t> </a:t>
            </a:r>
            <a:r>
              <a:rPr sz="3200" dirty="0">
                <a:latin typeface="Calibri"/>
                <a:cs typeface="Calibri"/>
              </a:rPr>
              <a:t>cảm</a:t>
            </a:r>
            <a:r>
              <a:rPr sz="3200" spc="-45" dirty="0">
                <a:latin typeface="Calibri"/>
                <a:cs typeface="Calibri"/>
              </a:rPr>
              <a:t> </a:t>
            </a:r>
            <a:r>
              <a:rPr sz="3200" dirty="0">
                <a:latin typeface="Calibri"/>
                <a:cs typeface="Calibri"/>
              </a:rPr>
              <a:t>thán</a:t>
            </a:r>
            <a:r>
              <a:rPr sz="3200" spc="-40" dirty="0">
                <a:latin typeface="Calibri"/>
                <a:cs typeface="Calibri"/>
              </a:rPr>
              <a:t> </a:t>
            </a:r>
            <a:r>
              <a:rPr sz="3200" dirty="0">
                <a:latin typeface="Calibri"/>
                <a:cs typeface="Calibri"/>
              </a:rPr>
              <a:t>trên</a:t>
            </a:r>
            <a:r>
              <a:rPr sz="3200" spc="-45" dirty="0">
                <a:latin typeface="Calibri"/>
                <a:cs typeface="Calibri"/>
              </a:rPr>
              <a:t> </a:t>
            </a:r>
            <a:r>
              <a:rPr sz="3200" dirty="0">
                <a:latin typeface="Calibri"/>
                <a:cs typeface="Calibri"/>
              </a:rPr>
              <a:t>không</a:t>
            </a:r>
            <a:r>
              <a:rPr sz="3200" spc="-45" dirty="0">
                <a:latin typeface="Calibri"/>
                <a:cs typeface="Calibri"/>
              </a:rPr>
              <a:t> </a:t>
            </a:r>
            <a:r>
              <a:rPr sz="3200" dirty="0">
                <a:latin typeface="Calibri"/>
                <a:cs typeface="Calibri"/>
              </a:rPr>
              <a:t>là</a:t>
            </a:r>
            <a:r>
              <a:rPr sz="3200" spc="-40" dirty="0">
                <a:latin typeface="Calibri"/>
                <a:cs typeface="Calibri"/>
              </a:rPr>
              <a:t> </a:t>
            </a:r>
            <a:r>
              <a:rPr sz="3200" dirty="0">
                <a:latin typeface="Calibri"/>
                <a:cs typeface="Calibri"/>
              </a:rPr>
              <a:t>mệnh</a:t>
            </a:r>
            <a:r>
              <a:rPr sz="3200" spc="-40" dirty="0">
                <a:latin typeface="Calibri"/>
                <a:cs typeface="Calibri"/>
              </a:rPr>
              <a:t> </a:t>
            </a:r>
            <a:r>
              <a:rPr sz="3200" dirty="0">
                <a:latin typeface="Calibri"/>
                <a:cs typeface="Calibri"/>
              </a:rPr>
              <a:t>đề</a:t>
            </a:r>
            <a:r>
              <a:rPr sz="3200" spc="-60" dirty="0">
                <a:latin typeface="Calibri"/>
                <a:cs typeface="Calibri"/>
              </a:rPr>
              <a:t> </a:t>
            </a:r>
            <a:r>
              <a:rPr sz="3200" dirty="0">
                <a:latin typeface="Calibri"/>
                <a:cs typeface="Calibri"/>
              </a:rPr>
              <a:t>vì</a:t>
            </a:r>
            <a:r>
              <a:rPr sz="3200" spc="-45" dirty="0">
                <a:latin typeface="Calibri"/>
                <a:cs typeface="Calibri"/>
              </a:rPr>
              <a:t> </a:t>
            </a:r>
            <a:r>
              <a:rPr sz="3200" spc="-10" dirty="0">
                <a:latin typeface="Calibri"/>
                <a:cs typeface="Calibri"/>
              </a:rPr>
              <a:t>không</a:t>
            </a:r>
            <a:endParaRPr sz="3200">
              <a:latin typeface="Calibri"/>
              <a:cs typeface="Calibri"/>
            </a:endParaRPr>
          </a:p>
          <a:p>
            <a:pPr marL="90170">
              <a:lnSpc>
                <a:spcPct val="100000"/>
              </a:lnSpc>
            </a:pPr>
            <a:r>
              <a:rPr sz="3200" dirty="0">
                <a:latin typeface="Calibri"/>
                <a:cs typeface="Calibri"/>
              </a:rPr>
              <a:t>có</a:t>
            </a:r>
            <a:r>
              <a:rPr sz="3200" spc="-60" dirty="0">
                <a:latin typeface="Calibri"/>
                <a:cs typeface="Calibri"/>
              </a:rPr>
              <a:t> </a:t>
            </a:r>
            <a:r>
              <a:rPr sz="3200" dirty="0">
                <a:latin typeface="Calibri"/>
                <a:cs typeface="Calibri"/>
              </a:rPr>
              <a:t>chân</a:t>
            </a:r>
            <a:r>
              <a:rPr sz="3200" spc="-35" dirty="0">
                <a:latin typeface="Calibri"/>
                <a:cs typeface="Calibri"/>
              </a:rPr>
              <a:t> </a:t>
            </a:r>
            <a:r>
              <a:rPr sz="3200" dirty="0">
                <a:latin typeface="Calibri"/>
                <a:cs typeface="Calibri"/>
              </a:rPr>
              <a:t>trị</a:t>
            </a:r>
            <a:r>
              <a:rPr sz="3200" spc="-60" dirty="0">
                <a:latin typeface="Calibri"/>
                <a:cs typeface="Calibri"/>
              </a:rPr>
              <a:t> </a:t>
            </a:r>
            <a:r>
              <a:rPr sz="3200" dirty="0">
                <a:latin typeface="Calibri"/>
                <a:cs typeface="Calibri"/>
              </a:rPr>
              <a:t>nhất</a:t>
            </a:r>
            <a:r>
              <a:rPr sz="3200" spc="-35" dirty="0">
                <a:latin typeface="Calibri"/>
                <a:cs typeface="Calibri"/>
              </a:rPr>
              <a:t> </a:t>
            </a:r>
            <a:r>
              <a:rPr sz="3200" spc="-10" dirty="0">
                <a:latin typeface="Calibri"/>
                <a:cs typeface="Calibri"/>
              </a:rPr>
              <a:t>định.</a:t>
            </a:r>
            <a:endParaRPr sz="3200">
              <a:latin typeface="Calibri"/>
              <a:cs typeface="Calibri"/>
            </a:endParaRPr>
          </a:p>
        </p:txBody>
      </p:sp>
      <p:sp>
        <p:nvSpPr>
          <p:cNvPr id="4" name="object 4"/>
          <p:cNvSpPr txBox="1"/>
          <p:nvPr/>
        </p:nvSpPr>
        <p:spPr>
          <a:xfrm>
            <a:off x="459740" y="4235577"/>
            <a:ext cx="2491105" cy="513715"/>
          </a:xfrm>
          <a:prstGeom prst="rect">
            <a:avLst/>
          </a:prstGeom>
        </p:spPr>
        <p:txBody>
          <a:bodyPr vert="horz" wrap="square" lIns="0" tIns="12700" rIns="0" bIns="0" rtlCol="0">
            <a:spAutoFit/>
          </a:bodyPr>
          <a:lstStyle/>
          <a:p>
            <a:pPr marL="12700">
              <a:lnSpc>
                <a:spcPct val="100000"/>
              </a:lnSpc>
              <a:spcBef>
                <a:spcPts val="100"/>
              </a:spcBef>
            </a:pPr>
            <a:r>
              <a:rPr sz="3200" dirty="0">
                <a:latin typeface="Calibri"/>
                <a:cs typeface="Calibri"/>
              </a:rPr>
              <a:t>e)</a:t>
            </a:r>
            <a:r>
              <a:rPr sz="3200" spc="-15" dirty="0">
                <a:latin typeface="Calibri"/>
                <a:cs typeface="Calibri"/>
              </a:rPr>
              <a:t> </a:t>
            </a:r>
            <a:r>
              <a:rPr sz="3200" dirty="0">
                <a:latin typeface="Calibri"/>
                <a:cs typeface="Calibri"/>
              </a:rPr>
              <a:t>n</a:t>
            </a:r>
            <a:r>
              <a:rPr sz="3200" spc="-15" dirty="0">
                <a:latin typeface="Calibri"/>
                <a:cs typeface="Calibri"/>
              </a:rPr>
              <a:t> </a:t>
            </a:r>
            <a:r>
              <a:rPr sz="3200" dirty="0">
                <a:latin typeface="Calibri"/>
                <a:cs typeface="Calibri"/>
              </a:rPr>
              <a:t>là</a:t>
            </a:r>
            <a:r>
              <a:rPr sz="3200" spc="-15" dirty="0">
                <a:latin typeface="Calibri"/>
                <a:cs typeface="Calibri"/>
              </a:rPr>
              <a:t> </a:t>
            </a:r>
            <a:r>
              <a:rPr sz="3200" dirty="0">
                <a:latin typeface="Calibri"/>
                <a:cs typeface="Calibri"/>
              </a:rPr>
              <a:t>số</a:t>
            </a:r>
            <a:r>
              <a:rPr sz="3200" spc="-15" dirty="0">
                <a:latin typeface="Calibri"/>
                <a:cs typeface="Calibri"/>
              </a:rPr>
              <a:t> </a:t>
            </a:r>
            <a:r>
              <a:rPr sz="3200" spc="-10" dirty="0">
                <a:latin typeface="Calibri"/>
                <a:cs typeface="Calibri"/>
              </a:rPr>
              <a:t>chẵn.</a:t>
            </a:r>
            <a:endParaRPr sz="3200">
              <a:latin typeface="Calibri"/>
              <a:cs typeface="Calibri"/>
            </a:endParaRPr>
          </a:p>
        </p:txBody>
      </p:sp>
      <p:sp>
        <p:nvSpPr>
          <p:cNvPr id="5" name="object 5"/>
          <p:cNvSpPr txBox="1"/>
          <p:nvPr/>
        </p:nvSpPr>
        <p:spPr>
          <a:xfrm>
            <a:off x="381761" y="4944617"/>
            <a:ext cx="8382000" cy="990600"/>
          </a:xfrm>
          <a:prstGeom prst="rect">
            <a:avLst/>
          </a:prstGeom>
          <a:solidFill>
            <a:srgbClr val="4F81BC"/>
          </a:solidFill>
          <a:ln w="25907">
            <a:solidFill>
              <a:srgbClr val="385D89"/>
            </a:solidFill>
          </a:ln>
        </p:spPr>
        <p:txBody>
          <a:bodyPr vert="horz" wrap="square" lIns="0" tIns="0" rIns="0" bIns="0" rtlCol="0">
            <a:spAutoFit/>
          </a:bodyPr>
          <a:lstStyle/>
          <a:p>
            <a:pPr marL="459740">
              <a:lnSpc>
                <a:spcPts val="2970"/>
              </a:lnSpc>
            </a:pPr>
            <a:r>
              <a:rPr sz="3200" dirty="0">
                <a:latin typeface="Calibri"/>
                <a:cs typeface="Calibri"/>
              </a:rPr>
              <a:t>Không</a:t>
            </a:r>
            <a:r>
              <a:rPr sz="3200" spc="-25" dirty="0">
                <a:latin typeface="Calibri"/>
                <a:cs typeface="Calibri"/>
              </a:rPr>
              <a:t> </a:t>
            </a:r>
            <a:r>
              <a:rPr sz="3200" dirty="0">
                <a:latin typeface="Calibri"/>
                <a:cs typeface="Calibri"/>
              </a:rPr>
              <a:t>là</a:t>
            </a:r>
            <a:r>
              <a:rPr sz="3200" spc="-30" dirty="0">
                <a:latin typeface="Calibri"/>
                <a:cs typeface="Calibri"/>
              </a:rPr>
              <a:t> </a:t>
            </a:r>
            <a:r>
              <a:rPr sz="3200" dirty="0">
                <a:latin typeface="Calibri"/>
                <a:cs typeface="Calibri"/>
              </a:rPr>
              <a:t>mệnh</a:t>
            </a:r>
            <a:r>
              <a:rPr sz="3200" spc="-35" dirty="0">
                <a:latin typeface="Calibri"/>
                <a:cs typeface="Calibri"/>
              </a:rPr>
              <a:t> </a:t>
            </a:r>
            <a:r>
              <a:rPr sz="3200" dirty="0">
                <a:latin typeface="Calibri"/>
                <a:cs typeface="Calibri"/>
              </a:rPr>
              <a:t>đề</a:t>
            </a:r>
            <a:r>
              <a:rPr sz="3200" spc="-30" dirty="0">
                <a:latin typeface="Calibri"/>
                <a:cs typeface="Calibri"/>
              </a:rPr>
              <a:t> </a:t>
            </a:r>
            <a:r>
              <a:rPr sz="3200" dirty="0">
                <a:latin typeface="Calibri"/>
                <a:cs typeface="Calibri"/>
              </a:rPr>
              <a:t>vì</a:t>
            </a:r>
            <a:r>
              <a:rPr sz="3200" spc="-30" dirty="0">
                <a:latin typeface="Calibri"/>
                <a:cs typeface="Calibri"/>
              </a:rPr>
              <a:t> </a:t>
            </a:r>
            <a:r>
              <a:rPr sz="3200" dirty="0">
                <a:latin typeface="Calibri"/>
                <a:cs typeface="Calibri"/>
              </a:rPr>
              <a:t>giá</a:t>
            </a:r>
            <a:r>
              <a:rPr sz="3200" spc="-30" dirty="0">
                <a:latin typeface="Calibri"/>
                <a:cs typeface="Calibri"/>
              </a:rPr>
              <a:t> </a:t>
            </a:r>
            <a:r>
              <a:rPr sz="3200" dirty="0">
                <a:latin typeface="Calibri"/>
                <a:cs typeface="Calibri"/>
              </a:rPr>
              <a:t>trị</a:t>
            </a:r>
            <a:r>
              <a:rPr sz="3200" spc="-20" dirty="0">
                <a:latin typeface="Calibri"/>
                <a:cs typeface="Calibri"/>
              </a:rPr>
              <a:t> </a:t>
            </a:r>
            <a:r>
              <a:rPr sz="3200" dirty="0">
                <a:latin typeface="Calibri"/>
                <a:cs typeface="Calibri"/>
              </a:rPr>
              <a:t>n</a:t>
            </a:r>
            <a:r>
              <a:rPr sz="3200" spc="-35" dirty="0">
                <a:latin typeface="Calibri"/>
                <a:cs typeface="Calibri"/>
              </a:rPr>
              <a:t> </a:t>
            </a:r>
            <a:r>
              <a:rPr sz="3200" dirty="0">
                <a:latin typeface="Calibri"/>
                <a:cs typeface="Calibri"/>
              </a:rPr>
              <a:t>chưa</a:t>
            </a:r>
            <a:r>
              <a:rPr sz="3200" spc="-30" dirty="0">
                <a:latin typeface="Calibri"/>
                <a:cs typeface="Calibri"/>
              </a:rPr>
              <a:t> </a:t>
            </a:r>
            <a:r>
              <a:rPr sz="3200" dirty="0">
                <a:latin typeface="Calibri"/>
                <a:cs typeface="Calibri"/>
              </a:rPr>
              <a:t>biết</a:t>
            </a:r>
            <a:r>
              <a:rPr sz="3200" spc="-30" dirty="0">
                <a:latin typeface="Calibri"/>
                <a:cs typeface="Calibri"/>
              </a:rPr>
              <a:t> </a:t>
            </a:r>
            <a:r>
              <a:rPr sz="3200" spc="-25" dirty="0">
                <a:latin typeface="Calibri"/>
                <a:cs typeface="Calibri"/>
              </a:rPr>
              <a:t>nên</a:t>
            </a:r>
            <a:endParaRPr sz="3200">
              <a:latin typeface="Calibri"/>
              <a:cs typeface="Calibri"/>
            </a:endParaRPr>
          </a:p>
          <a:p>
            <a:pPr marL="90170">
              <a:lnSpc>
                <a:spcPct val="100000"/>
              </a:lnSpc>
            </a:pPr>
            <a:r>
              <a:rPr sz="3200" dirty="0">
                <a:latin typeface="Calibri"/>
                <a:cs typeface="Calibri"/>
              </a:rPr>
              <a:t>cũng</a:t>
            </a:r>
            <a:r>
              <a:rPr sz="3200" spc="-50" dirty="0">
                <a:latin typeface="Calibri"/>
                <a:cs typeface="Calibri"/>
              </a:rPr>
              <a:t> </a:t>
            </a:r>
            <a:r>
              <a:rPr sz="3200" dirty="0">
                <a:latin typeface="Calibri"/>
                <a:cs typeface="Calibri"/>
              </a:rPr>
              <a:t>không</a:t>
            </a:r>
            <a:r>
              <a:rPr sz="3200" spc="-40" dirty="0">
                <a:latin typeface="Calibri"/>
                <a:cs typeface="Calibri"/>
              </a:rPr>
              <a:t> </a:t>
            </a:r>
            <a:r>
              <a:rPr sz="3200" dirty="0">
                <a:latin typeface="Calibri"/>
                <a:cs typeface="Calibri"/>
              </a:rPr>
              <a:t>biết</a:t>
            </a:r>
            <a:r>
              <a:rPr sz="3200" spc="-50" dirty="0">
                <a:latin typeface="Calibri"/>
                <a:cs typeface="Calibri"/>
              </a:rPr>
              <a:t> </a:t>
            </a:r>
            <a:r>
              <a:rPr sz="3200" dirty="0">
                <a:latin typeface="Calibri"/>
                <a:cs typeface="Calibri"/>
              </a:rPr>
              <a:t>chân</a:t>
            </a:r>
            <a:r>
              <a:rPr sz="3200" spc="-35" dirty="0">
                <a:latin typeface="Calibri"/>
                <a:cs typeface="Calibri"/>
              </a:rPr>
              <a:t> </a:t>
            </a:r>
            <a:r>
              <a:rPr sz="3200" dirty="0">
                <a:latin typeface="Calibri"/>
                <a:cs typeface="Calibri"/>
              </a:rPr>
              <a:t>trị</a:t>
            </a:r>
            <a:r>
              <a:rPr sz="3200" spc="-65" dirty="0">
                <a:latin typeface="Calibri"/>
                <a:cs typeface="Calibri"/>
              </a:rPr>
              <a:t> </a:t>
            </a:r>
            <a:r>
              <a:rPr sz="3200" dirty="0">
                <a:latin typeface="Calibri"/>
                <a:cs typeface="Calibri"/>
              </a:rPr>
              <a:t>của</a:t>
            </a:r>
            <a:r>
              <a:rPr sz="3200" spc="-50" dirty="0">
                <a:latin typeface="Calibri"/>
                <a:cs typeface="Calibri"/>
              </a:rPr>
              <a:t> </a:t>
            </a:r>
            <a:r>
              <a:rPr sz="3200" spc="-25" dirty="0">
                <a:latin typeface="Calibri"/>
                <a:cs typeface="Calibri"/>
              </a:rPr>
              <a:t>nó.</a:t>
            </a:r>
            <a:endParaRPr sz="320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38251"/>
            <a:ext cx="7166609" cy="1099185"/>
          </a:xfrm>
          <a:prstGeom prst="rect">
            <a:avLst/>
          </a:prstGeom>
        </p:spPr>
        <p:txBody>
          <a:bodyPr vert="horz" wrap="square" lIns="0" tIns="61594" rIns="0" bIns="0" rtlCol="0">
            <a:spAutoFit/>
          </a:bodyPr>
          <a:lstStyle/>
          <a:p>
            <a:pPr marL="12700">
              <a:lnSpc>
                <a:spcPct val="100000"/>
              </a:lnSpc>
              <a:spcBef>
                <a:spcPts val="484"/>
              </a:spcBef>
            </a:pPr>
            <a:r>
              <a:rPr sz="3200" b="1" dirty="0">
                <a:latin typeface="Calibri"/>
                <a:cs typeface="Calibri"/>
              </a:rPr>
              <a:t>1.2</a:t>
            </a:r>
            <a:r>
              <a:rPr sz="3200" b="1" spc="-50" dirty="0">
                <a:latin typeface="Calibri"/>
                <a:cs typeface="Calibri"/>
              </a:rPr>
              <a:t> </a:t>
            </a:r>
            <a:r>
              <a:rPr sz="3200" dirty="0"/>
              <a:t>Các</a:t>
            </a:r>
            <a:r>
              <a:rPr sz="3200" spc="-55" dirty="0"/>
              <a:t> </a:t>
            </a:r>
            <a:r>
              <a:rPr sz="3200" dirty="0"/>
              <a:t>phép</a:t>
            </a:r>
            <a:r>
              <a:rPr sz="3200" spc="-50" dirty="0"/>
              <a:t> </a:t>
            </a:r>
            <a:r>
              <a:rPr sz="3200" dirty="0"/>
              <a:t>toán</a:t>
            </a:r>
            <a:r>
              <a:rPr sz="3200" spc="-40" dirty="0"/>
              <a:t> </a:t>
            </a:r>
            <a:r>
              <a:rPr sz="3200" dirty="0"/>
              <a:t>trên</a:t>
            </a:r>
            <a:r>
              <a:rPr sz="3200" spc="-50" dirty="0"/>
              <a:t> </a:t>
            </a:r>
            <a:r>
              <a:rPr sz="3200" dirty="0"/>
              <a:t>mệnh</a:t>
            </a:r>
            <a:r>
              <a:rPr sz="3200" spc="-50" dirty="0"/>
              <a:t> </a:t>
            </a:r>
            <a:r>
              <a:rPr sz="3200" spc="-25" dirty="0"/>
              <a:t>đề:</a:t>
            </a:r>
            <a:endParaRPr sz="3200">
              <a:latin typeface="Calibri"/>
              <a:cs typeface="Calibri"/>
            </a:endParaRPr>
          </a:p>
          <a:p>
            <a:pPr marL="12700">
              <a:lnSpc>
                <a:spcPct val="100000"/>
              </a:lnSpc>
              <a:spcBef>
                <a:spcPts val="385"/>
              </a:spcBef>
            </a:pPr>
            <a:r>
              <a:rPr sz="3200" dirty="0"/>
              <a:t>p</a:t>
            </a:r>
            <a:r>
              <a:rPr sz="3200" spc="-45" dirty="0"/>
              <a:t> </a:t>
            </a:r>
            <a:r>
              <a:rPr sz="3200" dirty="0"/>
              <a:t>và</a:t>
            </a:r>
            <a:r>
              <a:rPr sz="3200" spc="-35" dirty="0"/>
              <a:t> </a:t>
            </a:r>
            <a:r>
              <a:rPr sz="3200" dirty="0"/>
              <a:t>q</a:t>
            </a:r>
            <a:r>
              <a:rPr sz="3200" spc="-30" dirty="0"/>
              <a:t> </a:t>
            </a:r>
            <a:r>
              <a:rPr sz="3200" dirty="0"/>
              <a:t>là</a:t>
            </a:r>
            <a:r>
              <a:rPr sz="3200" spc="-35" dirty="0"/>
              <a:t> </a:t>
            </a:r>
            <a:r>
              <a:rPr sz="3200" dirty="0"/>
              <a:t>các</a:t>
            </a:r>
            <a:r>
              <a:rPr sz="3200" spc="-50" dirty="0"/>
              <a:t> </a:t>
            </a:r>
            <a:r>
              <a:rPr sz="3200" dirty="0"/>
              <a:t>mệnh</a:t>
            </a:r>
            <a:r>
              <a:rPr sz="3200" spc="-45" dirty="0"/>
              <a:t> </a:t>
            </a:r>
            <a:r>
              <a:rPr sz="3200" dirty="0"/>
              <a:t>đề</a:t>
            </a:r>
            <a:r>
              <a:rPr sz="3200" spc="-35" dirty="0"/>
              <a:t> </a:t>
            </a:r>
            <a:r>
              <a:rPr sz="3200" dirty="0"/>
              <a:t>có</a:t>
            </a:r>
            <a:r>
              <a:rPr sz="3200" spc="-50" dirty="0"/>
              <a:t> </a:t>
            </a:r>
            <a:r>
              <a:rPr sz="3200" dirty="0"/>
              <a:t>chân</a:t>
            </a:r>
            <a:r>
              <a:rPr sz="3200" spc="-25" dirty="0"/>
              <a:t> </a:t>
            </a:r>
            <a:r>
              <a:rPr sz="3200" dirty="0"/>
              <a:t>trị</a:t>
            </a:r>
            <a:r>
              <a:rPr sz="3200" spc="-50" dirty="0"/>
              <a:t> </a:t>
            </a:r>
            <a:r>
              <a:rPr sz="3200" dirty="0"/>
              <a:t>là</a:t>
            </a:r>
            <a:r>
              <a:rPr sz="3200" spc="-30" dirty="0"/>
              <a:t> </a:t>
            </a:r>
            <a:r>
              <a:rPr sz="3200" dirty="0"/>
              <a:t>1</a:t>
            </a:r>
            <a:r>
              <a:rPr sz="3200" spc="-35" dirty="0"/>
              <a:t> </a:t>
            </a:r>
            <a:r>
              <a:rPr sz="3200" dirty="0"/>
              <a:t>hay</a:t>
            </a:r>
            <a:r>
              <a:rPr sz="3200" spc="-40" dirty="0"/>
              <a:t> </a:t>
            </a:r>
            <a:r>
              <a:rPr sz="3200" spc="-25" dirty="0"/>
              <a:t>0.</a:t>
            </a:r>
            <a:endParaRPr sz="3200"/>
          </a:p>
        </p:txBody>
      </p:sp>
      <p:sp>
        <p:nvSpPr>
          <p:cNvPr id="3" name="object 3"/>
          <p:cNvSpPr txBox="1"/>
          <p:nvPr/>
        </p:nvSpPr>
        <p:spPr>
          <a:xfrm>
            <a:off x="383540" y="1260094"/>
            <a:ext cx="1914525" cy="513715"/>
          </a:xfrm>
          <a:prstGeom prst="rect">
            <a:avLst/>
          </a:prstGeom>
        </p:spPr>
        <p:txBody>
          <a:bodyPr vert="horz" wrap="square" lIns="0" tIns="13335" rIns="0" bIns="0" rtlCol="0">
            <a:spAutoFit/>
          </a:bodyPr>
          <a:lstStyle/>
          <a:p>
            <a:pPr marL="12700">
              <a:lnSpc>
                <a:spcPct val="100000"/>
              </a:lnSpc>
              <a:spcBef>
                <a:spcPts val="105"/>
              </a:spcBef>
              <a:tabLst>
                <a:tab pos="527685" algn="l"/>
              </a:tabLst>
            </a:pPr>
            <a:r>
              <a:rPr sz="3200" spc="-25" dirty="0">
                <a:latin typeface="Calibri"/>
                <a:cs typeface="Calibri"/>
              </a:rPr>
              <a:t>a)</a:t>
            </a:r>
            <a:r>
              <a:rPr sz="3200" dirty="0">
                <a:latin typeface="Calibri"/>
                <a:cs typeface="Calibri"/>
              </a:rPr>
              <a:t>	Nối</a:t>
            </a:r>
            <a:r>
              <a:rPr sz="3200" spc="-15" dirty="0">
                <a:latin typeface="Calibri"/>
                <a:cs typeface="Calibri"/>
              </a:rPr>
              <a:t> </a:t>
            </a:r>
            <a:r>
              <a:rPr sz="3200" spc="-20" dirty="0">
                <a:latin typeface="Calibri"/>
                <a:cs typeface="Calibri"/>
              </a:rPr>
              <a:t>liền:</a:t>
            </a:r>
            <a:endParaRPr sz="3200">
              <a:latin typeface="Calibri"/>
              <a:cs typeface="Calibri"/>
            </a:endParaRPr>
          </a:p>
        </p:txBody>
      </p:sp>
      <p:sp>
        <p:nvSpPr>
          <p:cNvPr id="4" name="object 4"/>
          <p:cNvSpPr txBox="1"/>
          <p:nvPr/>
        </p:nvSpPr>
        <p:spPr>
          <a:xfrm>
            <a:off x="383540" y="5555691"/>
            <a:ext cx="4330700" cy="513715"/>
          </a:xfrm>
          <a:prstGeom prst="rect">
            <a:avLst/>
          </a:prstGeom>
        </p:spPr>
        <p:txBody>
          <a:bodyPr vert="horz" wrap="square" lIns="0" tIns="12700" rIns="0" bIns="0" rtlCol="0">
            <a:spAutoFit/>
          </a:bodyPr>
          <a:lstStyle/>
          <a:p>
            <a:pPr marL="469900" indent="-457200">
              <a:lnSpc>
                <a:spcPct val="100000"/>
              </a:lnSpc>
              <a:spcBef>
                <a:spcPts val="100"/>
              </a:spcBef>
              <a:buFont typeface="Wingdings"/>
              <a:buChar char=""/>
              <a:tabLst>
                <a:tab pos="469900" algn="l"/>
              </a:tabLst>
            </a:pPr>
            <a:r>
              <a:rPr sz="3200" b="1" dirty="0">
                <a:latin typeface="Calibri"/>
                <a:cs typeface="Calibri"/>
              </a:rPr>
              <a:t>p</a:t>
            </a:r>
            <a:r>
              <a:rPr sz="3200" b="1" spc="-25" dirty="0">
                <a:latin typeface="Calibri"/>
                <a:cs typeface="Calibri"/>
              </a:rPr>
              <a:t> </a:t>
            </a:r>
            <a:r>
              <a:rPr sz="3200" dirty="0">
                <a:latin typeface="Symbol"/>
                <a:cs typeface="Symbol"/>
              </a:rPr>
              <a:t></a:t>
            </a:r>
            <a:r>
              <a:rPr sz="3200" spc="-70" dirty="0">
                <a:latin typeface="Times New Roman"/>
                <a:cs typeface="Times New Roman"/>
              </a:rPr>
              <a:t> </a:t>
            </a:r>
            <a:r>
              <a:rPr sz="3200" b="1" dirty="0">
                <a:latin typeface="Calibri"/>
                <a:cs typeface="Calibri"/>
              </a:rPr>
              <a:t>q</a:t>
            </a:r>
            <a:r>
              <a:rPr sz="3200" b="1" spc="-5" dirty="0">
                <a:latin typeface="Calibri"/>
                <a:cs typeface="Calibri"/>
              </a:rPr>
              <a:t> </a:t>
            </a:r>
            <a:r>
              <a:rPr sz="3200" b="1" dirty="0">
                <a:latin typeface="Calibri"/>
                <a:cs typeface="Calibri"/>
              </a:rPr>
              <a:t>cũng</a:t>
            </a:r>
            <a:r>
              <a:rPr sz="3200" b="1" spc="-25" dirty="0">
                <a:latin typeface="Calibri"/>
                <a:cs typeface="Calibri"/>
              </a:rPr>
              <a:t> </a:t>
            </a:r>
            <a:r>
              <a:rPr sz="3200" b="1" dirty="0">
                <a:latin typeface="Calibri"/>
                <a:cs typeface="Calibri"/>
              </a:rPr>
              <a:t>là</a:t>
            </a:r>
            <a:r>
              <a:rPr sz="3200" b="1" spc="-5" dirty="0">
                <a:latin typeface="Calibri"/>
                <a:cs typeface="Calibri"/>
              </a:rPr>
              <a:t> </a:t>
            </a:r>
            <a:r>
              <a:rPr sz="3200" b="1" dirty="0">
                <a:latin typeface="Calibri"/>
                <a:cs typeface="Calibri"/>
              </a:rPr>
              <a:t>mệnh</a:t>
            </a:r>
            <a:r>
              <a:rPr sz="3200" b="1" spc="-15" dirty="0">
                <a:latin typeface="Calibri"/>
                <a:cs typeface="Calibri"/>
              </a:rPr>
              <a:t> </a:t>
            </a:r>
            <a:r>
              <a:rPr sz="3200" b="1" spc="-25" dirty="0">
                <a:latin typeface="Calibri"/>
                <a:cs typeface="Calibri"/>
              </a:rPr>
              <a:t>đề.</a:t>
            </a:r>
            <a:endParaRPr sz="3200">
              <a:latin typeface="Calibri"/>
              <a:cs typeface="Calibri"/>
            </a:endParaRPr>
          </a:p>
        </p:txBody>
      </p:sp>
      <p:graphicFrame>
        <p:nvGraphicFramePr>
          <p:cNvPr id="5" name="object 5"/>
          <p:cNvGraphicFramePr>
            <a:graphicFrameLocks noGrp="1"/>
          </p:cNvGraphicFramePr>
          <p:nvPr/>
        </p:nvGraphicFramePr>
        <p:xfrm>
          <a:off x="2660650" y="1822450"/>
          <a:ext cx="5792470" cy="3513455"/>
        </p:xfrm>
        <a:graphic>
          <a:graphicData uri="http://schemas.openxmlformats.org/drawingml/2006/table">
            <a:tbl>
              <a:tblPr firstRow="1" bandRow="1">
                <a:tableStyleId>{2D5ABB26-0587-4C30-8999-92F81FD0307C}</a:tableStyleId>
              </a:tblPr>
              <a:tblGrid>
                <a:gridCol w="1494790">
                  <a:extLst>
                    <a:ext uri="{9D8B030D-6E8A-4147-A177-3AD203B41FA5}">
                      <a16:colId xmlns:a16="http://schemas.microsoft.com/office/drawing/2014/main" val="20000"/>
                    </a:ext>
                  </a:extLst>
                </a:gridCol>
                <a:gridCol w="1494790">
                  <a:extLst>
                    <a:ext uri="{9D8B030D-6E8A-4147-A177-3AD203B41FA5}">
                      <a16:colId xmlns:a16="http://schemas.microsoft.com/office/drawing/2014/main" val="20001"/>
                    </a:ext>
                  </a:extLst>
                </a:gridCol>
                <a:gridCol w="2802890">
                  <a:extLst>
                    <a:ext uri="{9D8B030D-6E8A-4147-A177-3AD203B41FA5}">
                      <a16:colId xmlns:a16="http://schemas.microsoft.com/office/drawing/2014/main" val="20002"/>
                    </a:ext>
                  </a:extLst>
                </a:gridCol>
              </a:tblGrid>
              <a:tr h="770890">
                <a:tc>
                  <a:txBody>
                    <a:bodyPr/>
                    <a:lstStyle/>
                    <a:p>
                      <a:pPr marL="635" algn="ctr">
                        <a:lnSpc>
                          <a:spcPct val="100000"/>
                        </a:lnSpc>
                        <a:spcBef>
                          <a:spcPts val="1585"/>
                        </a:spcBef>
                      </a:pPr>
                      <a:r>
                        <a:rPr sz="2200" b="1" spc="-50" dirty="0">
                          <a:solidFill>
                            <a:srgbClr val="FF0000"/>
                          </a:solidFill>
                          <a:latin typeface="Calibri"/>
                          <a:cs typeface="Calibri"/>
                        </a:rPr>
                        <a:t>p</a:t>
                      </a:r>
                      <a:endParaRPr sz="2200">
                        <a:latin typeface="Calibri"/>
                        <a:cs typeface="Calibri"/>
                      </a:endParaRPr>
                    </a:p>
                  </a:txBody>
                  <a:tcPr marL="0" marR="0" marT="2012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1585"/>
                        </a:spcBef>
                      </a:pPr>
                      <a:r>
                        <a:rPr sz="2200" b="1" spc="-50" dirty="0">
                          <a:solidFill>
                            <a:srgbClr val="FF0000"/>
                          </a:solidFill>
                          <a:latin typeface="Calibri"/>
                          <a:cs typeface="Calibri"/>
                        </a:rPr>
                        <a:t>q</a:t>
                      </a:r>
                      <a:endParaRPr sz="2200">
                        <a:latin typeface="Calibri"/>
                        <a:cs typeface="Calibri"/>
                      </a:endParaRPr>
                    </a:p>
                  </a:txBody>
                  <a:tcPr marL="0" marR="0" marT="2012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80"/>
                        </a:spcBef>
                      </a:pPr>
                      <a:r>
                        <a:rPr sz="2200" b="1" dirty="0">
                          <a:solidFill>
                            <a:srgbClr val="FF0000"/>
                          </a:solidFill>
                          <a:latin typeface="Calibri"/>
                          <a:cs typeface="Calibri"/>
                        </a:rPr>
                        <a:t>p </a:t>
                      </a:r>
                      <a:r>
                        <a:rPr sz="2200" dirty="0">
                          <a:solidFill>
                            <a:srgbClr val="FF0000"/>
                          </a:solidFill>
                          <a:latin typeface="Symbol"/>
                          <a:cs typeface="Symbol"/>
                        </a:rPr>
                        <a:t></a:t>
                      </a:r>
                      <a:r>
                        <a:rPr sz="2200" spc="-50" dirty="0">
                          <a:solidFill>
                            <a:srgbClr val="FF0000"/>
                          </a:solidFill>
                          <a:latin typeface="Times New Roman"/>
                          <a:cs typeface="Times New Roman"/>
                        </a:rPr>
                        <a:t> </a:t>
                      </a:r>
                      <a:r>
                        <a:rPr sz="2200" b="1" spc="-50" dirty="0">
                          <a:solidFill>
                            <a:srgbClr val="FF0000"/>
                          </a:solidFill>
                          <a:latin typeface="Calibri"/>
                          <a:cs typeface="Calibri"/>
                        </a:rPr>
                        <a:t>q</a:t>
                      </a:r>
                      <a:endParaRPr sz="2200">
                        <a:latin typeface="Calibri"/>
                        <a:cs typeface="Calibri"/>
                      </a:endParaRPr>
                    </a:p>
                    <a:p>
                      <a:pPr algn="ctr">
                        <a:lnSpc>
                          <a:spcPct val="100000"/>
                        </a:lnSpc>
                        <a:spcBef>
                          <a:spcPts val="400"/>
                        </a:spcBef>
                      </a:pPr>
                      <a:r>
                        <a:rPr sz="2200" b="1" spc="-25" dirty="0">
                          <a:solidFill>
                            <a:srgbClr val="FF0000"/>
                          </a:solidFill>
                          <a:latin typeface="Calibri"/>
                          <a:cs typeface="Calibri"/>
                        </a:rPr>
                        <a:t>và</a:t>
                      </a:r>
                      <a:endParaRPr sz="2200">
                        <a:latin typeface="Calibri"/>
                        <a:cs typeface="Calibri"/>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685800">
                <a:tc>
                  <a:txBody>
                    <a:bodyPr/>
                    <a:lstStyle/>
                    <a:p>
                      <a:pPr algn="ctr">
                        <a:lnSpc>
                          <a:spcPct val="100000"/>
                        </a:lnSpc>
                        <a:spcBef>
                          <a:spcPts val="1245"/>
                        </a:spcBef>
                      </a:pPr>
                      <a:r>
                        <a:rPr sz="2200" b="1" spc="-50" dirty="0">
                          <a:latin typeface="Calibri"/>
                          <a:cs typeface="Calibri"/>
                        </a:rPr>
                        <a:t>1</a:t>
                      </a:r>
                      <a:endParaRPr sz="2200">
                        <a:latin typeface="Calibri"/>
                        <a:cs typeface="Calibri"/>
                      </a:endParaRPr>
                    </a:p>
                  </a:txBody>
                  <a:tcPr marL="0" marR="0" marT="158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245"/>
                        </a:spcBef>
                      </a:pPr>
                      <a:r>
                        <a:rPr sz="2200" b="1" spc="-50" dirty="0">
                          <a:latin typeface="Calibri"/>
                          <a:cs typeface="Calibri"/>
                        </a:rPr>
                        <a:t>1</a:t>
                      </a:r>
                      <a:endParaRPr sz="2200">
                        <a:latin typeface="Calibri"/>
                        <a:cs typeface="Calibri"/>
                      </a:endParaRPr>
                    </a:p>
                  </a:txBody>
                  <a:tcPr marL="0" marR="0" marT="158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265"/>
                        </a:spcBef>
                      </a:pPr>
                      <a:r>
                        <a:rPr sz="2200" spc="-50" dirty="0">
                          <a:latin typeface="Calibri"/>
                          <a:cs typeface="Calibri"/>
                        </a:rPr>
                        <a:t>1</a:t>
                      </a:r>
                      <a:endParaRPr sz="2200">
                        <a:latin typeface="Calibri"/>
                        <a:cs typeface="Calibri"/>
                      </a:endParaRPr>
                    </a:p>
                  </a:txBody>
                  <a:tcPr marL="0" marR="0" marT="160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685165">
                <a:tc>
                  <a:txBody>
                    <a:bodyPr/>
                    <a:lstStyle/>
                    <a:p>
                      <a:pPr algn="ctr">
                        <a:lnSpc>
                          <a:spcPct val="100000"/>
                        </a:lnSpc>
                        <a:spcBef>
                          <a:spcPts val="1250"/>
                        </a:spcBef>
                      </a:pPr>
                      <a:r>
                        <a:rPr sz="2200" b="1" spc="-50" dirty="0">
                          <a:latin typeface="Calibri"/>
                          <a:cs typeface="Calibri"/>
                        </a:rPr>
                        <a:t>1</a:t>
                      </a:r>
                      <a:endParaRPr sz="2200">
                        <a:latin typeface="Calibri"/>
                        <a:cs typeface="Calibri"/>
                      </a:endParaRPr>
                    </a:p>
                  </a:txBody>
                  <a:tcPr marL="0" marR="0" marT="158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250"/>
                        </a:spcBef>
                      </a:pPr>
                      <a:r>
                        <a:rPr sz="2200" b="1" spc="-50" dirty="0">
                          <a:latin typeface="Calibri"/>
                          <a:cs typeface="Calibri"/>
                        </a:rPr>
                        <a:t>0</a:t>
                      </a:r>
                      <a:endParaRPr sz="2200">
                        <a:latin typeface="Calibri"/>
                        <a:cs typeface="Calibri"/>
                      </a:endParaRPr>
                    </a:p>
                  </a:txBody>
                  <a:tcPr marL="0" marR="0" marT="158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265"/>
                        </a:spcBef>
                      </a:pPr>
                      <a:r>
                        <a:rPr sz="2200" spc="-50" dirty="0">
                          <a:latin typeface="Calibri"/>
                          <a:cs typeface="Calibri"/>
                        </a:rPr>
                        <a:t>0</a:t>
                      </a:r>
                      <a:endParaRPr sz="2200">
                        <a:latin typeface="Calibri"/>
                        <a:cs typeface="Calibri"/>
                      </a:endParaRPr>
                    </a:p>
                  </a:txBody>
                  <a:tcPr marL="0" marR="0" marT="160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685800">
                <a:tc>
                  <a:txBody>
                    <a:bodyPr/>
                    <a:lstStyle/>
                    <a:p>
                      <a:pPr algn="ctr">
                        <a:lnSpc>
                          <a:spcPct val="100000"/>
                        </a:lnSpc>
                        <a:spcBef>
                          <a:spcPts val="1250"/>
                        </a:spcBef>
                      </a:pPr>
                      <a:r>
                        <a:rPr sz="2200" b="1" spc="-50" dirty="0">
                          <a:latin typeface="Calibri"/>
                          <a:cs typeface="Calibri"/>
                        </a:rPr>
                        <a:t>0</a:t>
                      </a:r>
                      <a:endParaRPr sz="2200">
                        <a:latin typeface="Calibri"/>
                        <a:cs typeface="Calibri"/>
                      </a:endParaRPr>
                    </a:p>
                  </a:txBody>
                  <a:tcPr marL="0" marR="0" marT="158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250"/>
                        </a:spcBef>
                      </a:pPr>
                      <a:r>
                        <a:rPr sz="2200" b="1" spc="-50" dirty="0">
                          <a:latin typeface="Calibri"/>
                          <a:cs typeface="Calibri"/>
                        </a:rPr>
                        <a:t>1</a:t>
                      </a:r>
                      <a:endParaRPr sz="2200">
                        <a:latin typeface="Calibri"/>
                        <a:cs typeface="Calibri"/>
                      </a:endParaRPr>
                    </a:p>
                  </a:txBody>
                  <a:tcPr marL="0" marR="0" marT="158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270"/>
                        </a:spcBef>
                      </a:pPr>
                      <a:r>
                        <a:rPr sz="2200" spc="-50" dirty="0">
                          <a:latin typeface="Calibri"/>
                          <a:cs typeface="Calibri"/>
                        </a:rPr>
                        <a:t>0</a:t>
                      </a:r>
                      <a:endParaRPr sz="2200">
                        <a:latin typeface="Calibri"/>
                        <a:cs typeface="Calibri"/>
                      </a:endParaRPr>
                    </a:p>
                  </a:txBody>
                  <a:tcPr marL="0" marR="0" marT="1612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685800">
                <a:tc>
                  <a:txBody>
                    <a:bodyPr/>
                    <a:lstStyle/>
                    <a:p>
                      <a:pPr algn="ctr">
                        <a:lnSpc>
                          <a:spcPct val="100000"/>
                        </a:lnSpc>
                        <a:spcBef>
                          <a:spcPts val="1250"/>
                        </a:spcBef>
                      </a:pPr>
                      <a:r>
                        <a:rPr sz="2200" b="1" spc="-50" dirty="0">
                          <a:latin typeface="Calibri"/>
                          <a:cs typeface="Calibri"/>
                        </a:rPr>
                        <a:t>0</a:t>
                      </a:r>
                      <a:endParaRPr sz="2200">
                        <a:latin typeface="Calibri"/>
                        <a:cs typeface="Calibri"/>
                      </a:endParaRPr>
                    </a:p>
                  </a:txBody>
                  <a:tcPr marL="0" marR="0" marT="158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250"/>
                        </a:spcBef>
                      </a:pPr>
                      <a:r>
                        <a:rPr sz="2200" b="1" spc="-50" dirty="0">
                          <a:latin typeface="Calibri"/>
                          <a:cs typeface="Calibri"/>
                        </a:rPr>
                        <a:t>0</a:t>
                      </a:r>
                      <a:endParaRPr sz="2200">
                        <a:latin typeface="Calibri"/>
                        <a:cs typeface="Calibri"/>
                      </a:endParaRPr>
                    </a:p>
                  </a:txBody>
                  <a:tcPr marL="0" marR="0" marT="158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270"/>
                        </a:spcBef>
                      </a:pPr>
                      <a:r>
                        <a:rPr sz="2200" spc="-50" dirty="0">
                          <a:latin typeface="Calibri"/>
                          <a:cs typeface="Calibri"/>
                        </a:rPr>
                        <a:t>0</a:t>
                      </a:r>
                      <a:endParaRPr sz="2200">
                        <a:latin typeface="Calibri"/>
                        <a:cs typeface="Calibri"/>
                      </a:endParaRPr>
                    </a:p>
                  </a:txBody>
                  <a:tcPr marL="0" marR="0" marT="1612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bl>
          </a:graphicData>
        </a:graphic>
      </p:graphicFrame>
      <p:sp>
        <p:nvSpPr>
          <p:cNvPr id="6" name="object 6"/>
          <p:cNvSpPr/>
          <p:nvPr/>
        </p:nvSpPr>
        <p:spPr>
          <a:xfrm>
            <a:off x="534162" y="2547111"/>
            <a:ext cx="1981200" cy="1416050"/>
          </a:xfrm>
          <a:custGeom>
            <a:avLst/>
            <a:gdLst/>
            <a:ahLst/>
            <a:cxnLst/>
            <a:rect l="l" t="t" r="r" b="b"/>
            <a:pathLst>
              <a:path w="1981200" h="1416050">
                <a:moveTo>
                  <a:pt x="0" y="425450"/>
                </a:moveTo>
                <a:lnTo>
                  <a:pt x="1155700" y="425450"/>
                </a:lnTo>
                <a:lnTo>
                  <a:pt x="1961388" y="0"/>
                </a:lnTo>
                <a:lnTo>
                  <a:pt x="1651000" y="425450"/>
                </a:lnTo>
                <a:lnTo>
                  <a:pt x="1981200" y="425450"/>
                </a:lnTo>
                <a:lnTo>
                  <a:pt x="1981200" y="590550"/>
                </a:lnTo>
                <a:lnTo>
                  <a:pt x="1981200" y="838200"/>
                </a:lnTo>
                <a:lnTo>
                  <a:pt x="1981200" y="1416050"/>
                </a:lnTo>
                <a:lnTo>
                  <a:pt x="1651000" y="1416050"/>
                </a:lnTo>
                <a:lnTo>
                  <a:pt x="1155700" y="1416050"/>
                </a:lnTo>
                <a:lnTo>
                  <a:pt x="0" y="1416050"/>
                </a:lnTo>
                <a:lnTo>
                  <a:pt x="0" y="838200"/>
                </a:lnTo>
                <a:lnTo>
                  <a:pt x="0" y="590550"/>
                </a:lnTo>
                <a:lnTo>
                  <a:pt x="0" y="425450"/>
                </a:lnTo>
                <a:close/>
              </a:path>
            </a:pathLst>
          </a:custGeom>
          <a:ln w="25908">
            <a:solidFill>
              <a:srgbClr val="000000"/>
            </a:solidFill>
          </a:ln>
        </p:spPr>
        <p:txBody>
          <a:bodyPr wrap="square" lIns="0" tIns="0" rIns="0" bIns="0" rtlCol="0"/>
          <a:lstStyle/>
          <a:p>
            <a:endParaRPr/>
          </a:p>
        </p:txBody>
      </p:sp>
      <p:sp>
        <p:nvSpPr>
          <p:cNvPr id="7" name="object 7"/>
          <p:cNvSpPr txBox="1"/>
          <p:nvPr/>
        </p:nvSpPr>
        <p:spPr>
          <a:xfrm>
            <a:off x="710590" y="3028315"/>
            <a:ext cx="1624965" cy="577215"/>
          </a:xfrm>
          <a:prstGeom prst="rect">
            <a:avLst/>
          </a:prstGeom>
        </p:spPr>
        <p:txBody>
          <a:bodyPr vert="horz" wrap="square" lIns="0" tIns="12700" rIns="0" bIns="0" rtlCol="0">
            <a:spAutoFit/>
          </a:bodyPr>
          <a:lstStyle/>
          <a:p>
            <a:pPr algn="ctr">
              <a:lnSpc>
                <a:spcPct val="100000"/>
              </a:lnSpc>
              <a:spcBef>
                <a:spcPts val="100"/>
              </a:spcBef>
            </a:pPr>
            <a:r>
              <a:rPr sz="1800" dirty="0">
                <a:latin typeface="Calibri"/>
                <a:cs typeface="Calibri"/>
              </a:rPr>
              <a:t>Bảng</a:t>
            </a:r>
            <a:r>
              <a:rPr sz="1800" spc="-35" dirty="0">
                <a:latin typeface="Calibri"/>
                <a:cs typeface="Calibri"/>
              </a:rPr>
              <a:t> </a:t>
            </a:r>
            <a:r>
              <a:rPr sz="1800" dirty="0">
                <a:latin typeface="Calibri"/>
                <a:cs typeface="Calibri"/>
              </a:rPr>
              <a:t>chân trị</a:t>
            </a:r>
            <a:r>
              <a:rPr sz="1800" spc="-30" dirty="0">
                <a:latin typeface="Calibri"/>
                <a:cs typeface="Calibri"/>
              </a:rPr>
              <a:t> </a:t>
            </a:r>
            <a:r>
              <a:rPr sz="1800" spc="-25" dirty="0">
                <a:latin typeface="Calibri"/>
                <a:cs typeface="Calibri"/>
              </a:rPr>
              <a:t>của</a:t>
            </a:r>
            <a:endParaRPr sz="1800">
              <a:latin typeface="Calibri"/>
              <a:cs typeface="Calibri"/>
            </a:endParaRPr>
          </a:p>
          <a:p>
            <a:pPr marL="53340" algn="ctr">
              <a:lnSpc>
                <a:spcPct val="100000"/>
              </a:lnSpc>
              <a:spcBef>
                <a:spcPts val="20"/>
              </a:spcBef>
            </a:pPr>
            <a:r>
              <a:rPr sz="1800" b="1" dirty="0">
                <a:solidFill>
                  <a:srgbClr val="FF0000"/>
                </a:solidFill>
                <a:latin typeface="Calibri"/>
                <a:cs typeface="Calibri"/>
              </a:rPr>
              <a:t>p</a:t>
            </a:r>
            <a:r>
              <a:rPr sz="1800" b="1" spc="-5" dirty="0">
                <a:solidFill>
                  <a:srgbClr val="FF0000"/>
                </a:solidFill>
                <a:latin typeface="Calibri"/>
                <a:cs typeface="Calibri"/>
              </a:rPr>
              <a:t> </a:t>
            </a:r>
            <a:r>
              <a:rPr sz="1800" dirty="0">
                <a:solidFill>
                  <a:srgbClr val="FF0000"/>
                </a:solidFill>
                <a:latin typeface="Symbol"/>
                <a:cs typeface="Symbol"/>
              </a:rPr>
              <a:t></a:t>
            </a:r>
            <a:r>
              <a:rPr sz="1800" spc="-45" dirty="0">
                <a:solidFill>
                  <a:srgbClr val="FF0000"/>
                </a:solidFill>
                <a:latin typeface="Times New Roman"/>
                <a:cs typeface="Times New Roman"/>
              </a:rPr>
              <a:t> </a:t>
            </a:r>
            <a:r>
              <a:rPr sz="1800" b="1" spc="-50" dirty="0">
                <a:solidFill>
                  <a:srgbClr val="FF0000"/>
                </a:solidFill>
                <a:latin typeface="Calibri"/>
                <a:cs typeface="Calibri"/>
              </a:rPr>
              <a:t>q</a:t>
            </a:r>
            <a:endParaRPr sz="180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291439"/>
            <a:ext cx="6892290" cy="5296535"/>
          </a:xfrm>
          <a:prstGeom prst="rect">
            <a:avLst/>
          </a:prstGeom>
        </p:spPr>
        <p:txBody>
          <a:bodyPr vert="horz" wrap="square" lIns="0" tIns="109855" rIns="0" bIns="0" rtlCol="0">
            <a:spAutoFit/>
          </a:bodyPr>
          <a:lstStyle/>
          <a:p>
            <a:pPr marL="12700">
              <a:lnSpc>
                <a:spcPct val="100000"/>
              </a:lnSpc>
              <a:spcBef>
                <a:spcPts val="865"/>
              </a:spcBef>
            </a:pPr>
            <a:r>
              <a:rPr sz="3200" b="1" dirty="0">
                <a:latin typeface="Calibri"/>
                <a:cs typeface="Calibri"/>
              </a:rPr>
              <a:t>Ví</a:t>
            </a:r>
            <a:r>
              <a:rPr sz="3200" b="1" spc="-10" dirty="0">
                <a:latin typeface="Calibri"/>
                <a:cs typeface="Calibri"/>
              </a:rPr>
              <a:t> </a:t>
            </a:r>
            <a:r>
              <a:rPr sz="3200" b="1" dirty="0">
                <a:latin typeface="Calibri"/>
                <a:cs typeface="Calibri"/>
              </a:rPr>
              <a:t>dụ</a:t>
            </a:r>
            <a:r>
              <a:rPr sz="3200" b="1" spc="-15" dirty="0">
                <a:latin typeface="Calibri"/>
                <a:cs typeface="Calibri"/>
              </a:rPr>
              <a:t> </a:t>
            </a:r>
            <a:r>
              <a:rPr sz="3200" b="1" spc="-50" dirty="0">
                <a:latin typeface="Calibri"/>
                <a:cs typeface="Calibri"/>
              </a:rPr>
              <a:t>:</a:t>
            </a:r>
            <a:endParaRPr sz="3200">
              <a:latin typeface="Calibri"/>
              <a:cs typeface="Calibri"/>
            </a:endParaRPr>
          </a:p>
          <a:p>
            <a:pPr marL="525780" indent="-513080">
              <a:lnSpc>
                <a:spcPct val="100000"/>
              </a:lnSpc>
              <a:spcBef>
                <a:spcPts val="770"/>
              </a:spcBef>
              <a:buAutoNum type="arabicParenR"/>
              <a:tabLst>
                <a:tab pos="525780" algn="l"/>
              </a:tabLst>
            </a:pPr>
            <a:r>
              <a:rPr sz="3200" dirty="0">
                <a:latin typeface="Calibri"/>
                <a:cs typeface="Calibri"/>
              </a:rPr>
              <a:t>p</a:t>
            </a:r>
            <a:r>
              <a:rPr sz="3200" spc="-5"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1</a:t>
            </a:r>
            <a:r>
              <a:rPr sz="3200" spc="-15" dirty="0">
                <a:latin typeface="Calibri"/>
                <a:cs typeface="Calibri"/>
              </a:rPr>
              <a:t> </a:t>
            </a:r>
            <a:r>
              <a:rPr sz="3200" dirty="0">
                <a:latin typeface="Calibri"/>
                <a:cs typeface="Calibri"/>
              </a:rPr>
              <a:t>+</a:t>
            </a:r>
            <a:r>
              <a:rPr sz="3200" spc="-10" dirty="0">
                <a:latin typeface="Calibri"/>
                <a:cs typeface="Calibri"/>
              </a:rPr>
              <a:t> </a:t>
            </a:r>
            <a:r>
              <a:rPr sz="3200" dirty="0">
                <a:latin typeface="Calibri"/>
                <a:cs typeface="Calibri"/>
              </a:rPr>
              <a:t>2</a:t>
            </a:r>
            <a:r>
              <a:rPr sz="3200" spc="-15" dirty="0">
                <a:latin typeface="Calibri"/>
                <a:cs typeface="Calibri"/>
              </a:rPr>
              <a:t> </a:t>
            </a:r>
            <a:r>
              <a:rPr sz="3200" dirty="0">
                <a:latin typeface="Calibri"/>
                <a:cs typeface="Calibri"/>
              </a:rPr>
              <a:t>=</a:t>
            </a:r>
            <a:r>
              <a:rPr sz="3200" spc="-5" dirty="0">
                <a:latin typeface="Calibri"/>
                <a:cs typeface="Calibri"/>
              </a:rPr>
              <a:t> </a:t>
            </a:r>
            <a:r>
              <a:rPr sz="3200" spc="-25" dirty="0">
                <a:latin typeface="Calibri"/>
                <a:cs typeface="Calibri"/>
              </a:rPr>
              <a:t>3,</a:t>
            </a:r>
            <a:endParaRPr sz="3200">
              <a:latin typeface="Calibri"/>
              <a:cs typeface="Calibri"/>
            </a:endParaRPr>
          </a:p>
          <a:p>
            <a:pPr marL="568960">
              <a:lnSpc>
                <a:spcPct val="100000"/>
              </a:lnSpc>
              <a:spcBef>
                <a:spcPts val="765"/>
              </a:spcBef>
            </a:pPr>
            <a:r>
              <a:rPr sz="3200" dirty="0">
                <a:latin typeface="Calibri"/>
                <a:cs typeface="Calibri"/>
              </a:rPr>
              <a:t>q</a:t>
            </a:r>
            <a:r>
              <a:rPr sz="3200" spc="-15" dirty="0">
                <a:latin typeface="Calibri"/>
                <a:cs typeface="Calibri"/>
              </a:rPr>
              <a:t> </a:t>
            </a:r>
            <a:r>
              <a:rPr sz="3200" dirty="0">
                <a:latin typeface="Calibri"/>
                <a:cs typeface="Calibri"/>
              </a:rPr>
              <a:t>:</a:t>
            </a:r>
            <a:r>
              <a:rPr sz="3200" spc="5" dirty="0">
                <a:latin typeface="Calibri"/>
                <a:cs typeface="Calibri"/>
              </a:rPr>
              <a:t> </a:t>
            </a:r>
            <a:r>
              <a:rPr sz="3200" dirty="0">
                <a:latin typeface="Calibri"/>
                <a:cs typeface="Calibri"/>
              </a:rPr>
              <a:t>3</a:t>
            </a:r>
            <a:r>
              <a:rPr sz="3200" spc="-10" dirty="0">
                <a:latin typeface="Calibri"/>
                <a:cs typeface="Calibri"/>
              </a:rPr>
              <a:t> </a:t>
            </a:r>
            <a:r>
              <a:rPr sz="3200" dirty="0">
                <a:latin typeface="Calibri"/>
                <a:cs typeface="Calibri"/>
              </a:rPr>
              <a:t>là</a:t>
            </a:r>
            <a:r>
              <a:rPr sz="3200" spc="-10" dirty="0">
                <a:latin typeface="Calibri"/>
                <a:cs typeface="Calibri"/>
              </a:rPr>
              <a:t> </a:t>
            </a:r>
            <a:r>
              <a:rPr sz="3200" dirty="0">
                <a:latin typeface="Calibri"/>
                <a:cs typeface="Calibri"/>
              </a:rPr>
              <a:t>số</a:t>
            </a:r>
            <a:r>
              <a:rPr sz="3200" spc="-10" dirty="0">
                <a:latin typeface="Calibri"/>
                <a:cs typeface="Calibri"/>
              </a:rPr>
              <a:t> </a:t>
            </a:r>
            <a:r>
              <a:rPr sz="3200" spc="-25" dirty="0">
                <a:latin typeface="Calibri"/>
                <a:cs typeface="Calibri"/>
              </a:rPr>
              <a:t>lẻ,</a:t>
            </a:r>
            <a:endParaRPr sz="3200">
              <a:latin typeface="Calibri"/>
              <a:cs typeface="Calibri"/>
            </a:endParaRPr>
          </a:p>
          <a:p>
            <a:pPr marL="477520">
              <a:lnSpc>
                <a:spcPct val="100000"/>
              </a:lnSpc>
              <a:spcBef>
                <a:spcPts val="795"/>
              </a:spcBef>
            </a:pPr>
            <a:r>
              <a:rPr sz="3200" spc="-40" dirty="0">
                <a:latin typeface="Symbol"/>
                <a:cs typeface="Symbol"/>
              </a:rPr>
              <a:t></a:t>
            </a:r>
            <a:r>
              <a:rPr sz="3200" spc="-365" dirty="0">
                <a:latin typeface="Times New Roman"/>
                <a:cs typeface="Times New Roman"/>
              </a:rPr>
              <a:t> </a:t>
            </a:r>
            <a:r>
              <a:rPr sz="3200" dirty="0">
                <a:latin typeface="Calibri"/>
                <a:cs typeface="Calibri"/>
              </a:rPr>
              <a:t>p</a:t>
            </a:r>
            <a:r>
              <a:rPr sz="3200" spc="-30"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Calibri"/>
                <a:cs typeface="Calibri"/>
              </a:rPr>
              <a:t>q</a:t>
            </a:r>
            <a:r>
              <a:rPr sz="3200" spc="-25" dirty="0">
                <a:latin typeface="Calibri"/>
                <a:cs typeface="Calibri"/>
              </a:rPr>
              <a:t> </a:t>
            </a:r>
            <a:r>
              <a:rPr sz="3200" dirty="0">
                <a:latin typeface="Calibri"/>
                <a:cs typeface="Calibri"/>
              </a:rPr>
              <a:t>có</a:t>
            </a:r>
            <a:r>
              <a:rPr sz="3200" spc="-35" dirty="0">
                <a:latin typeface="Calibri"/>
                <a:cs typeface="Calibri"/>
              </a:rPr>
              <a:t> </a:t>
            </a:r>
            <a:r>
              <a:rPr sz="3200" dirty="0">
                <a:latin typeface="Calibri"/>
                <a:cs typeface="Calibri"/>
              </a:rPr>
              <a:t>chân trị</a:t>
            </a:r>
            <a:r>
              <a:rPr sz="3200" spc="-35" dirty="0">
                <a:latin typeface="Calibri"/>
                <a:cs typeface="Calibri"/>
              </a:rPr>
              <a:t> </a:t>
            </a:r>
            <a:r>
              <a:rPr sz="3200" spc="-10" dirty="0">
                <a:latin typeface="Calibri"/>
                <a:cs typeface="Calibri"/>
              </a:rPr>
              <a:t>đúng.</a:t>
            </a:r>
            <a:endParaRPr sz="3200">
              <a:latin typeface="Calibri"/>
              <a:cs typeface="Calibri"/>
            </a:endParaRPr>
          </a:p>
          <a:p>
            <a:pPr marL="477520">
              <a:lnSpc>
                <a:spcPct val="100000"/>
              </a:lnSpc>
              <a:spcBef>
                <a:spcPts val="770"/>
              </a:spcBef>
            </a:pPr>
            <a:r>
              <a:rPr sz="3200" dirty="0">
                <a:latin typeface="Calibri"/>
                <a:cs typeface="Calibri"/>
              </a:rPr>
              <a:t>(p</a:t>
            </a:r>
            <a:r>
              <a:rPr sz="3200" spc="-25" dirty="0">
                <a:latin typeface="Calibri"/>
                <a:cs typeface="Calibri"/>
              </a:rPr>
              <a:t> </a:t>
            </a:r>
            <a:r>
              <a:rPr sz="3200" dirty="0">
                <a:latin typeface="Symbol"/>
                <a:cs typeface="Symbol"/>
              </a:rPr>
              <a:t></a:t>
            </a:r>
            <a:r>
              <a:rPr sz="3200" spc="-114" dirty="0">
                <a:latin typeface="Times New Roman"/>
                <a:cs typeface="Times New Roman"/>
              </a:rPr>
              <a:t> </a:t>
            </a:r>
            <a:r>
              <a:rPr sz="3200" dirty="0">
                <a:latin typeface="Calibri"/>
                <a:cs typeface="Calibri"/>
              </a:rPr>
              <a:t>q</a:t>
            </a:r>
            <a:r>
              <a:rPr sz="3200" spc="-20" dirty="0">
                <a:latin typeface="Calibri"/>
                <a:cs typeface="Calibri"/>
              </a:rPr>
              <a:t> </a:t>
            </a:r>
            <a:r>
              <a:rPr sz="3200" dirty="0">
                <a:latin typeface="Symbol"/>
                <a:cs typeface="Symbol"/>
              </a:rPr>
              <a:t></a:t>
            </a:r>
            <a:r>
              <a:rPr sz="3200" spc="-105" dirty="0">
                <a:latin typeface="Times New Roman"/>
                <a:cs typeface="Times New Roman"/>
              </a:rPr>
              <a:t> </a:t>
            </a:r>
            <a:r>
              <a:rPr sz="3200" dirty="0">
                <a:latin typeface="Calibri"/>
                <a:cs typeface="Calibri"/>
              </a:rPr>
              <a:t>mệnh</a:t>
            </a:r>
            <a:r>
              <a:rPr sz="3200" spc="-15" dirty="0">
                <a:latin typeface="Calibri"/>
                <a:cs typeface="Calibri"/>
              </a:rPr>
              <a:t> </a:t>
            </a:r>
            <a:r>
              <a:rPr sz="3200" dirty="0">
                <a:latin typeface="Calibri"/>
                <a:cs typeface="Calibri"/>
              </a:rPr>
              <a:t>đề</a:t>
            </a:r>
            <a:r>
              <a:rPr sz="3200" spc="-30" dirty="0">
                <a:latin typeface="Calibri"/>
                <a:cs typeface="Calibri"/>
              </a:rPr>
              <a:t> </a:t>
            </a:r>
            <a:r>
              <a:rPr sz="3200" dirty="0">
                <a:latin typeface="Calibri"/>
                <a:cs typeface="Calibri"/>
              </a:rPr>
              <a:t>1+2</a:t>
            </a:r>
            <a:r>
              <a:rPr sz="3200" spc="-20"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3</a:t>
            </a:r>
            <a:r>
              <a:rPr sz="3200" spc="-20" dirty="0">
                <a:latin typeface="Calibri"/>
                <a:cs typeface="Calibri"/>
              </a:rPr>
              <a:t> </a:t>
            </a:r>
            <a:r>
              <a:rPr sz="3200" b="1" dirty="0">
                <a:latin typeface="Calibri"/>
                <a:cs typeface="Calibri"/>
              </a:rPr>
              <a:t>và</a:t>
            </a:r>
            <a:r>
              <a:rPr sz="3200" b="1" spc="-30" dirty="0">
                <a:latin typeface="Calibri"/>
                <a:cs typeface="Calibri"/>
              </a:rPr>
              <a:t> </a:t>
            </a:r>
            <a:r>
              <a:rPr sz="3200" dirty="0">
                <a:latin typeface="Calibri"/>
                <a:cs typeface="Calibri"/>
              </a:rPr>
              <a:t>3</a:t>
            </a:r>
            <a:r>
              <a:rPr sz="3200" spc="-30" dirty="0">
                <a:latin typeface="Calibri"/>
                <a:cs typeface="Calibri"/>
              </a:rPr>
              <a:t> </a:t>
            </a:r>
            <a:r>
              <a:rPr sz="3200" dirty="0">
                <a:latin typeface="Calibri"/>
                <a:cs typeface="Calibri"/>
              </a:rPr>
              <a:t>là</a:t>
            </a:r>
            <a:r>
              <a:rPr sz="3200" spc="-25" dirty="0">
                <a:latin typeface="Calibri"/>
                <a:cs typeface="Calibri"/>
              </a:rPr>
              <a:t> </a:t>
            </a:r>
            <a:r>
              <a:rPr sz="3200" dirty="0">
                <a:latin typeface="Calibri"/>
                <a:cs typeface="Calibri"/>
              </a:rPr>
              <a:t>số</a:t>
            </a:r>
            <a:r>
              <a:rPr sz="3200" spc="-20" dirty="0">
                <a:latin typeface="Calibri"/>
                <a:cs typeface="Calibri"/>
              </a:rPr>
              <a:t> lẻ.)</a:t>
            </a:r>
            <a:endParaRPr sz="3200">
              <a:latin typeface="Calibri"/>
              <a:cs typeface="Calibri"/>
            </a:endParaRPr>
          </a:p>
          <a:p>
            <a:pPr>
              <a:lnSpc>
                <a:spcPct val="100000"/>
              </a:lnSpc>
              <a:spcBef>
                <a:spcPts val="680"/>
              </a:spcBef>
            </a:pPr>
            <a:endParaRPr sz="3200">
              <a:latin typeface="Calibri"/>
              <a:cs typeface="Calibri"/>
            </a:endParaRPr>
          </a:p>
          <a:p>
            <a:pPr marL="527685" marR="2955925" indent="-515620">
              <a:lnSpc>
                <a:spcPct val="120000"/>
              </a:lnSpc>
              <a:buAutoNum type="arabicParenR" startAt="2"/>
              <a:tabLst>
                <a:tab pos="564515" algn="l"/>
              </a:tabLst>
            </a:pPr>
            <a:r>
              <a:rPr sz="3200" dirty="0">
                <a:latin typeface="Calibri"/>
                <a:cs typeface="Calibri"/>
              </a:rPr>
              <a:t>p</a:t>
            </a:r>
            <a:r>
              <a:rPr sz="3200" spc="-35"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7</a:t>
            </a:r>
            <a:r>
              <a:rPr sz="3200" spc="-25" dirty="0">
                <a:latin typeface="Calibri"/>
                <a:cs typeface="Calibri"/>
              </a:rPr>
              <a:t> </a:t>
            </a:r>
            <a:r>
              <a:rPr sz="3200" dirty="0">
                <a:latin typeface="Calibri"/>
                <a:cs typeface="Calibri"/>
              </a:rPr>
              <a:t>là</a:t>
            </a:r>
            <a:r>
              <a:rPr sz="3200" spc="-30" dirty="0">
                <a:latin typeface="Calibri"/>
                <a:cs typeface="Calibri"/>
              </a:rPr>
              <a:t> </a:t>
            </a:r>
            <a:r>
              <a:rPr sz="3200" dirty="0">
                <a:latin typeface="Calibri"/>
                <a:cs typeface="Calibri"/>
              </a:rPr>
              <a:t>số</a:t>
            </a:r>
            <a:r>
              <a:rPr sz="3200" spc="-35" dirty="0">
                <a:latin typeface="Calibri"/>
                <a:cs typeface="Calibri"/>
              </a:rPr>
              <a:t> </a:t>
            </a:r>
            <a:r>
              <a:rPr sz="3200" dirty="0">
                <a:latin typeface="Calibri"/>
                <a:cs typeface="Calibri"/>
              </a:rPr>
              <a:t>nguyên</a:t>
            </a:r>
            <a:r>
              <a:rPr sz="3200" spc="-15" dirty="0">
                <a:latin typeface="Calibri"/>
                <a:cs typeface="Calibri"/>
              </a:rPr>
              <a:t> </a:t>
            </a:r>
            <a:r>
              <a:rPr sz="3200" spc="-25" dirty="0">
                <a:latin typeface="Calibri"/>
                <a:cs typeface="Calibri"/>
              </a:rPr>
              <a:t>tố, 	</a:t>
            </a:r>
            <a:r>
              <a:rPr sz="3200" dirty="0">
                <a:latin typeface="Calibri"/>
                <a:cs typeface="Calibri"/>
              </a:rPr>
              <a:t>q</a:t>
            </a:r>
            <a:r>
              <a:rPr sz="3200" spc="-5" dirty="0">
                <a:latin typeface="Calibri"/>
                <a:cs typeface="Calibri"/>
              </a:rPr>
              <a:t> </a:t>
            </a:r>
            <a:r>
              <a:rPr sz="3200" dirty="0">
                <a:latin typeface="Calibri"/>
                <a:cs typeface="Calibri"/>
              </a:rPr>
              <a:t>:</a:t>
            </a:r>
            <a:r>
              <a:rPr sz="3200" spc="-10" dirty="0">
                <a:latin typeface="Calibri"/>
                <a:cs typeface="Calibri"/>
              </a:rPr>
              <a:t> </a:t>
            </a:r>
            <a:r>
              <a:rPr sz="3200" dirty="0">
                <a:latin typeface="Calibri"/>
                <a:cs typeface="Calibri"/>
              </a:rPr>
              <a:t>4</a:t>
            </a:r>
            <a:r>
              <a:rPr sz="3200" spc="-10" dirty="0">
                <a:latin typeface="Calibri"/>
                <a:cs typeface="Calibri"/>
              </a:rPr>
              <a:t> </a:t>
            </a:r>
            <a:r>
              <a:rPr sz="3200" dirty="0">
                <a:latin typeface="Calibri"/>
                <a:cs typeface="Calibri"/>
              </a:rPr>
              <a:t>là</a:t>
            </a:r>
            <a:r>
              <a:rPr sz="3200" spc="-10" dirty="0">
                <a:latin typeface="Calibri"/>
                <a:cs typeface="Calibri"/>
              </a:rPr>
              <a:t> </a:t>
            </a:r>
            <a:r>
              <a:rPr sz="3200" dirty="0">
                <a:latin typeface="Calibri"/>
                <a:cs typeface="Calibri"/>
              </a:rPr>
              <a:t>số</a:t>
            </a:r>
            <a:r>
              <a:rPr sz="3200" spc="-10" dirty="0">
                <a:latin typeface="Calibri"/>
                <a:cs typeface="Calibri"/>
              </a:rPr>
              <a:t> </a:t>
            </a:r>
            <a:r>
              <a:rPr sz="3200" spc="-25" dirty="0">
                <a:latin typeface="Calibri"/>
                <a:cs typeface="Calibri"/>
              </a:rPr>
              <a:t>lẻ,</a:t>
            </a:r>
            <a:endParaRPr sz="3200">
              <a:latin typeface="Calibri"/>
              <a:cs typeface="Calibri"/>
            </a:endParaRPr>
          </a:p>
          <a:p>
            <a:pPr marL="473075">
              <a:lnSpc>
                <a:spcPct val="100000"/>
              </a:lnSpc>
              <a:spcBef>
                <a:spcPts val="795"/>
              </a:spcBef>
            </a:pPr>
            <a:r>
              <a:rPr sz="3200" dirty="0">
                <a:latin typeface="Symbol"/>
                <a:cs typeface="Symbol"/>
              </a:rPr>
              <a:t></a:t>
            </a:r>
            <a:r>
              <a:rPr sz="3200" spc="-100" dirty="0">
                <a:latin typeface="Times New Roman"/>
                <a:cs typeface="Times New Roman"/>
              </a:rPr>
              <a:t> </a:t>
            </a:r>
            <a:r>
              <a:rPr sz="3200" dirty="0">
                <a:latin typeface="Calibri"/>
                <a:cs typeface="Calibri"/>
              </a:rPr>
              <a:t>p</a:t>
            </a:r>
            <a:r>
              <a:rPr sz="3200" spc="-20" dirty="0">
                <a:latin typeface="Calibri"/>
                <a:cs typeface="Calibri"/>
              </a:rPr>
              <a:t> </a:t>
            </a:r>
            <a:r>
              <a:rPr sz="3200" dirty="0">
                <a:latin typeface="Symbol"/>
                <a:cs typeface="Symbol"/>
              </a:rPr>
              <a:t></a:t>
            </a:r>
            <a:r>
              <a:rPr sz="3200" spc="-105" dirty="0">
                <a:latin typeface="Times New Roman"/>
                <a:cs typeface="Times New Roman"/>
              </a:rPr>
              <a:t> </a:t>
            </a:r>
            <a:r>
              <a:rPr sz="3200" dirty="0">
                <a:latin typeface="Calibri"/>
                <a:cs typeface="Calibri"/>
              </a:rPr>
              <a:t>q</a:t>
            </a:r>
            <a:r>
              <a:rPr sz="3200" spc="-30" dirty="0">
                <a:latin typeface="Calibri"/>
                <a:cs typeface="Calibri"/>
              </a:rPr>
              <a:t> </a:t>
            </a:r>
            <a:r>
              <a:rPr sz="3200" dirty="0">
                <a:latin typeface="Calibri"/>
                <a:cs typeface="Calibri"/>
              </a:rPr>
              <a:t>có</a:t>
            </a:r>
            <a:r>
              <a:rPr sz="3200" spc="-40" dirty="0">
                <a:latin typeface="Calibri"/>
                <a:cs typeface="Calibri"/>
              </a:rPr>
              <a:t> </a:t>
            </a:r>
            <a:r>
              <a:rPr sz="3200" dirty="0">
                <a:latin typeface="Calibri"/>
                <a:cs typeface="Calibri"/>
              </a:rPr>
              <a:t>chân</a:t>
            </a:r>
            <a:r>
              <a:rPr sz="3200" spc="-10" dirty="0">
                <a:latin typeface="Calibri"/>
                <a:cs typeface="Calibri"/>
              </a:rPr>
              <a:t> </a:t>
            </a:r>
            <a:r>
              <a:rPr sz="3200" dirty="0">
                <a:latin typeface="Calibri"/>
                <a:cs typeface="Calibri"/>
              </a:rPr>
              <a:t>trị</a:t>
            </a:r>
            <a:r>
              <a:rPr sz="3200" spc="-35" dirty="0">
                <a:latin typeface="Calibri"/>
                <a:cs typeface="Calibri"/>
              </a:rPr>
              <a:t> </a:t>
            </a:r>
            <a:r>
              <a:rPr sz="3200" spc="-20" dirty="0">
                <a:latin typeface="Calibri"/>
                <a:cs typeface="Calibri"/>
              </a:rPr>
              <a:t>sai.</a:t>
            </a:r>
            <a:endParaRPr sz="320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235407"/>
            <a:ext cx="1691005" cy="514350"/>
          </a:xfrm>
          <a:prstGeom prst="rect">
            <a:avLst/>
          </a:prstGeom>
        </p:spPr>
        <p:txBody>
          <a:bodyPr vert="horz" wrap="square" lIns="0" tIns="13335" rIns="0" bIns="0" rtlCol="0">
            <a:spAutoFit/>
          </a:bodyPr>
          <a:lstStyle/>
          <a:p>
            <a:pPr marL="12700">
              <a:lnSpc>
                <a:spcPct val="100000"/>
              </a:lnSpc>
              <a:spcBef>
                <a:spcPts val="105"/>
              </a:spcBef>
            </a:pPr>
            <a:r>
              <a:rPr sz="3200" dirty="0"/>
              <a:t>b)</a:t>
            </a:r>
            <a:r>
              <a:rPr sz="3200" spc="-20" dirty="0"/>
              <a:t> </a:t>
            </a:r>
            <a:r>
              <a:rPr sz="3200" dirty="0"/>
              <a:t>Nối</a:t>
            </a:r>
            <a:r>
              <a:rPr sz="3200" spc="-15" dirty="0"/>
              <a:t> </a:t>
            </a:r>
            <a:r>
              <a:rPr sz="3200" spc="-20" dirty="0"/>
              <a:t>rời:</a:t>
            </a:r>
            <a:endParaRPr sz="3200"/>
          </a:p>
        </p:txBody>
      </p:sp>
      <p:graphicFrame>
        <p:nvGraphicFramePr>
          <p:cNvPr id="3" name="object 3"/>
          <p:cNvGraphicFramePr>
            <a:graphicFrameLocks noGrp="1"/>
          </p:cNvGraphicFramePr>
          <p:nvPr/>
        </p:nvGraphicFramePr>
        <p:xfrm>
          <a:off x="2127250" y="1746250"/>
          <a:ext cx="5792470" cy="3513455"/>
        </p:xfrm>
        <a:graphic>
          <a:graphicData uri="http://schemas.openxmlformats.org/drawingml/2006/table">
            <a:tbl>
              <a:tblPr firstRow="1" bandRow="1">
                <a:tableStyleId>{2D5ABB26-0587-4C30-8999-92F81FD0307C}</a:tableStyleId>
              </a:tblPr>
              <a:tblGrid>
                <a:gridCol w="1494790">
                  <a:extLst>
                    <a:ext uri="{9D8B030D-6E8A-4147-A177-3AD203B41FA5}">
                      <a16:colId xmlns:a16="http://schemas.microsoft.com/office/drawing/2014/main" val="20000"/>
                    </a:ext>
                  </a:extLst>
                </a:gridCol>
                <a:gridCol w="1494790">
                  <a:extLst>
                    <a:ext uri="{9D8B030D-6E8A-4147-A177-3AD203B41FA5}">
                      <a16:colId xmlns:a16="http://schemas.microsoft.com/office/drawing/2014/main" val="20001"/>
                    </a:ext>
                  </a:extLst>
                </a:gridCol>
                <a:gridCol w="2802890">
                  <a:extLst>
                    <a:ext uri="{9D8B030D-6E8A-4147-A177-3AD203B41FA5}">
                      <a16:colId xmlns:a16="http://schemas.microsoft.com/office/drawing/2014/main" val="20002"/>
                    </a:ext>
                  </a:extLst>
                </a:gridCol>
              </a:tblGrid>
              <a:tr h="770890">
                <a:tc>
                  <a:txBody>
                    <a:bodyPr/>
                    <a:lstStyle/>
                    <a:p>
                      <a:pPr algn="ctr">
                        <a:lnSpc>
                          <a:spcPct val="100000"/>
                        </a:lnSpc>
                        <a:spcBef>
                          <a:spcPts val="1585"/>
                        </a:spcBef>
                      </a:pPr>
                      <a:r>
                        <a:rPr sz="2200" b="1" spc="-50" dirty="0">
                          <a:solidFill>
                            <a:srgbClr val="FF0000"/>
                          </a:solidFill>
                          <a:latin typeface="Calibri"/>
                          <a:cs typeface="Calibri"/>
                        </a:rPr>
                        <a:t>p</a:t>
                      </a:r>
                      <a:endParaRPr sz="2200">
                        <a:latin typeface="Calibri"/>
                        <a:cs typeface="Calibri"/>
                      </a:endParaRPr>
                    </a:p>
                  </a:txBody>
                  <a:tcPr marL="0" marR="0" marT="2012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585"/>
                        </a:spcBef>
                      </a:pPr>
                      <a:r>
                        <a:rPr sz="2200" b="1" spc="-50" dirty="0">
                          <a:solidFill>
                            <a:srgbClr val="FF0000"/>
                          </a:solidFill>
                          <a:latin typeface="Calibri"/>
                          <a:cs typeface="Calibri"/>
                        </a:rPr>
                        <a:t>q</a:t>
                      </a:r>
                      <a:endParaRPr sz="2200">
                        <a:latin typeface="Calibri"/>
                        <a:cs typeface="Calibri"/>
                      </a:endParaRPr>
                    </a:p>
                  </a:txBody>
                  <a:tcPr marL="0" marR="0" marT="2012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80"/>
                        </a:spcBef>
                      </a:pPr>
                      <a:r>
                        <a:rPr sz="2200" b="1" dirty="0">
                          <a:solidFill>
                            <a:srgbClr val="FF0000"/>
                          </a:solidFill>
                          <a:latin typeface="Calibri"/>
                          <a:cs typeface="Calibri"/>
                        </a:rPr>
                        <a:t>p </a:t>
                      </a:r>
                      <a:r>
                        <a:rPr sz="2200" dirty="0">
                          <a:solidFill>
                            <a:srgbClr val="FF0000"/>
                          </a:solidFill>
                          <a:latin typeface="Symbol"/>
                          <a:cs typeface="Symbol"/>
                        </a:rPr>
                        <a:t></a:t>
                      </a:r>
                      <a:r>
                        <a:rPr sz="2200" spc="-55" dirty="0">
                          <a:solidFill>
                            <a:srgbClr val="FF0000"/>
                          </a:solidFill>
                          <a:latin typeface="Times New Roman"/>
                          <a:cs typeface="Times New Roman"/>
                        </a:rPr>
                        <a:t> </a:t>
                      </a:r>
                      <a:r>
                        <a:rPr sz="2200" b="1" spc="-50" dirty="0">
                          <a:solidFill>
                            <a:srgbClr val="FF0000"/>
                          </a:solidFill>
                          <a:latin typeface="Calibri"/>
                          <a:cs typeface="Calibri"/>
                        </a:rPr>
                        <a:t>q</a:t>
                      </a:r>
                      <a:endParaRPr sz="2200">
                        <a:latin typeface="Calibri"/>
                        <a:cs typeface="Calibri"/>
                      </a:endParaRPr>
                    </a:p>
                    <a:p>
                      <a:pPr marL="1905" algn="ctr">
                        <a:lnSpc>
                          <a:spcPct val="100000"/>
                        </a:lnSpc>
                        <a:spcBef>
                          <a:spcPts val="400"/>
                        </a:spcBef>
                      </a:pPr>
                      <a:r>
                        <a:rPr sz="2200" b="1" spc="-25" dirty="0">
                          <a:solidFill>
                            <a:srgbClr val="FF0000"/>
                          </a:solidFill>
                          <a:latin typeface="Calibri"/>
                          <a:cs typeface="Calibri"/>
                        </a:rPr>
                        <a:t>hay</a:t>
                      </a:r>
                      <a:endParaRPr sz="2200">
                        <a:latin typeface="Calibri"/>
                        <a:cs typeface="Calibri"/>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685800">
                <a:tc>
                  <a:txBody>
                    <a:bodyPr/>
                    <a:lstStyle/>
                    <a:p>
                      <a:pPr algn="ctr">
                        <a:lnSpc>
                          <a:spcPct val="100000"/>
                        </a:lnSpc>
                        <a:spcBef>
                          <a:spcPts val="1245"/>
                        </a:spcBef>
                      </a:pPr>
                      <a:r>
                        <a:rPr sz="2200" b="1" spc="-50" dirty="0">
                          <a:latin typeface="Calibri"/>
                          <a:cs typeface="Calibri"/>
                        </a:rPr>
                        <a:t>1</a:t>
                      </a:r>
                      <a:endParaRPr sz="2200">
                        <a:latin typeface="Calibri"/>
                        <a:cs typeface="Calibri"/>
                      </a:endParaRPr>
                    </a:p>
                  </a:txBody>
                  <a:tcPr marL="0" marR="0" marT="158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245"/>
                        </a:spcBef>
                      </a:pPr>
                      <a:r>
                        <a:rPr sz="2200" b="1" spc="-50" dirty="0">
                          <a:latin typeface="Calibri"/>
                          <a:cs typeface="Calibri"/>
                        </a:rPr>
                        <a:t>1</a:t>
                      </a:r>
                      <a:endParaRPr sz="2200">
                        <a:latin typeface="Calibri"/>
                        <a:cs typeface="Calibri"/>
                      </a:endParaRPr>
                    </a:p>
                  </a:txBody>
                  <a:tcPr marL="0" marR="0" marT="158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265"/>
                        </a:spcBef>
                      </a:pPr>
                      <a:r>
                        <a:rPr sz="2200" spc="-50" dirty="0">
                          <a:latin typeface="Calibri"/>
                          <a:cs typeface="Calibri"/>
                        </a:rPr>
                        <a:t>1</a:t>
                      </a:r>
                      <a:endParaRPr sz="2200">
                        <a:latin typeface="Calibri"/>
                        <a:cs typeface="Calibri"/>
                      </a:endParaRPr>
                    </a:p>
                  </a:txBody>
                  <a:tcPr marL="0" marR="0" marT="160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685165">
                <a:tc>
                  <a:txBody>
                    <a:bodyPr/>
                    <a:lstStyle/>
                    <a:p>
                      <a:pPr algn="ctr">
                        <a:lnSpc>
                          <a:spcPct val="100000"/>
                        </a:lnSpc>
                        <a:spcBef>
                          <a:spcPts val="1250"/>
                        </a:spcBef>
                      </a:pPr>
                      <a:r>
                        <a:rPr sz="2200" b="1" spc="-50" dirty="0">
                          <a:latin typeface="Calibri"/>
                          <a:cs typeface="Calibri"/>
                        </a:rPr>
                        <a:t>1</a:t>
                      </a:r>
                      <a:endParaRPr sz="2200">
                        <a:latin typeface="Calibri"/>
                        <a:cs typeface="Calibri"/>
                      </a:endParaRPr>
                    </a:p>
                  </a:txBody>
                  <a:tcPr marL="0" marR="0" marT="158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250"/>
                        </a:spcBef>
                      </a:pPr>
                      <a:r>
                        <a:rPr sz="2200" b="1" spc="-50" dirty="0">
                          <a:latin typeface="Calibri"/>
                          <a:cs typeface="Calibri"/>
                        </a:rPr>
                        <a:t>0</a:t>
                      </a:r>
                      <a:endParaRPr sz="2200">
                        <a:latin typeface="Calibri"/>
                        <a:cs typeface="Calibri"/>
                      </a:endParaRPr>
                    </a:p>
                  </a:txBody>
                  <a:tcPr marL="0" marR="0" marT="158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265"/>
                        </a:spcBef>
                      </a:pPr>
                      <a:r>
                        <a:rPr sz="2200" spc="-50" dirty="0">
                          <a:latin typeface="Calibri"/>
                          <a:cs typeface="Calibri"/>
                        </a:rPr>
                        <a:t>1</a:t>
                      </a:r>
                      <a:endParaRPr sz="2200">
                        <a:latin typeface="Calibri"/>
                        <a:cs typeface="Calibri"/>
                      </a:endParaRPr>
                    </a:p>
                  </a:txBody>
                  <a:tcPr marL="0" marR="0" marT="160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685800">
                <a:tc>
                  <a:txBody>
                    <a:bodyPr/>
                    <a:lstStyle/>
                    <a:p>
                      <a:pPr algn="ctr">
                        <a:lnSpc>
                          <a:spcPct val="100000"/>
                        </a:lnSpc>
                        <a:spcBef>
                          <a:spcPts val="1250"/>
                        </a:spcBef>
                      </a:pPr>
                      <a:r>
                        <a:rPr sz="2200" b="1" spc="-50" dirty="0">
                          <a:latin typeface="Calibri"/>
                          <a:cs typeface="Calibri"/>
                        </a:rPr>
                        <a:t>0</a:t>
                      </a:r>
                      <a:endParaRPr sz="2200">
                        <a:latin typeface="Calibri"/>
                        <a:cs typeface="Calibri"/>
                      </a:endParaRPr>
                    </a:p>
                  </a:txBody>
                  <a:tcPr marL="0" marR="0" marT="158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250"/>
                        </a:spcBef>
                      </a:pPr>
                      <a:r>
                        <a:rPr sz="2200" b="1" spc="-50" dirty="0">
                          <a:latin typeface="Calibri"/>
                          <a:cs typeface="Calibri"/>
                        </a:rPr>
                        <a:t>1</a:t>
                      </a:r>
                      <a:endParaRPr sz="2200">
                        <a:latin typeface="Calibri"/>
                        <a:cs typeface="Calibri"/>
                      </a:endParaRPr>
                    </a:p>
                  </a:txBody>
                  <a:tcPr marL="0" marR="0" marT="158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270"/>
                        </a:spcBef>
                      </a:pPr>
                      <a:r>
                        <a:rPr sz="2200" spc="-50" dirty="0">
                          <a:latin typeface="Calibri"/>
                          <a:cs typeface="Calibri"/>
                        </a:rPr>
                        <a:t>1</a:t>
                      </a:r>
                      <a:endParaRPr sz="2200">
                        <a:latin typeface="Calibri"/>
                        <a:cs typeface="Calibri"/>
                      </a:endParaRPr>
                    </a:p>
                  </a:txBody>
                  <a:tcPr marL="0" marR="0" marT="1612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685800">
                <a:tc>
                  <a:txBody>
                    <a:bodyPr/>
                    <a:lstStyle/>
                    <a:p>
                      <a:pPr algn="ctr">
                        <a:lnSpc>
                          <a:spcPct val="100000"/>
                        </a:lnSpc>
                        <a:spcBef>
                          <a:spcPts val="1250"/>
                        </a:spcBef>
                      </a:pPr>
                      <a:r>
                        <a:rPr sz="2200" b="1" spc="-50" dirty="0">
                          <a:latin typeface="Calibri"/>
                          <a:cs typeface="Calibri"/>
                        </a:rPr>
                        <a:t>0</a:t>
                      </a:r>
                      <a:endParaRPr sz="2200">
                        <a:latin typeface="Calibri"/>
                        <a:cs typeface="Calibri"/>
                      </a:endParaRPr>
                    </a:p>
                  </a:txBody>
                  <a:tcPr marL="0" marR="0" marT="158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250"/>
                        </a:spcBef>
                      </a:pPr>
                      <a:r>
                        <a:rPr sz="2200" b="1" spc="-50" dirty="0">
                          <a:latin typeface="Calibri"/>
                          <a:cs typeface="Calibri"/>
                        </a:rPr>
                        <a:t>0</a:t>
                      </a:r>
                      <a:endParaRPr sz="2200">
                        <a:latin typeface="Calibri"/>
                        <a:cs typeface="Calibri"/>
                      </a:endParaRPr>
                    </a:p>
                  </a:txBody>
                  <a:tcPr marL="0" marR="0" marT="158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270"/>
                        </a:spcBef>
                      </a:pPr>
                      <a:r>
                        <a:rPr sz="2200" spc="-50" dirty="0">
                          <a:latin typeface="Calibri"/>
                          <a:cs typeface="Calibri"/>
                        </a:rPr>
                        <a:t>0</a:t>
                      </a:r>
                      <a:endParaRPr sz="2200">
                        <a:latin typeface="Calibri"/>
                        <a:cs typeface="Calibri"/>
                      </a:endParaRPr>
                    </a:p>
                  </a:txBody>
                  <a:tcPr marL="0" marR="0" marT="1612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235407"/>
            <a:ext cx="2953385" cy="514350"/>
          </a:xfrm>
          <a:prstGeom prst="rect">
            <a:avLst/>
          </a:prstGeom>
        </p:spPr>
        <p:txBody>
          <a:bodyPr vert="horz" wrap="square" lIns="0" tIns="13335" rIns="0" bIns="0" rtlCol="0">
            <a:spAutoFit/>
          </a:bodyPr>
          <a:lstStyle/>
          <a:p>
            <a:pPr marL="12700">
              <a:lnSpc>
                <a:spcPct val="100000"/>
              </a:lnSpc>
              <a:spcBef>
                <a:spcPts val="105"/>
              </a:spcBef>
            </a:pPr>
            <a:r>
              <a:rPr sz="3200" dirty="0"/>
              <a:t>c)</a:t>
            </a:r>
            <a:r>
              <a:rPr sz="3200" spc="-25" dirty="0"/>
              <a:t> </a:t>
            </a:r>
            <a:r>
              <a:rPr sz="3200" dirty="0"/>
              <a:t>Nối</a:t>
            </a:r>
            <a:r>
              <a:rPr sz="3200" spc="-20" dirty="0"/>
              <a:t> </a:t>
            </a:r>
            <a:r>
              <a:rPr sz="3200" dirty="0"/>
              <a:t>rời</a:t>
            </a:r>
            <a:r>
              <a:rPr sz="3200" spc="-35" dirty="0"/>
              <a:t> </a:t>
            </a:r>
            <a:r>
              <a:rPr sz="3200" dirty="0"/>
              <a:t>loại</a:t>
            </a:r>
            <a:r>
              <a:rPr sz="3200" spc="-20" dirty="0"/>
              <a:t> trừ:</a:t>
            </a:r>
            <a:endParaRPr sz="3200"/>
          </a:p>
        </p:txBody>
      </p:sp>
      <p:graphicFrame>
        <p:nvGraphicFramePr>
          <p:cNvPr id="3" name="object 3"/>
          <p:cNvGraphicFramePr>
            <a:graphicFrameLocks noGrp="1"/>
          </p:cNvGraphicFramePr>
          <p:nvPr/>
        </p:nvGraphicFramePr>
        <p:xfrm>
          <a:off x="2127250" y="1746250"/>
          <a:ext cx="5792470" cy="3429000"/>
        </p:xfrm>
        <a:graphic>
          <a:graphicData uri="http://schemas.openxmlformats.org/drawingml/2006/table">
            <a:tbl>
              <a:tblPr firstRow="1" bandRow="1">
                <a:tableStyleId>{2D5ABB26-0587-4C30-8999-92F81FD0307C}</a:tableStyleId>
              </a:tblPr>
              <a:tblGrid>
                <a:gridCol w="1494790">
                  <a:extLst>
                    <a:ext uri="{9D8B030D-6E8A-4147-A177-3AD203B41FA5}">
                      <a16:colId xmlns:a16="http://schemas.microsoft.com/office/drawing/2014/main" val="20000"/>
                    </a:ext>
                  </a:extLst>
                </a:gridCol>
                <a:gridCol w="1494790">
                  <a:extLst>
                    <a:ext uri="{9D8B030D-6E8A-4147-A177-3AD203B41FA5}">
                      <a16:colId xmlns:a16="http://schemas.microsoft.com/office/drawing/2014/main" val="20001"/>
                    </a:ext>
                  </a:extLst>
                </a:gridCol>
                <a:gridCol w="2802890">
                  <a:extLst>
                    <a:ext uri="{9D8B030D-6E8A-4147-A177-3AD203B41FA5}">
                      <a16:colId xmlns:a16="http://schemas.microsoft.com/office/drawing/2014/main" val="20002"/>
                    </a:ext>
                  </a:extLst>
                </a:gridCol>
              </a:tblGrid>
              <a:tr h="685800">
                <a:tc>
                  <a:txBody>
                    <a:bodyPr/>
                    <a:lstStyle/>
                    <a:p>
                      <a:pPr algn="ctr">
                        <a:lnSpc>
                          <a:spcPct val="100000"/>
                        </a:lnSpc>
                        <a:spcBef>
                          <a:spcPts val="1245"/>
                        </a:spcBef>
                      </a:pPr>
                      <a:r>
                        <a:rPr sz="2200" b="1" spc="-50" dirty="0">
                          <a:solidFill>
                            <a:srgbClr val="FF0000"/>
                          </a:solidFill>
                          <a:latin typeface="Calibri"/>
                          <a:cs typeface="Calibri"/>
                        </a:rPr>
                        <a:t>p</a:t>
                      </a:r>
                      <a:endParaRPr sz="2200">
                        <a:latin typeface="Calibri"/>
                        <a:cs typeface="Calibri"/>
                      </a:endParaRPr>
                    </a:p>
                  </a:txBody>
                  <a:tcPr marL="0" marR="0" marT="158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245"/>
                        </a:spcBef>
                      </a:pPr>
                      <a:r>
                        <a:rPr sz="2200" b="1" spc="-50" dirty="0">
                          <a:solidFill>
                            <a:srgbClr val="FF0000"/>
                          </a:solidFill>
                          <a:latin typeface="Calibri"/>
                          <a:cs typeface="Calibri"/>
                        </a:rPr>
                        <a:t>q</a:t>
                      </a:r>
                      <a:endParaRPr sz="2200">
                        <a:latin typeface="Calibri"/>
                        <a:cs typeface="Calibri"/>
                      </a:endParaRPr>
                    </a:p>
                  </a:txBody>
                  <a:tcPr marL="0" marR="0" marT="158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1265"/>
                        </a:spcBef>
                      </a:pPr>
                      <a:r>
                        <a:rPr sz="2200" b="1" dirty="0">
                          <a:solidFill>
                            <a:srgbClr val="FF0000"/>
                          </a:solidFill>
                          <a:latin typeface="Calibri"/>
                          <a:cs typeface="Calibri"/>
                        </a:rPr>
                        <a:t>p</a:t>
                      </a:r>
                      <a:r>
                        <a:rPr sz="2200" b="1" spc="-10" dirty="0">
                          <a:solidFill>
                            <a:srgbClr val="FF0000"/>
                          </a:solidFill>
                          <a:latin typeface="Calibri"/>
                          <a:cs typeface="Calibri"/>
                        </a:rPr>
                        <a:t> </a:t>
                      </a:r>
                      <a:r>
                        <a:rPr sz="2200" dirty="0">
                          <a:solidFill>
                            <a:srgbClr val="FF0000"/>
                          </a:solidFill>
                          <a:latin typeface="Symbol"/>
                          <a:cs typeface="Symbol"/>
                        </a:rPr>
                        <a:t></a:t>
                      </a:r>
                      <a:r>
                        <a:rPr sz="2200" spc="-65" dirty="0">
                          <a:solidFill>
                            <a:srgbClr val="FF0000"/>
                          </a:solidFill>
                          <a:latin typeface="Times New Roman"/>
                          <a:cs typeface="Times New Roman"/>
                        </a:rPr>
                        <a:t> </a:t>
                      </a:r>
                      <a:r>
                        <a:rPr sz="2200" b="1" spc="-50" dirty="0">
                          <a:solidFill>
                            <a:srgbClr val="FF0000"/>
                          </a:solidFill>
                          <a:latin typeface="Calibri"/>
                          <a:cs typeface="Calibri"/>
                        </a:rPr>
                        <a:t>q</a:t>
                      </a:r>
                      <a:endParaRPr sz="2200">
                        <a:latin typeface="Calibri"/>
                        <a:cs typeface="Calibri"/>
                      </a:endParaRPr>
                    </a:p>
                  </a:txBody>
                  <a:tcPr marL="0" marR="0" marT="160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685800">
                <a:tc>
                  <a:txBody>
                    <a:bodyPr/>
                    <a:lstStyle/>
                    <a:p>
                      <a:pPr algn="ctr">
                        <a:lnSpc>
                          <a:spcPct val="100000"/>
                        </a:lnSpc>
                        <a:spcBef>
                          <a:spcPts val="1245"/>
                        </a:spcBef>
                      </a:pPr>
                      <a:r>
                        <a:rPr sz="2200" b="1" spc="-50" dirty="0">
                          <a:latin typeface="Calibri"/>
                          <a:cs typeface="Calibri"/>
                        </a:rPr>
                        <a:t>1</a:t>
                      </a:r>
                      <a:endParaRPr sz="2200">
                        <a:latin typeface="Calibri"/>
                        <a:cs typeface="Calibri"/>
                      </a:endParaRPr>
                    </a:p>
                  </a:txBody>
                  <a:tcPr marL="0" marR="0" marT="158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245"/>
                        </a:spcBef>
                      </a:pPr>
                      <a:r>
                        <a:rPr sz="2200" b="1" spc="-50" dirty="0">
                          <a:latin typeface="Calibri"/>
                          <a:cs typeface="Calibri"/>
                        </a:rPr>
                        <a:t>1</a:t>
                      </a:r>
                      <a:endParaRPr sz="2200">
                        <a:latin typeface="Calibri"/>
                        <a:cs typeface="Calibri"/>
                      </a:endParaRPr>
                    </a:p>
                  </a:txBody>
                  <a:tcPr marL="0" marR="0" marT="158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265"/>
                        </a:spcBef>
                      </a:pPr>
                      <a:r>
                        <a:rPr sz="2200" spc="-50" dirty="0">
                          <a:latin typeface="Calibri"/>
                          <a:cs typeface="Calibri"/>
                        </a:rPr>
                        <a:t>0</a:t>
                      </a:r>
                      <a:endParaRPr sz="2200">
                        <a:latin typeface="Calibri"/>
                        <a:cs typeface="Calibri"/>
                      </a:endParaRPr>
                    </a:p>
                  </a:txBody>
                  <a:tcPr marL="0" marR="0" marT="160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685800">
                <a:tc>
                  <a:txBody>
                    <a:bodyPr/>
                    <a:lstStyle/>
                    <a:p>
                      <a:pPr algn="ctr">
                        <a:lnSpc>
                          <a:spcPct val="100000"/>
                        </a:lnSpc>
                        <a:spcBef>
                          <a:spcPts val="1245"/>
                        </a:spcBef>
                      </a:pPr>
                      <a:r>
                        <a:rPr sz="2200" b="1" spc="-50" dirty="0">
                          <a:latin typeface="Calibri"/>
                          <a:cs typeface="Calibri"/>
                        </a:rPr>
                        <a:t>1</a:t>
                      </a:r>
                      <a:endParaRPr sz="2200">
                        <a:latin typeface="Calibri"/>
                        <a:cs typeface="Calibri"/>
                      </a:endParaRPr>
                    </a:p>
                  </a:txBody>
                  <a:tcPr marL="0" marR="0" marT="158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245"/>
                        </a:spcBef>
                      </a:pPr>
                      <a:r>
                        <a:rPr sz="2200" b="1" spc="-50" dirty="0">
                          <a:latin typeface="Calibri"/>
                          <a:cs typeface="Calibri"/>
                        </a:rPr>
                        <a:t>0</a:t>
                      </a:r>
                      <a:endParaRPr sz="2200">
                        <a:latin typeface="Calibri"/>
                        <a:cs typeface="Calibri"/>
                      </a:endParaRPr>
                    </a:p>
                  </a:txBody>
                  <a:tcPr marL="0" marR="0" marT="158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265"/>
                        </a:spcBef>
                      </a:pPr>
                      <a:r>
                        <a:rPr sz="2200" spc="-50" dirty="0">
                          <a:latin typeface="Calibri"/>
                          <a:cs typeface="Calibri"/>
                        </a:rPr>
                        <a:t>1</a:t>
                      </a:r>
                      <a:endParaRPr sz="2200">
                        <a:latin typeface="Calibri"/>
                        <a:cs typeface="Calibri"/>
                      </a:endParaRPr>
                    </a:p>
                  </a:txBody>
                  <a:tcPr marL="0" marR="0" marT="160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685800">
                <a:tc>
                  <a:txBody>
                    <a:bodyPr/>
                    <a:lstStyle/>
                    <a:p>
                      <a:pPr algn="ctr">
                        <a:lnSpc>
                          <a:spcPct val="100000"/>
                        </a:lnSpc>
                        <a:spcBef>
                          <a:spcPts val="1250"/>
                        </a:spcBef>
                      </a:pPr>
                      <a:r>
                        <a:rPr sz="2200" b="1" spc="-50" dirty="0">
                          <a:latin typeface="Calibri"/>
                          <a:cs typeface="Calibri"/>
                        </a:rPr>
                        <a:t>0</a:t>
                      </a:r>
                      <a:endParaRPr sz="2200">
                        <a:latin typeface="Calibri"/>
                        <a:cs typeface="Calibri"/>
                      </a:endParaRPr>
                    </a:p>
                  </a:txBody>
                  <a:tcPr marL="0" marR="0" marT="158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250"/>
                        </a:spcBef>
                      </a:pPr>
                      <a:r>
                        <a:rPr sz="2200" b="1" spc="-50" dirty="0">
                          <a:latin typeface="Calibri"/>
                          <a:cs typeface="Calibri"/>
                        </a:rPr>
                        <a:t>1</a:t>
                      </a:r>
                      <a:endParaRPr sz="2200">
                        <a:latin typeface="Calibri"/>
                        <a:cs typeface="Calibri"/>
                      </a:endParaRPr>
                    </a:p>
                  </a:txBody>
                  <a:tcPr marL="0" marR="0" marT="158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265"/>
                        </a:spcBef>
                      </a:pPr>
                      <a:r>
                        <a:rPr sz="2200" spc="-50" dirty="0">
                          <a:latin typeface="Calibri"/>
                          <a:cs typeface="Calibri"/>
                        </a:rPr>
                        <a:t>1</a:t>
                      </a:r>
                      <a:endParaRPr sz="2200">
                        <a:latin typeface="Calibri"/>
                        <a:cs typeface="Calibri"/>
                      </a:endParaRPr>
                    </a:p>
                  </a:txBody>
                  <a:tcPr marL="0" marR="0" marT="160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685800">
                <a:tc>
                  <a:txBody>
                    <a:bodyPr/>
                    <a:lstStyle/>
                    <a:p>
                      <a:pPr algn="ctr">
                        <a:lnSpc>
                          <a:spcPct val="100000"/>
                        </a:lnSpc>
                        <a:spcBef>
                          <a:spcPts val="1250"/>
                        </a:spcBef>
                      </a:pPr>
                      <a:r>
                        <a:rPr sz="2200" b="1" spc="-50" dirty="0">
                          <a:latin typeface="Calibri"/>
                          <a:cs typeface="Calibri"/>
                        </a:rPr>
                        <a:t>0</a:t>
                      </a:r>
                      <a:endParaRPr sz="2200">
                        <a:latin typeface="Calibri"/>
                        <a:cs typeface="Calibri"/>
                      </a:endParaRPr>
                    </a:p>
                  </a:txBody>
                  <a:tcPr marL="0" marR="0" marT="158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250"/>
                        </a:spcBef>
                      </a:pPr>
                      <a:r>
                        <a:rPr sz="2200" b="1" spc="-50" dirty="0">
                          <a:latin typeface="Calibri"/>
                          <a:cs typeface="Calibri"/>
                        </a:rPr>
                        <a:t>0</a:t>
                      </a:r>
                      <a:endParaRPr sz="2200">
                        <a:latin typeface="Calibri"/>
                        <a:cs typeface="Calibri"/>
                      </a:endParaRPr>
                    </a:p>
                  </a:txBody>
                  <a:tcPr marL="0" marR="0" marT="158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270"/>
                        </a:spcBef>
                      </a:pPr>
                      <a:r>
                        <a:rPr sz="2200" spc="-50" dirty="0">
                          <a:latin typeface="Calibri"/>
                          <a:cs typeface="Calibri"/>
                        </a:rPr>
                        <a:t>0</a:t>
                      </a:r>
                      <a:endParaRPr sz="2200">
                        <a:latin typeface="Calibri"/>
                        <a:cs typeface="Calibri"/>
                      </a:endParaRPr>
                    </a:p>
                  </a:txBody>
                  <a:tcPr marL="0" marR="0" marT="1612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235407"/>
            <a:ext cx="2131060" cy="514350"/>
          </a:xfrm>
          <a:prstGeom prst="rect">
            <a:avLst/>
          </a:prstGeom>
        </p:spPr>
        <p:txBody>
          <a:bodyPr vert="horz" wrap="square" lIns="0" tIns="13335" rIns="0" bIns="0" rtlCol="0">
            <a:spAutoFit/>
          </a:bodyPr>
          <a:lstStyle/>
          <a:p>
            <a:pPr marL="12700">
              <a:lnSpc>
                <a:spcPct val="100000"/>
              </a:lnSpc>
              <a:spcBef>
                <a:spcPts val="105"/>
              </a:spcBef>
            </a:pPr>
            <a:r>
              <a:rPr sz="3200" dirty="0"/>
              <a:t>d)</a:t>
            </a:r>
            <a:r>
              <a:rPr sz="3200" spc="-30" dirty="0"/>
              <a:t> </a:t>
            </a:r>
            <a:r>
              <a:rPr sz="3200" dirty="0"/>
              <a:t>Phủ</a:t>
            </a:r>
            <a:r>
              <a:rPr sz="3200" spc="-30" dirty="0"/>
              <a:t> </a:t>
            </a:r>
            <a:r>
              <a:rPr sz="3200" dirty="0"/>
              <a:t>định</a:t>
            </a:r>
            <a:r>
              <a:rPr sz="3200" spc="-15" dirty="0"/>
              <a:t> </a:t>
            </a:r>
            <a:r>
              <a:rPr sz="3200" spc="-50" dirty="0"/>
              <a:t>:</a:t>
            </a:r>
            <a:endParaRPr sz="3200"/>
          </a:p>
        </p:txBody>
      </p:sp>
      <p:sp>
        <p:nvSpPr>
          <p:cNvPr id="3" name="object 3"/>
          <p:cNvSpPr txBox="1"/>
          <p:nvPr/>
        </p:nvSpPr>
        <p:spPr>
          <a:xfrm>
            <a:off x="383540" y="4335856"/>
            <a:ext cx="4964430" cy="514350"/>
          </a:xfrm>
          <a:prstGeom prst="rect">
            <a:avLst/>
          </a:prstGeom>
        </p:spPr>
        <p:txBody>
          <a:bodyPr vert="horz" wrap="square" lIns="0" tIns="13335" rIns="0" bIns="0" rtlCol="0">
            <a:spAutoFit/>
          </a:bodyPr>
          <a:lstStyle/>
          <a:p>
            <a:pPr marL="469900" indent="-457200">
              <a:lnSpc>
                <a:spcPct val="100000"/>
              </a:lnSpc>
              <a:spcBef>
                <a:spcPts val="105"/>
              </a:spcBef>
              <a:buFont typeface="Wingdings"/>
              <a:buChar char=""/>
              <a:tabLst>
                <a:tab pos="469900" algn="l"/>
              </a:tabLst>
            </a:pPr>
            <a:r>
              <a:rPr sz="3200" spc="-90" dirty="0">
                <a:latin typeface="Calibri"/>
                <a:cs typeface="Calibri"/>
              </a:rPr>
              <a:t>Ta</a:t>
            </a:r>
            <a:r>
              <a:rPr sz="3200" spc="-95" dirty="0">
                <a:latin typeface="Calibri"/>
                <a:cs typeface="Calibri"/>
              </a:rPr>
              <a:t> </a:t>
            </a:r>
            <a:r>
              <a:rPr sz="3200" dirty="0">
                <a:latin typeface="Calibri"/>
                <a:cs typeface="Calibri"/>
              </a:rPr>
              <a:t>cũng</a:t>
            </a:r>
            <a:r>
              <a:rPr sz="3200" spc="-70" dirty="0">
                <a:latin typeface="Calibri"/>
                <a:cs typeface="Calibri"/>
              </a:rPr>
              <a:t> </a:t>
            </a:r>
            <a:r>
              <a:rPr sz="3200" dirty="0">
                <a:latin typeface="Calibri"/>
                <a:cs typeface="Calibri"/>
              </a:rPr>
              <a:t>viết</a:t>
            </a:r>
            <a:r>
              <a:rPr sz="3200" spc="-60" dirty="0">
                <a:latin typeface="Calibri"/>
                <a:cs typeface="Calibri"/>
              </a:rPr>
              <a:t> </a:t>
            </a:r>
            <a:r>
              <a:rPr sz="3200" spc="-85" dirty="0">
                <a:latin typeface="Cambria Math"/>
                <a:cs typeface="Cambria Math"/>
              </a:rPr>
              <a:t>𝑝</a:t>
            </a:r>
            <a:r>
              <a:rPr sz="3200" spc="-2540" dirty="0">
                <a:latin typeface="Cambria Math"/>
                <a:cs typeface="Cambria Math"/>
              </a:rPr>
              <a:t>ҧ</a:t>
            </a:r>
            <a:r>
              <a:rPr sz="3200" spc="145" dirty="0">
                <a:latin typeface="Cambria Math"/>
                <a:cs typeface="Cambria Math"/>
              </a:rPr>
              <a:t> </a:t>
            </a:r>
            <a:r>
              <a:rPr sz="3200" dirty="0">
                <a:latin typeface="Calibri"/>
                <a:cs typeface="Calibri"/>
              </a:rPr>
              <a:t>thay</a:t>
            </a:r>
            <a:r>
              <a:rPr sz="3200" spc="-50" dirty="0">
                <a:latin typeface="Calibri"/>
                <a:cs typeface="Calibri"/>
              </a:rPr>
              <a:t> </a:t>
            </a:r>
            <a:r>
              <a:rPr sz="3200" dirty="0">
                <a:latin typeface="Calibri"/>
                <a:cs typeface="Calibri"/>
              </a:rPr>
              <a:t>cho</a:t>
            </a:r>
            <a:r>
              <a:rPr sz="3200" spc="-40" dirty="0">
                <a:latin typeface="Calibri"/>
                <a:cs typeface="Calibri"/>
              </a:rPr>
              <a:t> </a:t>
            </a:r>
            <a:r>
              <a:rPr sz="3200" spc="-25" dirty="0">
                <a:latin typeface="Symbol"/>
                <a:cs typeface="Symbol"/>
              </a:rPr>
              <a:t></a:t>
            </a:r>
            <a:r>
              <a:rPr sz="3200" spc="-25" dirty="0">
                <a:latin typeface="Calibri"/>
                <a:cs typeface="Calibri"/>
              </a:rPr>
              <a:t>p.</a:t>
            </a:r>
            <a:endParaRPr sz="3200">
              <a:latin typeface="Calibri"/>
              <a:cs typeface="Calibri"/>
            </a:endParaRPr>
          </a:p>
        </p:txBody>
      </p:sp>
      <p:graphicFrame>
        <p:nvGraphicFramePr>
          <p:cNvPr id="4" name="object 4"/>
          <p:cNvGraphicFramePr>
            <a:graphicFrameLocks noGrp="1"/>
          </p:cNvGraphicFramePr>
          <p:nvPr/>
        </p:nvGraphicFramePr>
        <p:xfrm>
          <a:off x="3237102" y="1212850"/>
          <a:ext cx="2103755" cy="2057400"/>
        </p:xfrm>
        <a:graphic>
          <a:graphicData uri="http://schemas.openxmlformats.org/drawingml/2006/table">
            <a:tbl>
              <a:tblPr firstRow="1" bandRow="1">
                <a:tableStyleId>{2D5ABB26-0587-4C30-8999-92F81FD0307C}</a:tableStyleId>
              </a:tblPr>
              <a:tblGrid>
                <a:gridCol w="1007110">
                  <a:extLst>
                    <a:ext uri="{9D8B030D-6E8A-4147-A177-3AD203B41FA5}">
                      <a16:colId xmlns:a16="http://schemas.microsoft.com/office/drawing/2014/main" val="20000"/>
                    </a:ext>
                  </a:extLst>
                </a:gridCol>
                <a:gridCol w="1007110">
                  <a:extLst>
                    <a:ext uri="{9D8B030D-6E8A-4147-A177-3AD203B41FA5}">
                      <a16:colId xmlns:a16="http://schemas.microsoft.com/office/drawing/2014/main" val="20001"/>
                    </a:ext>
                  </a:extLst>
                </a:gridCol>
              </a:tblGrid>
              <a:tr h="685800">
                <a:tc>
                  <a:txBody>
                    <a:bodyPr/>
                    <a:lstStyle/>
                    <a:p>
                      <a:pPr marL="635" algn="ctr">
                        <a:lnSpc>
                          <a:spcPct val="100000"/>
                        </a:lnSpc>
                        <a:spcBef>
                          <a:spcPts val="1245"/>
                        </a:spcBef>
                      </a:pPr>
                      <a:r>
                        <a:rPr sz="2200" b="1" spc="-50" dirty="0">
                          <a:solidFill>
                            <a:srgbClr val="FF0000"/>
                          </a:solidFill>
                          <a:latin typeface="Calibri"/>
                          <a:cs typeface="Calibri"/>
                        </a:rPr>
                        <a:t>p</a:t>
                      </a:r>
                      <a:endParaRPr sz="2200">
                        <a:latin typeface="Calibri"/>
                        <a:cs typeface="Calibri"/>
                      </a:endParaRPr>
                    </a:p>
                  </a:txBody>
                  <a:tcPr marL="0" marR="0" marT="158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1255"/>
                        </a:spcBef>
                      </a:pPr>
                      <a:r>
                        <a:rPr sz="2200" spc="-25" dirty="0">
                          <a:solidFill>
                            <a:srgbClr val="FF0000"/>
                          </a:solidFill>
                          <a:latin typeface="Symbol"/>
                          <a:cs typeface="Symbol"/>
                        </a:rPr>
                        <a:t></a:t>
                      </a:r>
                      <a:r>
                        <a:rPr sz="2200" b="1" spc="-25" dirty="0">
                          <a:solidFill>
                            <a:srgbClr val="FF0000"/>
                          </a:solidFill>
                          <a:latin typeface="Calibri"/>
                          <a:cs typeface="Calibri"/>
                        </a:rPr>
                        <a:t>p</a:t>
                      </a:r>
                      <a:endParaRPr sz="2200">
                        <a:latin typeface="Calibri"/>
                        <a:cs typeface="Calibri"/>
                      </a:endParaRPr>
                    </a:p>
                  </a:txBody>
                  <a:tcPr marL="0" marR="0" marT="1593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685800">
                <a:tc>
                  <a:txBody>
                    <a:bodyPr/>
                    <a:lstStyle/>
                    <a:p>
                      <a:pPr marL="1270" algn="ctr">
                        <a:lnSpc>
                          <a:spcPct val="100000"/>
                        </a:lnSpc>
                        <a:spcBef>
                          <a:spcPts val="1245"/>
                        </a:spcBef>
                      </a:pPr>
                      <a:r>
                        <a:rPr sz="2200" b="1" spc="-50" dirty="0">
                          <a:latin typeface="Calibri"/>
                          <a:cs typeface="Calibri"/>
                        </a:rPr>
                        <a:t>1</a:t>
                      </a:r>
                      <a:endParaRPr sz="2200">
                        <a:latin typeface="Calibri"/>
                        <a:cs typeface="Calibri"/>
                      </a:endParaRPr>
                    </a:p>
                  </a:txBody>
                  <a:tcPr marL="0" marR="0" marT="158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1245"/>
                        </a:spcBef>
                      </a:pPr>
                      <a:r>
                        <a:rPr sz="2200" b="1" spc="-50" dirty="0">
                          <a:latin typeface="Calibri"/>
                          <a:cs typeface="Calibri"/>
                        </a:rPr>
                        <a:t>0</a:t>
                      </a:r>
                      <a:endParaRPr sz="2200">
                        <a:latin typeface="Calibri"/>
                        <a:cs typeface="Calibri"/>
                      </a:endParaRPr>
                    </a:p>
                  </a:txBody>
                  <a:tcPr marL="0" marR="0" marT="158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685800">
                <a:tc>
                  <a:txBody>
                    <a:bodyPr/>
                    <a:lstStyle/>
                    <a:p>
                      <a:pPr marL="1270" algn="ctr">
                        <a:lnSpc>
                          <a:spcPct val="100000"/>
                        </a:lnSpc>
                        <a:spcBef>
                          <a:spcPts val="1245"/>
                        </a:spcBef>
                      </a:pPr>
                      <a:r>
                        <a:rPr sz="2200" b="1" spc="-50" dirty="0">
                          <a:latin typeface="Calibri"/>
                          <a:cs typeface="Calibri"/>
                        </a:rPr>
                        <a:t>0</a:t>
                      </a:r>
                      <a:endParaRPr sz="2200">
                        <a:latin typeface="Calibri"/>
                        <a:cs typeface="Calibri"/>
                      </a:endParaRPr>
                    </a:p>
                  </a:txBody>
                  <a:tcPr marL="0" marR="0" marT="158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1245"/>
                        </a:spcBef>
                      </a:pPr>
                      <a:r>
                        <a:rPr sz="2200" b="1" spc="-50" dirty="0">
                          <a:latin typeface="Calibri"/>
                          <a:cs typeface="Calibri"/>
                        </a:rPr>
                        <a:t>1</a:t>
                      </a:r>
                      <a:endParaRPr sz="2200">
                        <a:latin typeface="Calibri"/>
                        <a:cs typeface="Calibri"/>
                      </a:endParaRPr>
                    </a:p>
                  </a:txBody>
                  <a:tcPr marL="0" marR="0" marT="158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291439"/>
            <a:ext cx="5134610" cy="4711065"/>
          </a:xfrm>
          <a:prstGeom prst="rect">
            <a:avLst/>
          </a:prstGeom>
        </p:spPr>
        <p:txBody>
          <a:bodyPr vert="horz" wrap="square" lIns="0" tIns="109855" rIns="0" bIns="0" rtlCol="0">
            <a:spAutoFit/>
          </a:bodyPr>
          <a:lstStyle/>
          <a:p>
            <a:pPr marL="12700">
              <a:lnSpc>
                <a:spcPct val="100000"/>
              </a:lnSpc>
              <a:spcBef>
                <a:spcPts val="865"/>
              </a:spcBef>
            </a:pPr>
            <a:r>
              <a:rPr sz="3200" b="1" dirty="0">
                <a:latin typeface="Calibri"/>
                <a:cs typeface="Calibri"/>
              </a:rPr>
              <a:t>Ví</a:t>
            </a:r>
            <a:r>
              <a:rPr sz="3200" b="1" spc="-10" dirty="0">
                <a:latin typeface="Calibri"/>
                <a:cs typeface="Calibri"/>
              </a:rPr>
              <a:t> </a:t>
            </a:r>
            <a:r>
              <a:rPr sz="3200" b="1" dirty="0">
                <a:latin typeface="Calibri"/>
                <a:cs typeface="Calibri"/>
              </a:rPr>
              <a:t>dụ</a:t>
            </a:r>
            <a:r>
              <a:rPr sz="3200" b="1" spc="-15" dirty="0">
                <a:latin typeface="Calibri"/>
                <a:cs typeface="Calibri"/>
              </a:rPr>
              <a:t> </a:t>
            </a:r>
            <a:r>
              <a:rPr sz="3200" b="1" spc="-50" dirty="0">
                <a:latin typeface="Calibri"/>
                <a:cs typeface="Calibri"/>
              </a:rPr>
              <a:t>:</a:t>
            </a:r>
            <a:endParaRPr sz="3200">
              <a:latin typeface="Calibri"/>
              <a:cs typeface="Calibri"/>
            </a:endParaRPr>
          </a:p>
          <a:p>
            <a:pPr marL="525780" indent="-513080">
              <a:lnSpc>
                <a:spcPct val="100000"/>
              </a:lnSpc>
              <a:spcBef>
                <a:spcPts val="770"/>
              </a:spcBef>
              <a:buAutoNum type="arabicParenR"/>
              <a:tabLst>
                <a:tab pos="525780" algn="l"/>
              </a:tabLst>
            </a:pPr>
            <a:r>
              <a:rPr sz="3200" dirty="0">
                <a:latin typeface="Calibri"/>
                <a:cs typeface="Calibri"/>
              </a:rPr>
              <a:t>p</a:t>
            </a:r>
            <a:r>
              <a:rPr sz="3200" spc="-5"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1</a:t>
            </a:r>
            <a:r>
              <a:rPr sz="3200" spc="-15"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2</a:t>
            </a:r>
            <a:r>
              <a:rPr sz="3200" spc="-15" dirty="0">
                <a:latin typeface="Calibri"/>
                <a:cs typeface="Calibri"/>
              </a:rPr>
              <a:t> </a:t>
            </a:r>
            <a:r>
              <a:rPr sz="3200" dirty="0">
                <a:latin typeface="Calibri"/>
                <a:cs typeface="Calibri"/>
              </a:rPr>
              <a:t>=</a:t>
            </a:r>
            <a:r>
              <a:rPr sz="3200" spc="-5" dirty="0">
                <a:latin typeface="Calibri"/>
                <a:cs typeface="Calibri"/>
              </a:rPr>
              <a:t> </a:t>
            </a:r>
            <a:r>
              <a:rPr sz="3200" dirty="0">
                <a:latin typeface="Calibri"/>
                <a:cs typeface="Calibri"/>
              </a:rPr>
              <a:t>3</a:t>
            </a:r>
            <a:r>
              <a:rPr sz="3200" spc="-15" dirty="0">
                <a:latin typeface="Calibri"/>
                <a:cs typeface="Calibri"/>
              </a:rPr>
              <a:t> </a:t>
            </a:r>
            <a:r>
              <a:rPr sz="3200" spc="-50" dirty="0">
                <a:latin typeface="Calibri"/>
                <a:cs typeface="Calibri"/>
              </a:rPr>
              <a:t>,</a:t>
            </a:r>
            <a:endParaRPr sz="3200">
              <a:latin typeface="Calibri"/>
              <a:cs typeface="Calibri"/>
            </a:endParaRPr>
          </a:p>
          <a:p>
            <a:pPr marL="477520">
              <a:lnSpc>
                <a:spcPct val="100000"/>
              </a:lnSpc>
              <a:spcBef>
                <a:spcPts val="790"/>
              </a:spcBef>
            </a:pPr>
            <a:r>
              <a:rPr sz="3200" dirty="0">
                <a:latin typeface="Symbol"/>
                <a:cs typeface="Symbol"/>
              </a:rPr>
              <a:t></a:t>
            </a:r>
            <a:r>
              <a:rPr sz="3200" dirty="0">
                <a:latin typeface="Calibri"/>
                <a:cs typeface="Calibri"/>
              </a:rPr>
              <a:t>p</a:t>
            </a:r>
            <a:r>
              <a:rPr sz="3200" spc="-10"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1</a:t>
            </a:r>
            <a:r>
              <a:rPr sz="3200" spc="-15"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2</a:t>
            </a:r>
            <a:r>
              <a:rPr sz="3200" spc="-10" dirty="0">
                <a:latin typeface="Calibri"/>
                <a:cs typeface="Calibri"/>
              </a:rPr>
              <a:t> </a:t>
            </a:r>
            <a:r>
              <a:rPr sz="3200" dirty="0">
                <a:latin typeface="Symbol"/>
                <a:cs typeface="Symbol"/>
              </a:rPr>
              <a:t></a:t>
            </a:r>
            <a:r>
              <a:rPr sz="3200" spc="-80" dirty="0">
                <a:latin typeface="Times New Roman"/>
                <a:cs typeface="Times New Roman"/>
              </a:rPr>
              <a:t> </a:t>
            </a:r>
            <a:r>
              <a:rPr sz="3200" spc="-25" dirty="0">
                <a:latin typeface="Calibri"/>
                <a:cs typeface="Calibri"/>
              </a:rPr>
              <a:t>3.</a:t>
            </a:r>
            <a:endParaRPr sz="3200">
              <a:latin typeface="Calibri"/>
              <a:cs typeface="Calibri"/>
            </a:endParaRPr>
          </a:p>
          <a:p>
            <a:pPr marL="477520">
              <a:lnSpc>
                <a:spcPct val="100000"/>
              </a:lnSpc>
              <a:spcBef>
                <a:spcPts val="750"/>
              </a:spcBef>
              <a:tabLst>
                <a:tab pos="1210310" algn="l"/>
              </a:tabLst>
            </a:pPr>
            <a:r>
              <a:rPr sz="3200" spc="-50" dirty="0">
                <a:latin typeface="Symbol"/>
                <a:cs typeface="Symbol"/>
              </a:rPr>
              <a:t></a:t>
            </a:r>
            <a:r>
              <a:rPr sz="3200" dirty="0">
                <a:latin typeface="Times New Roman"/>
                <a:cs typeface="Times New Roman"/>
              </a:rPr>
              <a:t>	</a:t>
            </a:r>
            <a:r>
              <a:rPr sz="3200" dirty="0">
                <a:latin typeface="Calibri"/>
                <a:cs typeface="Calibri"/>
              </a:rPr>
              <a:t>p</a:t>
            </a:r>
            <a:r>
              <a:rPr sz="3200" spc="-30" dirty="0">
                <a:latin typeface="Calibri"/>
                <a:cs typeface="Calibri"/>
              </a:rPr>
              <a:t> </a:t>
            </a:r>
            <a:r>
              <a:rPr sz="3200" dirty="0">
                <a:latin typeface="Calibri"/>
                <a:cs typeface="Calibri"/>
              </a:rPr>
              <a:t>có</a:t>
            </a:r>
            <a:r>
              <a:rPr sz="3200" spc="-30" dirty="0">
                <a:latin typeface="Calibri"/>
                <a:cs typeface="Calibri"/>
              </a:rPr>
              <a:t> </a:t>
            </a:r>
            <a:r>
              <a:rPr sz="3200" dirty="0">
                <a:latin typeface="Calibri"/>
                <a:cs typeface="Calibri"/>
              </a:rPr>
              <a:t>chân</a:t>
            </a:r>
            <a:r>
              <a:rPr sz="3200" spc="-35" dirty="0">
                <a:latin typeface="Calibri"/>
                <a:cs typeface="Calibri"/>
              </a:rPr>
              <a:t> </a:t>
            </a:r>
            <a:r>
              <a:rPr sz="3200" dirty="0">
                <a:latin typeface="Calibri"/>
                <a:cs typeface="Calibri"/>
              </a:rPr>
              <a:t>trị</a:t>
            </a:r>
            <a:r>
              <a:rPr sz="3200" spc="-30" dirty="0">
                <a:latin typeface="Calibri"/>
                <a:cs typeface="Calibri"/>
              </a:rPr>
              <a:t> </a:t>
            </a:r>
            <a:r>
              <a:rPr sz="3200" spc="-10" dirty="0">
                <a:latin typeface="Calibri"/>
                <a:cs typeface="Calibri"/>
              </a:rPr>
              <a:t>đúng.</a:t>
            </a:r>
            <a:endParaRPr sz="3200">
              <a:latin typeface="Calibri"/>
              <a:cs typeface="Calibri"/>
            </a:endParaRPr>
          </a:p>
          <a:p>
            <a:pPr marL="477520">
              <a:lnSpc>
                <a:spcPct val="100000"/>
              </a:lnSpc>
              <a:spcBef>
                <a:spcPts val="790"/>
              </a:spcBef>
            </a:pPr>
            <a:r>
              <a:rPr sz="3200" spc="-40" dirty="0">
                <a:latin typeface="Symbol"/>
                <a:cs typeface="Symbol"/>
              </a:rPr>
              <a:t></a:t>
            </a:r>
            <a:r>
              <a:rPr sz="3200" spc="-365" dirty="0">
                <a:latin typeface="Times New Roman"/>
                <a:cs typeface="Times New Roman"/>
              </a:rPr>
              <a:t> </a:t>
            </a:r>
            <a:r>
              <a:rPr sz="3200" dirty="0">
                <a:latin typeface="Symbol"/>
                <a:cs typeface="Symbol"/>
              </a:rPr>
              <a:t></a:t>
            </a:r>
            <a:r>
              <a:rPr sz="3200" dirty="0">
                <a:latin typeface="Calibri"/>
                <a:cs typeface="Calibri"/>
              </a:rPr>
              <a:t>p</a:t>
            </a:r>
            <a:r>
              <a:rPr sz="3200" spc="-35" dirty="0">
                <a:latin typeface="Calibri"/>
                <a:cs typeface="Calibri"/>
              </a:rPr>
              <a:t> </a:t>
            </a:r>
            <a:r>
              <a:rPr sz="3200" dirty="0">
                <a:latin typeface="Calibri"/>
                <a:cs typeface="Calibri"/>
              </a:rPr>
              <a:t>có</a:t>
            </a:r>
            <a:r>
              <a:rPr sz="3200" spc="-45" dirty="0">
                <a:latin typeface="Calibri"/>
                <a:cs typeface="Calibri"/>
              </a:rPr>
              <a:t> </a:t>
            </a:r>
            <a:r>
              <a:rPr sz="3200" dirty="0">
                <a:latin typeface="Calibri"/>
                <a:cs typeface="Calibri"/>
              </a:rPr>
              <a:t>chân</a:t>
            </a:r>
            <a:r>
              <a:rPr sz="3200" spc="-35" dirty="0">
                <a:latin typeface="Calibri"/>
                <a:cs typeface="Calibri"/>
              </a:rPr>
              <a:t> </a:t>
            </a:r>
            <a:r>
              <a:rPr sz="3200" dirty="0">
                <a:latin typeface="Calibri"/>
                <a:cs typeface="Calibri"/>
              </a:rPr>
              <a:t>trị</a:t>
            </a:r>
            <a:r>
              <a:rPr sz="3200" spc="-30" dirty="0">
                <a:latin typeface="Calibri"/>
                <a:cs typeface="Calibri"/>
              </a:rPr>
              <a:t> </a:t>
            </a:r>
            <a:r>
              <a:rPr sz="3200" spc="-20" dirty="0">
                <a:latin typeface="Calibri"/>
                <a:cs typeface="Calibri"/>
              </a:rPr>
              <a:t>sai.</a:t>
            </a:r>
            <a:endParaRPr sz="3200">
              <a:latin typeface="Calibri"/>
              <a:cs typeface="Calibri"/>
            </a:endParaRPr>
          </a:p>
          <a:p>
            <a:pPr>
              <a:lnSpc>
                <a:spcPct val="100000"/>
              </a:lnSpc>
              <a:spcBef>
                <a:spcPts val="1445"/>
              </a:spcBef>
            </a:pPr>
            <a:endParaRPr sz="3200">
              <a:latin typeface="Calibri"/>
              <a:cs typeface="Calibri"/>
            </a:endParaRPr>
          </a:p>
          <a:p>
            <a:pPr marL="527685" indent="-514984">
              <a:lnSpc>
                <a:spcPct val="100000"/>
              </a:lnSpc>
              <a:buAutoNum type="arabicParenR" startAt="2"/>
              <a:tabLst>
                <a:tab pos="527685" algn="l"/>
              </a:tabLst>
            </a:pPr>
            <a:r>
              <a:rPr sz="3200" dirty="0">
                <a:latin typeface="Calibri"/>
                <a:cs typeface="Calibri"/>
              </a:rPr>
              <a:t>p</a:t>
            </a:r>
            <a:r>
              <a:rPr sz="3200" spc="-35"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7</a:t>
            </a:r>
            <a:r>
              <a:rPr sz="3200" spc="-25" dirty="0">
                <a:latin typeface="Calibri"/>
                <a:cs typeface="Calibri"/>
              </a:rPr>
              <a:t> </a:t>
            </a:r>
            <a:r>
              <a:rPr sz="3200" dirty="0">
                <a:latin typeface="Calibri"/>
                <a:cs typeface="Calibri"/>
              </a:rPr>
              <a:t>là</a:t>
            </a:r>
            <a:r>
              <a:rPr sz="3200" spc="-30" dirty="0">
                <a:latin typeface="Calibri"/>
                <a:cs typeface="Calibri"/>
              </a:rPr>
              <a:t> </a:t>
            </a:r>
            <a:r>
              <a:rPr sz="3200" dirty="0">
                <a:latin typeface="Calibri"/>
                <a:cs typeface="Calibri"/>
              </a:rPr>
              <a:t>số</a:t>
            </a:r>
            <a:r>
              <a:rPr sz="3200" spc="-35" dirty="0">
                <a:latin typeface="Calibri"/>
                <a:cs typeface="Calibri"/>
              </a:rPr>
              <a:t> </a:t>
            </a:r>
            <a:r>
              <a:rPr sz="3200" dirty="0">
                <a:latin typeface="Calibri"/>
                <a:cs typeface="Calibri"/>
              </a:rPr>
              <a:t>nguyên</a:t>
            </a:r>
            <a:r>
              <a:rPr sz="3200" spc="-15" dirty="0">
                <a:latin typeface="Calibri"/>
                <a:cs typeface="Calibri"/>
              </a:rPr>
              <a:t> </a:t>
            </a:r>
            <a:r>
              <a:rPr sz="3200" spc="-25" dirty="0">
                <a:latin typeface="Calibri"/>
                <a:cs typeface="Calibri"/>
              </a:rPr>
              <a:t>tố,</a:t>
            </a:r>
            <a:endParaRPr sz="3200">
              <a:latin typeface="Calibri"/>
              <a:cs typeface="Calibri"/>
            </a:endParaRPr>
          </a:p>
          <a:p>
            <a:pPr marL="196850">
              <a:lnSpc>
                <a:spcPct val="100000"/>
              </a:lnSpc>
              <a:spcBef>
                <a:spcPts val="795"/>
              </a:spcBef>
            </a:pPr>
            <a:r>
              <a:rPr sz="3200" dirty="0">
                <a:latin typeface="Symbol"/>
                <a:cs typeface="Symbol"/>
              </a:rPr>
              <a:t></a:t>
            </a:r>
            <a:r>
              <a:rPr sz="3200" spc="-105" dirty="0">
                <a:latin typeface="Times New Roman"/>
                <a:cs typeface="Times New Roman"/>
              </a:rPr>
              <a:t> </a:t>
            </a:r>
            <a:r>
              <a:rPr sz="3200" dirty="0">
                <a:latin typeface="Calibri"/>
                <a:cs typeface="Calibri"/>
              </a:rPr>
              <a:t>p</a:t>
            </a:r>
            <a:r>
              <a:rPr sz="3200" spc="-25"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7</a:t>
            </a:r>
            <a:r>
              <a:rPr sz="3200" spc="-20" dirty="0">
                <a:latin typeface="Calibri"/>
                <a:cs typeface="Calibri"/>
              </a:rPr>
              <a:t> </a:t>
            </a:r>
            <a:r>
              <a:rPr sz="3200" b="1" dirty="0">
                <a:latin typeface="Calibri"/>
                <a:cs typeface="Calibri"/>
              </a:rPr>
              <a:t>không</a:t>
            </a:r>
            <a:r>
              <a:rPr sz="3200" b="1" spc="-35" dirty="0">
                <a:latin typeface="Calibri"/>
                <a:cs typeface="Calibri"/>
              </a:rPr>
              <a:t> </a:t>
            </a:r>
            <a:r>
              <a:rPr sz="3200" dirty="0">
                <a:latin typeface="Calibri"/>
                <a:cs typeface="Calibri"/>
              </a:rPr>
              <a:t>là</a:t>
            </a:r>
            <a:r>
              <a:rPr sz="3200" spc="-25" dirty="0">
                <a:latin typeface="Calibri"/>
                <a:cs typeface="Calibri"/>
              </a:rPr>
              <a:t> </a:t>
            </a:r>
            <a:r>
              <a:rPr sz="3200" dirty="0">
                <a:latin typeface="Calibri"/>
                <a:cs typeface="Calibri"/>
              </a:rPr>
              <a:t>số</a:t>
            </a:r>
            <a:r>
              <a:rPr sz="3200" spc="-25" dirty="0">
                <a:latin typeface="Calibri"/>
                <a:cs typeface="Calibri"/>
              </a:rPr>
              <a:t> </a:t>
            </a:r>
            <a:r>
              <a:rPr sz="3200" dirty="0">
                <a:latin typeface="Calibri"/>
                <a:cs typeface="Calibri"/>
              </a:rPr>
              <a:t>nguyên</a:t>
            </a:r>
            <a:r>
              <a:rPr sz="3200" spc="-25" dirty="0">
                <a:latin typeface="Calibri"/>
                <a:cs typeface="Calibri"/>
              </a:rPr>
              <a:t> tố.</a:t>
            </a:r>
            <a:endParaRPr sz="3200">
              <a:latin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235407"/>
            <a:ext cx="2193925" cy="514350"/>
          </a:xfrm>
          <a:prstGeom prst="rect">
            <a:avLst/>
          </a:prstGeom>
        </p:spPr>
        <p:txBody>
          <a:bodyPr vert="horz" wrap="square" lIns="0" tIns="13335" rIns="0" bIns="0" rtlCol="0">
            <a:spAutoFit/>
          </a:bodyPr>
          <a:lstStyle/>
          <a:p>
            <a:pPr marL="12700">
              <a:lnSpc>
                <a:spcPct val="100000"/>
              </a:lnSpc>
              <a:spcBef>
                <a:spcPts val="105"/>
              </a:spcBef>
            </a:pPr>
            <a:r>
              <a:rPr sz="3200" dirty="0">
                <a:latin typeface="Calibri"/>
                <a:cs typeface="Calibri"/>
              </a:rPr>
              <a:t>d</a:t>
            </a:r>
            <a:r>
              <a:rPr sz="3200" spc="-40"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kéo</a:t>
            </a:r>
            <a:r>
              <a:rPr sz="3200" spc="-60" dirty="0">
                <a:latin typeface="Calibri"/>
                <a:cs typeface="Calibri"/>
              </a:rPr>
              <a:t> </a:t>
            </a:r>
            <a:r>
              <a:rPr sz="3200" dirty="0">
                <a:latin typeface="Calibri"/>
                <a:cs typeface="Calibri"/>
              </a:rPr>
              <a:t>theo</a:t>
            </a:r>
            <a:r>
              <a:rPr sz="3200" spc="-40" dirty="0">
                <a:latin typeface="Calibri"/>
                <a:cs typeface="Calibri"/>
              </a:rPr>
              <a:t> </a:t>
            </a:r>
            <a:r>
              <a:rPr sz="3200" spc="-50" dirty="0">
                <a:latin typeface="Calibri"/>
                <a:cs typeface="Calibri"/>
              </a:rPr>
              <a:t>:</a:t>
            </a:r>
            <a:endParaRPr sz="3200">
              <a:latin typeface="Calibri"/>
              <a:cs typeface="Calibri"/>
            </a:endParaRPr>
          </a:p>
        </p:txBody>
      </p:sp>
      <p:sp>
        <p:nvSpPr>
          <p:cNvPr id="3" name="object 3"/>
          <p:cNvSpPr txBox="1"/>
          <p:nvPr/>
        </p:nvSpPr>
        <p:spPr>
          <a:xfrm>
            <a:off x="383540" y="3654395"/>
            <a:ext cx="4436745" cy="2363470"/>
          </a:xfrm>
          <a:prstGeom prst="rect">
            <a:avLst/>
          </a:prstGeom>
        </p:spPr>
        <p:txBody>
          <a:bodyPr vert="horz" wrap="square" lIns="0" tIns="109855" rIns="0" bIns="0" rtlCol="0">
            <a:spAutoFit/>
          </a:bodyPr>
          <a:lstStyle/>
          <a:p>
            <a:pPr marL="469900" indent="-457200">
              <a:lnSpc>
                <a:spcPct val="100000"/>
              </a:lnSpc>
              <a:spcBef>
                <a:spcPts val="865"/>
              </a:spcBef>
              <a:buFont typeface="Wingdings"/>
              <a:buChar char=""/>
              <a:tabLst>
                <a:tab pos="469900" algn="l"/>
              </a:tabLst>
            </a:pPr>
            <a:r>
              <a:rPr sz="3200" dirty="0">
                <a:latin typeface="Calibri"/>
                <a:cs typeface="Calibri"/>
              </a:rPr>
              <a:t>p</a:t>
            </a:r>
            <a:r>
              <a:rPr sz="3200" spc="-20"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q</a:t>
            </a:r>
            <a:r>
              <a:rPr sz="3200" spc="-15"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Nếu</a:t>
            </a:r>
            <a:r>
              <a:rPr sz="3200" spc="-25" dirty="0">
                <a:latin typeface="Calibri"/>
                <a:cs typeface="Calibri"/>
              </a:rPr>
              <a:t> </a:t>
            </a:r>
            <a:r>
              <a:rPr sz="3200" dirty="0">
                <a:latin typeface="Calibri"/>
                <a:cs typeface="Calibri"/>
              </a:rPr>
              <a:t>p</a:t>
            </a:r>
            <a:r>
              <a:rPr sz="3200" spc="-25" dirty="0">
                <a:latin typeface="Calibri"/>
                <a:cs typeface="Calibri"/>
              </a:rPr>
              <a:t> </a:t>
            </a:r>
            <a:r>
              <a:rPr sz="3200" dirty="0">
                <a:latin typeface="Calibri"/>
                <a:cs typeface="Calibri"/>
              </a:rPr>
              <a:t>thì</a:t>
            </a:r>
            <a:r>
              <a:rPr sz="3200" spc="-10" dirty="0">
                <a:latin typeface="Calibri"/>
                <a:cs typeface="Calibri"/>
              </a:rPr>
              <a:t> </a:t>
            </a:r>
            <a:r>
              <a:rPr sz="3200" spc="-35" dirty="0">
                <a:latin typeface="Calibri"/>
                <a:cs typeface="Calibri"/>
              </a:rPr>
              <a:t>q.</a:t>
            </a:r>
            <a:endParaRPr sz="3200">
              <a:latin typeface="Calibri"/>
              <a:cs typeface="Calibri"/>
            </a:endParaRPr>
          </a:p>
          <a:p>
            <a:pPr marL="469900" indent="-457200">
              <a:lnSpc>
                <a:spcPct val="100000"/>
              </a:lnSpc>
              <a:spcBef>
                <a:spcPts val="765"/>
              </a:spcBef>
              <a:buFont typeface="Wingdings"/>
              <a:buChar char=""/>
              <a:tabLst>
                <a:tab pos="469900" algn="l"/>
              </a:tabLst>
            </a:pPr>
            <a:r>
              <a:rPr sz="3200" dirty="0">
                <a:latin typeface="Calibri"/>
                <a:cs typeface="Calibri"/>
              </a:rPr>
              <a:t>p</a:t>
            </a:r>
            <a:r>
              <a:rPr sz="3200" spc="-35" dirty="0">
                <a:latin typeface="Calibri"/>
                <a:cs typeface="Calibri"/>
              </a:rPr>
              <a:t> </a:t>
            </a:r>
            <a:r>
              <a:rPr sz="3200" dirty="0">
                <a:latin typeface="Symbol"/>
                <a:cs typeface="Symbol"/>
              </a:rPr>
              <a:t></a:t>
            </a:r>
            <a:r>
              <a:rPr sz="3200" spc="-114" dirty="0">
                <a:latin typeface="Times New Roman"/>
                <a:cs typeface="Times New Roman"/>
              </a:rPr>
              <a:t> </a:t>
            </a:r>
            <a:r>
              <a:rPr sz="3200" dirty="0">
                <a:latin typeface="Calibri"/>
                <a:cs typeface="Calibri"/>
              </a:rPr>
              <a:t>q</a:t>
            </a:r>
            <a:r>
              <a:rPr sz="3200" spc="-35" dirty="0">
                <a:latin typeface="Calibri"/>
                <a:cs typeface="Calibri"/>
              </a:rPr>
              <a:t> </a:t>
            </a:r>
            <a:r>
              <a:rPr sz="3200" dirty="0">
                <a:latin typeface="Symbol"/>
                <a:cs typeface="Symbol"/>
              </a:rPr>
              <a:t></a:t>
            </a:r>
            <a:r>
              <a:rPr sz="3200" spc="-114" dirty="0">
                <a:latin typeface="Times New Roman"/>
                <a:cs typeface="Times New Roman"/>
              </a:rPr>
              <a:t> </a:t>
            </a:r>
            <a:r>
              <a:rPr sz="3200" dirty="0">
                <a:latin typeface="Calibri"/>
                <a:cs typeface="Calibri"/>
              </a:rPr>
              <a:t>p</a:t>
            </a:r>
            <a:r>
              <a:rPr sz="3200" spc="-35" dirty="0">
                <a:latin typeface="Calibri"/>
                <a:cs typeface="Calibri"/>
              </a:rPr>
              <a:t> </a:t>
            </a:r>
            <a:r>
              <a:rPr sz="3200" dirty="0">
                <a:latin typeface="Calibri"/>
                <a:cs typeface="Calibri"/>
              </a:rPr>
              <a:t>kéo</a:t>
            </a:r>
            <a:r>
              <a:rPr sz="3200" spc="-35" dirty="0">
                <a:latin typeface="Calibri"/>
                <a:cs typeface="Calibri"/>
              </a:rPr>
              <a:t> </a:t>
            </a:r>
            <a:r>
              <a:rPr sz="3200" dirty="0">
                <a:latin typeface="Calibri"/>
                <a:cs typeface="Calibri"/>
              </a:rPr>
              <a:t>theo</a:t>
            </a:r>
            <a:r>
              <a:rPr sz="3200" spc="-35" dirty="0">
                <a:latin typeface="Calibri"/>
                <a:cs typeface="Calibri"/>
              </a:rPr>
              <a:t> </a:t>
            </a:r>
            <a:r>
              <a:rPr sz="3200" spc="-25" dirty="0">
                <a:latin typeface="Calibri"/>
                <a:cs typeface="Calibri"/>
              </a:rPr>
              <a:t>q.</a:t>
            </a:r>
            <a:endParaRPr sz="3200">
              <a:latin typeface="Calibri"/>
              <a:cs typeface="Calibri"/>
            </a:endParaRPr>
          </a:p>
          <a:p>
            <a:pPr marL="469900" indent="-457200">
              <a:lnSpc>
                <a:spcPct val="100000"/>
              </a:lnSpc>
              <a:spcBef>
                <a:spcPts val="750"/>
              </a:spcBef>
              <a:buFont typeface="Wingdings"/>
              <a:buChar char=""/>
              <a:tabLst>
                <a:tab pos="469900" algn="l"/>
              </a:tabLst>
            </a:pPr>
            <a:r>
              <a:rPr sz="3200" dirty="0">
                <a:latin typeface="Calibri"/>
                <a:cs typeface="Calibri"/>
              </a:rPr>
              <a:t>p</a:t>
            </a:r>
            <a:r>
              <a:rPr sz="3200" spc="-30" dirty="0">
                <a:latin typeface="Calibri"/>
                <a:cs typeface="Calibri"/>
              </a:rPr>
              <a:t> </a:t>
            </a:r>
            <a:r>
              <a:rPr sz="3200" dirty="0">
                <a:latin typeface="Calibri"/>
                <a:cs typeface="Calibri"/>
              </a:rPr>
              <a:t>là</a:t>
            </a:r>
            <a:r>
              <a:rPr sz="3200" spc="-20" dirty="0">
                <a:latin typeface="Calibri"/>
                <a:cs typeface="Calibri"/>
              </a:rPr>
              <a:t> </a:t>
            </a:r>
            <a:r>
              <a:rPr sz="3200" dirty="0">
                <a:latin typeface="Calibri"/>
                <a:cs typeface="Calibri"/>
              </a:rPr>
              <a:t>điều</a:t>
            </a:r>
            <a:r>
              <a:rPr sz="3200" spc="-40" dirty="0">
                <a:latin typeface="Calibri"/>
                <a:cs typeface="Calibri"/>
              </a:rPr>
              <a:t> </a:t>
            </a:r>
            <a:r>
              <a:rPr sz="3200" dirty="0">
                <a:latin typeface="Calibri"/>
                <a:cs typeface="Calibri"/>
              </a:rPr>
              <a:t>kiện</a:t>
            </a:r>
            <a:r>
              <a:rPr sz="3200" spc="-30" dirty="0">
                <a:latin typeface="Calibri"/>
                <a:cs typeface="Calibri"/>
              </a:rPr>
              <a:t> </a:t>
            </a:r>
            <a:r>
              <a:rPr sz="3200" dirty="0">
                <a:latin typeface="Calibri"/>
                <a:cs typeface="Calibri"/>
              </a:rPr>
              <a:t>đủ</a:t>
            </a:r>
            <a:r>
              <a:rPr sz="3200" spc="-30" dirty="0">
                <a:latin typeface="Calibri"/>
                <a:cs typeface="Calibri"/>
              </a:rPr>
              <a:t> </a:t>
            </a:r>
            <a:r>
              <a:rPr sz="3200" dirty="0">
                <a:latin typeface="Calibri"/>
                <a:cs typeface="Calibri"/>
              </a:rPr>
              <a:t>của</a:t>
            </a:r>
            <a:r>
              <a:rPr sz="3200" spc="-15" dirty="0">
                <a:latin typeface="Calibri"/>
                <a:cs typeface="Calibri"/>
              </a:rPr>
              <a:t> </a:t>
            </a:r>
            <a:r>
              <a:rPr sz="3200" spc="-25" dirty="0">
                <a:latin typeface="Calibri"/>
                <a:cs typeface="Calibri"/>
              </a:rPr>
              <a:t>q.</a:t>
            </a:r>
            <a:endParaRPr sz="3200">
              <a:latin typeface="Calibri"/>
              <a:cs typeface="Calibri"/>
            </a:endParaRPr>
          </a:p>
          <a:p>
            <a:pPr marL="469900" indent="-457200">
              <a:lnSpc>
                <a:spcPct val="100000"/>
              </a:lnSpc>
              <a:spcBef>
                <a:spcPts val="765"/>
              </a:spcBef>
              <a:buFont typeface="Wingdings"/>
              <a:buChar char=""/>
              <a:tabLst>
                <a:tab pos="469900" algn="l"/>
              </a:tabLst>
            </a:pPr>
            <a:r>
              <a:rPr sz="3200" dirty="0">
                <a:latin typeface="Calibri"/>
                <a:cs typeface="Calibri"/>
              </a:rPr>
              <a:t>q</a:t>
            </a:r>
            <a:r>
              <a:rPr sz="3200" spc="-40" dirty="0">
                <a:latin typeface="Calibri"/>
                <a:cs typeface="Calibri"/>
              </a:rPr>
              <a:t> </a:t>
            </a:r>
            <a:r>
              <a:rPr sz="3200" dirty="0">
                <a:latin typeface="Calibri"/>
                <a:cs typeface="Calibri"/>
              </a:rPr>
              <a:t>là</a:t>
            </a:r>
            <a:r>
              <a:rPr sz="3200" spc="-25" dirty="0">
                <a:latin typeface="Calibri"/>
                <a:cs typeface="Calibri"/>
              </a:rPr>
              <a:t> </a:t>
            </a:r>
            <a:r>
              <a:rPr sz="3200" dirty="0">
                <a:latin typeface="Calibri"/>
                <a:cs typeface="Calibri"/>
              </a:rPr>
              <a:t>điều</a:t>
            </a:r>
            <a:r>
              <a:rPr sz="3200" spc="-45" dirty="0">
                <a:latin typeface="Calibri"/>
                <a:cs typeface="Calibri"/>
              </a:rPr>
              <a:t> </a:t>
            </a:r>
            <a:r>
              <a:rPr sz="3200" dirty="0">
                <a:latin typeface="Calibri"/>
                <a:cs typeface="Calibri"/>
              </a:rPr>
              <a:t>kiện</a:t>
            </a:r>
            <a:r>
              <a:rPr sz="3200" spc="-35" dirty="0">
                <a:latin typeface="Calibri"/>
                <a:cs typeface="Calibri"/>
              </a:rPr>
              <a:t> </a:t>
            </a:r>
            <a:r>
              <a:rPr sz="3200" dirty="0">
                <a:latin typeface="Calibri"/>
                <a:cs typeface="Calibri"/>
              </a:rPr>
              <a:t>cần</a:t>
            </a:r>
            <a:r>
              <a:rPr sz="3200" spc="-40" dirty="0">
                <a:latin typeface="Calibri"/>
                <a:cs typeface="Calibri"/>
              </a:rPr>
              <a:t> </a:t>
            </a:r>
            <a:r>
              <a:rPr sz="3200" dirty="0">
                <a:latin typeface="Calibri"/>
                <a:cs typeface="Calibri"/>
              </a:rPr>
              <a:t>của</a:t>
            </a:r>
            <a:r>
              <a:rPr sz="3200" spc="-30" dirty="0">
                <a:latin typeface="Calibri"/>
                <a:cs typeface="Calibri"/>
              </a:rPr>
              <a:t> </a:t>
            </a:r>
            <a:r>
              <a:rPr sz="3200" spc="-25" dirty="0">
                <a:latin typeface="Calibri"/>
                <a:cs typeface="Calibri"/>
              </a:rPr>
              <a:t>p.</a:t>
            </a:r>
            <a:endParaRPr sz="3200">
              <a:latin typeface="Calibri"/>
              <a:cs typeface="Calibri"/>
            </a:endParaRPr>
          </a:p>
        </p:txBody>
      </p:sp>
      <p:graphicFrame>
        <p:nvGraphicFramePr>
          <p:cNvPr id="4" name="object 4"/>
          <p:cNvGraphicFramePr>
            <a:graphicFrameLocks noGrp="1"/>
          </p:cNvGraphicFramePr>
          <p:nvPr/>
        </p:nvGraphicFramePr>
        <p:xfrm>
          <a:off x="2051050" y="1212850"/>
          <a:ext cx="3776979" cy="1851660"/>
        </p:xfrm>
        <a:graphic>
          <a:graphicData uri="http://schemas.openxmlformats.org/drawingml/2006/table">
            <a:tbl>
              <a:tblPr firstRow="1" bandRow="1">
                <a:tableStyleId>{2D5ABB26-0587-4C30-8999-92F81FD0307C}</a:tableStyleId>
              </a:tblPr>
              <a:tblGrid>
                <a:gridCol w="821690">
                  <a:extLst>
                    <a:ext uri="{9D8B030D-6E8A-4147-A177-3AD203B41FA5}">
                      <a16:colId xmlns:a16="http://schemas.microsoft.com/office/drawing/2014/main" val="20000"/>
                    </a:ext>
                  </a:extLst>
                </a:gridCol>
                <a:gridCol w="821690">
                  <a:extLst>
                    <a:ext uri="{9D8B030D-6E8A-4147-A177-3AD203B41FA5}">
                      <a16:colId xmlns:a16="http://schemas.microsoft.com/office/drawing/2014/main" val="20001"/>
                    </a:ext>
                  </a:extLst>
                </a:gridCol>
                <a:gridCol w="2133599">
                  <a:extLst>
                    <a:ext uri="{9D8B030D-6E8A-4147-A177-3AD203B41FA5}">
                      <a16:colId xmlns:a16="http://schemas.microsoft.com/office/drawing/2014/main" val="20002"/>
                    </a:ext>
                  </a:extLst>
                </a:gridCol>
              </a:tblGrid>
              <a:tr h="370205">
                <a:tc>
                  <a:txBody>
                    <a:bodyPr/>
                    <a:lstStyle/>
                    <a:p>
                      <a:pPr algn="ctr">
                        <a:lnSpc>
                          <a:spcPct val="100000"/>
                        </a:lnSpc>
                        <a:spcBef>
                          <a:spcPts val="240"/>
                        </a:spcBef>
                      </a:pPr>
                      <a:r>
                        <a:rPr sz="1800" b="1" spc="-50" dirty="0">
                          <a:solidFill>
                            <a:srgbClr val="FF0000"/>
                          </a:solidFill>
                          <a:latin typeface="Calibri"/>
                          <a:cs typeface="Calibri"/>
                        </a:rPr>
                        <a:t>p</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240"/>
                        </a:spcBef>
                      </a:pPr>
                      <a:r>
                        <a:rPr sz="1800" b="1" spc="-50" dirty="0">
                          <a:solidFill>
                            <a:srgbClr val="FF0000"/>
                          </a:solidFill>
                          <a:latin typeface="Calibri"/>
                          <a:cs typeface="Calibri"/>
                        </a:rPr>
                        <a:t>q</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65"/>
                        </a:spcBef>
                      </a:pPr>
                      <a:r>
                        <a:rPr sz="1800" b="1" dirty="0">
                          <a:solidFill>
                            <a:srgbClr val="FF0000"/>
                          </a:solidFill>
                          <a:latin typeface="Calibri"/>
                          <a:cs typeface="Calibri"/>
                        </a:rPr>
                        <a:t>p</a:t>
                      </a:r>
                      <a:r>
                        <a:rPr sz="1800" b="1" spc="5" dirty="0">
                          <a:solidFill>
                            <a:srgbClr val="FF0000"/>
                          </a:solidFill>
                          <a:latin typeface="Calibri"/>
                          <a:cs typeface="Calibri"/>
                        </a:rPr>
                        <a:t> </a:t>
                      </a:r>
                      <a:r>
                        <a:rPr sz="1800" dirty="0">
                          <a:solidFill>
                            <a:srgbClr val="FF0000"/>
                          </a:solidFill>
                          <a:latin typeface="Symbol"/>
                          <a:cs typeface="Symbol"/>
                        </a:rPr>
                        <a:t></a:t>
                      </a:r>
                      <a:r>
                        <a:rPr sz="1800" spc="-45" dirty="0">
                          <a:solidFill>
                            <a:srgbClr val="FF0000"/>
                          </a:solidFill>
                          <a:latin typeface="Times New Roman"/>
                          <a:cs typeface="Times New Roman"/>
                        </a:rPr>
                        <a:t> </a:t>
                      </a:r>
                      <a:r>
                        <a:rPr sz="1800" b="1" spc="-50" dirty="0">
                          <a:solidFill>
                            <a:srgbClr val="FF0000"/>
                          </a:solidFill>
                          <a:latin typeface="Calibri"/>
                          <a:cs typeface="Calibri"/>
                        </a:rPr>
                        <a:t>q</a:t>
                      </a:r>
                      <a:endParaRPr sz="1800">
                        <a:latin typeface="Calibri"/>
                        <a:cs typeface="Calibri"/>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0205">
                <a:tc>
                  <a:txBody>
                    <a:bodyPr/>
                    <a:lstStyle/>
                    <a:p>
                      <a:pPr algn="ctr">
                        <a:lnSpc>
                          <a:spcPct val="100000"/>
                        </a:lnSpc>
                        <a:spcBef>
                          <a:spcPts val="240"/>
                        </a:spcBef>
                      </a:pPr>
                      <a:r>
                        <a:rPr sz="1800" spc="-50" dirty="0">
                          <a:latin typeface="Calibri"/>
                          <a:cs typeface="Calibri"/>
                        </a:rPr>
                        <a:t>1</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0"/>
                        </a:spcBef>
                      </a:pPr>
                      <a:r>
                        <a:rPr sz="1800" spc="-50" dirty="0">
                          <a:latin typeface="Calibri"/>
                          <a:cs typeface="Calibri"/>
                        </a:rPr>
                        <a:t>1</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0"/>
                        </a:spcBef>
                      </a:pPr>
                      <a:r>
                        <a:rPr sz="1800" spc="-50" dirty="0">
                          <a:latin typeface="Calibri"/>
                          <a:cs typeface="Calibri"/>
                        </a:rPr>
                        <a:t>1</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840">
                <a:tc>
                  <a:txBody>
                    <a:bodyPr/>
                    <a:lstStyle/>
                    <a:p>
                      <a:pPr algn="ctr">
                        <a:lnSpc>
                          <a:spcPct val="100000"/>
                        </a:lnSpc>
                        <a:spcBef>
                          <a:spcPts val="240"/>
                        </a:spcBef>
                      </a:pPr>
                      <a:r>
                        <a:rPr sz="1800" spc="-50" dirty="0">
                          <a:latin typeface="Calibri"/>
                          <a:cs typeface="Calibri"/>
                        </a:rPr>
                        <a:t>1</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0"/>
                        </a:spcBef>
                      </a:pPr>
                      <a:r>
                        <a:rPr sz="1800" spc="-50" dirty="0">
                          <a:latin typeface="Calibri"/>
                          <a:cs typeface="Calibri"/>
                        </a:rPr>
                        <a:t>0</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0"/>
                        </a:spcBef>
                      </a:pPr>
                      <a:r>
                        <a:rPr sz="1800" spc="-50" dirty="0">
                          <a:latin typeface="Calibri"/>
                          <a:cs typeface="Calibri"/>
                        </a:rPr>
                        <a:t>0</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70205">
                <a:tc>
                  <a:txBody>
                    <a:bodyPr/>
                    <a:lstStyle/>
                    <a:p>
                      <a:pPr algn="ctr">
                        <a:lnSpc>
                          <a:spcPct val="100000"/>
                        </a:lnSpc>
                        <a:spcBef>
                          <a:spcPts val="244"/>
                        </a:spcBef>
                      </a:pPr>
                      <a:r>
                        <a:rPr sz="1800" spc="-50" dirty="0">
                          <a:latin typeface="Calibri"/>
                          <a:cs typeface="Calibri"/>
                        </a:rPr>
                        <a:t>0</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4"/>
                        </a:spcBef>
                      </a:pPr>
                      <a:r>
                        <a:rPr sz="1800" spc="-50" dirty="0">
                          <a:latin typeface="Calibri"/>
                          <a:cs typeface="Calibri"/>
                        </a:rPr>
                        <a:t>1</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4"/>
                        </a:spcBef>
                      </a:pPr>
                      <a:r>
                        <a:rPr sz="1800" spc="-50" dirty="0">
                          <a:latin typeface="Calibri"/>
                          <a:cs typeface="Calibri"/>
                        </a:rPr>
                        <a:t>1</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70205">
                <a:tc>
                  <a:txBody>
                    <a:bodyPr/>
                    <a:lstStyle/>
                    <a:p>
                      <a:pPr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291439"/>
            <a:ext cx="4824095" cy="5296535"/>
          </a:xfrm>
          <a:prstGeom prst="rect">
            <a:avLst/>
          </a:prstGeom>
        </p:spPr>
        <p:txBody>
          <a:bodyPr vert="horz" wrap="square" lIns="0" tIns="109855" rIns="0" bIns="0" rtlCol="0">
            <a:spAutoFit/>
          </a:bodyPr>
          <a:lstStyle/>
          <a:p>
            <a:pPr marL="12700">
              <a:lnSpc>
                <a:spcPct val="100000"/>
              </a:lnSpc>
              <a:spcBef>
                <a:spcPts val="865"/>
              </a:spcBef>
            </a:pPr>
            <a:r>
              <a:rPr sz="3200" b="1" dirty="0">
                <a:latin typeface="Calibri"/>
                <a:cs typeface="Calibri"/>
              </a:rPr>
              <a:t>Ví</a:t>
            </a:r>
            <a:r>
              <a:rPr sz="3200" b="1" spc="-10" dirty="0">
                <a:latin typeface="Calibri"/>
                <a:cs typeface="Calibri"/>
              </a:rPr>
              <a:t> </a:t>
            </a:r>
            <a:r>
              <a:rPr sz="3200" b="1" dirty="0">
                <a:latin typeface="Calibri"/>
                <a:cs typeface="Calibri"/>
              </a:rPr>
              <a:t>dụ</a:t>
            </a:r>
            <a:r>
              <a:rPr sz="3200" b="1" spc="-15" dirty="0">
                <a:latin typeface="Calibri"/>
                <a:cs typeface="Calibri"/>
              </a:rPr>
              <a:t> </a:t>
            </a:r>
            <a:r>
              <a:rPr sz="3200" b="1" spc="-50" dirty="0">
                <a:latin typeface="Calibri"/>
                <a:cs typeface="Calibri"/>
              </a:rPr>
              <a:t>:</a:t>
            </a:r>
            <a:endParaRPr sz="3200">
              <a:latin typeface="Calibri"/>
              <a:cs typeface="Calibri"/>
            </a:endParaRPr>
          </a:p>
          <a:p>
            <a:pPr marL="525780" indent="-513080">
              <a:lnSpc>
                <a:spcPct val="100000"/>
              </a:lnSpc>
              <a:spcBef>
                <a:spcPts val="770"/>
              </a:spcBef>
              <a:buAutoNum type="arabicParenR"/>
              <a:tabLst>
                <a:tab pos="525780" algn="l"/>
              </a:tabLst>
            </a:pPr>
            <a:r>
              <a:rPr sz="3200" dirty="0">
                <a:latin typeface="Calibri"/>
                <a:cs typeface="Calibri"/>
              </a:rPr>
              <a:t>p</a:t>
            </a:r>
            <a:r>
              <a:rPr sz="3200" spc="-5"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1</a:t>
            </a:r>
            <a:r>
              <a:rPr sz="3200" spc="-15" dirty="0">
                <a:latin typeface="Calibri"/>
                <a:cs typeface="Calibri"/>
              </a:rPr>
              <a:t> </a:t>
            </a:r>
            <a:r>
              <a:rPr sz="3200" dirty="0">
                <a:latin typeface="Calibri"/>
                <a:cs typeface="Calibri"/>
              </a:rPr>
              <a:t>+</a:t>
            </a:r>
            <a:r>
              <a:rPr sz="3200" spc="-10" dirty="0">
                <a:latin typeface="Calibri"/>
                <a:cs typeface="Calibri"/>
              </a:rPr>
              <a:t> </a:t>
            </a:r>
            <a:r>
              <a:rPr sz="3200" dirty="0">
                <a:latin typeface="Calibri"/>
                <a:cs typeface="Calibri"/>
              </a:rPr>
              <a:t>2</a:t>
            </a:r>
            <a:r>
              <a:rPr sz="3200" spc="-15" dirty="0">
                <a:latin typeface="Calibri"/>
                <a:cs typeface="Calibri"/>
              </a:rPr>
              <a:t> </a:t>
            </a:r>
            <a:r>
              <a:rPr sz="3200" dirty="0">
                <a:latin typeface="Calibri"/>
                <a:cs typeface="Calibri"/>
              </a:rPr>
              <a:t>=</a:t>
            </a:r>
            <a:r>
              <a:rPr sz="3200" spc="-5" dirty="0">
                <a:latin typeface="Calibri"/>
                <a:cs typeface="Calibri"/>
              </a:rPr>
              <a:t> </a:t>
            </a:r>
            <a:r>
              <a:rPr sz="3200" spc="-25" dirty="0">
                <a:latin typeface="Calibri"/>
                <a:cs typeface="Calibri"/>
              </a:rPr>
              <a:t>3,</a:t>
            </a:r>
            <a:endParaRPr sz="3200">
              <a:latin typeface="Calibri"/>
              <a:cs typeface="Calibri"/>
            </a:endParaRPr>
          </a:p>
          <a:p>
            <a:pPr marL="568960">
              <a:lnSpc>
                <a:spcPct val="100000"/>
              </a:lnSpc>
              <a:spcBef>
                <a:spcPts val="765"/>
              </a:spcBef>
            </a:pPr>
            <a:r>
              <a:rPr sz="3200" dirty="0">
                <a:latin typeface="Calibri"/>
                <a:cs typeface="Calibri"/>
              </a:rPr>
              <a:t>q</a:t>
            </a:r>
            <a:r>
              <a:rPr sz="3200" spc="-15" dirty="0">
                <a:latin typeface="Calibri"/>
                <a:cs typeface="Calibri"/>
              </a:rPr>
              <a:t> </a:t>
            </a:r>
            <a:r>
              <a:rPr sz="3200" dirty="0">
                <a:latin typeface="Calibri"/>
                <a:cs typeface="Calibri"/>
              </a:rPr>
              <a:t>:</a:t>
            </a:r>
            <a:r>
              <a:rPr sz="3200" spc="5" dirty="0">
                <a:latin typeface="Calibri"/>
                <a:cs typeface="Calibri"/>
              </a:rPr>
              <a:t> </a:t>
            </a:r>
            <a:r>
              <a:rPr sz="3200" dirty="0">
                <a:latin typeface="Calibri"/>
                <a:cs typeface="Calibri"/>
              </a:rPr>
              <a:t>3</a:t>
            </a:r>
            <a:r>
              <a:rPr sz="3200" spc="-10" dirty="0">
                <a:latin typeface="Calibri"/>
                <a:cs typeface="Calibri"/>
              </a:rPr>
              <a:t> </a:t>
            </a:r>
            <a:r>
              <a:rPr sz="3200" dirty="0">
                <a:latin typeface="Calibri"/>
                <a:cs typeface="Calibri"/>
              </a:rPr>
              <a:t>là</a:t>
            </a:r>
            <a:r>
              <a:rPr sz="3200" spc="-10" dirty="0">
                <a:latin typeface="Calibri"/>
                <a:cs typeface="Calibri"/>
              </a:rPr>
              <a:t> </a:t>
            </a:r>
            <a:r>
              <a:rPr sz="3200" dirty="0">
                <a:latin typeface="Calibri"/>
                <a:cs typeface="Calibri"/>
              </a:rPr>
              <a:t>số</a:t>
            </a:r>
            <a:r>
              <a:rPr sz="3200" spc="-10" dirty="0">
                <a:latin typeface="Calibri"/>
                <a:cs typeface="Calibri"/>
              </a:rPr>
              <a:t> </a:t>
            </a:r>
            <a:r>
              <a:rPr sz="3200" spc="-25" dirty="0">
                <a:latin typeface="Calibri"/>
                <a:cs typeface="Calibri"/>
              </a:rPr>
              <a:t>lẻ,</a:t>
            </a:r>
            <a:endParaRPr sz="3200">
              <a:latin typeface="Calibri"/>
              <a:cs typeface="Calibri"/>
            </a:endParaRPr>
          </a:p>
          <a:p>
            <a:pPr marL="477520">
              <a:lnSpc>
                <a:spcPct val="100000"/>
              </a:lnSpc>
              <a:spcBef>
                <a:spcPts val="795"/>
              </a:spcBef>
            </a:pPr>
            <a:r>
              <a:rPr sz="3200" spc="-40" dirty="0">
                <a:latin typeface="Symbol"/>
                <a:cs typeface="Symbol"/>
              </a:rPr>
              <a:t></a:t>
            </a:r>
            <a:r>
              <a:rPr sz="3200" spc="-365" dirty="0">
                <a:latin typeface="Times New Roman"/>
                <a:cs typeface="Times New Roman"/>
              </a:rPr>
              <a:t> </a:t>
            </a:r>
            <a:r>
              <a:rPr sz="3200" dirty="0">
                <a:latin typeface="Calibri"/>
                <a:cs typeface="Calibri"/>
              </a:rPr>
              <a:t>p</a:t>
            </a:r>
            <a:r>
              <a:rPr sz="3200" spc="-35"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Calibri"/>
                <a:cs typeface="Calibri"/>
              </a:rPr>
              <a:t>q</a:t>
            </a:r>
            <a:r>
              <a:rPr sz="3200" spc="-25" dirty="0">
                <a:latin typeface="Calibri"/>
                <a:cs typeface="Calibri"/>
              </a:rPr>
              <a:t> </a:t>
            </a:r>
            <a:r>
              <a:rPr sz="3200" dirty="0">
                <a:latin typeface="Calibri"/>
                <a:cs typeface="Calibri"/>
              </a:rPr>
              <a:t>có</a:t>
            </a:r>
            <a:r>
              <a:rPr sz="3200" spc="-40" dirty="0">
                <a:latin typeface="Calibri"/>
                <a:cs typeface="Calibri"/>
              </a:rPr>
              <a:t> </a:t>
            </a:r>
            <a:r>
              <a:rPr sz="3200" dirty="0">
                <a:latin typeface="Calibri"/>
                <a:cs typeface="Calibri"/>
              </a:rPr>
              <a:t>chân</a:t>
            </a:r>
            <a:r>
              <a:rPr sz="3200" spc="-10" dirty="0">
                <a:latin typeface="Calibri"/>
                <a:cs typeface="Calibri"/>
              </a:rPr>
              <a:t> </a:t>
            </a:r>
            <a:r>
              <a:rPr sz="3200" dirty="0">
                <a:latin typeface="Calibri"/>
                <a:cs typeface="Calibri"/>
              </a:rPr>
              <a:t>trị</a:t>
            </a:r>
            <a:r>
              <a:rPr sz="3200" spc="-35" dirty="0">
                <a:latin typeface="Calibri"/>
                <a:cs typeface="Calibri"/>
              </a:rPr>
              <a:t> </a:t>
            </a:r>
            <a:r>
              <a:rPr sz="3200" spc="-10" dirty="0">
                <a:latin typeface="Calibri"/>
                <a:cs typeface="Calibri"/>
              </a:rPr>
              <a:t>đúng.</a:t>
            </a:r>
            <a:endParaRPr sz="3200">
              <a:latin typeface="Calibri"/>
              <a:cs typeface="Calibri"/>
            </a:endParaRPr>
          </a:p>
          <a:p>
            <a:pPr>
              <a:lnSpc>
                <a:spcPct val="100000"/>
              </a:lnSpc>
              <a:spcBef>
                <a:spcPts val="680"/>
              </a:spcBef>
            </a:pPr>
            <a:endParaRPr sz="3200">
              <a:latin typeface="Calibri"/>
              <a:cs typeface="Calibri"/>
            </a:endParaRPr>
          </a:p>
          <a:p>
            <a:pPr marL="527685" marR="888365" indent="-515620">
              <a:lnSpc>
                <a:spcPct val="120000"/>
              </a:lnSpc>
              <a:buAutoNum type="arabicParenR" startAt="2"/>
              <a:tabLst>
                <a:tab pos="564515" algn="l"/>
              </a:tabLst>
            </a:pPr>
            <a:r>
              <a:rPr sz="3200" dirty="0">
                <a:latin typeface="Calibri"/>
                <a:cs typeface="Calibri"/>
              </a:rPr>
              <a:t>p</a:t>
            </a:r>
            <a:r>
              <a:rPr sz="3200" spc="-35"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7</a:t>
            </a:r>
            <a:r>
              <a:rPr sz="3200" spc="-25" dirty="0">
                <a:latin typeface="Calibri"/>
                <a:cs typeface="Calibri"/>
              </a:rPr>
              <a:t> </a:t>
            </a:r>
            <a:r>
              <a:rPr sz="3200" dirty="0">
                <a:latin typeface="Calibri"/>
                <a:cs typeface="Calibri"/>
              </a:rPr>
              <a:t>là</a:t>
            </a:r>
            <a:r>
              <a:rPr sz="3200" spc="-30" dirty="0">
                <a:latin typeface="Calibri"/>
                <a:cs typeface="Calibri"/>
              </a:rPr>
              <a:t> </a:t>
            </a:r>
            <a:r>
              <a:rPr sz="3200" dirty="0">
                <a:latin typeface="Calibri"/>
                <a:cs typeface="Calibri"/>
              </a:rPr>
              <a:t>số</a:t>
            </a:r>
            <a:r>
              <a:rPr sz="3200" spc="-35" dirty="0">
                <a:latin typeface="Calibri"/>
                <a:cs typeface="Calibri"/>
              </a:rPr>
              <a:t> </a:t>
            </a:r>
            <a:r>
              <a:rPr sz="3200" dirty="0">
                <a:latin typeface="Calibri"/>
                <a:cs typeface="Calibri"/>
              </a:rPr>
              <a:t>nguyên</a:t>
            </a:r>
            <a:r>
              <a:rPr sz="3200" spc="-15" dirty="0">
                <a:latin typeface="Calibri"/>
                <a:cs typeface="Calibri"/>
              </a:rPr>
              <a:t> </a:t>
            </a:r>
            <a:r>
              <a:rPr sz="3200" spc="-25" dirty="0">
                <a:latin typeface="Calibri"/>
                <a:cs typeface="Calibri"/>
              </a:rPr>
              <a:t>tố, 	</a:t>
            </a:r>
            <a:r>
              <a:rPr sz="3200" dirty="0">
                <a:latin typeface="Calibri"/>
                <a:cs typeface="Calibri"/>
              </a:rPr>
              <a:t>q :</a:t>
            </a:r>
            <a:r>
              <a:rPr sz="3200" spc="-15" dirty="0">
                <a:latin typeface="Calibri"/>
                <a:cs typeface="Calibri"/>
              </a:rPr>
              <a:t> </a:t>
            </a:r>
            <a:r>
              <a:rPr sz="3200" dirty="0">
                <a:latin typeface="Calibri"/>
                <a:cs typeface="Calibri"/>
              </a:rPr>
              <a:t>4</a:t>
            </a:r>
            <a:r>
              <a:rPr sz="3200" spc="-15" dirty="0">
                <a:latin typeface="Calibri"/>
                <a:cs typeface="Calibri"/>
              </a:rPr>
              <a:t> </a:t>
            </a:r>
            <a:r>
              <a:rPr sz="3200" dirty="0">
                <a:latin typeface="Calibri"/>
                <a:cs typeface="Calibri"/>
              </a:rPr>
              <a:t>là</a:t>
            </a:r>
            <a:r>
              <a:rPr sz="3200" spc="-15" dirty="0">
                <a:latin typeface="Calibri"/>
                <a:cs typeface="Calibri"/>
              </a:rPr>
              <a:t> </a:t>
            </a:r>
            <a:r>
              <a:rPr sz="3200" dirty="0">
                <a:latin typeface="Calibri"/>
                <a:cs typeface="Calibri"/>
              </a:rPr>
              <a:t>số</a:t>
            </a:r>
            <a:r>
              <a:rPr sz="3200" spc="-15" dirty="0">
                <a:latin typeface="Calibri"/>
                <a:cs typeface="Calibri"/>
              </a:rPr>
              <a:t> </a:t>
            </a:r>
            <a:r>
              <a:rPr sz="3200" spc="-25" dirty="0">
                <a:latin typeface="Calibri"/>
                <a:cs typeface="Calibri"/>
              </a:rPr>
              <a:t>lẻ,</a:t>
            </a:r>
            <a:endParaRPr sz="3200">
              <a:latin typeface="Calibri"/>
              <a:cs typeface="Calibri"/>
            </a:endParaRPr>
          </a:p>
          <a:p>
            <a:pPr marL="564515">
              <a:lnSpc>
                <a:spcPct val="100000"/>
              </a:lnSpc>
              <a:spcBef>
                <a:spcPts val="795"/>
              </a:spcBef>
            </a:pPr>
            <a:r>
              <a:rPr sz="3200" dirty="0">
                <a:latin typeface="Symbol"/>
                <a:cs typeface="Symbol"/>
              </a:rPr>
              <a:t></a:t>
            </a:r>
            <a:r>
              <a:rPr sz="3200" spc="-105" dirty="0">
                <a:latin typeface="Times New Roman"/>
                <a:cs typeface="Times New Roman"/>
              </a:rPr>
              <a:t> </a:t>
            </a:r>
            <a:r>
              <a:rPr sz="3200" dirty="0">
                <a:latin typeface="Calibri"/>
                <a:cs typeface="Calibri"/>
              </a:rPr>
              <a:t>p</a:t>
            </a:r>
            <a:r>
              <a:rPr sz="3200" spc="-20"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Calibri"/>
                <a:cs typeface="Calibri"/>
              </a:rPr>
              <a:t>q</a:t>
            </a:r>
            <a:r>
              <a:rPr sz="3200" spc="-10" dirty="0">
                <a:latin typeface="Calibri"/>
                <a:cs typeface="Calibri"/>
              </a:rPr>
              <a:t> </a:t>
            </a:r>
            <a:r>
              <a:rPr sz="3200" dirty="0">
                <a:latin typeface="Calibri"/>
                <a:cs typeface="Calibri"/>
              </a:rPr>
              <a:t>có</a:t>
            </a:r>
            <a:r>
              <a:rPr sz="3200" spc="-35" dirty="0">
                <a:latin typeface="Calibri"/>
                <a:cs typeface="Calibri"/>
              </a:rPr>
              <a:t> </a:t>
            </a:r>
            <a:r>
              <a:rPr sz="3200" dirty="0">
                <a:latin typeface="Calibri"/>
                <a:cs typeface="Calibri"/>
              </a:rPr>
              <a:t>chân</a:t>
            </a:r>
            <a:r>
              <a:rPr sz="3200" spc="-20" dirty="0">
                <a:latin typeface="Calibri"/>
                <a:cs typeface="Calibri"/>
              </a:rPr>
              <a:t> </a:t>
            </a:r>
            <a:r>
              <a:rPr sz="3200" dirty="0">
                <a:latin typeface="Calibri"/>
                <a:cs typeface="Calibri"/>
              </a:rPr>
              <a:t>trị</a:t>
            </a:r>
            <a:r>
              <a:rPr sz="3200" spc="-30" dirty="0">
                <a:latin typeface="Calibri"/>
                <a:cs typeface="Calibri"/>
              </a:rPr>
              <a:t> </a:t>
            </a:r>
            <a:r>
              <a:rPr sz="3200" spc="-20" dirty="0">
                <a:latin typeface="Calibri"/>
                <a:cs typeface="Calibri"/>
              </a:rPr>
              <a:t>sai.</a:t>
            </a:r>
            <a:endParaRPr sz="3200">
              <a:latin typeface="Calibri"/>
              <a:cs typeface="Calibri"/>
            </a:endParaRPr>
          </a:p>
          <a:p>
            <a:pPr marL="564515">
              <a:lnSpc>
                <a:spcPct val="100000"/>
              </a:lnSpc>
              <a:spcBef>
                <a:spcPts val="770"/>
              </a:spcBef>
            </a:pPr>
            <a:r>
              <a:rPr sz="3200" dirty="0">
                <a:latin typeface="Symbol"/>
                <a:cs typeface="Symbol"/>
              </a:rPr>
              <a:t></a:t>
            </a:r>
            <a:r>
              <a:rPr sz="3200" spc="-105" dirty="0">
                <a:latin typeface="Times New Roman"/>
                <a:cs typeface="Times New Roman"/>
              </a:rPr>
              <a:t> </a:t>
            </a:r>
            <a:r>
              <a:rPr sz="3200" dirty="0">
                <a:latin typeface="Calibri"/>
                <a:cs typeface="Calibri"/>
              </a:rPr>
              <a:t>q</a:t>
            </a:r>
            <a:r>
              <a:rPr sz="3200" spc="-25" dirty="0">
                <a:latin typeface="Calibri"/>
                <a:cs typeface="Calibri"/>
              </a:rPr>
              <a:t> </a:t>
            </a:r>
            <a:r>
              <a:rPr sz="3200" dirty="0">
                <a:latin typeface="Symbol"/>
                <a:cs typeface="Symbol"/>
              </a:rPr>
              <a:t></a:t>
            </a:r>
            <a:r>
              <a:rPr sz="3200" spc="-105" dirty="0">
                <a:latin typeface="Times New Roman"/>
                <a:cs typeface="Times New Roman"/>
              </a:rPr>
              <a:t> </a:t>
            </a:r>
            <a:r>
              <a:rPr sz="3200" dirty="0">
                <a:latin typeface="Calibri"/>
                <a:cs typeface="Calibri"/>
              </a:rPr>
              <a:t>p</a:t>
            </a:r>
            <a:r>
              <a:rPr sz="3200" spc="-10" dirty="0">
                <a:latin typeface="Calibri"/>
                <a:cs typeface="Calibri"/>
              </a:rPr>
              <a:t> </a:t>
            </a:r>
            <a:r>
              <a:rPr sz="3200" dirty="0">
                <a:latin typeface="Calibri"/>
                <a:cs typeface="Calibri"/>
              </a:rPr>
              <a:t>có</a:t>
            </a:r>
            <a:r>
              <a:rPr sz="3200" spc="-45" dirty="0">
                <a:latin typeface="Calibri"/>
                <a:cs typeface="Calibri"/>
              </a:rPr>
              <a:t> </a:t>
            </a:r>
            <a:r>
              <a:rPr sz="3200" dirty="0">
                <a:latin typeface="Calibri"/>
                <a:cs typeface="Calibri"/>
              </a:rPr>
              <a:t>chân</a:t>
            </a:r>
            <a:r>
              <a:rPr sz="3200" spc="-35" dirty="0">
                <a:latin typeface="Calibri"/>
                <a:cs typeface="Calibri"/>
              </a:rPr>
              <a:t> </a:t>
            </a:r>
            <a:r>
              <a:rPr sz="3200" dirty="0">
                <a:latin typeface="Calibri"/>
                <a:cs typeface="Calibri"/>
              </a:rPr>
              <a:t>trị</a:t>
            </a:r>
            <a:r>
              <a:rPr sz="3200" spc="-15" dirty="0">
                <a:latin typeface="Calibri"/>
                <a:cs typeface="Calibri"/>
              </a:rPr>
              <a:t> </a:t>
            </a:r>
            <a:r>
              <a:rPr sz="3200" b="1" spc="-25" dirty="0">
                <a:solidFill>
                  <a:srgbClr val="FF0000"/>
                </a:solidFill>
                <a:latin typeface="Calibri"/>
                <a:cs typeface="Calibri"/>
              </a:rPr>
              <a:t>?</a:t>
            </a:r>
            <a:r>
              <a:rPr sz="3200" spc="-25" dirty="0">
                <a:latin typeface="Calibri"/>
                <a:cs typeface="Calibri"/>
              </a:rPr>
              <a:t>.</a:t>
            </a:r>
            <a:endParaRPr sz="3200">
              <a:latin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235407"/>
            <a:ext cx="3673475" cy="514350"/>
          </a:xfrm>
          <a:prstGeom prst="rect">
            <a:avLst/>
          </a:prstGeom>
        </p:spPr>
        <p:txBody>
          <a:bodyPr vert="horz" wrap="square" lIns="0" tIns="13335" rIns="0" bIns="0" rtlCol="0">
            <a:spAutoFit/>
          </a:bodyPr>
          <a:lstStyle/>
          <a:p>
            <a:pPr marL="12700">
              <a:lnSpc>
                <a:spcPct val="100000"/>
              </a:lnSpc>
              <a:spcBef>
                <a:spcPts val="105"/>
              </a:spcBef>
            </a:pPr>
            <a:r>
              <a:rPr sz="3200" dirty="0">
                <a:latin typeface="Calibri"/>
                <a:cs typeface="Calibri"/>
              </a:rPr>
              <a:t>e</a:t>
            </a:r>
            <a:r>
              <a:rPr sz="3200" spc="-50" dirty="0">
                <a:latin typeface="Calibri"/>
                <a:cs typeface="Calibri"/>
              </a:rPr>
              <a:t> </a:t>
            </a:r>
            <a:r>
              <a:rPr sz="3200" dirty="0">
                <a:latin typeface="Calibri"/>
                <a:cs typeface="Calibri"/>
              </a:rPr>
              <a:t>)</a:t>
            </a:r>
            <a:r>
              <a:rPr sz="3200" spc="-45" dirty="0">
                <a:latin typeface="Calibri"/>
                <a:cs typeface="Calibri"/>
              </a:rPr>
              <a:t> </a:t>
            </a:r>
            <a:r>
              <a:rPr sz="3200" dirty="0">
                <a:latin typeface="Calibri"/>
                <a:cs typeface="Calibri"/>
              </a:rPr>
              <a:t>kéo</a:t>
            </a:r>
            <a:r>
              <a:rPr sz="3200" spc="-45" dirty="0">
                <a:latin typeface="Calibri"/>
                <a:cs typeface="Calibri"/>
              </a:rPr>
              <a:t> </a:t>
            </a:r>
            <a:r>
              <a:rPr sz="3200" dirty="0">
                <a:latin typeface="Calibri"/>
                <a:cs typeface="Calibri"/>
              </a:rPr>
              <a:t>theo</a:t>
            </a:r>
            <a:r>
              <a:rPr sz="3200" spc="-50" dirty="0">
                <a:latin typeface="Calibri"/>
                <a:cs typeface="Calibri"/>
              </a:rPr>
              <a:t> </a:t>
            </a:r>
            <a:r>
              <a:rPr sz="3200" dirty="0">
                <a:latin typeface="Calibri"/>
                <a:cs typeface="Calibri"/>
              </a:rPr>
              <a:t>hai</a:t>
            </a:r>
            <a:r>
              <a:rPr sz="3200" spc="-45" dirty="0">
                <a:latin typeface="Calibri"/>
                <a:cs typeface="Calibri"/>
              </a:rPr>
              <a:t> </a:t>
            </a:r>
            <a:r>
              <a:rPr sz="3200" spc="-10" dirty="0">
                <a:latin typeface="Calibri"/>
                <a:cs typeface="Calibri"/>
              </a:rPr>
              <a:t>chiều:</a:t>
            </a:r>
            <a:endParaRPr sz="3200">
              <a:latin typeface="Calibri"/>
              <a:cs typeface="Calibri"/>
            </a:endParaRPr>
          </a:p>
        </p:txBody>
      </p:sp>
      <p:sp>
        <p:nvSpPr>
          <p:cNvPr id="3" name="object 3"/>
          <p:cNvSpPr txBox="1"/>
          <p:nvPr/>
        </p:nvSpPr>
        <p:spPr>
          <a:xfrm>
            <a:off x="383540" y="3654395"/>
            <a:ext cx="5030470" cy="1195705"/>
          </a:xfrm>
          <a:prstGeom prst="rect">
            <a:avLst/>
          </a:prstGeom>
        </p:spPr>
        <p:txBody>
          <a:bodyPr vert="horz" wrap="square" lIns="0" tIns="109855" rIns="0" bIns="0" rtlCol="0">
            <a:spAutoFit/>
          </a:bodyPr>
          <a:lstStyle/>
          <a:p>
            <a:pPr marL="469900" indent="-457200">
              <a:lnSpc>
                <a:spcPct val="100000"/>
              </a:lnSpc>
              <a:spcBef>
                <a:spcPts val="865"/>
              </a:spcBef>
              <a:buFont typeface="Wingdings"/>
              <a:buChar char=""/>
              <a:tabLst>
                <a:tab pos="469900" algn="l"/>
              </a:tabLst>
            </a:pPr>
            <a:r>
              <a:rPr sz="3200" dirty="0">
                <a:latin typeface="Calibri"/>
                <a:cs typeface="Calibri"/>
              </a:rPr>
              <a:t>p</a:t>
            </a:r>
            <a:r>
              <a:rPr sz="3200" spc="-15"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q</a:t>
            </a:r>
            <a:r>
              <a:rPr sz="3200" spc="-10"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p</a:t>
            </a:r>
            <a:r>
              <a:rPr sz="3200" spc="-25" dirty="0">
                <a:latin typeface="Calibri"/>
                <a:cs typeface="Calibri"/>
              </a:rPr>
              <a:t> </a:t>
            </a:r>
            <a:r>
              <a:rPr sz="3200" dirty="0">
                <a:latin typeface="Calibri"/>
                <a:cs typeface="Calibri"/>
              </a:rPr>
              <a:t>khi</a:t>
            </a:r>
            <a:r>
              <a:rPr sz="3200" spc="-15" dirty="0">
                <a:latin typeface="Calibri"/>
                <a:cs typeface="Calibri"/>
              </a:rPr>
              <a:t> </a:t>
            </a:r>
            <a:r>
              <a:rPr sz="3200" dirty="0">
                <a:latin typeface="Calibri"/>
                <a:cs typeface="Calibri"/>
              </a:rPr>
              <a:t>và</a:t>
            </a:r>
            <a:r>
              <a:rPr sz="3200" spc="-20" dirty="0">
                <a:latin typeface="Calibri"/>
                <a:cs typeface="Calibri"/>
              </a:rPr>
              <a:t> </a:t>
            </a:r>
            <a:r>
              <a:rPr sz="3200" dirty="0">
                <a:latin typeface="Calibri"/>
                <a:cs typeface="Calibri"/>
              </a:rPr>
              <a:t>chỉ</a:t>
            </a:r>
            <a:r>
              <a:rPr sz="3200" spc="-15" dirty="0">
                <a:latin typeface="Calibri"/>
                <a:cs typeface="Calibri"/>
              </a:rPr>
              <a:t> </a:t>
            </a:r>
            <a:r>
              <a:rPr sz="3200" dirty="0">
                <a:latin typeface="Calibri"/>
                <a:cs typeface="Calibri"/>
              </a:rPr>
              <a:t>khi</a:t>
            </a:r>
            <a:r>
              <a:rPr sz="3200" spc="-35" dirty="0">
                <a:latin typeface="Calibri"/>
                <a:cs typeface="Calibri"/>
              </a:rPr>
              <a:t> </a:t>
            </a:r>
            <a:r>
              <a:rPr sz="3200" spc="-25" dirty="0">
                <a:latin typeface="Calibri"/>
                <a:cs typeface="Calibri"/>
              </a:rPr>
              <a:t>q.</a:t>
            </a:r>
            <a:endParaRPr sz="3200">
              <a:latin typeface="Calibri"/>
              <a:cs typeface="Calibri"/>
            </a:endParaRPr>
          </a:p>
          <a:p>
            <a:pPr marL="469900" indent="-457200">
              <a:lnSpc>
                <a:spcPct val="100000"/>
              </a:lnSpc>
              <a:spcBef>
                <a:spcPts val="765"/>
              </a:spcBef>
              <a:buFont typeface="Wingdings"/>
              <a:buChar char=""/>
              <a:tabLst>
                <a:tab pos="469900" algn="l"/>
              </a:tabLst>
            </a:pPr>
            <a:r>
              <a:rPr sz="3200" dirty="0">
                <a:latin typeface="Calibri"/>
                <a:cs typeface="Calibri"/>
              </a:rPr>
              <a:t>p</a:t>
            </a:r>
            <a:r>
              <a:rPr sz="3200" spc="-20"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q</a:t>
            </a:r>
            <a:r>
              <a:rPr sz="3200" spc="-15"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Calibri"/>
                <a:cs typeface="Calibri"/>
              </a:rPr>
              <a:t>p</a:t>
            </a:r>
            <a:r>
              <a:rPr sz="3200" spc="-20" dirty="0">
                <a:latin typeface="Calibri"/>
                <a:cs typeface="Calibri"/>
              </a:rPr>
              <a:t> </a:t>
            </a:r>
            <a:r>
              <a:rPr sz="3200" dirty="0">
                <a:latin typeface="Calibri"/>
                <a:cs typeface="Calibri"/>
              </a:rPr>
              <a:t>nếu</a:t>
            </a:r>
            <a:r>
              <a:rPr sz="3200" spc="-15" dirty="0">
                <a:latin typeface="Calibri"/>
                <a:cs typeface="Calibri"/>
              </a:rPr>
              <a:t> </a:t>
            </a:r>
            <a:r>
              <a:rPr sz="3200" dirty="0">
                <a:latin typeface="Calibri"/>
                <a:cs typeface="Calibri"/>
              </a:rPr>
              <a:t>và</a:t>
            </a:r>
            <a:r>
              <a:rPr sz="3200" spc="-20" dirty="0">
                <a:latin typeface="Calibri"/>
                <a:cs typeface="Calibri"/>
              </a:rPr>
              <a:t> </a:t>
            </a:r>
            <a:r>
              <a:rPr sz="3200" dirty="0">
                <a:latin typeface="Calibri"/>
                <a:cs typeface="Calibri"/>
              </a:rPr>
              <a:t>chỉ</a:t>
            </a:r>
            <a:r>
              <a:rPr sz="3200" spc="-25" dirty="0">
                <a:latin typeface="Calibri"/>
                <a:cs typeface="Calibri"/>
              </a:rPr>
              <a:t> </a:t>
            </a:r>
            <a:r>
              <a:rPr sz="3200" dirty="0">
                <a:latin typeface="Calibri"/>
                <a:cs typeface="Calibri"/>
              </a:rPr>
              <a:t>nếu</a:t>
            </a:r>
            <a:r>
              <a:rPr sz="3200" spc="-20" dirty="0">
                <a:latin typeface="Calibri"/>
                <a:cs typeface="Calibri"/>
              </a:rPr>
              <a:t> </a:t>
            </a:r>
            <a:r>
              <a:rPr sz="3200" spc="-25" dirty="0">
                <a:latin typeface="Calibri"/>
                <a:cs typeface="Calibri"/>
              </a:rPr>
              <a:t>q.</a:t>
            </a:r>
            <a:endParaRPr sz="3200">
              <a:latin typeface="Calibri"/>
              <a:cs typeface="Calibri"/>
            </a:endParaRPr>
          </a:p>
        </p:txBody>
      </p:sp>
      <p:graphicFrame>
        <p:nvGraphicFramePr>
          <p:cNvPr id="4" name="object 4"/>
          <p:cNvGraphicFramePr>
            <a:graphicFrameLocks noGrp="1"/>
          </p:cNvGraphicFramePr>
          <p:nvPr/>
        </p:nvGraphicFramePr>
        <p:xfrm>
          <a:off x="2051050" y="1212850"/>
          <a:ext cx="3865879" cy="1851660"/>
        </p:xfrm>
        <a:graphic>
          <a:graphicData uri="http://schemas.openxmlformats.org/drawingml/2006/table">
            <a:tbl>
              <a:tblPr firstRow="1" bandRow="1">
                <a:tableStyleId>{2D5ABB26-0587-4C30-8999-92F81FD0307C}</a:tableStyleId>
              </a:tblPr>
              <a:tblGrid>
                <a:gridCol w="821690">
                  <a:extLst>
                    <a:ext uri="{9D8B030D-6E8A-4147-A177-3AD203B41FA5}">
                      <a16:colId xmlns:a16="http://schemas.microsoft.com/office/drawing/2014/main" val="20000"/>
                    </a:ext>
                  </a:extLst>
                </a:gridCol>
                <a:gridCol w="821690">
                  <a:extLst>
                    <a:ext uri="{9D8B030D-6E8A-4147-A177-3AD203B41FA5}">
                      <a16:colId xmlns:a16="http://schemas.microsoft.com/office/drawing/2014/main" val="20001"/>
                    </a:ext>
                  </a:extLst>
                </a:gridCol>
                <a:gridCol w="2133599">
                  <a:extLst>
                    <a:ext uri="{9D8B030D-6E8A-4147-A177-3AD203B41FA5}">
                      <a16:colId xmlns:a16="http://schemas.microsoft.com/office/drawing/2014/main" val="20002"/>
                    </a:ext>
                  </a:extLst>
                </a:gridCol>
              </a:tblGrid>
              <a:tr h="370205">
                <a:tc>
                  <a:txBody>
                    <a:bodyPr/>
                    <a:lstStyle/>
                    <a:p>
                      <a:pPr algn="ctr">
                        <a:lnSpc>
                          <a:spcPct val="100000"/>
                        </a:lnSpc>
                        <a:spcBef>
                          <a:spcPts val="240"/>
                        </a:spcBef>
                      </a:pPr>
                      <a:r>
                        <a:rPr sz="1800" b="1" spc="-50" dirty="0">
                          <a:solidFill>
                            <a:srgbClr val="FF0000"/>
                          </a:solidFill>
                          <a:latin typeface="Calibri"/>
                          <a:cs typeface="Calibri"/>
                        </a:rPr>
                        <a:t>p</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240"/>
                        </a:spcBef>
                      </a:pPr>
                      <a:r>
                        <a:rPr sz="1800" b="1" spc="-50" dirty="0">
                          <a:solidFill>
                            <a:srgbClr val="FF0000"/>
                          </a:solidFill>
                          <a:latin typeface="Calibri"/>
                          <a:cs typeface="Calibri"/>
                        </a:rPr>
                        <a:t>q</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65"/>
                        </a:spcBef>
                      </a:pPr>
                      <a:r>
                        <a:rPr sz="1800" b="1" dirty="0">
                          <a:solidFill>
                            <a:srgbClr val="FF0000"/>
                          </a:solidFill>
                          <a:latin typeface="Calibri"/>
                          <a:cs typeface="Calibri"/>
                        </a:rPr>
                        <a:t>p</a:t>
                      </a:r>
                      <a:r>
                        <a:rPr sz="1800" b="1" spc="5" dirty="0">
                          <a:solidFill>
                            <a:srgbClr val="FF0000"/>
                          </a:solidFill>
                          <a:latin typeface="Calibri"/>
                          <a:cs typeface="Calibri"/>
                        </a:rPr>
                        <a:t> </a:t>
                      </a:r>
                      <a:r>
                        <a:rPr sz="1800" dirty="0">
                          <a:solidFill>
                            <a:srgbClr val="FF0000"/>
                          </a:solidFill>
                          <a:latin typeface="Symbol"/>
                          <a:cs typeface="Symbol"/>
                        </a:rPr>
                        <a:t></a:t>
                      </a:r>
                      <a:r>
                        <a:rPr sz="1800" spc="-50" dirty="0">
                          <a:solidFill>
                            <a:srgbClr val="FF0000"/>
                          </a:solidFill>
                          <a:latin typeface="Times New Roman"/>
                          <a:cs typeface="Times New Roman"/>
                        </a:rPr>
                        <a:t> </a:t>
                      </a:r>
                      <a:r>
                        <a:rPr sz="1800" b="1" spc="-50" dirty="0">
                          <a:solidFill>
                            <a:srgbClr val="FF0000"/>
                          </a:solidFill>
                          <a:latin typeface="Calibri"/>
                          <a:cs typeface="Calibri"/>
                        </a:rPr>
                        <a:t>q</a:t>
                      </a:r>
                      <a:endParaRPr sz="1800">
                        <a:latin typeface="Calibri"/>
                        <a:cs typeface="Calibri"/>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0205">
                <a:tc>
                  <a:txBody>
                    <a:bodyPr/>
                    <a:lstStyle/>
                    <a:p>
                      <a:pPr algn="ctr">
                        <a:lnSpc>
                          <a:spcPct val="100000"/>
                        </a:lnSpc>
                        <a:spcBef>
                          <a:spcPts val="240"/>
                        </a:spcBef>
                      </a:pPr>
                      <a:r>
                        <a:rPr sz="1800" spc="-50" dirty="0">
                          <a:latin typeface="Calibri"/>
                          <a:cs typeface="Calibri"/>
                        </a:rPr>
                        <a:t>1</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0"/>
                        </a:spcBef>
                      </a:pPr>
                      <a:r>
                        <a:rPr sz="1800" spc="-50" dirty="0">
                          <a:latin typeface="Calibri"/>
                          <a:cs typeface="Calibri"/>
                        </a:rPr>
                        <a:t>1</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0"/>
                        </a:spcBef>
                      </a:pPr>
                      <a:r>
                        <a:rPr sz="1800" spc="-50" dirty="0">
                          <a:latin typeface="Calibri"/>
                          <a:cs typeface="Calibri"/>
                        </a:rPr>
                        <a:t>1</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840">
                <a:tc>
                  <a:txBody>
                    <a:bodyPr/>
                    <a:lstStyle/>
                    <a:p>
                      <a:pPr algn="ctr">
                        <a:lnSpc>
                          <a:spcPct val="100000"/>
                        </a:lnSpc>
                        <a:spcBef>
                          <a:spcPts val="240"/>
                        </a:spcBef>
                      </a:pPr>
                      <a:r>
                        <a:rPr sz="1800" spc="-50" dirty="0">
                          <a:latin typeface="Calibri"/>
                          <a:cs typeface="Calibri"/>
                        </a:rPr>
                        <a:t>1</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0"/>
                        </a:spcBef>
                      </a:pPr>
                      <a:r>
                        <a:rPr sz="1800" spc="-50" dirty="0">
                          <a:latin typeface="Calibri"/>
                          <a:cs typeface="Calibri"/>
                        </a:rPr>
                        <a:t>0</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0"/>
                        </a:spcBef>
                      </a:pPr>
                      <a:r>
                        <a:rPr sz="1800" spc="-50" dirty="0">
                          <a:latin typeface="Calibri"/>
                          <a:cs typeface="Calibri"/>
                        </a:rPr>
                        <a:t>0</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70205">
                <a:tc>
                  <a:txBody>
                    <a:bodyPr/>
                    <a:lstStyle/>
                    <a:p>
                      <a:pPr algn="ctr">
                        <a:lnSpc>
                          <a:spcPct val="100000"/>
                        </a:lnSpc>
                        <a:spcBef>
                          <a:spcPts val="244"/>
                        </a:spcBef>
                      </a:pPr>
                      <a:r>
                        <a:rPr sz="1800" spc="-50" dirty="0">
                          <a:latin typeface="Calibri"/>
                          <a:cs typeface="Calibri"/>
                        </a:rPr>
                        <a:t>0</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4"/>
                        </a:spcBef>
                      </a:pPr>
                      <a:r>
                        <a:rPr sz="1800" spc="-50" dirty="0">
                          <a:latin typeface="Calibri"/>
                          <a:cs typeface="Calibri"/>
                        </a:rPr>
                        <a:t>1</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4"/>
                        </a:spcBef>
                      </a:pPr>
                      <a:r>
                        <a:rPr sz="1800" spc="-50" dirty="0">
                          <a:latin typeface="Calibri"/>
                          <a:cs typeface="Calibri"/>
                        </a:rPr>
                        <a:t>0</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70205">
                <a:tc>
                  <a:txBody>
                    <a:bodyPr/>
                    <a:lstStyle/>
                    <a:p>
                      <a:pPr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291439"/>
            <a:ext cx="4846955" cy="4711065"/>
          </a:xfrm>
          <a:prstGeom prst="rect">
            <a:avLst/>
          </a:prstGeom>
        </p:spPr>
        <p:txBody>
          <a:bodyPr vert="horz" wrap="square" lIns="0" tIns="109855" rIns="0" bIns="0" rtlCol="0">
            <a:spAutoFit/>
          </a:bodyPr>
          <a:lstStyle/>
          <a:p>
            <a:pPr marL="12700">
              <a:lnSpc>
                <a:spcPct val="100000"/>
              </a:lnSpc>
              <a:spcBef>
                <a:spcPts val="865"/>
              </a:spcBef>
            </a:pPr>
            <a:r>
              <a:rPr sz="3200" b="1" dirty="0">
                <a:latin typeface="Calibri"/>
                <a:cs typeface="Calibri"/>
              </a:rPr>
              <a:t>Ví</a:t>
            </a:r>
            <a:r>
              <a:rPr sz="3200" b="1" spc="-10" dirty="0">
                <a:latin typeface="Calibri"/>
                <a:cs typeface="Calibri"/>
              </a:rPr>
              <a:t> </a:t>
            </a:r>
            <a:r>
              <a:rPr sz="3200" b="1" dirty="0">
                <a:latin typeface="Calibri"/>
                <a:cs typeface="Calibri"/>
              </a:rPr>
              <a:t>dụ</a:t>
            </a:r>
            <a:r>
              <a:rPr sz="3200" b="1" spc="-15" dirty="0">
                <a:latin typeface="Calibri"/>
                <a:cs typeface="Calibri"/>
              </a:rPr>
              <a:t> </a:t>
            </a:r>
            <a:r>
              <a:rPr sz="3200" b="1" spc="-50" dirty="0">
                <a:latin typeface="Calibri"/>
                <a:cs typeface="Calibri"/>
              </a:rPr>
              <a:t>:</a:t>
            </a:r>
            <a:endParaRPr sz="3200">
              <a:latin typeface="Calibri"/>
              <a:cs typeface="Calibri"/>
            </a:endParaRPr>
          </a:p>
          <a:p>
            <a:pPr marL="525780" indent="-513080">
              <a:lnSpc>
                <a:spcPct val="100000"/>
              </a:lnSpc>
              <a:spcBef>
                <a:spcPts val="770"/>
              </a:spcBef>
              <a:buAutoNum type="arabicParenR"/>
              <a:tabLst>
                <a:tab pos="525780" algn="l"/>
              </a:tabLst>
            </a:pPr>
            <a:r>
              <a:rPr sz="3200" dirty="0">
                <a:latin typeface="Calibri"/>
                <a:cs typeface="Calibri"/>
              </a:rPr>
              <a:t>p</a:t>
            </a:r>
            <a:r>
              <a:rPr sz="3200" spc="-5"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1</a:t>
            </a:r>
            <a:r>
              <a:rPr sz="3200" spc="-15" dirty="0">
                <a:latin typeface="Calibri"/>
                <a:cs typeface="Calibri"/>
              </a:rPr>
              <a:t> </a:t>
            </a:r>
            <a:r>
              <a:rPr sz="3200" dirty="0">
                <a:latin typeface="Calibri"/>
                <a:cs typeface="Calibri"/>
              </a:rPr>
              <a:t>+</a:t>
            </a:r>
            <a:r>
              <a:rPr sz="3200" spc="-10" dirty="0">
                <a:latin typeface="Calibri"/>
                <a:cs typeface="Calibri"/>
              </a:rPr>
              <a:t> </a:t>
            </a:r>
            <a:r>
              <a:rPr sz="3200" dirty="0">
                <a:latin typeface="Calibri"/>
                <a:cs typeface="Calibri"/>
              </a:rPr>
              <a:t>2</a:t>
            </a:r>
            <a:r>
              <a:rPr sz="3200" spc="-15" dirty="0">
                <a:latin typeface="Calibri"/>
                <a:cs typeface="Calibri"/>
              </a:rPr>
              <a:t> </a:t>
            </a:r>
            <a:r>
              <a:rPr sz="3200" dirty="0">
                <a:latin typeface="Calibri"/>
                <a:cs typeface="Calibri"/>
              </a:rPr>
              <a:t>=</a:t>
            </a:r>
            <a:r>
              <a:rPr sz="3200" spc="-5" dirty="0">
                <a:latin typeface="Calibri"/>
                <a:cs typeface="Calibri"/>
              </a:rPr>
              <a:t> </a:t>
            </a:r>
            <a:r>
              <a:rPr sz="3200" spc="-25" dirty="0">
                <a:latin typeface="Calibri"/>
                <a:cs typeface="Calibri"/>
              </a:rPr>
              <a:t>3,</a:t>
            </a:r>
            <a:endParaRPr sz="3200">
              <a:latin typeface="Calibri"/>
              <a:cs typeface="Calibri"/>
            </a:endParaRPr>
          </a:p>
          <a:p>
            <a:pPr marL="568960">
              <a:lnSpc>
                <a:spcPct val="100000"/>
              </a:lnSpc>
              <a:spcBef>
                <a:spcPts val="765"/>
              </a:spcBef>
            </a:pPr>
            <a:r>
              <a:rPr sz="3200" dirty="0">
                <a:latin typeface="Calibri"/>
                <a:cs typeface="Calibri"/>
              </a:rPr>
              <a:t>q</a:t>
            </a:r>
            <a:r>
              <a:rPr sz="3200" spc="-15" dirty="0">
                <a:latin typeface="Calibri"/>
                <a:cs typeface="Calibri"/>
              </a:rPr>
              <a:t> </a:t>
            </a:r>
            <a:r>
              <a:rPr sz="3200" dirty="0">
                <a:latin typeface="Calibri"/>
                <a:cs typeface="Calibri"/>
              </a:rPr>
              <a:t>:</a:t>
            </a:r>
            <a:r>
              <a:rPr sz="3200" spc="5" dirty="0">
                <a:latin typeface="Calibri"/>
                <a:cs typeface="Calibri"/>
              </a:rPr>
              <a:t> </a:t>
            </a:r>
            <a:r>
              <a:rPr sz="3200" dirty="0">
                <a:latin typeface="Calibri"/>
                <a:cs typeface="Calibri"/>
              </a:rPr>
              <a:t>3</a:t>
            </a:r>
            <a:r>
              <a:rPr sz="3200" spc="-10" dirty="0">
                <a:latin typeface="Calibri"/>
                <a:cs typeface="Calibri"/>
              </a:rPr>
              <a:t> </a:t>
            </a:r>
            <a:r>
              <a:rPr sz="3200" dirty="0">
                <a:latin typeface="Calibri"/>
                <a:cs typeface="Calibri"/>
              </a:rPr>
              <a:t>là</a:t>
            </a:r>
            <a:r>
              <a:rPr sz="3200" spc="-10" dirty="0">
                <a:latin typeface="Calibri"/>
                <a:cs typeface="Calibri"/>
              </a:rPr>
              <a:t> </a:t>
            </a:r>
            <a:r>
              <a:rPr sz="3200" dirty="0">
                <a:latin typeface="Calibri"/>
                <a:cs typeface="Calibri"/>
              </a:rPr>
              <a:t>số</a:t>
            </a:r>
            <a:r>
              <a:rPr sz="3200" spc="-10" dirty="0">
                <a:latin typeface="Calibri"/>
                <a:cs typeface="Calibri"/>
              </a:rPr>
              <a:t> </a:t>
            </a:r>
            <a:r>
              <a:rPr sz="3200" spc="-25" dirty="0">
                <a:latin typeface="Calibri"/>
                <a:cs typeface="Calibri"/>
              </a:rPr>
              <a:t>lẻ,</a:t>
            </a:r>
            <a:endParaRPr sz="3200">
              <a:latin typeface="Calibri"/>
              <a:cs typeface="Calibri"/>
            </a:endParaRPr>
          </a:p>
          <a:p>
            <a:pPr marL="477520">
              <a:lnSpc>
                <a:spcPct val="100000"/>
              </a:lnSpc>
              <a:spcBef>
                <a:spcPts val="795"/>
              </a:spcBef>
            </a:pPr>
            <a:r>
              <a:rPr sz="3200" spc="-40" dirty="0">
                <a:latin typeface="Symbol"/>
                <a:cs typeface="Symbol"/>
              </a:rPr>
              <a:t></a:t>
            </a:r>
            <a:r>
              <a:rPr sz="3200" spc="-365" dirty="0">
                <a:latin typeface="Times New Roman"/>
                <a:cs typeface="Times New Roman"/>
              </a:rPr>
              <a:t> </a:t>
            </a:r>
            <a:r>
              <a:rPr sz="3200" dirty="0">
                <a:latin typeface="Calibri"/>
                <a:cs typeface="Calibri"/>
              </a:rPr>
              <a:t>p</a:t>
            </a:r>
            <a:r>
              <a:rPr sz="3200" spc="-30" dirty="0">
                <a:latin typeface="Calibri"/>
                <a:cs typeface="Calibri"/>
              </a:rPr>
              <a:t> </a:t>
            </a:r>
            <a:r>
              <a:rPr sz="3200" dirty="0">
                <a:latin typeface="Symbol"/>
                <a:cs typeface="Symbol"/>
              </a:rPr>
              <a:t></a:t>
            </a:r>
            <a:r>
              <a:rPr sz="3200" spc="-90" dirty="0">
                <a:latin typeface="Times New Roman"/>
                <a:cs typeface="Times New Roman"/>
              </a:rPr>
              <a:t> </a:t>
            </a:r>
            <a:r>
              <a:rPr sz="3200" dirty="0">
                <a:latin typeface="Calibri"/>
                <a:cs typeface="Calibri"/>
              </a:rPr>
              <a:t>q</a:t>
            </a:r>
            <a:r>
              <a:rPr sz="3200" spc="-25" dirty="0">
                <a:latin typeface="Calibri"/>
                <a:cs typeface="Calibri"/>
              </a:rPr>
              <a:t> </a:t>
            </a:r>
            <a:r>
              <a:rPr sz="3200" dirty="0">
                <a:latin typeface="Calibri"/>
                <a:cs typeface="Calibri"/>
              </a:rPr>
              <a:t>có</a:t>
            </a:r>
            <a:r>
              <a:rPr sz="3200" spc="-35" dirty="0">
                <a:latin typeface="Calibri"/>
                <a:cs typeface="Calibri"/>
              </a:rPr>
              <a:t> </a:t>
            </a:r>
            <a:r>
              <a:rPr sz="3200" dirty="0">
                <a:latin typeface="Calibri"/>
                <a:cs typeface="Calibri"/>
              </a:rPr>
              <a:t>chân</a:t>
            </a:r>
            <a:r>
              <a:rPr sz="3200" spc="-20" dirty="0">
                <a:latin typeface="Calibri"/>
                <a:cs typeface="Calibri"/>
              </a:rPr>
              <a:t> </a:t>
            </a:r>
            <a:r>
              <a:rPr sz="3200" dirty="0">
                <a:latin typeface="Calibri"/>
                <a:cs typeface="Calibri"/>
              </a:rPr>
              <a:t>trị</a:t>
            </a:r>
            <a:r>
              <a:rPr sz="3200" spc="-20" dirty="0">
                <a:latin typeface="Calibri"/>
                <a:cs typeface="Calibri"/>
              </a:rPr>
              <a:t> </a:t>
            </a:r>
            <a:r>
              <a:rPr sz="3200" spc="-10" dirty="0">
                <a:latin typeface="Calibri"/>
                <a:cs typeface="Calibri"/>
              </a:rPr>
              <a:t>đúng.</a:t>
            </a:r>
            <a:endParaRPr sz="3200">
              <a:latin typeface="Calibri"/>
              <a:cs typeface="Calibri"/>
            </a:endParaRPr>
          </a:p>
          <a:p>
            <a:pPr>
              <a:lnSpc>
                <a:spcPct val="100000"/>
              </a:lnSpc>
              <a:spcBef>
                <a:spcPts val="680"/>
              </a:spcBef>
            </a:pPr>
            <a:endParaRPr sz="3200">
              <a:latin typeface="Calibri"/>
              <a:cs typeface="Calibri"/>
            </a:endParaRPr>
          </a:p>
          <a:p>
            <a:pPr marL="527685" marR="910590" indent="-515620">
              <a:lnSpc>
                <a:spcPct val="120000"/>
              </a:lnSpc>
              <a:buAutoNum type="arabicParenR" startAt="2"/>
              <a:tabLst>
                <a:tab pos="564515" algn="l"/>
              </a:tabLst>
            </a:pPr>
            <a:r>
              <a:rPr sz="3200" dirty="0">
                <a:latin typeface="Calibri"/>
                <a:cs typeface="Calibri"/>
              </a:rPr>
              <a:t>p</a:t>
            </a:r>
            <a:r>
              <a:rPr sz="3200" spc="-35"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7</a:t>
            </a:r>
            <a:r>
              <a:rPr sz="3200" spc="-25" dirty="0">
                <a:latin typeface="Calibri"/>
                <a:cs typeface="Calibri"/>
              </a:rPr>
              <a:t> </a:t>
            </a:r>
            <a:r>
              <a:rPr sz="3200" dirty="0">
                <a:latin typeface="Calibri"/>
                <a:cs typeface="Calibri"/>
              </a:rPr>
              <a:t>là</a:t>
            </a:r>
            <a:r>
              <a:rPr sz="3200" spc="-30" dirty="0">
                <a:latin typeface="Calibri"/>
                <a:cs typeface="Calibri"/>
              </a:rPr>
              <a:t> </a:t>
            </a:r>
            <a:r>
              <a:rPr sz="3200" dirty="0">
                <a:latin typeface="Calibri"/>
                <a:cs typeface="Calibri"/>
              </a:rPr>
              <a:t>số</a:t>
            </a:r>
            <a:r>
              <a:rPr sz="3200" spc="-35" dirty="0">
                <a:latin typeface="Calibri"/>
                <a:cs typeface="Calibri"/>
              </a:rPr>
              <a:t> </a:t>
            </a:r>
            <a:r>
              <a:rPr sz="3200" dirty="0">
                <a:latin typeface="Calibri"/>
                <a:cs typeface="Calibri"/>
              </a:rPr>
              <a:t>nguyên</a:t>
            </a:r>
            <a:r>
              <a:rPr sz="3200" spc="-15" dirty="0">
                <a:latin typeface="Calibri"/>
                <a:cs typeface="Calibri"/>
              </a:rPr>
              <a:t> </a:t>
            </a:r>
            <a:r>
              <a:rPr sz="3200" spc="-25" dirty="0">
                <a:latin typeface="Calibri"/>
                <a:cs typeface="Calibri"/>
              </a:rPr>
              <a:t>tố, 	</a:t>
            </a:r>
            <a:r>
              <a:rPr sz="3200" dirty="0">
                <a:latin typeface="Calibri"/>
                <a:cs typeface="Calibri"/>
              </a:rPr>
              <a:t>q :</a:t>
            </a:r>
            <a:r>
              <a:rPr sz="3200" spc="-15" dirty="0">
                <a:latin typeface="Calibri"/>
                <a:cs typeface="Calibri"/>
              </a:rPr>
              <a:t> </a:t>
            </a:r>
            <a:r>
              <a:rPr sz="3200" dirty="0">
                <a:latin typeface="Calibri"/>
                <a:cs typeface="Calibri"/>
              </a:rPr>
              <a:t>4</a:t>
            </a:r>
            <a:r>
              <a:rPr sz="3200" spc="-15" dirty="0">
                <a:latin typeface="Calibri"/>
                <a:cs typeface="Calibri"/>
              </a:rPr>
              <a:t> </a:t>
            </a:r>
            <a:r>
              <a:rPr sz="3200" dirty="0">
                <a:latin typeface="Calibri"/>
                <a:cs typeface="Calibri"/>
              </a:rPr>
              <a:t>là</a:t>
            </a:r>
            <a:r>
              <a:rPr sz="3200" spc="-15" dirty="0">
                <a:latin typeface="Calibri"/>
                <a:cs typeface="Calibri"/>
              </a:rPr>
              <a:t> </a:t>
            </a:r>
            <a:r>
              <a:rPr sz="3200" dirty="0">
                <a:latin typeface="Calibri"/>
                <a:cs typeface="Calibri"/>
              </a:rPr>
              <a:t>số</a:t>
            </a:r>
            <a:r>
              <a:rPr sz="3200" spc="-15" dirty="0">
                <a:latin typeface="Calibri"/>
                <a:cs typeface="Calibri"/>
              </a:rPr>
              <a:t> </a:t>
            </a:r>
            <a:r>
              <a:rPr sz="3200" spc="-25" dirty="0">
                <a:latin typeface="Calibri"/>
                <a:cs typeface="Calibri"/>
              </a:rPr>
              <a:t>lẻ,</a:t>
            </a:r>
            <a:endParaRPr sz="3200">
              <a:latin typeface="Calibri"/>
              <a:cs typeface="Calibri"/>
            </a:endParaRPr>
          </a:p>
          <a:p>
            <a:pPr marL="564515">
              <a:lnSpc>
                <a:spcPct val="100000"/>
              </a:lnSpc>
              <a:spcBef>
                <a:spcPts val="795"/>
              </a:spcBef>
            </a:pPr>
            <a:r>
              <a:rPr sz="3200" dirty="0">
                <a:latin typeface="Symbol"/>
                <a:cs typeface="Symbol"/>
              </a:rPr>
              <a:t></a:t>
            </a:r>
            <a:r>
              <a:rPr sz="3200" spc="-100" dirty="0">
                <a:latin typeface="Times New Roman"/>
                <a:cs typeface="Times New Roman"/>
              </a:rPr>
              <a:t> </a:t>
            </a:r>
            <a:r>
              <a:rPr sz="3200" dirty="0">
                <a:latin typeface="Calibri"/>
                <a:cs typeface="Calibri"/>
              </a:rPr>
              <a:t>p</a:t>
            </a:r>
            <a:r>
              <a:rPr sz="3200" spc="-20"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q</a:t>
            </a:r>
            <a:r>
              <a:rPr sz="3200" spc="-20" dirty="0">
                <a:latin typeface="Calibri"/>
                <a:cs typeface="Calibri"/>
              </a:rPr>
              <a:t> </a:t>
            </a:r>
            <a:r>
              <a:rPr sz="3200" dirty="0">
                <a:latin typeface="Calibri"/>
                <a:cs typeface="Calibri"/>
              </a:rPr>
              <a:t>có</a:t>
            </a:r>
            <a:r>
              <a:rPr sz="3200" spc="-30" dirty="0">
                <a:latin typeface="Calibri"/>
                <a:cs typeface="Calibri"/>
              </a:rPr>
              <a:t> </a:t>
            </a:r>
            <a:r>
              <a:rPr sz="3200" dirty="0">
                <a:latin typeface="Calibri"/>
                <a:cs typeface="Calibri"/>
              </a:rPr>
              <a:t>chân</a:t>
            </a:r>
            <a:r>
              <a:rPr sz="3200" spc="-15" dirty="0">
                <a:latin typeface="Calibri"/>
                <a:cs typeface="Calibri"/>
              </a:rPr>
              <a:t> </a:t>
            </a:r>
            <a:r>
              <a:rPr sz="3200" dirty="0">
                <a:latin typeface="Calibri"/>
                <a:cs typeface="Calibri"/>
              </a:rPr>
              <a:t>trị</a:t>
            </a:r>
            <a:r>
              <a:rPr sz="3200" spc="-35" dirty="0">
                <a:latin typeface="Calibri"/>
                <a:cs typeface="Calibri"/>
              </a:rPr>
              <a:t> </a:t>
            </a:r>
            <a:r>
              <a:rPr sz="3200" spc="-20" dirty="0">
                <a:latin typeface="Calibri"/>
                <a:cs typeface="Calibri"/>
              </a:rPr>
              <a:t>sai.</a:t>
            </a:r>
            <a:endParaRPr sz="3200">
              <a:latin typeface="Calibri"/>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235407"/>
            <a:ext cx="2604135" cy="514350"/>
          </a:xfrm>
          <a:prstGeom prst="rect">
            <a:avLst/>
          </a:prstGeom>
        </p:spPr>
        <p:txBody>
          <a:bodyPr vert="horz" wrap="square" lIns="0" tIns="13335" rIns="0" bIns="0" rtlCol="0">
            <a:spAutoFit/>
          </a:bodyPr>
          <a:lstStyle/>
          <a:p>
            <a:pPr marL="12700">
              <a:lnSpc>
                <a:spcPct val="100000"/>
              </a:lnSpc>
              <a:spcBef>
                <a:spcPts val="105"/>
              </a:spcBef>
            </a:pPr>
            <a:r>
              <a:rPr sz="3200" b="1" dirty="0">
                <a:latin typeface="Calibri"/>
                <a:cs typeface="Calibri"/>
              </a:rPr>
              <a:t>Bài</a:t>
            </a:r>
            <a:r>
              <a:rPr sz="3200" b="1" spc="-40" dirty="0">
                <a:latin typeface="Calibri"/>
                <a:cs typeface="Calibri"/>
              </a:rPr>
              <a:t> </a:t>
            </a:r>
            <a:r>
              <a:rPr sz="3200" b="1" dirty="0">
                <a:latin typeface="Calibri"/>
                <a:cs typeface="Calibri"/>
              </a:rPr>
              <a:t>tập</a:t>
            </a:r>
            <a:r>
              <a:rPr sz="3200" b="1" spc="-35" dirty="0">
                <a:latin typeface="Calibri"/>
                <a:cs typeface="Calibri"/>
              </a:rPr>
              <a:t> </a:t>
            </a:r>
            <a:r>
              <a:rPr sz="3200" b="1" dirty="0">
                <a:latin typeface="Calibri"/>
                <a:cs typeface="Calibri"/>
              </a:rPr>
              <a:t>tại</a:t>
            </a:r>
            <a:r>
              <a:rPr sz="3200" b="1" spc="-35" dirty="0">
                <a:latin typeface="Calibri"/>
                <a:cs typeface="Calibri"/>
              </a:rPr>
              <a:t> </a:t>
            </a:r>
            <a:r>
              <a:rPr sz="3200" b="1" dirty="0">
                <a:latin typeface="Calibri"/>
                <a:cs typeface="Calibri"/>
              </a:rPr>
              <a:t>lớp</a:t>
            </a:r>
            <a:r>
              <a:rPr sz="3200" b="1" spc="-25" dirty="0">
                <a:latin typeface="Calibri"/>
                <a:cs typeface="Calibri"/>
              </a:rPr>
              <a:t> </a:t>
            </a:r>
            <a:r>
              <a:rPr sz="3200" b="1" spc="-50" dirty="0">
                <a:latin typeface="Calibri"/>
                <a:cs typeface="Calibri"/>
              </a:rPr>
              <a:t>:</a:t>
            </a:r>
            <a:endParaRPr sz="3200">
              <a:latin typeface="Calibri"/>
              <a:cs typeface="Calibri"/>
            </a:endParaRPr>
          </a:p>
        </p:txBody>
      </p:sp>
      <p:sp>
        <p:nvSpPr>
          <p:cNvPr id="3" name="object 3"/>
          <p:cNvSpPr txBox="1"/>
          <p:nvPr/>
        </p:nvSpPr>
        <p:spPr>
          <a:xfrm>
            <a:off x="383540" y="824230"/>
            <a:ext cx="5887720" cy="513715"/>
          </a:xfrm>
          <a:prstGeom prst="rect">
            <a:avLst/>
          </a:prstGeom>
        </p:spPr>
        <p:txBody>
          <a:bodyPr vert="horz" wrap="square" lIns="0" tIns="13335" rIns="0" bIns="0" rtlCol="0">
            <a:spAutoFit/>
          </a:bodyPr>
          <a:lstStyle/>
          <a:p>
            <a:pPr marL="12700">
              <a:lnSpc>
                <a:spcPct val="100000"/>
              </a:lnSpc>
              <a:spcBef>
                <a:spcPts val="105"/>
              </a:spcBef>
            </a:pPr>
            <a:r>
              <a:rPr sz="3200" b="1" dirty="0">
                <a:latin typeface="Calibri"/>
                <a:cs typeface="Calibri"/>
              </a:rPr>
              <a:t>1.</a:t>
            </a:r>
            <a:r>
              <a:rPr sz="3200" b="1" spc="-35" dirty="0">
                <a:latin typeface="Calibri"/>
                <a:cs typeface="Calibri"/>
              </a:rPr>
              <a:t> </a:t>
            </a:r>
            <a:r>
              <a:rPr sz="3200" dirty="0">
                <a:latin typeface="Calibri"/>
                <a:cs typeface="Calibri"/>
              </a:rPr>
              <a:t>Lập</a:t>
            </a:r>
            <a:r>
              <a:rPr sz="3200" spc="-35" dirty="0">
                <a:latin typeface="Calibri"/>
                <a:cs typeface="Calibri"/>
              </a:rPr>
              <a:t> </a:t>
            </a:r>
            <a:r>
              <a:rPr sz="3200" dirty="0">
                <a:latin typeface="Calibri"/>
                <a:cs typeface="Calibri"/>
              </a:rPr>
              <a:t>bảng</a:t>
            </a:r>
            <a:r>
              <a:rPr sz="3200" spc="-25" dirty="0">
                <a:latin typeface="Calibri"/>
                <a:cs typeface="Calibri"/>
              </a:rPr>
              <a:t> </a:t>
            </a:r>
            <a:r>
              <a:rPr sz="3200" dirty="0">
                <a:latin typeface="Calibri"/>
                <a:cs typeface="Calibri"/>
              </a:rPr>
              <a:t>chân</a:t>
            </a:r>
            <a:r>
              <a:rPr sz="3200" spc="-45" dirty="0">
                <a:latin typeface="Calibri"/>
                <a:cs typeface="Calibri"/>
              </a:rPr>
              <a:t> </a:t>
            </a:r>
            <a:r>
              <a:rPr sz="3200" dirty="0">
                <a:latin typeface="Calibri"/>
                <a:cs typeface="Calibri"/>
              </a:rPr>
              <a:t>trị</a:t>
            </a:r>
            <a:r>
              <a:rPr sz="3200" spc="-30" dirty="0">
                <a:latin typeface="Calibri"/>
                <a:cs typeface="Calibri"/>
              </a:rPr>
              <a:t> </a:t>
            </a:r>
            <a:r>
              <a:rPr sz="3200" dirty="0">
                <a:latin typeface="Calibri"/>
                <a:cs typeface="Calibri"/>
              </a:rPr>
              <a:t>của</a:t>
            </a:r>
            <a:r>
              <a:rPr sz="3200" spc="-40" dirty="0">
                <a:latin typeface="Calibri"/>
                <a:cs typeface="Calibri"/>
              </a:rPr>
              <a:t> </a:t>
            </a:r>
            <a:r>
              <a:rPr sz="3200" dirty="0">
                <a:latin typeface="Calibri"/>
                <a:cs typeface="Calibri"/>
              </a:rPr>
              <a:t>(p</a:t>
            </a:r>
            <a:r>
              <a:rPr sz="3200" dirty="0">
                <a:latin typeface="Symbol"/>
                <a:cs typeface="Symbol"/>
              </a:rPr>
              <a:t></a:t>
            </a:r>
            <a:r>
              <a:rPr sz="3200" dirty="0">
                <a:latin typeface="Calibri"/>
                <a:cs typeface="Calibri"/>
              </a:rPr>
              <a:t>q)</a:t>
            </a:r>
            <a:r>
              <a:rPr sz="3200" spc="-10" dirty="0">
                <a:latin typeface="Calibri"/>
                <a:cs typeface="Calibri"/>
              </a:rPr>
              <a:t> </a:t>
            </a:r>
            <a:r>
              <a:rPr sz="3200" dirty="0">
                <a:latin typeface="Symbol"/>
                <a:cs typeface="Symbol"/>
              </a:rPr>
              <a:t></a:t>
            </a:r>
            <a:r>
              <a:rPr sz="3200" spc="-125" dirty="0">
                <a:latin typeface="Times New Roman"/>
                <a:cs typeface="Times New Roman"/>
              </a:rPr>
              <a:t> </a:t>
            </a:r>
            <a:r>
              <a:rPr sz="3200" dirty="0">
                <a:latin typeface="Calibri"/>
                <a:cs typeface="Calibri"/>
              </a:rPr>
              <a:t>r</a:t>
            </a:r>
            <a:r>
              <a:rPr sz="3200" spc="-40" dirty="0">
                <a:latin typeface="Calibri"/>
                <a:cs typeface="Calibri"/>
              </a:rPr>
              <a:t> </a:t>
            </a:r>
            <a:r>
              <a:rPr sz="3200" spc="-50" dirty="0">
                <a:latin typeface="Calibri"/>
                <a:cs typeface="Calibri"/>
              </a:rPr>
              <a:t>:</a:t>
            </a:r>
            <a:endParaRPr sz="3200">
              <a:latin typeface="Calibri"/>
              <a:cs typeface="Calibri"/>
            </a:endParaRPr>
          </a:p>
        </p:txBody>
      </p:sp>
      <p:graphicFrame>
        <p:nvGraphicFramePr>
          <p:cNvPr id="4" name="object 4"/>
          <p:cNvGraphicFramePr>
            <a:graphicFrameLocks noGrp="1"/>
          </p:cNvGraphicFramePr>
          <p:nvPr/>
        </p:nvGraphicFramePr>
        <p:xfrm>
          <a:off x="2051050" y="1532889"/>
          <a:ext cx="4722492" cy="3333750"/>
        </p:xfrm>
        <a:graphic>
          <a:graphicData uri="http://schemas.openxmlformats.org/drawingml/2006/table">
            <a:tbl>
              <a:tblPr firstRow="1" bandRow="1">
                <a:tableStyleId>{2D5ABB26-0587-4C30-8999-92F81FD0307C}</a:tableStyleId>
              </a:tblPr>
              <a:tblGrid>
                <a:gridCol w="565785">
                  <a:extLst>
                    <a:ext uri="{9D8B030D-6E8A-4147-A177-3AD203B41FA5}">
                      <a16:colId xmlns:a16="http://schemas.microsoft.com/office/drawing/2014/main" val="20000"/>
                    </a:ext>
                  </a:extLst>
                </a:gridCol>
                <a:gridCol w="565785">
                  <a:extLst>
                    <a:ext uri="{9D8B030D-6E8A-4147-A177-3AD203B41FA5}">
                      <a16:colId xmlns:a16="http://schemas.microsoft.com/office/drawing/2014/main" val="20001"/>
                    </a:ext>
                  </a:extLst>
                </a:gridCol>
                <a:gridCol w="652144">
                  <a:extLst>
                    <a:ext uri="{9D8B030D-6E8A-4147-A177-3AD203B41FA5}">
                      <a16:colId xmlns:a16="http://schemas.microsoft.com/office/drawing/2014/main" val="20002"/>
                    </a:ext>
                  </a:extLst>
                </a:gridCol>
                <a:gridCol w="1469389">
                  <a:extLst>
                    <a:ext uri="{9D8B030D-6E8A-4147-A177-3AD203B41FA5}">
                      <a16:colId xmlns:a16="http://schemas.microsoft.com/office/drawing/2014/main" val="20003"/>
                    </a:ext>
                  </a:extLst>
                </a:gridCol>
                <a:gridCol w="1469389">
                  <a:extLst>
                    <a:ext uri="{9D8B030D-6E8A-4147-A177-3AD203B41FA5}">
                      <a16:colId xmlns:a16="http://schemas.microsoft.com/office/drawing/2014/main" val="20004"/>
                    </a:ext>
                  </a:extLst>
                </a:gridCol>
              </a:tblGrid>
              <a:tr h="370205">
                <a:tc>
                  <a:txBody>
                    <a:bodyPr/>
                    <a:lstStyle/>
                    <a:p>
                      <a:pPr algn="ctr">
                        <a:lnSpc>
                          <a:spcPct val="100000"/>
                        </a:lnSpc>
                        <a:spcBef>
                          <a:spcPts val="240"/>
                        </a:spcBef>
                      </a:pPr>
                      <a:r>
                        <a:rPr sz="1800" b="1" spc="-50" dirty="0">
                          <a:latin typeface="Calibri"/>
                          <a:cs typeface="Calibri"/>
                        </a:rPr>
                        <a:t>p</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0"/>
                        </a:spcBef>
                      </a:pPr>
                      <a:r>
                        <a:rPr sz="1800" b="1" spc="-50" dirty="0">
                          <a:latin typeface="Calibri"/>
                          <a:cs typeface="Calibri"/>
                        </a:rPr>
                        <a:t>q</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240"/>
                        </a:spcBef>
                      </a:pPr>
                      <a:r>
                        <a:rPr sz="1800" b="1" spc="-50" dirty="0">
                          <a:latin typeface="Calibri"/>
                          <a:cs typeface="Calibri"/>
                        </a:rPr>
                        <a:t>r</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65"/>
                        </a:spcBef>
                      </a:pPr>
                      <a:r>
                        <a:rPr sz="1800" b="1" spc="-25" dirty="0">
                          <a:latin typeface="Calibri"/>
                          <a:cs typeface="Calibri"/>
                        </a:rPr>
                        <a:t>p</a:t>
                      </a:r>
                      <a:r>
                        <a:rPr sz="1800" spc="-25" dirty="0">
                          <a:latin typeface="Symbol"/>
                          <a:cs typeface="Symbol"/>
                        </a:rPr>
                        <a:t></a:t>
                      </a:r>
                      <a:r>
                        <a:rPr sz="1800" b="1" spc="-25" dirty="0">
                          <a:latin typeface="Calibri"/>
                          <a:cs typeface="Calibri"/>
                        </a:rPr>
                        <a:t>q</a:t>
                      </a:r>
                      <a:endParaRPr sz="1800">
                        <a:latin typeface="Calibri"/>
                        <a:cs typeface="Calibri"/>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265"/>
                        </a:spcBef>
                      </a:pPr>
                      <a:r>
                        <a:rPr sz="1800" b="1" dirty="0">
                          <a:latin typeface="Calibri"/>
                          <a:cs typeface="Calibri"/>
                        </a:rPr>
                        <a:t>(p</a:t>
                      </a:r>
                      <a:r>
                        <a:rPr sz="1800" dirty="0">
                          <a:latin typeface="Symbol"/>
                          <a:cs typeface="Symbol"/>
                        </a:rPr>
                        <a:t></a:t>
                      </a:r>
                      <a:r>
                        <a:rPr sz="1800" b="1" dirty="0">
                          <a:latin typeface="Calibri"/>
                          <a:cs typeface="Calibri"/>
                        </a:rPr>
                        <a:t>q)</a:t>
                      </a:r>
                      <a:r>
                        <a:rPr sz="1800" b="1" spc="-35" dirty="0">
                          <a:latin typeface="Calibri"/>
                          <a:cs typeface="Calibri"/>
                        </a:rPr>
                        <a:t> </a:t>
                      </a:r>
                      <a:r>
                        <a:rPr sz="1800" dirty="0">
                          <a:latin typeface="Symbol"/>
                          <a:cs typeface="Symbol"/>
                        </a:rPr>
                        <a:t></a:t>
                      </a:r>
                      <a:r>
                        <a:rPr sz="1800" spc="-40" dirty="0">
                          <a:latin typeface="Times New Roman"/>
                          <a:cs typeface="Times New Roman"/>
                        </a:rPr>
                        <a:t> </a:t>
                      </a:r>
                      <a:r>
                        <a:rPr sz="1800" b="1" spc="-50" dirty="0">
                          <a:latin typeface="Calibri"/>
                          <a:cs typeface="Calibri"/>
                        </a:rPr>
                        <a:t>r</a:t>
                      </a:r>
                      <a:endParaRPr sz="1800">
                        <a:latin typeface="Calibri"/>
                        <a:cs typeface="Calibri"/>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0840">
                <a:tc>
                  <a:txBody>
                    <a:bodyPr/>
                    <a:lstStyle/>
                    <a:p>
                      <a:pPr algn="ctr">
                        <a:lnSpc>
                          <a:spcPct val="100000"/>
                        </a:lnSpc>
                        <a:spcBef>
                          <a:spcPts val="240"/>
                        </a:spcBef>
                      </a:pPr>
                      <a:r>
                        <a:rPr sz="1800" spc="-50" dirty="0">
                          <a:latin typeface="Calibri"/>
                          <a:cs typeface="Calibri"/>
                        </a:rPr>
                        <a:t>1</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0"/>
                        </a:spcBef>
                      </a:pPr>
                      <a:r>
                        <a:rPr sz="1800" spc="-50" dirty="0">
                          <a:latin typeface="Calibri"/>
                          <a:cs typeface="Calibri"/>
                        </a:rPr>
                        <a:t>1</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0"/>
                        </a:spcBef>
                      </a:pPr>
                      <a:r>
                        <a:rPr sz="1800" spc="-50" dirty="0">
                          <a:latin typeface="Calibri"/>
                          <a:cs typeface="Calibri"/>
                        </a:rPr>
                        <a:t>1</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205">
                <a:tc>
                  <a:txBody>
                    <a:bodyPr/>
                    <a:lstStyle/>
                    <a:p>
                      <a:pPr algn="ctr">
                        <a:lnSpc>
                          <a:spcPct val="100000"/>
                        </a:lnSpc>
                        <a:spcBef>
                          <a:spcPts val="244"/>
                        </a:spcBef>
                      </a:pPr>
                      <a:r>
                        <a:rPr sz="1800" spc="-50" dirty="0">
                          <a:latin typeface="Calibri"/>
                          <a:cs typeface="Calibri"/>
                        </a:rPr>
                        <a:t>1</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4"/>
                        </a:spcBef>
                      </a:pPr>
                      <a:r>
                        <a:rPr sz="1800" spc="-50" dirty="0">
                          <a:latin typeface="Calibri"/>
                          <a:cs typeface="Calibri"/>
                        </a:rPr>
                        <a:t>1</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4"/>
                        </a:spcBef>
                      </a:pPr>
                      <a:r>
                        <a:rPr sz="1800" spc="-50" dirty="0">
                          <a:latin typeface="Calibri"/>
                          <a:cs typeface="Calibri"/>
                        </a:rPr>
                        <a:t>0</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244"/>
                        </a:spcBef>
                      </a:pPr>
                      <a:r>
                        <a:rPr sz="1800" spc="-50" dirty="0">
                          <a:latin typeface="Calibri"/>
                          <a:cs typeface="Calibri"/>
                        </a:rPr>
                        <a:t>1</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244"/>
                        </a:spcBef>
                      </a:pPr>
                      <a:r>
                        <a:rPr sz="1800" spc="-50" dirty="0">
                          <a:latin typeface="Calibri"/>
                          <a:cs typeface="Calibri"/>
                        </a:rPr>
                        <a:t>0</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70205">
                <a:tc>
                  <a:txBody>
                    <a:bodyPr/>
                    <a:lstStyle/>
                    <a:p>
                      <a:pPr algn="ctr">
                        <a:lnSpc>
                          <a:spcPct val="100000"/>
                        </a:lnSpc>
                        <a:spcBef>
                          <a:spcPts val="244"/>
                        </a:spcBef>
                      </a:pPr>
                      <a:r>
                        <a:rPr sz="1800" spc="-50" dirty="0">
                          <a:latin typeface="Calibri"/>
                          <a:cs typeface="Calibri"/>
                        </a:rPr>
                        <a:t>1</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4"/>
                        </a:spcBef>
                      </a:pPr>
                      <a:r>
                        <a:rPr sz="1800" spc="-50" dirty="0">
                          <a:latin typeface="Calibri"/>
                          <a:cs typeface="Calibri"/>
                        </a:rPr>
                        <a:t>0</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4"/>
                        </a:spcBef>
                      </a:pPr>
                      <a:r>
                        <a:rPr sz="1800" spc="-50" dirty="0">
                          <a:latin typeface="Calibri"/>
                          <a:cs typeface="Calibri"/>
                        </a:rPr>
                        <a:t>1</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70205">
                <a:tc>
                  <a:txBody>
                    <a:bodyPr/>
                    <a:lstStyle/>
                    <a:p>
                      <a:pPr algn="ctr">
                        <a:lnSpc>
                          <a:spcPct val="100000"/>
                        </a:lnSpc>
                        <a:spcBef>
                          <a:spcPts val="245"/>
                        </a:spcBef>
                      </a:pPr>
                      <a:r>
                        <a:rPr sz="1800"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370840">
                <a:tc>
                  <a:txBody>
                    <a:bodyPr/>
                    <a:lstStyle/>
                    <a:p>
                      <a:pPr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370205">
                <a:tc>
                  <a:txBody>
                    <a:bodyPr/>
                    <a:lstStyle/>
                    <a:p>
                      <a:pPr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370840">
                <a:tc>
                  <a:txBody>
                    <a:bodyPr/>
                    <a:lstStyle/>
                    <a:p>
                      <a:pPr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r h="370205">
                <a:tc>
                  <a:txBody>
                    <a:bodyPr/>
                    <a:lstStyle/>
                    <a:p>
                      <a:pPr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152234"/>
            <a:ext cx="8286750" cy="5062855"/>
          </a:xfrm>
          <a:prstGeom prst="rect">
            <a:avLst/>
          </a:prstGeom>
        </p:spPr>
        <p:txBody>
          <a:bodyPr vert="horz" wrap="square" lIns="0" tIns="98425" rIns="0" bIns="0" rtlCol="0">
            <a:spAutoFit/>
          </a:bodyPr>
          <a:lstStyle/>
          <a:p>
            <a:pPr marL="368935" indent="-356235">
              <a:lnSpc>
                <a:spcPct val="100000"/>
              </a:lnSpc>
              <a:spcBef>
                <a:spcPts val="775"/>
              </a:spcBef>
              <a:buFont typeface="Calibri"/>
              <a:buAutoNum type="arabicPeriod" startAt="2"/>
              <a:tabLst>
                <a:tab pos="368935" algn="l"/>
              </a:tabLst>
            </a:pPr>
            <a:r>
              <a:rPr sz="2800" dirty="0">
                <a:latin typeface="Calibri"/>
                <a:cs typeface="Calibri"/>
              </a:rPr>
              <a:t>Gọi</a:t>
            </a:r>
            <a:r>
              <a:rPr sz="2800" spc="-25" dirty="0">
                <a:latin typeface="Calibri"/>
                <a:cs typeface="Calibri"/>
              </a:rPr>
              <a:t> </a:t>
            </a:r>
            <a:r>
              <a:rPr sz="2800" dirty="0">
                <a:latin typeface="Calibri"/>
                <a:cs typeface="Calibri"/>
              </a:rPr>
              <a:t>P</a:t>
            </a:r>
            <a:r>
              <a:rPr sz="2800" spc="-20" dirty="0">
                <a:latin typeface="Calibri"/>
                <a:cs typeface="Calibri"/>
              </a:rPr>
              <a:t> </a:t>
            </a:r>
            <a:r>
              <a:rPr sz="2800" dirty="0">
                <a:latin typeface="Calibri"/>
                <a:cs typeface="Calibri"/>
              </a:rPr>
              <a:t>và</a:t>
            </a:r>
            <a:r>
              <a:rPr sz="2800" spc="-20" dirty="0">
                <a:latin typeface="Calibri"/>
                <a:cs typeface="Calibri"/>
              </a:rPr>
              <a:t> </a:t>
            </a:r>
            <a:r>
              <a:rPr sz="2800" dirty="0">
                <a:latin typeface="Calibri"/>
                <a:cs typeface="Calibri"/>
              </a:rPr>
              <a:t>Q</a:t>
            </a:r>
            <a:r>
              <a:rPr sz="2800" spc="-30" dirty="0">
                <a:latin typeface="Calibri"/>
                <a:cs typeface="Calibri"/>
              </a:rPr>
              <a:t> </a:t>
            </a:r>
            <a:r>
              <a:rPr sz="2800" dirty="0">
                <a:latin typeface="Calibri"/>
                <a:cs typeface="Calibri"/>
              </a:rPr>
              <a:t>là</a:t>
            </a:r>
            <a:r>
              <a:rPr sz="2800" spc="-20" dirty="0">
                <a:latin typeface="Calibri"/>
                <a:cs typeface="Calibri"/>
              </a:rPr>
              <a:t> </a:t>
            </a:r>
            <a:r>
              <a:rPr sz="2800" dirty="0">
                <a:latin typeface="Calibri"/>
                <a:cs typeface="Calibri"/>
              </a:rPr>
              <a:t>2</a:t>
            </a:r>
            <a:r>
              <a:rPr sz="2800" spc="-15" dirty="0">
                <a:latin typeface="Calibri"/>
                <a:cs typeface="Calibri"/>
              </a:rPr>
              <a:t> </a:t>
            </a:r>
            <a:r>
              <a:rPr sz="2800" dirty="0">
                <a:latin typeface="Calibri"/>
                <a:cs typeface="Calibri"/>
              </a:rPr>
              <a:t>mệnh</a:t>
            </a:r>
            <a:r>
              <a:rPr sz="2800" spc="-10" dirty="0">
                <a:latin typeface="Calibri"/>
                <a:cs typeface="Calibri"/>
              </a:rPr>
              <a:t> </a:t>
            </a:r>
            <a:r>
              <a:rPr sz="2800" dirty="0">
                <a:latin typeface="Calibri"/>
                <a:cs typeface="Calibri"/>
              </a:rPr>
              <a:t>đề</a:t>
            </a:r>
            <a:r>
              <a:rPr sz="2800" spc="-20" dirty="0">
                <a:latin typeface="Calibri"/>
                <a:cs typeface="Calibri"/>
              </a:rPr>
              <a:t> </a:t>
            </a:r>
            <a:r>
              <a:rPr sz="2800" spc="-50" dirty="0">
                <a:latin typeface="Calibri"/>
                <a:cs typeface="Calibri"/>
              </a:rPr>
              <a:t>:</a:t>
            </a:r>
            <a:endParaRPr sz="2800">
              <a:latin typeface="Calibri"/>
              <a:cs typeface="Calibri"/>
            </a:endParaRPr>
          </a:p>
          <a:p>
            <a:pPr marL="12700">
              <a:lnSpc>
                <a:spcPct val="100000"/>
              </a:lnSpc>
              <a:spcBef>
                <a:spcPts val="675"/>
              </a:spcBef>
            </a:pPr>
            <a:r>
              <a:rPr sz="2800" dirty="0">
                <a:latin typeface="Calibri"/>
                <a:cs typeface="Calibri"/>
              </a:rPr>
              <a:t>P:</a:t>
            </a:r>
            <a:r>
              <a:rPr sz="2800" spc="-55" dirty="0">
                <a:latin typeface="Calibri"/>
                <a:cs typeface="Calibri"/>
              </a:rPr>
              <a:t> </a:t>
            </a:r>
            <a:r>
              <a:rPr sz="2800" dirty="0">
                <a:latin typeface="Calibri"/>
                <a:cs typeface="Calibri"/>
              </a:rPr>
              <a:t>“Minh</a:t>
            </a:r>
            <a:r>
              <a:rPr sz="2800" spc="-30" dirty="0">
                <a:latin typeface="Calibri"/>
                <a:cs typeface="Calibri"/>
              </a:rPr>
              <a:t> </a:t>
            </a:r>
            <a:r>
              <a:rPr sz="2800" dirty="0">
                <a:latin typeface="Calibri"/>
                <a:cs typeface="Calibri"/>
              </a:rPr>
              <a:t>giỏi</a:t>
            </a:r>
            <a:r>
              <a:rPr sz="2800" spc="-65" dirty="0">
                <a:latin typeface="Calibri"/>
                <a:cs typeface="Calibri"/>
              </a:rPr>
              <a:t> </a:t>
            </a:r>
            <a:r>
              <a:rPr sz="2800" spc="-90" dirty="0">
                <a:latin typeface="Calibri"/>
                <a:cs typeface="Calibri"/>
              </a:rPr>
              <a:t>Toán”,</a:t>
            </a:r>
            <a:r>
              <a:rPr sz="2800" spc="-40" dirty="0">
                <a:latin typeface="Calibri"/>
                <a:cs typeface="Calibri"/>
              </a:rPr>
              <a:t> </a:t>
            </a:r>
            <a:r>
              <a:rPr sz="2800" dirty="0">
                <a:latin typeface="Calibri"/>
                <a:cs typeface="Calibri"/>
              </a:rPr>
              <a:t>Q:</a:t>
            </a:r>
            <a:r>
              <a:rPr sz="2800" spc="-40" dirty="0">
                <a:latin typeface="Calibri"/>
                <a:cs typeface="Calibri"/>
              </a:rPr>
              <a:t> </a:t>
            </a:r>
            <a:r>
              <a:rPr sz="2800" dirty="0">
                <a:latin typeface="Calibri"/>
                <a:cs typeface="Calibri"/>
              </a:rPr>
              <a:t>“Minh</a:t>
            </a:r>
            <a:r>
              <a:rPr sz="2800" spc="-35" dirty="0">
                <a:latin typeface="Calibri"/>
                <a:cs typeface="Calibri"/>
              </a:rPr>
              <a:t> </a:t>
            </a:r>
            <a:r>
              <a:rPr sz="2800" dirty="0">
                <a:latin typeface="Calibri"/>
                <a:cs typeface="Calibri"/>
              </a:rPr>
              <a:t>yếu</a:t>
            </a:r>
            <a:r>
              <a:rPr sz="2800" spc="-45" dirty="0">
                <a:latin typeface="Calibri"/>
                <a:cs typeface="Calibri"/>
              </a:rPr>
              <a:t> </a:t>
            </a:r>
            <a:r>
              <a:rPr sz="2800" dirty="0">
                <a:latin typeface="Calibri"/>
                <a:cs typeface="Calibri"/>
              </a:rPr>
              <a:t>Anh</a:t>
            </a:r>
            <a:r>
              <a:rPr sz="2800" spc="-40" dirty="0">
                <a:latin typeface="Calibri"/>
                <a:cs typeface="Calibri"/>
              </a:rPr>
              <a:t> </a:t>
            </a:r>
            <a:r>
              <a:rPr sz="2800" spc="-10" dirty="0">
                <a:latin typeface="Calibri"/>
                <a:cs typeface="Calibri"/>
              </a:rPr>
              <a:t>văn(AV)”</a:t>
            </a:r>
            <a:endParaRPr sz="2800">
              <a:latin typeface="Calibri"/>
              <a:cs typeface="Calibri"/>
            </a:endParaRPr>
          </a:p>
          <a:p>
            <a:pPr marL="12700" marR="245745">
              <a:lnSpc>
                <a:spcPct val="101099"/>
              </a:lnSpc>
              <a:spcBef>
                <a:spcPts val="635"/>
              </a:spcBef>
            </a:pPr>
            <a:r>
              <a:rPr sz="2800" dirty="0">
                <a:latin typeface="Calibri"/>
                <a:cs typeface="Calibri"/>
              </a:rPr>
              <a:t>Hãy</a:t>
            </a:r>
            <a:r>
              <a:rPr sz="2800" spc="-65" dirty="0">
                <a:latin typeface="Calibri"/>
                <a:cs typeface="Calibri"/>
              </a:rPr>
              <a:t> </a:t>
            </a:r>
            <a:r>
              <a:rPr sz="2800" dirty="0">
                <a:latin typeface="Calibri"/>
                <a:cs typeface="Calibri"/>
              </a:rPr>
              <a:t>viết</a:t>
            </a:r>
            <a:r>
              <a:rPr sz="2800" spc="-65" dirty="0">
                <a:latin typeface="Calibri"/>
                <a:cs typeface="Calibri"/>
              </a:rPr>
              <a:t> </a:t>
            </a:r>
            <a:r>
              <a:rPr sz="2800" dirty="0">
                <a:latin typeface="Calibri"/>
                <a:cs typeface="Calibri"/>
              </a:rPr>
              <a:t>các</a:t>
            </a:r>
            <a:r>
              <a:rPr sz="2800" spc="-55" dirty="0">
                <a:latin typeface="Calibri"/>
                <a:cs typeface="Calibri"/>
              </a:rPr>
              <a:t> </a:t>
            </a:r>
            <a:r>
              <a:rPr sz="2800" dirty="0">
                <a:latin typeface="Calibri"/>
                <a:cs typeface="Calibri"/>
              </a:rPr>
              <a:t>mệnh</a:t>
            </a:r>
            <a:r>
              <a:rPr sz="2800" spc="-50" dirty="0">
                <a:latin typeface="Calibri"/>
                <a:cs typeface="Calibri"/>
              </a:rPr>
              <a:t> </a:t>
            </a:r>
            <a:r>
              <a:rPr sz="2800" dirty="0">
                <a:latin typeface="Calibri"/>
                <a:cs typeface="Calibri"/>
              </a:rPr>
              <a:t>đề</a:t>
            </a:r>
            <a:r>
              <a:rPr sz="2800" spc="-60" dirty="0">
                <a:latin typeface="Calibri"/>
                <a:cs typeface="Calibri"/>
              </a:rPr>
              <a:t> </a:t>
            </a:r>
            <a:r>
              <a:rPr sz="2800" dirty="0">
                <a:latin typeface="Calibri"/>
                <a:cs typeface="Calibri"/>
              </a:rPr>
              <a:t>sau</a:t>
            </a:r>
            <a:r>
              <a:rPr sz="2800" spc="-55" dirty="0">
                <a:latin typeface="Calibri"/>
                <a:cs typeface="Calibri"/>
              </a:rPr>
              <a:t> </a:t>
            </a:r>
            <a:r>
              <a:rPr sz="2800" dirty="0">
                <a:latin typeface="Calibri"/>
                <a:cs typeface="Calibri"/>
              </a:rPr>
              <a:t>dưới</a:t>
            </a:r>
            <a:r>
              <a:rPr sz="2800" spc="-40" dirty="0">
                <a:latin typeface="Calibri"/>
                <a:cs typeface="Calibri"/>
              </a:rPr>
              <a:t> </a:t>
            </a:r>
            <a:r>
              <a:rPr sz="2800" dirty="0">
                <a:latin typeface="Calibri"/>
                <a:cs typeface="Calibri"/>
              </a:rPr>
              <a:t>dạng</a:t>
            </a:r>
            <a:r>
              <a:rPr sz="2800" spc="-55" dirty="0">
                <a:latin typeface="Calibri"/>
                <a:cs typeface="Calibri"/>
              </a:rPr>
              <a:t> </a:t>
            </a:r>
            <a:r>
              <a:rPr sz="2800" dirty="0">
                <a:latin typeface="Calibri"/>
                <a:cs typeface="Calibri"/>
              </a:rPr>
              <a:t>hình</a:t>
            </a:r>
            <a:r>
              <a:rPr sz="2800" spc="-35" dirty="0">
                <a:latin typeface="Calibri"/>
                <a:cs typeface="Calibri"/>
              </a:rPr>
              <a:t> </a:t>
            </a:r>
            <a:r>
              <a:rPr sz="2800" dirty="0">
                <a:latin typeface="Calibri"/>
                <a:cs typeface="Calibri"/>
              </a:rPr>
              <a:t>thức</a:t>
            </a:r>
            <a:r>
              <a:rPr sz="2800" spc="-35" dirty="0">
                <a:latin typeface="Calibri"/>
                <a:cs typeface="Calibri"/>
              </a:rPr>
              <a:t> </a:t>
            </a:r>
            <a:r>
              <a:rPr sz="2800" dirty="0">
                <a:latin typeface="Calibri"/>
                <a:cs typeface="Calibri"/>
              </a:rPr>
              <a:t>trong</a:t>
            </a:r>
            <a:r>
              <a:rPr sz="2800" spc="-50" dirty="0">
                <a:latin typeface="Calibri"/>
                <a:cs typeface="Calibri"/>
              </a:rPr>
              <a:t> </a:t>
            </a:r>
            <a:r>
              <a:rPr sz="2800" spc="-25" dirty="0">
                <a:latin typeface="Calibri"/>
                <a:cs typeface="Calibri"/>
              </a:rPr>
              <a:t>đó </a:t>
            </a:r>
            <a:r>
              <a:rPr sz="2800" dirty="0">
                <a:latin typeface="Calibri"/>
                <a:cs typeface="Calibri"/>
              </a:rPr>
              <a:t>sử</a:t>
            </a:r>
            <a:r>
              <a:rPr sz="2800" spc="-30" dirty="0">
                <a:latin typeface="Calibri"/>
                <a:cs typeface="Calibri"/>
              </a:rPr>
              <a:t> </a:t>
            </a:r>
            <a:r>
              <a:rPr sz="2800" dirty="0">
                <a:latin typeface="Calibri"/>
                <a:cs typeface="Calibri"/>
              </a:rPr>
              <a:t>dụng</a:t>
            </a:r>
            <a:r>
              <a:rPr sz="2800" spc="-10" dirty="0">
                <a:latin typeface="Calibri"/>
                <a:cs typeface="Calibri"/>
              </a:rPr>
              <a:t> </a:t>
            </a:r>
            <a:r>
              <a:rPr sz="2800" dirty="0">
                <a:latin typeface="Calibri"/>
                <a:cs typeface="Calibri"/>
              </a:rPr>
              <a:t>các</a:t>
            </a:r>
            <a:r>
              <a:rPr sz="2800" spc="-40" dirty="0">
                <a:latin typeface="Calibri"/>
                <a:cs typeface="Calibri"/>
              </a:rPr>
              <a:t> </a:t>
            </a:r>
            <a:r>
              <a:rPr sz="2800" dirty="0">
                <a:latin typeface="Calibri"/>
                <a:cs typeface="Calibri"/>
              </a:rPr>
              <a:t>phép</a:t>
            </a:r>
            <a:r>
              <a:rPr sz="2800" spc="-5" dirty="0">
                <a:latin typeface="Calibri"/>
                <a:cs typeface="Calibri"/>
              </a:rPr>
              <a:t> </a:t>
            </a:r>
            <a:r>
              <a:rPr sz="2800" dirty="0">
                <a:latin typeface="Calibri"/>
                <a:cs typeface="Calibri"/>
              </a:rPr>
              <a:t>nối</a:t>
            </a:r>
            <a:r>
              <a:rPr sz="2800" spc="-35" dirty="0">
                <a:latin typeface="Calibri"/>
                <a:cs typeface="Calibri"/>
              </a:rPr>
              <a:t> </a:t>
            </a:r>
            <a:r>
              <a:rPr sz="2800" dirty="0">
                <a:latin typeface="Calibri"/>
                <a:cs typeface="Calibri"/>
              </a:rPr>
              <a:t>(</a:t>
            </a:r>
            <a:r>
              <a:rPr sz="2800" dirty="0">
                <a:latin typeface="Symbol"/>
                <a:cs typeface="Symbol"/>
              </a:rPr>
              <a:t></a:t>
            </a:r>
            <a:r>
              <a:rPr sz="2800" dirty="0">
                <a:latin typeface="Calibri"/>
                <a:cs typeface="Calibri"/>
              </a:rPr>
              <a:t>,</a:t>
            </a:r>
            <a:r>
              <a:rPr sz="2800" spc="-20" dirty="0">
                <a:latin typeface="Calibri"/>
                <a:cs typeface="Calibri"/>
              </a:rPr>
              <a:t> </a:t>
            </a:r>
            <a:r>
              <a:rPr sz="2800" dirty="0">
                <a:latin typeface="Symbol"/>
                <a:cs typeface="Symbol"/>
              </a:rPr>
              <a:t></a:t>
            </a:r>
            <a:r>
              <a:rPr sz="2800" dirty="0">
                <a:latin typeface="Calibri"/>
                <a:cs typeface="Calibri"/>
              </a:rPr>
              <a:t>,</a:t>
            </a:r>
            <a:r>
              <a:rPr sz="2800" spc="-35" dirty="0">
                <a:latin typeface="Calibri"/>
                <a:cs typeface="Calibri"/>
              </a:rPr>
              <a:t> </a:t>
            </a:r>
            <a:r>
              <a:rPr sz="2800" dirty="0">
                <a:latin typeface="Symbol"/>
                <a:cs typeface="Symbol"/>
              </a:rPr>
              <a:t></a:t>
            </a:r>
            <a:r>
              <a:rPr sz="2800" dirty="0">
                <a:latin typeface="Calibri"/>
                <a:cs typeface="Calibri"/>
              </a:rPr>
              <a:t>,</a:t>
            </a:r>
            <a:r>
              <a:rPr sz="2800" spc="-20" dirty="0">
                <a:latin typeface="Calibri"/>
                <a:cs typeface="Calibri"/>
              </a:rPr>
              <a:t> </a:t>
            </a:r>
            <a:r>
              <a:rPr sz="2800" dirty="0">
                <a:latin typeface="Symbol"/>
                <a:cs typeface="Symbol"/>
              </a:rPr>
              <a:t></a:t>
            </a:r>
            <a:r>
              <a:rPr sz="2800" dirty="0">
                <a:latin typeface="Calibri"/>
                <a:cs typeface="Calibri"/>
              </a:rPr>
              <a:t>,</a:t>
            </a:r>
            <a:r>
              <a:rPr sz="2800" spc="-30" dirty="0">
                <a:latin typeface="Calibri"/>
                <a:cs typeface="Calibri"/>
              </a:rPr>
              <a:t> </a:t>
            </a:r>
            <a:r>
              <a:rPr sz="2800" dirty="0">
                <a:latin typeface="Symbol"/>
                <a:cs typeface="Symbol"/>
              </a:rPr>
              <a:t></a:t>
            </a:r>
            <a:r>
              <a:rPr sz="2800" dirty="0">
                <a:latin typeface="Calibri"/>
                <a:cs typeface="Calibri"/>
              </a:rPr>
              <a:t>,</a:t>
            </a:r>
            <a:r>
              <a:rPr sz="2800" spc="-35" dirty="0">
                <a:latin typeface="Calibri"/>
                <a:cs typeface="Calibri"/>
              </a:rPr>
              <a:t> </a:t>
            </a:r>
            <a:r>
              <a:rPr sz="2800" spc="-25" dirty="0">
                <a:latin typeface="Symbol"/>
                <a:cs typeface="Symbol"/>
              </a:rPr>
              <a:t></a:t>
            </a:r>
            <a:r>
              <a:rPr sz="2800" spc="-25" dirty="0">
                <a:latin typeface="Calibri"/>
                <a:cs typeface="Calibri"/>
              </a:rPr>
              <a:t>).</a:t>
            </a:r>
            <a:endParaRPr sz="2800">
              <a:latin typeface="Calibri"/>
              <a:cs typeface="Calibri"/>
            </a:endParaRPr>
          </a:p>
          <a:p>
            <a:pPr>
              <a:lnSpc>
                <a:spcPct val="100000"/>
              </a:lnSpc>
              <a:spcBef>
                <a:spcPts val="1290"/>
              </a:spcBef>
            </a:pPr>
            <a:endParaRPr sz="2800">
              <a:latin typeface="Calibri"/>
              <a:cs typeface="Calibri"/>
            </a:endParaRPr>
          </a:p>
          <a:p>
            <a:pPr marL="370205" lvl="1" indent="-357505">
              <a:lnSpc>
                <a:spcPct val="100000"/>
              </a:lnSpc>
              <a:buAutoNum type="alphaLcParenR"/>
              <a:tabLst>
                <a:tab pos="370205" algn="l"/>
              </a:tabLst>
            </a:pPr>
            <a:r>
              <a:rPr sz="2800" dirty="0">
                <a:latin typeface="Calibri"/>
                <a:cs typeface="Calibri"/>
              </a:rPr>
              <a:t>Minh</a:t>
            </a:r>
            <a:r>
              <a:rPr sz="2800" spc="-35" dirty="0">
                <a:latin typeface="Calibri"/>
                <a:cs typeface="Calibri"/>
              </a:rPr>
              <a:t> </a:t>
            </a:r>
            <a:r>
              <a:rPr sz="2800" dirty="0">
                <a:latin typeface="Calibri"/>
                <a:cs typeface="Calibri"/>
              </a:rPr>
              <a:t>giỏi</a:t>
            </a:r>
            <a:r>
              <a:rPr sz="2800" spc="-65" dirty="0">
                <a:latin typeface="Calibri"/>
                <a:cs typeface="Calibri"/>
              </a:rPr>
              <a:t> </a:t>
            </a:r>
            <a:r>
              <a:rPr sz="2800" spc="-55" dirty="0">
                <a:latin typeface="Calibri"/>
                <a:cs typeface="Calibri"/>
              </a:rPr>
              <a:t>Toán</a:t>
            </a:r>
            <a:r>
              <a:rPr sz="2800" spc="-65" dirty="0">
                <a:latin typeface="Calibri"/>
                <a:cs typeface="Calibri"/>
              </a:rPr>
              <a:t> </a:t>
            </a:r>
            <a:r>
              <a:rPr sz="2800" dirty="0">
                <a:latin typeface="Calibri"/>
                <a:cs typeface="Calibri"/>
              </a:rPr>
              <a:t>nhưng</a:t>
            </a:r>
            <a:r>
              <a:rPr sz="2800" spc="-30" dirty="0">
                <a:latin typeface="Calibri"/>
                <a:cs typeface="Calibri"/>
              </a:rPr>
              <a:t> </a:t>
            </a:r>
            <a:r>
              <a:rPr sz="2800" dirty="0">
                <a:latin typeface="Calibri"/>
                <a:cs typeface="Calibri"/>
              </a:rPr>
              <a:t>yếu</a:t>
            </a:r>
            <a:r>
              <a:rPr sz="2800" spc="-55" dirty="0">
                <a:latin typeface="Calibri"/>
                <a:cs typeface="Calibri"/>
              </a:rPr>
              <a:t> </a:t>
            </a:r>
            <a:r>
              <a:rPr sz="2800" dirty="0">
                <a:latin typeface="Calibri"/>
                <a:cs typeface="Calibri"/>
              </a:rPr>
              <a:t>AV</a:t>
            </a:r>
            <a:r>
              <a:rPr sz="2800" spc="-20" dirty="0">
                <a:latin typeface="Calibri"/>
                <a:cs typeface="Calibri"/>
              </a:rPr>
              <a:t> </a:t>
            </a:r>
            <a:r>
              <a:rPr sz="2800" dirty="0">
                <a:latin typeface="Symbol"/>
                <a:cs typeface="Symbol"/>
              </a:rPr>
              <a:t></a:t>
            </a:r>
            <a:r>
              <a:rPr sz="2800" spc="-125" dirty="0">
                <a:latin typeface="Times New Roman"/>
                <a:cs typeface="Times New Roman"/>
              </a:rPr>
              <a:t> </a:t>
            </a:r>
            <a:r>
              <a:rPr sz="2800" dirty="0">
                <a:solidFill>
                  <a:srgbClr val="FF0000"/>
                </a:solidFill>
                <a:latin typeface="Calibri"/>
                <a:cs typeface="Calibri"/>
              </a:rPr>
              <a:t>P</a:t>
            </a:r>
            <a:r>
              <a:rPr sz="2800" spc="-50" dirty="0">
                <a:solidFill>
                  <a:srgbClr val="FF0000"/>
                </a:solidFill>
                <a:latin typeface="Calibri"/>
                <a:cs typeface="Calibri"/>
              </a:rPr>
              <a:t> </a:t>
            </a:r>
            <a:r>
              <a:rPr sz="2800" dirty="0">
                <a:solidFill>
                  <a:srgbClr val="FF0000"/>
                </a:solidFill>
                <a:latin typeface="Symbol"/>
                <a:cs typeface="Symbol"/>
              </a:rPr>
              <a:t></a:t>
            </a:r>
            <a:r>
              <a:rPr sz="2800" spc="-120" dirty="0">
                <a:solidFill>
                  <a:srgbClr val="FF0000"/>
                </a:solidFill>
                <a:latin typeface="Times New Roman"/>
                <a:cs typeface="Times New Roman"/>
              </a:rPr>
              <a:t> </a:t>
            </a:r>
            <a:r>
              <a:rPr sz="2800" spc="-50" dirty="0">
                <a:solidFill>
                  <a:srgbClr val="FF0000"/>
                </a:solidFill>
                <a:latin typeface="Calibri"/>
                <a:cs typeface="Calibri"/>
              </a:rPr>
              <a:t>Q</a:t>
            </a:r>
            <a:endParaRPr sz="2800">
              <a:latin typeface="Calibri"/>
              <a:cs typeface="Calibri"/>
            </a:endParaRPr>
          </a:p>
          <a:p>
            <a:pPr marL="387985" lvl="1" indent="-375285">
              <a:lnSpc>
                <a:spcPct val="100000"/>
              </a:lnSpc>
              <a:spcBef>
                <a:spcPts val="635"/>
              </a:spcBef>
              <a:buAutoNum type="alphaLcParenR"/>
              <a:tabLst>
                <a:tab pos="387985" algn="l"/>
              </a:tabLst>
            </a:pPr>
            <a:r>
              <a:rPr sz="2800" dirty="0">
                <a:latin typeface="Calibri"/>
                <a:cs typeface="Calibri"/>
              </a:rPr>
              <a:t>Minh</a:t>
            </a:r>
            <a:r>
              <a:rPr sz="2800" spc="-35" dirty="0">
                <a:latin typeface="Calibri"/>
                <a:cs typeface="Calibri"/>
              </a:rPr>
              <a:t> </a:t>
            </a:r>
            <a:r>
              <a:rPr sz="2800" dirty="0">
                <a:latin typeface="Calibri"/>
                <a:cs typeface="Calibri"/>
              </a:rPr>
              <a:t>yếu</a:t>
            </a:r>
            <a:r>
              <a:rPr sz="2800" spc="-50" dirty="0">
                <a:latin typeface="Calibri"/>
                <a:cs typeface="Calibri"/>
              </a:rPr>
              <a:t> </a:t>
            </a:r>
            <a:r>
              <a:rPr sz="2800" dirty="0">
                <a:latin typeface="Calibri"/>
                <a:cs typeface="Calibri"/>
              </a:rPr>
              <a:t>cả</a:t>
            </a:r>
            <a:r>
              <a:rPr sz="2800" spc="-55" dirty="0">
                <a:latin typeface="Calibri"/>
                <a:cs typeface="Calibri"/>
              </a:rPr>
              <a:t> Toán</a:t>
            </a:r>
            <a:r>
              <a:rPr sz="2800" spc="-60" dirty="0">
                <a:latin typeface="Calibri"/>
                <a:cs typeface="Calibri"/>
              </a:rPr>
              <a:t> </a:t>
            </a:r>
            <a:r>
              <a:rPr sz="2800" dirty="0">
                <a:latin typeface="Calibri"/>
                <a:cs typeface="Calibri"/>
              </a:rPr>
              <a:t>lẫn</a:t>
            </a:r>
            <a:r>
              <a:rPr sz="2800" spc="-60" dirty="0">
                <a:latin typeface="Calibri"/>
                <a:cs typeface="Calibri"/>
              </a:rPr>
              <a:t> </a:t>
            </a:r>
            <a:r>
              <a:rPr sz="2800" spc="-25" dirty="0">
                <a:latin typeface="Calibri"/>
                <a:cs typeface="Calibri"/>
              </a:rPr>
              <a:t>AV</a:t>
            </a:r>
            <a:endParaRPr sz="2800">
              <a:latin typeface="Calibri"/>
              <a:cs typeface="Calibri"/>
            </a:endParaRPr>
          </a:p>
          <a:p>
            <a:pPr marL="351155" lvl="1" indent="-338455">
              <a:lnSpc>
                <a:spcPct val="100000"/>
              </a:lnSpc>
              <a:spcBef>
                <a:spcPts val="675"/>
              </a:spcBef>
              <a:buAutoNum type="alphaLcParenR"/>
              <a:tabLst>
                <a:tab pos="351155" algn="l"/>
              </a:tabLst>
            </a:pPr>
            <a:r>
              <a:rPr sz="2800" dirty="0">
                <a:latin typeface="Calibri"/>
                <a:cs typeface="Calibri"/>
              </a:rPr>
              <a:t>Minh</a:t>
            </a:r>
            <a:r>
              <a:rPr sz="2800" spc="-35" dirty="0">
                <a:latin typeface="Calibri"/>
                <a:cs typeface="Calibri"/>
              </a:rPr>
              <a:t> </a:t>
            </a:r>
            <a:r>
              <a:rPr sz="2800" dirty="0">
                <a:latin typeface="Calibri"/>
                <a:cs typeface="Calibri"/>
              </a:rPr>
              <a:t>giỏi</a:t>
            </a:r>
            <a:r>
              <a:rPr sz="2800" spc="-70" dirty="0">
                <a:latin typeface="Calibri"/>
                <a:cs typeface="Calibri"/>
              </a:rPr>
              <a:t> </a:t>
            </a:r>
            <a:r>
              <a:rPr sz="2800" spc="-55" dirty="0">
                <a:latin typeface="Calibri"/>
                <a:cs typeface="Calibri"/>
              </a:rPr>
              <a:t>Toán</a:t>
            </a:r>
            <a:r>
              <a:rPr sz="2800" spc="-65" dirty="0">
                <a:latin typeface="Calibri"/>
                <a:cs typeface="Calibri"/>
              </a:rPr>
              <a:t> </a:t>
            </a:r>
            <a:r>
              <a:rPr sz="2800" dirty="0">
                <a:latin typeface="Calibri"/>
                <a:cs typeface="Calibri"/>
              </a:rPr>
              <a:t>hay</a:t>
            </a:r>
            <a:r>
              <a:rPr sz="2800" spc="-65" dirty="0">
                <a:latin typeface="Calibri"/>
                <a:cs typeface="Calibri"/>
              </a:rPr>
              <a:t> </a:t>
            </a:r>
            <a:r>
              <a:rPr sz="2800" dirty="0">
                <a:latin typeface="Calibri"/>
                <a:cs typeface="Calibri"/>
              </a:rPr>
              <a:t>Minh</a:t>
            </a:r>
            <a:r>
              <a:rPr sz="2800" spc="-40" dirty="0">
                <a:latin typeface="Calibri"/>
                <a:cs typeface="Calibri"/>
              </a:rPr>
              <a:t> </a:t>
            </a:r>
            <a:r>
              <a:rPr sz="2800" dirty="0">
                <a:latin typeface="Calibri"/>
                <a:cs typeface="Calibri"/>
              </a:rPr>
              <a:t>vừa</a:t>
            </a:r>
            <a:r>
              <a:rPr sz="2800" spc="-50" dirty="0">
                <a:latin typeface="Calibri"/>
                <a:cs typeface="Calibri"/>
              </a:rPr>
              <a:t> </a:t>
            </a:r>
            <a:r>
              <a:rPr sz="2800" dirty="0">
                <a:latin typeface="Calibri"/>
                <a:cs typeface="Calibri"/>
              </a:rPr>
              <a:t>giỏi</a:t>
            </a:r>
            <a:r>
              <a:rPr sz="2800" spc="-70" dirty="0">
                <a:latin typeface="Calibri"/>
                <a:cs typeface="Calibri"/>
              </a:rPr>
              <a:t> </a:t>
            </a:r>
            <a:r>
              <a:rPr sz="2800" dirty="0">
                <a:latin typeface="Calibri"/>
                <a:cs typeface="Calibri"/>
              </a:rPr>
              <a:t>AV</a:t>
            </a:r>
            <a:r>
              <a:rPr sz="2800" spc="-55" dirty="0">
                <a:latin typeface="Calibri"/>
                <a:cs typeface="Calibri"/>
              </a:rPr>
              <a:t> </a:t>
            </a:r>
            <a:r>
              <a:rPr sz="2800" dirty="0">
                <a:latin typeface="Calibri"/>
                <a:cs typeface="Calibri"/>
              </a:rPr>
              <a:t>vừa</a:t>
            </a:r>
            <a:r>
              <a:rPr sz="2800" spc="-45" dirty="0">
                <a:latin typeface="Calibri"/>
                <a:cs typeface="Calibri"/>
              </a:rPr>
              <a:t> </a:t>
            </a:r>
            <a:r>
              <a:rPr sz="2800" dirty="0">
                <a:latin typeface="Calibri"/>
                <a:cs typeface="Calibri"/>
              </a:rPr>
              <a:t>yếu</a:t>
            </a:r>
            <a:r>
              <a:rPr sz="2800" spc="-60" dirty="0">
                <a:latin typeface="Calibri"/>
                <a:cs typeface="Calibri"/>
              </a:rPr>
              <a:t> </a:t>
            </a:r>
            <a:r>
              <a:rPr sz="2800" spc="-20" dirty="0">
                <a:latin typeface="Calibri"/>
                <a:cs typeface="Calibri"/>
              </a:rPr>
              <a:t>Toán</a:t>
            </a:r>
            <a:endParaRPr sz="2800">
              <a:latin typeface="Calibri"/>
              <a:cs typeface="Calibri"/>
            </a:endParaRPr>
          </a:p>
          <a:p>
            <a:pPr marL="387985" lvl="1" indent="-375285">
              <a:lnSpc>
                <a:spcPct val="100000"/>
              </a:lnSpc>
              <a:spcBef>
                <a:spcPts val="670"/>
              </a:spcBef>
              <a:buAutoNum type="alphaLcParenR"/>
              <a:tabLst>
                <a:tab pos="387985" algn="l"/>
              </a:tabLst>
            </a:pPr>
            <a:r>
              <a:rPr sz="2800" dirty="0">
                <a:latin typeface="Calibri"/>
                <a:cs typeface="Calibri"/>
              </a:rPr>
              <a:t>Nếu</a:t>
            </a:r>
            <a:r>
              <a:rPr sz="2800" spc="-40" dirty="0">
                <a:latin typeface="Calibri"/>
                <a:cs typeface="Calibri"/>
              </a:rPr>
              <a:t> </a:t>
            </a:r>
            <a:r>
              <a:rPr sz="2800" dirty="0">
                <a:latin typeface="Calibri"/>
                <a:cs typeface="Calibri"/>
              </a:rPr>
              <a:t>Minh</a:t>
            </a:r>
            <a:r>
              <a:rPr sz="2800" spc="-25" dirty="0">
                <a:latin typeface="Calibri"/>
                <a:cs typeface="Calibri"/>
              </a:rPr>
              <a:t> </a:t>
            </a:r>
            <a:r>
              <a:rPr sz="2800" dirty="0">
                <a:latin typeface="Calibri"/>
                <a:cs typeface="Calibri"/>
              </a:rPr>
              <a:t>giỏi</a:t>
            </a:r>
            <a:r>
              <a:rPr sz="2800" spc="-55" dirty="0">
                <a:latin typeface="Calibri"/>
                <a:cs typeface="Calibri"/>
              </a:rPr>
              <a:t> Toán</a:t>
            </a:r>
            <a:r>
              <a:rPr sz="2800" spc="-35" dirty="0">
                <a:latin typeface="Calibri"/>
                <a:cs typeface="Calibri"/>
              </a:rPr>
              <a:t> </a:t>
            </a:r>
            <a:r>
              <a:rPr sz="2800" dirty="0">
                <a:latin typeface="Calibri"/>
                <a:cs typeface="Calibri"/>
              </a:rPr>
              <a:t>thì</a:t>
            </a:r>
            <a:r>
              <a:rPr sz="2800" spc="-50" dirty="0">
                <a:latin typeface="Calibri"/>
                <a:cs typeface="Calibri"/>
              </a:rPr>
              <a:t> </a:t>
            </a:r>
            <a:r>
              <a:rPr sz="2800" dirty="0">
                <a:latin typeface="Calibri"/>
                <a:cs typeface="Calibri"/>
              </a:rPr>
              <a:t>Minh</a:t>
            </a:r>
            <a:r>
              <a:rPr sz="2800" spc="-20" dirty="0">
                <a:latin typeface="Calibri"/>
                <a:cs typeface="Calibri"/>
              </a:rPr>
              <a:t> </a:t>
            </a:r>
            <a:r>
              <a:rPr sz="2800" dirty="0">
                <a:latin typeface="Calibri"/>
                <a:cs typeface="Calibri"/>
              </a:rPr>
              <a:t>giỏi</a:t>
            </a:r>
            <a:r>
              <a:rPr sz="2800" spc="-55" dirty="0">
                <a:latin typeface="Calibri"/>
                <a:cs typeface="Calibri"/>
              </a:rPr>
              <a:t> </a:t>
            </a:r>
            <a:r>
              <a:rPr sz="2800" spc="-25" dirty="0">
                <a:latin typeface="Calibri"/>
                <a:cs typeface="Calibri"/>
              </a:rPr>
              <a:t>AV</a:t>
            </a:r>
            <a:endParaRPr sz="2800">
              <a:latin typeface="Calibri"/>
              <a:cs typeface="Calibri"/>
            </a:endParaRPr>
          </a:p>
          <a:p>
            <a:pPr marL="377190" lvl="1" indent="-364490">
              <a:lnSpc>
                <a:spcPct val="100000"/>
              </a:lnSpc>
              <a:spcBef>
                <a:spcPts val="675"/>
              </a:spcBef>
              <a:buAutoNum type="alphaLcParenR"/>
              <a:tabLst>
                <a:tab pos="377190" algn="l"/>
              </a:tabLst>
            </a:pPr>
            <a:r>
              <a:rPr sz="2800" dirty="0">
                <a:latin typeface="Calibri"/>
                <a:cs typeface="Calibri"/>
              </a:rPr>
              <a:t>Minh</a:t>
            </a:r>
            <a:r>
              <a:rPr sz="2800" spc="-50" dirty="0">
                <a:latin typeface="Calibri"/>
                <a:cs typeface="Calibri"/>
              </a:rPr>
              <a:t> </a:t>
            </a:r>
            <a:r>
              <a:rPr sz="2800" dirty="0">
                <a:latin typeface="Calibri"/>
                <a:cs typeface="Calibri"/>
              </a:rPr>
              <a:t>giỏi</a:t>
            </a:r>
            <a:r>
              <a:rPr sz="2800" spc="-80" dirty="0">
                <a:latin typeface="Calibri"/>
                <a:cs typeface="Calibri"/>
              </a:rPr>
              <a:t> </a:t>
            </a:r>
            <a:r>
              <a:rPr sz="2800" spc="-55" dirty="0">
                <a:latin typeface="Calibri"/>
                <a:cs typeface="Calibri"/>
              </a:rPr>
              <a:t>Toán</a:t>
            </a:r>
            <a:r>
              <a:rPr sz="2800" spc="-60" dirty="0">
                <a:latin typeface="Calibri"/>
                <a:cs typeface="Calibri"/>
              </a:rPr>
              <a:t> </a:t>
            </a:r>
            <a:r>
              <a:rPr sz="2800" dirty="0">
                <a:latin typeface="Calibri"/>
                <a:cs typeface="Calibri"/>
              </a:rPr>
              <a:t>và</a:t>
            </a:r>
            <a:r>
              <a:rPr sz="2800" spc="-70" dirty="0">
                <a:latin typeface="Calibri"/>
                <a:cs typeface="Calibri"/>
              </a:rPr>
              <a:t> </a:t>
            </a:r>
            <a:r>
              <a:rPr sz="2800" dirty="0">
                <a:latin typeface="Calibri"/>
                <a:cs typeface="Calibri"/>
              </a:rPr>
              <a:t>AV</a:t>
            </a:r>
            <a:r>
              <a:rPr sz="2800" spc="-65" dirty="0">
                <a:latin typeface="Calibri"/>
                <a:cs typeface="Calibri"/>
              </a:rPr>
              <a:t> </a:t>
            </a:r>
            <a:r>
              <a:rPr sz="2800" dirty="0">
                <a:latin typeface="Calibri"/>
                <a:cs typeface="Calibri"/>
              </a:rPr>
              <a:t>hay</a:t>
            </a:r>
            <a:r>
              <a:rPr sz="2800" spc="-75" dirty="0">
                <a:latin typeface="Calibri"/>
                <a:cs typeface="Calibri"/>
              </a:rPr>
              <a:t> </a:t>
            </a:r>
            <a:r>
              <a:rPr sz="2800" dirty="0">
                <a:latin typeface="Calibri"/>
                <a:cs typeface="Calibri"/>
              </a:rPr>
              <a:t>Minh</a:t>
            </a:r>
            <a:r>
              <a:rPr sz="2800" spc="-50" dirty="0">
                <a:latin typeface="Calibri"/>
                <a:cs typeface="Calibri"/>
              </a:rPr>
              <a:t> </a:t>
            </a:r>
            <a:r>
              <a:rPr sz="2800" dirty="0">
                <a:latin typeface="Calibri"/>
                <a:cs typeface="Calibri"/>
              </a:rPr>
              <a:t>yếu</a:t>
            </a:r>
            <a:r>
              <a:rPr sz="2800" spc="-65" dirty="0">
                <a:latin typeface="Calibri"/>
                <a:cs typeface="Calibri"/>
              </a:rPr>
              <a:t> </a:t>
            </a:r>
            <a:r>
              <a:rPr sz="2800" spc="-55" dirty="0">
                <a:latin typeface="Calibri"/>
                <a:cs typeface="Calibri"/>
              </a:rPr>
              <a:t>Toán</a:t>
            </a:r>
            <a:r>
              <a:rPr sz="2800" spc="-70" dirty="0">
                <a:latin typeface="Calibri"/>
                <a:cs typeface="Calibri"/>
              </a:rPr>
              <a:t> </a:t>
            </a:r>
            <a:r>
              <a:rPr sz="2800" dirty="0">
                <a:latin typeface="Calibri"/>
                <a:cs typeface="Calibri"/>
              </a:rPr>
              <a:t>nhưng</a:t>
            </a:r>
            <a:r>
              <a:rPr sz="2800" spc="-40" dirty="0">
                <a:latin typeface="Calibri"/>
                <a:cs typeface="Calibri"/>
              </a:rPr>
              <a:t> </a:t>
            </a:r>
            <a:r>
              <a:rPr sz="2800" dirty="0">
                <a:latin typeface="Calibri"/>
                <a:cs typeface="Calibri"/>
              </a:rPr>
              <a:t>giỏi</a:t>
            </a:r>
            <a:r>
              <a:rPr sz="2800" spc="-80" dirty="0">
                <a:latin typeface="Calibri"/>
                <a:cs typeface="Calibri"/>
              </a:rPr>
              <a:t> </a:t>
            </a:r>
            <a:r>
              <a:rPr sz="2800" spc="-25" dirty="0">
                <a:latin typeface="Calibri"/>
                <a:cs typeface="Calibri"/>
              </a:rPr>
              <a:t>AV</a:t>
            </a:r>
            <a:endParaRPr sz="2800">
              <a:latin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152234"/>
            <a:ext cx="8286750" cy="5664835"/>
          </a:xfrm>
          <a:prstGeom prst="rect">
            <a:avLst/>
          </a:prstGeom>
        </p:spPr>
        <p:txBody>
          <a:bodyPr vert="horz" wrap="square" lIns="0" tIns="98425" rIns="0" bIns="0" rtlCol="0">
            <a:spAutoFit/>
          </a:bodyPr>
          <a:lstStyle/>
          <a:p>
            <a:pPr marL="368935" indent="-356235">
              <a:lnSpc>
                <a:spcPct val="100000"/>
              </a:lnSpc>
              <a:spcBef>
                <a:spcPts val="775"/>
              </a:spcBef>
              <a:buAutoNum type="arabicPeriod" startAt="2"/>
              <a:tabLst>
                <a:tab pos="368935" algn="l"/>
              </a:tabLst>
            </a:pPr>
            <a:r>
              <a:rPr sz="2800" b="1" dirty="0">
                <a:latin typeface="Calibri"/>
                <a:cs typeface="Calibri"/>
              </a:rPr>
              <a:t>Giải</a:t>
            </a:r>
            <a:r>
              <a:rPr sz="2800" b="1" spc="-20" dirty="0">
                <a:latin typeface="Calibri"/>
                <a:cs typeface="Calibri"/>
              </a:rPr>
              <a:t> </a:t>
            </a:r>
            <a:r>
              <a:rPr sz="2800" b="1" dirty="0">
                <a:latin typeface="Calibri"/>
                <a:cs typeface="Calibri"/>
              </a:rPr>
              <a:t>:</a:t>
            </a:r>
            <a:r>
              <a:rPr sz="2800" b="1" spc="-50" dirty="0">
                <a:latin typeface="Calibri"/>
                <a:cs typeface="Calibri"/>
              </a:rPr>
              <a:t> </a:t>
            </a:r>
            <a:r>
              <a:rPr sz="2800" dirty="0">
                <a:latin typeface="Calibri"/>
                <a:cs typeface="Calibri"/>
              </a:rPr>
              <a:t>P:</a:t>
            </a:r>
            <a:r>
              <a:rPr sz="2800" spc="-35" dirty="0">
                <a:latin typeface="Calibri"/>
                <a:cs typeface="Calibri"/>
              </a:rPr>
              <a:t> </a:t>
            </a:r>
            <a:r>
              <a:rPr sz="2800" dirty="0">
                <a:latin typeface="Calibri"/>
                <a:cs typeface="Calibri"/>
              </a:rPr>
              <a:t>“Minh</a:t>
            </a:r>
            <a:r>
              <a:rPr sz="2800" spc="-25" dirty="0">
                <a:latin typeface="Calibri"/>
                <a:cs typeface="Calibri"/>
              </a:rPr>
              <a:t> </a:t>
            </a:r>
            <a:r>
              <a:rPr sz="2800" dirty="0">
                <a:latin typeface="Calibri"/>
                <a:cs typeface="Calibri"/>
              </a:rPr>
              <a:t>giỏi</a:t>
            </a:r>
            <a:r>
              <a:rPr sz="2800" spc="-60" dirty="0">
                <a:latin typeface="Calibri"/>
                <a:cs typeface="Calibri"/>
              </a:rPr>
              <a:t> </a:t>
            </a:r>
            <a:r>
              <a:rPr sz="2800" spc="-90" dirty="0">
                <a:latin typeface="Calibri"/>
                <a:cs typeface="Calibri"/>
              </a:rPr>
              <a:t>Toán”,</a:t>
            </a:r>
            <a:r>
              <a:rPr sz="2800" spc="-45" dirty="0">
                <a:latin typeface="Calibri"/>
                <a:cs typeface="Calibri"/>
              </a:rPr>
              <a:t> </a:t>
            </a:r>
            <a:r>
              <a:rPr sz="2800" dirty="0">
                <a:latin typeface="Calibri"/>
                <a:cs typeface="Calibri"/>
              </a:rPr>
              <a:t>Q:</a:t>
            </a:r>
            <a:r>
              <a:rPr sz="2800" spc="-40" dirty="0">
                <a:latin typeface="Calibri"/>
                <a:cs typeface="Calibri"/>
              </a:rPr>
              <a:t> </a:t>
            </a:r>
            <a:r>
              <a:rPr sz="2800" dirty="0">
                <a:latin typeface="Calibri"/>
                <a:cs typeface="Calibri"/>
              </a:rPr>
              <a:t>“Minh</a:t>
            </a:r>
            <a:r>
              <a:rPr sz="2800" spc="-20" dirty="0">
                <a:latin typeface="Calibri"/>
                <a:cs typeface="Calibri"/>
              </a:rPr>
              <a:t> </a:t>
            </a:r>
            <a:r>
              <a:rPr sz="2800" dirty="0">
                <a:latin typeface="Calibri"/>
                <a:cs typeface="Calibri"/>
              </a:rPr>
              <a:t>yếu</a:t>
            </a:r>
            <a:r>
              <a:rPr sz="2800" spc="-50" dirty="0">
                <a:latin typeface="Calibri"/>
                <a:cs typeface="Calibri"/>
              </a:rPr>
              <a:t> </a:t>
            </a:r>
            <a:r>
              <a:rPr sz="2800" dirty="0">
                <a:latin typeface="Calibri"/>
                <a:cs typeface="Calibri"/>
              </a:rPr>
              <a:t>Anh</a:t>
            </a:r>
            <a:r>
              <a:rPr sz="2800" spc="-25" dirty="0">
                <a:latin typeface="Calibri"/>
                <a:cs typeface="Calibri"/>
              </a:rPr>
              <a:t> </a:t>
            </a:r>
            <a:r>
              <a:rPr sz="2800" spc="-10" dirty="0">
                <a:latin typeface="Calibri"/>
                <a:cs typeface="Calibri"/>
              </a:rPr>
              <a:t>văn(AV)”</a:t>
            </a:r>
            <a:endParaRPr sz="2800">
              <a:latin typeface="Calibri"/>
              <a:cs typeface="Calibri"/>
            </a:endParaRPr>
          </a:p>
          <a:p>
            <a:pPr marL="370205" lvl="1" indent="-357505">
              <a:lnSpc>
                <a:spcPct val="100000"/>
              </a:lnSpc>
              <a:spcBef>
                <a:spcPts val="675"/>
              </a:spcBef>
              <a:buAutoNum type="alphaLcParenR"/>
              <a:tabLst>
                <a:tab pos="370205" algn="l"/>
              </a:tabLst>
            </a:pPr>
            <a:r>
              <a:rPr sz="2800" dirty="0">
                <a:latin typeface="Calibri"/>
                <a:cs typeface="Calibri"/>
              </a:rPr>
              <a:t>Minh</a:t>
            </a:r>
            <a:r>
              <a:rPr sz="2800" spc="-45" dirty="0">
                <a:latin typeface="Calibri"/>
                <a:cs typeface="Calibri"/>
              </a:rPr>
              <a:t> </a:t>
            </a:r>
            <a:r>
              <a:rPr sz="2800" dirty="0">
                <a:latin typeface="Calibri"/>
                <a:cs typeface="Calibri"/>
              </a:rPr>
              <a:t>giỏi</a:t>
            </a:r>
            <a:r>
              <a:rPr sz="2800" spc="-75" dirty="0">
                <a:latin typeface="Calibri"/>
                <a:cs typeface="Calibri"/>
              </a:rPr>
              <a:t> </a:t>
            </a:r>
            <a:r>
              <a:rPr sz="2800" spc="-55" dirty="0">
                <a:latin typeface="Calibri"/>
                <a:cs typeface="Calibri"/>
              </a:rPr>
              <a:t>Toán</a:t>
            </a:r>
            <a:r>
              <a:rPr sz="2800" spc="-70" dirty="0">
                <a:latin typeface="Calibri"/>
                <a:cs typeface="Calibri"/>
              </a:rPr>
              <a:t> </a:t>
            </a:r>
            <a:r>
              <a:rPr sz="2800" dirty="0">
                <a:latin typeface="Calibri"/>
                <a:cs typeface="Calibri"/>
              </a:rPr>
              <a:t>nhưng</a:t>
            </a:r>
            <a:r>
              <a:rPr sz="2800" spc="-35" dirty="0">
                <a:latin typeface="Calibri"/>
                <a:cs typeface="Calibri"/>
              </a:rPr>
              <a:t> </a:t>
            </a:r>
            <a:r>
              <a:rPr sz="2800" dirty="0">
                <a:latin typeface="Calibri"/>
                <a:cs typeface="Calibri"/>
              </a:rPr>
              <a:t>yếu</a:t>
            </a:r>
            <a:r>
              <a:rPr sz="2800" spc="-65" dirty="0">
                <a:latin typeface="Calibri"/>
                <a:cs typeface="Calibri"/>
              </a:rPr>
              <a:t> </a:t>
            </a:r>
            <a:r>
              <a:rPr sz="2800" spc="-25" dirty="0">
                <a:latin typeface="Calibri"/>
                <a:cs typeface="Calibri"/>
              </a:rPr>
              <a:t>AV</a:t>
            </a:r>
            <a:endParaRPr sz="2800">
              <a:latin typeface="Calibri"/>
              <a:cs typeface="Calibri"/>
            </a:endParaRPr>
          </a:p>
          <a:p>
            <a:pPr marL="499109">
              <a:lnSpc>
                <a:spcPct val="100000"/>
              </a:lnSpc>
              <a:spcBef>
                <a:spcPts val="710"/>
              </a:spcBef>
            </a:pPr>
            <a:r>
              <a:rPr sz="2800" dirty="0">
                <a:latin typeface="Symbol"/>
                <a:cs typeface="Symbol"/>
              </a:rPr>
              <a:t></a:t>
            </a:r>
            <a:r>
              <a:rPr sz="2800" spc="-85" dirty="0">
                <a:latin typeface="Times New Roman"/>
                <a:cs typeface="Times New Roman"/>
              </a:rPr>
              <a:t> </a:t>
            </a:r>
            <a:r>
              <a:rPr sz="2800" dirty="0">
                <a:solidFill>
                  <a:srgbClr val="FF0000"/>
                </a:solidFill>
                <a:latin typeface="Calibri"/>
                <a:cs typeface="Calibri"/>
              </a:rPr>
              <a:t>P</a:t>
            </a:r>
            <a:r>
              <a:rPr sz="2800" spc="-5" dirty="0">
                <a:solidFill>
                  <a:srgbClr val="FF0000"/>
                </a:solidFill>
                <a:latin typeface="Calibri"/>
                <a:cs typeface="Calibri"/>
              </a:rPr>
              <a:t> </a:t>
            </a:r>
            <a:r>
              <a:rPr sz="2800" dirty="0">
                <a:solidFill>
                  <a:srgbClr val="FF0000"/>
                </a:solidFill>
                <a:latin typeface="Symbol"/>
                <a:cs typeface="Symbol"/>
              </a:rPr>
              <a:t></a:t>
            </a:r>
            <a:r>
              <a:rPr sz="2800" spc="-75" dirty="0">
                <a:solidFill>
                  <a:srgbClr val="FF0000"/>
                </a:solidFill>
                <a:latin typeface="Times New Roman"/>
                <a:cs typeface="Times New Roman"/>
              </a:rPr>
              <a:t> </a:t>
            </a:r>
            <a:r>
              <a:rPr sz="2800" spc="-50" dirty="0">
                <a:solidFill>
                  <a:srgbClr val="FF0000"/>
                </a:solidFill>
                <a:latin typeface="Calibri"/>
                <a:cs typeface="Calibri"/>
              </a:rPr>
              <a:t>Q</a:t>
            </a:r>
            <a:endParaRPr sz="2800">
              <a:latin typeface="Calibri"/>
              <a:cs typeface="Calibri"/>
            </a:endParaRPr>
          </a:p>
          <a:p>
            <a:pPr marL="387985" lvl="1" indent="-375285">
              <a:lnSpc>
                <a:spcPct val="100000"/>
              </a:lnSpc>
              <a:spcBef>
                <a:spcPts val="635"/>
              </a:spcBef>
              <a:buAutoNum type="alphaLcParenR" startAt="2"/>
              <a:tabLst>
                <a:tab pos="387985" algn="l"/>
              </a:tabLst>
            </a:pPr>
            <a:r>
              <a:rPr sz="2800" dirty="0">
                <a:latin typeface="Calibri"/>
                <a:cs typeface="Calibri"/>
              </a:rPr>
              <a:t>Minh</a:t>
            </a:r>
            <a:r>
              <a:rPr sz="2800" spc="-35" dirty="0">
                <a:latin typeface="Calibri"/>
                <a:cs typeface="Calibri"/>
              </a:rPr>
              <a:t> </a:t>
            </a:r>
            <a:r>
              <a:rPr sz="2800" dirty="0">
                <a:latin typeface="Calibri"/>
                <a:cs typeface="Calibri"/>
              </a:rPr>
              <a:t>yếu</a:t>
            </a:r>
            <a:r>
              <a:rPr sz="2800" spc="-50" dirty="0">
                <a:latin typeface="Calibri"/>
                <a:cs typeface="Calibri"/>
              </a:rPr>
              <a:t> </a:t>
            </a:r>
            <a:r>
              <a:rPr sz="2800" dirty="0">
                <a:latin typeface="Calibri"/>
                <a:cs typeface="Calibri"/>
              </a:rPr>
              <a:t>cả</a:t>
            </a:r>
            <a:r>
              <a:rPr sz="2800" spc="-55" dirty="0">
                <a:latin typeface="Calibri"/>
                <a:cs typeface="Calibri"/>
              </a:rPr>
              <a:t> Toán</a:t>
            </a:r>
            <a:r>
              <a:rPr sz="2800" spc="-60" dirty="0">
                <a:latin typeface="Calibri"/>
                <a:cs typeface="Calibri"/>
              </a:rPr>
              <a:t> </a:t>
            </a:r>
            <a:r>
              <a:rPr sz="2800" dirty="0">
                <a:latin typeface="Calibri"/>
                <a:cs typeface="Calibri"/>
              </a:rPr>
              <a:t>lẫn</a:t>
            </a:r>
            <a:r>
              <a:rPr sz="2800" spc="-60" dirty="0">
                <a:latin typeface="Calibri"/>
                <a:cs typeface="Calibri"/>
              </a:rPr>
              <a:t> </a:t>
            </a:r>
            <a:r>
              <a:rPr sz="2800" spc="-25" dirty="0">
                <a:latin typeface="Calibri"/>
                <a:cs typeface="Calibri"/>
              </a:rPr>
              <a:t>AV</a:t>
            </a:r>
            <a:endParaRPr sz="2800">
              <a:latin typeface="Calibri"/>
              <a:cs typeface="Calibri"/>
            </a:endParaRPr>
          </a:p>
          <a:p>
            <a:pPr marL="499109">
              <a:lnSpc>
                <a:spcPct val="100000"/>
              </a:lnSpc>
              <a:spcBef>
                <a:spcPts val="710"/>
              </a:spcBef>
            </a:pPr>
            <a:r>
              <a:rPr sz="2800" dirty="0">
                <a:latin typeface="Symbol"/>
                <a:cs typeface="Symbol"/>
              </a:rPr>
              <a:t></a:t>
            </a:r>
            <a:r>
              <a:rPr sz="2800" spc="-90" dirty="0">
                <a:latin typeface="Times New Roman"/>
                <a:cs typeface="Times New Roman"/>
              </a:rPr>
              <a:t> </a:t>
            </a:r>
            <a:r>
              <a:rPr sz="2800" dirty="0">
                <a:solidFill>
                  <a:srgbClr val="FF0000"/>
                </a:solidFill>
                <a:latin typeface="Symbol"/>
                <a:cs typeface="Symbol"/>
              </a:rPr>
              <a:t></a:t>
            </a:r>
            <a:r>
              <a:rPr sz="2800" dirty="0">
                <a:solidFill>
                  <a:srgbClr val="FF0000"/>
                </a:solidFill>
                <a:latin typeface="Calibri"/>
                <a:cs typeface="Calibri"/>
              </a:rPr>
              <a:t>P</a:t>
            </a:r>
            <a:r>
              <a:rPr sz="2800" spc="-5" dirty="0">
                <a:solidFill>
                  <a:srgbClr val="FF0000"/>
                </a:solidFill>
                <a:latin typeface="Calibri"/>
                <a:cs typeface="Calibri"/>
              </a:rPr>
              <a:t> </a:t>
            </a:r>
            <a:r>
              <a:rPr sz="2800" dirty="0">
                <a:solidFill>
                  <a:srgbClr val="FF0000"/>
                </a:solidFill>
                <a:latin typeface="Symbol"/>
                <a:cs typeface="Symbol"/>
              </a:rPr>
              <a:t></a:t>
            </a:r>
            <a:r>
              <a:rPr sz="2800" spc="-100" dirty="0">
                <a:solidFill>
                  <a:srgbClr val="FF0000"/>
                </a:solidFill>
                <a:latin typeface="Times New Roman"/>
                <a:cs typeface="Times New Roman"/>
              </a:rPr>
              <a:t> </a:t>
            </a:r>
            <a:r>
              <a:rPr sz="2800" spc="-50" dirty="0">
                <a:solidFill>
                  <a:srgbClr val="FF0000"/>
                </a:solidFill>
                <a:latin typeface="Calibri"/>
                <a:cs typeface="Calibri"/>
              </a:rPr>
              <a:t>Q</a:t>
            </a:r>
            <a:endParaRPr sz="2800">
              <a:latin typeface="Calibri"/>
              <a:cs typeface="Calibri"/>
            </a:endParaRPr>
          </a:p>
          <a:p>
            <a:pPr marL="351155" lvl="1" indent="-338455">
              <a:lnSpc>
                <a:spcPct val="100000"/>
              </a:lnSpc>
              <a:spcBef>
                <a:spcPts val="635"/>
              </a:spcBef>
              <a:buAutoNum type="alphaLcParenR" startAt="3"/>
              <a:tabLst>
                <a:tab pos="351155" algn="l"/>
              </a:tabLst>
            </a:pPr>
            <a:r>
              <a:rPr sz="2800" dirty="0">
                <a:latin typeface="Calibri"/>
                <a:cs typeface="Calibri"/>
              </a:rPr>
              <a:t>Minh</a:t>
            </a:r>
            <a:r>
              <a:rPr sz="2800" spc="-35" dirty="0">
                <a:latin typeface="Calibri"/>
                <a:cs typeface="Calibri"/>
              </a:rPr>
              <a:t> </a:t>
            </a:r>
            <a:r>
              <a:rPr sz="2800" dirty="0">
                <a:latin typeface="Calibri"/>
                <a:cs typeface="Calibri"/>
              </a:rPr>
              <a:t>giỏi</a:t>
            </a:r>
            <a:r>
              <a:rPr sz="2800" spc="-70" dirty="0">
                <a:latin typeface="Calibri"/>
                <a:cs typeface="Calibri"/>
              </a:rPr>
              <a:t> </a:t>
            </a:r>
            <a:r>
              <a:rPr sz="2800" spc="-55" dirty="0">
                <a:latin typeface="Calibri"/>
                <a:cs typeface="Calibri"/>
              </a:rPr>
              <a:t>Toán</a:t>
            </a:r>
            <a:r>
              <a:rPr sz="2800" spc="-65" dirty="0">
                <a:latin typeface="Calibri"/>
                <a:cs typeface="Calibri"/>
              </a:rPr>
              <a:t> </a:t>
            </a:r>
            <a:r>
              <a:rPr sz="2800" dirty="0">
                <a:latin typeface="Calibri"/>
                <a:cs typeface="Calibri"/>
              </a:rPr>
              <a:t>hay</a:t>
            </a:r>
            <a:r>
              <a:rPr sz="2800" spc="-65" dirty="0">
                <a:latin typeface="Calibri"/>
                <a:cs typeface="Calibri"/>
              </a:rPr>
              <a:t> </a:t>
            </a:r>
            <a:r>
              <a:rPr sz="2800" dirty="0">
                <a:latin typeface="Calibri"/>
                <a:cs typeface="Calibri"/>
              </a:rPr>
              <a:t>Minh</a:t>
            </a:r>
            <a:r>
              <a:rPr sz="2800" spc="-40" dirty="0">
                <a:latin typeface="Calibri"/>
                <a:cs typeface="Calibri"/>
              </a:rPr>
              <a:t> </a:t>
            </a:r>
            <a:r>
              <a:rPr sz="2800" dirty="0">
                <a:latin typeface="Calibri"/>
                <a:cs typeface="Calibri"/>
              </a:rPr>
              <a:t>vừa</a:t>
            </a:r>
            <a:r>
              <a:rPr sz="2800" spc="-50" dirty="0">
                <a:latin typeface="Calibri"/>
                <a:cs typeface="Calibri"/>
              </a:rPr>
              <a:t> </a:t>
            </a:r>
            <a:r>
              <a:rPr sz="2800" dirty="0">
                <a:latin typeface="Calibri"/>
                <a:cs typeface="Calibri"/>
              </a:rPr>
              <a:t>giỏi</a:t>
            </a:r>
            <a:r>
              <a:rPr sz="2800" spc="-70" dirty="0">
                <a:latin typeface="Calibri"/>
                <a:cs typeface="Calibri"/>
              </a:rPr>
              <a:t> </a:t>
            </a:r>
            <a:r>
              <a:rPr sz="2800" dirty="0">
                <a:latin typeface="Calibri"/>
                <a:cs typeface="Calibri"/>
              </a:rPr>
              <a:t>AV</a:t>
            </a:r>
            <a:r>
              <a:rPr sz="2800" spc="-55" dirty="0">
                <a:latin typeface="Calibri"/>
                <a:cs typeface="Calibri"/>
              </a:rPr>
              <a:t> </a:t>
            </a:r>
            <a:r>
              <a:rPr sz="2800" dirty="0">
                <a:latin typeface="Calibri"/>
                <a:cs typeface="Calibri"/>
              </a:rPr>
              <a:t>vừa</a:t>
            </a:r>
            <a:r>
              <a:rPr sz="2800" spc="-45" dirty="0">
                <a:latin typeface="Calibri"/>
                <a:cs typeface="Calibri"/>
              </a:rPr>
              <a:t> </a:t>
            </a:r>
            <a:r>
              <a:rPr sz="2800" dirty="0">
                <a:latin typeface="Calibri"/>
                <a:cs typeface="Calibri"/>
              </a:rPr>
              <a:t>yếu</a:t>
            </a:r>
            <a:r>
              <a:rPr sz="2800" spc="-60" dirty="0">
                <a:latin typeface="Calibri"/>
                <a:cs typeface="Calibri"/>
              </a:rPr>
              <a:t> </a:t>
            </a:r>
            <a:r>
              <a:rPr sz="2800" spc="-20" dirty="0">
                <a:latin typeface="Calibri"/>
                <a:cs typeface="Calibri"/>
              </a:rPr>
              <a:t>Toán</a:t>
            </a:r>
            <a:endParaRPr sz="2800">
              <a:latin typeface="Calibri"/>
              <a:cs typeface="Calibri"/>
            </a:endParaRPr>
          </a:p>
          <a:p>
            <a:pPr marL="417830">
              <a:lnSpc>
                <a:spcPct val="100000"/>
              </a:lnSpc>
              <a:spcBef>
                <a:spcPts val="710"/>
              </a:spcBef>
            </a:pPr>
            <a:r>
              <a:rPr sz="2800" dirty="0">
                <a:latin typeface="Symbol"/>
                <a:cs typeface="Symbol"/>
              </a:rPr>
              <a:t></a:t>
            </a:r>
            <a:r>
              <a:rPr sz="2800" spc="-90" dirty="0">
                <a:latin typeface="Times New Roman"/>
                <a:cs typeface="Times New Roman"/>
              </a:rPr>
              <a:t> </a:t>
            </a:r>
            <a:r>
              <a:rPr sz="2800" dirty="0">
                <a:solidFill>
                  <a:srgbClr val="FF0000"/>
                </a:solidFill>
                <a:latin typeface="Calibri"/>
                <a:cs typeface="Calibri"/>
              </a:rPr>
              <a:t>P</a:t>
            </a:r>
            <a:r>
              <a:rPr sz="2800" spc="-10" dirty="0">
                <a:solidFill>
                  <a:srgbClr val="FF0000"/>
                </a:solidFill>
                <a:latin typeface="Calibri"/>
                <a:cs typeface="Calibri"/>
              </a:rPr>
              <a:t> </a:t>
            </a:r>
            <a:r>
              <a:rPr sz="2800" dirty="0">
                <a:solidFill>
                  <a:srgbClr val="FF0000"/>
                </a:solidFill>
                <a:latin typeface="Symbol"/>
                <a:cs typeface="Symbol"/>
              </a:rPr>
              <a:t></a:t>
            </a:r>
            <a:r>
              <a:rPr sz="2800" spc="-85" dirty="0">
                <a:solidFill>
                  <a:srgbClr val="FF0000"/>
                </a:solidFill>
                <a:latin typeface="Times New Roman"/>
                <a:cs typeface="Times New Roman"/>
              </a:rPr>
              <a:t> </a:t>
            </a:r>
            <a:r>
              <a:rPr sz="2800" dirty="0">
                <a:solidFill>
                  <a:srgbClr val="FF0000"/>
                </a:solidFill>
                <a:latin typeface="Calibri"/>
                <a:cs typeface="Calibri"/>
              </a:rPr>
              <a:t>(</a:t>
            </a:r>
            <a:r>
              <a:rPr sz="2800" dirty="0">
                <a:solidFill>
                  <a:srgbClr val="FF0000"/>
                </a:solidFill>
                <a:latin typeface="Symbol"/>
                <a:cs typeface="Symbol"/>
              </a:rPr>
              <a:t></a:t>
            </a:r>
            <a:r>
              <a:rPr sz="2800" dirty="0">
                <a:solidFill>
                  <a:srgbClr val="FF0000"/>
                </a:solidFill>
                <a:latin typeface="Calibri"/>
                <a:cs typeface="Calibri"/>
              </a:rPr>
              <a:t>P</a:t>
            </a:r>
            <a:r>
              <a:rPr sz="2800" spc="-10" dirty="0">
                <a:solidFill>
                  <a:srgbClr val="FF0000"/>
                </a:solidFill>
                <a:latin typeface="Calibri"/>
                <a:cs typeface="Calibri"/>
              </a:rPr>
              <a:t> </a:t>
            </a:r>
            <a:r>
              <a:rPr sz="2800" dirty="0">
                <a:solidFill>
                  <a:srgbClr val="FF0000"/>
                </a:solidFill>
                <a:latin typeface="Symbol"/>
                <a:cs typeface="Symbol"/>
              </a:rPr>
              <a:t></a:t>
            </a:r>
            <a:r>
              <a:rPr sz="2800" spc="-85" dirty="0">
                <a:solidFill>
                  <a:srgbClr val="FF0000"/>
                </a:solidFill>
                <a:latin typeface="Times New Roman"/>
                <a:cs typeface="Times New Roman"/>
              </a:rPr>
              <a:t> </a:t>
            </a:r>
            <a:r>
              <a:rPr sz="2800" spc="-25" dirty="0">
                <a:solidFill>
                  <a:srgbClr val="FF0000"/>
                </a:solidFill>
                <a:latin typeface="Symbol"/>
                <a:cs typeface="Symbol"/>
              </a:rPr>
              <a:t></a:t>
            </a:r>
            <a:r>
              <a:rPr sz="2800" spc="-25" dirty="0">
                <a:solidFill>
                  <a:srgbClr val="FF0000"/>
                </a:solidFill>
                <a:latin typeface="Calibri"/>
                <a:cs typeface="Calibri"/>
              </a:rPr>
              <a:t>Q)</a:t>
            </a:r>
            <a:endParaRPr sz="2800">
              <a:latin typeface="Calibri"/>
              <a:cs typeface="Calibri"/>
            </a:endParaRPr>
          </a:p>
          <a:p>
            <a:pPr marL="387985" lvl="1" indent="-375285">
              <a:lnSpc>
                <a:spcPct val="100000"/>
              </a:lnSpc>
              <a:spcBef>
                <a:spcPts val="635"/>
              </a:spcBef>
              <a:buAutoNum type="alphaLcParenR" startAt="4"/>
              <a:tabLst>
                <a:tab pos="387985" algn="l"/>
              </a:tabLst>
            </a:pPr>
            <a:r>
              <a:rPr sz="2800" dirty="0">
                <a:latin typeface="Calibri"/>
                <a:cs typeface="Calibri"/>
              </a:rPr>
              <a:t>Nếu</a:t>
            </a:r>
            <a:r>
              <a:rPr sz="2800" spc="-40" dirty="0">
                <a:latin typeface="Calibri"/>
                <a:cs typeface="Calibri"/>
              </a:rPr>
              <a:t> </a:t>
            </a:r>
            <a:r>
              <a:rPr sz="2800" dirty="0">
                <a:latin typeface="Calibri"/>
                <a:cs typeface="Calibri"/>
              </a:rPr>
              <a:t>Minh</a:t>
            </a:r>
            <a:r>
              <a:rPr sz="2800" spc="-25" dirty="0">
                <a:latin typeface="Calibri"/>
                <a:cs typeface="Calibri"/>
              </a:rPr>
              <a:t> </a:t>
            </a:r>
            <a:r>
              <a:rPr sz="2800" dirty="0">
                <a:latin typeface="Calibri"/>
                <a:cs typeface="Calibri"/>
              </a:rPr>
              <a:t>giỏi</a:t>
            </a:r>
            <a:r>
              <a:rPr sz="2800" spc="-55" dirty="0">
                <a:latin typeface="Calibri"/>
                <a:cs typeface="Calibri"/>
              </a:rPr>
              <a:t> Toán</a:t>
            </a:r>
            <a:r>
              <a:rPr sz="2800" spc="-35" dirty="0">
                <a:latin typeface="Calibri"/>
                <a:cs typeface="Calibri"/>
              </a:rPr>
              <a:t> </a:t>
            </a:r>
            <a:r>
              <a:rPr sz="2800" dirty="0">
                <a:latin typeface="Calibri"/>
                <a:cs typeface="Calibri"/>
              </a:rPr>
              <a:t>thì</a:t>
            </a:r>
            <a:r>
              <a:rPr sz="2800" spc="-50" dirty="0">
                <a:latin typeface="Calibri"/>
                <a:cs typeface="Calibri"/>
              </a:rPr>
              <a:t> </a:t>
            </a:r>
            <a:r>
              <a:rPr sz="2800" dirty="0">
                <a:latin typeface="Calibri"/>
                <a:cs typeface="Calibri"/>
              </a:rPr>
              <a:t>Minh</a:t>
            </a:r>
            <a:r>
              <a:rPr sz="2800" spc="-20" dirty="0">
                <a:latin typeface="Calibri"/>
                <a:cs typeface="Calibri"/>
              </a:rPr>
              <a:t> </a:t>
            </a:r>
            <a:r>
              <a:rPr sz="2800" dirty="0">
                <a:latin typeface="Calibri"/>
                <a:cs typeface="Calibri"/>
              </a:rPr>
              <a:t>giỏi</a:t>
            </a:r>
            <a:r>
              <a:rPr sz="2800" spc="-55" dirty="0">
                <a:latin typeface="Calibri"/>
                <a:cs typeface="Calibri"/>
              </a:rPr>
              <a:t> </a:t>
            </a:r>
            <a:r>
              <a:rPr sz="2800" spc="-25" dirty="0">
                <a:latin typeface="Calibri"/>
                <a:cs typeface="Calibri"/>
              </a:rPr>
              <a:t>AV</a:t>
            </a:r>
            <a:endParaRPr sz="2800">
              <a:latin typeface="Calibri"/>
              <a:cs typeface="Calibri"/>
            </a:endParaRPr>
          </a:p>
          <a:p>
            <a:pPr marL="335280">
              <a:lnSpc>
                <a:spcPct val="100000"/>
              </a:lnSpc>
              <a:spcBef>
                <a:spcPts val="710"/>
              </a:spcBef>
            </a:pPr>
            <a:r>
              <a:rPr sz="2800" dirty="0">
                <a:latin typeface="Symbol"/>
                <a:cs typeface="Symbol"/>
              </a:rPr>
              <a:t></a:t>
            </a:r>
            <a:r>
              <a:rPr sz="2800" spc="-70" dirty="0">
                <a:latin typeface="Times New Roman"/>
                <a:cs typeface="Times New Roman"/>
              </a:rPr>
              <a:t> </a:t>
            </a:r>
            <a:r>
              <a:rPr sz="2800" dirty="0">
                <a:solidFill>
                  <a:srgbClr val="FF0000"/>
                </a:solidFill>
                <a:latin typeface="Calibri"/>
                <a:cs typeface="Calibri"/>
              </a:rPr>
              <a:t>P</a:t>
            </a:r>
            <a:r>
              <a:rPr sz="2800" spc="-10" dirty="0">
                <a:solidFill>
                  <a:srgbClr val="FF0000"/>
                </a:solidFill>
                <a:latin typeface="Calibri"/>
                <a:cs typeface="Calibri"/>
              </a:rPr>
              <a:t> </a:t>
            </a:r>
            <a:r>
              <a:rPr sz="2800" dirty="0">
                <a:solidFill>
                  <a:srgbClr val="FF0000"/>
                </a:solidFill>
                <a:latin typeface="Symbol"/>
                <a:cs typeface="Symbol"/>
              </a:rPr>
              <a:t></a:t>
            </a:r>
            <a:r>
              <a:rPr sz="2800" spc="-85" dirty="0">
                <a:solidFill>
                  <a:srgbClr val="FF0000"/>
                </a:solidFill>
                <a:latin typeface="Times New Roman"/>
                <a:cs typeface="Times New Roman"/>
              </a:rPr>
              <a:t> </a:t>
            </a:r>
            <a:r>
              <a:rPr sz="2800" spc="-25" dirty="0">
                <a:solidFill>
                  <a:srgbClr val="FF0000"/>
                </a:solidFill>
                <a:latin typeface="Symbol"/>
                <a:cs typeface="Symbol"/>
              </a:rPr>
              <a:t></a:t>
            </a:r>
            <a:r>
              <a:rPr sz="2800" spc="-25" dirty="0">
                <a:solidFill>
                  <a:srgbClr val="FF0000"/>
                </a:solidFill>
                <a:latin typeface="Calibri"/>
                <a:cs typeface="Calibri"/>
              </a:rPr>
              <a:t>Q</a:t>
            </a:r>
            <a:endParaRPr sz="2800">
              <a:latin typeface="Calibri"/>
              <a:cs typeface="Calibri"/>
            </a:endParaRPr>
          </a:p>
          <a:p>
            <a:pPr marL="377190" lvl="1" indent="-364490">
              <a:lnSpc>
                <a:spcPct val="100000"/>
              </a:lnSpc>
              <a:spcBef>
                <a:spcPts val="640"/>
              </a:spcBef>
              <a:buAutoNum type="alphaLcParenR" startAt="5"/>
              <a:tabLst>
                <a:tab pos="377190" algn="l"/>
              </a:tabLst>
            </a:pPr>
            <a:r>
              <a:rPr sz="2800" dirty="0">
                <a:latin typeface="Calibri"/>
                <a:cs typeface="Calibri"/>
              </a:rPr>
              <a:t>Minh</a:t>
            </a:r>
            <a:r>
              <a:rPr sz="2800" spc="-50" dirty="0">
                <a:latin typeface="Calibri"/>
                <a:cs typeface="Calibri"/>
              </a:rPr>
              <a:t> </a:t>
            </a:r>
            <a:r>
              <a:rPr sz="2800" dirty="0">
                <a:latin typeface="Calibri"/>
                <a:cs typeface="Calibri"/>
              </a:rPr>
              <a:t>giỏi</a:t>
            </a:r>
            <a:r>
              <a:rPr sz="2800" spc="-80" dirty="0">
                <a:latin typeface="Calibri"/>
                <a:cs typeface="Calibri"/>
              </a:rPr>
              <a:t> </a:t>
            </a:r>
            <a:r>
              <a:rPr sz="2800" spc="-55" dirty="0">
                <a:latin typeface="Calibri"/>
                <a:cs typeface="Calibri"/>
              </a:rPr>
              <a:t>Toán</a:t>
            </a:r>
            <a:r>
              <a:rPr sz="2800" spc="-60" dirty="0">
                <a:latin typeface="Calibri"/>
                <a:cs typeface="Calibri"/>
              </a:rPr>
              <a:t> </a:t>
            </a:r>
            <a:r>
              <a:rPr sz="2800" dirty="0">
                <a:latin typeface="Calibri"/>
                <a:cs typeface="Calibri"/>
              </a:rPr>
              <a:t>và</a:t>
            </a:r>
            <a:r>
              <a:rPr sz="2800" spc="-70" dirty="0">
                <a:latin typeface="Calibri"/>
                <a:cs typeface="Calibri"/>
              </a:rPr>
              <a:t> </a:t>
            </a:r>
            <a:r>
              <a:rPr sz="2800" dirty="0">
                <a:latin typeface="Calibri"/>
                <a:cs typeface="Calibri"/>
              </a:rPr>
              <a:t>AV</a:t>
            </a:r>
            <a:r>
              <a:rPr sz="2800" spc="-65" dirty="0">
                <a:latin typeface="Calibri"/>
                <a:cs typeface="Calibri"/>
              </a:rPr>
              <a:t> </a:t>
            </a:r>
            <a:r>
              <a:rPr sz="2800" dirty="0">
                <a:latin typeface="Calibri"/>
                <a:cs typeface="Calibri"/>
              </a:rPr>
              <a:t>hay</a:t>
            </a:r>
            <a:r>
              <a:rPr sz="2800" spc="-75" dirty="0">
                <a:latin typeface="Calibri"/>
                <a:cs typeface="Calibri"/>
              </a:rPr>
              <a:t> </a:t>
            </a:r>
            <a:r>
              <a:rPr sz="2800" dirty="0">
                <a:latin typeface="Calibri"/>
                <a:cs typeface="Calibri"/>
              </a:rPr>
              <a:t>Minh</a:t>
            </a:r>
            <a:r>
              <a:rPr sz="2800" spc="-50" dirty="0">
                <a:latin typeface="Calibri"/>
                <a:cs typeface="Calibri"/>
              </a:rPr>
              <a:t> </a:t>
            </a:r>
            <a:r>
              <a:rPr sz="2800" dirty="0">
                <a:latin typeface="Calibri"/>
                <a:cs typeface="Calibri"/>
              </a:rPr>
              <a:t>yếu</a:t>
            </a:r>
            <a:r>
              <a:rPr sz="2800" spc="-65" dirty="0">
                <a:latin typeface="Calibri"/>
                <a:cs typeface="Calibri"/>
              </a:rPr>
              <a:t> </a:t>
            </a:r>
            <a:r>
              <a:rPr sz="2800" spc="-55" dirty="0">
                <a:latin typeface="Calibri"/>
                <a:cs typeface="Calibri"/>
              </a:rPr>
              <a:t>Toán</a:t>
            </a:r>
            <a:r>
              <a:rPr sz="2800" spc="-70" dirty="0">
                <a:latin typeface="Calibri"/>
                <a:cs typeface="Calibri"/>
              </a:rPr>
              <a:t> </a:t>
            </a:r>
            <a:r>
              <a:rPr sz="2800" dirty="0">
                <a:latin typeface="Calibri"/>
                <a:cs typeface="Calibri"/>
              </a:rPr>
              <a:t>nhưng</a:t>
            </a:r>
            <a:r>
              <a:rPr sz="2800" spc="-40" dirty="0">
                <a:latin typeface="Calibri"/>
                <a:cs typeface="Calibri"/>
              </a:rPr>
              <a:t> </a:t>
            </a:r>
            <a:r>
              <a:rPr sz="2800" dirty="0">
                <a:latin typeface="Calibri"/>
                <a:cs typeface="Calibri"/>
              </a:rPr>
              <a:t>giỏi</a:t>
            </a:r>
            <a:r>
              <a:rPr sz="2800" spc="-80" dirty="0">
                <a:latin typeface="Calibri"/>
                <a:cs typeface="Calibri"/>
              </a:rPr>
              <a:t> </a:t>
            </a:r>
            <a:r>
              <a:rPr sz="2800" spc="-25" dirty="0">
                <a:latin typeface="Calibri"/>
                <a:cs typeface="Calibri"/>
              </a:rPr>
              <a:t>AV</a:t>
            </a:r>
            <a:endParaRPr sz="2800">
              <a:latin typeface="Calibri"/>
              <a:cs typeface="Calibri"/>
            </a:endParaRPr>
          </a:p>
          <a:p>
            <a:pPr marL="335280">
              <a:lnSpc>
                <a:spcPct val="100000"/>
              </a:lnSpc>
              <a:spcBef>
                <a:spcPts val="705"/>
              </a:spcBef>
            </a:pPr>
            <a:r>
              <a:rPr sz="2800" dirty="0">
                <a:latin typeface="Symbol"/>
                <a:cs typeface="Symbol"/>
              </a:rPr>
              <a:t></a:t>
            </a:r>
            <a:r>
              <a:rPr sz="2800" spc="-75" dirty="0">
                <a:latin typeface="Times New Roman"/>
                <a:cs typeface="Times New Roman"/>
              </a:rPr>
              <a:t> </a:t>
            </a:r>
            <a:r>
              <a:rPr sz="2800" dirty="0">
                <a:solidFill>
                  <a:srgbClr val="FF0000"/>
                </a:solidFill>
                <a:latin typeface="Calibri"/>
                <a:cs typeface="Calibri"/>
              </a:rPr>
              <a:t>(P</a:t>
            </a:r>
            <a:r>
              <a:rPr sz="2800" spc="-10" dirty="0">
                <a:solidFill>
                  <a:srgbClr val="FF0000"/>
                </a:solidFill>
                <a:latin typeface="Calibri"/>
                <a:cs typeface="Calibri"/>
              </a:rPr>
              <a:t> </a:t>
            </a:r>
            <a:r>
              <a:rPr sz="2800" dirty="0">
                <a:solidFill>
                  <a:srgbClr val="FF0000"/>
                </a:solidFill>
                <a:latin typeface="Symbol"/>
                <a:cs typeface="Symbol"/>
              </a:rPr>
              <a:t></a:t>
            </a:r>
            <a:r>
              <a:rPr sz="2800" spc="-100" dirty="0">
                <a:solidFill>
                  <a:srgbClr val="FF0000"/>
                </a:solidFill>
                <a:latin typeface="Times New Roman"/>
                <a:cs typeface="Times New Roman"/>
              </a:rPr>
              <a:t> </a:t>
            </a:r>
            <a:r>
              <a:rPr sz="2800" dirty="0">
                <a:solidFill>
                  <a:srgbClr val="FF0000"/>
                </a:solidFill>
                <a:latin typeface="Symbol"/>
                <a:cs typeface="Symbol"/>
              </a:rPr>
              <a:t></a:t>
            </a:r>
            <a:r>
              <a:rPr sz="2800" dirty="0">
                <a:solidFill>
                  <a:srgbClr val="FF0000"/>
                </a:solidFill>
                <a:latin typeface="Calibri"/>
                <a:cs typeface="Calibri"/>
              </a:rPr>
              <a:t>Q)</a:t>
            </a:r>
            <a:r>
              <a:rPr sz="2800" spc="10" dirty="0">
                <a:solidFill>
                  <a:srgbClr val="FF0000"/>
                </a:solidFill>
                <a:latin typeface="Calibri"/>
                <a:cs typeface="Calibri"/>
              </a:rPr>
              <a:t> </a:t>
            </a:r>
            <a:r>
              <a:rPr sz="2800" dirty="0">
                <a:solidFill>
                  <a:srgbClr val="FF0000"/>
                </a:solidFill>
                <a:latin typeface="Symbol"/>
                <a:cs typeface="Symbol"/>
              </a:rPr>
              <a:t></a:t>
            </a:r>
            <a:r>
              <a:rPr sz="2800" spc="-90" dirty="0">
                <a:solidFill>
                  <a:srgbClr val="FF0000"/>
                </a:solidFill>
                <a:latin typeface="Times New Roman"/>
                <a:cs typeface="Times New Roman"/>
              </a:rPr>
              <a:t> </a:t>
            </a:r>
            <a:r>
              <a:rPr sz="2800" dirty="0">
                <a:solidFill>
                  <a:srgbClr val="FF0000"/>
                </a:solidFill>
                <a:latin typeface="Calibri"/>
                <a:cs typeface="Calibri"/>
              </a:rPr>
              <a:t>(</a:t>
            </a:r>
            <a:r>
              <a:rPr sz="2800" dirty="0">
                <a:solidFill>
                  <a:srgbClr val="FF0000"/>
                </a:solidFill>
                <a:latin typeface="Symbol"/>
                <a:cs typeface="Symbol"/>
              </a:rPr>
              <a:t></a:t>
            </a:r>
            <a:r>
              <a:rPr sz="2800" dirty="0">
                <a:solidFill>
                  <a:srgbClr val="FF0000"/>
                </a:solidFill>
                <a:latin typeface="Calibri"/>
                <a:cs typeface="Calibri"/>
              </a:rPr>
              <a:t>P</a:t>
            </a:r>
            <a:r>
              <a:rPr sz="2800" spc="-5" dirty="0">
                <a:solidFill>
                  <a:srgbClr val="FF0000"/>
                </a:solidFill>
                <a:latin typeface="Calibri"/>
                <a:cs typeface="Calibri"/>
              </a:rPr>
              <a:t> </a:t>
            </a:r>
            <a:r>
              <a:rPr sz="2800" dirty="0">
                <a:solidFill>
                  <a:srgbClr val="FF0000"/>
                </a:solidFill>
                <a:latin typeface="Symbol"/>
                <a:cs typeface="Symbol"/>
              </a:rPr>
              <a:t></a:t>
            </a:r>
            <a:r>
              <a:rPr sz="2800" spc="-80" dirty="0">
                <a:solidFill>
                  <a:srgbClr val="FF0000"/>
                </a:solidFill>
                <a:latin typeface="Times New Roman"/>
                <a:cs typeface="Times New Roman"/>
              </a:rPr>
              <a:t> </a:t>
            </a:r>
            <a:r>
              <a:rPr sz="2800" spc="-25" dirty="0">
                <a:solidFill>
                  <a:srgbClr val="FF0000"/>
                </a:solidFill>
                <a:latin typeface="Symbol"/>
                <a:cs typeface="Symbol"/>
              </a:rPr>
              <a:t></a:t>
            </a:r>
            <a:r>
              <a:rPr sz="2800" spc="-25" dirty="0">
                <a:solidFill>
                  <a:srgbClr val="FF0000"/>
                </a:solidFill>
                <a:latin typeface="Calibri"/>
                <a:cs typeface="Calibri"/>
              </a:rPr>
              <a:t>Q)</a:t>
            </a:r>
            <a:endParaRPr sz="2800">
              <a:latin typeface="Calibri"/>
              <a:cs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152234"/>
            <a:ext cx="5891530" cy="2075180"/>
          </a:xfrm>
          <a:prstGeom prst="rect">
            <a:avLst/>
          </a:prstGeom>
        </p:spPr>
        <p:txBody>
          <a:bodyPr vert="horz" wrap="square" lIns="0" tIns="98425" rIns="0" bIns="0" rtlCol="0">
            <a:spAutoFit/>
          </a:bodyPr>
          <a:lstStyle/>
          <a:p>
            <a:pPr marL="12700">
              <a:lnSpc>
                <a:spcPct val="100000"/>
              </a:lnSpc>
              <a:spcBef>
                <a:spcPts val="775"/>
              </a:spcBef>
            </a:pPr>
            <a:r>
              <a:rPr sz="2800" b="1" dirty="0">
                <a:latin typeface="Calibri"/>
                <a:cs typeface="Calibri"/>
              </a:rPr>
              <a:t>3.</a:t>
            </a:r>
            <a:r>
              <a:rPr sz="2800" b="1" spc="-30" dirty="0">
                <a:latin typeface="Calibri"/>
                <a:cs typeface="Calibri"/>
              </a:rPr>
              <a:t> </a:t>
            </a:r>
            <a:r>
              <a:rPr sz="2800" dirty="0">
                <a:latin typeface="Calibri"/>
                <a:cs typeface="Calibri"/>
              </a:rPr>
              <a:t>Xác</a:t>
            </a:r>
            <a:r>
              <a:rPr sz="2800" spc="-30" dirty="0">
                <a:latin typeface="Calibri"/>
                <a:cs typeface="Calibri"/>
              </a:rPr>
              <a:t> </a:t>
            </a:r>
            <a:r>
              <a:rPr sz="2800" dirty="0">
                <a:latin typeface="Calibri"/>
                <a:cs typeface="Calibri"/>
              </a:rPr>
              <a:t>định</a:t>
            </a:r>
            <a:r>
              <a:rPr sz="2800" spc="-20" dirty="0">
                <a:latin typeface="Calibri"/>
                <a:cs typeface="Calibri"/>
              </a:rPr>
              <a:t> </a:t>
            </a:r>
            <a:r>
              <a:rPr sz="2800" dirty="0">
                <a:latin typeface="Calibri"/>
                <a:cs typeface="Calibri"/>
              </a:rPr>
              <a:t>chân</a:t>
            </a:r>
            <a:r>
              <a:rPr sz="2800" spc="-30" dirty="0">
                <a:latin typeface="Calibri"/>
                <a:cs typeface="Calibri"/>
              </a:rPr>
              <a:t> </a:t>
            </a:r>
            <a:r>
              <a:rPr sz="2800" dirty="0">
                <a:latin typeface="Calibri"/>
                <a:cs typeface="Calibri"/>
              </a:rPr>
              <a:t>trị</a:t>
            </a:r>
            <a:r>
              <a:rPr sz="2800" spc="-35" dirty="0">
                <a:latin typeface="Calibri"/>
                <a:cs typeface="Calibri"/>
              </a:rPr>
              <a:t> </a:t>
            </a:r>
            <a:r>
              <a:rPr sz="2800" dirty="0">
                <a:latin typeface="Calibri"/>
                <a:cs typeface="Calibri"/>
              </a:rPr>
              <a:t>của</a:t>
            </a:r>
            <a:r>
              <a:rPr sz="2800" spc="-30" dirty="0">
                <a:latin typeface="Calibri"/>
                <a:cs typeface="Calibri"/>
              </a:rPr>
              <a:t> </a:t>
            </a:r>
            <a:r>
              <a:rPr sz="2800" dirty="0">
                <a:latin typeface="Calibri"/>
                <a:cs typeface="Calibri"/>
              </a:rPr>
              <a:t>các</a:t>
            </a:r>
            <a:r>
              <a:rPr sz="2800" spc="-30" dirty="0">
                <a:latin typeface="Calibri"/>
                <a:cs typeface="Calibri"/>
              </a:rPr>
              <a:t> </a:t>
            </a:r>
            <a:r>
              <a:rPr sz="2800" dirty="0">
                <a:latin typeface="Calibri"/>
                <a:cs typeface="Calibri"/>
              </a:rPr>
              <a:t>mệnh</a:t>
            </a:r>
            <a:r>
              <a:rPr sz="2800" spc="-20" dirty="0">
                <a:latin typeface="Calibri"/>
                <a:cs typeface="Calibri"/>
              </a:rPr>
              <a:t> </a:t>
            </a:r>
            <a:r>
              <a:rPr sz="2800" dirty="0">
                <a:latin typeface="Calibri"/>
                <a:cs typeface="Calibri"/>
              </a:rPr>
              <a:t>đề</a:t>
            </a:r>
            <a:r>
              <a:rPr sz="2800" spc="-35" dirty="0">
                <a:latin typeface="Calibri"/>
                <a:cs typeface="Calibri"/>
              </a:rPr>
              <a:t> </a:t>
            </a:r>
            <a:r>
              <a:rPr sz="2800" spc="-25" dirty="0">
                <a:latin typeface="Calibri"/>
                <a:cs typeface="Calibri"/>
              </a:rPr>
              <a:t>sau</a:t>
            </a:r>
            <a:endParaRPr sz="2800">
              <a:latin typeface="Calibri"/>
              <a:cs typeface="Calibri"/>
            </a:endParaRPr>
          </a:p>
          <a:p>
            <a:pPr marL="12700">
              <a:lnSpc>
                <a:spcPct val="100000"/>
              </a:lnSpc>
              <a:spcBef>
                <a:spcPts val="675"/>
              </a:spcBef>
            </a:pPr>
            <a:r>
              <a:rPr sz="2800" dirty="0">
                <a:latin typeface="Calibri"/>
                <a:cs typeface="Calibri"/>
              </a:rPr>
              <a:t>a</a:t>
            </a:r>
            <a:r>
              <a:rPr sz="2800" spc="-35" dirty="0">
                <a:latin typeface="Calibri"/>
                <a:cs typeface="Calibri"/>
              </a:rPr>
              <a:t> </a:t>
            </a:r>
            <a:r>
              <a:rPr sz="2800" dirty="0">
                <a:latin typeface="Calibri"/>
                <a:cs typeface="Calibri"/>
              </a:rPr>
              <a:t>)</a:t>
            </a:r>
            <a:r>
              <a:rPr sz="2800" spc="-35" dirty="0">
                <a:latin typeface="Calibri"/>
                <a:cs typeface="Calibri"/>
              </a:rPr>
              <a:t> </a:t>
            </a:r>
            <a:r>
              <a:rPr sz="2800" dirty="0">
                <a:latin typeface="Calibri"/>
                <a:cs typeface="Calibri"/>
              </a:rPr>
              <a:t>nếu</a:t>
            </a:r>
            <a:r>
              <a:rPr sz="2800" spc="-40" dirty="0">
                <a:latin typeface="Calibri"/>
                <a:cs typeface="Calibri"/>
              </a:rPr>
              <a:t> </a:t>
            </a:r>
            <a:r>
              <a:rPr sz="2800" dirty="0">
                <a:latin typeface="Calibri"/>
                <a:cs typeface="Calibri"/>
              </a:rPr>
              <a:t>3+4=12</a:t>
            </a:r>
            <a:r>
              <a:rPr sz="2800" spc="20" dirty="0">
                <a:latin typeface="Calibri"/>
                <a:cs typeface="Calibri"/>
              </a:rPr>
              <a:t> </a:t>
            </a:r>
            <a:r>
              <a:rPr sz="2800" dirty="0">
                <a:latin typeface="Calibri"/>
                <a:cs typeface="Calibri"/>
              </a:rPr>
              <a:t>thì</a:t>
            </a:r>
            <a:r>
              <a:rPr sz="2800" spc="-35" dirty="0">
                <a:latin typeface="Calibri"/>
                <a:cs typeface="Calibri"/>
              </a:rPr>
              <a:t> </a:t>
            </a:r>
            <a:r>
              <a:rPr sz="2800" spc="-10" dirty="0">
                <a:latin typeface="Calibri"/>
                <a:cs typeface="Calibri"/>
              </a:rPr>
              <a:t>3+2=6</a:t>
            </a:r>
            <a:endParaRPr sz="2800">
              <a:latin typeface="Calibri"/>
              <a:cs typeface="Calibri"/>
            </a:endParaRPr>
          </a:p>
          <a:p>
            <a:pPr marL="12700">
              <a:lnSpc>
                <a:spcPct val="100000"/>
              </a:lnSpc>
              <a:spcBef>
                <a:spcPts val="670"/>
              </a:spcBef>
            </a:pPr>
            <a:r>
              <a:rPr sz="2800" dirty="0">
                <a:latin typeface="Calibri"/>
                <a:cs typeface="Calibri"/>
              </a:rPr>
              <a:t>b</a:t>
            </a:r>
            <a:r>
              <a:rPr sz="2800" spc="-30" dirty="0">
                <a:latin typeface="Calibri"/>
                <a:cs typeface="Calibri"/>
              </a:rPr>
              <a:t> </a:t>
            </a:r>
            <a:r>
              <a:rPr sz="2800" dirty="0">
                <a:latin typeface="Calibri"/>
                <a:cs typeface="Calibri"/>
              </a:rPr>
              <a:t>)</a:t>
            </a:r>
            <a:r>
              <a:rPr sz="2800" spc="-30" dirty="0">
                <a:latin typeface="Calibri"/>
                <a:cs typeface="Calibri"/>
              </a:rPr>
              <a:t> </a:t>
            </a:r>
            <a:r>
              <a:rPr sz="2800" dirty="0">
                <a:latin typeface="Calibri"/>
                <a:cs typeface="Calibri"/>
              </a:rPr>
              <a:t>nếu</a:t>
            </a:r>
            <a:r>
              <a:rPr sz="2800" spc="-20" dirty="0">
                <a:latin typeface="Calibri"/>
                <a:cs typeface="Calibri"/>
              </a:rPr>
              <a:t> </a:t>
            </a:r>
            <a:r>
              <a:rPr sz="2800" dirty="0">
                <a:latin typeface="Calibri"/>
                <a:cs typeface="Calibri"/>
              </a:rPr>
              <a:t>1+1=2</a:t>
            </a:r>
            <a:r>
              <a:rPr sz="2800" spc="-5" dirty="0">
                <a:latin typeface="Calibri"/>
                <a:cs typeface="Calibri"/>
              </a:rPr>
              <a:t> </a:t>
            </a:r>
            <a:r>
              <a:rPr sz="2800" dirty="0">
                <a:latin typeface="Calibri"/>
                <a:cs typeface="Calibri"/>
              </a:rPr>
              <a:t>thì</a:t>
            </a:r>
            <a:r>
              <a:rPr sz="2800" spc="-20" dirty="0">
                <a:latin typeface="Calibri"/>
                <a:cs typeface="Calibri"/>
              </a:rPr>
              <a:t> </a:t>
            </a:r>
            <a:r>
              <a:rPr sz="2800" spc="-10" dirty="0">
                <a:latin typeface="Calibri"/>
                <a:cs typeface="Calibri"/>
              </a:rPr>
              <a:t>1+2=3</a:t>
            </a:r>
            <a:endParaRPr sz="2800">
              <a:latin typeface="Calibri"/>
              <a:cs typeface="Calibri"/>
            </a:endParaRPr>
          </a:p>
          <a:p>
            <a:pPr marL="12700">
              <a:lnSpc>
                <a:spcPct val="100000"/>
              </a:lnSpc>
              <a:spcBef>
                <a:spcPts val="675"/>
              </a:spcBef>
            </a:pPr>
            <a:r>
              <a:rPr sz="2800" dirty="0">
                <a:latin typeface="Calibri"/>
                <a:cs typeface="Calibri"/>
              </a:rPr>
              <a:t>c</a:t>
            </a:r>
            <a:r>
              <a:rPr sz="2800" spc="-35"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nếu</a:t>
            </a:r>
            <a:r>
              <a:rPr sz="2800" spc="-20" dirty="0">
                <a:latin typeface="Calibri"/>
                <a:cs typeface="Calibri"/>
              </a:rPr>
              <a:t> </a:t>
            </a:r>
            <a:r>
              <a:rPr sz="2800" dirty="0">
                <a:latin typeface="Calibri"/>
                <a:cs typeface="Calibri"/>
              </a:rPr>
              <a:t>1+1=2</a:t>
            </a:r>
            <a:r>
              <a:rPr sz="2800" spc="-5" dirty="0">
                <a:latin typeface="Calibri"/>
                <a:cs typeface="Calibri"/>
              </a:rPr>
              <a:t> </a:t>
            </a:r>
            <a:r>
              <a:rPr sz="2800" dirty="0">
                <a:latin typeface="Calibri"/>
                <a:cs typeface="Calibri"/>
              </a:rPr>
              <a:t>thì</a:t>
            </a:r>
            <a:r>
              <a:rPr sz="2800" spc="-20" dirty="0">
                <a:latin typeface="Calibri"/>
                <a:cs typeface="Calibri"/>
              </a:rPr>
              <a:t> </a:t>
            </a:r>
            <a:r>
              <a:rPr sz="2800" spc="-10" dirty="0">
                <a:latin typeface="Calibri"/>
                <a:cs typeface="Calibri"/>
              </a:rPr>
              <a:t>1+2=4</a:t>
            </a:r>
            <a:endParaRPr sz="2800">
              <a:latin typeface="Calibri"/>
              <a:cs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152234"/>
            <a:ext cx="8315959" cy="5579745"/>
          </a:xfrm>
          <a:prstGeom prst="rect">
            <a:avLst/>
          </a:prstGeom>
        </p:spPr>
        <p:txBody>
          <a:bodyPr vert="horz" wrap="square" lIns="0" tIns="98425" rIns="0" bIns="0" rtlCol="0">
            <a:spAutoFit/>
          </a:bodyPr>
          <a:lstStyle/>
          <a:p>
            <a:pPr marL="20320">
              <a:lnSpc>
                <a:spcPct val="100000"/>
              </a:lnSpc>
              <a:spcBef>
                <a:spcPts val="775"/>
              </a:spcBef>
            </a:pPr>
            <a:r>
              <a:rPr sz="2800" b="1" dirty="0">
                <a:latin typeface="Calibri"/>
                <a:cs typeface="Calibri"/>
              </a:rPr>
              <a:t>1.3</a:t>
            </a:r>
            <a:r>
              <a:rPr sz="2800" b="1" spc="-15" dirty="0">
                <a:latin typeface="Calibri"/>
                <a:cs typeface="Calibri"/>
              </a:rPr>
              <a:t> </a:t>
            </a:r>
            <a:r>
              <a:rPr sz="2800" b="1" dirty="0">
                <a:latin typeface="Calibri"/>
                <a:cs typeface="Calibri"/>
              </a:rPr>
              <a:t>Dạng</a:t>
            </a:r>
            <a:r>
              <a:rPr sz="2800" b="1" spc="-30" dirty="0">
                <a:latin typeface="Calibri"/>
                <a:cs typeface="Calibri"/>
              </a:rPr>
              <a:t> </a:t>
            </a:r>
            <a:r>
              <a:rPr sz="2800" b="1" dirty="0">
                <a:latin typeface="Calibri"/>
                <a:cs typeface="Calibri"/>
              </a:rPr>
              <a:t>mệnh</a:t>
            </a:r>
            <a:r>
              <a:rPr sz="2800" b="1" spc="-25" dirty="0">
                <a:latin typeface="Calibri"/>
                <a:cs typeface="Calibri"/>
              </a:rPr>
              <a:t> </a:t>
            </a:r>
            <a:r>
              <a:rPr sz="2800" b="1" dirty="0">
                <a:latin typeface="Calibri"/>
                <a:cs typeface="Calibri"/>
              </a:rPr>
              <a:t>đề</a:t>
            </a:r>
            <a:r>
              <a:rPr sz="2800" b="1" spc="-35" dirty="0">
                <a:latin typeface="Calibri"/>
                <a:cs typeface="Calibri"/>
              </a:rPr>
              <a:t> </a:t>
            </a:r>
            <a:r>
              <a:rPr sz="2800" b="1" spc="-50" dirty="0">
                <a:latin typeface="Calibri"/>
                <a:cs typeface="Calibri"/>
              </a:rPr>
              <a:t>:</a:t>
            </a:r>
            <a:endParaRPr sz="2800">
              <a:latin typeface="Calibri"/>
              <a:cs typeface="Calibri"/>
            </a:endParaRPr>
          </a:p>
          <a:p>
            <a:pPr marL="20320" marR="5080" indent="567055">
              <a:lnSpc>
                <a:spcPct val="100000"/>
              </a:lnSpc>
              <a:spcBef>
                <a:spcPts val="675"/>
              </a:spcBef>
            </a:pPr>
            <a:r>
              <a:rPr sz="2800" dirty="0">
                <a:latin typeface="Calibri"/>
                <a:cs typeface="Calibri"/>
              </a:rPr>
              <a:t>Dạng</a:t>
            </a:r>
            <a:r>
              <a:rPr sz="2800" spc="-50" dirty="0">
                <a:latin typeface="Calibri"/>
                <a:cs typeface="Calibri"/>
              </a:rPr>
              <a:t> </a:t>
            </a:r>
            <a:r>
              <a:rPr sz="2800" dirty="0">
                <a:latin typeface="Calibri"/>
                <a:cs typeface="Calibri"/>
              </a:rPr>
              <a:t>mệnh</a:t>
            </a:r>
            <a:r>
              <a:rPr sz="2800" spc="-15" dirty="0">
                <a:latin typeface="Calibri"/>
                <a:cs typeface="Calibri"/>
              </a:rPr>
              <a:t> </a:t>
            </a:r>
            <a:r>
              <a:rPr sz="2800" dirty="0">
                <a:latin typeface="Calibri"/>
                <a:cs typeface="Calibri"/>
              </a:rPr>
              <a:t>đề</a:t>
            </a:r>
            <a:r>
              <a:rPr sz="2800" spc="-40" dirty="0">
                <a:latin typeface="Calibri"/>
                <a:cs typeface="Calibri"/>
              </a:rPr>
              <a:t> </a:t>
            </a:r>
            <a:r>
              <a:rPr sz="2800" dirty="0">
                <a:latin typeface="Calibri"/>
                <a:cs typeface="Calibri"/>
              </a:rPr>
              <a:t>là</a:t>
            </a:r>
            <a:r>
              <a:rPr sz="2800" spc="-40" dirty="0">
                <a:latin typeface="Calibri"/>
                <a:cs typeface="Calibri"/>
              </a:rPr>
              <a:t> </a:t>
            </a:r>
            <a:r>
              <a:rPr sz="2800" dirty="0">
                <a:latin typeface="Calibri"/>
                <a:cs typeface="Calibri"/>
              </a:rPr>
              <a:t>một</a:t>
            </a:r>
            <a:r>
              <a:rPr sz="2800" spc="-35" dirty="0">
                <a:latin typeface="Calibri"/>
                <a:cs typeface="Calibri"/>
              </a:rPr>
              <a:t> </a:t>
            </a:r>
            <a:r>
              <a:rPr sz="2800" dirty="0">
                <a:latin typeface="Calibri"/>
                <a:cs typeface="Calibri"/>
              </a:rPr>
              <a:t>biểu</a:t>
            </a:r>
            <a:r>
              <a:rPr sz="2800" spc="-20" dirty="0">
                <a:latin typeface="Calibri"/>
                <a:cs typeface="Calibri"/>
              </a:rPr>
              <a:t> </a:t>
            </a:r>
            <a:r>
              <a:rPr sz="2800" dirty="0">
                <a:latin typeface="Calibri"/>
                <a:cs typeface="Calibri"/>
              </a:rPr>
              <a:t>thức</a:t>
            </a:r>
            <a:r>
              <a:rPr sz="2800" spc="-30" dirty="0">
                <a:latin typeface="Calibri"/>
                <a:cs typeface="Calibri"/>
              </a:rPr>
              <a:t> </a:t>
            </a:r>
            <a:r>
              <a:rPr sz="2800" dirty="0">
                <a:latin typeface="Calibri"/>
                <a:cs typeface="Calibri"/>
              </a:rPr>
              <a:t>cho</a:t>
            </a:r>
            <a:r>
              <a:rPr sz="2800" spc="-30" dirty="0">
                <a:latin typeface="Calibri"/>
                <a:cs typeface="Calibri"/>
              </a:rPr>
              <a:t> </a:t>
            </a:r>
            <a:r>
              <a:rPr sz="2800" dirty="0">
                <a:latin typeface="Calibri"/>
                <a:cs typeface="Calibri"/>
              </a:rPr>
              <a:t>giá</a:t>
            </a:r>
            <a:r>
              <a:rPr sz="2800" spc="-45" dirty="0">
                <a:latin typeface="Calibri"/>
                <a:cs typeface="Calibri"/>
              </a:rPr>
              <a:t> </a:t>
            </a:r>
            <a:r>
              <a:rPr sz="2800" dirty="0">
                <a:latin typeface="Calibri"/>
                <a:cs typeface="Calibri"/>
              </a:rPr>
              <a:t>trị</a:t>
            </a:r>
            <a:r>
              <a:rPr sz="2800" spc="-35" dirty="0">
                <a:latin typeface="Calibri"/>
                <a:cs typeface="Calibri"/>
              </a:rPr>
              <a:t> </a:t>
            </a:r>
            <a:r>
              <a:rPr sz="2800" dirty="0">
                <a:latin typeface="Calibri"/>
                <a:cs typeface="Calibri"/>
              </a:rPr>
              <a:t>là</a:t>
            </a:r>
            <a:r>
              <a:rPr sz="2800" spc="-45" dirty="0">
                <a:latin typeface="Calibri"/>
                <a:cs typeface="Calibri"/>
              </a:rPr>
              <a:t> </a:t>
            </a:r>
            <a:r>
              <a:rPr sz="2800" dirty="0">
                <a:latin typeface="Calibri"/>
                <a:cs typeface="Calibri"/>
              </a:rPr>
              <a:t>đúng</a:t>
            </a:r>
            <a:r>
              <a:rPr sz="2800" spc="-35" dirty="0">
                <a:latin typeface="Calibri"/>
                <a:cs typeface="Calibri"/>
              </a:rPr>
              <a:t> </a:t>
            </a:r>
            <a:r>
              <a:rPr sz="2800" spc="-25" dirty="0">
                <a:latin typeface="Calibri"/>
                <a:cs typeface="Calibri"/>
              </a:rPr>
              <a:t>(1) </a:t>
            </a:r>
            <a:r>
              <a:rPr sz="2800" dirty="0">
                <a:latin typeface="Calibri"/>
                <a:cs typeface="Calibri"/>
              </a:rPr>
              <a:t>hay</a:t>
            </a:r>
            <a:r>
              <a:rPr sz="2800" spc="-65" dirty="0">
                <a:latin typeface="Calibri"/>
                <a:cs typeface="Calibri"/>
              </a:rPr>
              <a:t> </a:t>
            </a:r>
            <a:r>
              <a:rPr sz="2800" dirty="0">
                <a:latin typeface="Calibri"/>
                <a:cs typeface="Calibri"/>
              </a:rPr>
              <a:t>sai</a:t>
            </a:r>
            <a:r>
              <a:rPr sz="2800" spc="-55" dirty="0">
                <a:latin typeface="Calibri"/>
                <a:cs typeface="Calibri"/>
              </a:rPr>
              <a:t> </a:t>
            </a:r>
            <a:r>
              <a:rPr sz="2800" dirty="0">
                <a:latin typeface="Calibri"/>
                <a:cs typeface="Calibri"/>
              </a:rPr>
              <a:t>(0)</a:t>
            </a:r>
            <a:r>
              <a:rPr sz="2800" spc="-55" dirty="0">
                <a:latin typeface="Calibri"/>
                <a:cs typeface="Calibri"/>
              </a:rPr>
              <a:t> </a:t>
            </a:r>
            <a:r>
              <a:rPr sz="2800" dirty="0">
                <a:latin typeface="Calibri"/>
                <a:cs typeface="Calibri"/>
              </a:rPr>
              <a:t>được</a:t>
            </a:r>
            <a:r>
              <a:rPr sz="2800" spc="-30" dirty="0">
                <a:latin typeface="Calibri"/>
                <a:cs typeface="Calibri"/>
              </a:rPr>
              <a:t> </a:t>
            </a:r>
            <a:r>
              <a:rPr sz="2800" dirty="0">
                <a:latin typeface="Calibri"/>
                <a:cs typeface="Calibri"/>
              </a:rPr>
              <a:t>xây</a:t>
            </a:r>
            <a:r>
              <a:rPr sz="2800" spc="-70" dirty="0">
                <a:latin typeface="Calibri"/>
                <a:cs typeface="Calibri"/>
              </a:rPr>
              <a:t> </a:t>
            </a:r>
            <a:r>
              <a:rPr sz="2800" dirty="0">
                <a:latin typeface="Calibri"/>
                <a:cs typeface="Calibri"/>
              </a:rPr>
              <a:t>dựng</a:t>
            </a:r>
            <a:r>
              <a:rPr sz="2800" spc="-40" dirty="0">
                <a:latin typeface="Calibri"/>
                <a:cs typeface="Calibri"/>
              </a:rPr>
              <a:t> </a:t>
            </a:r>
            <a:r>
              <a:rPr sz="2800" dirty="0">
                <a:latin typeface="Calibri"/>
                <a:cs typeface="Calibri"/>
              </a:rPr>
              <a:t>từ</a:t>
            </a:r>
            <a:r>
              <a:rPr sz="2800" spc="-55" dirty="0">
                <a:latin typeface="Calibri"/>
                <a:cs typeface="Calibri"/>
              </a:rPr>
              <a:t> </a:t>
            </a:r>
            <a:r>
              <a:rPr sz="2800" spc="-50" dirty="0">
                <a:latin typeface="Calibri"/>
                <a:cs typeface="Calibri"/>
              </a:rPr>
              <a:t>:</a:t>
            </a:r>
            <a:endParaRPr sz="2800">
              <a:latin typeface="Calibri"/>
              <a:cs typeface="Calibri"/>
            </a:endParaRPr>
          </a:p>
          <a:p>
            <a:pPr marL="477520" indent="-457200">
              <a:lnSpc>
                <a:spcPct val="100000"/>
              </a:lnSpc>
              <a:spcBef>
                <a:spcPts val="670"/>
              </a:spcBef>
              <a:buChar char="-"/>
              <a:tabLst>
                <a:tab pos="477520" algn="l"/>
              </a:tabLst>
            </a:pPr>
            <a:r>
              <a:rPr sz="2800" dirty="0">
                <a:latin typeface="Calibri"/>
                <a:cs typeface="Calibri"/>
              </a:rPr>
              <a:t>các</a:t>
            </a:r>
            <a:r>
              <a:rPr sz="2800" spc="-20" dirty="0">
                <a:latin typeface="Calibri"/>
                <a:cs typeface="Calibri"/>
              </a:rPr>
              <a:t> </a:t>
            </a:r>
            <a:r>
              <a:rPr sz="2800" dirty="0">
                <a:latin typeface="Calibri"/>
                <a:cs typeface="Calibri"/>
              </a:rPr>
              <a:t>giá</a:t>
            </a:r>
            <a:r>
              <a:rPr sz="2800" spc="-40" dirty="0">
                <a:latin typeface="Calibri"/>
                <a:cs typeface="Calibri"/>
              </a:rPr>
              <a:t> </a:t>
            </a:r>
            <a:r>
              <a:rPr sz="2800" dirty="0">
                <a:latin typeface="Calibri"/>
                <a:cs typeface="Calibri"/>
              </a:rPr>
              <a:t>trị</a:t>
            </a:r>
            <a:r>
              <a:rPr sz="2800" spc="-35" dirty="0">
                <a:latin typeface="Calibri"/>
                <a:cs typeface="Calibri"/>
              </a:rPr>
              <a:t> </a:t>
            </a:r>
            <a:r>
              <a:rPr sz="2800" dirty="0">
                <a:latin typeface="Calibri"/>
                <a:cs typeface="Calibri"/>
              </a:rPr>
              <a:t>đúng</a:t>
            </a:r>
            <a:r>
              <a:rPr sz="2800" spc="-5" dirty="0">
                <a:latin typeface="Calibri"/>
                <a:cs typeface="Calibri"/>
              </a:rPr>
              <a:t> </a:t>
            </a:r>
            <a:r>
              <a:rPr sz="2800" dirty="0">
                <a:latin typeface="Calibri"/>
                <a:cs typeface="Calibri"/>
              </a:rPr>
              <a:t>(1)</a:t>
            </a:r>
            <a:r>
              <a:rPr sz="2800" spc="-25" dirty="0">
                <a:latin typeface="Calibri"/>
                <a:cs typeface="Calibri"/>
              </a:rPr>
              <a:t> </a:t>
            </a:r>
            <a:r>
              <a:rPr sz="2800" dirty="0">
                <a:latin typeface="Calibri"/>
                <a:cs typeface="Calibri"/>
              </a:rPr>
              <a:t>,</a:t>
            </a:r>
            <a:r>
              <a:rPr sz="2800" spc="-20" dirty="0">
                <a:latin typeface="Calibri"/>
                <a:cs typeface="Calibri"/>
              </a:rPr>
              <a:t> </a:t>
            </a:r>
            <a:r>
              <a:rPr sz="2800" dirty="0">
                <a:latin typeface="Calibri"/>
                <a:cs typeface="Calibri"/>
              </a:rPr>
              <a:t>sai</a:t>
            </a:r>
            <a:r>
              <a:rPr sz="2800" spc="-20" dirty="0">
                <a:latin typeface="Calibri"/>
                <a:cs typeface="Calibri"/>
              </a:rPr>
              <a:t> (0),</a:t>
            </a:r>
            <a:endParaRPr sz="2800">
              <a:latin typeface="Calibri"/>
              <a:cs typeface="Calibri"/>
            </a:endParaRPr>
          </a:p>
          <a:p>
            <a:pPr marL="477520" indent="-457200">
              <a:lnSpc>
                <a:spcPct val="100000"/>
              </a:lnSpc>
              <a:spcBef>
                <a:spcPts val="675"/>
              </a:spcBef>
              <a:buChar char="-"/>
              <a:tabLst>
                <a:tab pos="477520" algn="l"/>
              </a:tabLst>
            </a:pPr>
            <a:r>
              <a:rPr sz="2800" dirty="0">
                <a:latin typeface="Calibri"/>
                <a:cs typeface="Calibri"/>
              </a:rPr>
              <a:t>các</a:t>
            </a:r>
            <a:r>
              <a:rPr sz="2800" spc="-25" dirty="0">
                <a:latin typeface="Calibri"/>
                <a:cs typeface="Calibri"/>
              </a:rPr>
              <a:t> </a:t>
            </a:r>
            <a:r>
              <a:rPr sz="2800" dirty="0">
                <a:latin typeface="Calibri"/>
                <a:cs typeface="Calibri"/>
              </a:rPr>
              <a:t>biến</a:t>
            </a:r>
            <a:r>
              <a:rPr sz="2800" spc="-30" dirty="0">
                <a:latin typeface="Calibri"/>
                <a:cs typeface="Calibri"/>
              </a:rPr>
              <a:t> </a:t>
            </a:r>
            <a:r>
              <a:rPr sz="2800" dirty="0">
                <a:latin typeface="Calibri"/>
                <a:cs typeface="Calibri"/>
              </a:rPr>
              <a:t>p,</a:t>
            </a:r>
            <a:r>
              <a:rPr sz="2800" spc="-15" dirty="0">
                <a:latin typeface="Calibri"/>
                <a:cs typeface="Calibri"/>
              </a:rPr>
              <a:t> </a:t>
            </a:r>
            <a:r>
              <a:rPr sz="2800" dirty="0">
                <a:latin typeface="Calibri"/>
                <a:cs typeface="Calibri"/>
              </a:rPr>
              <a:t>q,</a:t>
            </a:r>
            <a:r>
              <a:rPr sz="2800" spc="-25" dirty="0">
                <a:latin typeface="Calibri"/>
                <a:cs typeface="Calibri"/>
              </a:rPr>
              <a:t> </a:t>
            </a:r>
            <a:r>
              <a:rPr sz="2800" dirty="0">
                <a:latin typeface="Calibri"/>
                <a:cs typeface="Calibri"/>
              </a:rPr>
              <a:t>.</a:t>
            </a:r>
            <a:r>
              <a:rPr sz="2800" spc="-20" dirty="0">
                <a:latin typeface="Calibri"/>
                <a:cs typeface="Calibri"/>
              </a:rPr>
              <a:t> </a:t>
            </a:r>
            <a:r>
              <a:rPr sz="2800" dirty="0">
                <a:latin typeface="Calibri"/>
                <a:cs typeface="Calibri"/>
              </a:rPr>
              <a:t>.</a:t>
            </a:r>
            <a:r>
              <a:rPr sz="2800" spc="-35"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lấy</a:t>
            </a:r>
            <a:r>
              <a:rPr sz="2800" spc="-45" dirty="0">
                <a:latin typeface="Calibri"/>
                <a:cs typeface="Calibri"/>
              </a:rPr>
              <a:t> </a:t>
            </a:r>
            <a:r>
              <a:rPr sz="2800" dirty="0">
                <a:latin typeface="Calibri"/>
                <a:cs typeface="Calibri"/>
              </a:rPr>
              <a:t>giá</a:t>
            </a:r>
            <a:r>
              <a:rPr sz="2800" spc="-30" dirty="0">
                <a:latin typeface="Calibri"/>
                <a:cs typeface="Calibri"/>
              </a:rPr>
              <a:t> </a:t>
            </a:r>
            <a:r>
              <a:rPr sz="2800" dirty="0">
                <a:latin typeface="Calibri"/>
                <a:cs typeface="Calibri"/>
              </a:rPr>
              <a:t>trị</a:t>
            </a:r>
            <a:r>
              <a:rPr sz="2800" spc="-25" dirty="0">
                <a:latin typeface="Calibri"/>
                <a:cs typeface="Calibri"/>
              </a:rPr>
              <a:t> </a:t>
            </a:r>
            <a:r>
              <a:rPr sz="2800" dirty="0">
                <a:latin typeface="Calibri"/>
                <a:cs typeface="Calibri"/>
              </a:rPr>
              <a:t>đúng</a:t>
            </a:r>
            <a:r>
              <a:rPr sz="2800" spc="-20" dirty="0">
                <a:latin typeface="Calibri"/>
                <a:cs typeface="Calibri"/>
              </a:rPr>
              <a:t> </a:t>
            </a:r>
            <a:r>
              <a:rPr sz="2800" dirty="0">
                <a:latin typeface="Calibri"/>
                <a:cs typeface="Calibri"/>
              </a:rPr>
              <a:t>(1)</a:t>
            </a:r>
            <a:r>
              <a:rPr sz="2800" spc="-10" dirty="0">
                <a:latin typeface="Calibri"/>
                <a:cs typeface="Calibri"/>
              </a:rPr>
              <a:t> </a:t>
            </a:r>
            <a:r>
              <a:rPr sz="2800" dirty="0">
                <a:latin typeface="Calibri"/>
                <a:cs typeface="Calibri"/>
              </a:rPr>
              <a:t>,</a:t>
            </a:r>
            <a:r>
              <a:rPr sz="2800" spc="-30" dirty="0">
                <a:latin typeface="Calibri"/>
                <a:cs typeface="Calibri"/>
              </a:rPr>
              <a:t> </a:t>
            </a:r>
            <a:r>
              <a:rPr sz="2800" dirty="0">
                <a:latin typeface="Calibri"/>
                <a:cs typeface="Calibri"/>
              </a:rPr>
              <a:t>sai</a:t>
            </a:r>
            <a:r>
              <a:rPr sz="2800" spc="-20" dirty="0">
                <a:latin typeface="Calibri"/>
                <a:cs typeface="Calibri"/>
              </a:rPr>
              <a:t> (0),</a:t>
            </a:r>
            <a:endParaRPr sz="2800">
              <a:latin typeface="Calibri"/>
              <a:cs typeface="Calibri"/>
            </a:endParaRPr>
          </a:p>
          <a:p>
            <a:pPr marL="477520" indent="-457200">
              <a:lnSpc>
                <a:spcPct val="100000"/>
              </a:lnSpc>
              <a:spcBef>
                <a:spcPts val="710"/>
              </a:spcBef>
              <a:buChar char="-"/>
              <a:tabLst>
                <a:tab pos="477520" algn="l"/>
                <a:tab pos="2463800" algn="l"/>
              </a:tabLst>
            </a:pPr>
            <a:r>
              <a:rPr sz="2800" dirty="0">
                <a:latin typeface="Calibri"/>
                <a:cs typeface="Calibri"/>
              </a:rPr>
              <a:t>các</a:t>
            </a:r>
            <a:r>
              <a:rPr sz="2800" spc="-60" dirty="0">
                <a:latin typeface="Calibri"/>
                <a:cs typeface="Calibri"/>
              </a:rPr>
              <a:t> </a:t>
            </a:r>
            <a:r>
              <a:rPr sz="2800" dirty="0">
                <a:latin typeface="Calibri"/>
                <a:cs typeface="Calibri"/>
              </a:rPr>
              <a:t>phép</a:t>
            </a:r>
            <a:r>
              <a:rPr sz="2800" spc="-50" dirty="0">
                <a:latin typeface="Calibri"/>
                <a:cs typeface="Calibri"/>
              </a:rPr>
              <a:t> </a:t>
            </a:r>
            <a:r>
              <a:rPr sz="2800" spc="-25" dirty="0">
                <a:latin typeface="Calibri"/>
                <a:cs typeface="Calibri"/>
              </a:rPr>
              <a:t>nối</a:t>
            </a:r>
            <a:r>
              <a:rPr sz="2800" dirty="0">
                <a:latin typeface="Calibri"/>
                <a:cs typeface="Calibri"/>
              </a:rPr>
              <a:t>	(</a:t>
            </a:r>
            <a:r>
              <a:rPr sz="2800" dirty="0">
                <a:latin typeface="Symbol"/>
                <a:cs typeface="Symbol"/>
              </a:rPr>
              <a:t></a:t>
            </a:r>
            <a:r>
              <a:rPr sz="2800" dirty="0">
                <a:latin typeface="Calibri"/>
                <a:cs typeface="Calibri"/>
              </a:rPr>
              <a:t>,</a:t>
            </a:r>
            <a:r>
              <a:rPr sz="2800" spc="-25" dirty="0">
                <a:latin typeface="Calibri"/>
                <a:cs typeface="Calibri"/>
              </a:rPr>
              <a:t> </a:t>
            </a:r>
            <a:r>
              <a:rPr sz="2800" dirty="0">
                <a:latin typeface="Symbol"/>
                <a:cs typeface="Symbol"/>
              </a:rPr>
              <a:t></a:t>
            </a:r>
            <a:r>
              <a:rPr sz="2800" dirty="0">
                <a:latin typeface="Calibri"/>
                <a:cs typeface="Calibri"/>
              </a:rPr>
              <a:t>,</a:t>
            </a:r>
            <a:r>
              <a:rPr sz="2800" spc="-30" dirty="0">
                <a:latin typeface="Calibri"/>
                <a:cs typeface="Calibri"/>
              </a:rPr>
              <a:t> </a:t>
            </a:r>
            <a:r>
              <a:rPr sz="2800" dirty="0">
                <a:latin typeface="Symbol"/>
                <a:cs typeface="Symbol"/>
              </a:rPr>
              <a:t></a:t>
            </a:r>
            <a:r>
              <a:rPr sz="2800" dirty="0">
                <a:latin typeface="Calibri"/>
                <a:cs typeface="Calibri"/>
              </a:rPr>
              <a:t>,</a:t>
            </a:r>
            <a:r>
              <a:rPr sz="2800" spc="-25" dirty="0">
                <a:latin typeface="Calibri"/>
                <a:cs typeface="Calibri"/>
              </a:rPr>
              <a:t> </a:t>
            </a:r>
            <a:r>
              <a:rPr sz="2800" dirty="0">
                <a:latin typeface="Symbol"/>
                <a:cs typeface="Symbol"/>
              </a:rPr>
              <a:t></a:t>
            </a:r>
            <a:r>
              <a:rPr sz="2800" dirty="0">
                <a:latin typeface="Calibri"/>
                <a:cs typeface="Calibri"/>
              </a:rPr>
              <a:t>,</a:t>
            </a:r>
            <a:r>
              <a:rPr sz="2800" spc="-30" dirty="0">
                <a:latin typeface="Calibri"/>
                <a:cs typeface="Calibri"/>
              </a:rPr>
              <a:t> </a:t>
            </a:r>
            <a:r>
              <a:rPr sz="2800" dirty="0">
                <a:latin typeface="Symbol"/>
                <a:cs typeface="Symbol"/>
              </a:rPr>
              <a:t></a:t>
            </a:r>
            <a:r>
              <a:rPr sz="2800" spc="-95" dirty="0">
                <a:latin typeface="Times New Roman"/>
                <a:cs typeface="Times New Roman"/>
              </a:rPr>
              <a:t> </a:t>
            </a:r>
            <a:r>
              <a:rPr sz="2800" dirty="0">
                <a:latin typeface="Calibri"/>
                <a:cs typeface="Calibri"/>
              </a:rPr>
              <a:t>,</a:t>
            </a:r>
            <a:r>
              <a:rPr sz="2800" dirty="0">
                <a:latin typeface="Symbol"/>
                <a:cs typeface="Symbol"/>
              </a:rPr>
              <a:t></a:t>
            </a:r>
            <a:r>
              <a:rPr sz="2800" spc="-80" dirty="0">
                <a:latin typeface="Times New Roman"/>
                <a:cs typeface="Times New Roman"/>
              </a:rPr>
              <a:t> </a:t>
            </a:r>
            <a:r>
              <a:rPr sz="2800" dirty="0">
                <a:latin typeface="Calibri"/>
                <a:cs typeface="Calibri"/>
              </a:rPr>
              <a:t>(phủ</a:t>
            </a:r>
            <a:r>
              <a:rPr sz="2800" spc="-10" dirty="0">
                <a:latin typeface="Calibri"/>
                <a:cs typeface="Calibri"/>
              </a:rPr>
              <a:t> định)).</a:t>
            </a:r>
            <a:endParaRPr sz="2800">
              <a:latin typeface="Calibri"/>
              <a:cs typeface="Calibri"/>
            </a:endParaRPr>
          </a:p>
          <a:p>
            <a:pPr>
              <a:lnSpc>
                <a:spcPct val="100000"/>
              </a:lnSpc>
              <a:spcBef>
                <a:spcPts val="1250"/>
              </a:spcBef>
            </a:pPr>
            <a:endParaRPr sz="2800">
              <a:latin typeface="Calibri"/>
              <a:cs typeface="Calibri"/>
            </a:endParaRPr>
          </a:p>
          <a:p>
            <a:pPr marL="12700">
              <a:lnSpc>
                <a:spcPct val="100000"/>
              </a:lnSpc>
            </a:pPr>
            <a:r>
              <a:rPr sz="2800" b="1" dirty="0">
                <a:latin typeface="Calibri"/>
                <a:cs typeface="Calibri"/>
              </a:rPr>
              <a:t>Ví dụ </a:t>
            </a:r>
            <a:r>
              <a:rPr sz="2800" b="1" spc="-50" dirty="0">
                <a:latin typeface="Calibri"/>
                <a:cs typeface="Calibri"/>
              </a:rPr>
              <a:t>:</a:t>
            </a:r>
            <a:endParaRPr sz="2800">
              <a:latin typeface="Calibri"/>
              <a:cs typeface="Calibri"/>
            </a:endParaRPr>
          </a:p>
          <a:p>
            <a:pPr marL="443865" indent="-431165">
              <a:lnSpc>
                <a:spcPct val="100000"/>
              </a:lnSpc>
              <a:spcBef>
                <a:spcPts val="710"/>
              </a:spcBef>
              <a:buAutoNum type="arabicPeriod"/>
              <a:tabLst>
                <a:tab pos="443865" algn="l"/>
                <a:tab pos="2094230" algn="l"/>
              </a:tabLst>
            </a:pPr>
            <a:r>
              <a:rPr sz="2800" dirty="0">
                <a:latin typeface="Calibri"/>
                <a:cs typeface="Calibri"/>
              </a:rPr>
              <a:t>E(p,</a:t>
            </a:r>
            <a:r>
              <a:rPr sz="2800" spc="-15" dirty="0">
                <a:latin typeface="Calibri"/>
                <a:cs typeface="Calibri"/>
              </a:rPr>
              <a:t> </a:t>
            </a:r>
            <a:r>
              <a:rPr sz="2800" dirty="0">
                <a:latin typeface="Calibri"/>
                <a:cs typeface="Calibri"/>
              </a:rPr>
              <a:t>q,</a:t>
            </a:r>
            <a:r>
              <a:rPr sz="2800" spc="-15" dirty="0">
                <a:latin typeface="Calibri"/>
                <a:cs typeface="Calibri"/>
              </a:rPr>
              <a:t> </a:t>
            </a:r>
            <a:r>
              <a:rPr sz="2800" dirty="0">
                <a:latin typeface="Calibri"/>
                <a:cs typeface="Calibri"/>
              </a:rPr>
              <a:t>r)</a:t>
            </a:r>
            <a:r>
              <a:rPr sz="2800" spc="-10" dirty="0">
                <a:latin typeface="Calibri"/>
                <a:cs typeface="Calibri"/>
              </a:rPr>
              <a:t> </a:t>
            </a:r>
            <a:r>
              <a:rPr sz="2800" spc="-50" dirty="0">
                <a:latin typeface="Calibri"/>
                <a:cs typeface="Calibri"/>
              </a:rPr>
              <a:t>=</a:t>
            </a:r>
            <a:r>
              <a:rPr sz="2800" dirty="0">
                <a:latin typeface="Calibri"/>
                <a:cs typeface="Calibri"/>
              </a:rPr>
              <a:t>	(p</a:t>
            </a:r>
            <a:r>
              <a:rPr sz="2800" dirty="0">
                <a:latin typeface="Symbol"/>
                <a:cs typeface="Symbol"/>
              </a:rPr>
              <a:t></a:t>
            </a:r>
            <a:r>
              <a:rPr sz="2800" dirty="0">
                <a:latin typeface="Calibri"/>
                <a:cs typeface="Calibri"/>
              </a:rPr>
              <a:t>q)</a:t>
            </a:r>
            <a:r>
              <a:rPr sz="2800" spc="-40" dirty="0">
                <a:latin typeface="Calibri"/>
                <a:cs typeface="Calibri"/>
              </a:rPr>
              <a:t> </a:t>
            </a:r>
            <a:r>
              <a:rPr sz="2800" dirty="0">
                <a:latin typeface="Symbol"/>
                <a:cs typeface="Symbol"/>
              </a:rPr>
              <a:t></a:t>
            </a:r>
            <a:r>
              <a:rPr sz="2800" spc="-110" dirty="0">
                <a:latin typeface="Times New Roman"/>
                <a:cs typeface="Times New Roman"/>
              </a:rPr>
              <a:t> </a:t>
            </a:r>
            <a:r>
              <a:rPr sz="2800" spc="-50" dirty="0">
                <a:latin typeface="Calibri"/>
                <a:cs typeface="Calibri"/>
              </a:rPr>
              <a:t>r</a:t>
            </a:r>
            <a:endParaRPr sz="2800">
              <a:latin typeface="Calibri"/>
              <a:cs typeface="Calibri"/>
            </a:endParaRPr>
          </a:p>
          <a:p>
            <a:pPr marL="443865" indent="-431165">
              <a:lnSpc>
                <a:spcPct val="100000"/>
              </a:lnSpc>
              <a:spcBef>
                <a:spcPts val="675"/>
              </a:spcBef>
              <a:buAutoNum type="arabicPeriod"/>
              <a:tabLst>
                <a:tab pos="443865" algn="l"/>
                <a:tab pos="2094230" algn="l"/>
              </a:tabLst>
            </a:pPr>
            <a:r>
              <a:rPr sz="2800" dirty="0">
                <a:latin typeface="Calibri"/>
                <a:cs typeface="Calibri"/>
              </a:rPr>
              <a:t>E(p,</a:t>
            </a:r>
            <a:r>
              <a:rPr sz="2800" spc="-15" dirty="0">
                <a:latin typeface="Calibri"/>
                <a:cs typeface="Calibri"/>
              </a:rPr>
              <a:t> </a:t>
            </a:r>
            <a:r>
              <a:rPr sz="2800" dirty="0">
                <a:latin typeface="Calibri"/>
                <a:cs typeface="Calibri"/>
              </a:rPr>
              <a:t>q,</a:t>
            </a:r>
            <a:r>
              <a:rPr sz="2800" spc="-15" dirty="0">
                <a:latin typeface="Calibri"/>
                <a:cs typeface="Calibri"/>
              </a:rPr>
              <a:t> </a:t>
            </a:r>
            <a:r>
              <a:rPr sz="2800" dirty="0">
                <a:latin typeface="Calibri"/>
                <a:cs typeface="Calibri"/>
              </a:rPr>
              <a:t>r)</a:t>
            </a:r>
            <a:r>
              <a:rPr sz="2800" spc="-10" dirty="0">
                <a:latin typeface="Calibri"/>
                <a:cs typeface="Calibri"/>
              </a:rPr>
              <a:t> </a:t>
            </a:r>
            <a:r>
              <a:rPr sz="2800" spc="-50" dirty="0">
                <a:latin typeface="Calibri"/>
                <a:cs typeface="Calibri"/>
              </a:rPr>
              <a:t>=</a:t>
            </a:r>
            <a:r>
              <a:rPr sz="2800" dirty="0">
                <a:latin typeface="Calibri"/>
                <a:cs typeface="Calibri"/>
              </a:rPr>
              <a:t>	[(p</a:t>
            </a:r>
            <a:r>
              <a:rPr sz="2800" dirty="0">
                <a:latin typeface="Symbol"/>
                <a:cs typeface="Symbol"/>
              </a:rPr>
              <a:t></a:t>
            </a:r>
            <a:r>
              <a:rPr sz="2800" dirty="0">
                <a:latin typeface="Calibri"/>
                <a:cs typeface="Calibri"/>
              </a:rPr>
              <a:t>q)</a:t>
            </a:r>
            <a:r>
              <a:rPr sz="2800" spc="-15" dirty="0">
                <a:latin typeface="Calibri"/>
                <a:cs typeface="Calibri"/>
              </a:rPr>
              <a:t> </a:t>
            </a:r>
            <a:r>
              <a:rPr sz="2800" dirty="0">
                <a:latin typeface="Symbol"/>
                <a:cs typeface="Symbol"/>
              </a:rPr>
              <a:t></a:t>
            </a:r>
            <a:r>
              <a:rPr sz="2800" spc="-100" dirty="0">
                <a:latin typeface="Times New Roman"/>
                <a:cs typeface="Times New Roman"/>
              </a:rPr>
              <a:t> </a:t>
            </a:r>
            <a:r>
              <a:rPr sz="2800" dirty="0">
                <a:latin typeface="Calibri"/>
                <a:cs typeface="Calibri"/>
              </a:rPr>
              <a:t>r]</a:t>
            </a:r>
            <a:r>
              <a:rPr sz="2800" spc="-30" dirty="0">
                <a:latin typeface="Calibri"/>
                <a:cs typeface="Calibri"/>
              </a:rPr>
              <a:t> </a:t>
            </a:r>
            <a:r>
              <a:rPr sz="2800" dirty="0">
                <a:latin typeface="Symbol"/>
                <a:cs typeface="Symbol"/>
              </a:rPr>
              <a:t></a:t>
            </a:r>
            <a:r>
              <a:rPr sz="2800" spc="-95" dirty="0">
                <a:latin typeface="Times New Roman"/>
                <a:cs typeface="Times New Roman"/>
              </a:rPr>
              <a:t> </a:t>
            </a:r>
            <a:r>
              <a:rPr sz="2800" spc="-50" dirty="0">
                <a:latin typeface="Calibri"/>
                <a:cs typeface="Calibri"/>
              </a:rPr>
              <a:t>1</a:t>
            </a:r>
            <a:endParaRPr sz="2800">
              <a:latin typeface="Calibri"/>
              <a:cs typeface="Calibri"/>
            </a:endParaRPr>
          </a:p>
          <a:p>
            <a:pPr marL="443865" indent="-431165">
              <a:lnSpc>
                <a:spcPct val="100000"/>
              </a:lnSpc>
              <a:spcBef>
                <a:spcPts val="670"/>
              </a:spcBef>
              <a:buAutoNum type="arabicPeriod"/>
              <a:tabLst>
                <a:tab pos="443865" algn="l"/>
                <a:tab pos="2094230" algn="l"/>
              </a:tabLst>
            </a:pPr>
            <a:r>
              <a:rPr sz="2800" dirty="0">
                <a:latin typeface="Calibri"/>
                <a:cs typeface="Calibri"/>
              </a:rPr>
              <a:t>E(p,</a:t>
            </a:r>
            <a:r>
              <a:rPr sz="2800" spc="-15" dirty="0">
                <a:latin typeface="Calibri"/>
                <a:cs typeface="Calibri"/>
              </a:rPr>
              <a:t> </a:t>
            </a:r>
            <a:r>
              <a:rPr sz="2800" dirty="0">
                <a:latin typeface="Calibri"/>
                <a:cs typeface="Calibri"/>
              </a:rPr>
              <a:t>q,</a:t>
            </a:r>
            <a:r>
              <a:rPr sz="2800" spc="-15" dirty="0">
                <a:latin typeface="Calibri"/>
                <a:cs typeface="Calibri"/>
              </a:rPr>
              <a:t> </a:t>
            </a:r>
            <a:r>
              <a:rPr sz="2800" dirty="0">
                <a:latin typeface="Calibri"/>
                <a:cs typeface="Calibri"/>
              </a:rPr>
              <a:t>r)</a:t>
            </a:r>
            <a:r>
              <a:rPr sz="2800" spc="-10" dirty="0">
                <a:latin typeface="Calibri"/>
                <a:cs typeface="Calibri"/>
              </a:rPr>
              <a:t> </a:t>
            </a:r>
            <a:r>
              <a:rPr sz="2800" spc="-50" dirty="0">
                <a:latin typeface="Calibri"/>
                <a:cs typeface="Calibri"/>
              </a:rPr>
              <a:t>=</a:t>
            </a:r>
            <a:r>
              <a:rPr sz="2800" dirty="0">
                <a:latin typeface="Calibri"/>
                <a:cs typeface="Calibri"/>
              </a:rPr>
              <a:t>	[(p</a:t>
            </a:r>
            <a:r>
              <a:rPr sz="2800" dirty="0">
                <a:latin typeface="Symbol"/>
                <a:cs typeface="Symbol"/>
              </a:rPr>
              <a:t></a:t>
            </a:r>
            <a:r>
              <a:rPr sz="2800" dirty="0">
                <a:latin typeface="Calibri"/>
                <a:cs typeface="Calibri"/>
              </a:rPr>
              <a:t>q)</a:t>
            </a:r>
            <a:r>
              <a:rPr sz="2800" spc="-15" dirty="0">
                <a:latin typeface="Calibri"/>
                <a:cs typeface="Calibri"/>
              </a:rPr>
              <a:t> </a:t>
            </a:r>
            <a:r>
              <a:rPr sz="2800" dirty="0">
                <a:latin typeface="Symbol"/>
                <a:cs typeface="Symbol"/>
              </a:rPr>
              <a:t></a:t>
            </a:r>
            <a:r>
              <a:rPr sz="2800" spc="-100" dirty="0">
                <a:latin typeface="Times New Roman"/>
                <a:cs typeface="Times New Roman"/>
              </a:rPr>
              <a:t> </a:t>
            </a:r>
            <a:r>
              <a:rPr sz="2800" dirty="0">
                <a:latin typeface="Calibri"/>
                <a:cs typeface="Calibri"/>
              </a:rPr>
              <a:t>r]</a:t>
            </a:r>
            <a:r>
              <a:rPr sz="2800" spc="-30" dirty="0">
                <a:latin typeface="Calibri"/>
                <a:cs typeface="Calibri"/>
              </a:rPr>
              <a:t> </a:t>
            </a:r>
            <a:r>
              <a:rPr sz="2800" dirty="0">
                <a:latin typeface="Symbol"/>
                <a:cs typeface="Symbol"/>
              </a:rPr>
              <a:t></a:t>
            </a:r>
            <a:r>
              <a:rPr sz="2800" spc="-95" dirty="0">
                <a:latin typeface="Times New Roman"/>
                <a:cs typeface="Times New Roman"/>
              </a:rPr>
              <a:t> </a:t>
            </a:r>
            <a:r>
              <a:rPr sz="2800" spc="-50" dirty="0">
                <a:latin typeface="Calibri"/>
                <a:cs typeface="Calibri"/>
              </a:rPr>
              <a:t>0</a:t>
            </a:r>
            <a:endParaRPr sz="2800">
              <a:latin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235407"/>
            <a:ext cx="1097280" cy="514350"/>
          </a:xfrm>
          <a:prstGeom prst="rect">
            <a:avLst/>
          </a:prstGeom>
        </p:spPr>
        <p:txBody>
          <a:bodyPr vert="horz" wrap="square" lIns="0" tIns="13335" rIns="0" bIns="0" rtlCol="0">
            <a:spAutoFit/>
          </a:bodyPr>
          <a:lstStyle/>
          <a:p>
            <a:pPr marL="12700">
              <a:lnSpc>
                <a:spcPct val="100000"/>
              </a:lnSpc>
              <a:spcBef>
                <a:spcPts val="105"/>
              </a:spcBef>
            </a:pPr>
            <a:r>
              <a:rPr sz="3200" b="1" dirty="0">
                <a:latin typeface="Calibri"/>
                <a:cs typeface="Calibri"/>
              </a:rPr>
              <a:t>Ví</a:t>
            </a:r>
            <a:r>
              <a:rPr sz="3200" b="1" spc="-15" dirty="0">
                <a:latin typeface="Calibri"/>
                <a:cs typeface="Calibri"/>
              </a:rPr>
              <a:t> </a:t>
            </a:r>
            <a:r>
              <a:rPr sz="3200" b="1" dirty="0">
                <a:latin typeface="Calibri"/>
                <a:cs typeface="Calibri"/>
              </a:rPr>
              <a:t>dụ</a:t>
            </a:r>
            <a:r>
              <a:rPr sz="3200" b="1" spc="-15" dirty="0">
                <a:latin typeface="Calibri"/>
                <a:cs typeface="Calibri"/>
              </a:rPr>
              <a:t> </a:t>
            </a:r>
            <a:r>
              <a:rPr sz="3200" b="1" spc="-50" dirty="0">
                <a:latin typeface="Calibri"/>
                <a:cs typeface="Calibri"/>
              </a:rPr>
              <a:t>:</a:t>
            </a:r>
            <a:endParaRPr sz="3200">
              <a:latin typeface="Calibri"/>
              <a:cs typeface="Calibri"/>
            </a:endParaRPr>
          </a:p>
        </p:txBody>
      </p:sp>
      <p:sp>
        <p:nvSpPr>
          <p:cNvPr id="3" name="object 3"/>
          <p:cNvSpPr txBox="1"/>
          <p:nvPr/>
        </p:nvSpPr>
        <p:spPr>
          <a:xfrm>
            <a:off x="383540" y="730726"/>
            <a:ext cx="6023610" cy="3531235"/>
          </a:xfrm>
          <a:prstGeom prst="rect">
            <a:avLst/>
          </a:prstGeom>
        </p:spPr>
        <p:txBody>
          <a:bodyPr vert="horz" wrap="square" lIns="0" tIns="106680" rIns="0" bIns="0" rtlCol="0">
            <a:spAutoFit/>
          </a:bodyPr>
          <a:lstStyle/>
          <a:p>
            <a:pPr marL="2430145">
              <a:lnSpc>
                <a:spcPct val="100000"/>
              </a:lnSpc>
              <a:spcBef>
                <a:spcPts val="840"/>
              </a:spcBef>
              <a:tabLst>
                <a:tab pos="4312285" algn="l"/>
              </a:tabLst>
            </a:pPr>
            <a:r>
              <a:rPr sz="3200" dirty="0">
                <a:latin typeface="Calibri"/>
                <a:cs typeface="Calibri"/>
              </a:rPr>
              <a:t>E(p,</a:t>
            </a:r>
            <a:r>
              <a:rPr sz="3200" spc="-30" dirty="0">
                <a:latin typeface="Calibri"/>
                <a:cs typeface="Calibri"/>
              </a:rPr>
              <a:t> </a:t>
            </a:r>
            <a:r>
              <a:rPr sz="3200" dirty="0">
                <a:latin typeface="Calibri"/>
                <a:cs typeface="Calibri"/>
              </a:rPr>
              <a:t>q,</a:t>
            </a:r>
            <a:r>
              <a:rPr sz="3200" spc="-10" dirty="0">
                <a:latin typeface="Calibri"/>
                <a:cs typeface="Calibri"/>
              </a:rPr>
              <a:t> </a:t>
            </a:r>
            <a:r>
              <a:rPr sz="3200" dirty="0">
                <a:latin typeface="Calibri"/>
                <a:cs typeface="Calibri"/>
              </a:rPr>
              <a:t>r)</a:t>
            </a:r>
            <a:r>
              <a:rPr sz="3200" spc="-30" dirty="0">
                <a:latin typeface="Calibri"/>
                <a:cs typeface="Calibri"/>
              </a:rPr>
              <a:t> </a:t>
            </a:r>
            <a:r>
              <a:rPr sz="3200" spc="-50" dirty="0">
                <a:latin typeface="Calibri"/>
                <a:cs typeface="Calibri"/>
              </a:rPr>
              <a:t>=</a:t>
            </a:r>
            <a:r>
              <a:rPr sz="3200" dirty="0">
                <a:latin typeface="Calibri"/>
                <a:cs typeface="Calibri"/>
              </a:rPr>
              <a:t>	(p</a:t>
            </a:r>
            <a:r>
              <a:rPr sz="3200" dirty="0">
                <a:latin typeface="Symbol"/>
                <a:cs typeface="Symbol"/>
              </a:rPr>
              <a:t></a:t>
            </a:r>
            <a:r>
              <a:rPr sz="3200" dirty="0">
                <a:latin typeface="Calibri"/>
                <a:cs typeface="Calibri"/>
              </a:rPr>
              <a:t>q)</a:t>
            </a:r>
            <a:r>
              <a:rPr sz="3200" spc="-30" dirty="0">
                <a:latin typeface="Calibri"/>
                <a:cs typeface="Calibri"/>
              </a:rPr>
              <a:t> </a:t>
            </a:r>
            <a:r>
              <a:rPr sz="3200" dirty="0">
                <a:latin typeface="Symbol"/>
                <a:cs typeface="Symbol"/>
              </a:rPr>
              <a:t></a:t>
            </a:r>
            <a:r>
              <a:rPr sz="3200" spc="-130" dirty="0">
                <a:latin typeface="Times New Roman"/>
                <a:cs typeface="Times New Roman"/>
              </a:rPr>
              <a:t> </a:t>
            </a:r>
            <a:r>
              <a:rPr sz="3200" spc="-355" dirty="0">
                <a:latin typeface="Calibri"/>
                <a:cs typeface="Calibri"/>
              </a:rPr>
              <a:t>r.</a:t>
            </a:r>
            <a:endParaRPr sz="3200">
              <a:latin typeface="Calibri"/>
              <a:cs typeface="Calibri"/>
            </a:endParaRPr>
          </a:p>
          <a:p>
            <a:pPr marL="12700">
              <a:lnSpc>
                <a:spcPct val="100000"/>
              </a:lnSpc>
              <a:spcBef>
                <a:spcPts val="745"/>
              </a:spcBef>
            </a:pPr>
            <a:r>
              <a:rPr sz="3200" dirty="0">
                <a:latin typeface="Calibri"/>
                <a:cs typeface="Calibri"/>
              </a:rPr>
              <a:t>Nếu</a:t>
            </a:r>
            <a:r>
              <a:rPr sz="3200" spc="-25" dirty="0">
                <a:latin typeface="Calibri"/>
                <a:cs typeface="Calibri"/>
              </a:rPr>
              <a:t> cho</a:t>
            </a:r>
            <a:endParaRPr sz="3200">
              <a:latin typeface="Calibri"/>
              <a:cs typeface="Calibri"/>
            </a:endParaRPr>
          </a:p>
          <a:p>
            <a:pPr marL="477520">
              <a:lnSpc>
                <a:spcPct val="100000"/>
              </a:lnSpc>
              <a:spcBef>
                <a:spcPts val="770"/>
              </a:spcBef>
            </a:pPr>
            <a:r>
              <a:rPr sz="3200" dirty="0">
                <a:latin typeface="Calibri"/>
                <a:cs typeface="Calibri"/>
              </a:rPr>
              <a:t>p</a:t>
            </a:r>
            <a:r>
              <a:rPr sz="3200" spc="-20"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3</a:t>
            </a:r>
            <a:r>
              <a:rPr sz="3200" spc="-10" dirty="0">
                <a:latin typeface="Calibri"/>
                <a:cs typeface="Calibri"/>
              </a:rPr>
              <a:t> </a:t>
            </a:r>
            <a:r>
              <a:rPr sz="3200" dirty="0">
                <a:latin typeface="Calibri"/>
                <a:cs typeface="Calibri"/>
              </a:rPr>
              <a:t>là</a:t>
            </a:r>
            <a:r>
              <a:rPr sz="3200" spc="-15" dirty="0">
                <a:latin typeface="Calibri"/>
                <a:cs typeface="Calibri"/>
              </a:rPr>
              <a:t> </a:t>
            </a:r>
            <a:r>
              <a:rPr sz="3200" dirty="0">
                <a:latin typeface="Calibri"/>
                <a:cs typeface="Calibri"/>
              </a:rPr>
              <a:t>số</a:t>
            </a:r>
            <a:r>
              <a:rPr sz="3200" spc="-15" dirty="0">
                <a:latin typeface="Calibri"/>
                <a:cs typeface="Calibri"/>
              </a:rPr>
              <a:t> </a:t>
            </a:r>
            <a:r>
              <a:rPr sz="3200" spc="-25" dirty="0">
                <a:latin typeface="Calibri"/>
                <a:cs typeface="Calibri"/>
              </a:rPr>
              <a:t>lẻ,</a:t>
            </a:r>
            <a:endParaRPr sz="3200">
              <a:latin typeface="Calibri"/>
              <a:cs typeface="Calibri"/>
            </a:endParaRPr>
          </a:p>
          <a:p>
            <a:pPr marL="477520">
              <a:lnSpc>
                <a:spcPct val="100000"/>
              </a:lnSpc>
              <a:spcBef>
                <a:spcPts val="765"/>
              </a:spcBef>
            </a:pPr>
            <a:r>
              <a:rPr sz="3200" dirty="0">
                <a:latin typeface="Calibri"/>
                <a:cs typeface="Calibri"/>
              </a:rPr>
              <a:t>q</a:t>
            </a:r>
            <a:r>
              <a:rPr sz="3200" spc="-3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4</a:t>
            </a:r>
            <a:r>
              <a:rPr sz="3200" spc="-15" dirty="0">
                <a:latin typeface="Calibri"/>
                <a:cs typeface="Calibri"/>
              </a:rPr>
              <a:t> </a:t>
            </a:r>
            <a:r>
              <a:rPr sz="3200" dirty="0">
                <a:latin typeface="Calibri"/>
                <a:cs typeface="Calibri"/>
              </a:rPr>
              <a:t>chia</a:t>
            </a:r>
            <a:r>
              <a:rPr sz="3200" spc="-20" dirty="0">
                <a:latin typeface="Calibri"/>
                <a:cs typeface="Calibri"/>
              </a:rPr>
              <a:t> </a:t>
            </a:r>
            <a:r>
              <a:rPr sz="3200" dirty="0">
                <a:latin typeface="Calibri"/>
                <a:cs typeface="Calibri"/>
              </a:rPr>
              <a:t>hết</a:t>
            </a:r>
            <a:r>
              <a:rPr sz="3200" spc="-20" dirty="0">
                <a:latin typeface="Calibri"/>
                <a:cs typeface="Calibri"/>
              </a:rPr>
              <a:t> </a:t>
            </a:r>
            <a:r>
              <a:rPr sz="3200" dirty="0">
                <a:latin typeface="Calibri"/>
                <a:cs typeface="Calibri"/>
              </a:rPr>
              <a:t>cho</a:t>
            </a:r>
            <a:r>
              <a:rPr sz="3200" spc="-30" dirty="0">
                <a:latin typeface="Calibri"/>
                <a:cs typeface="Calibri"/>
              </a:rPr>
              <a:t> </a:t>
            </a:r>
            <a:r>
              <a:rPr sz="3200" spc="-35" dirty="0">
                <a:latin typeface="Calibri"/>
                <a:cs typeface="Calibri"/>
              </a:rPr>
              <a:t>2,</a:t>
            </a:r>
            <a:endParaRPr sz="3200">
              <a:latin typeface="Calibri"/>
              <a:cs typeface="Calibri"/>
            </a:endParaRPr>
          </a:p>
          <a:p>
            <a:pPr marL="477520">
              <a:lnSpc>
                <a:spcPct val="100000"/>
              </a:lnSpc>
              <a:spcBef>
                <a:spcPts val="770"/>
              </a:spcBef>
            </a:pPr>
            <a:r>
              <a:rPr sz="3200" dirty="0">
                <a:latin typeface="Calibri"/>
                <a:cs typeface="Calibri"/>
              </a:rPr>
              <a:t>r</a:t>
            </a:r>
            <a:r>
              <a:rPr sz="3200" spc="-1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3</a:t>
            </a:r>
            <a:r>
              <a:rPr sz="3200" spc="-5" dirty="0">
                <a:latin typeface="Calibri"/>
                <a:cs typeface="Calibri"/>
              </a:rPr>
              <a:t> </a:t>
            </a:r>
            <a:r>
              <a:rPr sz="3200" dirty="0">
                <a:latin typeface="Calibri"/>
                <a:cs typeface="Calibri"/>
              </a:rPr>
              <a:t>&gt;</a:t>
            </a:r>
            <a:r>
              <a:rPr sz="3200" spc="5" dirty="0">
                <a:latin typeface="Calibri"/>
                <a:cs typeface="Calibri"/>
              </a:rPr>
              <a:t> </a:t>
            </a:r>
            <a:r>
              <a:rPr sz="3200" spc="-25" dirty="0">
                <a:latin typeface="Calibri"/>
                <a:cs typeface="Calibri"/>
              </a:rPr>
              <a:t>7,</a:t>
            </a:r>
            <a:endParaRPr sz="3200">
              <a:latin typeface="Calibri"/>
              <a:cs typeface="Calibri"/>
            </a:endParaRPr>
          </a:p>
          <a:p>
            <a:pPr marL="12700">
              <a:lnSpc>
                <a:spcPct val="100000"/>
              </a:lnSpc>
              <a:spcBef>
                <a:spcPts val="770"/>
              </a:spcBef>
            </a:pPr>
            <a:r>
              <a:rPr sz="3200" dirty="0">
                <a:latin typeface="Calibri"/>
                <a:cs typeface="Calibri"/>
              </a:rPr>
              <a:t>thì</a:t>
            </a:r>
            <a:r>
              <a:rPr sz="3200" spc="-30" dirty="0">
                <a:latin typeface="Calibri"/>
                <a:cs typeface="Calibri"/>
              </a:rPr>
              <a:t> </a:t>
            </a:r>
            <a:r>
              <a:rPr sz="3200" dirty="0">
                <a:latin typeface="Calibri"/>
                <a:cs typeface="Calibri"/>
              </a:rPr>
              <a:t>E(p,</a:t>
            </a:r>
            <a:r>
              <a:rPr sz="3200" spc="-30" dirty="0">
                <a:latin typeface="Calibri"/>
                <a:cs typeface="Calibri"/>
              </a:rPr>
              <a:t> </a:t>
            </a:r>
            <a:r>
              <a:rPr sz="3200" dirty="0">
                <a:latin typeface="Calibri"/>
                <a:cs typeface="Calibri"/>
              </a:rPr>
              <a:t>q,</a:t>
            </a:r>
            <a:r>
              <a:rPr sz="3200" spc="-20" dirty="0">
                <a:latin typeface="Calibri"/>
                <a:cs typeface="Calibri"/>
              </a:rPr>
              <a:t> </a:t>
            </a:r>
            <a:r>
              <a:rPr sz="3200" dirty="0">
                <a:latin typeface="Calibri"/>
                <a:cs typeface="Calibri"/>
              </a:rPr>
              <a:t>r)</a:t>
            </a:r>
            <a:r>
              <a:rPr sz="3200" spc="-30" dirty="0">
                <a:latin typeface="Calibri"/>
                <a:cs typeface="Calibri"/>
              </a:rPr>
              <a:t> </a:t>
            </a:r>
            <a:r>
              <a:rPr sz="3200" dirty="0">
                <a:latin typeface="Calibri"/>
                <a:cs typeface="Calibri"/>
              </a:rPr>
              <a:t>có</a:t>
            </a:r>
            <a:r>
              <a:rPr sz="3200" spc="-35" dirty="0">
                <a:latin typeface="Calibri"/>
                <a:cs typeface="Calibri"/>
              </a:rPr>
              <a:t> </a:t>
            </a:r>
            <a:r>
              <a:rPr sz="3200" dirty="0">
                <a:latin typeface="Calibri"/>
                <a:cs typeface="Calibri"/>
              </a:rPr>
              <a:t>chân</a:t>
            </a:r>
            <a:r>
              <a:rPr sz="3200" spc="-40" dirty="0">
                <a:latin typeface="Calibri"/>
                <a:cs typeface="Calibri"/>
              </a:rPr>
              <a:t> </a:t>
            </a:r>
            <a:r>
              <a:rPr sz="3200" dirty="0">
                <a:latin typeface="Calibri"/>
                <a:cs typeface="Calibri"/>
              </a:rPr>
              <a:t>trị</a:t>
            </a:r>
            <a:r>
              <a:rPr sz="3200" spc="-30" dirty="0">
                <a:latin typeface="Calibri"/>
                <a:cs typeface="Calibri"/>
              </a:rPr>
              <a:t> </a:t>
            </a:r>
            <a:r>
              <a:rPr sz="3200" spc="-20" dirty="0">
                <a:latin typeface="Calibri"/>
                <a:cs typeface="Calibri"/>
              </a:rPr>
              <a:t>sai.</a:t>
            </a:r>
            <a:endParaRPr sz="3200">
              <a:latin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138215"/>
            <a:ext cx="8000365" cy="3343275"/>
          </a:xfrm>
          <a:prstGeom prst="rect">
            <a:avLst/>
          </a:prstGeom>
        </p:spPr>
        <p:txBody>
          <a:bodyPr vert="horz" wrap="square" lIns="0" tIns="110489" rIns="0" bIns="0" rtlCol="0">
            <a:spAutoFit/>
          </a:bodyPr>
          <a:lstStyle/>
          <a:p>
            <a:pPr marL="624840" lvl="1" indent="-612140">
              <a:lnSpc>
                <a:spcPct val="100000"/>
              </a:lnSpc>
              <a:spcBef>
                <a:spcPts val="869"/>
              </a:spcBef>
              <a:buAutoNum type="arabicPeriod" startAt="4"/>
              <a:tabLst>
                <a:tab pos="624840" algn="l"/>
              </a:tabLst>
            </a:pPr>
            <a:r>
              <a:rPr sz="3200" b="1" dirty="0">
                <a:latin typeface="Calibri"/>
                <a:cs typeface="Calibri"/>
              </a:rPr>
              <a:t>Hằng</a:t>
            </a:r>
            <a:r>
              <a:rPr sz="3200" b="1" spc="-15" dirty="0">
                <a:latin typeface="Calibri"/>
                <a:cs typeface="Calibri"/>
              </a:rPr>
              <a:t> </a:t>
            </a:r>
            <a:r>
              <a:rPr sz="3200" b="1" dirty="0">
                <a:latin typeface="Calibri"/>
                <a:cs typeface="Calibri"/>
              </a:rPr>
              <a:t>đúng,</a:t>
            </a:r>
            <a:r>
              <a:rPr sz="3200" b="1" spc="-15" dirty="0">
                <a:latin typeface="Calibri"/>
                <a:cs typeface="Calibri"/>
              </a:rPr>
              <a:t> </a:t>
            </a:r>
            <a:r>
              <a:rPr sz="3200" b="1" dirty="0">
                <a:latin typeface="Calibri"/>
                <a:cs typeface="Calibri"/>
              </a:rPr>
              <a:t>hằng</a:t>
            </a:r>
            <a:r>
              <a:rPr sz="3200" b="1" spc="-25" dirty="0">
                <a:latin typeface="Calibri"/>
                <a:cs typeface="Calibri"/>
              </a:rPr>
              <a:t> </a:t>
            </a:r>
            <a:r>
              <a:rPr sz="3200" b="1" spc="-20" dirty="0">
                <a:latin typeface="Calibri"/>
                <a:cs typeface="Calibri"/>
              </a:rPr>
              <a:t>sai:</a:t>
            </a:r>
            <a:endParaRPr sz="3200">
              <a:latin typeface="Calibri"/>
              <a:cs typeface="Calibri"/>
            </a:endParaRPr>
          </a:p>
          <a:p>
            <a:pPr marL="938530" lvl="2" indent="-925830">
              <a:lnSpc>
                <a:spcPct val="100000"/>
              </a:lnSpc>
              <a:spcBef>
                <a:spcPts val="770"/>
              </a:spcBef>
              <a:buAutoNum type="arabicPeriod"/>
              <a:tabLst>
                <a:tab pos="938530" algn="l"/>
              </a:tabLst>
            </a:pPr>
            <a:r>
              <a:rPr sz="3200" b="1" dirty="0">
                <a:latin typeface="Calibri"/>
                <a:cs typeface="Calibri"/>
              </a:rPr>
              <a:t>Định </a:t>
            </a:r>
            <a:r>
              <a:rPr sz="3200" b="1" spc="-10" dirty="0">
                <a:latin typeface="Calibri"/>
                <a:cs typeface="Calibri"/>
              </a:rPr>
              <a:t>nghĩa:</a:t>
            </a:r>
            <a:endParaRPr sz="3200">
              <a:latin typeface="Calibri"/>
              <a:cs typeface="Calibri"/>
            </a:endParaRPr>
          </a:p>
          <a:p>
            <a:pPr marL="469900" marR="5080" lvl="3" indent="-457834">
              <a:lnSpc>
                <a:spcPct val="100000"/>
              </a:lnSpc>
              <a:spcBef>
                <a:spcPts val="770"/>
              </a:spcBef>
              <a:buChar char="-"/>
              <a:tabLst>
                <a:tab pos="469900" algn="l"/>
              </a:tabLst>
            </a:pPr>
            <a:r>
              <a:rPr sz="3200" dirty="0">
                <a:latin typeface="Calibri"/>
                <a:cs typeface="Calibri"/>
              </a:rPr>
              <a:t>Hằng</a:t>
            </a:r>
            <a:r>
              <a:rPr sz="3200" spc="-35" dirty="0">
                <a:latin typeface="Calibri"/>
                <a:cs typeface="Calibri"/>
              </a:rPr>
              <a:t> </a:t>
            </a:r>
            <a:r>
              <a:rPr sz="3200" dirty="0">
                <a:latin typeface="Calibri"/>
                <a:cs typeface="Calibri"/>
              </a:rPr>
              <a:t>đúng</a:t>
            </a:r>
            <a:r>
              <a:rPr sz="3200" spc="-40" dirty="0">
                <a:latin typeface="Calibri"/>
                <a:cs typeface="Calibri"/>
              </a:rPr>
              <a:t> </a:t>
            </a:r>
            <a:r>
              <a:rPr sz="3200" dirty="0">
                <a:latin typeface="Calibri"/>
                <a:cs typeface="Calibri"/>
              </a:rPr>
              <a:t>là</a:t>
            </a:r>
            <a:r>
              <a:rPr sz="3200" spc="-40" dirty="0">
                <a:latin typeface="Calibri"/>
                <a:cs typeface="Calibri"/>
              </a:rPr>
              <a:t> </a:t>
            </a:r>
            <a:r>
              <a:rPr sz="3200" dirty="0">
                <a:latin typeface="Calibri"/>
                <a:cs typeface="Calibri"/>
              </a:rPr>
              <a:t>dạng</a:t>
            </a:r>
            <a:r>
              <a:rPr sz="3200" spc="-25" dirty="0">
                <a:latin typeface="Calibri"/>
                <a:cs typeface="Calibri"/>
              </a:rPr>
              <a:t> </a:t>
            </a:r>
            <a:r>
              <a:rPr sz="3200" dirty="0">
                <a:latin typeface="Calibri"/>
                <a:cs typeface="Calibri"/>
              </a:rPr>
              <a:t>mệnh</a:t>
            </a:r>
            <a:r>
              <a:rPr sz="3200" spc="-35" dirty="0">
                <a:latin typeface="Calibri"/>
                <a:cs typeface="Calibri"/>
              </a:rPr>
              <a:t> </a:t>
            </a:r>
            <a:r>
              <a:rPr sz="3200" dirty="0">
                <a:latin typeface="Calibri"/>
                <a:cs typeface="Calibri"/>
              </a:rPr>
              <a:t>đề</a:t>
            </a:r>
            <a:r>
              <a:rPr sz="3200" spc="-60" dirty="0">
                <a:latin typeface="Calibri"/>
                <a:cs typeface="Calibri"/>
              </a:rPr>
              <a:t> </a:t>
            </a:r>
            <a:r>
              <a:rPr sz="3200" dirty="0">
                <a:latin typeface="Calibri"/>
                <a:cs typeface="Calibri"/>
              </a:rPr>
              <a:t>luôn</a:t>
            </a:r>
            <a:r>
              <a:rPr sz="3200" spc="-35" dirty="0">
                <a:latin typeface="Calibri"/>
                <a:cs typeface="Calibri"/>
              </a:rPr>
              <a:t> </a:t>
            </a:r>
            <a:r>
              <a:rPr sz="3200" dirty="0">
                <a:latin typeface="Calibri"/>
                <a:cs typeface="Calibri"/>
              </a:rPr>
              <a:t>cho</a:t>
            </a:r>
            <a:r>
              <a:rPr sz="3200" spc="-40" dirty="0">
                <a:latin typeface="Calibri"/>
                <a:cs typeface="Calibri"/>
              </a:rPr>
              <a:t> </a:t>
            </a:r>
            <a:r>
              <a:rPr sz="3200" dirty="0">
                <a:latin typeface="Calibri"/>
                <a:cs typeface="Calibri"/>
              </a:rPr>
              <a:t>chân</a:t>
            </a:r>
            <a:r>
              <a:rPr sz="3200" spc="-35" dirty="0">
                <a:latin typeface="Calibri"/>
                <a:cs typeface="Calibri"/>
              </a:rPr>
              <a:t> </a:t>
            </a:r>
            <a:r>
              <a:rPr sz="3200" spc="-25" dirty="0">
                <a:latin typeface="Calibri"/>
                <a:cs typeface="Calibri"/>
              </a:rPr>
              <a:t>trị </a:t>
            </a:r>
            <a:r>
              <a:rPr sz="3200" spc="-10" dirty="0">
                <a:latin typeface="Calibri"/>
                <a:cs typeface="Calibri"/>
              </a:rPr>
              <a:t>đúng.</a:t>
            </a:r>
            <a:endParaRPr sz="3200">
              <a:latin typeface="Calibri"/>
              <a:cs typeface="Calibri"/>
            </a:endParaRPr>
          </a:p>
          <a:p>
            <a:pPr marL="469900" marR="305435" lvl="3" indent="-457834">
              <a:lnSpc>
                <a:spcPct val="100000"/>
              </a:lnSpc>
              <a:spcBef>
                <a:spcPts val="770"/>
              </a:spcBef>
              <a:buChar char="-"/>
              <a:tabLst>
                <a:tab pos="469900" algn="l"/>
              </a:tabLst>
            </a:pPr>
            <a:r>
              <a:rPr sz="3200" dirty="0">
                <a:latin typeface="Calibri"/>
                <a:cs typeface="Calibri"/>
              </a:rPr>
              <a:t>Hằng</a:t>
            </a:r>
            <a:r>
              <a:rPr sz="3200" spc="-50" dirty="0">
                <a:latin typeface="Calibri"/>
                <a:cs typeface="Calibri"/>
              </a:rPr>
              <a:t> </a:t>
            </a:r>
            <a:r>
              <a:rPr sz="3200" dirty="0">
                <a:latin typeface="Calibri"/>
                <a:cs typeface="Calibri"/>
              </a:rPr>
              <a:t>sai</a:t>
            </a:r>
            <a:r>
              <a:rPr sz="3200" spc="-60" dirty="0">
                <a:latin typeface="Calibri"/>
                <a:cs typeface="Calibri"/>
              </a:rPr>
              <a:t> </a:t>
            </a:r>
            <a:r>
              <a:rPr sz="3200" dirty="0">
                <a:latin typeface="Calibri"/>
                <a:cs typeface="Calibri"/>
              </a:rPr>
              <a:t>(mâu</a:t>
            </a:r>
            <a:r>
              <a:rPr sz="3200" spc="-50" dirty="0">
                <a:latin typeface="Calibri"/>
                <a:cs typeface="Calibri"/>
              </a:rPr>
              <a:t> </a:t>
            </a:r>
            <a:r>
              <a:rPr sz="3200" dirty="0">
                <a:latin typeface="Calibri"/>
                <a:cs typeface="Calibri"/>
              </a:rPr>
              <a:t>thuẫn)</a:t>
            </a:r>
            <a:r>
              <a:rPr sz="3200" spc="-35" dirty="0">
                <a:latin typeface="Calibri"/>
                <a:cs typeface="Calibri"/>
              </a:rPr>
              <a:t> </a:t>
            </a:r>
            <a:r>
              <a:rPr sz="3200" dirty="0">
                <a:latin typeface="Calibri"/>
                <a:cs typeface="Calibri"/>
              </a:rPr>
              <a:t>là</a:t>
            </a:r>
            <a:r>
              <a:rPr sz="3200" spc="-60" dirty="0">
                <a:latin typeface="Calibri"/>
                <a:cs typeface="Calibri"/>
              </a:rPr>
              <a:t> </a:t>
            </a:r>
            <a:r>
              <a:rPr sz="3200" dirty="0">
                <a:latin typeface="Calibri"/>
                <a:cs typeface="Calibri"/>
              </a:rPr>
              <a:t>dạng</a:t>
            </a:r>
            <a:r>
              <a:rPr sz="3200" spc="-45" dirty="0">
                <a:latin typeface="Calibri"/>
                <a:cs typeface="Calibri"/>
              </a:rPr>
              <a:t> </a:t>
            </a:r>
            <a:r>
              <a:rPr sz="3200" dirty="0">
                <a:latin typeface="Calibri"/>
                <a:cs typeface="Calibri"/>
              </a:rPr>
              <a:t>mệnh</a:t>
            </a:r>
            <a:r>
              <a:rPr sz="3200" spc="-55" dirty="0">
                <a:latin typeface="Calibri"/>
                <a:cs typeface="Calibri"/>
              </a:rPr>
              <a:t> </a:t>
            </a:r>
            <a:r>
              <a:rPr sz="3200" dirty="0">
                <a:latin typeface="Calibri"/>
                <a:cs typeface="Calibri"/>
              </a:rPr>
              <a:t>đề</a:t>
            </a:r>
            <a:r>
              <a:rPr sz="3200" spc="-75" dirty="0">
                <a:latin typeface="Calibri"/>
                <a:cs typeface="Calibri"/>
              </a:rPr>
              <a:t> </a:t>
            </a:r>
            <a:r>
              <a:rPr sz="3200" spc="-20" dirty="0">
                <a:latin typeface="Calibri"/>
                <a:cs typeface="Calibri"/>
              </a:rPr>
              <a:t>luôn </a:t>
            </a:r>
            <a:r>
              <a:rPr sz="3200" dirty="0">
                <a:latin typeface="Calibri"/>
                <a:cs typeface="Calibri"/>
              </a:rPr>
              <a:t>cho</a:t>
            </a:r>
            <a:r>
              <a:rPr sz="3200" spc="-25" dirty="0">
                <a:latin typeface="Calibri"/>
                <a:cs typeface="Calibri"/>
              </a:rPr>
              <a:t> </a:t>
            </a:r>
            <a:r>
              <a:rPr sz="3200" dirty="0">
                <a:latin typeface="Calibri"/>
                <a:cs typeface="Calibri"/>
              </a:rPr>
              <a:t>chân</a:t>
            </a:r>
            <a:r>
              <a:rPr sz="3200" spc="-20" dirty="0">
                <a:latin typeface="Calibri"/>
                <a:cs typeface="Calibri"/>
              </a:rPr>
              <a:t> </a:t>
            </a:r>
            <a:r>
              <a:rPr sz="3200" dirty="0">
                <a:latin typeface="Calibri"/>
                <a:cs typeface="Calibri"/>
              </a:rPr>
              <a:t>trị</a:t>
            </a:r>
            <a:r>
              <a:rPr sz="3200" spc="-20" dirty="0">
                <a:latin typeface="Calibri"/>
                <a:cs typeface="Calibri"/>
              </a:rPr>
              <a:t> sai.</a:t>
            </a:r>
            <a:endParaRPr sz="3200">
              <a:latin typeface="Calibri"/>
              <a:cs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135164"/>
            <a:ext cx="4848860" cy="1203325"/>
          </a:xfrm>
          <a:prstGeom prst="rect">
            <a:avLst/>
          </a:prstGeom>
        </p:spPr>
        <p:txBody>
          <a:bodyPr vert="horz" wrap="square" lIns="0" tIns="113664" rIns="0" bIns="0" rtlCol="0">
            <a:spAutoFit/>
          </a:bodyPr>
          <a:lstStyle/>
          <a:p>
            <a:pPr marL="12700">
              <a:lnSpc>
                <a:spcPct val="100000"/>
              </a:lnSpc>
              <a:spcBef>
                <a:spcPts val="894"/>
              </a:spcBef>
            </a:pPr>
            <a:r>
              <a:rPr sz="3200" b="1" dirty="0">
                <a:latin typeface="Calibri"/>
                <a:cs typeface="Calibri"/>
              </a:rPr>
              <a:t>Ví</a:t>
            </a:r>
            <a:r>
              <a:rPr sz="3200" b="1" spc="-15" dirty="0">
                <a:latin typeface="Calibri"/>
                <a:cs typeface="Calibri"/>
              </a:rPr>
              <a:t> </a:t>
            </a:r>
            <a:r>
              <a:rPr sz="3200" b="1" dirty="0">
                <a:latin typeface="Calibri"/>
                <a:cs typeface="Calibri"/>
              </a:rPr>
              <a:t>dụ</a:t>
            </a:r>
            <a:r>
              <a:rPr sz="3200" b="1" spc="-15" dirty="0">
                <a:latin typeface="Calibri"/>
                <a:cs typeface="Calibri"/>
              </a:rPr>
              <a:t> </a:t>
            </a:r>
            <a:r>
              <a:rPr sz="3200" b="1" spc="-50" dirty="0">
                <a:latin typeface="Calibri"/>
                <a:cs typeface="Calibri"/>
              </a:rPr>
              <a:t>:</a:t>
            </a:r>
            <a:endParaRPr sz="3200">
              <a:latin typeface="Calibri"/>
              <a:cs typeface="Calibri"/>
            </a:endParaRPr>
          </a:p>
          <a:p>
            <a:pPr marL="12700">
              <a:lnSpc>
                <a:spcPct val="100000"/>
              </a:lnSpc>
              <a:spcBef>
                <a:spcPts val="795"/>
              </a:spcBef>
              <a:tabLst>
                <a:tab pos="514984" algn="l"/>
              </a:tabLst>
            </a:pPr>
            <a:r>
              <a:rPr sz="3200" spc="-25" dirty="0">
                <a:latin typeface="Calibri"/>
                <a:cs typeface="Calibri"/>
              </a:rPr>
              <a:t>a)</a:t>
            </a:r>
            <a:r>
              <a:rPr sz="3200" dirty="0">
                <a:latin typeface="Calibri"/>
                <a:cs typeface="Calibri"/>
              </a:rPr>
              <a:t>	E(p,</a:t>
            </a:r>
            <a:r>
              <a:rPr sz="3200" spc="-35" dirty="0">
                <a:latin typeface="Calibri"/>
                <a:cs typeface="Calibri"/>
              </a:rPr>
              <a:t> </a:t>
            </a:r>
            <a:r>
              <a:rPr sz="3200" dirty="0">
                <a:latin typeface="Calibri"/>
                <a:cs typeface="Calibri"/>
              </a:rPr>
              <a:t>q)</a:t>
            </a:r>
            <a:r>
              <a:rPr sz="3200" spc="-20" dirty="0">
                <a:latin typeface="Calibri"/>
                <a:cs typeface="Calibri"/>
              </a:rPr>
              <a:t> </a:t>
            </a:r>
            <a:r>
              <a:rPr sz="3200" dirty="0">
                <a:latin typeface="Calibri"/>
                <a:cs typeface="Calibri"/>
              </a:rPr>
              <a:t>=</a:t>
            </a:r>
            <a:r>
              <a:rPr sz="3200" spc="-35" dirty="0">
                <a:latin typeface="Calibri"/>
                <a:cs typeface="Calibri"/>
              </a:rPr>
              <a:t> </a:t>
            </a:r>
            <a:r>
              <a:rPr sz="3200" dirty="0">
                <a:latin typeface="Calibri"/>
                <a:cs typeface="Calibri"/>
              </a:rPr>
              <a:t>[(p</a:t>
            </a:r>
            <a:r>
              <a:rPr sz="3200" spc="-15" dirty="0">
                <a:latin typeface="Calibri"/>
                <a:cs typeface="Calibri"/>
              </a:rPr>
              <a:t> </a:t>
            </a:r>
            <a:r>
              <a:rPr sz="3200" dirty="0">
                <a:latin typeface="Symbol"/>
                <a:cs typeface="Symbol"/>
              </a:rPr>
              <a:t></a:t>
            </a:r>
            <a:r>
              <a:rPr sz="3200" dirty="0">
                <a:latin typeface="Calibri"/>
                <a:cs typeface="Calibri"/>
              </a:rPr>
              <a:t>q)</a:t>
            </a:r>
            <a:r>
              <a:rPr sz="3200" spc="-20" dirty="0">
                <a:latin typeface="Calibri"/>
                <a:cs typeface="Calibri"/>
              </a:rPr>
              <a:t> </a:t>
            </a:r>
            <a:r>
              <a:rPr sz="3200" dirty="0">
                <a:latin typeface="Symbol"/>
                <a:cs typeface="Symbol"/>
              </a:rPr>
              <a:t></a:t>
            </a:r>
            <a:r>
              <a:rPr sz="3200" spc="-120" dirty="0">
                <a:latin typeface="Times New Roman"/>
                <a:cs typeface="Times New Roman"/>
              </a:rPr>
              <a:t> </a:t>
            </a:r>
            <a:r>
              <a:rPr sz="3200" dirty="0">
                <a:latin typeface="Calibri"/>
                <a:cs typeface="Calibri"/>
              </a:rPr>
              <a:t>p]</a:t>
            </a:r>
            <a:r>
              <a:rPr sz="3200" spc="-30" dirty="0">
                <a:latin typeface="Calibri"/>
                <a:cs typeface="Calibri"/>
              </a:rPr>
              <a:t> </a:t>
            </a:r>
            <a:r>
              <a:rPr sz="3200" dirty="0">
                <a:latin typeface="Symbol"/>
                <a:cs typeface="Symbol"/>
              </a:rPr>
              <a:t></a:t>
            </a:r>
            <a:r>
              <a:rPr sz="3200" spc="-110" dirty="0">
                <a:latin typeface="Times New Roman"/>
                <a:cs typeface="Times New Roman"/>
              </a:rPr>
              <a:t> </a:t>
            </a:r>
            <a:r>
              <a:rPr sz="3200" spc="-50" dirty="0">
                <a:latin typeface="Calibri"/>
                <a:cs typeface="Calibri"/>
              </a:rPr>
              <a:t>q</a:t>
            </a:r>
            <a:endParaRPr sz="3200">
              <a:latin typeface="Calibri"/>
              <a:cs typeface="Calibri"/>
            </a:endParaRPr>
          </a:p>
        </p:txBody>
      </p:sp>
      <p:sp>
        <p:nvSpPr>
          <p:cNvPr id="3" name="object 3"/>
          <p:cNvSpPr txBox="1"/>
          <p:nvPr/>
        </p:nvSpPr>
        <p:spPr>
          <a:xfrm>
            <a:off x="383540" y="3750945"/>
            <a:ext cx="2651125" cy="513715"/>
          </a:xfrm>
          <a:prstGeom prst="rect">
            <a:avLst/>
          </a:prstGeom>
        </p:spPr>
        <p:txBody>
          <a:bodyPr vert="horz" wrap="square" lIns="0" tIns="12700" rIns="0" bIns="0" rtlCol="0">
            <a:spAutoFit/>
          </a:bodyPr>
          <a:lstStyle/>
          <a:p>
            <a:pPr marL="12700">
              <a:lnSpc>
                <a:spcPct val="100000"/>
              </a:lnSpc>
              <a:spcBef>
                <a:spcPts val="100"/>
              </a:spcBef>
            </a:pPr>
            <a:r>
              <a:rPr sz="3200" dirty="0">
                <a:latin typeface="Calibri"/>
                <a:cs typeface="Calibri"/>
              </a:rPr>
              <a:t>b)</a:t>
            </a:r>
            <a:r>
              <a:rPr sz="3200" spc="-30" dirty="0">
                <a:latin typeface="Calibri"/>
                <a:cs typeface="Calibri"/>
              </a:rPr>
              <a:t> </a:t>
            </a:r>
            <a:r>
              <a:rPr sz="3200" dirty="0">
                <a:latin typeface="Calibri"/>
                <a:cs typeface="Calibri"/>
              </a:rPr>
              <a:t>E(p)</a:t>
            </a:r>
            <a:r>
              <a:rPr sz="3200" spc="-10"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p</a:t>
            </a:r>
            <a:r>
              <a:rPr sz="3200" spc="-15" dirty="0">
                <a:latin typeface="Calibri"/>
                <a:cs typeface="Calibri"/>
              </a:rPr>
              <a:t> </a:t>
            </a:r>
            <a:r>
              <a:rPr sz="3200" dirty="0">
                <a:latin typeface="Symbol"/>
                <a:cs typeface="Symbol"/>
              </a:rPr>
              <a:t></a:t>
            </a:r>
            <a:r>
              <a:rPr sz="3200" spc="-110" dirty="0">
                <a:latin typeface="Times New Roman"/>
                <a:cs typeface="Times New Roman"/>
              </a:rPr>
              <a:t> </a:t>
            </a:r>
            <a:r>
              <a:rPr sz="3200" spc="-25" dirty="0">
                <a:latin typeface="Symbol"/>
                <a:cs typeface="Symbol"/>
              </a:rPr>
              <a:t></a:t>
            </a:r>
            <a:r>
              <a:rPr sz="3200" spc="-25" dirty="0">
                <a:latin typeface="Calibri"/>
                <a:cs typeface="Calibri"/>
              </a:rPr>
              <a:t>p</a:t>
            </a:r>
            <a:endParaRPr sz="3200">
              <a:latin typeface="Calibri"/>
              <a:cs typeface="Calibri"/>
            </a:endParaRPr>
          </a:p>
        </p:txBody>
      </p:sp>
      <p:graphicFrame>
        <p:nvGraphicFramePr>
          <p:cNvPr id="4" name="object 4"/>
          <p:cNvGraphicFramePr>
            <a:graphicFrameLocks noGrp="1"/>
          </p:cNvGraphicFramePr>
          <p:nvPr/>
        </p:nvGraphicFramePr>
        <p:xfrm>
          <a:off x="1670050" y="1797050"/>
          <a:ext cx="4813300" cy="1851660"/>
        </p:xfrm>
        <a:graphic>
          <a:graphicData uri="http://schemas.openxmlformats.org/drawingml/2006/table">
            <a:tbl>
              <a:tblPr firstRow="1" bandRow="1">
                <a:tableStyleId>{2D5ABB26-0587-4C30-8999-92F81FD0307C}</a:tableStyleId>
              </a:tblPr>
              <a:tblGrid>
                <a:gridCol w="599440">
                  <a:extLst>
                    <a:ext uri="{9D8B030D-6E8A-4147-A177-3AD203B41FA5}">
                      <a16:colId xmlns:a16="http://schemas.microsoft.com/office/drawing/2014/main" val="20000"/>
                    </a:ext>
                  </a:extLst>
                </a:gridCol>
                <a:gridCol w="599440">
                  <a:extLst>
                    <a:ext uri="{9D8B030D-6E8A-4147-A177-3AD203B41FA5}">
                      <a16:colId xmlns:a16="http://schemas.microsoft.com/office/drawing/2014/main" val="20001"/>
                    </a:ext>
                  </a:extLst>
                </a:gridCol>
                <a:gridCol w="969009">
                  <a:extLst>
                    <a:ext uri="{9D8B030D-6E8A-4147-A177-3AD203B41FA5}">
                      <a16:colId xmlns:a16="http://schemas.microsoft.com/office/drawing/2014/main" val="20002"/>
                    </a:ext>
                  </a:extLst>
                </a:gridCol>
                <a:gridCol w="1261110">
                  <a:extLst>
                    <a:ext uri="{9D8B030D-6E8A-4147-A177-3AD203B41FA5}">
                      <a16:colId xmlns:a16="http://schemas.microsoft.com/office/drawing/2014/main" val="20003"/>
                    </a:ext>
                  </a:extLst>
                </a:gridCol>
                <a:gridCol w="1295400">
                  <a:extLst>
                    <a:ext uri="{9D8B030D-6E8A-4147-A177-3AD203B41FA5}">
                      <a16:colId xmlns:a16="http://schemas.microsoft.com/office/drawing/2014/main" val="20004"/>
                    </a:ext>
                  </a:extLst>
                </a:gridCol>
              </a:tblGrid>
              <a:tr h="370205">
                <a:tc>
                  <a:txBody>
                    <a:bodyPr/>
                    <a:lstStyle/>
                    <a:p>
                      <a:pPr algn="ctr">
                        <a:lnSpc>
                          <a:spcPct val="100000"/>
                        </a:lnSpc>
                        <a:spcBef>
                          <a:spcPts val="240"/>
                        </a:spcBef>
                      </a:pPr>
                      <a:r>
                        <a:rPr sz="1800" b="1" spc="-50" dirty="0">
                          <a:solidFill>
                            <a:srgbClr val="FF0000"/>
                          </a:solidFill>
                          <a:latin typeface="Calibri"/>
                          <a:cs typeface="Calibri"/>
                        </a:rPr>
                        <a:t>p</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0"/>
                        </a:spcBef>
                      </a:pPr>
                      <a:r>
                        <a:rPr sz="1800" b="1" spc="-50" dirty="0">
                          <a:solidFill>
                            <a:srgbClr val="FF0000"/>
                          </a:solidFill>
                          <a:latin typeface="Calibri"/>
                          <a:cs typeface="Calibri"/>
                        </a:rPr>
                        <a:t>q</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65"/>
                        </a:spcBef>
                      </a:pPr>
                      <a:r>
                        <a:rPr sz="1800" dirty="0">
                          <a:latin typeface="Calibri"/>
                          <a:cs typeface="Calibri"/>
                        </a:rPr>
                        <a:t>p</a:t>
                      </a:r>
                      <a:r>
                        <a:rPr sz="1800" spc="5" dirty="0">
                          <a:latin typeface="Calibri"/>
                          <a:cs typeface="Calibri"/>
                        </a:rPr>
                        <a:t> </a:t>
                      </a:r>
                      <a:r>
                        <a:rPr sz="1800" spc="-35" dirty="0">
                          <a:latin typeface="Symbol"/>
                          <a:cs typeface="Symbol"/>
                        </a:rPr>
                        <a:t></a:t>
                      </a:r>
                      <a:r>
                        <a:rPr sz="1800" spc="-35" dirty="0">
                          <a:latin typeface="Calibri"/>
                          <a:cs typeface="Calibri"/>
                        </a:rPr>
                        <a:t>q</a:t>
                      </a:r>
                      <a:endParaRPr sz="1800">
                        <a:latin typeface="Calibri"/>
                        <a:cs typeface="Calibri"/>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265"/>
                        </a:spcBef>
                      </a:pPr>
                      <a:r>
                        <a:rPr sz="1800" dirty="0">
                          <a:latin typeface="Calibri"/>
                          <a:cs typeface="Calibri"/>
                        </a:rPr>
                        <a:t>(p</a:t>
                      </a:r>
                      <a:r>
                        <a:rPr sz="1800" spc="-10" dirty="0">
                          <a:latin typeface="Calibri"/>
                          <a:cs typeface="Calibri"/>
                        </a:rPr>
                        <a:t> </a:t>
                      </a:r>
                      <a:r>
                        <a:rPr sz="1800" dirty="0">
                          <a:latin typeface="Symbol"/>
                          <a:cs typeface="Symbol"/>
                        </a:rPr>
                        <a:t></a:t>
                      </a:r>
                      <a:r>
                        <a:rPr sz="1800" dirty="0">
                          <a:latin typeface="Calibri"/>
                          <a:cs typeface="Calibri"/>
                        </a:rPr>
                        <a:t>q) </a:t>
                      </a:r>
                      <a:r>
                        <a:rPr sz="1800" dirty="0">
                          <a:latin typeface="Symbol"/>
                          <a:cs typeface="Symbol"/>
                        </a:rPr>
                        <a:t></a:t>
                      </a:r>
                      <a:r>
                        <a:rPr sz="1800" spc="-55" dirty="0">
                          <a:latin typeface="Times New Roman"/>
                          <a:cs typeface="Times New Roman"/>
                        </a:rPr>
                        <a:t> </a:t>
                      </a:r>
                      <a:r>
                        <a:rPr sz="1800" spc="-50" dirty="0">
                          <a:latin typeface="Calibri"/>
                          <a:cs typeface="Calibri"/>
                        </a:rPr>
                        <a:t>p</a:t>
                      </a:r>
                      <a:endParaRPr sz="1800">
                        <a:latin typeface="Calibri"/>
                        <a:cs typeface="Calibri"/>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240"/>
                        </a:spcBef>
                      </a:pPr>
                      <a:r>
                        <a:rPr sz="1800" b="1" dirty="0">
                          <a:solidFill>
                            <a:srgbClr val="FF0000"/>
                          </a:solidFill>
                          <a:latin typeface="Calibri"/>
                          <a:cs typeface="Calibri"/>
                        </a:rPr>
                        <a:t>E(p,</a:t>
                      </a:r>
                      <a:r>
                        <a:rPr sz="1800" b="1" spc="-5" dirty="0">
                          <a:solidFill>
                            <a:srgbClr val="FF0000"/>
                          </a:solidFill>
                          <a:latin typeface="Calibri"/>
                          <a:cs typeface="Calibri"/>
                        </a:rPr>
                        <a:t> </a:t>
                      </a:r>
                      <a:r>
                        <a:rPr sz="1800" b="1" spc="-25" dirty="0">
                          <a:solidFill>
                            <a:srgbClr val="FF0000"/>
                          </a:solidFill>
                          <a:latin typeface="Calibri"/>
                          <a:cs typeface="Calibri"/>
                        </a:rPr>
                        <a:t>q)</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0205">
                <a:tc>
                  <a:txBody>
                    <a:bodyPr/>
                    <a:lstStyle/>
                    <a:p>
                      <a:pPr algn="ctr">
                        <a:lnSpc>
                          <a:spcPct val="100000"/>
                        </a:lnSpc>
                        <a:spcBef>
                          <a:spcPts val="244"/>
                        </a:spcBef>
                      </a:pPr>
                      <a:r>
                        <a:rPr sz="1800" spc="-50" dirty="0">
                          <a:latin typeface="Calibri"/>
                          <a:cs typeface="Calibri"/>
                        </a:rPr>
                        <a:t>1</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4"/>
                        </a:spcBef>
                      </a:pPr>
                      <a:r>
                        <a:rPr sz="1800" spc="-50" dirty="0">
                          <a:latin typeface="Calibri"/>
                          <a:cs typeface="Calibri"/>
                        </a:rPr>
                        <a:t>1</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244"/>
                        </a:spcBef>
                      </a:pPr>
                      <a:r>
                        <a:rPr sz="1800" spc="-50" dirty="0">
                          <a:latin typeface="Calibri"/>
                          <a:cs typeface="Calibri"/>
                        </a:rPr>
                        <a:t>1</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4"/>
                        </a:spcBef>
                      </a:pPr>
                      <a:r>
                        <a:rPr sz="1800" spc="-50" dirty="0">
                          <a:latin typeface="Calibri"/>
                          <a:cs typeface="Calibri"/>
                        </a:rPr>
                        <a:t>1</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4"/>
                        </a:spcBef>
                      </a:pPr>
                      <a:r>
                        <a:rPr sz="1800" b="1" spc="-50" dirty="0">
                          <a:solidFill>
                            <a:srgbClr val="FF0000"/>
                          </a:solidFill>
                          <a:latin typeface="Calibri"/>
                          <a:cs typeface="Calibri"/>
                        </a:rPr>
                        <a:t>1</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840">
                <a:tc>
                  <a:txBody>
                    <a:bodyPr/>
                    <a:lstStyle/>
                    <a:p>
                      <a:pPr algn="ctr">
                        <a:lnSpc>
                          <a:spcPct val="100000"/>
                        </a:lnSpc>
                        <a:spcBef>
                          <a:spcPts val="245"/>
                        </a:spcBef>
                      </a:pPr>
                      <a:r>
                        <a:rPr sz="1800"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b="1" spc="-50" dirty="0">
                          <a:solidFill>
                            <a:srgbClr val="FF0000"/>
                          </a:solidFill>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70205">
                <a:tc>
                  <a:txBody>
                    <a:bodyPr/>
                    <a:lstStyle/>
                    <a:p>
                      <a:pPr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245"/>
                        </a:spcBef>
                      </a:pPr>
                      <a:r>
                        <a:rPr sz="1800"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b="1" spc="-50" dirty="0">
                          <a:solidFill>
                            <a:srgbClr val="FF0000"/>
                          </a:solidFill>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70205">
                <a:tc>
                  <a:txBody>
                    <a:bodyPr/>
                    <a:lstStyle/>
                    <a:p>
                      <a:pPr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245"/>
                        </a:spcBef>
                      </a:pPr>
                      <a:r>
                        <a:rPr sz="1800"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b="1" spc="-50" dirty="0">
                          <a:solidFill>
                            <a:srgbClr val="FF0000"/>
                          </a:solidFill>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bl>
          </a:graphicData>
        </a:graphic>
      </p:graphicFrame>
      <p:graphicFrame>
        <p:nvGraphicFramePr>
          <p:cNvPr id="5" name="object 5"/>
          <p:cNvGraphicFramePr>
            <a:graphicFrameLocks noGrp="1"/>
          </p:cNvGraphicFramePr>
          <p:nvPr/>
        </p:nvGraphicFramePr>
        <p:xfrm>
          <a:off x="1822450" y="4489450"/>
          <a:ext cx="2583180" cy="1111250"/>
        </p:xfrm>
        <a:graphic>
          <a:graphicData uri="http://schemas.openxmlformats.org/drawingml/2006/table">
            <a:tbl>
              <a:tblPr firstRow="1" bandRow="1">
                <a:tableStyleId>{2D5ABB26-0587-4C30-8999-92F81FD0307C}</a:tableStyleId>
              </a:tblPr>
              <a:tblGrid>
                <a:gridCol w="599440">
                  <a:extLst>
                    <a:ext uri="{9D8B030D-6E8A-4147-A177-3AD203B41FA5}">
                      <a16:colId xmlns:a16="http://schemas.microsoft.com/office/drawing/2014/main" val="20000"/>
                    </a:ext>
                  </a:extLst>
                </a:gridCol>
                <a:gridCol w="59944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tblGrid>
              <a:tr h="370205">
                <a:tc>
                  <a:txBody>
                    <a:bodyPr/>
                    <a:lstStyle/>
                    <a:p>
                      <a:pPr algn="ctr">
                        <a:lnSpc>
                          <a:spcPct val="100000"/>
                        </a:lnSpc>
                        <a:spcBef>
                          <a:spcPts val="245"/>
                        </a:spcBef>
                      </a:pPr>
                      <a:r>
                        <a:rPr sz="1800" b="1" spc="-50" dirty="0">
                          <a:solidFill>
                            <a:srgbClr val="FF0000"/>
                          </a:solidFill>
                          <a:latin typeface="Calibri"/>
                          <a:cs typeface="Calibri"/>
                        </a:rPr>
                        <a:t>p</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70"/>
                        </a:spcBef>
                      </a:pPr>
                      <a:r>
                        <a:rPr sz="1800" spc="-25" dirty="0">
                          <a:latin typeface="Symbol"/>
                          <a:cs typeface="Symbol"/>
                        </a:rPr>
                        <a:t></a:t>
                      </a:r>
                      <a:r>
                        <a:rPr sz="1800" spc="-25" dirty="0">
                          <a:latin typeface="Calibri"/>
                          <a:cs typeface="Calibri"/>
                        </a:rPr>
                        <a:t>p</a:t>
                      </a:r>
                      <a:endParaRPr sz="1800">
                        <a:latin typeface="Calibri"/>
                        <a:cs typeface="Calibri"/>
                      </a:endParaRPr>
                    </a:p>
                  </a:txBody>
                  <a:tcPr marL="0" marR="0" marT="342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b="1" spc="-20" dirty="0">
                          <a:solidFill>
                            <a:srgbClr val="FF0000"/>
                          </a:solidFill>
                          <a:latin typeface="Calibri"/>
                          <a:cs typeface="Calibri"/>
                        </a:rPr>
                        <a:t>E(p)</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0840">
                <a:tc>
                  <a:txBody>
                    <a:bodyPr/>
                    <a:lstStyle/>
                    <a:p>
                      <a:pPr algn="ctr">
                        <a:lnSpc>
                          <a:spcPct val="100000"/>
                        </a:lnSpc>
                        <a:spcBef>
                          <a:spcPts val="245"/>
                        </a:spcBef>
                      </a:pPr>
                      <a:r>
                        <a:rPr sz="1800"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b="1" spc="-50" dirty="0">
                          <a:solidFill>
                            <a:srgbClr val="FF0000"/>
                          </a:solidFill>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205">
                <a:tc>
                  <a:txBody>
                    <a:bodyPr/>
                    <a:lstStyle/>
                    <a:p>
                      <a:pPr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b="1" spc="-50" dirty="0">
                          <a:solidFill>
                            <a:srgbClr val="FF0000"/>
                          </a:solidFill>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135164"/>
            <a:ext cx="2917825" cy="1203325"/>
          </a:xfrm>
          <a:prstGeom prst="rect">
            <a:avLst/>
          </a:prstGeom>
        </p:spPr>
        <p:txBody>
          <a:bodyPr vert="horz" wrap="square" lIns="0" tIns="113664" rIns="0" bIns="0" rtlCol="0">
            <a:spAutoFit/>
          </a:bodyPr>
          <a:lstStyle/>
          <a:p>
            <a:pPr marL="12700">
              <a:lnSpc>
                <a:spcPct val="100000"/>
              </a:lnSpc>
              <a:spcBef>
                <a:spcPts val="894"/>
              </a:spcBef>
            </a:pPr>
            <a:r>
              <a:rPr sz="3200" b="1" dirty="0">
                <a:latin typeface="Calibri"/>
                <a:cs typeface="Calibri"/>
              </a:rPr>
              <a:t>Ví</a:t>
            </a:r>
            <a:r>
              <a:rPr sz="3200" b="1" spc="-15" dirty="0">
                <a:latin typeface="Calibri"/>
                <a:cs typeface="Calibri"/>
              </a:rPr>
              <a:t> </a:t>
            </a:r>
            <a:r>
              <a:rPr sz="3200" b="1" dirty="0">
                <a:latin typeface="Calibri"/>
                <a:cs typeface="Calibri"/>
              </a:rPr>
              <a:t>dụ</a:t>
            </a:r>
            <a:r>
              <a:rPr sz="3200" b="1" spc="-15" dirty="0">
                <a:latin typeface="Calibri"/>
                <a:cs typeface="Calibri"/>
              </a:rPr>
              <a:t> </a:t>
            </a:r>
            <a:r>
              <a:rPr sz="3200" b="1" spc="-50" dirty="0">
                <a:latin typeface="Calibri"/>
                <a:cs typeface="Calibri"/>
              </a:rPr>
              <a:t>:</a:t>
            </a:r>
            <a:endParaRPr sz="3200">
              <a:latin typeface="Calibri"/>
              <a:cs typeface="Calibri"/>
            </a:endParaRPr>
          </a:p>
          <a:p>
            <a:pPr marL="12700">
              <a:lnSpc>
                <a:spcPct val="100000"/>
              </a:lnSpc>
              <a:spcBef>
                <a:spcPts val="795"/>
              </a:spcBef>
              <a:tabLst>
                <a:tab pos="527685" algn="l"/>
              </a:tabLst>
            </a:pPr>
            <a:r>
              <a:rPr sz="3200" spc="-25" dirty="0">
                <a:latin typeface="Calibri"/>
                <a:cs typeface="Calibri"/>
              </a:rPr>
              <a:t>c)</a:t>
            </a:r>
            <a:r>
              <a:rPr sz="3200" dirty="0">
                <a:latin typeface="Calibri"/>
                <a:cs typeface="Calibri"/>
              </a:rPr>
              <a:t>	E(p,</a:t>
            </a:r>
            <a:r>
              <a:rPr sz="3200" spc="-30" dirty="0">
                <a:latin typeface="Calibri"/>
                <a:cs typeface="Calibri"/>
              </a:rPr>
              <a:t> </a:t>
            </a:r>
            <a:r>
              <a:rPr sz="3200" dirty="0">
                <a:latin typeface="Calibri"/>
                <a:cs typeface="Calibri"/>
              </a:rPr>
              <a:t>q)</a:t>
            </a:r>
            <a:r>
              <a:rPr sz="3200" spc="-25"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p</a:t>
            </a:r>
            <a:r>
              <a:rPr sz="3200" spc="-15" dirty="0">
                <a:latin typeface="Calibri"/>
                <a:cs typeface="Calibri"/>
              </a:rPr>
              <a:t> </a:t>
            </a:r>
            <a:r>
              <a:rPr sz="3200" spc="-25" dirty="0">
                <a:latin typeface="Symbol"/>
                <a:cs typeface="Symbol"/>
              </a:rPr>
              <a:t></a:t>
            </a:r>
            <a:r>
              <a:rPr sz="3200" spc="-25" dirty="0">
                <a:latin typeface="Calibri"/>
                <a:cs typeface="Calibri"/>
              </a:rPr>
              <a:t>q</a:t>
            </a:r>
            <a:endParaRPr sz="3200">
              <a:latin typeface="Calibri"/>
              <a:cs typeface="Calibri"/>
            </a:endParaRPr>
          </a:p>
        </p:txBody>
      </p:sp>
      <p:sp>
        <p:nvSpPr>
          <p:cNvPr id="3" name="object 3"/>
          <p:cNvSpPr txBox="1"/>
          <p:nvPr/>
        </p:nvSpPr>
        <p:spPr>
          <a:xfrm>
            <a:off x="383540" y="4235488"/>
            <a:ext cx="4990465" cy="1196975"/>
          </a:xfrm>
          <a:prstGeom prst="rect">
            <a:avLst/>
          </a:prstGeom>
        </p:spPr>
        <p:txBody>
          <a:bodyPr vert="horz" wrap="square" lIns="0" tIns="110489" rIns="0" bIns="0" rtlCol="0">
            <a:spAutoFit/>
          </a:bodyPr>
          <a:lstStyle/>
          <a:p>
            <a:pPr marL="469900" indent="-457200">
              <a:lnSpc>
                <a:spcPct val="100000"/>
              </a:lnSpc>
              <a:spcBef>
                <a:spcPts val="869"/>
              </a:spcBef>
              <a:buFont typeface="Wingdings"/>
              <a:buChar char=""/>
              <a:tabLst>
                <a:tab pos="469900" algn="l"/>
              </a:tabLst>
            </a:pPr>
            <a:r>
              <a:rPr sz="3200" dirty="0">
                <a:latin typeface="Calibri"/>
                <a:cs typeface="Calibri"/>
              </a:rPr>
              <a:t>E(p,</a:t>
            </a:r>
            <a:r>
              <a:rPr sz="3200" spc="-35" dirty="0">
                <a:latin typeface="Calibri"/>
                <a:cs typeface="Calibri"/>
              </a:rPr>
              <a:t> </a:t>
            </a:r>
            <a:r>
              <a:rPr sz="3200" dirty="0">
                <a:latin typeface="Calibri"/>
                <a:cs typeface="Calibri"/>
              </a:rPr>
              <a:t>q)</a:t>
            </a:r>
            <a:r>
              <a:rPr sz="3200" spc="-35" dirty="0">
                <a:latin typeface="Calibri"/>
                <a:cs typeface="Calibri"/>
              </a:rPr>
              <a:t> </a:t>
            </a:r>
            <a:r>
              <a:rPr sz="3200" dirty="0">
                <a:latin typeface="Calibri"/>
                <a:cs typeface="Calibri"/>
              </a:rPr>
              <a:t>không</a:t>
            </a:r>
            <a:r>
              <a:rPr sz="3200" spc="-20" dirty="0">
                <a:latin typeface="Calibri"/>
                <a:cs typeface="Calibri"/>
              </a:rPr>
              <a:t> </a:t>
            </a:r>
            <a:r>
              <a:rPr sz="3200" dirty="0">
                <a:latin typeface="Calibri"/>
                <a:cs typeface="Calibri"/>
              </a:rPr>
              <a:t>là</a:t>
            </a:r>
            <a:r>
              <a:rPr sz="3200" spc="-35" dirty="0">
                <a:latin typeface="Calibri"/>
                <a:cs typeface="Calibri"/>
              </a:rPr>
              <a:t> </a:t>
            </a:r>
            <a:r>
              <a:rPr sz="3200" dirty="0">
                <a:latin typeface="Calibri"/>
                <a:cs typeface="Calibri"/>
              </a:rPr>
              <a:t>hằng</a:t>
            </a:r>
            <a:r>
              <a:rPr sz="3200" spc="-30" dirty="0">
                <a:latin typeface="Calibri"/>
                <a:cs typeface="Calibri"/>
              </a:rPr>
              <a:t> </a:t>
            </a:r>
            <a:r>
              <a:rPr sz="3200" spc="-10" dirty="0">
                <a:latin typeface="Calibri"/>
                <a:cs typeface="Calibri"/>
              </a:rPr>
              <a:t>đúng.</a:t>
            </a:r>
            <a:endParaRPr sz="3200">
              <a:latin typeface="Calibri"/>
              <a:cs typeface="Calibri"/>
            </a:endParaRPr>
          </a:p>
          <a:p>
            <a:pPr marL="469900" indent="-457200">
              <a:lnSpc>
                <a:spcPct val="100000"/>
              </a:lnSpc>
              <a:spcBef>
                <a:spcPts val="770"/>
              </a:spcBef>
              <a:buFont typeface="Wingdings"/>
              <a:buChar char=""/>
              <a:tabLst>
                <a:tab pos="469900" algn="l"/>
              </a:tabLst>
            </a:pPr>
            <a:r>
              <a:rPr sz="3200" dirty="0">
                <a:latin typeface="Calibri"/>
                <a:cs typeface="Calibri"/>
              </a:rPr>
              <a:t>E(p,</a:t>
            </a:r>
            <a:r>
              <a:rPr sz="3200" spc="-50" dirty="0">
                <a:latin typeface="Calibri"/>
                <a:cs typeface="Calibri"/>
              </a:rPr>
              <a:t> </a:t>
            </a:r>
            <a:r>
              <a:rPr sz="3200" dirty="0">
                <a:latin typeface="Calibri"/>
                <a:cs typeface="Calibri"/>
              </a:rPr>
              <a:t>q)</a:t>
            </a:r>
            <a:r>
              <a:rPr sz="3200" spc="-45" dirty="0">
                <a:latin typeface="Calibri"/>
                <a:cs typeface="Calibri"/>
              </a:rPr>
              <a:t> </a:t>
            </a:r>
            <a:r>
              <a:rPr sz="3200" dirty="0">
                <a:latin typeface="Calibri"/>
                <a:cs typeface="Calibri"/>
              </a:rPr>
              <a:t>không</a:t>
            </a:r>
            <a:r>
              <a:rPr sz="3200" spc="-40" dirty="0">
                <a:latin typeface="Calibri"/>
                <a:cs typeface="Calibri"/>
              </a:rPr>
              <a:t> </a:t>
            </a:r>
            <a:r>
              <a:rPr sz="3200" dirty="0">
                <a:latin typeface="Calibri"/>
                <a:cs typeface="Calibri"/>
              </a:rPr>
              <a:t>là</a:t>
            </a:r>
            <a:r>
              <a:rPr sz="3200" spc="-50" dirty="0">
                <a:latin typeface="Calibri"/>
                <a:cs typeface="Calibri"/>
              </a:rPr>
              <a:t> </a:t>
            </a:r>
            <a:r>
              <a:rPr sz="3200" dirty="0">
                <a:latin typeface="Calibri"/>
                <a:cs typeface="Calibri"/>
              </a:rPr>
              <a:t>hằng</a:t>
            </a:r>
            <a:r>
              <a:rPr sz="3200" spc="-40" dirty="0">
                <a:latin typeface="Calibri"/>
                <a:cs typeface="Calibri"/>
              </a:rPr>
              <a:t> </a:t>
            </a:r>
            <a:r>
              <a:rPr sz="3200" spc="-20" dirty="0">
                <a:latin typeface="Calibri"/>
                <a:cs typeface="Calibri"/>
              </a:rPr>
              <a:t>sai.</a:t>
            </a:r>
            <a:endParaRPr sz="3200">
              <a:latin typeface="Calibri"/>
              <a:cs typeface="Calibri"/>
            </a:endParaRPr>
          </a:p>
        </p:txBody>
      </p:sp>
      <p:graphicFrame>
        <p:nvGraphicFramePr>
          <p:cNvPr id="4" name="object 4"/>
          <p:cNvGraphicFramePr>
            <a:graphicFrameLocks noGrp="1"/>
          </p:cNvGraphicFramePr>
          <p:nvPr/>
        </p:nvGraphicFramePr>
        <p:xfrm>
          <a:off x="1670050" y="1797050"/>
          <a:ext cx="2256790" cy="1851660"/>
        </p:xfrm>
        <a:graphic>
          <a:graphicData uri="http://schemas.openxmlformats.org/drawingml/2006/table">
            <a:tbl>
              <a:tblPr firstRow="1" bandRow="1">
                <a:tableStyleId>{2D5ABB26-0587-4C30-8999-92F81FD0307C}</a:tableStyleId>
              </a:tblPr>
              <a:tblGrid>
                <a:gridCol w="599440">
                  <a:extLst>
                    <a:ext uri="{9D8B030D-6E8A-4147-A177-3AD203B41FA5}">
                      <a16:colId xmlns:a16="http://schemas.microsoft.com/office/drawing/2014/main" val="20000"/>
                    </a:ext>
                  </a:extLst>
                </a:gridCol>
                <a:gridCol w="599440">
                  <a:extLst>
                    <a:ext uri="{9D8B030D-6E8A-4147-A177-3AD203B41FA5}">
                      <a16:colId xmlns:a16="http://schemas.microsoft.com/office/drawing/2014/main" val="20001"/>
                    </a:ext>
                  </a:extLst>
                </a:gridCol>
                <a:gridCol w="969009">
                  <a:extLst>
                    <a:ext uri="{9D8B030D-6E8A-4147-A177-3AD203B41FA5}">
                      <a16:colId xmlns:a16="http://schemas.microsoft.com/office/drawing/2014/main" val="20002"/>
                    </a:ext>
                  </a:extLst>
                </a:gridCol>
              </a:tblGrid>
              <a:tr h="370205">
                <a:tc>
                  <a:txBody>
                    <a:bodyPr/>
                    <a:lstStyle/>
                    <a:p>
                      <a:pPr algn="ctr">
                        <a:lnSpc>
                          <a:spcPct val="100000"/>
                        </a:lnSpc>
                        <a:spcBef>
                          <a:spcPts val="240"/>
                        </a:spcBef>
                      </a:pPr>
                      <a:r>
                        <a:rPr sz="1800" b="1" spc="-50" dirty="0">
                          <a:solidFill>
                            <a:srgbClr val="FF0000"/>
                          </a:solidFill>
                          <a:latin typeface="Calibri"/>
                          <a:cs typeface="Calibri"/>
                        </a:rPr>
                        <a:t>p</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0"/>
                        </a:spcBef>
                      </a:pPr>
                      <a:r>
                        <a:rPr sz="1800" b="1" spc="-50" dirty="0">
                          <a:solidFill>
                            <a:srgbClr val="FF0000"/>
                          </a:solidFill>
                          <a:latin typeface="Calibri"/>
                          <a:cs typeface="Calibri"/>
                        </a:rPr>
                        <a:t>q</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0"/>
                        </a:spcBef>
                      </a:pPr>
                      <a:r>
                        <a:rPr sz="1800" b="1" dirty="0">
                          <a:solidFill>
                            <a:srgbClr val="FF0000"/>
                          </a:solidFill>
                          <a:latin typeface="Calibri"/>
                          <a:cs typeface="Calibri"/>
                        </a:rPr>
                        <a:t>E(p,</a:t>
                      </a:r>
                      <a:r>
                        <a:rPr sz="1800" b="1" spc="-10" dirty="0">
                          <a:solidFill>
                            <a:srgbClr val="FF0000"/>
                          </a:solidFill>
                          <a:latin typeface="Calibri"/>
                          <a:cs typeface="Calibri"/>
                        </a:rPr>
                        <a:t> </a:t>
                      </a:r>
                      <a:r>
                        <a:rPr sz="1800" b="1" spc="-25" dirty="0">
                          <a:solidFill>
                            <a:srgbClr val="FF0000"/>
                          </a:solidFill>
                          <a:latin typeface="Calibri"/>
                          <a:cs typeface="Calibri"/>
                        </a:rPr>
                        <a:t>q)</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0205">
                <a:tc>
                  <a:txBody>
                    <a:bodyPr/>
                    <a:lstStyle/>
                    <a:p>
                      <a:pPr algn="ctr">
                        <a:lnSpc>
                          <a:spcPct val="100000"/>
                        </a:lnSpc>
                        <a:spcBef>
                          <a:spcPts val="244"/>
                        </a:spcBef>
                      </a:pPr>
                      <a:r>
                        <a:rPr sz="1800" spc="-50" dirty="0">
                          <a:latin typeface="Calibri"/>
                          <a:cs typeface="Calibri"/>
                        </a:rPr>
                        <a:t>1</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4"/>
                        </a:spcBef>
                      </a:pPr>
                      <a:r>
                        <a:rPr sz="1800" spc="-50" dirty="0">
                          <a:latin typeface="Calibri"/>
                          <a:cs typeface="Calibri"/>
                        </a:rPr>
                        <a:t>1</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244"/>
                        </a:spcBef>
                      </a:pPr>
                      <a:r>
                        <a:rPr sz="1800" spc="-50" dirty="0">
                          <a:latin typeface="Calibri"/>
                          <a:cs typeface="Calibri"/>
                        </a:rPr>
                        <a:t>1</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840">
                <a:tc>
                  <a:txBody>
                    <a:bodyPr/>
                    <a:lstStyle/>
                    <a:p>
                      <a:pPr algn="ctr">
                        <a:lnSpc>
                          <a:spcPct val="100000"/>
                        </a:lnSpc>
                        <a:spcBef>
                          <a:spcPts val="245"/>
                        </a:spcBef>
                      </a:pPr>
                      <a:r>
                        <a:rPr sz="1800"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70205">
                <a:tc>
                  <a:txBody>
                    <a:bodyPr/>
                    <a:lstStyle/>
                    <a:p>
                      <a:pPr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245"/>
                        </a:spcBef>
                      </a:pPr>
                      <a:r>
                        <a:rPr sz="1800"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70205">
                <a:tc>
                  <a:txBody>
                    <a:bodyPr/>
                    <a:lstStyle/>
                    <a:p>
                      <a:pPr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245"/>
                        </a:spcBef>
                      </a:pPr>
                      <a:r>
                        <a:rPr sz="1800"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45440" y="235407"/>
            <a:ext cx="8181340" cy="5977255"/>
          </a:xfrm>
          <a:prstGeom prst="rect">
            <a:avLst/>
          </a:prstGeom>
        </p:spPr>
        <p:txBody>
          <a:bodyPr vert="horz" wrap="square" lIns="0" tIns="13335" rIns="0" bIns="0" rtlCol="0">
            <a:spAutoFit/>
          </a:bodyPr>
          <a:lstStyle/>
          <a:p>
            <a:pPr marL="50800" marR="43180">
              <a:lnSpc>
                <a:spcPct val="100000"/>
              </a:lnSpc>
              <a:spcBef>
                <a:spcPts val="105"/>
              </a:spcBef>
              <a:tabLst>
                <a:tab pos="2439670" algn="l"/>
              </a:tabLst>
            </a:pPr>
            <a:r>
              <a:rPr sz="3200" b="1" dirty="0">
                <a:latin typeface="Calibri"/>
                <a:cs typeface="Calibri"/>
              </a:rPr>
              <a:t>1.4.2</a:t>
            </a:r>
            <a:r>
              <a:rPr sz="3200" b="1" spc="-35" dirty="0">
                <a:latin typeface="Calibri"/>
                <a:cs typeface="Calibri"/>
              </a:rPr>
              <a:t> </a:t>
            </a:r>
            <a:r>
              <a:rPr sz="3200" b="1" dirty="0">
                <a:latin typeface="Calibri"/>
                <a:cs typeface="Calibri"/>
              </a:rPr>
              <a:t>Định</a:t>
            </a:r>
            <a:r>
              <a:rPr sz="3200" b="1" spc="-35" dirty="0">
                <a:latin typeface="Calibri"/>
                <a:cs typeface="Calibri"/>
              </a:rPr>
              <a:t> </a:t>
            </a:r>
            <a:r>
              <a:rPr sz="3200" b="1" dirty="0">
                <a:latin typeface="Calibri"/>
                <a:cs typeface="Calibri"/>
              </a:rPr>
              <a:t>nghĩa:</a:t>
            </a:r>
            <a:r>
              <a:rPr sz="3200" b="1" spc="-65" dirty="0">
                <a:latin typeface="Calibri"/>
                <a:cs typeface="Calibri"/>
              </a:rPr>
              <a:t> </a:t>
            </a:r>
            <a:r>
              <a:rPr sz="3200" dirty="0">
                <a:latin typeface="Calibri"/>
                <a:cs typeface="Calibri"/>
              </a:rPr>
              <a:t>Cho</a:t>
            </a:r>
            <a:r>
              <a:rPr sz="3200" spc="-30" dirty="0">
                <a:latin typeface="Calibri"/>
                <a:cs typeface="Calibri"/>
              </a:rPr>
              <a:t> </a:t>
            </a:r>
            <a:r>
              <a:rPr sz="3200" dirty="0">
                <a:latin typeface="Calibri"/>
                <a:cs typeface="Calibri"/>
              </a:rPr>
              <a:t>E</a:t>
            </a:r>
            <a:r>
              <a:rPr sz="3200" spc="-35" dirty="0">
                <a:latin typeface="Calibri"/>
                <a:cs typeface="Calibri"/>
              </a:rPr>
              <a:t> </a:t>
            </a:r>
            <a:r>
              <a:rPr sz="3200" dirty="0">
                <a:latin typeface="Calibri"/>
                <a:cs typeface="Calibri"/>
              </a:rPr>
              <a:t>và</a:t>
            </a:r>
            <a:r>
              <a:rPr sz="3200" spc="-35" dirty="0">
                <a:latin typeface="Calibri"/>
                <a:cs typeface="Calibri"/>
              </a:rPr>
              <a:t> </a:t>
            </a:r>
            <a:r>
              <a:rPr sz="3200" dirty="0">
                <a:latin typeface="Calibri"/>
                <a:cs typeface="Calibri"/>
              </a:rPr>
              <a:t>F</a:t>
            </a:r>
            <a:r>
              <a:rPr sz="3200" spc="-30" dirty="0">
                <a:latin typeface="Calibri"/>
                <a:cs typeface="Calibri"/>
              </a:rPr>
              <a:t> </a:t>
            </a:r>
            <a:r>
              <a:rPr sz="3200" dirty="0">
                <a:latin typeface="Calibri"/>
                <a:cs typeface="Calibri"/>
              </a:rPr>
              <a:t>là</a:t>
            </a:r>
            <a:r>
              <a:rPr sz="3200" spc="-35" dirty="0">
                <a:latin typeface="Calibri"/>
                <a:cs typeface="Calibri"/>
              </a:rPr>
              <a:t> </a:t>
            </a:r>
            <a:r>
              <a:rPr sz="3200" dirty="0">
                <a:latin typeface="Calibri"/>
                <a:cs typeface="Calibri"/>
              </a:rPr>
              <a:t>hai</a:t>
            </a:r>
            <a:r>
              <a:rPr sz="3200" spc="-20" dirty="0">
                <a:latin typeface="Calibri"/>
                <a:cs typeface="Calibri"/>
              </a:rPr>
              <a:t> </a:t>
            </a:r>
            <a:r>
              <a:rPr sz="3200" dirty="0">
                <a:latin typeface="Calibri"/>
                <a:cs typeface="Calibri"/>
              </a:rPr>
              <a:t>dạng</a:t>
            </a:r>
            <a:r>
              <a:rPr sz="3200" spc="-20" dirty="0">
                <a:latin typeface="Calibri"/>
                <a:cs typeface="Calibri"/>
              </a:rPr>
              <a:t> </a:t>
            </a:r>
            <a:r>
              <a:rPr sz="3200" dirty="0">
                <a:latin typeface="Calibri"/>
                <a:cs typeface="Calibri"/>
              </a:rPr>
              <a:t>mệnh</a:t>
            </a:r>
            <a:r>
              <a:rPr sz="3200" spc="-35" dirty="0">
                <a:latin typeface="Calibri"/>
                <a:cs typeface="Calibri"/>
              </a:rPr>
              <a:t> </a:t>
            </a:r>
            <a:r>
              <a:rPr sz="3200" spc="-25" dirty="0">
                <a:latin typeface="Calibri"/>
                <a:cs typeface="Calibri"/>
              </a:rPr>
              <a:t>đề </a:t>
            </a:r>
            <a:r>
              <a:rPr sz="3200" dirty="0">
                <a:latin typeface="Calibri"/>
                <a:cs typeface="Calibri"/>
              </a:rPr>
              <a:t>có</a:t>
            </a:r>
            <a:r>
              <a:rPr sz="3200" spc="-60" dirty="0">
                <a:latin typeface="Calibri"/>
                <a:cs typeface="Calibri"/>
              </a:rPr>
              <a:t> </a:t>
            </a:r>
            <a:r>
              <a:rPr sz="3200" dirty="0">
                <a:latin typeface="Calibri"/>
                <a:cs typeface="Calibri"/>
              </a:rPr>
              <a:t>các</a:t>
            </a:r>
            <a:r>
              <a:rPr sz="3200" spc="-40" dirty="0">
                <a:latin typeface="Calibri"/>
                <a:cs typeface="Calibri"/>
              </a:rPr>
              <a:t> </a:t>
            </a:r>
            <a:r>
              <a:rPr sz="3200" dirty="0">
                <a:latin typeface="Calibri"/>
                <a:cs typeface="Calibri"/>
              </a:rPr>
              <a:t>biến</a:t>
            </a:r>
            <a:r>
              <a:rPr sz="3200" spc="-55" dirty="0">
                <a:latin typeface="Calibri"/>
                <a:cs typeface="Calibri"/>
              </a:rPr>
              <a:t> </a:t>
            </a:r>
            <a:r>
              <a:rPr sz="3200" spc="-25" dirty="0">
                <a:latin typeface="Calibri"/>
                <a:cs typeface="Calibri"/>
              </a:rPr>
              <a:t>là</a:t>
            </a:r>
            <a:r>
              <a:rPr sz="3200" dirty="0">
                <a:latin typeface="Calibri"/>
                <a:cs typeface="Calibri"/>
              </a:rPr>
              <a:t>	p</a:t>
            </a:r>
            <a:r>
              <a:rPr sz="3150" baseline="-21164" dirty="0">
                <a:latin typeface="Calibri"/>
                <a:cs typeface="Calibri"/>
              </a:rPr>
              <a:t>1</a:t>
            </a:r>
            <a:r>
              <a:rPr sz="3200" dirty="0">
                <a:latin typeface="Calibri"/>
                <a:cs typeface="Calibri"/>
              </a:rPr>
              <a:t>,</a:t>
            </a:r>
            <a:r>
              <a:rPr sz="3200" spc="-15" dirty="0">
                <a:latin typeface="Calibri"/>
                <a:cs typeface="Calibri"/>
              </a:rPr>
              <a:t> </a:t>
            </a:r>
            <a:r>
              <a:rPr sz="3200" dirty="0">
                <a:latin typeface="Calibri"/>
                <a:cs typeface="Calibri"/>
              </a:rPr>
              <a:t>…,</a:t>
            </a:r>
            <a:r>
              <a:rPr sz="3200" spc="-15" dirty="0">
                <a:latin typeface="Calibri"/>
                <a:cs typeface="Calibri"/>
              </a:rPr>
              <a:t> </a:t>
            </a:r>
            <a:r>
              <a:rPr sz="3200" spc="-25" dirty="0">
                <a:latin typeface="Calibri"/>
                <a:cs typeface="Calibri"/>
              </a:rPr>
              <a:t>p</a:t>
            </a:r>
            <a:r>
              <a:rPr sz="3150" spc="-37" baseline="-21164" dirty="0">
                <a:latin typeface="Calibri"/>
                <a:cs typeface="Calibri"/>
              </a:rPr>
              <a:t>n</a:t>
            </a:r>
            <a:r>
              <a:rPr sz="3200" spc="-25" dirty="0">
                <a:latin typeface="Calibri"/>
                <a:cs typeface="Calibri"/>
              </a:rPr>
              <a:t>.</a:t>
            </a:r>
            <a:endParaRPr sz="3200">
              <a:latin typeface="Calibri"/>
              <a:cs typeface="Calibri"/>
            </a:endParaRPr>
          </a:p>
          <a:p>
            <a:pPr marL="50800">
              <a:lnSpc>
                <a:spcPct val="100000"/>
              </a:lnSpc>
              <a:spcBef>
                <a:spcPts val="770"/>
              </a:spcBef>
            </a:pPr>
            <a:r>
              <a:rPr sz="3200" dirty="0">
                <a:latin typeface="Calibri"/>
                <a:cs typeface="Calibri"/>
              </a:rPr>
              <a:t>E</a:t>
            </a:r>
            <a:r>
              <a:rPr sz="3200" spc="-35" dirty="0">
                <a:latin typeface="Calibri"/>
                <a:cs typeface="Calibri"/>
              </a:rPr>
              <a:t> </a:t>
            </a:r>
            <a:r>
              <a:rPr sz="3200" dirty="0">
                <a:latin typeface="Calibri"/>
                <a:cs typeface="Calibri"/>
              </a:rPr>
              <a:t>và</a:t>
            </a:r>
            <a:r>
              <a:rPr sz="3200" spc="-25" dirty="0">
                <a:latin typeface="Calibri"/>
                <a:cs typeface="Calibri"/>
              </a:rPr>
              <a:t> </a:t>
            </a:r>
            <a:r>
              <a:rPr sz="3200" dirty="0">
                <a:latin typeface="Calibri"/>
                <a:cs typeface="Calibri"/>
              </a:rPr>
              <a:t>F</a:t>
            </a:r>
            <a:r>
              <a:rPr sz="3200" spc="-30" dirty="0">
                <a:latin typeface="Calibri"/>
                <a:cs typeface="Calibri"/>
              </a:rPr>
              <a:t> </a:t>
            </a:r>
            <a:r>
              <a:rPr sz="3200" dirty="0">
                <a:latin typeface="Calibri"/>
                <a:cs typeface="Calibri"/>
              </a:rPr>
              <a:t>là</a:t>
            </a:r>
            <a:r>
              <a:rPr sz="3200" spc="-20" dirty="0">
                <a:latin typeface="Calibri"/>
                <a:cs typeface="Calibri"/>
              </a:rPr>
              <a:t> </a:t>
            </a:r>
            <a:r>
              <a:rPr sz="3200" b="1" dirty="0">
                <a:latin typeface="Calibri"/>
                <a:cs typeface="Calibri"/>
              </a:rPr>
              <a:t>tương</a:t>
            </a:r>
            <a:r>
              <a:rPr sz="3200" b="1" spc="-25" dirty="0">
                <a:latin typeface="Calibri"/>
                <a:cs typeface="Calibri"/>
              </a:rPr>
              <a:t> </a:t>
            </a:r>
            <a:r>
              <a:rPr sz="3200" b="1" dirty="0">
                <a:latin typeface="Calibri"/>
                <a:cs typeface="Calibri"/>
              </a:rPr>
              <a:t>đương</a:t>
            </a:r>
            <a:r>
              <a:rPr sz="3200" b="1" spc="-45" dirty="0">
                <a:latin typeface="Calibri"/>
                <a:cs typeface="Calibri"/>
              </a:rPr>
              <a:t> </a:t>
            </a:r>
            <a:r>
              <a:rPr sz="3200" b="1" dirty="0">
                <a:latin typeface="Calibri"/>
                <a:cs typeface="Calibri"/>
              </a:rPr>
              <a:t>logic</a:t>
            </a:r>
            <a:r>
              <a:rPr sz="3200" dirty="0">
                <a:latin typeface="Calibri"/>
                <a:cs typeface="Calibri"/>
              </a:rPr>
              <a:t>,</a:t>
            </a:r>
            <a:r>
              <a:rPr sz="3200" spc="-65" dirty="0">
                <a:latin typeface="Calibri"/>
                <a:cs typeface="Calibri"/>
              </a:rPr>
              <a:t> </a:t>
            </a:r>
            <a:r>
              <a:rPr sz="3200" dirty="0">
                <a:latin typeface="Calibri"/>
                <a:cs typeface="Calibri"/>
              </a:rPr>
              <a:t>nếu</a:t>
            </a:r>
            <a:r>
              <a:rPr sz="3200" spc="-30" dirty="0">
                <a:latin typeface="Calibri"/>
                <a:cs typeface="Calibri"/>
              </a:rPr>
              <a:t> </a:t>
            </a:r>
            <a:r>
              <a:rPr sz="3200" dirty="0">
                <a:latin typeface="Calibri"/>
                <a:cs typeface="Calibri"/>
              </a:rPr>
              <a:t>E</a:t>
            </a:r>
            <a:r>
              <a:rPr sz="3200" spc="-30" dirty="0">
                <a:latin typeface="Calibri"/>
                <a:cs typeface="Calibri"/>
              </a:rPr>
              <a:t> </a:t>
            </a:r>
            <a:r>
              <a:rPr sz="3200" dirty="0">
                <a:latin typeface="Calibri"/>
                <a:cs typeface="Calibri"/>
              </a:rPr>
              <a:t>và</a:t>
            </a:r>
            <a:r>
              <a:rPr sz="3200" spc="-25" dirty="0">
                <a:latin typeface="Calibri"/>
                <a:cs typeface="Calibri"/>
              </a:rPr>
              <a:t> </a:t>
            </a:r>
            <a:r>
              <a:rPr sz="3200" dirty="0">
                <a:latin typeface="Calibri"/>
                <a:cs typeface="Calibri"/>
              </a:rPr>
              <a:t>F</a:t>
            </a:r>
            <a:r>
              <a:rPr sz="3200" spc="-15" dirty="0">
                <a:latin typeface="Calibri"/>
                <a:cs typeface="Calibri"/>
              </a:rPr>
              <a:t> </a:t>
            </a:r>
            <a:r>
              <a:rPr sz="3200" spc="-20" dirty="0">
                <a:latin typeface="Calibri"/>
                <a:cs typeface="Calibri"/>
              </a:rPr>
              <a:t>cùng</a:t>
            </a:r>
            <a:endParaRPr sz="3200">
              <a:latin typeface="Calibri"/>
              <a:cs typeface="Calibri"/>
            </a:endParaRPr>
          </a:p>
          <a:p>
            <a:pPr marL="50800">
              <a:lnSpc>
                <a:spcPct val="100000"/>
              </a:lnSpc>
              <a:spcBef>
                <a:spcPts val="5"/>
              </a:spcBef>
              <a:tabLst>
                <a:tab pos="7315834" algn="l"/>
              </a:tabLst>
            </a:pPr>
            <a:r>
              <a:rPr sz="3200" dirty="0">
                <a:latin typeface="Calibri"/>
                <a:cs typeface="Calibri"/>
              </a:rPr>
              <a:t>ĐÚNG</a:t>
            </a:r>
            <a:r>
              <a:rPr sz="3200" spc="-60" dirty="0">
                <a:latin typeface="Calibri"/>
                <a:cs typeface="Calibri"/>
              </a:rPr>
              <a:t> </a:t>
            </a:r>
            <a:r>
              <a:rPr sz="3200" dirty="0">
                <a:latin typeface="Calibri"/>
                <a:cs typeface="Calibri"/>
              </a:rPr>
              <a:t>hay</a:t>
            </a:r>
            <a:r>
              <a:rPr sz="3200" spc="-50" dirty="0">
                <a:latin typeface="Calibri"/>
                <a:cs typeface="Calibri"/>
              </a:rPr>
              <a:t> </a:t>
            </a:r>
            <a:r>
              <a:rPr sz="3200" dirty="0">
                <a:latin typeface="Calibri"/>
                <a:cs typeface="Calibri"/>
              </a:rPr>
              <a:t>cùng</a:t>
            </a:r>
            <a:r>
              <a:rPr sz="3200" spc="-35" dirty="0">
                <a:latin typeface="Calibri"/>
                <a:cs typeface="Calibri"/>
              </a:rPr>
              <a:t> </a:t>
            </a:r>
            <a:r>
              <a:rPr sz="3200" dirty="0">
                <a:latin typeface="Calibri"/>
                <a:cs typeface="Calibri"/>
              </a:rPr>
              <a:t>SAI</a:t>
            </a:r>
            <a:r>
              <a:rPr sz="3200" spc="-55" dirty="0">
                <a:latin typeface="Calibri"/>
                <a:cs typeface="Calibri"/>
              </a:rPr>
              <a:t> </a:t>
            </a:r>
            <a:r>
              <a:rPr sz="3200" dirty="0">
                <a:latin typeface="Calibri"/>
                <a:cs typeface="Calibri"/>
              </a:rPr>
              <a:t>với</a:t>
            </a:r>
            <a:r>
              <a:rPr sz="3200" spc="-60" dirty="0">
                <a:latin typeface="Calibri"/>
                <a:cs typeface="Calibri"/>
              </a:rPr>
              <a:t> </a:t>
            </a:r>
            <a:r>
              <a:rPr sz="3200" dirty="0">
                <a:latin typeface="Calibri"/>
                <a:cs typeface="Calibri"/>
              </a:rPr>
              <a:t>mọi</a:t>
            </a:r>
            <a:r>
              <a:rPr sz="3200" spc="-30" dirty="0">
                <a:latin typeface="Calibri"/>
                <a:cs typeface="Calibri"/>
              </a:rPr>
              <a:t> </a:t>
            </a:r>
            <a:r>
              <a:rPr sz="3200" dirty="0">
                <a:latin typeface="Calibri"/>
                <a:cs typeface="Calibri"/>
              </a:rPr>
              <a:t>bộ</a:t>
            </a:r>
            <a:r>
              <a:rPr sz="3200" spc="-50" dirty="0">
                <a:latin typeface="Calibri"/>
                <a:cs typeface="Calibri"/>
              </a:rPr>
              <a:t> </a:t>
            </a:r>
            <a:r>
              <a:rPr sz="3200" dirty="0">
                <a:latin typeface="Calibri"/>
                <a:cs typeface="Calibri"/>
              </a:rPr>
              <a:t>chân</a:t>
            </a:r>
            <a:r>
              <a:rPr sz="3200" spc="-55" dirty="0">
                <a:latin typeface="Calibri"/>
                <a:cs typeface="Calibri"/>
              </a:rPr>
              <a:t> </a:t>
            </a:r>
            <a:r>
              <a:rPr sz="3200" dirty="0">
                <a:latin typeface="Calibri"/>
                <a:cs typeface="Calibri"/>
              </a:rPr>
              <a:t>trị</a:t>
            </a:r>
            <a:r>
              <a:rPr sz="3200" spc="-40" dirty="0">
                <a:latin typeface="Calibri"/>
                <a:cs typeface="Calibri"/>
              </a:rPr>
              <a:t> </a:t>
            </a:r>
            <a:r>
              <a:rPr sz="3200" spc="-25" dirty="0">
                <a:latin typeface="Calibri"/>
                <a:cs typeface="Calibri"/>
              </a:rPr>
              <a:t>của</a:t>
            </a:r>
            <a:r>
              <a:rPr sz="3200" dirty="0">
                <a:latin typeface="Calibri"/>
                <a:cs typeface="Calibri"/>
              </a:rPr>
              <a:t>	</a:t>
            </a:r>
            <a:r>
              <a:rPr sz="3200" spc="-20" dirty="0">
                <a:latin typeface="Calibri"/>
                <a:cs typeface="Calibri"/>
              </a:rPr>
              <a:t>(p</a:t>
            </a:r>
            <a:r>
              <a:rPr sz="3150" spc="-30" baseline="-21164" dirty="0">
                <a:latin typeface="Calibri"/>
                <a:cs typeface="Calibri"/>
              </a:rPr>
              <a:t>1</a:t>
            </a:r>
            <a:r>
              <a:rPr sz="3200" spc="-20" dirty="0">
                <a:latin typeface="Calibri"/>
                <a:cs typeface="Calibri"/>
              </a:rPr>
              <a:t>,</a:t>
            </a:r>
            <a:endParaRPr sz="3200">
              <a:latin typeface="Calibri"/>
              <a:cs typeface="Calibri"/>
            </a:endParaRPr>
          </a:p>
          <a:p>
            <a:pPr marL="50800">
              <a:lnSpc>
                <a:spcPct val="100000"/>
              </a:lnSpc>
            </a:pPr>
            <a:r>
              <a:rPr sz="3200" dirty="0">
                <a:latin typeface="Calibri"/>
                <a:cs typeface="Calibri"/>
              </a:rPr>
              <a:t>…,</a:t>
            </a:r>
            <a:r>
              <a:rPr sz="3200" spc="-30" dirty="0">
                <a:latin typeface="Calibri"/>
                <a:cs typeface="Calibri"/>
              </a:rPr>
              <a:t> </a:t>
            </a:r>
            <a:r>
              <a:rPr sz="3200" dirty="0">
                <a:latin typeface="Calibri"/>
                <a:cs typeface="Calibri"/>
              </a:rPr>
              <a:t>p</a:t>
            </a:r>
            <a:r>
              <a:rPr sz="3150" baseline="-21164" dirty="0">
                <a:latin typeface="Calibri"/>
                <a:cs typeface="Calibri"/>
              </a:rPr>
              <a:t>n</a:t>
            </a:r>
            <a:r>
              <a:rPr sz="3150" spc="367" baseline="-21164" dirty="0">
                <a:latin typeface="Calibri"/>
                <a:cs typeface="Calibri"/>
              </a:rPr>
              <a:t> </a:t>
            </a:r>
            <a:r>
              <a:rPr sz="3200" spc="-25" dirty="0">
                <a:latin typeface="Calibri"/>
                <a:cs typeface="Calibri"/>
              </a:rPr>
              <a:t>).</a:t>
            </a:r>
            <a:endParaRPr sz="3200">
              <a:latin typeface="Calibri"/>
              <a:cs typeface="Calibri"/>
            </a:endParaRPr>
          </a:p>
          <a:p>
            <a:pPr>
              <a:lnSpc>
                <a:spcPct val="100000"/>
              </a:lnSpc>
            </a:pPr>
            <a:endParaRPr sz="3200">
              <a:latin typeface="Calibri"/>
              <a:cs typeface="Calibri"/>
            </a:endParaRPr>
          </a:p>
          <a:p>
            <a:pPr>
              <a:lnSpc>
                <a:spcPct val="100000"/>
              </a:lnSpc>
              <a:spcBef>
                <a:spcPts val="2170"/>
              </a:spcBef>
            </a:pPr>
            <a:endParaRPr sz="3200">
              <a:latin typeface="Calibri"/>
              <a:cs typeface="Calibri"/>
            </a:endParaRPr>
          </a:p>
          <a:p>
            <a:pPr marL="508000" indent="-457200">
              <a:lnSpc>
                <a:spcPct val="100000"/>
              </a:lnSpc>
              <a:buFont typeface="Wingdings"/>
              <a:buChar char=""/>
              <a:tabLst>
                <a:tab pos="508000" algn="l"/>
              </a:tabLst>
            </a:pPr>
            <a:r>
              <a:rPr sz="3200" dirty="0">
                <a:latin typeface="Calibri"/>
                <a:cs typeface="Calibri"/>
              </a:rPr>
              <a:t>E</a:t>
            </a:r>
            <a:r>
              <a:rPr sz="3200" spc="-55" dirty="0">
                <a:latin typeface="Calibri"/>
                <a:cs typeface="Calibri"/>
              </a:rPr>
              <a:t> </a:t>
            </a:r>
            <a:r>
              <a:rPr sz="3200" dirty="0">
                <a:latin typeface="Calibri"/>
                <a:cs typeface="Calibri"/>
              </a:rPr>
              <a:t>và</a:t>
            </a:r>
            <a:r>
              <a:rPr sz="3200" spc="-45" dirty="0">
                <a:latin typeface="Calibri"/>
                <a:cs typeface="Calibri"/>
              </a:rPr>
              <a:t> </a:t>
            </a:r>
            <a:r>
              <a:rPr sz="3200" dirty="0">
                <a:latin typeface="Calibri"/>
                <a:cs typeface="Calibri"/>
              </a:rPr>
              <a:t>F</a:t>
            </a:r>
            <a:r>
              <a:rPr sz="3200" spc="-50" dirty="0">
                <a:latin typeface="Calibri"/>
                <a:cs typeface="Calibri"/>
              </a:rPr>
              <a:t> </a:t>
            </a:r>
            <a:r>
              <a:rPr sz="3200" dirty="0">
                <a:latin typeface="Calibri"/>
                <a:cs typeface="Calibri"/>
              </a:rPr>
              <a:t>có</a:t>
            </a:r>
            <a:r>
              <a:rPr sz="3200" spc="-50" dirty="0">
                <a:latin typeface="Calibri"/>
                <a:cs typeface="Calibri"/>
              </a:rPr>
              <a:t> </a:t>
            </a:r>
            <a:r>
              <a:rPr sz="3200" dirty="0">
                <a:latin typeface="Calibri"/>
                <a:cs typeface="Calibri"/>
              </a:rPr>
              <a:t>cùng</a:t>
            </a:r>
            <a:r>
              <a:rPr sz="3200" spc="-45" dirty="0">
                <a:latin typeface="Calibri"/>
                <a:cs typeface="Calibri"/>
              </a:rPr>
              <a:t> </a:t>
            </a:r>
            <a:r>
              <a:rPr sz="3200" dirty="0">
                <a:latin typeface="Calibri"/>
                <a:cs typeface="Calibri"/>
              </a:rPr>
              <a:t>bảng</a:t>
            </a:r>
            <a:r>
              <a:rPr sz="3200" spc="-25" dirty="0">
                <a:latin typeface="Calibri"/>
                <a:cs typeface="Calibri"/>
              </a:rPr>
              <a:t> </a:t>
            </a:r>
            <a:r>
              <a:rPr sz="3200" dirty="0">
                <a:latin typeface="Calibri"/>
                <a:cs typeface="Calibri"/>
              </a:rPr>
              <a:t>chân</a:t>
            </a:r>
            <a:r>
              <a:rPr sz="3200" spc="-50" dirty="0">
                <a:latin typeface="Calibri"/>
                <a:cs typeface="Calibri"/>
              </a:rPr>
              <a:t> </a:t>
            </a:r>
            <a:r>
              <a:rPr sz="3200" spc="-20" dirty="0">
                <a:latin typeface="Calibri"/>
                <a:cs typeface="Calibri"/>
              </a:rPr>
              <a:t>trị.</a:t>
            </a:r>
            <a:endParaRPr sz="3200">
              <a:latin typeface="Calibri"/>
              <a:cs typeface="Calibri"/>
            </a:endParaRPr>
          </a:p>
          <a:p>
            <a:pPr marL="508000" indent="-457200">
              <a:lnSpc>
                <a:spcPct val="100000"/>
              </a:lnSpc>
              <a:spcBef>
                <a:spcPts val="795"/>
              </a:spcBef>
              <a:buFont typeface="Wingdings"/>
              <a:buChar char=""/>
              <a:tabLst>
                <a:tab pos="508000" algn="l"/>
                <a:tab pos="1887220" algn="l"/>
              </a:tabLst>
            </a:pPr>
            <a:r>
              <a:rPr sz="3200" dirty="0">
                <a:latin typeface="Calibri"/>
                <a:cs typeface="Calibri"/>
              </a:rPr>
              <a:t>Ký</a:t>
            </a:r>
            <a:r>
              <a:rPr sz="3200" spc="-140" dirty="0">
                <a:latin typeface="Calibri"/>
                <a:cs typeface="Calibri"/>
              </a:rPr>
              <a:t> </a:t>
            </a:r>
            <a:r>
              <a:rPr sz="3200" spc="-20" dirty="0">
                <a:latin typeface="Calibri"/>
                <a:cs typeface="Calibri"/>
              </a:rPr>
              <a:t>hiệu</a:t>
            </a:r>
            <a:r>
              <a:rPr sz="3200" dirty="0">
                <a:latin typeface="Calibri"/>
                <a:cs typeface="Calibri"/>
              </a:rPr>
              <a:t>	E</a:t>
            </a:r>
            <a:r>
              <a:rPr sz="3200" spc="-10" dirty="0">
                <a:latin typeface="Calibri"/>
                <a:cs typeface="Calibri"/>
              </a:rPr>
              <a:t> </a:t>
            </a:r>
            <a:r>
              <a:rPr sz="3200" dirty="0">
                <a:latin typeface="Symbol"/>
                <a:cs typeface="Symbol"/>
              </a:rPr>
              <a:t></a:t>
            </a:r>
            <a:r>
              <a:rPr sz="3200" spc="-70" dirty="0">
                <a:latin typeface="Times New Roman"/>
                <a:cs typeface="Times New Roman"/>
              </a:rPr>
              <a:t> </a:t>
            </a:r>
            <a:r>
              <a:rPr sz="3200" spc="-340" dirty="0">
                <a:latin typeface="Calibri"/>
                <a:cs typeface="Calibri"/>
              </a:rPr>
              <a:t>F.</a:t>
            </a:r>
            <a:endParaRPr sz="3200">
              <a:latin typeface="Calibri"/>
              <a:cs typeface="Calibri"/>
            </a:endParaRPr>
          </a:p>
          <a:p>
            <a:pPr marL="508000" marR="118110" indent="-457834">
              <a:lnSpc>
                <a:spcPct val="100000"/>
              </a:lnSpc>
              <a:spcBef>
                <a:spcPts val="745"/>
              </a:spcBef>
              <a:buFont typeface="Wingdings"/>
              <a:buChar char=""/>
              <a:tabLst>
                <a:tab pos="508000" algn="l"/>
              </a:tabLst>
            </a:pPr>
            <a:r>
              <a:rPr sz="3200" spc="-35" dirty="0">
                <a:latin typeface="Calibri"/>
                <a:cs typeface="Calibri"/>
              </a:rPr>
              <a:t>Trong</a:t>
            </a:r>
            <a:r>
              <a:rPr sz="3200" spc="-70" dirty="0">
                <a:latin typeface="Calibri"/>
                <a:cs typeface="Calibri"/>
              </a:rPr>
              <a:t> </a:t>
            </a:r>
            <a:r>
              <a:rPr sz="3200" dirty="0">
                <a:latin typeface="Calibri"/>
                <a:cs typeface="Calibri"/>
              </a:rPr>
              <a:t>phép</a:t>
            </a:r>
            <a:r>
              <a:rPr sz="3200" spc="-85" dirty="0">
                <a:latin typeface="Calibri"/>
                <a:cs typeface="Calibri"/>
              </a:rPr>
              <a:t> </a:t>
            </a:r>
            <a:r>
              <a:rPr sz="3200" dirty="0">
                <a:latin typeface="Calibri"/>
                <a:cs typeface="Calibri"/>
              </a:rPr>
              <a:t>tính</a:t>
            </a:r>
            <a:r>
              <a:rPr sz="3200" spc="-55" dirty="0">
                <a:latin typeface="Calibri"/>
                <a:cs typeface="Calibri"/>
              </a:rPr>
              <a:t> </a:t>
            </a:r>
            <a:r>
              <a:rPr sz="3200" dirty="0">
                <a:latin typeface="Calibri"/>
                <a:cs typeface="Calibri"/>
              </a:rPr>
              <a:t>mệnh</a:t>
            </a:r>
            <a:r>
              <a:rPr sz="3200" spc="-70" dirty="0">
                <a:latin typeface="Calibri"/>
                <a:cs typeface="Calibri"/>
              </a:rPr>
              <a:t> </a:t>
            </a:r>
            <a:r>
              <a:rPr sz="3200" dirty="0">
                <a:latin typeface="Calibri"/>
                <a:cs typeface="Calibri"/>
              </a:rPr>
              <a:t>đề</a:t>
            </a:r>
            <a:r>
              <a:rPr sz="3200" spc="-95" dirty="0">
                <a:latin typeface="Calibri"/>
                <a:cs typeface="Calibri"/>
              </a:rPr>
              <a:t> </a:t>
            </a:r>
            <a:r>
              <a:rPr sz="3200" dirty="0">
                <a:latin typeface="Calibri"/>
                <a:cs typeface="Calibri"/>
              </a:rPr>
              <a:t>thường</a:t>
            </a:r>
            <a:r>
              <a:rPr sz="3200" spc="-65" dirty="0">
                <a:latin typeface="Calibri"/>
                <a:cs typeface="Calibri"/>
              </a:rPr>
              <a:t> </a:t>
            </a:r>
            <a:r>
              <a:rPr sz="3200" dirty="0">
                <a:latin typeface="Calibri"/>
                <a:cs typeface="Calibri"/>
              </a:rPr>
              <a:t>không</a:t>
            </a:r>
            <a:r>
              <a:rPr sz="3200" spc="-80" dirty="0">
                <a:latin typeface="Calibri"/>
                <a:cs typeface="Calibri"/>
              </a:rPr>
              <a:t> </a:t>
            </a:r>
            <a:r>
              <a:rPr sz="3200" spc="-20" dirty="0">
                <a:latin typeface="Calibri"/>
                <a:cs typeface="Calibri"/>
              </a:rPr>
              <a:t>phân </a:t>
            </a:r>
            <a:r>
              <a:rPr sz="3200" dirty="0">
                <a:latin typeface="Calibri"/>
                <a:cs typeface="Calibri"/>
              </a:rPr>
              <a:t>biệt</a:t>
            </a:r>
            <a:r>
              <a:rPr sz="3200" spc="-45" dirty="0">
                <a:latin typeface="Calibri"/>
                <a:cs typeface="Calibri"/>
              </a:rPr>
              <a:t> </a:t>
            </a:r>
            <a:r>
              <a:rPr sz="3200" dirty="0">
                <a:latin typeface="Calibri"/>
                <a:cs typeface="Calibri"/>
              </a:rPr>
              <a:t>các</a:t>
            </a:r>
            <a:r>
              <a:rPr sz="3200" spc="-55" dirty="0">
                <a:latin typeface="Calibri"/>
                <a:cs typeface="Calibri"/>
              </a:rPr>
              <a:t> </a:t>
            </a:r>
            <a:r>
              <a:rPr sz="3200" dirty="0">
                <a:latin typeface="Calibri"/>
                <a:cs typeface="Calibri"/>
              </a:rPr>
              <a:t>dạng</a:t>
            </a:r>
            <a:r>
              <a:rPr sz="3200" spc="-30" dirty="0">
                <a:latin typeface="Calibri"/>
                <a:cs typeface="Calibri"/>
              </a:rPr>
              <a:t> </a:t>
            </a:r>
            <a:r>
              <a:rPr sz="3200" dirty="0">
                <a:latin typeface="Calibri"/>
                <a:cs typeface="Calibri"/>
              </a:rPr>
              <a:t>mệnh</a:t>
            </a:r>
            <a:r>
              <a:rPr sz="3200" spc="-35" dirty="0">
                <a:latin typeface="Calibri"/>
                <a:cs typeface="Calibri"/>
              </a:rPr>
              <a:t> </a:t>
            </a:r>
            <a:r>
              <a:rPr sz="3200" dirty="0">
                <a:latin typeface="Calibri"/>
                <a:cs typeface="Calibri"/>
              </a:rPr>
              <a:t>đề</a:t>
            </a:r>
            <a:r>
              <a:rPr sz="3200" spc="-65" dirty="0">
                <a:latin typeface="Calibri"/>
                <a:cs typeface="Calibri"/>
              </a:rPr>
              <a:t> </a:t>
            </a:r>
            <a:r>
              <a:rPr sz="3200" dirty="0">
                <a:latin typeface="Calibri"/>
                <a:cs typeface="Calibri"/>
              </a:rPr>
              <a:t>tương</a:t>
            </a:r>
            <a:r>
              <a:rPr sz="3200" spc="-35" dirty="0">
                <a:latin typeface="Calibri"/>
                <a:cs typeface="Calibri"/>
              </a:rPr>
              <a:t> </a:t>
            </a:r>
            <a:r>
              <a:rPr sz="3200" dirty="0">
                <a:latin typeface="Calibri"/>
                <a:cs typeface="Calibri"/>
              </a:rPr>
              <a:t>đương</a:t>
            </a:r>
            <a:r>
              <a:rPr sz="3200" spc="-40" dirty="0">
                <a:latin typeface="Calibri"/>
                <a:cs typeface="Calibri"/>
              </a:rPr>
              <a:t> </a:t>
            </a:r>
            <a:r>
              <a:rPr sz="3200" spc="-10" dirty="0">
                <a:latin typeface="Calibri"/>
                <a:cs typeface="Calibri"/>
              </a:rPr>
              <a:t>logic.</a:t>
            </a:r>
            <a:endParaRPr sz="3200">
              <a:latin typeface="Calibri"/>
              <a:cs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07340" y="288391"/>
            <a:ext cx="3176270" cy="2372995"/>
          </a:xfrm>
          <a:prstGeom prst="rect">
            <a:avLst/>
          </a:prstGeom>
        </p:spPr>
        <p:txBody>
          <a:bodyPr vert="horz" wrap="square" lIns="0" tIns="113030" rIns="0" bIns="0" rtlCol="0">
            <a:spAutoFit/>
          </a:bodyPr>
          <a:lstStyle/>
          <a:p>
            <a:pPr marL="12700">
              <a:lnSpc>
                <a:spcPct val="100000"/>
              </a:lnSpc>
              <a:spcBef>
                <a:spcPts val="890"/>
              </a:spcBef>
            </a:pPr>
            <a:r>
              <a:rPr sz="3200" b="1" dirty="0">
                <a:latin typeface="Calibri"/>
                <a:cs typeface="Calibri"/>
              </a:rPr>
              <a:t>Ví</a:t>
            </a:r>
            <a:r>
              <a:rPr sz="3200" b="1" spc="-10" dirty="0">
                <a:latin typeface="Calibri"/>
                <a:cs typeface="Calibri"/>
              </a:rPr>
              <a:t> </a:t>
            </a:r>
            <a:r>
              <a:rPr sz="3200" b="1" spc="-25" dirty="0">
                <a:latin typeface="Calibri"/>
                <a:cs typeface="Calibri"/>
              </a:rPr>
              <a:t>dụ:</a:t>
            </a:r>
            <a:endParaRPr sz="3200">
              <a:latin typeface="Calibri"/>
              <a:cs typeface="Calibri"/>
            </a:endParaRPr>
          </a:p>
          <a:p>
            <a:pPr marL="12700">
              <a:lnSpc>
                <a:spcPct val="100000"/>
              </a:lnSpc>
              <a:spcBef>
                <a:spcPts val="790"/>
              </a:spcBef>
              <a:tabLst>
                <a:tab pos="469265" algn="l"/>
              </a:tabLst>
            </a:pPr>
            <a:r>
              <a:rPr sz="3200" spc="-50" dirty="0">
                <a:latin typeface="Calibri"/>
                <a:cs typeface="Calibri"/>
              </a:rPr>
              <a:t>-</a:t>
            </a:r>
            <a:r>
              <a:rPr sz="3200" dirty="0">
                <a:latin typeface="Calibri"/>
                <a:cs typeface="Calibri"/>
              </a:rPr>
              <a:t>	E(p,</a:t>
            </a:r>
            <a:r>
              <a:rPr sz="3200" spc="-15" dirty="0">
                <a:latin typeface="Calibri"/>
                <a:cs typeface="Calibri"/>
              </a:rPr>
              <a:t> </a:t>
            </a:r>
            <a:r>
              <a:rPr sz="3200" dirty="0">
                <a:latin typeface="Calibri"/>
                <a:cs typeface="Calibri"/>
              </a:rPr>
              <a:t>q)</a:t>
            </a:r>
            <a:r>
              <a:rPr sz="3200" spc="-20"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p</a:t>
            </a:r>
            <a:r>
              <a:rPr sz="3200" spc="-30" dirty="0">
                <a:latin typeface="Calibri"/>
                <a:cs typeface="Calibri"/>
              </a:rPr>
              <a:t> </a:t>
            </a:r>
            <a:r>
              <a:rPr sz="3200" dirty="0">
                <a:latin typeface="Wingdings"/>
                <a:cs typeface="Wingdings"/>
              </a:rPr>
              <a:t></a:t>
            </a:r>
            <a:r>
              <a:rPr sz="3200" spc="-95" dirty="0">
                <a:latin typeface="Times New Roman"/>
                <a:cs typeface="Times New Roman"/>
              </a:rPr>
              <a:t> </a:t>
            </a:r>
            <a:r>
              <a:rPr sz="3200" spc="-50" dirty="0">
                <a:latin typeface="Calibri"/>
                <a:cs typeface="Calibri"/>
              </a:rPr>
              <a:t>q</a:t>
            </a:r>
            <a:endParaRPr sz="3200">
              <a:latin typeface="Calibri"/>
              <a:cs typeface="Calibri"/>
            </a:endParaRPr>
          </a:p>
          <a:p>
            <a:pPr marL="12700" marR="5080">
              <a:lnSpc>
                <a:spcPts val="4610"/>
              </a:lnSpc>
              <a:spcBef>
                <a:spcPts val="100"/>
              </a:spcBef>
              <a:tabLst>
                <a:tab pos="469265" algn="l"/>
              </a:tabLst>
            </a:pPr>
            <a:r>
              <a:rPr sz="3200" spc="-50" dirty="0">
                <a:latin typeface="Calibri"/>
                <a:cs typeface="Calibri"/>
              </a:rPr>
              <a:t>-</a:t>
            </a:r>
            <a:r>
              <a:rPr sz="3200" dirty="0">
                <a:latin typeface="Calibri"/>
                <a:cs typeface="Calibri"/>
              </a:rPr>
              <a:t>	F(p,</a:t>
            </a:r>
            <a:r>
              <a:rPr sz="3200" spc="-25" dirty="0">
                <a:latin typeface="Calibri"/>
                <a:cs typeface="Calibri"/>
              </a:rPr>
              <a:t> </a:t>
            </a:r>
            <a:r>
              <a:rPr sz="3200" dirty="0">
                <a:latin typeface="Calibri"/>
                <a:cs typeface="Calibri"/>
              </a:rPr>
              <a:t>q)</a:t>
            </a:r>
            <a:r>
              <a:rPr sz="3200" spc="-20" dirty="0">
                <a:latin typeface="Calibri"/>
                <a:cs typeface="Calibri"/>
              </a:rPr>
              <a:t> </a:t>
            </a:r>
            <a:r>
              <a:rPr sz="3200" dirty="0">
                <a:latin typeface="Calibri"/>
                <a:cs typeface="Calibri"/>
              </a:rPr>
              <a:t>=</a:t>
            </a:r>
            <a:r>
              <a:rPr sz="3200" spc="-35" dirty="0">
                <a:latin typeface="Calibri"/>
                <a:cs typeface="Calibri"/>
              </a:rPr>
              <a:t> </a:t>
            </a:r>
            <a:r>
              <a:rPr sz="3200" dirty="0">
                <a:latin typeface="Symbol"/>
                <a:cs typeface="Symbol"/>
              </a:rPr>
              <a:t></a:t>
            </a:r>
            <a:r>
              <a:rPr sz="3200" dirty="0">
                <a:latin typeface="Calibri"/>
                <a:cs typeface="Calibri"/>
              </a:rPr>
              <a:t>p</a:t>
            </a:r>
            <a:r>
              <a:rPr sz="3200" spc="-15" dirty="0">
                <a:latin typeface="Calibri"/>
                <a:cs typeface="Calibri"/>
              </a:rPr>
              <a:t> </a:t>
            </a:r>
            <a:r>
              <a:rPr sz="3200" dirty="0">
                <a:latin typeface="Symbol"/>
                <a:cs typeface="Symbol"/>
              </a:rPr>
              <a:t></a:t>
            </a:r>
            <a:r>
              <a:rPr sz="3200" spc="-125" dirty="0">
                <a:latin typeface="Times New Roman"/>
                <a:cs typeface="Times New Roman"/>
              </a:rPr>
              <a:t> </a:t>
            </a:r>
            <a:r>
              <a:rPr sz="3200" spc="-25" dirty="0">
                <a:latin typeface="Calibri"/>
                <a:cs typeface="Calibri"/>
              </a:rPr>
              <a:t>q. </a:t>
            </a:r>
            <a:r>
              <a:rPr sz="3200" spc="-105" dirty="0">
                <a:latin typeface="Calibri"/>
                <a:cs typeface="Calibri"/>
              </a:rPr>
              <a:t>Ta</a:t>
            </a:r>
            <a:r>
              <a:rPr sz="3200" spc="-25" dirty="0">
                <a:latin typeface="Calibri"/>
                <a:cs typeface="Calibri"/>
              </a:rPr>
              <a:t> </a:t>
            </a:r>
            <a:r>
              <a:rPr sz="3200" dirty="0">
                <a:latin typeface="Calibri"/>
                <a:cs typeface="Calibri"/>
              </a:rPr>
              <a:t>có</a:t>
            </a:r>
            <a:r>
              <a:rPr sz="3200" spc="-40" dirty="0">
                <a:latin typeface="Calibri"/>
                <a:cs typeface="Calibri"/>
              </a:rPr>
              <a:t> </a:t>
            </a:r>
            <a:r>
              <a:rPr sz="3200" dirty="0">
                <a:latin typeface="Calibri"/>
                <a:cs typeface="Calibri"/>
              </a:rPr>
              <a:t>E</a:t>
            </a:r>
            <a:r>
              <a:rPr sz="3200" spc="-15" dirty="0">
                <a:latin typeface="Calibri"/>
                <a:cs typeface="Calibri"/>
              </a:rPr>
              <a:t> </a:t>
            </a:r>
            <a:r>
              <a:rPr sz="3200" dirty="0">
                <a:latin typeface="Wingdings"/>
                <a:cs typeface="Wingdings"/>
              </a:rPr>
              <a:t></a:t>
            </a:r>
            <a:r>
              <a:rPr sz="3200" spc="-110" dirty="0">
                <a:latin typeface="Times New Roman"/>
                <a:cs typeface="Times New Roman"/>
              </a:rPr>
              <a:t> </a:t>
            </a:r>
            <a:r>
              <a:rPr sz="3200" spc="-25" dirty="0">
                <a:latin typeface="Calibri"/>
                <a:cs typeface="Calibri"/>
              </a:rPr>
              <a:t>F.</a:t>
            </a:r>
            <a:endParaRPr sz="3200">
              <a:latin typeface="Calibri"/>
              <a:cs typeface="Calibri"/>
            </a:endParaRPr>
          </a:p>
        </p:txBody>
      </p:sp>
      <p:graphicFrame>
        <p:nvGraphicFramePr>
          <p:cNvPr id="3" name="object 3"/>
          <p:cNvGraphicFramePr>
            <a:graphicFrameLocks noGrp="1"/>
          </p:cNvGraphicFramePr>
          <p:nvPr/>
        </p:nvGraphicFramePr>
        <p:xfrm>
          <a:off x="1517650" y="3270250"/>
          <a:ext cx="6184900" cy="1852295"/>
        </p:xfrm>
        <a:graphic>
          <a:graphicData uri="http://schemas.openxmlformats.org/drawingml/2006/table">
            <a:tbl>
              <a:tblPr firstRow="1" bandRow="1">
                <a:tableStyleId>{2D5ABB26-0587-4C30-8999-92F81FD0307C}</a:tableStyleId>
              </a:tblPr>
              <a:tblGrid>
                <a:gridCol w="5334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14478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447800">
                  <a:extLst>
                    <a:ext uri="{9D8B030D-6E8A-4147-A177-3AD203B41FA5}">
                      <a16:colId xmlns:a16="http://schemas.microsoft.com/office/drawing/2014/main" val="20005"/>
                    </a:ext>
                  </a:extLst>
                </a:gridCol>
              </a:tblGrid>
              <a:tr h="370205">
                <a:tc>
                  <a:txBody>
                    <a:bodyPr/>
                    <a:lstStyle/>
                    <a:p>
                      <a:pPr algn="ctr">
                        <a:lnSpc>
                          <a:spcPct val="100000"/>
                        </a:lnSpc>
                        <a:spcBef>
                          <a:spcPts val="245"/>
                        </a:spcBef>
                      </a:pPr>
                      <a:r>
                        <a:rPr sz="1800" b="1" spc="-50" dirty="0">
                          <a:solidFill>
                            <a:srgbClr val="FF0000"/>
                          </a:solidFill>
                          <a:latin typeface="Calibri"/>
                          <a:cs typeface="Calibri"/>
                        </a:rPr>
                        <a:t>p</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b="1" spc="-50" dirty="0">
                          <a:solidFill>
                            <a:srgbClr val="FF0000"/>
                          </a:solidFill>
                          <a:latin typeface="Calibri"/>
                          <a:cs typeface="Calibri"/>
                        </a:rPr>
                        <a:t>q</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70"/>
                        </a:spcBef>
                      </a:pPr>
                      <a:r>
                        <a:rPr sz="1800" spc="-25" dirty="0">
                          <a:latin typeface="Symbol"/>
                          <a:cs typeface="Symbol"/>
                        </a:rPr>
                        <a:t></a:t>
                      </a:r>
                      <a:r>
                        <a:rPr sz="1800" spc="-25" dirty="0">
                          <a:latin typeface="Calibri"/>
                          <a:cs typeface="Calibri"/>
                        </a:rPr>
                        <a:t>p</a:t>
                      </a:r>
                      <a:endParaRPr sz="1800">
                        <a:latin typeface="Calibri"/>
                        <a:cs typeface="Calibri"/>
                      </a:endParaRPr>
                    </a:p>
                  </a:txBody>
                  <a:tcPr marL="0" marR="0" marT="342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270"/>
                        </a:spcBef>
                      </a:pPr>
                      <a:r>
                        <a:rPr sz="1800" b="1" dirty="0">
                          <a:solidFill>
                            <a:srgbClr val="FF0000"/>
                          </a:solidFill>
                          <a:latin typeface="Calibri"/>
                          <a:cs typeface="Calibri"/>
                        </a:rPr>
                        <a:t>E</a:t>
                      </a:r>
                      <a:r>
                        <a:rPr sz="1800" b="1" spc="-5" dirty="0">
                          <a:solidFill>
                            <a:srgbClr val="FF0000"/>
                          </a:solidFill>
                          <a:latin typeface="Calibri"/>
                          <a:cs typeface="Calibri"/>
                        </a:rPr>
                        <a:t> </a:t>
                      </a:r>
                      <a:r>
                        <a:rPr sz="1800" b="1" dirty="0">
                          <a:solidFill>
                            <a:srgbClr val="FF0000"/>
                          </a:solidFill>
                          <a:latin typeface="Calibri"/>
                          <a:cs typeface="Calibri"/>
                        </a:rPr>
                        <a:t>=</a:t>
                      </a:r>
                      <a:r>
                        <a:rPr sz="1800" b="1" spc="10" dirty="0">
                          <a:solidFill>
                            <a:srgbClr val="FF0000"/>
                          </a:solidFill>
                          <a:latin typeface="Calibri"/>
                          <a:cs typeface="Calibri"/>
                        </a:rPr>
                        <a:t> </a:t>
                      </a:r>
                      <a:r>
                        <a:rPr sz="1800" b="1" dirty="0">
                          <a:solidFill>
                            <a:srgbClr val="FF0000"/>
                          </a:solidFill>
                          <a:latin typeface="Calibri"/>
                          <a:cs typeface="Calibri"/>
                        </a:rPr>
                        <a:t>p</a:t>
                      </a:r>
                      <a:r>
                        <a:rPr sz="1800" b="1" spc="-10" dirty="0">
                          <a:solidFill>
                            <a:srgbClr val="FF0000"/>
                          </a:solidFill>
                          <a:latin typeface="Calibri"/>
                          <a:cs typeface="Calibri"/>
                        </a:rPr>
                        <a:t> </a:t>
                      </a:r>
                      <a:r>
                        <a:rPr sz="1800" dirty="0">
                          <a:solidFill>
                            <a:srgbClr val="FF0000"/>
                          </a:solidFill>
                          <a:latin typeface="Symbol"/>
                          <a:cs typeface="Symbol"/>
                        </a:rPr>
                        <a:t></a:t>
                      </a:r>
                      <a:r>
                        <a:rPr sz="1800" spc="-35" dirty="0">
                          <a:solidFill>
                            <a:srgbClr val="FF0000"/>
                          </a:solidFill>
                          <a:latin typeface="Times New Roman"/>
                          <a:cs typeface="Times New Roman"/>
                        </a:rPr>
                        <a:t> </a:t>
                      </a:r>
                      <a:r>
                        <a:rPr sz="1800" b="1" spc="-60" dirty="0">
                          <a:solidFill>
                            <a:srgbClr val="FF0000"/>
                          </a:solidFill>
                          <a:latin typeface="Calibri"/>
                          <a:cs typeface="Calibri"/>
                        </a:rPr>
                        <a:t>q</a:t>
                      </a:r>
                      <a:endParaRPr sz="1800">
                        <a:latin typeface="Calibri"/>
                        <a:cs typeface="Calibri"/>
                      </a:endParaRPr>
                    </a:p>
                  </a:txBody>
                  <a:tcPr marL="0" marR="0" marT="342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70"/>
                        </a:spcBef>
                      </a:pPr>
                      <a:r>
                        <a:rPr sz="1800" b="1" dirty="0">
                          <a:solidFill>
                            <a:srgbClr val="FF0000"/>
                          </a:solidFill>
                          <a:latin typeface="Calibri"/>
                          <a:cs typeface="Calibri"/>
                        </a:rPr>
                        <a:t>F</a:t>
                      </a:r>
                      <a:r>
                        <a:rPr sz="1800" b="1" spc="-10" dirty="0">
                          <a:solidFill>
                            <a:srgbClr val="FF0000"/>
                          </a:solidFill>
                          <a:latin typeface="Calibri"/>
                          <a:cs typeface="Calibri"/>
                        </a:rPr>
                        <a:t> </a:t>
                      </a:r>
                      <a:r>
                        <a:rPr sz="1800" b="1" dirty="0">
                          <a:solidFill>
                            <a:srgbClr val="FF0000"/>
                          </a:solidFill>
                          <a:latin typeface="Calibri"/>
                          <a:cs typeface="Calibri"/>
                        </a:rPr>
                        <a:t>=</a:t>
                      </a:r>
                      <a:r>
                        <a:rPr sz="1800" b="1" spc="-5" dirty="0">
                          <a:solidFill>
                            <a:srgbClr val="FF0000"/>
                          </a:solidFill>
                          <a:latin typeface="Calibri"/>
                          <a:cs typeface="Calibri"/>
                        </a:rPr>
                        <a:t> </a:t>
                      </a:r>
                      <a:r>
                        <a:rPr sz="1800" dirty="0">
                          <a:solidFill>
                            <a:srgbClr val="FF0000"/>
                          </a:solidFill>
                          <a:latin typeface="Symbol"/>
                          <a:cs typeface="Symbol"/>
                        </a:rPr>
                        <a:t></a:t>
                      </a:r>
                      <a:r>
                        <a:rPr sz="1800" b="1" dirty="0">
                          <a:solidFill>
                            <a:srgbClr val="FF0000"/>
                          </a:solidFill>
                          <a:latin typeface="Calibri"/>
                          <a:cs typeface="Calibri"/>
                        </a:rPr>
                        <a:t>p</a:t>
                      </a:r>
                      <a:r>
                        <a:rPr sz="1800" b="1" spc="-15" dirty="0">
                          <a:solidFill>
                            <a:srgbClr val="FF0000"/>
                          </a:solidFill>
                          <a:latin typeface="Calibri"/>
                          <a:cs typeface="Calibri"/>
                        </a:rPr>
                        <a:t> </a:t>
                      </a:r>
                      <a:r>
                        <a:rPr sz="1800" dirty="0">
                          <a:solidFill>
                            <a:srgbClr val="FF0000"/>
                          </a:solidFill>
                          <a:latin typeface="Symbol"/>
                          <a:cs typeface="Symbol"/>
                        </a:rPr>
                        <a:t></a:t>
                      </a:r>
                      <a:r>
                        <a:rPr sz="1800" spc="-45" dirty="0">
                          <a:solidFill>
                            <a:srgbClr val="FF0000"/>
                          </a:solidFill>
                          <a:latin typeface="Times New Roman"/>
                          <a:cs typeface="Times New Roman"/>
                        </a:rPr>
                        <a:t> </a:t>
                      </a:r>
                      <a:r>
                        <a:rPr sz="1800" b="1" spc="-50" dirty="0">
                          <a:solidFill>
                            <a:srgbClr val="FF0000"/>
                          </a:solidFill>
                          <a:latin typeface="Calibri"/>
                          <a:cs typeface="Calibri"/>
                        </a:rPr>
                        <a:t>q</a:t>
                      </a:r>
                      <a:endParaRPr sz="1800">
                        <a:latin typeface="Calibri"/>
                        <a:cs typeface="Calibri"/>
                      </a:endParaRPr>
                    </a:p>
                  </a:txBody>
                  <a:tcPr marL="0" marR="0" marT="342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445134">
                        <a:lnSpc>
                          <a:spcPct val="100000"/>
                        </a:lnSpc>
                        <a:spcBef>
                          <a:spcPts val="270"/>
                        </a:spcBef>
                      </a:pPr>
                      <a:r>
                        <a:rPr sz="1800" b="1" dirty="0">
                          <a:solidFill>
                            <a:srgbClr val="FF0000"/>
                          </a:solidFill>
                          <a:latin typeface="Calibri"/>
                          <a:cs typeface="Calibri"/>
                        </a:rPr>
                        <a:t>E</a:t>
                      </a:r>
                      <a:r>
                        <a:rPr sz="1800" b="1" spc="-5" dirty="0">
                          <a:solidFill>
                            <a:srgbClr val="FF0000"/>
                          </a:solidFill>
                          <a:latin typeface="Calibri"/>
                          <a:cs typeface="Calibri"/>
                        </a:rPr>
                        <a:t> </a:t>
                      </a:r>
                      <a:r>
                        <a:rPr sz="1800" dirty="0">
                          <a:solidFill>
                            <a:srgbClr val="FF0000"/>
                          </a:solidFill>
                          <a:latin typeface="Symbol"/>
                          <a:cs typeface="Symbol"/>
                        </a:rPr>
                        <a:t></a:t>
                      </a:r>
                      <a:r>
                        <a:rPr sz="1800" spc="-40" dirty="0">
                          <a:solidFill>
                            <a:srgbClr val="FF0000"/>
                          </a:solidFill>
                          <a:latin typeface="Times New Roman"/>
                          <a:cs typeface="Times New Roman"/>
                        </a:rPr>
                        <a:t> </a:t>
                      </a:r>
                      <a:r>
                        <a:rPr sz="1800" b="1" spc="-50" dirty="0">
                          <a:solidFill>
                            <a:srgbClr val="FF0000"/>
                          </a:solidFill>
                          <a:latin typeface="Calibri"/>
                          <a:cs typeface="Calibri"/>
                        </a:rPr>
                        <a:t>F</a:t>
                      </a:r>
                      <a:endParaRPr sz="1800">
                        <a:latin typeface="Calibri"/>
                        <a:cs typeface="Calibri"/>
                      </a:endParaRPr>
                    </a:p>
                  </a:txBody>
                  <a:tcPr marL="0" marR="0" marT="342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0840">
                <a:tc>
                  <a:txBody>
                    <a:bodyPr/>
                    <a:lstStyle/>
                    <a:p>
                      <a:pPr algn="ctr">
                        <a:lnSpc>
                          <a:spcPct val="100000"/>
                        </a:lnSpc>
                        <a:spcBef>
                          <a:spcPts val="245"/>
                        </a:spcBef>
                      </a:pPr>
                      <a:r>
                        <a:rPr sz="1800"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b="1"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b="1"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205">
                <a:tc>
                  <a:txBody>
                    <a:bodyPr/>
                    <a:lstStyle/>
                    <a:p>
                      <a:pPr algn="ctr">
                        <a:lnSpc>
                          <a:spcPct val="100000"/>
                        </a:lnSpc>
                        <a:spcBef>
                          <a:spcPts val="245"/>
                        </a:spcBef>
                      </a:pPr>
                      <a:r>
                        <a:rPr sz="1800"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b="1"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b="1"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70840">
                <a:tc>
                  <a:txBody>
                    <a:bodyPr/>
                    <a:lstStyle/>
                    <a:p>
                      <a:pPr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b="1"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b="1"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70205">
                <a:tc>
                  <a:txBody>
                    <a:bodyPr/>
                    <a:lstStyle/>
                    <a:p>
                      <a:pPr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b="1"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b="1"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312165"/>
            <a:ext cx="7858125" cy="1004569"/>
          </a:xfrm>
          <a:prstGeom prst="rect">
            <a:avLst/>
          </a:prstGeom>
        </p:spPr>
        <p:txBody>
          <a:bodyPr vert="horz" wrap="square" lIns="0" tIns="10160" rIns="0" bIns="0" rtlCol="0">
            <a:spAutoFit/>
          </a:bodyPr>
          <a:lstStyle/>
          <a:p>
            <a:pPr marL="12700" marR="5080">
              <a:lnSpc>
                <a:spcPct val="100600"/>
              </a:lnSpc>
              <a:spcBef>
                <a:spcPts val="80"/>
              </a:spcBef>
              <a:tabLst>
                <a:tab pos="7352030" algn="l"/>
              </a:tabLst>
            </a:pPr>
            <a:r>
              <a:rPr sz="3200" b="1" dirty="0">
                <a:latin typeface="Calibri"/>
                <a:cs typeface="Calibri"/>
              </a:rPr>
              <a:t>1.4.3</a:t>
            </a:r>
            <a:r>
              <a:rPr sz="3200" b="1" spc="-35" dirty="0">
                <a:latin typeface="Calibri"/>
                <a:cs typeface="Calibri"/>
              </a:rPr>
              <a:t> </a:t>
            </a:r>
            <a:r>
              <a:rPr sz="3200" b="1" dirty="0">
                <a:latin typeface="Calibri"/>
                <a:cs typeface="Calibri"/>
              </a:rPr>
              <a:t>Mệnh</a:t>
            </a:r>
            <a:r>
              <a:rPr sz="3200" b="1" spc="-30" dirty="0">
                <a:latin typeface="Calibri"/>
                <a:cs typeface="Calibri"/>
              </a:rPr>
              <a:t> </a:t>
            </a:r>
            <a:r>
              <a:rPr sz="3200" b="1" dirty="0">
                <a:latin typeface="Calibri"/>
                <a:cs typeface="Calibri"/>
              </a:rPr>
              <a:t>đề:</a:t>
            </a:r>
            <a:r>
              <a:rPr sz="3200" b="1" spc="-25" dirty="0">
                <a:latin typeface="Calibri"/>
                <a:cs typeface="Calibri"/>
              </a:rPr>
              <a:t> </a:t>
            </a:r>
            <a:r>
              <a:rPr sz="3200" dirty="0"/>
              <a:t>E</a:t>
            </a:r>
            <a:r>
              <a:rPr sz="3200" spc="-35" dirty="0"/>
              <a:t> </a:t>
            </a:r>
            <a:r>
              <a:rPr sz="3200" dirty="0"/>
              <a:t>và</a:t>
            </a:r>
            <a:r>
              <a:rPr sz="3200" spc="-30" dirty="0"/>
              <a:t> </a:t>
            </a:r>
            <a:r>
              <a:rPr sz="3200" dirty="0"/>
              <a:t>F</a:t>
            </a:r>
            <a:r>
              <a:rPr sz="3200" spc="-25" dirty="0"/>
              <a:t> </a:t>
            </a:r>
            <a:r>
              <a:rPr sz="3200" dirty="0"/>
              <a:t>là</a:t>
            </a:r>
            <a:r>
              <a:rPr sz="3200" spc="-30" dirty="0"/>
              <a:t> </a:t>
            </a:r>
            <a:r>
              <a:rPr sz="3200" dirty="0"/>
              <a:t>tương</a:t>
            </a:r>
            <a:r>
              <a:rPr sz="3200" spc="-25" dirty="0"/>
              <a:t> </a:t>
            </a:r>
            <a:r>
              <a:rPr sz="3200" dirty="0"/>
              <a:t>đương</a:t>
            </a:r>
            <a:r>
              <a:rPr sz="3200" spc="-30" dirty="0"/>
              <a:t> </a:t>
            </a:r>
            <a:r>
              <a:rPr sz="3200" spc="-10" dirty="0"/>
              <a:t>logic</a:t>
            </a:r>
            <a:r>
              <a:rPr sz="3200" dirty="0"/>
              <a:t>	</a:t>
            </a:r>
            <a:r>
              <a:rPr sz="3200" spc="-25" dirty="0">
                <a:solidFill>
                  <a:srgbClr val="FF0000"/>
                </a:solidFill>
              </a:rPr>
              <a:t>khi </a:t>
            </a:r>
            <a:r>
              <a:rPr sz="3200" dirty="0">
                <a:solidFill>
                  <a:srgbClr val="FF0000"/>
                </a:solidFill>
              </a:rPr>
              <a:t>và</a:t>
            </a:r>
            <a:r>
              <a:rPr sz="3200" spc="-30" dirty="0">
                <a:solidFill>
                  <a:srgbClr val="FF0000"/>
                </a:solidFill>
              </a:rPr>
              <a:t> </a:t>
            </a:r>
            <a:r>
              <a:rPr sz="3200" dirty="0">
                <a:solidFill>
                  <a:srgbClr val="FF0000"/>
                </a:solidFill>
              </a:rPr>
              <a:t>chỉ</a:t>
            </a:r>
            <a:r>
              <a:rPr sz="3200" spc="-25" dirty="0">
                <a:solidFill>
                  <a:srgbClr val="FF0000"/>
                </a:solidFill>
              </a:rPr>
              <a:t> </a:t>
            </a:r>
            <a:r>
              <a:rPr sz="3200" dirty="0">
                <a:solidFill>
                  <a:srgbClr val="FF0000"/>
                </a:solidFill>
              </a:rPr>
              <a:t>khi</a:t>
            </a:r>
            <a:r>
              <a:rPr sz="3200" spc="-30" dirty="0">
                <a:solidFill>
                  <a:srgbClr val="FF0000"/>
                </a:solidFill>
              </a:rPr>
              <a:t> </a:t>
            </a:r>
            <a:r>
              <a:rPr sz="3200" dirty="0"/>
              <a:t>E</a:t>
            </a:r>
            <a:r>
              <a:rPr sz="3200" spc="-35" dirty="0"/>
              <a:t> </a:t>
            </a:r>
            <a:r>
              <a:rPr sz="3200" dirty="0">
                <a:latin typeface="Symbol"/>
                <a:cs typeface="Symbol"/>
              </a:rPr>
              <a:t></a:t>
            </a:r>
            <a:r>
              <a:rPr sz="3200" spc="-95" dirty="0">
                <a:latin typeface="Times New Roman"/>
                <a:cs typeface="Times New Roman"/>
              </a:rPr>
              <a:t> </a:t>
            </a:r>
            <a:r>
              <a:rPr sz="3200" dirty="0"/>
              <a:t>F</a:t>
            </a:r>
            <a:r>
              <a:rPr sz="3200" spc="-35" dirty="0"/>
              <a:t> </a:t>
            </a:r>
            <a:r>
              <a:rPr sz="3200" dirty="0"/>
              <a:t>là</a:t>
            </a:r>
            <a:r>
              <a:rPr sz="3200" spc="-25" dirty="0"/>
              <a:t> </a:t>
            </a:r>
            <a:r>
              <a:rPr sz="3200" dirty="0"/>
              <a:t>hằng</a:t>
            </a:r>
            <a:r>
              <a:rPr sz="3200" spc="-5" dirty="0"/>
              <a:t> </a:t>
            </a:r>
            <a:r>
              <a:rPr sz="3200" spc="-10" dirty="0"/>
              <a:t>đúng.</a:t>
            </a:r>
            <a:endParaRPr sz="3200">
              <a:latin typeface="Times New Roman"/>
              <a:cs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32740" y="235407"/>
            <a:ext cx="8332470" cy="3343275"/>
          </a:xfrm>
          <a:prstGeom prst="rect">
            <a:avLst/>
          </a:prstGeom>
        </p:spPr>
        <p:txBody>
          <a:bodyPr vert="horz" wrap="square" lIns="0" tIns="13335" rIns="0" bIns="0" rtlCol="0">
            <a:spAutoFit/>
          </a:bodyPr>
          <a:lstStyle/>
          <a:p>
            <a:pPr marL="63500" marR="179705">
              <a:lnSpc>
                <a:spcPct val="100000"/>
              </a:lnSpc>
              <a:spcBef>
                <a:spcPts val="105"/>
              </a:spcBef>
              <a:tabLst>
                <a:tab pos="2452370" algn="l"/>
              </a:tabLst>
            </a:pPr>
            <a:r>
              <a:rPr sz="3200" b="1" dirty="0">
                <a:latin typeface="Calibri"/>
                <a:cs typeface="Calibri"/>
              </a:rPr>
              <a:t>1.4.4</a:t>
            </a:r>
            <a:r>
              <a:rPr sz="3200" b="1" spc="-35" dirty="0">
                <a:latin typeface="Calibri"/>
                <a:cs typeface="Calibri"/>
              </a:rPr>
              <a:t> </a:t>
            </a:r>
            <a:r>
              <a:rPr sz="3200" b="1" dirty="0">
                <a:latin typeface="Calibri"/>
                <a:cs typeface="Calibri"/>
              </a:rPr>
              <a:t>Định</a:t>
            </a:r>
            <a:r>
              <a:rPr sz="3200" b="1" spc="-35" dirty="0">
                <a:latin typeface="Calibri"/>
                <a:cs typeface="Calibri"/>
              </a:rPr>
              <a:t> </a:t>
            </a:r>
            <a:r>
              <a:rPr sz="3200" b="1" dirty="0">
                <a:latin typeface="Calibri"/>
                <a:cs typeface="Calibri"/>
              </a:rPr>
              <a:t>nghĩa:</a:t>
            </a:r>
            <a:r>
              <a:rPr sz="3200" b="1" spc="-60" dirty="0">
                <a:latin typeface="Calibri"/>
                <a:cs typeface="Calibri"/>
              </a:rPr>
              <a:t> </a:t>
            </a:r>
            <a:r>
              <a:rPr sz="3200" dirty="0">
                <a:latin typeface="Calibri"/>
                <a:cs typeface="Calibri"/>
              </a:rPr>
              <a:t>Cho</a:t>
            </a:r>
            <a:r>
              <a:rPr sz="3200" spc="-30" dirty="0">
                <a:latin typeface="Calibri"/>
                <a:cs typeface="Calibri"/>
              </a:rPr>
              <a:t> </a:t>
            </a:r>
            <a:r>
              <a:rPr sz="3200" dirty="0">
                <a:latin typeface="Calibri"/>
                <a:cs typeface="Calibri"/>
              </a:rPr>
              <a:t>F</a:t>
            </a:r>
            <a:r>
              <a:rPr sz="3200" spc="-35" dirty="0">
                <a:latin typeface="Calibri"/>
                <a:cs typeface="Calibri"/>
              </a:rPr>
              <a:t> </a:t>
            </a:r>
            <a:r>
              <a:rPr sz="3200" dirty="0">
                <a:latin typeface="Calibri"/>
                <a:cs typeface="Calibri"/>
              </a:rPr>
              <a:t>và</a:t>
            </a:r>
            <a:r>
              <a:rPr sz="3200" spc="-35" dirty="0">
                <a:latin typeface="Calibri"/>
                <a:cs typeface="Calibri"/>
              </a:rPr>
              <a:t> </a:t>
            </a:r>
            <a:r>
              <a:rPr sz="3200" dirty="0">
                <a:latin typeface="Calibri"/>
                <a:cs typeface="Calibri"/>
              </a:rPr>
              <a:t>E</a:t>
            </a:r>
            <a:r>
              <a:rPr sz="3200" spc="-35" dirty="0">
                <a:latin typeface="Calibri"/>
                <a:cs typeface="Calibri"/>
              </a:rPr>
              <a:t> </a:t>
            </a:r>
            <a:r>
              <a:rPr sz="3200" dirty="0">
                <a:latin typeface="Calibri"/>
                <a:cs typeface="Calibri"/>
              </a:rPr>
              <a:t>là</a:t>
            </a:r>
            <a:r>
              <a:rPr sz="3200" spc="-30" dirty="0">
                <a:latin typeface="Calibri"/>
                <a:cs typeface="Calibri"/>
              </a:rPr>
              <a:t> </a:t>
            </a:r>
            <a:r>
              <a:rPr sz="3200" dirty="0">
                <a:latin typeface="Calibri"/>
                <a:cs typeface="Calibri"/>
              </a:rPr>
              <a:t>hai</a:t>
            </a:r>
            <a:r>
              <a:rPr sz="3200" spc="-30" dirty="0">
                <a:latin typeface="Calibri"/>
                <a:cs typeface="Calibri"/>
              </a:rPr>
              <a:t> </a:t>
            </a:r>
            <a:r>
              <a:rPr sz="3200" dirty="0">
                <a:latin typeface="Calibri"/>
                <a:cs typeface="Calibri"/>
              </a:rPr>
              <a:t>dạng</a:t>
            </a:r>
            <a:r>
              <a:rPr sz="3200" spc="-20" dirty="0">
                <a:latin typeface="Calibri"/>
                <a:cs typeface="Calibri"/>
              </a:rPr>
              <a:t> </a:t>
            </a:r>
            <a:r>
              <a:rPr sz="3200" dirty="0">
                <a:latin typeface="Calibri"/>
                <a:cs typeface="Calibri"/>
              </a:rPr>
              <a:t>mệnh</a:t>
            </a:r>
            <a:r>
              <a:rPr sz="3200" spc="-15" dirty="0">
                <a:latin typeface="Calibri"/>
                <a:cs typeface="Calibri"/>
              </a:rPr>
              <a:t> </a:t>
            </a:r>
            <a:r>
              <a:rPr sz="3200" spc="-25" dirty="0">
                <a:latin typeface="Calibri"/>
                <a:cs typeface="Calibri"/>
              </a:rPr>
              <a:t>đề </a:t>
            </a:r>
            <a:r>
              <a:rPr sz="3200" dirty="0">
                <a:latin typeface="Calibri"/>
                <a:cs typeface="Calibri"/>
              </a:rPr>
              <a:t>có</a:t>
            </a:r>
            <a:r>
              <a:rPr sz="3200" spc="-60" dirty="0">
                <a:latin typeface="Calibri"/>
                <a:cs typeface="Calibri"/>
              </a:rPr>
              <a:t> </a:t>
            </a:r>
            <a:r>
              <a:rPr sz="3200" dirty="0">
                <a:latin typeface="Calibri"/>
                <a:cs typeface="Calibri"/>
              </a:rPr>
              <a:t>các</a:t>
            </a:r>
            <a:r>
              <a:rPr sz="3200" spc="-40" dirty="0">
                <a:latin typeface="Calibri"/>
                <a:cs typeface="Calibri"/>
              </a:rPr>
              <a:t> </a:t>
            </a:r>
            <a:r>
              <a:rPr sz="3200" dirty="0">
                <a:latin typeface="Calibri"/>
                <a:cs typeface="Calibri"/>
              </a:rPr>
              <a:t>biến</a:t>
            </a:r>
            <a:r>
              <a:rPr sz="3200" spc="-55" dirty="0">
                <a:latin typeface="Calibri"/>
                <a:cs typeface="Calibri"/>
              </a:rPr>
              <a:t> </a:t>
            </a:r>
            <a:r>
              <a:rPr sz="3200" spc="-25" dirty="0">
                <a:latin typeface="Calibri"/>
                <a:cs typeface="Calibri"/>
              </a:rPr>
              <a:t>là</a:t>
            </a:r>
            <a:r>
              <a:rPr sz="3200" dirty="0">
                <a:latin typeface="Calibri"/>
                <a:cs typeface="Calibri"/>
              </a:rPr>
              <a:t>	p</a:t>
            </a:r>
            <a:r>
              <a:rPr sz="3150" baseline="-21164" dirty="0">
                <a:latin typeface="Calibri"/>
                <a:cs typeface="Calibri"/>
              </a:rPr>
              <a:t>1</a:t>
            </a:r>
            <a:r>
              <a:rPr sz="3200" dirty="0">
                <a:latin typeface="Calibri"/>
                <a:cs typeface="Calibri"/>
              </a:rPr>
              <a:t>,</a:t>
            </a:r>
            <a:r>
              <a:rPr sz="3200" spc="-15" dirty="0">
                <a:latin typeface="Calibri"/>
                <a:cs typeface="Calibri"/>
              </a:rPr>
              <a:t> </a:t>
            </a:r>
            <a:r>
              <a:rPr sz="3200" dirty="0">
                <a:latin typeface="Calibri"/>
                <a:cs typeface="Calibri"/>
              </a:rPr>
              <a:t>…,</a:t>
            </a:r>
            <a:r>
              <a:rPr sz="3200" spc="-20" dirty="0">
                <a:latin typeface="Calibri"/>
                <a:cs typeface="Calibri"/>
              </a:rPr>
              <a:t> </a:t>
            </a:r>
            <a:r>
              <a:rPr sz="3200" spc="-25" dirty="0">
                <a:latin typeface="Calibri"/>
                <a:cs typeface="Calibri"/>
              </a:rPr>
              <a:t>p</a:t>
            </a:r>
            <a:r>
              <a:rPr sz="3150" spc="-37" baseline="-21164" dirty="0">
                <a:latin typeface="Calibri"/>
                <a:cs typeface="Calibri"/>
              </a:rPr>
              <a:t>n</a:t>
            </a:r>
            <a:r>
              <a:rPr sz="3200" spc="-25" dirty="0">
                <a:latin typeface="Calibri"/>
                <a:cs typeface="Calibri"/>
              </a:rPr>
              <a:t>.</a:t>
            </a:r>
            <a:endParaRPr sz="3200">
              <a:latin typeface="Calibri"/>
              <a:cs typeface="Calibri"/>
            </a:endParaRPr>
          </a:p>
          <a:p>
            <a:pPr marL="63500">
              <a:lnSpc>
                <a:spcPct val="100000"/>
              </a:lnSpc>
              <a:spcBef>
                <a:spcPts val="795"/>
              </a:spcBef>
              <a:tabLst>
                <a:tab pos="520700" algn="l"/>
              </a:tabLst>
            </a:pPr>
            <a:r>
              <a:rPr sz="3200" spc="-50" dirty="0">
                <a:latin typeface="Calibri"/>
                <a:cs typeface="Calibri"/>
              </a:rPr>
              <a:t>-</a:t>
            </a:r>
            <a:r>
              <a:rPr sz="3200" dirty="0">
                <a:latin typeface="Calibri"/>
                <a:cs typeface="Calibri"/>
              </a:rPr>
              <a:t>	F</a:t>
            </a:r>
            <a:r>
              <a:rPr sz="3200" spc="-30" dirty="0">
                <a:latin typeface="Calibri"/>
                <a:cs typeface="Calibri"/>
              </a:rPr>
              <a:t> </a:t>
            </a:r>
            <a:r>
              <a:rPr sz="3200" dirty="0">
                <a:latin typeface="Calibri"/>
                <a:cs typeface="Calibri"/>
              </a:rPr>
              <a:t>là</a:t>
            </a:r>
            <a:r>
              <a:rPr sz="3200" spc="-15" dirty="0">
                <a:latin typeface="Calibri"/>
                <a:cs typeface="Calibri"/>
              </a:rPr>
              <a:t> </a:t>
            </a:r>
            <a:r>
              <a:rPr sz="3200" b="1" dirty="0">
                <a:latin typeface="Calibri"/>
                <a:cs typeface="Calibri"/>
              </a:rPr>
              <a:t>hệ</a:t>
            </a:r>
            <a:r>
              <a:rPr sz="3200" b="1" spc="-30" dirty="0">
                <a:latin typeface="Calibri"/>
                <a:cs typeface="Calibri"/>
              </a:rPr>
              <a:t> </a:t>
            </a:r>
            <a:r>
              <a:rPr sz="3200" b="1" dirty="0">
                <a:latin typeface="Calibri"/>
                <a:cs typeface="Calibri"/>
              </a:rPr>
              <a:t>quả</a:t>
            </a:r>
            <a:r>
              <a:rPr sz="3200" b="1" spc="-45" dirty="0">
                <a:latin typeface="Calibri"/>
                <a:cs typeface="Calibri"/>
              </a:rPr>
              <a:t> </a:t>
            </a:r>
            <a:r>
              <a:rPr sz="3200" b="1" dirty="0">
                <a:latin typeface="Calibri"/>
                <a:cs typeface="Calibri"/>
              </a:rPr>
              <a:t>logic</a:t>
            </a:r>
            <a:r>
              <a:rPr sz="3200" b="1" spc="-30" dirty="0">
                <a:latin typeface="Calibri"/>
                <a:cs typeface="Calibri"/>
              </a:rPr>
              <a:t> </a:t>
            </a:r>
            <a:r>
              <a:rPr sz="3200" dirty="0">
                <a:latin typeface="Calibri"/>
                <a:cs typeface="Calibri"/>
              </a:rPr>
              <a:t>của</a:t>
            </a:r>
            <a:r>
              <a:rPr sz="3200" spc="-20" dirty="0">
                <a:latin typeface="Calibri"/>
                <a:cs typeface="Calibri"/>
              </a:rPr>
              <a:t> </a:t>
            </a:r>
            <a:r>
              <a:rPr sz="3200" dirty="0">
                <a:latin typeface="Calibri"/>
                <a:cs typeface="Calibri"/>
              </a:rPr>
              <a:t>E</a:t>
            </a:r>
            <a:r>
              <a:rPr sz="3200" spc="-30" dirty="0">
                <a:latin typeface="Calibri"/>
                <a:cs typeface="Calibri"/>
              </a:rPr>
              <a:t> </a:t>
            </a:r>
            <a:r>
              <a:rPr sz="3200" dirty="0">
                <a:latin typeface="Calibri"/>
                <a:cs typeface="Calibri"/>
              </a:rPr>
              <a:t>nếu</a:t>
            </a:r>
            <a:r>
              <a:rPr sz="3200" spc="-25" dirty="0">
                <a:latin typeface="Calibri"/>
                <a:cs typeface="Calibri"/>
              </a:rPr>
              <a:t> </a:t>
            </a:r>
            <a:r>
              <a:rPr sz="3200" dirty="0">
                <a:latin typeface="Calibri"/>
                <a:cs typeface="Calibri"/>
              </a:rPr>
              <a:t>E</a:t>
            </a:r>
            <a:r>
              <a:rPr sz="3200" spc="-15"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F</a:t>
            </a:r>
            <a:r>
              <a:rPr sz="3200" spc="-30" dirty="0">
                <a:latin typeface="Calibri"/>
                <a:cs typeface="Calibri"/>
              </a:rPr>
              <a:t> </a:t>
            </a:r>
            <a:r>
              <a:rPr sz="3200" dirty="0">
                <a:latin typeface="Calibri"/>
                <a:cs typeface="Calibri"/>
              </a:rPr>
              <a:t>là</a:t>
            </a:r>
            <a:r>
              <a:rPr sz="3200" spc="-20" dirty="0">
                <a:latin typeface="Calibri"/>
                <a:cs typeface="Calibri"/>
              </a:rPr>
              <a:t> </a:t>
            </a:r>
            <a:r>
              <a:rPr sz="3200" dirty="0">
                <a:latin typeface="Calibri"/>
                <a:cs typeface="Calibri"/>
              </a:rPr>
              <a:t>hằng</a:t>
            </a:r>
            <a:r>
              <a:rPr sz="3200" spc="-5" dirty="0">
                <a:latin typeface="Calibri"/>
                <a:cs typeface="Calibri"/>
              </a:rPr>
              <a:t> </a:t>
            </a:r>
            <a:r>
              <a:rPr sz="3200" spc="-10" dirty="0">
                <a:latin typeface="Calibri"/>
                <a:cs typeface="Calibri"/>
              </a:rPr>
              <a:t>đúng.</a:t>
            </a:r>
            <a:endParaRPr sz="3200">
              <a:latin typeface="Calibri"/>
              <a:cs typeface="Calibri"/>
            </a:endParaRPr>
          </a:p>
          <a:p>
            <a:pPr>
              <a:lnSpc>
                <a:spcPct val="100000"/>
              </a:lnSpc>
              <a:spcBef>
                <a:spcPts val="1470"/>
              </a:spcBef>
            </a:pPr>
            <a:endParaRPr sz="3200">
              <a:latin typeface="Calibri"/>
              <a:cs typeface="Calibri"/>
            </a:endParaRPr>
          </a:p>
          <a:p>
            <a:pPr marL="520700" indent="-457200">
              <a:lnSpc>
                <a:spcPct val="100000"/>
              </a:lnSpc>
              <a:buFont typeface="Wingdings"/>
              <a:buChar char=""/>
              <a:tabLst>
                <a:tab pos="520700" algn="l"/>
              </a:tabLst>
            </a:pPr>
            <a:r>
              <a:rPr sz="3200" dirty="0">
                <a:latin typeface="Calibri"/>
                <a:cs typeface="Calibri"/>
              </a:rPr>
              <a:t>Ký</a:t>
            </a:r>
            <a:r>
              <a:rPr sz="3200" spc="-55" dirty="0">
                <a:latin typeface="Calibri"/>
                <a:cs typeface="Calibri"/>
              </a:rPr>
              <a:t> </a:t>
            </a:r>
            <a:r>
              <a:rPr sz="3200" dirty="0">
                <a:latin typeface="Calibri"/>
                <a:cs typeface="Calibri"/>
              </a:rPr>
              <a:t>hiệu</a:t>
            </a:r>
            <a:r>
              <a:rPr sz="3200" spc="-50" dirty="0">
                <a:latin typeface="Calibri"/>
                <a:cs typeface="Calibri"/>
              </a:rPr>
              <a:t> </a:t>
            </a:r>
            <a:r>
              <a:rPr sz="3200" dirty="0">
                <a:latin typeface="Calibri"/>
                <a:cs typeface="Calibri"/>
              </a:rPr>
              <a:t>E</a:t>
            </a:r>
            <a:r>
              <a:rPr sz="3200" spc="-45" dirty="0">
                <a:latin typeface="Calibri"/>
                <a:cs typeface="Calibri"/>
              </a:rPr>
              <a:t> </a:t>
            </a:r>
            <a:r>
              <a:rPr sz="3200" dirty="0">
                <a:latin typeface="Symbol"/>
                <a:cs typeface="Symbol"/>
              </a:rPr>
              <a:t></a:t>
            </a:r>
            <a:r>
              <a:rPr sz="3200" spc="-125" dirty="0">
                <a:latin typeface="Times New Roman"/>
                <a:cs typeface="Times New Roman"/>
              </a:rPr>
              <a:t> </a:t>
            </a:r>
            <a:r>
              <a:rPr sz="3200" spc="-340" dirty="0">
                <a:latin typeface="Calibri"/>
                <a:cs typeface="Calibri"/>
              </a:rPr>
              <a:t>F.</a:t>
            </a:r>
            <a:endParaRPr sz="3200">
              <a:latin typeface="Calibri"/>
              <a:cs typeface="Calibri"/>
            </a:endParaRPr>
          </a:p>
          <a:p>
            <a:pPr marL="520700" indent="-457200">
              <a:lnSpc>
                <a:spcPct val="100000"/>
              </a:lnSpc>
              <a:spcBef>
                <a:spcPts val="745"/>
              </a:spcBef>
              <a:buFont typeface="Wingdings"/>
              <a:buChar char=""/>
              <a:tabLst>
                <a:tab pos="520700" algn="l"/>
              </a:tabLst>
            </a:pPr>
            <a:r>
              <a:rPr sz="3200" spc="-90" dirty="0">
                <a:latin typeface="Calibri"/>
                <a:cs typeface="Calibri"/>
              </a:rPr>
              <a:t>Ta</a:t>
            </a:r>
            <a:r>
              <a:rPr sz="3200" spc="-35" dirty="0">
                <a:latin typeface="Calibri"/>
                <a:cs typeface="Calibri"/>
              </a:rPr>
              <a:t> </a:t>
            </a:r>
            <a:r>
              <a:rPr sz="3200" dirty="0">
                <a:latin typeface="Calibri"/>
                <a:cs typeface="Calibri"/>
              </a:rPr>
              <a:t>cũng</a:t>
            </a:r>
            <a:r>
              <a:rPr sz="3200" spc="-30" dirty="0">
                <a:latin typeface="Calibri"/>
                <a:cs typeface="Calibri"/>
              </a:rPr>
              <a:t> </a:t>
            </a:r>
            <a:r>
              <a:rPr sz="3200" dirty="0">
                <a:latin typeface="Calibri"/>
                <a:cs typeface="Calibri"/>
              </a:rPr>
              <a:t>nói</a:t>
            </a:r>
            <a:r>
              <a:rPr sz="3200" spc="-30" dirty="0">
                <a:latin typeface="Calibri"/>
                <a:cs typeface="Calibri"/>
              </a:rPr>
              <a:t> </a:t>
            </a:r>
            <a:r>
              <a:rPr sz="3200" dirty="0">
                <a:latin typeface="Calibri"/>
                <a:cs typeface="Calibri"/>
              </a:rPr>
              <a:t>E</a:t>
            </a:r>
            <a:r>
              <a:rPr sz="3200" spc="-30" dirty="0">
                <a:latin typeface="Calibri"/>
                <a:cs typeface="Calibri"/>
              </a:rPr>
              <a:t> </a:t>
            </a:r>
            <a:r>
              <a:rPr sz="3200" dirty="0">
                <a:latin typeface="Calibri"/>
                <a:cs typeface="Calibri"/>
              </a:rPr>
              <a:t>có</a:t>
            </a:r>
            <a:r>
              <a:rPr sz="3200" spc="-50" dirty="0">
                <a:latin typeface="Calibri"/>
                <a:cs typeface="Calibri"/>
              </a:rPr>
              <a:t> </a:t>
            </a:r>
            <a:r>
              <a:rPr sz="3200" dirty="0">
                <a:latin typeface="Calibri"/>
                <a:cs typeface="Calibri"/>
              </a:rPr>
              <a:t>hệ</a:t>
            </a:r>
            <a:r>
              <a:rPr sz="3200" spc="-30" dirty="0">
                <a:latin typeface="Calibri"/>
                <a:cs typeface="Calibri"/>
              </a:rPr>
              <a:t> </a:t>
            </a:r>
            <a:r>
              <a:rPr sz="3200" dirty="0">
                <a:latin typeface="Calibri"/>
                <a:cs typeface="Calibri"/>
              </a:rPr>
              <a:t>quả</a:t>
            </a:r>
            <a:r>
              <a:rPr sz="3200" spc="-35" dirty="0">
                <a:latin typeface="Calibri"/>
                <a:cs typeface="Calibri"/>
              </a:rPr>
              <a:t> </a:t>
            </a:r>
            <a:r>
              <a:rPr sz="3200" dirty="0">
                <a:latin typeface="Calibri"/>
                <a:cs typeface="Calibri"/>
              </a:rPr>
              <a:t>logic</a:t>
            </a:r>
            <a:r>
              <a:rPr sz="3200" spc="-30" dirty="0">
                <a:latin typeface="Calibri"/>
                <a:cs typeface="Calibri"/>
              </a:rPr>
              <a:t> </a:t>
            </a:r>
            <a:r>
              <a:rPr sz="3200" dirty="0">
                <a:latin typeface="Calibri"/>
                <a:cs typeface="Calibri"/>
              </a:rPr>
              <a:t>là</a:t>
            </a:r>
            <a:r>
              <a:rPr sz="3200" spc="-35" dirty="0">
                <a:latin typeface="Calibri"/>
                <a:cs typeface="Calibri"/>
              </a:rPr>
              <a:t> </a:t>
            </a:r>
            <a:r>
              <a:rPr sz="3200" spc="-25" dirty="0">
                <a:latin typeface="Calibri"/>
                <a:cs typeface="Calibri"/>
              </a:rPr>
              <a:t>F.</a:t>
            </a:r>
            <a:endParaRPr sz="3200">
              <a:latin typeface="Calibri"/>
              <a:cs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288391"/>
            <a:ext cx="5384165" cy="2372995"/>
          </a:xfrm>
          <a:prstGeom prst="rect">
            <a:avLst/>
          </a:prstGeom>
        </p:spPr>
        <p:txBody>
          <a:bodyPr vert="horz" wrap="square" lIns="0" tIns="113030" rIns="0" bIns="0" rtlCol="0">
            <a:spAutoFit/>
          </a:bodyPr>
          <a:lstStyle/>
          <a:p>
            <a:pPr marL="12700">
              <a:lnSpc>
                <a:spcPct val="100000"/>
              </a:lnSpc>
              <a:spcBef>
                <a:spcPts val="890"/>
              </a:spcBef>
            </a:pPr>
            <a:r>
              <a:rPr sz="3200" b="1" dirty="0">
                <a:latin typeface="Calibri"/>
                <a:cs typeface="Calibri"/>
              </a:rPr>
              <a:t>Ví</a:t>
            </a:r>
            <a:r>
              <a:rPr sz="3200" b="1" spc="-10" dirty="0">
                <a:latin typeface="Calibri"/>
                <a:cs typeface="Calibri"/>
              </a:rPr>
              <a:t> </a:t>
            </a:r>
            <a:r>
              <a:rPr sz="3200" b="1" dirty="0">
                <a:latin typeface="Calibri"/>
                <a:cs typeface="Calibri"/>
              </a:rPr>
              <a:t>dụ</a:t>
            </a:r>
            <a:r>
              <a:rPr sz="3200" b="1" spc="-15" dirty="0">
                <a:latin typeface="Calibri"/>
                <a:cs typeface="Calibri"/>
              </a:rPr>
              <a:t> </a:t>
            </a:r>
            <a:r>
              <a:rPr sz="3200" b="1" spc="-50" dirty="0">
                <a:latin typeface="Calibri"/>
                <a:cs typeface="Calibri"/>
              </a:rPr>
              <a:t>:</a:t>
            </a:r>
            <a:endParaRPr sz="3200">
              <a:latin typeface="Calibri"/>
              <a:cs typeface="Calibri"/>
            </a:endParaRPr>
          </a:p>
          <a:p>
            <a:pPr marL="12700" marR="1900555">
              <a:lnSpc>
                <a:spcPct val="119400"/>
              </a:lnSpc>
              <a:spcBef>
                <a:spcPts val="45"/>
              </a:spcBef>
            </a:pPr>
            <a:r>
              <a:rPr sz="3200" dirty="0">
                <a:latin typeface="Calibri"/>
                <a:cs typeface="Calibri"/>
              </a:rPr>
              <a:t>E(p,</a:t>
            </a:r>
            <a:r>
              <a:rPr sz="3200" spc="-30" dirty="0">
                <a:latin typeface="Calibri"/>
                <a:cs typeface="Calibri"/>
              </a:rPr>
              <a:t> </a:t>
            </a:r>
            <a:r>
              <a:rPr sz="3200" dirty="0">
                <a:latin typeface="Calibri"/>
                <a:cs typeface="Calibri"/>
              </a:rPr>
              <a:t>q)</a:t>
            </a:r>
            <a:r>
              <a:rPr sz="3200" spc="-20"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(p</a:t>
            </a:r>
            <a:r>
              <a:rPr sz="3200" spc="-10" dirty="0">
                <a:latin typeface="Calibri"/>
                <a:cs typeface="Calibri"/>
              </a:rPr>
              <a:t> </a:t>
            </a:r>
            <a:r>
              <a:rPr sz="3200" dirty="0">
                <a:latin typeface="Symbol"/>
                <a:cs typeface="Symbol"/>
              </a:rPr>
              <a:t></a:t>
            </a:r>
            <a:r>
              <a:rPr sz="3200" spc="-110" dirty="0">
                <a:latin typeface="Times New Roman"/>
                <a:cs typeface="Times New Roman"/>
              </a:rPr>
              <a:t> </a:t>
            </a:r>
            <a:r>
              <a:rPr sz="3200" dirty="0">
                <a:latin typeface="Calibri"/>
                <a:cs typeface="Calibri"/>
              </a:rPr>
              <a:t>q)</a:t>
            </a:r>
            <a:r>
              <a:rPr sz="3200" spc="-15" dirty="0">
                <a:latin typeface="Calibri"/>
                <a:cs typeface="Calibri"/>
              </a:rPr>
              <a:t> </a:t>
            </a:r>
            <a:r>
              <a:rPr sz="3200" dirty="0">
                <a:latin typeface="Symbol"/>
                <a:cs typeface="Symbol"/>
              </a:rPr>
              <a:t></a:t>
            </a:r>
            <a:r>
              <a:rPr sz="3200" spc="-110" dirty="0">
                <a:latin typeface="Times New Roman"/>
                <a:cs typeface="Times New Roman"/>
              </a:rPr>
              <a:t> </a:t>
            </a:r>
            <a:r>
              <a:rPr sz="3200" spc="-25" dirty="0">
                <a:latin typeface="Calibri"/>
                <a:cs typeface="Calibri"/>
              </a:rPr>
              <a:t>p, </a:t>
            </a:r>
            <a:r>
              <a:rPr sz="3200" dirty="0">
                <a:latin typeface="Calibri"/>
                <a:cs typeface="Calibri"/>
              </a:rPr>
              <a:t>F(p,</a:t>
            </a:r>
            <a:r>
              <a:rPr sz="3200" spc="-30" dirty="0">
                <a:latin typeface="Calibri"/>
                <a:cs typeface="Calibri"/>
              </a:rPr>
              <a:t> </a:t>
            </a:r>
            <a:r>
              <a:rPr sz="3200" dirty="0">
                <a:latin typeface="Calibri"/>
                <a:cs typeface="Calibri"/>
              </a:rPr>
              <a:t>q)</a:t>
            </a:r>
            <a:r>
              <a:rPr sz="3200" spc="-30" dirty="0">
                <a:latin typeface="Calibri"/>
                <a:cs typeface="Calibri"/>
              </a:rPr>
              <a:t> </a:t>
            </a:r>
            <a:r>
              <a:rPr sz="3200" dirty="0">
                <a:latin typeface="Calibri"/>
                <a:cs typeface="Calibri"/>
              </a:rPr>
              <a:t>=</a:t>
            </a:r>
            <a:r>
              <a:rPr sz="3200" spc="-30" dirty="0">
                <a:latin typeface="Calibri"/>
                <a:cs typeface="Calibri"/>
              </a:rPr>
              <a:t> </a:t>
            </a:r>
            <a:r>
              <a:rPr sz="3200" spc="-25" dirty="0">
                <a:latin typeface="Calibri"/>
                <a:cs typeface="Calibri"/>
              </a:rPr>
              <a:t>q,</a:t>
            </a:r>
            <a:endParaRPr sz="3200">
              <a:latin typeface="Calibri"/>
              <a:cs typeface="Calibri"/>
            </a:endParaRPr>
          </a:p>
          <a:p>
            <a:pPr marL="12700">
              <a:lnSpc>
                <a:spcPct val="100000"/>
              </a:lnSpc>
              <a:spcBef>
                <a:spcPts val="795"/>
              </a:spcBef>
            </a:pPr>
            <a:r>
              <a:rPr sz="3200" spc="-105" dirty="0">
                <a:latin typeface="Calibri"/>
                <a:cs typeface="Calibri"/>
              </a:rPr>
              <a:t>Ta</a:t>
            </a:r>
            <a:r>
              <a:rPr sz="3200" spc="-35" dirty="0">
                <a:latin typeface="Calibri"/>
                <a:cs typeface="Calibri"/>
              </a:rPr>
              <a:t> </a:t>
            </a:r>
            <a:r>
              <a:rPr sz="3200" dirty="0">
                <a:latin typeface="Calibri"/>
                <a:cs typeface="Calibri"/>
              </a:rPr>
              <a:t>có</a:t>
            </a:r>
            <a:r>
              <a:rPr sz="3200" spc="-50" dirty="0">
                <a:latin typeface="Calibri"/>
                <a:cs typeface="Calibri"/>
              </a:rPr>
              <a:t> </a:t>
            </a:r>
            <a:r>
              <a:rPr sz="3200" dirty="0">
                <a:latin typeface="Calibri"/>
                <a:cs typeface="Calibri"/>
              </a:rPr>
              <a:t>E</a:t>
            </a:r>
            <a:r>
              <a:rPr sz="3200" spc="-30" dirty="0">
                <a:latin typeface="Calibri"/>
                <a:cs typeface="Calibri"/>
              </a:rPr>
              <a:t> </a:t>
            </a:r>
            <a:r>
              <a:rPr sz="3200" dirty="0">
                <a:latin typeface="Symbol"/>
                <a:cs typeface="Symbol"/>
              </a:rPr>
              <a:t></a:t>
            </a:r>
            <a:r>
              <a:rPr sz="3200" spc="-110" dirty="0">
                <a:latin typeface="Times New Roman"/>
                <a:cs typeface="Times New Roman"/>
              </a:rPr>
              <a:t> </a:t>
            </a:r>
            <a:r>
              <a:rPr sz="3200" dirty="0">
                <a:latin typeface="Calibri"/>
                <a:cs typeface="Calibri"/>
              </a:rPr>
              <a:t>F</a:t>
            </a:r>
            <a:r>
              <a:rPr sz="3200" spc="-40" dirty="0">
                <a:latin typeface="Calibri"/>
                <a:cs typeface="Calibri"/>
              </a:rPr>
              <a:t> </a:t>
            </a:r>
            <a:r>
              <a:rPr sz="3200" dirty="0">
                <a:latin typeface="Calibri"/>
                <a:cs typeface="Calibri"/>
              </a:rPr>
              <a:t>là</a:t>
            </a:r>
            <a:r>
              <a:rPr sz="3200" spc="-35" dirty="0">
                <a:latin typeface="Calibri"/>
                <a:cs typeface="Calibri"/>
              </a:rPr>
              <a:t> </a:t>
            </a:r>
            <a:r>
              <a:rPr sz="3200" dirty="0">
                <a:latin typeface="Calibri"/>
                <a:cs typeface="Calibri"/>
              </a:rPr>
              <a:t>hằng</a:t>
            </a:r>
            <a:r>
              <a:rPr sz="3200" spc="-15" dirty="0">
                <a:latin typeface="Calibri"/>
                <a:cs typeface="Calibri"/>
              </a:rPr>
              <a:t> </a:t>
            </a:r>
            <a:r>
              <a:rPr sz="3200" dirty="0">
                <a:latin typeface="Calibri"/>
                <a:cs typeface="Calibri"/>
              </a:rPr>
              <a:t>đúng.</a:t>
            </a:r>
            <a:r>
              <a:rPr sz="3200" spc="-30" dirty="0">
                <a:latin typeface="Calibri"/>
                <a:cs typeface="Calibri"/>
              </a:rPr>
              <a:t> </a:t>
            </a:r>
            <a:r>
              <a:rPr sz="3200" dirty="0">
                <a:latin typeface="Calibri"/>
                <a:cs typeface="Calibri"/>
              </a:rPr>
              <a:t>E</a:t>
            </a:r>
            <a:r>
              <a:rPr sz="3200" spc="-25" dirty="0">
                <a:latin typeface="Calibri"/>
                <a:cs typeface="Calibri"/>
              </a:rPr>
              <a:t> </a:t>
            </a:r>
            <a:r>
              <a:rPr sz="3200" dirty="0">
                <a:latin typeface="Symbol"/>
                <a:cs typeface="Symbol"/>
              </a:rPr>
              <a:t></a:t>
            </a:r>
            <a:r>
              <a:rPr sz="3200" spc="-110" dirty="0">
                <a:latin typeface="Times New Roman"/>
                <a:cs typeface="Times New Roman"/>
              </a:rPr>
              <a:t> </a:t>
            </a:r>
            <a:r>
              <a:rPr sz="3200" spc="-25" dirty="0">
                <a:latin typeface="Calibri"/>
                <a:cs typeface="Calibri"/>
              </a:rPr>
              <a:t>F.</a:t>
            </a:r>
            <a:endParaRPr sz="3200">
              <a:latin typeface="Calibri"/>
              <a:cs typeface="Calibri"/>
            </a:endParaRPr>
          </a:p>
        </p:txBody>
      </p:sp>
      <p:graphicFrame>
        <p:nvGraphicFramePr>
          <p:cNvPr id="3" name="object 3"/>
          <p:cNvGraphicFramePr>
            <a:graphicFrameLocks noGrp="1"/>
          </p:cNvGraphicFramePr>
          <p:nvPr/>
        </p:nvGraphicFramePr>
        <p:xfrm>
          <a:off x="1365250" y="3051810"/>
          <a:ext cx="5080000" cy="1852295"/>
        </p:xfrm>
        <a:graphic>
          <a:graphicData uri="http://schemas.openxmlformats.org/drawingml/2006/table">
            <a:tbl>
              <a:tblPr firstRow="1" bandRow="1">
                <a:tableStyleId>{2D5ABB26-0587-4C30-8999-92F81FD0307C}</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tblGrid>
              <a:tr h="370205">
                <a:tc>
                  <a:txBody>
                    <a:bodyPr/>
                    <a:lstStyle/>
                    <a:p>
                      <a:pPr algn="ctr">
                        <a:lnSpc>
                          <a:spcPct val="100000"/>
                        </a:lnSpc>
                        <a:spcBef>
                          <a:spcPts val="245"/>
                        </a:spcBef>
                      </a:pPr>
                      <a:r>
                        <a:rPr sz="1800" spc="-50" dirty="0">
                          <a:latin typeface="Calibri"/>
                          <a:cs typeface="Calibri"/>
                        </a:rPr>
                        <a:t>p</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0" dirty="0">
                          <a:latin typeface="Calibri"/>
                          <a:cs typeface="Calibri"/>
                        </a:rPr>
                        <a:t>q</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0" dirty="0">
                          <a:latin typeface="Calibri"/>
                          <a:cs typeface="Calibri"/>
                        </a:rPr>
                        <a:t>E</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0" dirty="0">
                          <a:latin typeface="Calibri"/>
                          <a:cs typeface="Calibri"/>
                        </a:rPr>
                        <a:t>F</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270"/>
                        </a:spcBef>
                      </a:pPr>
                      <a:r>
                        <a:rPr sz="1800" b="1" dirty="0">
                          <a:latin typeface="Calibri"/>
                          <a:cs typeface="Calibri"/>
                        </a:rPr>
                        <a:t>E</a:t>
                      </a:r>
                      <a:r>
                        <a:rPr sz="1800" b="1" spc="-5" dirty="0">
                          <a:latin typeface="Calibri"/>
                          <a:cs typeface="Calibri"/>
                        </a:rPr>
                        <a:t> </a:t>
                      </a:r>
                      <a:r>
                        <a:rPr sz="1800" dirty="0">
                          <a:latin typeface="Symbol"/>
                          <a:cs typeface="Symbol"/>
                        </a:rPr>
                        <a:t></a:t>
                      </a:r>
                      <a:r>
                        <a:rPr sz="1800" spc="-35" dirty="0">
                          <a:latin typeface="Times New Roman"/>
                          <a:cs typeface="Times New Roman"/>
                        </a:rPr>
                        <a:t> </a:t>
                      </a:r>
                      <a:r>
                        <a:rPr sz="1800" b="1" spc="-50" dirty="0">
                          <a:latin typeface="Calibri"/>
                          <a:cs typeface="Calibri"/>
                        </a:rPr>
                        <a:t>F</a:t>
                      </a:r>
                      <a:endParaRPr sz="1800">
                        <a:latin typeface="Calibri"/>
                        <a:cs typeface="Calibri"/>
                      </a:endParaRPr>
                    </a:p>
                  </a:txBody>
                  <a:tcPr marL="0" marR="0" marT="342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0205">
                <a:tc>
                  <a:txBody>
                    <a:bodyPr/>
                    <a:lstStyle/>
                    <a:p>
                      <a:pPr marL="635" algn="ctr">
                        <a:lnSpc>
                          <a:spcPct val="100000"/>
                        </a:lnSpc>
                        <a:spcBef>
                          <a:spcPts val="245"/>
                        </a:spcBef>
                      </a:pPr>
                      <a:r>
                        <a:rPr sz="1800"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245"/>
                        </a:spcBef>
                      </a:pPr>
                      <a:r>
                        <a:rPr sz="1800"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245"/>
                        </a:spcBef>
                      </a:pPr>
                      <a:r>
                        <a:rPr sz="1800"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245"/>
                        </a:spcBef>
                      </a:pPr>
                      <a:r>
                        <a:rPr sz="1800"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245"/>
                        </a:spcBef>
                      </a:pPr>
                      <a:r>
                        <a:rPr sz="1800" b="1"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840">
                <a:tc>
                  <a:txBody>
                    <a:bodyPr/>
                    <a:lstStyle/>
                    <a:p>
                      <a:pPr marL="635" algn="ctr">
                        <a:lnSpc>
                          <a:spcPct val="100000"/>
                        </a:lnSpc>
                        <a:spcBef>
                          <a:spcPts val="245"/>
                        </a:spcBef>
                      </a:pPr>
                      <a:r>
                        <a:rPr sz="1800"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245"/>
                        </a:spcBef>
                      </a:pPr>
                      <a:r>
                        <a:rPr sz="1800" b="1"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70205">
                <a:tc>
                  <a:txBody>
                    <a:bodyPr/>
                    <a:lstStyle/>
                    <a:p>
                      <a:pPr marL="635"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245"/>
                        </a:spcBef>
                      </a:pPr>
                      <a:r>
                        <a:rPr sz="1800"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245"/>
                        </a:spcBef>
                      </a:pPr>
                      <a:r>
                        <a:rPr sz="1800"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245"/>
                        </a:spcBef>
                      </a:pPr>
                      <a:r>
                        <a:rPr sz="1800" b="1"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70840">
                <a:tc>
                  <a:txBody>
                    <a:bodyPr/>
                    <a:lstStyle/>
                    <a:p>
                      <a:pPr marL="635"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245"/>
                        </a:spcBef>
                      </a:pPr>
                      <a:r>
                        <a:rPr sz="1800" b="1"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291439"/>
            <a:ext cx="8198484" cy="5199380"/>
          </a:xfrm>
          <a:prstGeom prst="rect">
            <a:avLst/>
          </a:prstGeom>
        </p:spPr>
        <p:txBody>
          <a:bodyPr vert="horz" wrap="square" lIns="0" tIns="109855" rIns="0" bIns="0" rtlCol="0">
            <a:spAutoFit/>
          </a:bodyPr>
          <a:lstStyle/>
          <a:p>
            <a:pPr marL="12700">
              <a:lnSpc>
                <a:spcPct val="100000"/>
              </a:lnSpc>
              <a:spcBef>
                <a:spcPts val="865"/>
              </a:spcBef>
            </a:pPr>
            <a:r>
              <a:rPr sz="3200" b="1" dirty="0">
                <a:latin typeface="Calibri"/>
                <a:cs typeface="Calibri"/>
              </a:rPr>
              <a:t>Bài</a:t>
            </a:r>
            <a:r>
              <a:rPr sz="3200" b="1" spc="-30" dirty="0">
                <a:latin typeface="Calibri"/>
                <a:cs typeface="Calibri"/>
              </a:rPr>
              <a:t> </a:t>
            </a:r>
            <a:r>
              <a:rPr sz="3200" b="1" dirty="0">
                <a:latin typeface="Calibri"/>
                <a:cs typeface="Calibri"/>
              </a:rPr>
              <a:t>tập</a:t>
            </a:r>
            <a:r>
              <a:rPr sz="3200" b="1" spc="-25" dirty="0">
                <a:latin typeface="Calibri"/>
                <a:cs typeface="Calibri"/>
              </a:rPr>
              <a:t> </a:t>
            </a:r>
            <a:r>
              <a:rPr sz="3200" b="1" dirty="0">
                <a:latin typeface="Calibri"/>
                <a:cs typeface="Calibri"/>
              </a:rPr>
              <a:t>tại</a:t>
            </a:r>
            <a:r>
              <a:rPr sz="3200" b="1" spc="-40" dirty="0">
                <a:latin typeface="Calibri"/>
                <a:cs typeface="Calibri"/>
              </a:rPr>
              <a:t> </a:t>
            </a:r>
            <a:r>
              <a:rPr sz="3200" b="1" dirty="0">
                <a:latin typeface="Calibri"/>
                <a:cs typeface="Calibri"/>
              </a:rPr>
              <a:t>lớp</a:t>
            </a:r>
            <a:r>
              <a:rPr sz="3200" b="1" spc="-25" dirty="0">
                <a:latin typeface="Calibri"/>
                <a:cs typeface="Calibri"/>
              </a:rPr>
              <a:t> </a:t>
            </a:r>
            <a:r>
              <a:rPr sz="3200" b="1" spc="-50" dirty="0">
                <a:latin typeface="Calibri"/>
                <a:cs typeface="Calibri"/>
              </a:rPr>
              <a:t>:</a:t>
            </a:r>
            <a:endParaRPr sz="3200">
              <a:latin typeface="Calibri"/>
              <a:cs typeface="Calibri"/>
            </a:endParaRPr>
          </a:p>
          <a:p>
            <a:pPr marL="527685" marR="5080" indent="-515620">
              <a:lnSpc>
                <a:spcPct val="100000"/>
              </a:lnSpc>
              <a:spcBef>
                <a:spcPts val="770"/>
              </a:spcBef>
              <a:buAutoNum type="arabicPeriod"/>
              <a:tabLst>
                <a:tab pos="527685" algn="l"/>
              </a:tabLst>
            </a:pPr>
            <a:r>
              <a:rPr sz="3200" dirty="0">
                <a:latin typeface="Calibri"/>
                <a:cs typeface="Calibri"/>
              </a:rPr>
              <a:t>Hãy</a:t>
            </a:r>
            <a:r>
              <a:rPr sz="3200" spc="-65" dirty="0">
                <a:latin typeface="Calibri"/>
                <a:cs typeface="Calibri"/>
              </a:rPr>
              <a:t> </a:t>
            </a:r>
            <a:r>
              <a:rPr sz="3200" dirty="0">
                <a:latin typeface="Calibri"/>
                <a:cs typeface="Calibri"/>
              </a:rPr>
              <a:t>chỉ</a:t>
            </a:r>
            <a:r>
              <a:rPr sz="3200" spc="-60" dirty="0">
                <a:latin typeface="Calibri"/>
                <a:cs typeface="Calibri"/>
              </a:rPr>
              <a:t> </a:t>
            </a:r>
            <a:r>
              <a:rPr sz="3200" dirty="0">
                <a:latin typeface="Calibri"/>
                <a:cs typeface="Calibri"/>
              </a:rPr>
              <a:t>ra</a:t>
            </a:r>
            <a:r>
              <a:rPr sz="3200" spc="-60" dirty="0">
                <a:latin typeface="Calibri"/>
                <a:cs typeface="Calibri"/>
              </a:rPr>
              <a:t> </a:t>
            </a:r>
            <a:r>
              <a:rPr sz="3200" dirty="0">
                <a:latin typeface="Calibri"/>
                <a:cs typeface="Calibri"/>
              </a:rPr>
              <a:t>các</a:t>
            </a:r>
            <a:r>
              <a:rPr sz="3200" spc="-80" dirty="0">
                <a:latin typeface="Calibri"/>
                <a:cs typeface="Calibri"/>
              </a:rPr>
              <a:t> </a:t>
            </a:r>
            <a:r>
              <a:rPr sz="3200" dirty="0">
                <a:latin typeface="Calibri"/>
                <a:cs typeface="Calibri"/>
              </a:rPr>
              <a:t>hằng</a:t>
            </a:r>
            <a:r>
              <a:rPr sz="3200" spc="-45" dirty="0">
                <a:latin typeface="Calibri"/>
                <a:cs typeface="Calibri"/>
              </a:rPr>
              <a:t> </a:t>
            </a:r>
            <a:r>
              <a:rPr sz="3200" dirty="0">
                <a:latin typeface="Calibri"/>
                <a:cs typeface="Calibri"/>
              </a:rPr>
              <a:t>đúng</a:t>
            </a:r>
            <a:r>
              <a:rPr sz="3200" spc="-55" dirty="0">
                <a:latin typeface="Calibri"/>
                <a:cs typeface="Calibri"/>
              </a:rPr>
              <a:t> </a:t>
            </a:r>
            <a:r>
              <a:rPr sz="3200" dirty="0">
                <a:latin typeface="Calibri"/>
                <a:cs typeface="Calibri"/>
              </a:rPr>
              <a:t>trong</a:t>
            </a:r>
            <a:r>
              <a:rPr sz="3200" spc="-65" dirty="0">
                <a:latin typeface="Calibri"/>
                <a:cs typeface="Calibri"/>
              </a:rPr>
              <a:t> </a:t>
            </a:r>
            <a:r>
              <a:rPr sz="3200" dirty="0">
                <a:latin typeface="Calibri"/>
                <a:cs typeface="Calibri"/>
              </a:rPr>
              <a:t>các</a:t>
            </a:r>
            <a:r>
              <a:rPr sz="3200" spc="-60" dirty="0">
                <a:latin typeface="Calibri"/>
                <a:cs typeface="Calibri"/>
              </a:rPr>
              <a:t> </a:t>
            </a:r>
            <a:r>
              <a:rPr sz="3200" dirty="0">
                <a:latin typeface="Calibri"/>
                <a:cs typeface="Calibri"/>
              </a:rPr>
              <a:t>dạng</a:t>
            </a:r>
            <a:r>
              <a:rPr sz="3200" spc="-50" dirty="0">
                <a:latin typeface="Calibri"/>
                <a:cs typeface="Calibri"/>
              </a:rPr>
              <a:t> </a:t>
            </a:r>
            <a:r>
              <a:rPr sz="3200" spc="-20" dirty="0">
                <a:latin typeface="Calibri"/>
                <a:cs typeface="Calibri"/>
              </a:rPr>
              <a:t>mệnh </a:t>
            </a:r>
            <a:r>
              <a:rPr sz="3200" dirty="0">
                <a:latin typeface="Calibri"/>
                <a:cs typeface="Calibri"/>
              </a:rPr>
              <a:t>đề</a:t>
            </a:r>
            <a:r>
              <a:rPr sz="3200" spc="-20" dirty="0">
                <a:latin typeface="Calibri"/>
                <a:cs typeface="Calibri"/>
              </a:rPr>
              <a:t> </a:t>
            </a:r>
            <a:r>
              <a:rPr sz="3200" dirty="0">
                <a:latin typeface="Calibri"/>
                <a:cs typeface="Calibri"/>
              </a:rPr>
              <a:t>sau</a:t>
            </a:r>
            <a:r>
              <a:rPr sz="3200" spc="-5" dirty="0">
                <a:latin typeface="Calibri"/>
                <a:cs typeface="Calibri"/>
              </a:rPr>
              <a:t> </a:t>
            </a:r>
            <a:r>
              <a:rPr sz="3200" spc="-50" dirty="0">
                <a:latin typeface="Calibri"/>
                <a:cs typeface="Calibri"/>
              </a:rPr>
              <a:t>:</a:t>
            </a:r>
            <a:endParaRPr sz="3200">
              <a:latin typeface="Calibri"/>
              <a:cs typeface="Calibri"/>
            </a:endParaRPr>
          </a:p>
          <a:p>
            <a:pPr marL="515620" lvl="1" indent="-502920">
              <a:lnSpc>
                <a:spcPct val="100000"/>
              </a:lnSpc>
              <a:spcBef>
                <a:spcPts val="795"/>
              </a:spcBef>
              <a:buAutoNum type="alphaLcParenR"/>
              <a:tabLst>
                <a:tab pos="515620" algn="l"/>
              </a:tabLst>
            </a:pPr>
            <a:r>
              <a:rPr sz="3200" dirty="0">
                <a:latin typeface="Calibri"/>
                <a:cs typeface="Calibri"/>
              </a:rPr>
              <a:t>(p</a:t>
            </a:r>
            <a:r>
              <a:rPr sz="3200" spc="-20" dirty="0">
                <a:latin typeface="Calibri"/>
                <a:cs typeface="Calibri"/>
              </a:rPr>
              <a:t> </a:t>
            </a:r>
            <a:r>
              <a:rPr sz="3200" dirty="0">
                <a:latin typeface="Symbol"/>
                <a:cs typeface="Symbol"/>
              </a:rPr>
              <a:t></a:t>
            </a:r>
            <a:r>
              <a:rPr sz="3200" spc="-105" dirty="0">
                <a:latin typeface="Times New Roman"/>
                <a:cs typeface="Times New Roman"/>
              </a:rPr>
              <a:t> </a:t>
            </a:r>
            <a:r>
              <a:rPr sz="3200" dirty="0">
                <a:latin typeface="Calibri"/>
                <a:cs typeface="Calibri"/>
              </a:rPr>
              <a:t>q)</a:t>
            </a:r>
            <a:r>
              <a:rPr sz="3200" spc="-5"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(p</a:t>
            </a:r>
            <a:r>
              <a:rPr sz="3200" spc="-20" dirty="0">
                <a:latin typeface="Calibri"/>
                <a:cs typeface="Calibri"/>
              </a:rPr>
              <a:t> </a:t>
            </a:r>
            <a:r>
              <a:rPr sz="3200" dirty="0">
                <a:latin typeface="Symbol"/>
                <a:cs typeface="Symbol"/>
              </a:rPr>
              <a:t></a:t>
            </a:r>
            <a:r>
              <a:rPr sz="3200" spc="-105" dirty="0">
                <a:latin typeface="Times New Roman"/>
                <a:cs typeface="Times New Roman"/>
              </a:rPr>
              <a:t> </a:t>
            </a:r>
            <a:r>
              <a:rPr sz="3200" spc="-25" dirty="0">
                <a:latin typeface="Calibri"/>
                <a:cs typeface="Calibri"/>
              </a:rPr>
              <a:t>q)</a:t>
            </a:r>
            <a:endParaRPr sz="3200">
              <a:latin typeface="Calibri"/>
              <a:cs typeface="Calibri"/>
            </a:endParaRPr>
          </a:p>
          <a:p>
            <a:pPr marL="534670" lvl="1" indent="-521970">
              <a:lnSpc>
                <a:spcPct val="100000"/>
              </a:lnSpc>
              <a:spcBef>
                <a:spcPts val="765"/>
              </a:spcBef>
              <a:buAutoNum type="alphaLcParenR"/>
              <a:tabLst>
                <a:tab pos="534670" algn="l"/>
              </a:tabLst>
            </a:pPr>
            <a:r>
              <a:rPr sz="3200" dirty="0">
                <a:latin typeface="Calibri"/>
                <a:cs typeface="Calibri"/>
              </a:rPr>
              <a:t>(p</a:t>
            </a:r>
            <a:r>
              <a:rPr sz="3200" spc="-20" dirty="0">
                <a:latin typeface="Calibri"/>
                <a:cs typeface="Calibri"/>
              </a:rPr>
              <a:t> </a:t>
            </a:r>
            <a:r>
              <a:rPr sz="3200" dirty="0">
                <a:latin typeface="Symbol"/>
                <a:cs typeface="Symbol"/>
              </a:rPr>
              <a:t></a:t>
            </a:r>
            <a:r>
              <a:rPr sz="3200" spc="-105" dirty="0">
                <a:latin typeface="Times New Roman"/>
                <a:cs typeface="Times New Roman"/>
              </a:rPr>
              <a:t> </a:t>
            </a:r>
            <a:r>
              <a:rPr sz="3200" dirty="0">
                <a:latin typeface="Calibri"/>
                <a:cs typeface="Calibri"/>
              </a:rPr>
              <a:t>q)</a:t>
            </a:r>
            <a:r>
              <a:rPr sz="3200" spc="-15"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(p</a:t>
            </a:r>
            <a:r>
              <a:rPr sz="3200" spc="-15" dirty="0">
                <a:latin typeface="Calibri"/>
                <a:cs typeface="Calibri"/>
              </a:rPr>
              <a:t> </a:t>
            </a:r>
            <a:r>
              <a:rPr sz="3200" dirty="0">
                <a:latin typeface="Symbol"/>
                <a:cs typeface="Symbol"/>
              </a:rPr>
              <a:t></a:t>
            </a:r>
            <a:r>
              <a:rPr sz="3200" spc="-105" dirty="0">
                <a:latin typeface="Times New Roman"/>
                <a:cs typeface="Times New Roman"/>
              </a:rPr>
              <a:t> </a:t>
            </a:r>
            <a:r>
              <a:rPr sz="3200" spc="-25" dirty="0">
                <a:latin typeface="Calibri"/>
                <a:cs typeface="Calibri"/>
              </a:rPr>
              <a:t>q)</a:t>
            </a:r>
            <a:endParaRPr sz="3200">
              <a:latin typeface="Calibri"/>
              <a:cs typeface="Calibri"/>
            </a:endParaRPr>
          </a:p>
          <a:p>
            <a:pPr marL="492125" lvl="1" indent="-479425">
              <a:lnSpc>
                <a:spcPct val="100000"/>
              </a:lnSpc>
              <a:spcBef>
                <a:spcPts val="770"/>
              </a:spcBef>
              <a:buAutoNum type="alphaLcParenR"/>
              <a:tabLst>
                <a:tab pos="492125" algn="l"/>
              </a:tabLst>
            </a:pPr>
            <a:r>
              <a:rPr sz="3200" dirty="0">
                <a:latin typeface="Calibri"/>
                <a:cs typeface="Calibri"/>
              </a:rPr>
              <a:t>p</a:t>
            </a:r>
            <a:r>
              <a:rPr sz="3200" spc="-25" dirty="0">
                <a:latin typeface="Calibri"/>
                <a:cs typeface="Calibri"/>
              </a:rPr>
              <a:t> </a:t>
            </a:r>
            <a:r>
              <a:rPr sz="3200" dirty="0">
                <a:latin typeface="Symbol"/>
                <a:cs typeface="Symbol"/>
              </a:rPr>
              <a:t></a:t>
            </a:r>
            <a:r>
              <a:rPr sz="3200" spc="-110" dirty="0">
                <a:latin typeface="Times New Roman"/>
                <a:cs typeface="Times New Roman"/>
              </a:rPr>
              <a:t> </a:t>
            </a:r>
            <a:r>
              <a:rPr sz="3200" dirty="0">
                <a:latin typeface="Calibri"/>
                <a:cs typeface="Calibri"/>
              </a:rPr>
              <a:t>(</a:t>
            </a:r>
            <a:r>
              <a:rPr sz="3200" dirty="0">
                <a:latin typeface="Symbol"/>
                <a:cs typeface="Symbol"/>
              </a:rPr>
              <a:t></a:t>
            </a:r>
            <a:r>
              <a:rPr sz="3200" dirty="0">
                <a:latin typeface="Calibri"/>
                <a:cs typeface="Calibri"/>
              </a:rPr>
              <a:t>q</a:t>
            </a:r>
            <a:r>
              <a:rPr sz="3200" spc="-20" dirty="0">
                <a:latin typeface="Calibri"/>
                <a:cs typeface="Calibri"/>
              </a:rPr>
              <a:t> </a:t>
            </a:r>
            <a:r>
              <a:rPr sz="3200" dirty="0">
                <a:latin typeface="Symbol"/>
                <a:cs typeface="Symbol"/>
              </a:rPr>
              <a:t></a:t>
            </a:r>
            <a:r>
              <a:rPr sz="3200" spc="-114" dirty="0">
                <a:latin typeface="Times New Roman"/>
                <a:cs typeface="Times New Roman"/>
              </a:rPr>
              <a:t> </a:t>
            </a:r>
            <a:r>
              <a:rPr sz="3200" spc="-25" dirty="0">
                <a:latin typeface="Calibri"/>
                <a:cs typeface="Calibri"/>
              </a:rPr>
              <a:t>p)</a:t>
            </a:r>
            <a:endParaRPr sz="3200">
              <a:latin typeface="Calibri"/>
              <a:cs typeface="Calibri"/>
            </a:endParaRPr>
          </a:p>
          <a:p>
            <a:pPr marL="534670" lvl="1" indent="-521970">
              <a:lnSpc>
                <a:spcPct val="100000"/>
              </a:lnSpc>
              <a:spcBef>
                <a:spcPts val="770"/>
              </a:spcBef>
              <a:buAutoNum type="alphaLcParenR"/>
              <a:tabLst>
                <a:tab pos="534670" algn="l"/>
              </a:tabLst>
            </a:pPr>
            <a:r>
              <a:rPr sz="3200" dirty="0">
                <a:latin typeface="Calibri"/>
                <a:cs typeface="Calibri"/>
              </a:rPr>
              <a:t>p</a:t>
            </a:r>
            <a:r>
              <a:rPr sz="3200" spc="-25" dirty="0">
                <a:latin typeface="Calibri"/>
                <a:cs typeface="Calibri"/>
              </a:rPr>
              <a:t> </a:t>
            </a:r>
            <a:r>
              <a:rPr sz="3200" dirty="0">
                <a:latin typeface="Symbol"/>
                <a:cs typeface="Symbol"/>
              </a:rPr>
              <a:t></a:t>
            </a:r>
            <a:r>
              <a:rPr sz="3200" spc="-105" dirty="0">
                <a:latin typeface="Times New Roman"/>
                <a:cs typeface="Times New Roman"/>
              </a:rPr>
              <a:t> </a:t>
            </a:r>
            <a:r>
              <a:rPr sz="3200" dirty="0">
                <a:latin typeface="Calibri"/>
                <a:cs typeface="Calibri"/>
              </a:rPr>
              <a:t>(p</a:t>
            </a:r>
            <a:r>
              <a:rPr sz="3200" spc="-20" dirty="0">
                <a:latin typeface="Calibri"/>
                <a:cs typeface="Calibri"/>
              </a:rPr>
              <a:t> </a:t>
            </a:r>
            <a:r>
              <a:rPr sz="3200" dirty="0">
                <a:latin typeface="Symbol"/>
                <a:cs typeface="Symbol"/>
              </a:rPr>
              <a:t></a:t>
            </a:r>
            <a:r>
              <a:rPr sz="3200" spc="-105" dirty="0">
                <a:latin typeface="Times New Roman"/>
                <a:cs typeface="Times New Roman"/>
              </a:rPr>
              <a:t> </a:t>
            </a:r>
            <a:r>
              <a:rPr sz="3200" spc="-25" dirty="0">
                <a:latin typeface="Calibri"/>
                <a:cs typeface="Calibri"/>
              </a:rPr>
              <a:t>q)</a:t>
            </a:r>
            <a:endParaRPr sz="3200">
              <a:latin typeface="Calibri"/>
              <a:cs typeface="Calibri"/>
            </a:endParaRPr>
          </a:p>
          <a:p>
            <a:pPr marL="521334" lvl="1" indent="-508634">
              <a:lnSpc>
                <a:spcPct val="100000"/>
              </a:lnSpc>
              <a:spcBef>
                <a:spcPts val="770"/>
              </a:spcBef>
              <a:buAutoNum type="alphaLcParenR"/>
              <a:tabLst>
                <a:tab pos="521334" algn="l"/>
              </a:tabLst>
            </a:pPr>
            <a:r>
              <a:rPr sz="3200" dirty="0">
                <a:latin typeface="Calibri"/>
                <a:cs typeface="Calibri"/>
              </a:rPr>
              <a:t>p</a:t>
            </a:r>
            <a:r>
              <a:rPr sz="3200" spc="-15" dirty="0">
                <a:latin typeface="Calibri"/>
                <a:cs typeface="Calibri"/>
              </a:rPr>
              <a:t> </a:t>
            </a:r>
            <a:r>
              <a:rPr sz="3200" dirty="0">
                <a:latin typeface="Symbol"/>
                <a:cs typeface="Symbol"/>
              </a:rPr>
              <a:t></a:t>
            </a:r>
            <a:r>
              <a:rPr sz="3200" spc="-90" dirty="0">
                <a:latin typeface="Times New Roman"/>
                <a:cs typeface="Times New Roman"/>
              </a:rPr>
              <a:t> </a:t>
            </a:r>
            <a:r>
              <a:rPr sz="3200" dirty="0">
                <a:latin typeface="Calibri"/>
                <a:cs typeface="Calibri"/>
              </a:rPr>
              <a:t>(p </a:t>
            </a:r>
            <a:r>
              <a:rPr sz="3200" dirty="0">
                <a:latin typeface="Symbol"/>
                <a:cs typeface="Symbol"/>
              </a:rPr>
              <a:t></a:t>
            </a:r>
            <a:r>
              <a:rPr sz="3200" spc="-85" dirty="0">
                <a:latin typeface="Times New Roman"/>
                <a:cs typeface="Times New Roman"/>
              </a:rPr>
              <a:t> </a:t>
            </a:r>
            <a:r>
              <a:rPr sz="3200" spc="-25" dirty="0">
                <a:latin typeface="Calibri"/>
                <a:cs typeface="Calibri"/>
              </a:rPr>
              <a:t>p)</a:t>
            </a:r>
            <a:endParaRPr sz="3200">
              <a:latin typeface="Calibri"/>
              <a:cs typeface="Calibri"/>
            </a:endParaRPr>
          </a:p>
          <a:p>
            <a:pPr marL="443865" lvl="1" indent="-431165">
              <a:lnSpc>
                <a:spcPct val="100000"/>
              </a:lnSpc>
              <a:spcBef>
                <a:spcPts val="770"/>
              </a:spcBef>
              <a:buAutoNum type="alphaLcParenR"/>
              <a:tabLst>
                <a:tab pos="443865" algn="l"/>
              </a:tabLst>
            </a:pPr>
            <a:r>
              <a:rPr sz="3200" dirty="0">
                <a:latin typeface="Calibri"/>
                <a:cs typeface="Calibri"/>
              </a:rPr>
              <a:t>(p</a:t>
            </a:r>
            <a:r>
              <a:rPr sz="3200" spc="-20" dirty="0">
                <a:latin typeface="Calibri"/>
                <a:cs typeface="Calibri"/>
              </a:rPr>
              <a:t> </a:t>
            </a:r>
            <a:r>
              <a:rPr sz="3200" dirty="0">
                <a:latin typeface="Symbol"/>
                <a:cs typeface="Symbol"/>
              </a:rPr>
              <a:t></a:t>
            </a:r>
            <a:r>
              <a:rPr sz="3200" spc="-105" dirty="0">
                <a:latin typeface="Times New Roman"/>
                <a:cs typeface="Times New Roman"/>
              </a:rPr>
              <a:t> </a:t>
            </a:r>
            <a:r>
              <a:rPr sz="3200" dirty="0">
                <a:latin typeface="Calibri"/>
                <a:cs typeface="Calibri"/>
              </a:rPr>
              <a:t>q)</a:t>
            </a:r>
            <a:r>
              <a:rPr sz="3200" spc="-25" dirty="0">
                <a:latin typeface="Calibri"/>
                <a:cs typeface="Calibri"/>
              </a:rPr>
              <a:t> </a:t>
            </a:r>
            <a:r>
              <a:rPr sz="3200" dirty="0">
                <a:latin typeface="Symbol"/>
                <a:cs typeface="Symbol"/>
              </a:rPr>
              <a:t></a:t>
            </a:r>
            <a:r>
              <a:rPr sz="3200" spc="-105" dirty="0">
                <a:latin typeface="Times New Roman"/>
                <a:cs typeface="Times New Roman"/>
              </a:rPr>
              <a:t> </a:t>
            </a:r>
            <a:r>
              <a:rPr sz="3200" dirty="0">
                <a:latin typeface="Calibri"/>
                <a:cs typeface="Calibri"/>
              </a:rPr>
              <a:t>[(q</a:t>
            </a:r>
            <a:r>
              <a:rPr sz="3200" spc="-25" dirty="0">
                <a:latin typeface="Calibri"/>
                <a:cs typeface="Calibri"/>
              </a:rPr>
              <a:t> </a:t>
            </a:r>
            <a:r>
              <a:rPr sz="3200" dirty="0">
                <a:latin typeface="Symbol"/>
                <a:cs typeface="Symbol"/>
              </a:rPr>
              <a:t></a:t>
            </a:r>
            <a:r>
              <a:rPr sz="3200" spc="-105" dirty="0">
                <a:latin typeface="Times New Roman"/>
                <a:cs typeface="Times New Roman"/>
              </a:rPr>
              <a:t> </a:t>
            </a:r>
            <a:r>
              <a:rPr sz="3200" dirty="0">
                <a:latin typeface="Calibri"/>
                <a:cs typeface="Calibri"/>
              </a:rPr>
              <a:t>r)</a:t>
            </a:r>
            <a:r>
              <a:rPr sz="3200" spc="-25" dirty="0">
                <a:latin typeface="Calibri"/>
                <a:cs typeface="Calibri"/>
              </a:rPr>
              <a:t> </a:t>
            </a:r>
            <a:r>
              <a:rPr sz="3200" dirty="0">
                <a:latin typeface="Symbol"/>
                <a:cs typeface="Symbol"/>
              </a:rPr>
              <a:t></a:t>
            </a:r>
            <a:r>
              <a:rPr sz="3200" spc="-105" dirty="0">
                <a:latin typeface="Times New Roman"/>
                <a:cs typeface="Times New Roman"/>
              </a:rPr>
              <a:t> </a:t>
            </a:r>
            <a:r>
              <a:rPr sz="3200" dirty="0">
                <a:latin typeface="Calibri"/>
                <a:cs typeface="Calibri"/>
              </a:rPr>
              <a:t>(p</a:t>
            </a:r>
            <a:r>
              <a:rPr sz="3200" spc="-25" dirty="0">
                <a:latin typeface="Calibri"/>
                <a:cs typeface="Calibri"/>
              </a:rPr>
              <a:t> </a:t>
            </a:r>
            <a:r>
              <a:rPr sz="3200" dirty="0">
                <a:latin typeface="Symbol"/>
                <a:cs typeface="Symbol"/>
              </a:rPr>
              <a:t></a:t>
            </a:r>
            <a:r>
              <a:rPr sz="3200" spc="-105" dirty="0">
                <a:latin typeface="Times New Roman"/>
                <a:cs typeface="Times New Roman"/>
              </a:rPr>
              <a:t> </a:t>
            </a:r>
            <a:r>
              <a:rPr sz="3200" spc="-25" dirty="0">
                <a:latin typeface="Calibri"/>
                <a:cs typeface="Calibri"/>
              </a:rPr>
              <a:t>r)]</a:t>
            </a:r>
            <a:endParaRPr sz="3200">
              <a:latin typeface="Calibri"/>
              <a:cs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291439"/>
            <a:ext cx="7960995" cy="3442970"/>
          </a:xfrm>
          <a:prstGeom prst="rect">
            <a:avLst/>
          </a:prstGeom>
        </p:spPr>
        <p:txBody>
          <a:bodyPr vert="horz" wrap="square" lIns="0" tIns="109855" rIns="0" bIns="0" rtlCol="0">
            <a:spAutoFit/>
          </a:bodyPr>
          <a:lstStyle/>
          <a:p>
            <a:pPr marL="12700">
              <a:lnSpc>
                <a:spcPct val="100000"/>
              </a:lnSpc>
              <a:spcBef>
                <a:spcPts val="865"/>
              </a:spcBef>
            </a:pPr>
            <a:r>
              <a:rPr sz="3200" b="1" dirty="0">
                <a:latin typeface="Calibri"/>
                <a:cs typeface="Calibri"/>
              </a:rPr>
              <a:t>Bài</a:t>
            </a:r>
            <a:r>
              <a:rPr sz="3200" b="1" spc="-30" dirty="0">
                <a:latin typeface="Calibri"/>
                <a:cs typeface="Calibri"/>
              </a:rPr>
              <a:t> </a:t>
            </a:r>
            <a:r>
              <a:rPr sz="3200" b="1" dirty="0">
                <a:latin typeface="Calibri"/>
                <a:cs typeface="Calibri"/>
              </a:rPr>
              <a:t>tập</a:t>
            </a:r>
            <a:r>
              <a:rPr sz="3200" b="1" spc="-25" dirty="0">
                <a:latin typeface="Calibri"/>
                <a:cs typeface="Calibri"/>
              </a:rPr>
              <a:t> </a:t>
            </a:r>
            <a:r>
              <a:rPr sz="3200" b="1" dirty="0">
                <a:latin typeface="Calibri"/>
                <a:cs typeface="Calibri"/>
              </a:rPr>
              <a:t>tại</a:t>
            </a:r>
            <a:r>
              <a:rPr sz="3200" b="1" spc="-40" dirty="0">
                <a:latin typeface="Calibri"/>
                <a:cs typeface="Calibri"/>
              </a:rPr>
              <a:t> </a:t>
            </a:r>
            <a:r>
              <a:rPr sz="3200" b="1" dirty="0">
                <a:latin typeface="Calibri"/>
                <a:cs typeface="Calibri"/>
              </a:rPr>
              <a:t>lớp</a:t>
            </a:r>
            <a:r>
              <a:rPr sz="3200" b="1" spc="-25" dirty="0">
                <a:latin typeface="Calibri"/>
                <a:cs typeface="Calibri"/>
              </a:rPr>
              <a:t> </a:t>
            </a:r>
            <a:r>
              <a:rPr sz="3200" b="1" spc="-50" dirty="0">
                <a:latin typeface="Calibri"/>
                <a:cs typeface="Calibri"/>
              </a:rPr>
              <a:t>:</a:t>
            </a:r>
            <a:endParaRPr sz="3200">
              <a:latin typeface="Calibri"/>
              <a:cs typeface="Calibri"/>
            </a:endParaRPr>
          </a:p>
          <a:p>
            <a:pPr marL="12700" marR="5080">
              <a:lnSpc>
                <a:spcPct val="100000"/>
              </a:lnSpc>
              <a:spcBef>
                <a:spcPts val="770"/>
              </a:spcBef>
            </a:pPr>
            <a:r>
              <a:rPr sz="3200" dirty="0">
                <a:latin typeface="Calibri"/>
                <a:cs typeface="Calibri"/>
              </a:rPr>
              <a:t>2.</a:t>
            </a:r>
            <a:r>
              <a:rPr sz="3200" spc="-60" dirty="0">
                <a:latin typeface="Calibri"/>
                <a:cs typeface="Calibri"/>
              </a:rPr>
              <a:t> </a:t>
            </a:r>
            <a:r>
              <a:rPr sz="3200" spc="-45" dirty="0">
                <a:latin typeface="Calibri"/>
                <a:cs typeface="Calibri"/>
              </a:rPr>
              <a:t>Trong</a:t>
            </a:r>
            <a:r>
              <a:rPr sz="3200" spc="-60" dirty="0">
                <a:latin typeface="Calibri"/>
                <a:cs typeface="Calibri"/>
              </a:rPr>
              <a:t> </a:t>
            </a:r>
            <a:r>
              <a:rPr sz="3200" dirty="0">
                <a:latin typeface="Calibri"/>
                <a:cs typeface="Calibri"/>
              </a:rPr>
              <a:t>các</a:t>
            </a:r>
            <a:r>
              <a:rPr sz="3200" spc="-60" dirty="0">
                <a:latin typeface="Calibri"/>
                <a:cs typeface="Calibri"/>
              </a:rPr>
              <a:t> </a:t>
            </a:r>
            <a:r>
              <a:rPr sz="3200" dirty="0">
                <a:latin typeface="Calibri"/>
                <a:cs typeface="Calibri"/>
              </a:rPr>
              <a:t>khẳng</a:t>
            </a:r>
            <a:r>
              <a:rPr sz="3200" spc="-55" dirty="0">
                <a:latin typeface="Calibri"/>
                <a:cs typeface="Calibri"/>
              </a:rPr>
              <a:t> </a:t>
            </a:r>
            <a:r>
              <a:rPr sz="3200" dirty="0">
                <a:latin typeface="Calibri"/>
                <a:cs typeface="Calibri"/>
              </a:rPr>
              <a:t>định</a:t>
            </a:r>
            <a:r>
              <a:rPr sz="3200" spc="-45" dirty="0">
                <a:latin typeface="Calibri"/>
                <a:cs typeface="Calibri"/>
              </a:rPr>
              <a:t> </a:t>
            </a:r>
            <a:r>
              <a:rPr sz="3200" dirty="0">
                <a:latin typeface="Calibri"/>
                <a:cs typeface="Calibri"/>
              </a:rPr>
              <a:t>sau</a:t>
            </a:r>
            <a:r>
              <a:rPr sz="3200" spc="-55" dirty="0">
                <a:latin typeface="Calibri"/>
                <a:cs typeface="Calibri"/>
              </a:rPr>
              <a:t> </a:t>
            </a:r>
            <a:r>
              <a:rPr sz="3200" dirty="0">
                <a:latin typeface="Calibri"/>
                <a:cs typeface="Calibri"/>
              </a:rPr>
              <a:t>hãy</a:t>
            </a:r>
            <a:r>
              <a:rPr sz="3200" spc="-60" dirty="0">
                <a:latin typeface="Calibri"/>
                <a:cs typeface="Calibri"/>
              </a:rPr>
              <a:t> </a:t>
            </a:r>
            <a:r>
              <a:rPr sz="3200" dirty="0">
                <a:latin typeface="Calibri"/>
                <a:cs typeface="Calibri"/>
              </a:rPr>
              <a:t>chỉ</a:t>
            </a:r>
            <a:r>
              <a:rPr sz="3200" spc="-60" dirty="0">
                <a:latin typeface="Calibri"/>
                <a:cs typeface="Calibri"/>
              </a:rPr>
              <a:t> </a:t>
            </a:r>
            <a:r>
              <a:rPr sz="3200" dirty="0">
                <a:latin typeface="Calibri"/>
                <a:cs typeface="Calibri"/>
              </a:rPr>
              <a:t>ra</a:t>
            </a:r>
            <a:r>
              <a:rPr sz="3200" spc="-60" dirty="0">
                <a:latin typeface="Calibri"/>
                <a:cs typeface="Calibri"/>
              </a:rPr>
              <a:t> </a:t>
            </a:r>
            <a:r>
              <a:rPr sz="3200" dirty="0">
                <a:latin typeface="Calibri"/>
                <a:cs typeface="Calibri"/>
              </a:rPr>
              <a:t>các</a:t>
            </a:r>
            <a:r>
              <a:rPr sz="3200" spc="-75" dirty="0">
                <a:latin typeface="Calibri"/>
                <a:cs typeface="Calibri"/>
              </a:rPr>
              <a:t> </a:t>
            </a:r>
            <a:r>
              <a:rPr sz="3200" spc="-10" dirty="0">
                <a:latin typeface="Calibri"/>
                <a:cs typeface="Calibri"/>
              </a:rPr>
              <a:t>khẳng </a:t>
            </a:r>
            <a:r>
              <a:rPr sz="3200" dirty="0">
                <a:latin typeface="Calibri"/>
                <a:cs typeface="Calibri"/>
              </a:rPr>
              <a:t>định</a:t>
            </a:r>
            <a:r>
              <a:rPr sz="3200" spc="-45" dirty="0">
                <a:latin typeface="Calibri"/>
                <a:cs typeface="Calibri"/>
              </a:rPr>
              <a:t> </a:t>
            </a:r>
            <a:r>
              <a:rPr sz="3200" dirty="0">
                <a:latin typeface="Calibri"/>
                <a:cs typeface="Calibri"/>
              </a:rPr>
              <a:t>đúng</a:t>
            </a:r>
            <a:r>
              <a:rPr sz="3200" spc="-25" dirty="0">
                <a:latin typeface="Calibri"/>
                <a:cs typeface="Calibri"/>
              </a:rPr>
              <a:t> </a:t>
            </a:r>
            <a:r>
              <a:rPr sz="3200" spc="-50" dirty="0">
                <a:latin typeface="Calibri"/>
                <a:cs typeface="Calibri"/>
              </a:rPr>
              <a:t>:</a:t>
            </a:r>
            <a:endParaRPr sz="3200">
              <a:latin typeface="Calibri"/>
              <a:cs typeface="Calibri"/>
            </a:endParaRPr>
          </a:p>
          <a:p>
            <a:pPr marL="12700">
              <a:lnSpc>
                <a:spcPct val="100000"/>
              </a:lnSpc>
              <a:spcBef>
                <a:spcPts val="795"/>
              </a:spcBef>
            </a:pPr>
            <a:r>
              <a:rPr sz="3200" dirty="0">
                <a:latin typeface="Calibri"/>
                <a:cs typeface="Calibri"/>
              </a:rPr>
              <a:t>a</a:t>
            </a:r>
            <a:r>
              <a:rPr sz="3200" spc="-2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q</a:t>
            </a:r>
            <a:r>
              <a:rPr sz="3200" spc="-20"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p</a:t>
            </a:r>
            <a:r>
              <a:rPr sz="3200" spc="-15" dirty="0">
                <a:latin typeface="Calibri"/>
                <a:cs typeface="Calibri"/>
              </a:rPr>
              <a:t> </a:t>
            </a:r>
            <a:r>
              <a:rPr sz="3200" dirty="0">
                <a:latin typeface="Symbol"/>
                <a:cs typeface="Symbol"/>
              </a:rPr>
              <a:t></a:t>
            </a:r>
            <a:r>
              <a:rPr sz="3200" spc="-95" dirty="0">
                <a:latin typeface="Times New Roman"/>
                <a:cs typeface="Times New Roman"/>
              </a:rPr>
              <a:t> </a:t>
            </a:r>
            <a:r>
              <a:rPr sz="3200" spc="-50" dirty="0">
                <a:latin typeface="Calibri"/>
                <a:cs typeface="Calibri"/>
              </a:rPr>
              <a:t>q</a:t>
            </a:r>
            <a:endParaRPr sz="3200">
              <a:latin typeface="Calibri"/>
              <a:cs typeface="Calibri"/>
            </a:endParaRPr>
          </a:p>
          <a:p>
            <a:pPr marL="12700">
              <a:lnSpc>
                <a:spcPct val="100000"/>
              </a:lnSpc>
              <a:spcBef>
                <a:spcPts val="765"/>
              </a:spcBef>
            </a:pPr>
            <a:r>
              <a:rPr sz="3200" dirty="0">
                <a:latin typeface="Calibri"/>
                <a:cs typeface="Calibri"/>
              </a:rPr>
              <a:t>b</a:t>
            </a:r>
            <a:r>
              <a:rPr sz="3200" spc="-25" dirty="0">
                <a:latin typeface="Calibri"/>
                <a:cs typeface="Calibri"/>
              </a:rPr>
              <a:t> </a:t>
            </a:r>
            <a:r>
              <a:rPr sz="3200" dirty="0">
                <a:latin typeface="Calibri"/>
                <a:cs typeface="Calibri"/>
              </a:rPr>
              <a:t>)</a:t>
            </a:r>
            <a:r>
              <a:rPr sz="3200" spc="-20" dirty="0">
                <a:latin typeface="Calibri"/>
                <a:cs typeface="Calibri"/>
              </a:rPr>
              <a:t> </a:t>
            </a:r>
            <a:r>
              <a:rPr sz="3200" dirty="0">
                <a:latin typeface="Symbol"/>
                <a:cs typeface="Symbol"/>
              </a:rPr>
              <a:t></a:t>
            </a:r>
            <a:r>
              <a:rPr sz="3200" dirty="0">
                <a:latin typeface="Calibri"/>
                <a:cs typeface="Calibri"/>
              </a:rPr>
              <a:t>(p</a:t>
            </a:r>
            <a:r>
              <a:rPr sz="3200" spc="-15" dirty="0">
                <a:latin typeface="Calibri"/>
                <a:cs typeface="Calibri"/>
              </a:rPr>
              <a:t> </a:t>
            </a:r>
            <a:r>
              <a:rPr sz="3200" dirty="0">
                <a:latin typeface="Symbol"/>
                <a:cs typeface="Symbol"/>
              </a:rPr>
              <a:t></a:t>
            </a:r>
            <a:r>
              <a:rPr sz="3200" spc="-105" dirty="0">
                <a:latin typeface="Times New Roman"/>
                <a:cs typeface="Times New Roman"/>
              </a:rPr>
              <a:t> </a:t>
            </a:r>
            <a:r>
              <a:rPr sz="3200" dirty="0">
                <a:latin typeface="Calibri"/>
                <a:cs typeface="Calibri"/>
              </a:rPr>
              <a:t>q)</a:t>
            </a:r>
            <a:r>
              <a:rPr sz="3200" spc="-25" dirty="0">
                <a:latin typeface="Calibri"/>
                <a:cs typeface="Calibri"/>
              </a:rPr>
              <a:t> </a:t>
            </a:r>
            <a:r>
              <a:rPr sz="3200" dirty="0">
                <a:latin typeface="Symbol"/>
                <a:cs typeface="Symbol"/>
              </a:rPr>
              <a:t></a:t>
            </a:r>
            <a:r>
              <a:rPr sz="3200" spc="-105" dirty="0">
                <a:latin typeface="Times New Roman"/>
                <a:cs typeface="Times New Roman"/>
              </a:rPr>
              <a:t> </a:t>
            </a:r>
            <a:r>
              <a:rPr sz="3200" spc="-50" dirty="0">
                <a:latin typeface="Calibri"/>
                <a:cs typeface="Calibri"/>
              </a:rPr>
              <a:t>p</a:t>
            </a:r>
            <a:endParaRPr sz="3200">
              <a:latin typeface="Calibri"/>
              <a:cs typeface="Calibri"/>
            </a:endParaRPr>
          </a:p>
          <a:p>
            <a:pPr marL="12700">
              <a:lnSpc>
                <a:spcPct val="100000"/>
              </a:lnSpc>
              <a:spcBef>
                <a:spcPts val="770"/>
              </a:spcBef>
            </a:pPr>
            <a:r>
              <a:rPr sz="3200" dirty="0">
                <a:latin typeface="Calibri"/>
                <a:cs typeface="Calibri"/>
              </a:rPr>
              <a:t>c</a:t>
            </a:r>
            <a:r>
              <a:rPr sz="3200" spc="-20" dirty="0">
                <a:latin typeface="Calibri"/>
                <a:cs typeface="Calibri"/>
              </a:rPr>
              <a:t> </a:t>
            </a:r>
            <a:r>
              <a:rPr sz="3200" dirty="0">
                <a:latin typeface="Calibri"/>
                <a:cs typeface="Calibri"/>
              </a:rPr>
              <a:t>)</a:t>
            </a:r>
            <a:r>
              <a:rPr sz="3200" spc="-10" dirty="0">
                <a:latin typeface="Calibri"/>
                <a:cs typeface="Calibri"/>
              </a:rPr>
              <a:t> </a:t>
            </a:r>
            <a:r>
              <a:rPr sz="3200" dirty="0">
                <a:latin typeface="Calibri"/>
                <a:cs typeface="Calibri"/>
              </a:rPr>
              <a:t>(p</a:t>
            </a:r>
            <a:r>
              <a:rPr sz="3200" spc="-5"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q)</a:t>
            </a:r>
            <a:r>
              <a:rPr sz="3200" spc="-5"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Calibri"/>
                <a:cs typeface="Calibri"/>
              </a:rPr>
              <a:t>r</a:t>
            </a:r>
            <a:r>
              <a:rPr sz="3200" spc="-15" dirty="0">
                <a:latin typeface="Calibri"/>
                <a:cs typeface="Calibri"/>
              </a:rPr>
              <a:t> </a:t>
            </a:r>
            <a:r>
              <a:rPr sz="3200" dirty="0">
                <a:latin typeface="Symbol"/>
                <a:cs typeface="Symbol"/>
              </a:rPr>
              <a:t></a:t>
            </a:r>
            <a:r>
              <a:rPr sz="3200" spc="-90" dirty="0">
                <a:latin typeface="Times New Roman"/>
                <a:cs typeface="Times New Roman"/>
              </a:rPr>
              <a:t> </a:t>
            </a:r>
            <a:r>
              <a:rPr sz="3200" dirty="0">
                <a:latin typeface="Calibri"/>
                <a:cs typeface="Calibri"/>
              </a:rPr>
              <a:t>p</a:t>
            </a:r>
            <a:r>
              <a:rPr sz="3200" spc="-5"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(q</a:t>
            </a:r>
            <a:r>
              <a:rPr sz="3200" spc="-10" dirty="0">
                <a:latin typeface="Calibri"/>
                <a:cs typeface="Calibri"/>
              </a:rPr>
              <a:t> </a:t>
            </a:r>
            <a:r>
              <a:rPr sz="3200" dirty="0">
                <a:latin typeface="Symbol"/>
                <a:cs typeface="Symbol"/>
              </a:rPr>
              <a:t></a:t>
            </a:r>
            <a:r>
              <a:rPr sz="3200" spc="-90" dirty="0">
                <a:latin typeface="Times New Roman"/>
                <a:cs typeface="Times New Roman"/>
              </a:rPr>
              <a:t> </a:t>
            </a:r>
            <a:r>
              <a:rPr sz="3200" spc="-25" dirty="0">
                <a:latin typeface="Calibri"/>
                <a:cs typeface="Calibri"/>
              </a:rPr>
              <a:t>r)</a:t>
            </a:r>
            <a:endParaRPr sz="3200">
              <a:latin typeface="Calibri"/>
              <a:cs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291439"/>
            <a:ext cx="6704330" cy="3537585"/>
          </a:xfrm>
          <a:prstGeom prst="rect">
            <a:avLst/>
          </a:prstGeom>
        </p:spPr>
        <p:txBody>
          <a:bodyPr vert="horz" wrap="square" lIns="0" tIns="109855" rIns="0" bIns="0" rtlCol="0">
            <a:spAutoFit/>
          </a:bodyPr>
          <a:lstStyle/>
          <a:p>
            <a:pPr marL="12700">
              <a:lnSpc>
                <a:spcPct val="100000"/>
              </a:lnSpc>
              <a:spcBef>
                <a:spcPts val="865"/>
              </a:spcBef>
            </a:pPr>
            <a:r>
              <a:rPr sz="3200" b="1" dirty="0">
                <a:latin typeface="Calibri"/>
                <a:cs typeface="Calibri"/>
              </a:rPr>
              <a:t>Bài</a:t>
            </a:r>
            <a:r>
              <a:rPr sz="3200" b="1" spc="-30" dirty="0">
                <a:latin typeface="Calibri"/>
                <a:cs typeface="Calibri"/>
              </a:rPr>
              <a:t> </a:t>
            </a:r>
            <a:r>
              <a:rPr sz="3200" b="1" dirty="0">
                <a:latin typeface="Calibri"/>
                <a:cs typeface="Calibri"/>
              </a:rPr>
              <a:t>tập</a:t>
            </a:r>
            <a:r>
              <a:rPr sz="3200" b="1" spc="-25" dirty="0">
                <a:latin typeface="Calibri"/>
                <a:cs typeface="Calibri"/>
              </a:rPr>
              <a:t> </a:t>
            </a:r>
            <a:r>
              <a:rPr sz="3200" b="1" dirty="0">
                <a:latin typeface="Calibri"/>
                <a:cs typeface="Calibri"/>
              </a:rPr>
              <a:t>tại</a:t>
            </a:r>
            <a:r>
              <a:rPr sz="3200" b="1" spc="-40" dirty="0">
                <a:latin typeface="Calibri"/>
                <a:cs typeface="Calibri"/>
              </a:rPr>
              <a:t> </a:t>
            </a:r>
            <a:r>
              <a:rPr sz="3200" b="1" dirty="0">
                <a:latin typeface="Calibri"/>
                <a:cs typeface="Calibri"/>
              </a:rPr>
              <a:t>lớp</a:t>
            </a:r>
            <a:r>
              <a:rPr sz="3200" b="1" spc="-25" dirty="0">
                <a:latin typeface="Calibri"/>
                <a:cs typeface="Calibri"/>
              </a:rPr>
              <a:t> </a:t>
            </a:r>
            <a:r>
              <a:rPr sz="3200" b="1" spc="-50" dirty="0">
                <a:latin typeface="Calibri"/>
                <a:cs typeface="Calibri"/>
              </a:rPr>
              <a:t>:</a:t>
            </a:r>
            <a:endParaRPr sz="3200">
              <a:latin typeface="Calibri"/>
              <a:cs typeface="Calibri"/>
            </a:endParaRPr>
          </a:p>
          <a:p>
            <a:pPr marL="12700">
              <a:lnSpc>
                <a:spcPct val="100000"/>
              </a:lnSpc>
              <a:spcBef>
                <a:spcPts val="770"/>
              </a:spcBef>
            </a:pPr>
            <a:r>
              <a:rPr sz="3200" dirty="0">
                <a:latin typeface="Calibri"/>
                <a:cs typeface="Calibri"/>
              </a:rPr>
              <a:t>3.</a:t>
            </a:r>
            <a:r>
              <a:rPr sz="3200" spc="-25" dirty="0">
                <a:latin typeface="Calibri"/>
                <a:cs typeface="Calibri"/>
              </a:rPr>
              <a:t> </a:t>
            </a:r>
            <a:r>
              <a:rPr sz="3200" dirty="0">
                <a:latin typeface="Calibri"/>
                <a:cs typeface="Calibri"/>
              </a:rPr>
              <a:t>Có</a:t>
            </a:r>
            <a:r>
              <a:rPr sz="3200" spc="-40" dirty="0">
                <a:latin typeface="Calibri"/>
                <a:cs typeface="Calibri"/>
              </a:rPr>
              <a:t> </a:t>
            </a:r>
            <a:r>
              <a:rPr sz="3200" dirty="0">
                <a:latin typeface="Calibri"/>
                <a:cs typeface="Calibri"/>
              </a:rPr>
              <a:t>thể</a:t>
            </a:r>
            <a:r>
              <a:rPr sz="3200" spc="-35" dirty="0">
                <a:latin typeface="Calibri"/>
                <a:cs typeface="Calibri"/>
              </a:rPr>
              <a:t> </a:t>
            </a:r>
            <a:r>
              <a:rPr sz="3200" dirty="0">
                <a:latin typeface="Calibri"/>
                <a:cs typeface="Calibri"/>
              </a:rPr>
              <a:t>nói</a:t>
            </a:r>
            <a:r>
              <a:rPr sz="3200" spc="-35" dirty="0">
                <a:latin typeface="Calibri"/>
                <a:cs typeface="Calibri"/>
              </a:rPr>
              <a:t> </a:t>
            </a:r>
            <a:r>
              <a:rPr sz="3200" dirty="0">
                <a:latin typeface="Calibri"/>
                <a:cs typeface="Calibri"/>
              </a:rPr>
              <a:t>gì</a:t>
            </a:r>
            <a:r>
              <a:rPr sz="3200" spc="-35" dirty="0">
                <a:latin typeface="Calibri"/>
                <a:cs typeface="Calibri"/>
              </a:rPr>
              <a:t> </a:t>
            </a:r>
            <a:r>
              <a:rPr sz="3200" dirty="0">
                <a:latin typeface="Calibri"/>
                <a:cs typeface="Calibri"/>
              </a:rPr>
              <a:t>về</a:t>
            </a:r>
            <a:r>
              <a:rPr sz="3200" spc="-35" dirty="0">
                <a:latin typeface="Calibri"/>
                <a:cs typeface="Calibri"/>
              </a:rPr>
              <a:t> </a:t>
            </a:r>
            <a:r>
              <a:rPr sz="3200" dirty="0">
                <a:latin typeface="Calibri"/>
                <a:cs typeface="Calibri"/>
              </a:rPr>
              <a:t>một</a:t>
            </a:r>
            <a:r>
              <a:rPr sz="3200" spc="-35" dirty="0">
                <a:latin typeface="Calibri"/>
                <a:cs typeface="Calibri"/>
              </a:rPr>
              <a:t> </a:t>
            </a:r>
            <a:r>
              <a:rPr sz="3200" dirty="0">
                <a:latin typeface="Calibri"/>
                <a:cs typeface="Calibri"/>
              </a:rPr>
              <a:t>dạng</a:t>
            </a:r>
            <a:r>
              <a:rPr sz="3200" spc="-20" dirty="0">
                <a:latin typeface="Calibri"/>
                <a:cs typeface="Calibri"/>
              </a:rPr>
              <a:t> </a:t>
            </a:r>
            <a:r>
              <a:rPr sz="3200" dirty="0">
                <a:latin typeface="Calibri"/>
                <a:cs typeface="Calibri"/>
              </a:rPr>
              <a:t>mệnh</a:t>
            </a:r>
            <a:r>
              <a:rPr sz="3200" spc="-25" dirty="0">
                <a:latin typeface="Calibri"/>
                <a:cs typeface="Calibri"/>
              </a:rPr>
              <a:t> </a:t>
            </a:r>
            <a:r>
              <a:rPr sz="3200" dirty="0">
                <a:latin typeface="Calibri"/>
                <a:cs typeface="Calibri"/>
              </a:rPr>
              <a:t>đề</a:t>
            </a:r>
            <a:r>
              <a:rPr sz="3200" spc="-50" dirty="0">
                <a:latin typeface="Calibri"/>
                <a:cs typeface="Calibri"/>
              </a:rPr>
              <a:t> </a:t>
            </a:r>
            <a:r>
              <a:rPr sz="3200" dirty="0">
                <a:solidFill>
                  <a:srgbClr val="FF0000"/>
                </a:solidFill>
                <a:latin typeface="Calibri"/>
                <a:cs typeface="Calibri"/>
              </a:rPr>
              <a:t>E</a:t>
            </a:r>
            <a:r>
              <a:rPr sz="3200" spc="-35" dirty="0">
                <a:solidFill>
                  <a:srgbClr val="FF0000"/>
                </a:solidFill>
                <a:latin typeface="Calibri"/>
                <a:cs typeface="Calibri"/>
              </a:rPr>
              <a:t> </a:t>
            </a:r>
            <a:r>
              <a:rPr sz="3200" spc="-50" dirty="0">
                <a:latin typeface="Calibri"/>
                <a:cs typeface="Calibri"/>
              </a:rPr>
              <a:t>:</a:t>
            </a:r>
            <a:endParaRPr sz="3200">
              <a:latin typeface="Calibri"/>
              <a:cs typeface="Calibri"/>
            </a:endParaRPr>
          </a:p>
          <a:p>
            <a:pPr marL="12700">
              <a:lnSpc>
                <a:spcPct val="100000"/>
              </a:lnSpc>
              <a:spcBef>
                <a:spcPts val="765"/>
              </a:spcBef>
            </a:pPr>
            <a:r>
              <a:rPr sz="3200" dirty="0">
                <a:latin typeface="Calibri"/>
                <a:cs typeface="Calibri"/>
              </a:rPr>
              <a:t>a</a:t>
            </a:r>
            <a:r>
              <a:rPr sz="3200" spc="-30"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có</a:t>
            </a:r>
            <a:r>
              <a:rPr sz="3200" spc="-25" dirty="0">
                <a:latin typeface="Calibri"/>
                <a:cs typeface="Calibri"/>
              </a:rPr>
              <a:t> </a:t>
            </a:r>
            <a:r>
              <a:rPr sz="3200" dirty="0">
                <a:latin typeface="Calibri"/>
                <a:cs typeface="Calibri"/>
              </a:rPr>
              <a:t>hệ</a:t>
            </a:r>
            <a:r>
              <a:rPr sz="3200" spc="-40" dirty="0">
                <a:latin typeface="Calibri"/>
                <a:cs typeface="Calibri"/>
              </a:rPr>
              <a:t> </a:t>
            </a:r>
            <a:r>
              <a:rPr sz="3200" dirty="0">
                <a:latin typeface="Calibri"/>
                <a:cs typeface="Calibri"/>
              </a:rPr>
              <a:t>quả</a:t>
            </a:r>
            <a:r>
              <a:rPr sz="3200" spc="-20" dirty="0">
                <a:latin typeface="Calibri"/>
                <a:cs typeface="Calibri"/>
              </a:rPr>
              <a:t> </a:t>
            </a:r>
            <a:r>
              <a:rPr sz="3200" dirty="0">
                <a:latin typeface="Calibri"/>
                <a:cs typeface="Calibri"/>
              </a:rPr>
              <a:t>logic</a:t>
            </a:r>
            <a:r>
              <a:rPr sz="3200" spc="-35" dirty="0">
                <a:latin typeface="Calibri"/>
                <a:cs typeface="Calibri"/>
              </a:rPr>
              <a:t> </a:t>
            </a:r>
            <a:r>
              <a:rPr sz="3200" dirty="0">
                <a:solidFill>
                  <a:srgbClr val="FF0000"/>
                </a:solidFill>
                <a:latin typeface="Calibri"/>
                <a:cs typeface="Calibri"/>
              </a:rPr>
              <a:t>F</a:t>
            </a:r>
            <a:r>
              <a:rPr sz="3200" spc="-20" dirty="0">
                <a:solidFill>
                  <a:srgbClr val="FF0000"/>
                </a:solidFill>
                <a:latin typeface="Calibri"/>
                <a:cs typeface="Calibri"/>
              </a:rPr>
              <a:t> </a:t>
            </a:r>
            <a:r>
              <a:rPr sz="3200" dirty="0">
                <a:latin typeface="Calibri"/>
                <a:cs typeface="Calibri"/>
              </a:rPr>
              <a:t>là</a:t>
            </a:r>
            <a:r>
              <a:rPr sz="3200" spc="-30" dirty="0">
                <a:latin typeface="Calibri"/>
                <a:cs typeface="Calibri"/>
              </a:rPr>
              <a:t> </a:t>
            </a:r>
            <a:r>
              <a:rPr sz="3200" dirty="0">
                <a:latin typeface="Calibri"/>
                <a:cs typeface="Calibri"/>
              </a:rPr>
              <a:t>một</a:t>
            </a:r>
            <a:r>
              <a:rPr sz="3200" spc="-25" dirty="0">
                <a:latin typeface="Calibri"/>
                <a:cs typeface="Calibri"/>
              </a:rPr>
              <a:t> </a:t>
            </a:r>
            <a:r>
              <a:rPr sz="3200" dirty="0">
                <a:latin typeface="Calibri"/>
                <a:cs typeface="Calibri"/>
              </a:rPr>
              <a:t>mâu</a:t>
            </a:r>
            <a:r>
              <a:rPr sz="3200" spc="-30" dirty="0">
                <a:latin typeface="Calibri"/>
                <a:cs typeface="Calibri"/>
              </a:rPr>
              <a:t> </a:t>
            </a:r>
            <a:r>
              <a:rPr sz="3200" dirty="0">
                <a:latin typeface="Calibri"/>
                <a:cs typeface="Calibri"/>
              </a:rPr>
              <a:t>thuẫn</a:t>
            </a:r>
            <a:r>
              <a:rPr sz="3200" spc="-10" dirty="0">
                <a:latin typeface="Calibri"/>
                <a:cs typeface="Calibri"/>
              </a:rPr>
              <a:t> </a:t>
            </a:r>
            <a:r>
              <a:rPr sz="3200" spc="-50" dirty="0">
                <a:latin typeface="Calibri"/>
                <a:cs typeface="Calibri"/>
              </a:rPr>
              <a:t>?</a:t>
            </a:r>
            <a:endParaRPr sz="3200">
              <a:latin typeface="Calibri"/>
              <a:cs typeface="Calibri"/>
            </a:endParaRPr>
          </a:p>
          <a:p>
            <a:pPr marL="12700">
              <a:lnSpc>
                <a:spcPct val="100000"/>
              </a:lnSpc>
              <a:spcBef>
                <a:spcPts val="775"/>
              </a:spcBef>
            </a:pPr>
            <a:r>
              <a:rPr sz="3200" dirty="0">
                <a:latin typeface="Calibri"/>
                <a:cs typeface="Calibri"/>
              </a:rPr>
              <a:t>b</a:t>
            </a:r>
            <a:r>
              <a:rPr sz="3200" spc="-45"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có</a:t>
            </a:r>
            <a:r>
              <a:rPr sz="3200" spc="-55" dirty="0">
                <a:latin typeface="Calibri"/>
                <a:cs typeface="Calibri"/>
              </a:rPr>
              <a:t> </a:t>
            </a:r>
            <a:r>
              <a:rPr sz="3200" dirty="0">
                <a:latin typeface="Calibri"/>
                <a:cs typeface="Calibri"/>
              </a:rPr>
              <a:t>hệ</a:t>
            </a:r>
            <a:r>
              <a:rPr sz="3200" spc="-35" dirty="0">
                <a:latin typeface="Calibri"/>
                <a:cs typeface="Calibri"/>
              </a:rPr>
              <a:t> </a:t>
            </a:r>
            <a:r>
              <a:rPr sz="3200" dirty="0">
                <a:latin typeface="Calibri"/>
                <a:cs typeface="Calibri"/>
              </a:rPr>
              <a:t>quả</a:t>
            </a:r>
            <a:r>
              <a:rPr sz="3200" spc="-25" dirty="0">
                <a:latin typeface="Calibri"/>
                <a:cs typeface="Calibri"/>
              </a:rPr>
              <a:t> </a:t>
            </a:r>
            <a:r>
              <a:rPr sz="3200" dirty="0">
                <a:latin typeface="Calibri"/>
                <a:cs typeface="Calibri"/>
              </a:rPr>
              <a:t>logic</a:t>
            </a:r>
            <a:r>
              <a:rPr sz="3200" spc="-40" dirty="0">
                <a:latin typeface="Calibri"/>
                <a:cs typeface="Calibri"/>
              </a:rPr>
              <a:t> </a:t>
            </a:r>
            <a:r>
              <a:rPr sz="3200" dirty="0">
                <a:latin typeface="Calibri"/>
                <a:cs typeface="Calibri"/>
              </a:rPr>
              <a:t>là</a:t>
            </a:r>
            <a:r>
              <a:rPr sz="3200" spc="-40" dirty="0">
                <a:latin typeface="Calibri"/>
                <a:cs typeface="Calibri"/>
              </a:rPr>
              <a:t> </a:t>
            </a:r>
            <a:r>
              <a:rPr sz="3200" dirty="0">
                <a:latin typeface="Calibri"/>
                <a:cs typeface="Calibri"/>
              </a:rPr>
              <a:t>một</a:t>
            </a:r>
            <a:r>
              <a:rPr sz="3200" spc="-25" dirty="0">
                <a:latin typeface="Calibri"/>
                <a:cs typeface="Calibri"/>
              </a:rPr>
              <a:t> </a:t>
            </a:r>
            <a:r>
              <a:rPr sz="3200" dirty="0">
                <a:latin typeface="Calibri"/>
                <a:cs typeface="Calibri"/>
              </a:rPr>
              <a:t>hằng</a:t>
            </a:r>
            <a:r>
              <a:rPr sz="3200" spc="-25" dirty="0">
                <a:latin typeface="Calibri"/>
                <a:cs typeface="Calibri"/>
              </a:rPr>
              <a:t> </a:t>
            </a:r>
            <a:r>
              <a:rPr sz="3200" dirty="0">
                <a:latin typeface="Calibri"/>
                <a:cs typeface="Calibri"/>
              </a:rPr>
              <a:t>đúng</a:t>
            </a:r>
            <a:r>
              <a:rPr sz="3200" spc="-40" dirty="0">
                <a:latin typeface="Calibri"/>
                <a:cs typeface="Calibri"/>
              </a:rPr>
              <a:t> </a:t>
            </a:r>
            <a:r>
              <a:rPr sz="3200" spc="-50" dirty="0">
                <a:latin typeface="Calibri"/>
                <a:cs typeface="Calibri"/>
              </a:rPr>
              <a:t>?</a:t>
            </a:r>
            <a:endParaRPr sz="3200">
              <a:latin typeface="Calibri"/>
              <a:cs typeface="Calibri"/>
            </a:endParaRPr>
          </a:p>
          <a:p>
            <a:pPr marL="12700">
              <a:lnSpc>
                <a:spcPct val="100000"/>
              </a:lnSpc>
              <a:spcBef>
                <a:spcPts val="765"/>
              </a:spcBef>
            </a:pPr>
            <a:r>
              <a:rPr sz="3200" dirty="0">
                <a:latin typeface="Calibri"/>
                <a:cs typeface="Calibri"/>
              </a:rPr>
              <a:t>c</a:t>
            </a:r>
            <a:r>
              <a:rPr sz="3200" spc="-45" dirty="0">
                <a:latin typeface="Calibri"/>
                <a:cs typeface="Calibri"/>
              </a:rPr>
              <a:t> </a:t>
            </a:r>
            <a:r>
              <a:rPr sz="3200" dirty="0">
                <a:latin typeface="Calibri"/>
                <a:cs typeface="Calibri"/>
              </a:rPr>
              <a:t>)</a:t>
            </a:r>
            <a:r>
              <a:rPr sz="3200" spc="-40" dirty="0">
                <a:latin typeface="Calibri"/>
                <a:cs typeface="Calibri"/>
              </a:rPr>
              <a:t> </a:t>
            </a:r>
            <a:r>
              <a:rPr sz="3200" dirty="0">
                <a:latin typeface="Calibri"/>
                <a:cs typeface="Calibri"/>
              </a:rPr>
              <a:t>là</a:t>
            </a:r>
            <a:r>
              <a:rPr sz="3200" spc="-35" dirty="0">
                <a:latin typeface="Calibri"/>
                <a:cs typeface="Calibri"/>
              </a:rPr>
              <a:t> </a:t>
            </a:r>
            <a:r>
              <a:rPr sz="3200" dirty="0">
                <a:latin typeface="Calibri"/>
                <a:cs typeface="Calibri"/>
              </a:rPr>
              <a:t>hệ</a:t>
            </a:r>
            <a:r>
              <a:rPr sz="3200" spc="-40" dirty="0">
                <a:latin typeface="Calibri"/>
                <a:cs typeface="Calibri"/>
              </a:rPr>
              <a:t> </a:t>
            </a:r>
            <a:r>
              <a:rPr sz="3200" dirty="0">
                <a:latin typeface="Calibri"/>
                <a:cs typeface="Calibri"/>
              </a:rPr>
              <a:t>quả</a:t>
            </a:r>
            <a:r>
              <a:rPr sz="3200" spc="-30" dirty="0">
                <a:latin typeface="Calibri"/>
                <a:cs typeface="Calibri"/>
              </a:rPr>
              <a:t> </a:t>
            </a:r>
            <a:r>
              <a:rPr sz="3200" dirty="0">
                <a:latin typeface="Calibri"/>
                <a:cs typeface="Calibri"/>
              </a:rPr>
              <a:t>logic</a:t>
            </a:r>
            <a:r>
              <a:rPr sz="3200" spc="-45" dirty="0">
                <a:latin typeface="Calibri"/>
                <a:cs typeface="Calibri"/>
              </a:rPr>
              <a:t> </a:t>
            </a:r>
            <a:r>
              <a:rPr sz="3200" dirty="0">
                <a:solidFill>
                  <a:srgbClr val="FF0000"/>
                </a:solidFill>
                <a:latin typeface="Calibri"/>
                <a:cs typeface="Calibri"/>
              </a:rPr>
              <a:t>của</a:t>
            </a:r>
            <a:r>
              <a:rPr sz="3200" spc="-40" dirty="0">
                <a:solidFill>
                  <a:srgbClr val="FF0000"/>
                </a:solidFill>
                <a:latin typeface="Calibri"/>
                <a:cs typeface="Calibri"/>
              </a:rPr>
              <a:t> </a:t>
            </a:r>
            <a:r>
              <a:rPr sz="3200" dirty="0">
                <a:latin typeface="Calibri"/>
                <a:cs typeface="Calibri"/>
              </a:rPr>
              <a:t>một</a:t>
            </a:r>
            <a:r>
              <a:rPr sz="3200" spc="-40" dirty="0">
                <a:latin typeface="Calibri"/>
                <a:cs typeface="Calibri"/>
              </a:rPr>
              <a:t> </a:t>
            </a:r>
            <a:r>
              <a:rPr sz="3200" dirty="0">
                <a:latin typeface="Calibri"/>
                <a:cs typeface="Calibri"/>
              </a:rPr>
              <a:t>mâu</a:t>
            </a:r>
            <a:r>
              <a:rPr sz="3200" spc="-25" dirty="0">
                <a:latin typeface="Calibri"/>
                <a:cs typeface="Calibri"/>
              </a:rPr>
              <a:t> </a:t>
            </a:r>
            <a:r>
              <a:rPr sz="3200" dirty="0">
                <a:latin typeface="Calibri"/>
                <a:cs typeface="Calibri"/>
              </a:rPr>
              <a:t>thuẫn</a:t>
            </a:r>
            <a:r>
              <a:rPr sz="3200" spc="-30" dirty="0">
                <a:latin typeface="Calibri"/>
                <a:cs typeface="Calibri"/>
              </a:rPr>
              <a:t> </a:t>
            </a:r>
            <a:r>
              <a:rPr sz="3200" spc="-50" dirty="0">
                <a:latin typeface="Calibri"/>
                <a:cs typeface="Calibri"/>
              </a:rPr>
              <a:t>?</a:t>
            </a:r>
            <a:endParaRPr sz="3200">
              <a:latin typeface="Calibri"/>
              <a:cs typeface="Calibri"/>
            </a:endParaRPr>
          </a:p>
          <a:p>
            <a:pPr marL="12700">
              <a:lnSpc>
                <a:spcPct val="100000"/>
              </a:lnSpc>
              <a:spcBef>
                <a:spcPts val="770"/>
              </a:spcBef>
            </a:pPr>
            <a:r>
              <a:rPr sz="3200" dirty="0">
                <a:latin typeface="Calibri"/>
                <a:cs typeface="Calibri"/>
              </a:rPr>
              <a:t>d</a:t>
            </a:r>
            <a:r>
              <a:rPr sz="3200" spc="-50"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là</a:t>
            </a:r>
            <a:r>
              <a:rPr sz="3200" spc="-30" dirty="0">
                <a:latin typeface="Calibri"/>
                <a:cs typeface="Calibri"/>
              </a:rPr>
              <a:t> </a:t>
            </a:r>
            <a:r>
              <a:rPr sz="3200" dirty="0">
                <a:latin typeface="Calibri"/>
                <a:cs typeface="Calibri"/>
              </a:rPr>
              <a:t>hệ</a:t>
            </a:r>
            <a:r>
              <a:rPr sz="3200" spc="-40" dirty="0">
                <a:latin typeface="Calibri"/>
                <a:cs typeface="Calibri"/>
              </a:rPr>
              <a:t> </a:t>
            </a:r>
            <a:r>
              <a:rPr sz="3200" dirty="0">
                <a:latin typeface="Calibri"/>
                <a:cs typeface="Calibri"/>
              </a:rPr>
              <a:t>quả</a:t>
            </a:r>
            <a:r>
              <a:rPr sz="3200" spc="-25" dirty="0">
                <a:latin typeface="Calibri"/>
                <a:cs typeface="Calibri"/>
              </a:rPr>
              <a:t> </a:t>
            </a:r>
            <a:r>
              <a:rPr sz="3200" dirty="0">
                <a:latin typeface="Calibri"/>
                <a:cs typeface="Calibri"/>
              </a:rPr>
              <a:t>logic</a:t>
            </a:r>
            <a:r>
              <a:rPr sz="3200" spc="-45" dirty="0">
                <a:latin typeface="Calibri"/>
                <a:cs typeface="Calibri"/>
              </a:rPr>
              <a:t> </a:t>
            </a:r>
            <a:r>
              <a:rPr sz="3200" dirty="0">
                <a:solidFill>
                  <a:srgbClr val="FF0000"/>
                </a:solidFill>
                <a:latin typeface="Calibri"/>
                <a:cs typeface="Calibri"/>
              </a:rPr>
              <a:t>của</a:t>
            </a:r>
            <a:r>
              <a:rPr sz="3200" spc="-40" dirty="0">
                <a:solidFill>
                  <a:srgbClr val="FF0000"/>
                </a:solidFill>
                <a:latin typeface="Calibri"/>
                <a:cs typeface="Calibri"/>
              </a:rPr>
              <a:t> </a:t>
            </a:r>
            <a:r>
              <a:rPr sz="3200" dirty="0">
                <a:latin typeface="Calibri"/>
                <a:cs typeface="Calibri"/>
              </a:rPr>
              <a:t>một</a:t>
            </a:r>
            <a:r>
              <a:rPr sz="3200" spc="-40" dirty="0">
                <a:latin typeface="Calibri"/>
                <a:cs typeface="Calibri"/>
              </a:rPr>
              <a:t> </a:t>
            </a:r>
            <a:r>
              <a:rPr sz="3200" dirty="0">
                <a:latin typeface="Calibri"/>
                <a:cs typeface="Calibri"/>
              </a:rPr>
              <a:t>hằng</a:t>
            </a:r>
            <a:r>
              <a:rPr sz="3200" spc="-20" dirty="0">
                <a:latin typeface="Calibri"/>
                <a:cs typeface="Calibri"/>
              </a:rPr>
              <a:t> </a:t>
            </a:r>
            <a:r>
              <a:rPr sz="3200" dirty="0">
                <a:latin typeface="Calibri"/>
                <a:cs typeface="Calibri"/>
              </a:rPr>
              <a:t>đúng</a:t>
            </a:r>
            <a:r>
              <a:rPr sz="3200" spc="-30" dirty="0">
                <a:latin typeface="Calibri"/>
                <a:cs typeface="Calibri"/>
              </a:rPr>
              <a:t> </a:t>
            </a:r>
            <a:r>
              <a:rPr sz="3200" spc="-60" dirty="0">
                <a:latin typeface="Calibri"/>
                <a:cs typeface="Calibri"/>
              </a:rPr>
              <a:t>?</a:t>
            </a:r>
            <a:endParaRPr sz="3200">
              <a:latin typeface="Calibri"/>
              <a:cs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291439"/>
            <a:ext cx="8240395" cy="4028440"/>
          </a:xfrm>
          <a:prstGeom prst="rect">
            <a:avLst/>
          </a:prstGeom>
        </p:spPr>
        <p:txBody>
          <a:bodyPr vert="horz" wrap="square" lIns="0" tIns="109855" rIns="0" bIns="0" rtlCol="0">
            <a:spAutoFit/>
          </a:bodyPr>
          <a:lstStyle/>
          <a:p>
            <a:pPr marL="12700">
              <a:lnSpc>
                <a:spcPct val="100000"/>
              </a:lnSpc>
              <a:spcBef>
                <a:spcPts val="865"/>
              </a:spcBef>
            </a:pPr>
            <a:r>
              <a:rPr sz="3200" b="1" dirty="0">
                <a:latin typeface="Calibri"/>
                <a:cs typeface="Calibri"/>
              </a:rPr>
              <a:t>Bài</a:t>
            </a:r>
            <a:r>
              <a:rPr sz="3200" b="1" spc="-30" dirty="0">
                <a:latin typeface="Calibri"/>
                <a:cs typeface="Calibri"/>
              </a:rPr>
              <a:t> </a:t>
            </a:r>
            <a:r>
              <a:rPr sz="3200" b="1" dirty="0">
                <a:latin typeface="Calibri"/>
                <a:cs typeface="Calibri"/>
              </a:rPr>
              <a:t>tập</a:t>
            </a:r>
            <a:r>
              <a:rPr sz="3200" b="1" spc="-25" dirty="0">
                <a:latin typeface="Calibri"/>
                <a:cs typeface="Calibri"/>
              </a:rPr>
              <a:t> </a:t>
            </a:r>
            <a:r>
              <a:rPr sz="3200" b="1" dirty="0">
                <a:latin typeface="Calibri"/>
                <a:cs typeface="Calibri"/>
              </a:rPr>
              <a:t>tại</a:t>
            </a:r>
            <a:r>
              <a:rPr sz="3200" b="1" spc="-40" dirty="0">
                <a:latin typeface="Calibri"/>
                <a:cs typeface="Calibri"/>
              </a:rPr>
              <a:t> </a:t>
            </a:r>
            <a:r>
              <a:rPr sz="3200" b="1" dirty="0">
                <a:latin typeface="Calibri"/>
                <a:cs typeface="Calibri"/>
              </a:rPr>
              <a:t>lớp</a:t>
            </a:r>
            <a:r>
              <a:rPr sz="3200" b="1" spc="-25" dirty="0">
                <a:latin typeface="Calibri"/>
                <a:cs typeface="Calibri"/>
              </a:rPr>
              <a:t> </a:t>
            </a:r>
            <a:r>
              <a:rPr sz="3200" b="1" spc="-50" dirty="0">
                <a:latin typeface="Calibri"/>
                <a:cs typeface="Calibri"/>
              </a:rPr>
              <a:t>:</a:t>
            </a:r>
            <a:endParaRPr sz="3200">
              <a:latin typeface="Calibri"/>
              <a:cs typeface="Calibri"/>
            </a:endParaRPr>
          </a:p>
          <a:p>
            <a:pPr marL="12700" marR="5080">
              <a:lnSpc>
                <a:spcPct val="100000"/>
              </a:lnSpc>
              <a:spcBef>
                <a:spcPts val="770"/>
              </a:spcBef>
            </a:pPr>
            <a:r>
              <a:rPr sz="3200" dirty="0">
                <a:latin typeface="Calibri"/>
                <a:cs typeface="Calibri"/>
              </a:rPr>
              <a:t>4.</a:t>
            </a:r>
            <a:r>
              <a:rPr sz="3200" spc="-60" dirty="0">
                <a:latin typeface="Calibri"/>
                <a:cs typeface="Calibri"/>
              </a:rPr>
              <a:t> </a:t>
            </a:r>
            <a:r>
              <a:rPr sz="3200" dirty="0">
                <a:latin typeface="Calibri"/>
                <a:cs typeface="Calibri"/>
              </a:rPr>
              <a:t>Hãy</a:t>
            </a:r>
            <a:r>
              <a:rPr sz="3200" spc="-60" dirty="0">
                <a:latin typeface="Calibri"/>
                <a:cs typeface="Calibri"/>
              </a:rPr>
              <a:t> </a:t>
            </a:r>
            <a:r>
              <a:rPr sz="3200" dirty="0">
                <a:latin typeface="Calibri"/>
                <a:cs typeface="Calibri"/>
              </a:rPr>
              <a:t>chỉ</a:t>
            </a:r>
            <a:r>
              <a:rPr sz="3200" spc="-55" dirty="0">
                <a:latin typeface="Calibri"/>
                <a:cs typeface="Calibri"/>
              </a:rPr>
              <a:t> </a:t>
            </a:r>
            <a:r>
              <a:rPr sz="3200" dirty="0">
                <a:latin typeface="Calibri"/>
                <a:cs typeface="Calibri"/>
              </a:rPr>
              <a:t>ra</a:t>
            </a:r>
            <a:r>
              <a:rPr sz="3200" spc="-80" dirty="0">
                <a:latin typeface="Calibri"/>
                <a:cs typeface="Calibri"/>
              </a:rPr>
              <a:t> </a:t>
            </a:r>
            <a:r>
              <a:rPr sz="3200" dirty="0">
                <a:latin typeface="Calibri"/>
                <a:cs typeface="Calibri"/>
              </a:rPr>
              <a:t>các</a:t>
            </a:r>
            <a:r>
              <a:rPr sz="3200" spc="-65" dirty="0">
                <a:latin typeface="Calibri"/>
                <a:cs typeface="Calibri"/>
              </a:rPr>
              <a:t> </a:t>
            </a:r>
            <a:r>
              <a:rPr sz="3200" dirty="0">
                <a:latin typeface="Calibri"/>
                <a:cs typeface="Calibri"/>
              </a:rPr>
              <a:t>khẳng</a:t>
            </a:r>
            <a:r>
              <a:rPr sz="3200" spc="-55" dirty="0">
                <a:latin typeface="Calibri"/>
                <a:cs typeface="Calibri"/>
              </a:rPr>
              <a:t> </a:t>
            </a:r>
            <a:r>
              <a:rPr sz="3200" dirty="0">
                <a:latin typeface="Calibri"/>
                <a:cs typeface="Calibri"/>
              </a:rPr>
              <a:t>định</a:t>
            </a:r>
            <a:r>
              <a:rPr sz="3200" spc="-45" dirty="0">
                <a:latin typeface="Calibri"/>
                <a:cs typeface="Calibri"/>
              </a:rPr>
              <a:t> </a:t>
            </a:r>
            <a:r>
              <a:rPr sz="3200" dirty="0">
                <a:latin typeface="Calibri"/>
                <a:cs typeface="Calibri"/>
              </a:rPr>
              <a:t>đúng</a:t>
            </a:r>
            <a:r>
              <a:rPr sz="3200" spc="-55" dirty="0">
                <a:latin typeface="Calibri"/>
                <a:cs typeface="Calibri"/>
              </a:rPr>
              <a:t> </a:t>
            </a:r>
            <a:r>
              <a:rPr sz="3200" dirty="0">
                <a:latin typeface="Calibri"/>
                <a:cs typeface="Calibri"/>
              </a:rPr>
              <a:t>trong</a:t>
            </a:r>
            <a:r>
              <a:rPr sz="3200" spc="-50" dirty="0">
                <a:latin typeface="Calibri"/>
                <a:cs typeface="Calibri"/>
              </a:rPr>
              <a:t> </a:t>
            </a:r>
            <a:r>
              <a:rPr sz="3200" dirty="0">
                <a:latin typeface="Calibri"/>
                <a:cs typeface="Calibri"/>
              </a:rPr>
              <a:t>các</a:t>
            </a:r>
            <a:r>
              <a:rPr sz="3200" spc="-75" dirty="0">
                <a:latin typeface="Calibri"/>
                <a:cs typeface="Calibri"/>
              </a:rPr>
              <a:t> </a:t>
            </a:r>
            <a:r>
              <a:rPr sz="3200" spc="-10" dirty="0">
                <a:latin typeface="Calibri"/>
                <a:cs typeface="Calibri"/>
              </a:rPr>
              <a:t>khẳng </a:t>
            </a:r>
            <a:r>
              <a:rPr sz="3200" dirty="0">
                <a:latin typeface="Calibri"/>
                <a:cs typeface="Calibri"/>
              </a:rPr>
              <a:t>định</a:t>
            </a:r>
            <a:r>
              <a:rPr sz="3200" spc="-30" dirty="0">
                <a:latin typeface="Calibri"/>
                <a:cs typeface="Calibri"/>
              </a:rPr>
              <a:t> </a:t>
            </a:r>
            <a:r>
              <a:rPr sz="3200" dirty="0">
                <a:latin typeface="Calibri"/>
                <a:cs typeface="Calibri"/>
              </a:rPr>
              <a:t>sau</a:t>
            </a:r>
            <a:r>
              <a:rPr sz="3200" spc="-30" dirty="0">
                <a:latin typeface="Calibri"/>
                <a:cs typeface="Calibri"/>
              </a:rPr>
              <a:t> </a:t>
            </a:r>
            <a:r>
              <a:rPr sz="3200" spc="-60" dirty="0">
                <a:latin typeface="Calibri"/>
                <a:cs typeface="Calibri"/>
              </a:rPr>
              <a:t>:</a:t>
            </a:r>
            <a:endParaRPr sz="3200">
              <a:latin typeface="Calibri"/>
              <a:cs typeface="Calibri"/>
            </a:endParaRPr>
          </a:p>
          <a:p>
            <a:pPr marL="12700">
              <a:lnSpc>
                <a:spcPct val="100000"/>
              </a:lnSpc>
              <a:spcBef>
                <a:spcPts val="795"/>
              </a:spcBef>
            </a:pPr>
            <a:r>
              <a:rPr sz="3200" dirty="0">
                <a:latin typeface="Calibri"/>
                <a:cs typeface="Calibri"/>
              </a:rPr>
              <a:t>a</a:t>
            </a:r>
            <a:r>
              <a:rPr sz="3200" spc="-20" dirty="0">
                <a:latin typeface="Calibri"/>
                <a:cs typeface="Calibri"/>
              </a:rPr>
              <a:t> </a:t>
            </a:r>
            <a:r>
              <a:rPr sz="3200" dirty="0">
                <a:latin typeface="Calibri"/>
                <a:cs typeface="Calibri"/>
              </a:rPr>
              <a:t>)</a:t>
            </a:r>
            <a:r>
              <a:rPr sz="3200" spc="-10" dirty="0">
                <a:latin typeface="Calibri"/>
                <a:cs typeface="Calibri"/>
              </a:rPr>
              <a:t> </a:t>
            </a:r>
            <a:r>
              <a:rPr sz="3200" dirty="0">
                <a:latin typeface="Calibri"/>
                <a:cs typeface="Calibri"/>
              </a:rPr>
              <a:t>p</a:t>
            </a:r>
            <a:r>
              <a:rPr sz="3200" spc="-10"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Calibri"/>
                <a:cs typeface="Calibri"/>
              </a:rPr>
              <a:t>(p</a:t>
            </a:r>
            <a:r>
              <a:rPr sz="3200" spc="-10" dirty="0">
                <a:latin typeface="Calibri"/>
                <a:cs typeface="Calibri"/>
              </a:rPr>
              <a:t> </a:t>
            </a:r>
            <a:r>
              <a:rPr sz="3200" dirty="0">
                <a:latin typeface="Symbol"/>
                <a:cs typeface="Symbol"/>
              </a:rPr>
              <a:t></a:t>
            </a:r>
            <a:r>
              <a:rPr sz="3200" spc="-90" dirty="0">
                <a:latin typeface="Times New Roman"/>
                <a:cs typeface="Times New Roman"/>
              </a:rPr>
              <a:t> </a:t>
            </a:r>
            <a:r>
              <a:rPr sz="3200" dirty="0">
                <a:latin typeface="Calibri"/>
                <a:cs typeface="Calibri"/>
              </a:rPr>
              <a:t>q)</a:t>
            </a:r>
            <a:r>
              <a:rPr sz="3200" spc="5"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Calibri"/>
                <a:cs typeface="Calibri"/>
              </a:rPr>
              <a:t>p</a:t>
            </a:r>
            <a:r>
              <a:rPr sz="3200" spc="-10" dirty="0">
                <a:latin typeface="Calibri"/>
                <a:cs typeface="Calibri"/>
              </a:rPr>
              <a:t> </a:t>
            </a:r>
            <a:r>
              <a:rPr sz="3200" dirty="0">
                <a:latin typeface="Symbol"/>
                <a:cs typeface="Symbol"/>
              </a:rPr>
              <a:t></a:t>
            </a:r>
            <a:r>
              <a:rPr sz="3200" spc="-100" dirty="0">
                <a:latin typeface="Times New Roman"/>
                <a:cs typeface="Times New Roman"/>
              </a:rPr>
              <a:t> </a:t>
            </a:r>
            <a:r>
              <a:rPr sz="3200" spc="-50" dirty="0">
                <a:latin typeface="Calibri"/>
                <a:cs typeface="Calibri"/>
              </a:rPr>
              <a:t>q</a:t>
            </a:r>
            <a:endParaRPr sz="3200">
              <a:latin typeface="Calibri"/>
              <a:cs typeface="Calibri"/>
            </a:endParaRPr>
          </a:p>
          <a:p>
            <a:pPr marL="12700">
              <a:lnSpc>
                <a:spcPct val="100000"/>
              </a:lnSpc>
              <a:spcBef>
                <a:spcPts val="765"/>
              </a:spcBef>
            </a:pPr>
            <a:r>
              <a:rPr sz="3200" dirty="0">
                <a:latin typeface="Calibri"/>
                <a:cs typeface="Calibri"/>
              </a:rPr>
              <a:t>b</a:t>
            </a:r>
            <a:r>
              <a:rPr sz="3200" spc="-25" dirty="0">
                <a:latin typeface="Calibri"/>
                <a:cs typeface="Calibri"/>
              </a:rPr>
              <a:t> </a:t>
            </a:r>
            <a:r>
              <a:rPr sz="3200" dirty="0">
                <a:latin typeface="Calibri"/>
                <a:cs typeface="Calibri"/>
              </a:rPr>
              <a:t>)</a:t>
            </a:r>
            <a:r>
              <a:rPr sz="3200" spc="-5" dirty="0">
                <a:latin typeface="Calibri"/>
                <a:cs typeface="Calibri"/>
              </a:rPr>
              <a:t> </a:t>
            </a:r>
            <a:r>
              <a:rPr sz="3200" dirty="0">
                <a:latin typeface="Calibri"/>
                <a:cs typeface="Calibri"/>
              </a:rPr>
              <a:t>p</a:t>
            </a:r>
            <a:r>
              <a:rPr sz="3200" spc="-15" dirty="0">
                <a:latin typeface="Calibri"/>
                <a:cs typeface="Calibri"/>
              </a:rPr>
              <a:t> </a:t>
            </a:r>
            <a:r>
              <a:rPr sz="3200" dirty="0">
                <a:latin typeface="Symbol"/>
                <a:cs typeface="Symbol"/>
              </a:rPr>
              <a:t></a:t>
            </a:r>
            <a:r>
              <a:rPr sz="3200" spc="-90" dirty="0">
                <a:latin typeface="Times New Roman"/>
                <a:cs typeface="Times New Roman"/>
              </a:rPr>
              <a:t> </a:t>
            </a:r>
            <a:r>
              <a:rPr sz="3200" dirty="0">
                <a:latin typeface="Calibri"/>
                <a:cs typeface="Calibri"/>
              </a:rPr>
              <a:t>q</a:t>
            </a:r>
            <a:r>
              <a:rPr sz="3200" spc="-10"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Symbol"/>
                <a:cs typeface="Symbol"/>
              </a:rPr>
              <a:t></a:t>
            </a:r>
            <a:r>
              <a:rPr sz="3200" dirty="0">
                <a:latin typeface="Calibri"/>
                <a:cs typeface="Calibri"/>
              </a:rPr>
              <a:t>p </a:t>
            </a:r>
            <a:r>
              <a:rPr sz="3200" dirty="0">
                <a:latin typeface="Symbol"/>
                <a:cs typeface="Symbol"/>
              </a:rPr>
              <a:t></a:t>
            </a:r>
            <a:r>
              <a:rPr sz="3200" spc="-100" dirty="0">
                <a:latin typeface="Times New Roman"/>
                <a:cs typeface="Times New Roman"/>
              </a:rPr>
              <a:t> </a:t>
            </a:r>
            <a:r>
              <a:rPr sz="3200" dirty="0">
                <a:latin typeface="Calibri"/>
                <a:cs typeface="Calibri"/>
              </a:rPr>
              <a:t>(p</a:t>
            </a:r>
            <a:r>
              <a:rPr sz="3200" spc="-15" dirty="0">
                <a:latin typeface="Calibri"/>
                <a:cs typeface="Calibri"/>
              </a:rPr>
              <a:t> </a:t>
            </a:r>
            <a:r>
              <a:rPr sz="3200" dirty="0">
                <a:latin typeface="Symbol"/>
                <a:cs typeface="Symbol"/>
              </a:rPr>
              <a:t></a:t>
            </a:r>
            <a:r>
              <a:rPr sz="3200" spc="-100" dirty="0">
                <a:latin typeface="Times New Roman"/>
                <a:cs typeface="Times New Roman"/>
              </a:rPr>
              <a:t> </a:t>
            </a:r>
            <a:r>
              <a:rPr sz="3200" spc="-25" dirty="0">
                <a:latin typeface="Calibri"/>
                <a:cs typeface="Calibri"/>
              </a:rPr>
              <a:t>q)</a:t>
            </a:r>
            <a:endParaRPr sz="3200">
              <a:latin typeface="Calibri"/>
              <a:cs typeface="Calibri"/>
            </a:endParaRPr>
          </a:p>
          <a:p>
            <a:pPr marL="12700">
              <a:lnSpc>
                <a:spcPct val="100000"/>
              </a:lnSpc>
              <a:spcBef>
                <a:spcPts val="770"/>
              </a:spcBef>
            </a:pPr>
            <a:r>
              <a:rPr sz="3200" dirty="0">
                <a:latin typeface="Calibri"/>
                <a:cs typeface="Calibri"/>
              </a:rPr>
              <a:t>c</a:t>
            </a:r>
            <a:r>
              <a:rPr sz="3200" spc="-2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p</a:t>
            </a:r>
            <a:r>
              <a:rPr sz="3200" spc="-10"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q</a:t>
            </a:r>
            <a:r>
              <a:rPr sz="3200" spc="-10" dirty="0">
                <a:latin typeface="Calibri"/>
                <a:cs typeface="Calibri"/>
              </a:rPr>
              <a:t> </a:t>
            </a:r>
            <a:r>
              <a:rPr sz="3200" dirty="0">
                <a:latin typeface="Symbol"/>
                <a:cs typeface="Symbol"/>
              </a:rPr>
              <a:t></a:t>
            </a:r>
            <a:r>
              <a:rPr sz="3200" spc="-105" dirty="0">
                <a:latin typeface="Times New Roman"/>
                <a:cs typeface="Times New Roman"/>
              </a:rPr>
              <a:t> </a:t>
            </a:r>
            <a:r>
              <a:rPr sz="3200" dirty="0">
                <a:latin typeface="Symbol"/>
                <a:cs typeface="Symbol"/>
              </a:rPr>
              <a:t></a:t>
            </a:r>
            <a:r>
              <a:rPr sz="3200" dirty="0">
                <a:latin typeface="Calibri"/>
                <a:cs typeface="Calibri"/>
              </a:rPr>
              <a:t>p</a:t>
            </a:r>
            <a:r>
              <a:rPr sz="3200" spc="-5" dirty="0">
                <a:latin typeface="Calibri"/>
                <a:cs typeface="Calibri"/>
              </a:rPr>
              <a:t> </a:t>
            </a:r>
            <a:r>
              <a:rPr sz="3200" dirty="0">
                <a:latin typeface="Symbol"/>
                <a:cs typeface="Symbol"/>
              </a:rPr>
              <a:t></a:t>
            </a:r>
            <a:r>
              <a:rPr sz="3200" spc="-95" dirty="0">
                <a:latin typeface="Times New Roman"/>
                <a:cs typeface="Times New Roman"/>
              </a:rPr>
              <a:t> </a:t>
            </a:r>
            <a:r>
              <a:rPr sz="3200" spc="-25" dirty="0">
                <a:latin typeface="Symbol"/>
                <a:cs typeface="Symbol"/>
              </a:rPr>
              <a:t></a:t>
            </a:r>
            <a:r>
              <a:rPr sz="3200" spc="-25" dirty="0">
                <a:latin typeface="Calibri"/>
                <a:cs typeface="Calibri"/>
              </a:rPr>
              <a:t>q</a:t>
            </a:r>
            <a:endParaRPr sz="3200">
              <a:latin typeface="Calibri"/>
              <a:cs typeface="Calibri"/>
            </a:endParaRPr>
          </a:p>
          <a:p>
            <a:pPr marL="12700">
              <a:lnSpc>
                <a:spcPct val="100000"/>
              </a:lnSpc>
              <a:spcBef>
                <a:spcPts val="770"/>
              </a:spcBef>
            </a:pPr>
            <a:r>
              <a:rPr sz="3200" dirty="0">
                <a:latin typeface="Calibri"/>
                <a:cs typeface="Calibri"/>
              </a:rPr>
              <a:t>d</a:t>
            </a:r>
            <a:r>
              <a:rPr sz="3200" spc="-30" dirty="0">
                <a:latin typeface="Calibri"/>
                <a:cs typeface="Calibri"/>
              </a:rPr>
              <a:t> </a:t>
            </a:r>
            <a:r>
              <a:rPr sz="3200" dirty="0">
                <a:latin typeface="Calibri"/>
                <a:cs typeface="Calibri"/>
              </a:rPr>
              <a:t>)</a:t>
            </a:r>
            <a:r>
              <a:rPr sz="3200" spc="-5" dirty="0">
                <a:latin typeface="Calibri"/>
                <a:cs typeface="Calibri"/>
              </a:rPr>
              <a:t> </a:t>
            </a:r>
            <a:r>
              <a:rPr sz="3200" dirty="0">
                <a:latin typeface="Symbol"/>
                <a:cs typeface="Symbol"/>
              </a:rPr>
              <a:t></a:t>
            </a:r>
            <a:r>
              <a:rPr sz="3200" dirty="0">
                <a:latin typeface="Calibri"/>
                <a:cs typeface="Calibri"/>
              </a:rPr>
              <a:t>p</a:t>
            </a:r>
            <a:r>
              <a:rPr sz="3200" spc="-25" dirty="0">
                <a:latin typeface="Calibri"/>
                <a:cs typeface="Calibri"/>
              </a:rPr>
              <a:t> </a:t>
            </a:r>
            <a:r>
              <a:rPr sz="3200" dirty="0">
                <a:latin typeface="Symbol"/>
                <a:cs typeface="Symbol"/>
              </a:rPr>
              <a:t></a:t>
            </a:r>
            <a:r>
              <a:rPr sz="3200" spc="-95" dirty="0">
                <a:latin typeface="Times New Roman"/>
                <a:cs typeface="Times New Roman"/>
              </a:rPr>
              <a:t> </a:t>
            </a:r>
            <a:r>
              <a:rPr sz="3200" dirty="0">
                <a:latin typeface="Symbol"/>
                <a:cs typeface="Symbol"/>
              </a:rPr>
              <a:t></a:t>
            </a:r>
            <a:r>
              <a:rPr sz="3200" dirty="0">
                <a:latin typeface="Calibri"/>
                <a:cs typeface="Calibri"/>
              </a:rPr>
              <a:t>(p </a:t>
            </a:r>
            <a:r>
              <a:rPr sz="3200" dirty="0">
                <a:latin typeface="Symbol"/>
                <a:cs typeface="Symbol"/>
              </a:rPr>
              <a:t></a:t>
            </a:r>
            <a:r>
              <a:rPr sz="3200" spc="-110" dirty="0">
                <a:latin typeface="Times New Roman"/>
                <a:cs typeface="Times New Roman"/>
              </a:rPr>
              <a:t> </a:t>
            </a:r>
            <a:r>
              <a:rPr sz="3200" dirty="0">
                <a:latin typeface="Calibri"/>
                <a:cs typeface="Calibri"/>
              </a:rPr>
              <a:t>q)</a:t>
            </a:r>
            <a:r>
              <a:rPr sz="3200" spc="-15" dirty="0">
                <a:latin typeface="Calibri"/>
                <a:cs typeface="Calibri"/>
              </a:rPr>
              <a:t> </a:t>
            </a:r>
            <a:r>
              <a:rPr sz="3200" dirty="0">
                <a:latin typeface="Symbol"/>
                <a:cs typeface="Symbol"/>
              </a:rPr>
              <a:t></a:t>
            </a:r>
            <a:r>
              <a:rPr sz="3200" spc="-105" dirty="0">
                <a:latin typeface="Times New Roman"/>
                <a:cs typeface="Times New Roman"/>
              </a:rPr>
              <a:t> </a:t>
            </a:r>
            <a:r>
              <a:rPr sz="3200" dirty="0">
                <a:latin typeface="Calibri"/>
                <a:cs typeface="Calibri"/>
              </a:rPr>
              <a:t>(</a:t>
            </a:r>
            <a:r>
              <a:rPr sz="3200" dirty="0">
                <a:latin typeface="Symbol"/>
                <a:cs typeface="Symbol"/>
              </a:rPr>
              <a:t></a:t>
            </a:r>
            <a:r>
              <a:rPr sz="3200" dirty="0">
                <a:latin typeface="Calibri"/>
                <a:cs typeface="Calibri"/>
              </a:rPr>
              <a:t>p</a:t>
            </a:r>
            <a:r>
              <a:rPr sz="3200" spc="-10" dirty="0">
                <a:latin typeface="Calibri"/>
                <a:cs typeface="Calibri"/>
              </a:rPr>
              <a:t> </a:t>
            </a:r>
            <a:r>
              <a:rPr sz="3200" dirty="0">
                <a:latin typeface="Symbol"/>
                <a:cs typeface="Symbol"/>
              </a:rPr>
              <a:t></a:t>
            </a:r>
            <a:r>
              <a:rPr sz="3200" spc="-105" dirty="0">
                <a:latin typeface="Times New Roman"/>
                <a:cs typeface="Times New Roman"/>
              </a:rPr>
              <a:t> </a:t>
            </a:r>
            <a:r>
              <a:rPr sz="3200" spc="-25" dirty="0">
                <a:latin typeface="Calibri"/>
                <a:cs typeface="Calibri"/>
              </a:rPr>
              <a:t>q)</a:t>
            </a:r>
            <a:endParaRPr sz="3200">
              <a:latin typeface="Calibri"/>
              <a:cs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138215"/>
            <a:ext cx="8106409" cy="6273165"/>
          </a:xfrm>
          <a:prstGeom prst="rect">
            <a:avLst/>
          </a:prstGeom>
        </p:spPr>
        <p:txBody>
          <a:bodyPr vert="horz" wrap="square" lIns="0" tIns="110489" rIns="0" bIns="0" rtlCol="0">
            <a:spAutoFit/>
          </a:bodyPr>
          <a:lstStyle/>
          <a:p>
            <a:pPr marL="624205" lvl="1" indent="-611505">
              <a:lnSpc>
                <a:spcPct val="100000"/>
              </a:lnSpc>
              <a:spcBef>
                <a:spcPts val="869"/>
              </a:spcBef>
              <a:buAutoNum type="arabicPeriod" startAt="5"/>
              <a:tabLst>
                <a:tab pos="624205" algn="l"/>
              </a:tabLst>
            </a:pPr>
            <a:r>
              <a:rPr sz="3200" b="1" dirty="0">
                <a:latin typeface="Calibri"/>
                <a:cs typeface="Calibri"/>
              </a:rPr>
              <a:t>Qui</a:t>
            </a:r>
            <a:r>
              <a:rPr sz="3200" b="1" spc="-45" dirty="0">
                <a:latin typeface="Calibri"/>
                <a:cs typeface="Calibri"/>
              </a:rPr>
              <a:t> </a:t>
            </a:r>
            <a:r>
              <a:rPr sz="3200" b="1" dirty="0">
                <a:latin typeface="Calibri"/>
                <a:cs typeface="Calibri"/>
              </a:rPr>
              <a:t>tắc</a:t>
            </a:r>
            <a:r>
              <a:rPr sz="3200" b="1" spc="-55" dirty="0">
                <a:latin typeface="Calibri"/>
                <a:cs typeface="Calibri"/>
              </a:rPr>
              <a:t> </a:t>
            </a:r>
            <a:r>
              <a:rPr sz="3200" b="1" dirty="0">
                <a:latin typeface="Calibri"/>
                <a:cs typeface="Calibri"/>
              </a:rPr>
              <a:t>thay</a:t>
            </a:r>
            <a:r>
              <a:rPr sz="3200" b="1" spc="-55" dirty="0">
                <a:latin typeface="Calibri"/>
                <a:cs typeface="Calibri"/>
              </a:rPr>
              <a:t> </a:t>
            </a:r>
            <a:r>
              <a:rPr sz="3200" b="1" spc="-20" dirty="0">
                <a:latin typeface="Calibri"/>
                <a:cs typeface="Calibri"/>
              </a:rPr>
              <a:t>thế:</a:t>
            </a:r>
            <a:endParaRPr sz="3200">
              <a:latin typeface="Calibri"/>
              <a:cs typeface="Calibri"/>
            </a:endParaRPr>
          </a:p>
          <a:p>
            <a:pPr marL="938530" lvl="2" indent="-925830">
              <a:lnSpc>
                <a:spcPct val="100000"/>
              </a:lnSpc>
              <a:spcBef>
                <a:spcPts val="770"/>
              </a:spcBef>
              <a:buAutoNum type="arabicPeriod"/>
              <a:tabLst>
                <a:tab pos="938530" algn="l"/>
              </a:tabLst>
            </a:pPr>
            <a:r>
              <a:rPr sz="3200" b="1" dirty="0">
                <a:latin typeface="Calibri"/>
                <a:cs typeface="Calibri"/>
              </a:rPr>
              <a:t>Qui</a:t>
            </a:r>
            <a:r>
              <a:rPr sz="3200" b="1" spc="-30" dirty="0">
                <a:latin typeface="Calibri"/>
                <a:cs typeface="Calibri"/>
              </a:rPr>
              <a:t> </a:t>
            </a:r>
            <a:r>
              <a:rPr sz="3200" b="1" dirty="0">
                <a:latin typeface="Calibri"/>
                <a:cs typeface="Calibri"/>
              </a:rPr>
              <a:t>tắc</a:t>
            </a:r>
            <a:r>
              <a:rPr sz="3200" b="1" spc="-35" dirty="0">
                <a:latin typeface="Calibri"/>
                <a:cs typeface="Calibri"/>
              </a:rPr>
              <a:t> </a:t>
            </a:r>
            <a:r>
              <a:rPr sz="3200" b="1" spc="-25" dirty="0">
                <a:latin typeface="Calibri"/>
                <a:cs typeface="Calibri"/>
              </a:rPr>
              <a:t>1:</a:t>
            </a:r>
            <a:endParaRPr sz="3200">
              <a:latin typeface="Calibri"/>
              <a:cs typeface="Calibri"/>
            </a:endParaRPr>
          </a:p>
          <a:p>
            <a:pPr marL="12700" marR="5080">
              <a:lnSpc>
                <a:spcPct val="100000"/>
              </a:lnSpc>
              <a:spcBef>
                <a:spcPts val="770"/>
              </a:spcBef>
            </a:pPr>
            <a:r>
              <a:rPr sz="3200" dirty="0">
                <a:latin typeface="Calibri"/>
                <a:cs typeface="Calibri"/>
              </a:rPr>
              <a:t>Cho</a:t>
            </a:r>
            <a:r>
              <a:rPr sz="3200" spc="-35" dirty="0">
                <a:latin typeface="Calibri"/>
                <a:cs typeface="Calibri"/>
              </a:rPr>
              <a:t> </a:t>
            </a:r>
            <a:r>
              <a:rPr sz="3200" dirty="0">
                <a:latin typeface="Calibri"/>
                <a:cs typeface="Calibri"/>
              </a:rPr>
              <a:t>E</a:t>
            </a:r>
            <a:r>
              <a:rPr sz="3200" spc="-35" dirty="0">
                <a:latin typeface="Calibri"/>
                <a:cs typeface="Calibri"/>
              </a:rPr>
              <a:t> </a:t>
            </a:r>
            <a:r>
              <a:rPr sz="3200" dirty="0">
                <a:latin typeface="Calibri"/>
                <a:cs typeface="Calibri"/>
              </a:rPr>
              <a:t>là</a:t>
            </a:r>
            <a:r>
              <a:rPr sz="3200" spc="-35" dirty="0">
                <a:latin typeface="Calibri"/>
                <a:cs typeface="Calibri"/>
              </a:rPr>
              <a:t> </a:t>
            </a:r>
            <a:r>
              <a:rPr sz="3200" dirty="0">
                <a:latin typeface="Calibri"/>
                <a:cs typeface="Calibri"/>
              </a:rPr>
              <a:t>dạng</a:t>
            </a:r>
            <a:r>
              <a:rPr sz="3200" spc="-20" dirty="0">
                <a:latin typeface="Calibri"/>
                <a:cs typeface="Calibri"/>
              </a:rPr>
              <a:t> </a:t>
            </a:r>
            <a:r>
              <a:rPr sz="3200" dirty="0">
                <a:latin typeface="Calibri"/>
                <a:cs typeface="Calibri"/>
              </a:rPr>
              <a:t>mệnh</a:t>
            </a:r>
            <a:r>
              <a:rPr sz="3200" spc="-25" dirty="0">
                <a:latin typeface="Calibri"/>
                <a:cs typeface="Calibri"/>
              </a:rPr>
              <a:t> </a:t>
            </a:r>
            <a:r>
              <a:rPr sz="3200" dirty="0">
                <a:latin typeface="Calibri"/>
                <a:cs typeface="Calibri"/>
              </a:rPr>
              <a:t>đề</a:t>
            </a:r>
            <a:r>
              <a:rPr sz="3200" spc="-45" dirty="0">
                <a:latin typeface="Calibri"/>
                <a:cs typeface="Calibri"/>
              </a:rPr>
              <a:t> </a:t>
            </a:r>
            <a:r>
              <a:rPr sz="3200" dirty="0">
                <a:latin typeface="Calibri"/>
                <a:cs typeface="Calibri"/>
              </a:rPr>
              <a:t>và</a:t>
            </a:r>
            <a:r>
              <a:rPr sz="3200" spc="-40" dirty="0">
                <a:latin typeface="Calibri"/>
                <a:cs typeface="Calibri"/>
              </a:rPr>
              <a:t> </a:t>
            </a:r>
            <a:r>
              <a:rPr sz="3200" dirty="0">
                <a:latin typeface="Calibri"/>
                <a:cs typeface="Calibri"/>
              </a:rPr>
              <a:t>F</a:t>
            </a:r>
            <a:r>
              <a:rPr sz="3200" spc="-30" dirty="0">
                <a:latin typeface="Calibri"/>
                <a:cs typeface="Calibri"/>
              </a:rPr>
              <a:t> </a:t>
            </a:r>
            <a:r>
              <a:rPr sz="3200" dirty="0">
                <a:latin typeface="Calibri"/>
                <a:cs typeface="Calibri"/>
              </a:rPr>
              <a:t>là</a:t>
            </a:r>
            <a:r>
              <a:rPr sz="3200" spc="-35" dirty="0">
                <a:latin typeface="Calibri"/>
                <a:cs typeface="Calibri"/>
              </a:rPr>
              <a:t> </a:t>
            </a:r>
            <a:r>
              <a:rPr sz="3200" dirty="0">
                <a:latin typeface="Calibri"/>
                <a:cs typeface="Calibri"/>
              </a:rPr>
              <a:t>dạng</a:t>
            </a:r>
            <a:r>
              <a:rPr sz="3200" spc="-20" dirty="0">
                <a:latin typeface="Calibri"/>
                <a:cs typeface="Calibri"/>
              </a:rPr>
              <a:t> </a:t>
            </a:r>
            <a:r>
              <a:rPr sz="3200" dirty="0">
                <a:latin typeface="Calibri"/>
                <a:cs typeface="Calibri"/>
              </a:rPr>
              <a:t>mệnh</a:t>
            </a:r>
            <a:r>
              <a:rPr sz="3200" spc="-30" dirty="0">
                <a:latin typeface="Calibri"/>
                <a:cs typeface="Calibri"/>
              </a:rPr>
              <a:t> </a:t>
            </a:r>
            <a:r>
              <a:rPr sz="3200" dirty="0">
                <a:latin typeface="Calibri"/>
                <a:cs typeface="Calibri"/>
              </a:rPr>
              <a:t>đề</a:t>
            </a:r>
            <a:r>
              <a:rPr sz="3200" spc="-35" dirty="0">
                <a:latin typeface="Calibri"/>
                <a:cs typeface="Calibri"/>
              </a:rPr>
              <a:t> </a:t>
            </a:r>
            <a:r>
              <a:rPr sz="3200" spc="-25" dirty="0">
                <a:latin typeface="Calibri"/>
                <a:cs typeface="Calibri"/>
              </a:rPr>
              <a:t>con </a:t>
            </a:r>
            <a:r>
              <a:rPr sz="3200" dirty="0">
                <a:latin typeface="Calibri"/>
                <a:cs typeface="Calibri"/>
              </a:rPr>
              <a:t>của</a:t>
            </a:r>
            <a:r>
              <a:rPr sz="3200" spc="-50" dirty="0">
                <a:latin typeface="Calibri"/>
                <a:cs typeface="Calibri"/>
              </a:rPr>
              <a:t> </a:t>
            </a:r>
            <a:r>
              <a:rPr sz="3200" spc="-25" dirty="0">
                <a:latin typeface="Calibri"/>
                <a:cs typeface="Calibri"/>
              </a:rPr>
              <a:t>E.</a:t>
            </a:r>
            <a:endParaRPr sz="3200">
              <a:latin typeface="Calibri"/>
              <a:cs typeface="Calibri"/>
            </a:endParaRPr>
          </a:p>
          <a:p>
            <a:pPr marL="12700" marR="20320">
              <a:lnSpc>
                <a:spcPct val="100000"/>
              </a:lnSpc>
              <a:spcBef>
                <a:spcPts val="770"/>
              </a:spcBef>
            </a:pPr>
            <a:r>
              <a:rPr sz="3200" dirty="0">
                <a:latin typeface="Calibri"/>
                <a:cs typeface="Calibri"/>
              </a:rPr>
              <a:t>Nếu</a:t>
            </a:r>
            <a:r>
              <a:rPr sz="3200" spc="-65" dirty="0">
                <a:latin typeface="Calibri"/>
                <a:cs typeface="Calibri"/>
              </a:rPr>
              <a:t> </a:t>
            </a:r>
            <a:r>
              <a:rPr sz="3200" dirty="0">
                <a:latin typeface="Calibri"/>
                <a:cs typeface="Calibri"/>
              </a:rPr>
              <a:t>thay</a:t>
            </a:r>
            <a:r>
              <a:rPr sz="3200" spc="-30" dirty="0">
                <a:latin typeface="Calibri"/>
                <a:cs typeface="Calibri"/>
              </a:rPr>
              <a:t> </a:t>
            </a:r>
            <a:r>
              <a:rPr sz="3200" dirty="0">
                <a:latin typeface="Calibri"/>
                <a:cs typeface="Calibri"/>
              </a:rPr>
              <a:t>F</a:t>
            </a:r>
            <a:r>
              <a:rPr sz="3200" spc="-55" dirty="0">
                <a:latin typeface="Calibri"/>
                <a:cs typeface="Calibri"/>
              </a:rPr>
              <a:t> </a:t>
            </a:r>
            <a:r>
              <a:rPr sz="3200" dirty="0">
                <a:latin typeface="Calibri"/>
                <a:cs typeface="Calibri"/>
              </a:rPr>
              <a:t>bởi</a:t>
            </a:r>
            <a:r>
              <a:rPr sz="3200" spc="-40" dirty="0">
                <a:latin typeface="Calibri"/>
                <a:cs typeface="Calibri"/>
              </a:rPr>
              <a:t> </a:t>
            </a:r>
            <a:r>
              <a:rPr sz="3200" dirty="0">
                <a:latin typeface="Calibri"/>
                <a:cs typeface="Calibri"/>
              </a:rPr>
              <a:t>F’</a:t>
            </a:r>
            <a:r>
              <a:rPr sz="3200" spc="-45" dirty="0">
                <a:latin typeface="Calibri"/>
                <a:cs typeface="Calibri"/>
              </a:rPr>
              <a:t> </a:t>
            </a:r>
            <a:r>
              <a:rPr sz="3200" dirty="0">
                <a:latin typeface="Calibri"/>
                <a:cs typeface="Calibri"/>
              </a:rPr>
              <a:t>tương</a:t>
            </a:r>
            <a:r>
              <a:rPr sz="3200" spc="-50" dirty="0">
                <a:latin typeface="Calibri"/>
                <a:cs typeface="Calibri"/>
              </a:rPr>
              <a:t> </a:t>
            </a:r>
            <a:r>
              <a:rPr sz="3200" dirty="0">
                <a:latin typeface="Calibri"/>
                <a:cs typeface="Calibri"/>
              </a:rPr>
              <a:t>đương</a:t>
            </a:r>
            <a:r>
              <a:rPr sz="3200" spc="-45" dirty="0">
                <a:latin typeface="Calibri"/>
                <a:cs typeface="Calibri"/>
              </a:rPr>
              <a:t> </a:t>
            </a:r>
            <a:r>
              <a:rPr sz="3200" dirty="0">
                <a:latin typeface="Calibri"/>
                <a:cs typeface="Calibri"/>
              </a:rPr>
              <a:t>logic</a:t>
            </a:r>
            <a:r>
              <a:rPr sz="3200" spc="-45" dirty="0">
                <a:latin typeface="Calibri"/>
                <a:cs typeface="Calibri"/>
              </a:rPr>
              <a:t> </a:t>
            </a:r>
            <a:r>
              <a:rPr sz="3200" dirty="0">
                <a:latin typeface="Calibri"/>
                <a:cs typeface="Calibri"/>
              </a:rPr>
              <a:t>thì</a:t>
            </a:r>
            <a:r>
              <a:rPr sz="3200" spc="-35" dirty="0">
                <a:latin typeface="Calibri"/>
                <a:cs typeface="Calibri"/>
              </a:rPr>
              <a:t> </a:t>
            </a:r>
            <a:r>
              <a:rPr sz="3200" dirty="0">
                <a:latin typeface="Calibri"/>
                <a:cs typeface="Calibri"/>
              </a:rPr>
              <a:t>mệnh</a:t>
            </a:r>
            <a:r>
              <a:rPr sz="3200" spc="-50" dirty="0">
                <a:latin typeface="Calibri"/>
                <a:cs typeface="Calibri"/>
              </a:rPr>
              <a:t> </a:t>
            </a:r>
            <a:r>
              <a:rPr sz="3200" spc="-25" dirty="0">
                <a:latin typeface="Calibri"/>
                <a:cs typeface="Calibri"/>
              </a:rPr>
              <a:t>đề </a:t>
            </a:r>
            <a:r>
              <a:rPr sz="3200" dirty="0">
                <a:latin typeface="Calibri"/>
                <a:cs typeface="Calibri"/>
              </a:rPr>
              <a:t>thu</a:t>
            </a:r>
            <a:r>
              <a:rPr sz="3200" spc="-40" dirty="0">
                <a:latin typeface="Calibri"/>
                <a:cs typeface="Calibri"/>
              </a:rPr>
              <a:t> </a:t>
            </a:r>
            <a:r>
              <a:rPr sz="3200" dirty="0">
                <a:latin typeface="Calibri"/>
                <a:cs typeface="Calibri"/>
              </a:rPr>
              <a:t>được</a:t>
            </a:r>
            <a:r>
              <a:rPr sz="3200" spc="-35" dirty="0">
                <a:latin typeface="Calibri"/>
                <a:cs typeface="Calibri"/>
              </a:rPr>
              <a:t> </a:t>
            </a:r>
            <a:r>
              <a:rPr sz="3200" dirty="0">
                <a:latin typeface="Calibri"/>
                <a:cs typeface="Calibri"/>
              </a:rPr>
              <a:t>E’</a:t>
            </a:r>
            <a:r>
              <a:rPr sz="3200" spc="-40" dirty="0">
                <a:latin typeface="Calibri"/>
                <a:cs typeface="Calibri"/>
              </a:rPr>
              <a:t> </a:t>
            </a:r>
            <a:r>
              <a:rPr sz="3200" dirty="0">
                <a:latin typeface="Calibri"/>
                <a:cs typeface="Calibri"/>
              </a:rPr>
              <a:t>tương</a:t>
            </a:r>
            <a:r>
              <a:rPr sz="3200" spc="-35" dirty="0">
                <a:latin typeface="Calibri"/>
                <a:cs typeface="Calibri"/>
              </a:rPr>
              <a:t> </a:t>
            </a:r>
            <a:r>
              <a:rPr sz="3200" dirty="0">
                <a:latin typeface="Calibri"/>
                <a:cs typeface="Calibri"/>
              </a:rPr>
              <a:t>đương</a:t>
            </a:r>
            <a:r>
              <a:rPr sz="3200" spc="-35" dirty="0">
                <a:latin typeface="Calibri"/>
                <a:cs typeface="Calibri"/>
              </a:rPr>
              <a:t> </a:t>
            </a:r>
            <a:r>
              <a:rPr sz="3200" dirty="0">
                <a:latin typeface="Calibri"/>
                <a:cs typeface="Calibri"/>
              </a:rPr>
              <a:t>logic</a:t>
            </a:r>
            <a:r>
              <a:rPr sz="3200" spc="-40" dirty="0">
                <a:latin typeface="Calibri"/>
                <a:cs typeface="Calibri"/>
              </a:rPr>
              <a:t> </a:t>
            </a:r>
            <a:r>
              <a:rPr sz="3200" dirty="0">
                <a:latin typeface="Calibri"/>
                <a:cs typeface="Calibri"/>
              </a:rPr>
              <a:t>với</a:t>
            </a:r>
            <a:r>
              <a:rPr sz="3200" spc="-45" dirty="0">
                <a:latin typeface="Calibri"/>
                <a:cs typeface="Calibri"/>
              </a:rPr>
              <a:t> </a:t>
            </a:r>
            <a:r>
              <a:rPr sz="3200" spc="-25" dirty="0">
                <a:latin typeface="Calibri"/>
                <a:cs typeface="Calibri"/>
              </a:rPr>
              <a:t>E.</a:t>
            </a:r>
            <a:endParaRPr sz="3200">
              <a:latin typeface="Calibri"/>
              <a:cs typeface="Calibri"/>
            </a:endParaRPr>
          </a:p>
          <a:p>
            <a:pPr marL="12700">
              <a:lnSpc>
                <a:spcPct val="100000"/>
              </a:lnSpc>
              <a:spcBef>
                <a:spcPts val="770"/>
              </a:spcBef>
            </a:pPr>
            <a:r>
              <a:rPr sz="3200" b="1" dirty="0">
                <a:latin typeface="Calibri"/>
                <a:cs typeface="Calibri"/>
              </a:rPr>
              <a:t>Ví</a:t>
            </a:r>
            <a:r>
              <a:rPr sz="3200" b="1" spc="-15" dirty="0">
                <a:latin typeface="Calibri"/>
                <a:cs typeface="Calibri"/>
              </a:rPr>
              <a:t> </a:t>
            </a:r>
            <a:r>
              <a:rPr sz="3200" b="1" dirty="0">
                <a:latin typeface="Calibri"/>
                <a:cs typeface="Calibri"/>
              </a:rPr>
              <a:t>dụ</a:t>
            </a:r>
            <a:r>
              <a:rPr sz="3200" b="1" spc="-10" dirty="0">
                <a:latin typeface="Calibri"/>
                <a:cs typeface="Calibri"/>
              </a:rPr>
              <a:t> </a:t>
            </a:r>
            <a:r>
              <a:rPr sz="3200" b="1" spc="-50" dirty="0">
                <a:latin typeface="Calibri"/>
                <a:cs typeface="Calibri"/>
              </a:rPr>
              <a:t>:</a:t>
            </a:r>
            <a:endParaRPr sz="3200">
              <a:latin typeface="Calibri"/>
              <a:cs typeface="Calibri"/>
            </a:endParaRPr>
          </a:p>
          <a:p>
            <a:pPr marL="1209040" marR="1946910">
              <a:lnSpc>
                <a:spcPct val="120100"/>
              </a:lnSpc>
              <a:spcBef>
                <a:spcPts val="20"/>
              </a:spcBef>
              <a:tabLst>
                <a:tab pos="4398010" algn="l"/>
                <a:tab pos="4438650" algn="l"/>
              </a:tabLst>
            </a:pPr>
            <a:r>
              <a:rPr sz="3200" dirty="0">
                <a:latin typeface="Calibri"/>
                <a:cs typeface="Calibri"/>
              </a:rPr>
              <a:t>E</a:t>
            </a:r>
            <a:r>
              <a:rPr sz="3200" spc="-25" dirty="0">
                <a:latin typeface="Calibri"/>
                <a:cs typeface="Calibri"/>
              </a:rPr>
              <a:t> </a:t>
            </a:r>
            <a:r>
              <a:rPr sz="3200" dirty="0">
                <a:latin typeface="Calibri"/>
                <a:cs typeface="Calibri"/>
              </a:rPr>
              <a:t>=</a:t>
            </a:r>
            <a:r>
              <a:rPr sz="3200" spc="-10" dirty="0">
                <a:latin typeface="Calibri"/>
                <a:cs typeface="Calibri"/>
              </a:rPr>
              <a:t> </a:t>
            </a:r>
            <a:r>
              <a:rPr sz="3200" dirty="0">
                <a:latin typeface="Calibri"/>
                <a:cs typeface="Calibri"/>
              </a:rPr>
              <a:t>p</a:t>
            </a:r>
            <a:r>
              <a:rPr sz="3200" spc="-15"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a:t>
            </a:r>
            <a:r>
              <a:rPr sz="3200" dirty="0">
                <a:solidFill>
                  <a:srgbClr val="FF0000"/>
                </a:solidFill>
                <a:latin typeface="Calibri"/>
                <a:cs typeface="Calibri"/>
              </a:rPr>
              <a:t>q</a:t>
            </a:r>
            <a:r>
              <a:rPr sz="3200" spc="-15" dirty="0">
                <a:solidFill>
                  <a:srgbClr val="FF0000"/>
                </a:solidFill>
                <a:latin typeface="Calibri"/>
                <a:cs typeface="Calibri"/>
              </a:rPr>
              <a:t> </a:t>
            </a:r>
            <a:r>
              <a:rPr sz="3200" dirty="0">
                <a:solidFill>
                  <a:srgbClr val="FF0000"/>
                </a:solidFill>
                <a:latin typeface="Symbol"/>
                <a:cs typeface="Symbol"/>
              </a:rPr>
              <a:t></a:t>
            </a:r>
            <a:r>
              <a:rPr sz="3200" spc="-95" dirty="0">
                <a:solidFill>
                  <a:srgbClr val="FF0000"/>
                </a:solidFill>
                <a:latin typeface="Times New Roman"/>
                <a:cs typeface="Times New Roman"/>
              </a:rPr>
              <a:t> </a:t>
            </a:r>
            <a:r>
              <a:rPr sz="3200" dirty="0">
                <a:solidFill>
                  <a:srgbClr val="FF0000"/>
                </a:solidFill>
                <a:latin typeface="Calibri"/>
                <a:cs typeface="Calibri"/>
              </a:rPr>
              <a:t>r</a:t>
            </a:r>
            <a:r>
              <a:rPr sz="3200" dirty="0">
                <a:latin typeface="Calibri"/>
                <a:cs typeface="Calibri"/>
              </a:rPr>
              <a:t>)</a:t>
            </a:r>
            <a:r>
              <a:rPr sz="3200" spc="-25" dirty="0">
                <a:latin typeface="Calibri"/>
                <a:cs typeface="Calibri"/>
              </a:rPr>
              <a:t> </a:t>
            </a:r>
            <a:r>
              <a:rPr sz="3200" spc="-50" dirty="0">
                <a:latin typeface="Calibri"/>
                <a:cs typeface="Calibri"/>
              </a:rPr>
              <a:t>,</a:t>
            </a:r>
            <a:r>
              <a:rPr sz="3200" dirty="0">
                <a:latin typeface="Calibri"/>
                <a:cs typeface="Calibri"/>
              </a:rPr>
              <a:t>		F</a:t>
            </a:r>
            <a:r>
              <a:rPr sz="3200" spc="-10" dirty="0">
                <a:latin typeface="Calibri"/>
                <a:cs typeface="Calibri"/>
              </a:rPr>
              <a:t> </a:t>
            </a:r>
            <a:r>
              <a:rPr sz="3200" dirty="0">
                <a:latin typeface="Calibri"/>
                <a:cs typeface="Calibri"/>
              </a:rPr>
              <a:t>=</a:t>
            </a:r>
            <a:r>
              <a:rPr sz="3200" spc="-25" dirty="0">
                <a:latin typeface="Calibri"/>
                <a:cs typeface="Calibri"/>
              </a:rPr>
              <a:t> </a:t>
            </a:r>
            <a:r>
              <a:rPr sz="3200" dirty="0">
                <a:solidFill>
                  <a:srgbClr val="FF0000"/>
                </a:solidFill>
                <a:latin typeface="Calibri"/>
                <a:cs typeface="Calibri"/>
              </a:rPr>
              <a:t>q</a:t>
            </a:r>
            <a:r>
              <a:rPr sz="3200" spc="-15" dirty="0">
                <a:solidFill>
                  <a:srgbClr val="FF0000"/>
                </a:solidFill>
                <a:latin typeface="Calibri"/>
                <a:cs typeface="Calibri"/>
              </a:rPr>
              <a:t> </a:t>
            </a:r>
            <a:r>
              <a:rPr sz="3200" dirty="0">
                <a:solidFill>
                  <a:srgbClr val="FF0000"/>
                </a:solidFill>
                <a:latin typeface="Symbol"/>
                <a:cs typeface="Symbol"/>
              </a:rPr>
              <a:t></a:t>
            </a:r>
            <a:r>
              <a:rPr sz="3200" spc="-95" dirty="0">
                <a:solidFill>
                  <a:srgbClr val="FF0000"/>
                </a:solidFill>
                <a:latin typeface="Times New Roman"/>
                <a:cs typeface="Times New Roman"/>
              </a:rPr>
              <a:t> </a:t>
            </a:r>
            <a:r>
              <a:rPr sz="3200" spc="-50" dirty="0">
                <a:solidFill>
                  <a:srgbClr val="FF0000"/>
                </a:solidFill>
                <a:latin typeface="Calibri"/>
                <a:cs typeface="Calibri"/>
              </a:rPr>
              <a:t>r </a:t>
            </a:r>
            <a:r>
              <a:rPr sz="3200" dirty="0">
                <a:latin typeface="Calibri"/>
                <a:cs typeface="Calibri"/>
              </a:rPr>
              <a:t>E’=</a:t>
            </a:r>
            <a:r>
              <a:rPr sz="3200" spc="-20" dirty="0">
                <a:latin typeface="Calibri"/>
                <a:cs typeface="Calibri"/>
              </a:rPr>
              <a:t> </a:t>
            </a:r>
            <a:r>
              <a:rPr sz="3200" dirty="0">
                <a:latin typeface="Calibri"/>
                <a:cs typeface="Calibri"/>
              </a:rPr>
              <a:t>p</a:t>
            </a:r>
            <a:r>
              <a:rPr sz="3200" spc="-15"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Calibri"/>
                <a:cs typeface="Calibri"/>
              </a:rPr>
              <a:t>(</a:t>
            </a:r>
            <a:r>
              <a:rPr sz="3200" spc="-15" dirty="0">
                <a:latin typeface="Calibri"/>
                <a:cs typeface="Calibri"/>
              </a:rPr>
              <a:t> </a:t>
            </a:r>
            <a:r>
              <a:rPr sz="3200" dirty="0">
                <a:solidFill>
                  <a:srgbClr val="FF0000"/>
                </a:solidFill>
                <a:latin typeface="Symbol"/>
                <a:cs typeface="Symbol"/>
              </a:rPr>
              <a:t></a:t>
            </a:r>
            <a:r>
              <a:rPr sz="3200" dirty="0">
                <a:solidFill>
                  <a:srgbClr val="FF0000"/>
                </a:solidFill>
                <a:latin typeface="Calibri"/>
                <a:cs typeface="Calibri"/>
              </a:rPr>
              <a:t>q</a:t>
            </a:r>
            <a:r>
              <a:rPr sz="3200" spc="-15" dirty="0">
                <a:solidFill>
                  <a:srgbClr val="FF0000"/>
                </a:solidFill>
                <a:latin typeface="Calibri"/>
                <a:cs typeface="Calibri"/>
              </a:rPr>
              <a:t> </a:t>
            </a:r>
            <a:r>
              <a:rPr sz="3200" dirty="0">
                <a:solidFill>
                  <a:srgbClr val="FF0000"/>
                </a:solidFill>
                <a:latin typeface="Symbol"/>
                <a:cs typeface="Symbol"/>
              </a:rPr>
              <a:t></a:t>
            </a:r>
            <a:r>
              <a:rPr sz="3200" spc="-110" dirty="0">
                <a:solidFill>
                  <a:srgbClr val="FF0000"/>
                </a:solidFill>
                <a:latin typeface="Times New Roman"/>
                <a:cs typeface="Times New Roman"/>
              </a:rPr>
              <a:t> </a:t>
            </a:r>
            <a:r>
              <a:rPr sz="3200" dirty="0">
                <a:solidFill>
                  <a:srgbClr val="FF0000"/>
                </a:solidFill>
                <a:latin typeface="Calibri"/>
                <a:cs typeface="Calibri"/>
              </a:rPr>
              <a:t>r</a:t>
            </a:r>
            <a:r>
              <a:rPr sz="3200" spc="-25" dirty="0">
                <a:solidFill>
                  <a:srgbClr val="FF0000"/>
                </a:solidFill>
                <a:latin typeface="Calibri"/>
                <a:cs typeface="Calibri"/>
              </a:rPr>
              <a:t> </a:t>
            </a:r>
            <a:r>
              <a:rPr sz="3200" spc="-25" dirty="0">
                <a:latin typeface="Calibri"/>
                <a:cs typeface="Calibri"/>
              </a:rPr>
              <a:t>),</a:t>
            </a:r>
            <a:r>
              <a:rPr sz="3200" dirty="0">
                <a:latin typeface="Calibri"/>
                <a:cs typeface="Calibri"/>
              </a:rPr>
              <a:t>	F’</a:t>
            </a:r>
            <a:r>
              <a:rPr sz="3200" spc="-25" dirty="0">
                <a:latin typeface="Calibri"/>
                <a:cs typeface="Calibri"/>
              </a:rPr>
              <a:t> </a:t>
            </a:r>
            <a:r>
              <a:rPr sz="3200" dirty="0">
                <a:latin typeface="Calibri"/>
                <a:cs typeface="Calibri"/>
              </a:rPr>
              <a:t>=</a:t>
            </a:r>
            <a:r>
              <a:rPr sz="3200" spc="-15" dirty="0">
                <a:latin typeface="Calibri"/>
                <a:cs typeface="Calibri"/>
              </a:rPr>
              <a:t> </a:t>
            </a:r>
            <a:r>
              <a:rPr sz="3200" dirty="0">
                <a:solidFill>
                  <a:srgbClr val="FF0000"/>
                </a:solidFill>
                <a:latin typeface="Symbol"/>
                <a:cs typeface="Symbol"/>
              </a:rPr>
              <a:t></a:t>
            </a:r>
            <a:r>
              <a:rPr sz="3200" dirty="0">
                <a:solidFill>
                  <a:srgbClr val="FF0000"/>
                </a:solidFill>
                <a:latin typeface="Calibri"/>
                <a:cs typeface="Calibri"/>
              </a:rPr>
              <a:t>q</a:t>
            </a:r>
            <a:r>
              <a:rPr sz="3200" spc="-5" dirty="0">
                <a:solidFill>
                  <a:srgbClr val="FF0000"/>
                </a:solidFill>
                <a:latin typeface="Calibri"/>
                <a:cs typeface="Calibri"/>
              </a:rPr>
              <a:t> </a:t>
            </a:r>
            <a:r>
              <a:rPr sz="3200" dirty="0">
                <a:solidFill>
                  <a:srgbClr val="FF0000"/>
                </a:solidFill>
                <a:latin typeface="Symbol"/>
                <a:cs typeface="Symbol"/>
              </a:rPr>
              <a:t></a:t>
            </a:r>
            <a:r>
              <a:rPr sz="3200" spc="-105" dirty="0">
                <a:solidFill>
                  <a:srgbClr val="FF0000"/>
                </a:solidFill>
                <a:latin typeface="Times New Roman"/>
                <a:cs typeface="Times New Roman"/>
              </a:rPr>
              <a:t> </a:t>
            </a:r>
            <a:r>
              <a:rPr sz="3200" spc="-50" dirty="0">
                <a:solidFill>
                  <a:srgbClr val="FF0000"/>
                </a:solidFill>
                <a:latin typeface="Calibri"/>
                <a:cs typeface="Calibri"/>
              </a:rPr>
              <a:t>r</a:t>
            </a:r>
            <a:endParaRPr sz="3200">
              <a:latin typeface="Calibri"/>
              <a:cs typeface="Calibri"/>
            </a:endParaRPr>
          </a:p>
          <a:p>
            <a:pPr>
              <a:lnSpc>
                <a:spcPct val="100000"/>
              </a:lnSpc>
              <a:spcBef>
                <a:spcPts val="1470"/>
              </a:spcBef>
            </a:pPr>
            <a:endParaRPr sz="3200">
              <a:latin typeface="Calibri"/>
              <a:cs typeface="Calibri"/>
            </a:endParaRPr>
          </a:p>
          <a:p>
            <a:pPr marL="1117600">
              <a:lnSpc>
                <a:spcPct val="100000"/>
              </a:lnSpc>
            </a:pPr>
            <a:r>
              <a:rPr sz="3200" dirty="0">
                <a:latin typeface="Calibri"/>
                <a:cs typeface="Calibri"/>
              </a:rPr>
              <a:t>E </a:t>
            </a:r>
            <a:r>
              <a:rPr sz="3200" dirty="0">
                <a:latin typeface="Symbol"/>
                <a:cs typeface="Symbol"/>
              </a:rPr>
              <a:t></a:t>
            </a:r>
            <a:r>
              <a:rPr sz="3200" spc="-85" dirty="0">
                <a:latin typeface="Times New Roman"/>
                <a:cs typeface="Times New Roman"/>
              </a:rPr>
              <a:t> </a:t>
            </a:r>
            <a:r>
              <a:rPr sz="3200" spc="-25" dirty="0">
                <a:latin typeface="Calibri"/>
                <a:cs typeface="Calibri"/>
              </a:rPr>
              <a:t>E’</a:t>
            </a:r>
            <a:endParaRPr sz="3200">
              <a:latin typeface="Calibri"/>
              <a:cs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138215"/>
            <a:ext cx="8273415" cy="6175375"/>
          </a:xfrm>
          <a:prstGeom prst="rect">
            <a:avLst/>
          </a:prstGeom>
        </p:spPr>
        <p:txBody>
          <a:bodyPr vert="horz" wrap="square" lIns="0" tIns="110489" rIns="0" bIns="0" rtlCol="0">
            <a:spAutoFit/>
          </a:bodyPr>
          <a:lstStyle/>
          <a:p>
            <a:pPr marL="12700" algn="just">
              <a:lnSpc>
                <a:spcPct val="100000"/>
              </a:lnSpc>
              <a:spcBef>
                <a:spcPts val="869"/>
              </a:spcBef>
            </a:pPr>
            <a:r>
              <a:rPr sz="3200" b="1" dirty="0">
                <a:latin typeface="Calibri"/>
                <a:cs typeface="Calibri"/>
              </a:rPr>
              <a:t>1.5.2</a:t>
            </a:r>
            <a:r>
              <a:rPr sz="3200" b="1" spc="-35" dirty="0">
                <a:latin typeface="Calibri"/>
                <a:cs typeface="Calibri"/>
              </a:rPr>
              <a:t> </a:t>
            </a:r>
            <a:r>
              <a:rPr sz="3200" b="1" dirty="0">
                <a:latin typeface="Calibri"/>
                <a:cs typeface="Calibri"/>
              </a:rPr>
              <a:t>Qui</a:t>
            </a:r>
            <a:r>
              <a:rPr sz="3200" b="1" spc="-30" dirty="0">
                <a:latin typeface="Calibri"/>
                <a:cs typeface="Calibri"/>
              </a:rPr>
              <a:t> </a:t>
            </a:r>
            <a:r>
              <a:rPr sz="3200" b="1" dirty="0">
                <a:latin typeface="Calibri"/>
                <a:cs typeface="Calibri"/>
              </a:rPr>
              <a:t>tắc</a:t>
            </a:r>
            <a:r>
              <a:rPr sz="3200" b="1" spc="-40" dirty="0">
                <a:latin typeface="Calibri"/>
                <a:cs typeface="Calibri"/>
              </a:rPr>
              <a:t> </a:t>
            </a:r>
            <a:r>
              <a:rPr sz="3200" b="1" dirty="0">
                <a:latin typeface="Calibri"/>
                <a:cs typeface="Calibri"/>
              </a:rPr>
              <a:t>2:</a:t>
            </a:r>
            <a:r>
              <a:rPr sz="3200" b="1" spc="-30" dirty="0">
                <a:latin typeface="Calibri"/>
                <a:cs typeface="Calibri"/>
              </a:rPr>
              <a:t> </a:t>
            </a:r>
            <a:r>
              <a:rPr sz="3200" dirty="0">
                <a:latin typeface="Calibri"/>
                <a:cs typeface="Calibri"/>
              </a:rPr>
              <a:t>Cho</a:t>
            </a:r>
            <a:r>
              <a:rPr sz="3200" spc="-30" dirty="0">
                <a:latin typeface="Calibri"/>
                <a:cs typeface="Calibri"/>
              </a:rPr>
              <a:t> </a:t>
            </a:r>
            <a:r>
              <a:rPr sz="3200" dirty="0">
                <a:latin typeface="Calibri"/>
                <a:cs typeface="Calibri"/>
              </a:rPr>
              <a:t>E(p,</a:t>
            </a:r>
            <a:r>
              <a:rPr sz="3200" spc="-30" dirty="0">
                <a:latin typeface="Calibri"/>
                <a:cs typeface="Calibri"/>
              </a:rPr>
              <a:t> </a:t>
            </a:r>
            <a:r>
              <a:rPr sz="3200" dirty="0">
                <a:latin typeface="Calibri"/>
                <a:cs typeface="Calibri"/>
              </a:rPr>
              <a:t>q,</a:t>
            </a:r>
            <a:r>
              <a:rPr sz="3200" spc="-35" dirty="0">
                <a:latin typeface="Calibri"/>
                <a:cs typeface="Calibri"/>
              </a:rPr>
              <a:t> </a:t>
            </a:r>
            <a:r>
              <a:rPr sz="3200" spc="-90" dirty="0">
                <a:latin typeface="Calibri"/>
                <a:cs typeface="Calibri"/>
              </a:rPr>
              <a:t>r,</a:t>
            </a:r>
            <a:r>
              <a:rPr sz="3200" spc="-30" dirty="0">
                <a:latin typeface="Calibri"/>
                <a:cs typeface="Calibri"/>
              </a:rPr>
              <a:t> </a:t>
            </a:r>
            <a:r>
              <a:rPr sz="3200" dirty="0">
                <a:latin typeface="Calibri"/>
                <a:cs typeface="Calibri"/>
              </a:rPr>
              <a:t>.</a:t>
            </a:r>
            <a:r>
              <a:rPr sz="3200" spc="-40" dirty="0">
                <a:latin typeface="Calibri"/>
                <a:cs typeface="Calibri"/>
              </a:rPr>
              <a:t> </a:t>
            </a:r>
            <a:r>
              <a:rPr sz="3200" dirty="0">
                <a:latin typeface="Calibri"/>
                <a:cs typeface="Calibri"/>
              </a:rPr>
              <a:t>.</a:t>
            </a:r>
            <a:r>
              <a:rPr sz="3200" spc="-35" dirty="0">
                <a:latin typeface="Calibri"/>
                <a:cs typeface="Calibri"/>
              </a:rPr>
              <a:t> </a:t>
            </a:r>
            <a:r>
              <a:rPr sz="3200" dirty="0">
                <a:latin typeface="Calibri"/>
                <a:cs typeface="Calibri"/>
              </a:rPr>
              <a:t>.)</a:t>
            </a:r>
            <a:r>
              <a:rPr sz="3200" spc="-35" dirty="0">
                <a:latin typeface="Calibri"/>
                <a:cs typeface="Calibri"/>
              </a:rPr>
              <a:t> </a:t>
            </a:r>
            <a:r>
              <a:rPr sz="3200" dirty="0">
                <a:latin typeface="Calibri"/>
                <a:cs typeface="Calibri"/>
              </a:rPr>
              <a:t>là</a:t>
            </a:r>
            <a:r>
              <a:rPr sz="3200" spc="-25" dirty="0">
                <a:latin typeface="Calibri"/>
                <a:cs typeface="Calibri"/>
              </a:rPr>
              <a:t> </a:t>
            </a:r>
            <a:r>
              <a:rPr sz="3200" b="1" dirty="0">
                <a:latin typeface="Calibri"/>
                <a:cs typeface="Calibri"/>
              </a:rPr>
              <a:t>hằng</a:t>
            </a:r>
            <a:r>
              <a:rPr sz="3200" b="1" spc="-55" dirty="0">
                <a:latin typeface="Calibri"/>
                <a:cs typeface="Calibri"/>
              </a:rPr>
              <a:t> </a:t>
            </a:r>
            <a:r>
              <a:rPr sz="3200" b="1" spc="-10" dirty="0">
                <a:latin typeface="Calibri"/>
                <a:cs typeface="Calibri"/>
              </a:rPr>
              <a:t>đúng</a:t>
            </a:r>
            <a:r>
              <a:rPr sz="3200" spc="-10" dirty="0">
                <a:latin typeface="Calibri"/>
                <a:cs typeface="Calibri"/>
              </a:rPr>
              <a:t>.</a:t>
            </a:r>
            <a:endParaRPr sz="3200">
              <a:latin typeface="Calibri"/>
              <a:cs typeface="Calibri"/>
            </a:endParaRPr>
          </a:p>
          <a:p>
            <a:pPr marL="12700" marR="348615" algn="just">
              <a:lnSpc>
                <a:spcPct val="100000"/>
              </a:lnSpc>
              <a:spcBef>
                <a:spcPts val="770"/>
              </a:spcBef>
            </a:pPr>
            <a:r>
              <a:rPr sz="3200" dirty="0">
                <a:latin typeface="Calibri"/>
                <a:cs typeface="Calibri"/>
              </a:rPr>
              <a:t>Nếu</a:t>
            </a:r>
            <a:r>
              <a:rPr sz="3200" spc="-75" dirty="0">
                <a:latin typeface="Calibri"/>
                <a:cs typeface="Calibri"/>
              </a:rPr>
              <a:t> </a:t>
            </a:r>
            <a:r>
              <a:rPr sz="3200" dirty="0">
                <a:latin typeface="Calibri"/>
                <a:cs typeface="Calibri"/>
              </a:rPr>
              <a:t>thay</a:t>
            </a:r>
            <a:r>
              <a:rPr sz="3200" spc="-45" dirty="0">
                <a:latin typeface="Calibri"/>
                <a:cs typeface="Calibri"/>
              </a:rPr>
              <a:t> </a:t>
            </a:r>
            <a:r>
              <a:rPr sz="3200" dirty="0">
                <a:latin typeface="Calibri"/>
                <a:cs typeface="Calibri"/>
              </a:rPr>
              <a:t>những</a:t>
            </a:r>
            <a:r>
              <a:rPr sz="3200" spc="-50" dirty="0">
                <a:latin typeface="Calibri"/>
                <a:cs typeface="Calibri"/>
              </a:rPr>
              <a:t> </a:t>
            </a:r>
            <a:r>
              <a:rPr sz="3200" dirty="0">
                <a:latin typeface="Calibri"/>
                <a:cs typeface="Calibri"/>
              </a:rPr>
              <a:t>nơi</a:t>
            </a:r>
            <a:r>
              <a:rPr sz="3200" spc="-65" dirty="0">
                <a:latin typeface="Calibri"/>
                <a:cs typeface="Calibri"/>
              </a:rPr>
              <a:t> </a:t>
            </a:r>
            <a:r>
              <a:rPr sz="3200" dirty="0">
                <a:latin typeface="Calibri"/>
                <a:cs typeface="Calibri"/>
              </a:rPr>
              <a:t>p</a:t>
            </a:r>
            <a:r>
              <a:rPr sz="3200" spc="-55" dirty="0">
                <a:latin typeface="Calibri"/>
                <a:cs typeface="Calibri"/>
              </a:rPr>
              <a:t> </a:t>
            </a:r>
            <a:r>
              <a:rPr sz="3200" dirty="0">
                <a:latin typeface="Calibri"/>
                <a:cs typeface="Calibri"/>
              </a:rPr>
              <a:t>xuất</a:t>
            </a:r>
            <a:r>
              <a:rPr sz="3200" spc="-50" dirty="0">
                <a:latin typeface="Calibri"/>
                <a:cs typeface="Calibri"/>
              </a:rPr>
              <a:t> </a:t>
            </a:r>
            <a:r>
              <a:rPr sz="3200" dirty="0">
                <a:latin typeface="Calibri"/>
                <a:cs typeface="Calibri"/>
              </a:rPr>
              <a:t>hiện</a:t>
            </a:r>
            <a:r>
              <a:rPr sz="3200" spc="-65" dirty="0">
                <a:latin typeface="Calibri"/>
                <a:cs typeface="Calibri"/>
              </a:rPr>
              <a:t> </a:t>
            </a:r>
            <a:r>
              <a:rPr sz="3200" dirty="0">
                <a:latin typeface="Calibri"/>
                <a:cs typeface="Calibri"/>
              </a:rPr>
              <a:t>trong</a:t>
            </a:r>
            <a:r>
              <a:rPr sz="3200" spc="-50" dirty="0">
                <a:latin typeface="Calibri"/>
                <a:cs typeface="Calibri"/>
              </a:rPr>
              <a:t> </a:t>
            </a:r>
            <a:r>
              <a:rPr sz="3200" dirty="0">
                <a:latin typeface="Calibri"/>
                <a:cs typeface="Calibri"/>
              </a:rPr>
              <a:t>E</a:t>
            </a:r>
            <a:r>
              <a:rPr sz="3200" spc="-60" dirty="0">
                <a:latin typeface="Calibri"/>
                <a:cs typeface="Calibri"/>
              </a:rPr>
              <a:t> </a:t>
            </a:r>
            <a:r>
              <a:rPr sz="3200" dirty="0">
                <a:latin typeface="Calibri"/>
                <a:cs typeface="Calibri"/>
              </a:rPr>
              <a:t>bởi</a:t>
            </a:r>
            <a:r>
              <a:rPr sz="3200" spc="-55" dirty="0">
                <a:latin typeface="Calibri"/>
                <a:cs typeface="Calibri"/>
              </a:rPr>
              <a:t> </a:t>
            </a:r>
            <a:r>
              <a:rPr sz="3200" spc="-25" dirty="0">
                <a:latin typeface="Calibri"/>
                <a:cs typeface="Calibri"/>
              </a:rPr>
              <a:t>một </a:t>
            </a:r>
            <a:r>
              <a:rPr sz="3200" dirty="0">
                <a:latin typeface="Calibri"/>
                <a:cs typeface="Calibri"/>
              </a:rPr>
              <a:t>dạng</a:t>
            </a:r>
            <a:r>
              <a:rPr sz="3200" spc="-35" dirty="0">
                <a:latin typeface="Calibri"/>
                <a:cs typeface="Calibri"/>
              </a:rPr>
              <a:t> </a:t>
            </a:r>
            <a:r>
              <a:rPr sz="3200" dirty="0">
                <a:latin typeface="Calibri"/>
                <a:cs typeface="Calibri"/>
              </a:rPr>
              <a:t>mệnh</a:t>
            </a:r>
            <a:r>
              <a:rPr sz="3200" spc="-55" dirty="0">
                <a:latin typeface="Calibri"/>
                <a:cs typeface="Calibri"/>
              </a:rPr>
              <a:t> </a:t>
            </a:r>
            <a:r>
              <a:rPr sz="3200" dirty="0">
                <a:latin typeface="Calibri"/>
                <a:cs typeface="Calibri"/>
              </a:rPr>
              <a:t>đề</a:t>
            </a:r>
            <a:r>
              <a:rPr sz="3200" spc="-50" dirty="0">
                <a:latin typeface="Calibri"/>
                <a:cs typeface="Calibri"/>
              </a:rPr>
              <a:t> </a:t>
            </a:r>
            <a:r>
              <a:rPr sz="3200" dirty="0">
                <a:latin typeface="Calibri"/>
                <a:cs typeface="Calibri"/>
              </a:rPr>
              <a:t>tùy</a:t>
            </a:r>
            <a:r>
              <a:rPr sz="3200" spc="-45" dirty="0">
                <a:latin typeface="Calibri"/>
                <a:cs typeface="Calibri"/>
              </a:rPr>
              <a:t> </a:t>
            </a:r>
            <a:r>
              <a:rPr sz="3200" dirty="0">
                <a:latin typeface="Calibri"/>
                <a:cs typeface="Calibri"/>
              </a:rPr>
              <a:t>ý</a:t>
            </a:r>
            <a:r>
              <a:rPr sz="3200" spc="-40" dirty="0">
                <a:latin typeface="Calibri"/>
                <a:cs typeface="Calibri"/>
              </a:rPr>
              <a:t> </a:t>
            </a:r>
            <a:r>
              <a:rPr sz="3200" spc="-55" dirty="0">
                <a:latin typeface="Calibri"/>
                <a:cs typeface="Calibri"/>
              </a:rPr>
              <a:t>F(p’,</a:t>
            </a:r>
            <a:r>
              <a:rPr sz="3200" spc="-50" dirty="0">
                <a:latin typeface="Calibri"/>
                <a:cs typeface="Calibri"/>
              </a:rPr>
              <a:t> </a:t>
            </a:r>
            <a:r>
              <a:rPr sz="3200" spc="-85" dirty="0">
                <a:latin typeface="Calibri"/>
                <a:cs typeface="Calibri"/>
              </a:rPr>
              <a:t>q’,</a:t>
            </a:r>
            <a:r>
              <a:rPr sz="3200" spc="-45" dirty="0">
                <a:latin typeface="Calibri"/>
                <a:cs typeface="Calibri"/>
              </a:rPr>
              <a:t> </a:t>
            </a:r>
            <a:r>
              <a:rPr sz="3200" spc="-20" dirty="0">
                <a:latin typeface="Calibri"/>
                <a:cs typeface="Calibri"/>
              </a:rPr>
              <a:t>r’,</a:t>
            </a:r>
            <a:r>
              <a:rPr sz="3200" spc="-60" dirty="0">
                <a:latin typeface="Calibri"/>
                <a:cs typeface="Calibri"/>
              </a:rPr>
              <a:t> </a:t>
            </a:r>
            <a:r>
              <a:rPr sz="3200" dirty="0">
                <a:latin typeface="Calibri"/>
                <a:cs typeface="Calibri"/>
              </a:rPr>
              <a:t>.</a:t>
            </a:r>
            <a:r>
              <a:rPr sz="3200" spc="-40" dirty="0">
                <a:latin typeface="Calibri"/>
                <a:cs typeface="Calibri"/>
              </a:rPr>
              <a:t> </a:t>
            </a:r>
            <a:r>
              <a:rPr sz="3200" dirty="0">
                <a:latin typeface="Calibri"/>
                <a:cs typeface="Calibri"/>
              </a:rPr>
              <a:t>.</a:t>
            </a:r>
            <a:r>
              <a:rPr sz="3200" spc="-55" dirty="0">
                <a:latin typeface="Calibri"/>
                <a:cs typeface="Calibri"/>
              </a:rPr>
              <a:t> </a:t>
            </a:r>
            <a:r>
              <a:rPr sz="3200" dirty="0">
                <a:latin typeface="Calibri"/>
                <a:cs typeface="Calibri"/>
              </a:rPr>
              <a:t>.)</a:t>
            </a:r>
            <a:r>
              <a:rPr sz="3200" spc="635" dirty="0">
                <a:latin typeface="Calibri"/>
                <a:cs typeface="Calibri"/>
              </a:rPr>
              <a:t> </a:t>
            </a:r>
            <a:r>
              <a:rPr sz="3200" dirty="0">
                <a:latin typeface="Calibri"/>
                <a:cs typeface="Calibri"/>
              </a:rPr>
              <a:t>thì</a:t>
            </a:r>
            <a:r>
              <a:rPr sz="3200" spc="-35" dirty="0">
                <a:latin typeface="Calibri"/>
                <a:cs typeface="Calibri"/>
              </a:rPr>
              <a:t> </a:t>
            </a:r>
            <a:r>
              <a:rPr sz="3200" dirty="0">
                <a:latin typeface="Calibri"/>
                <a:cs typeface="Calibri"/>
              </a:rPr>
              <a:t>mệnh</a:t>
            </a:r>
            <a:r>
              <a:rPr sz="3200" spc="-55" dirty="0">
                <a:latin typeface="Calibri"/>
                <a:cs typeface="Calibri"/>
              </a:rPr>
              <a:t> </a:t>
            </a:r>
            <a:r>
              <a:rPr sz="3200" spc="-25" dirty="0">
                <a:latin typeface="Calibri"/>
                <a:cs typeface="Calibri"/>
              </a:rPr>
              <a:t>đề </a:t>
            </a:r>
            <a:r>
              <a:rPr sz="3200" dirty="0">
                <a:latin typeface="Calibri"/>
                <a:cs typeface="Calibri"/>
              </a:rPr>
              <a:t>thu</a:t>
            </a:r>
            <a:r>
              <a:rPr sz="3200" spc="-20" dirty="0">
                <a:latin typeface="Calibri"/>
                <a:cs typeface="Calibri"/>
              </a:rPr>
              <a:t> </a:t>
            </a:r>
            <a:r>
              <a:rPr sz="3200" dirty="0">
                <a:latin typeface="Calibri"/>
                <a:cs typeface="Calibri"/>
              </a:rPr>
              <a:t>được</a:t>
            </a:r>
            <a:r>
              <a:rPr sz="3200" spc="-25" dirty="0">
                <a:latin typeface="Calibri"/>
                <a:cs typeface="Calibri"/>
              </a:rPr>
              <a:t> </a:t>
            </a:r>
            <a:r>
              <a:rPr sz="3200" b="1" dirty="0">
                <a:latin typeface="Calibri"/>
                <a:cs typeface="Calibri"/>
              </a:rPr>
              <a:t>E’</a:t>
            </a:r>
            <a:r>
              <a:rPr sz="3200" b="1" spc="-20" dirty="0">
                <a:latin typeface="Calibri"/>
                <a:cs typeface="Calibri"/>
              </a:rPr>
              <a:t> </a:t>
            </a:r>
            <a:r>
              <a:rPr sz="3200" b="1" dirty="0">
                <a:latin typeface="Calibri"/>
                <a:cs typeface="Calibri"/>
              </a:rPr>
              <a:t>vẫn</a:t>
            </a:r>
            <a:r>
              <a:rPr sz="3200" b="1" spc="-25" dirty="0">
                <a:latin typeface="Calibri"/>
                <a:cs typeface="Calibri"/>
              </a:rPr>
              <a:t> </a:t>
            </a:r>
            <a:r>
              <a:rPr sz="3200" b="1" dirty="0">
                <a:latin typeface="Calibri"/>
                <a:cs typeface="Calibri"/>
              </a:rPr>
              <a:t>còn</a:t>
            </a:r>
            <a:r>
              <a:rPr sz="3200" b="1" spc="-35" dirty="0">
                <a:latin typeface="Calibri"/>
                <a:cs typeface="Calibri"/>
              </a:rPr>
              <a:t> </a:t>
            </a:r>
            <a:r>
              <a:rPr sz="3200" b="1" dirty="0">
                <a:latin typeface="Calibri"/>
                <a:cs typeface="Calibri"/>
              </a:rPr>
              <a:t>là</a:t>
            </a:r>
            <a:r>
              <a:rPr sz="3200" b="1" spc="-30" dirty="0">
                <a:latin typeface="Calibri"/>
                <a:cs typeface="Calibri"/>
              </a:rPr>
              <a:t> </a:t>
            </a:r>
            <a:r>
              <a:rPr sz="3200" b="1" dirty="0">
                <a:latin typeface="Calibri"/>
                <a:cs typeface="Calibri"/>
              </a:rPr>
              <a:t>hằng</a:t>
            </a:r>
            <a:r>
              <a:rPr sz="3200" b="1" spc="-55" dirty="0">
                <a:latin typeface="Calibri"/>
                <a:cs typeface="Calibri"/>
              </a:rPr>
              <a:t> </a:t>
            </a:r>
            <a:r>
              <a:rPr sz="3200" b="1" spc="-10" dirty="0">
                <a:latin typeface="Calibri"/>
                <a:cs typeface="Calibri"/>
              </a:rPr>
              <a:t>đúng</a:t>
            </a:r>
            <a:r>
              <a:rPr sz="3200" spc="-10" dirty="0">
                <a:latin typeface="Calibri"/>
                <a:cs typeface="Calibri"/>
              </a:rPr>
              <a:t>.</a:t>
            </a:r>
            <a:endParaRPr sz="3200">
              <a:latin typeface="Calibri"/>
              <a:cs typeface="Calibri"/>
            </a:endParaRPr>
          </a:p>
          <a:p>
            <a:pPr>
              <a:lnSpc>
                <a:spcPct val="100000"/>
              </a:lnSpc>
              <a:spcBef>
                <a:spcPts val="725"/>
              </a:spcBef>
            </a:pPr>
            <a:endParaRPr sz="3200">
              <a:latin typeface="Calibri"/>
              <a:cs typeface="Calibri"/>
            </a:endParaRPr>
          </a:p>
          <a:p>
            <a:pPr marL="12700" marR="2360295">
              <a:lnSpc>
                <a:spcPct val="120100"/>
              </a:lnSpc>
            </a:pPr>
            <a:r>
              <a:rPr sz="3200" b="1" dirty="0">
                <a:latin typeface="Calibri"/>
                <a:cs typeface="Calibri"/>
              </a:rPr>
              <a:t>Ví</a:t>
            </a:r>
            <a:r>
              <a:rPr sz="3200" b="1" spc="-40" dirty="0">
                <a:latin typeface="Calibri"/>
                <a:cs typeface="Calibri"/>
              </a:rPr>
              <a:t> </a:t>
            </a:r>
            <a:r>
              <a:rPr sz="3200" b="1" dirty="0">
                <a:latin typeface="Calibri"/>
                <a:cs typeface="Calibri"/>
              </a:rPr>
              <a:t>dụ</a:t>
            </a:r>
            <a:r>
              <a:rPr sz="3200" b="1" spc="-40" dirty="0">
                <a:latin typeface="Calibri"/>
                <a:cs typeface="Calibri"/>
              </a:rPr>
              <a:t> </a:t>
            </a:r>
            <a:r>
              <a:rPr sz="3200" b="1" dirty="0">
                <a:latin typeface="Calibri"/>
                <a:cs typeface="Calibri"/>
              </a:rPr>
              <a:t>:</a:t>
            </a:r>
            <a:r>
              <a:rPr sz="3200" b="1" spc="-15" dirty="0">
                <a:latin typeface="Calibri"/>
                <a:cs typeface="Calibri"/>
              </a:rPr>
              <a:t> </a:t>
            </a:r>
            <a:r>
              <a:rPr sz="3200" dirty="0">
                <a:latin typeface="Calibri"/>
                <a:cs typeface="Calibri"/>
              </a:rPr>
              <a:t>E(p,q)</a:t>
            </a:r>
            <a:r>
              <a:rPr sz="3200" spc="-15"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(p</a:t>
            </a:r>
            <a:r>
              <a:rPr sz="3200" spc="-5" dirty="0">
                <a:latin typeface="Calibri"/>
                <a:cs typeface="Calibri"/>
              </a:rPr>
              <a:t> </a:t>
            </a:r>
            <a:r>
              <a:rPr sz="3200" dirty="0">
                <a:latin typeface="Wingdings"/>
                <a:cs typeface="Wingdings"/>
              </a:rPr>
              <a:t></a:t>
            </a:r>
            <a:r>
              <a:rPr sz="3200" spc="-105" dirty="0">
                <a:latin typeface="Times New Roman"/>
                <a:cs typeface="Times New Roman"/>
              </a:rPr>
              <a:t> </a:t>
            </a:r>
            <a:r>
              <a:rPr sz="3200" dirty="0">
                <a:latin typeface="Calibri"/>
                <a:cs typeface="Calibri"/>
              </a:rPr>
              <a:t>q)</a:t>
            </a:r>
            <a:r>
              <a:rPr sz="3200" spc="-20" dirty="0">
                <a:latin typeface="Calibri"/>
                <a:cs typeface="Calibri"/>
              </a:rPr>
              <a:t> </a:t>
            </a:r>
            <a:r>
              <a:rPr sz="3200" dirty="0">
                <a:latin typeface="Symbol"/>
                <a:cs typeface="Symbol"/>
              </a:rPr>
              <a:t></a:t>
            </a:r>
            <a:r>
              <a:rPr sz="3200" spc="-105" dirty="0">
                <a:latin typeface="Times New Roman"/>
                <a:cs typeface="Times New Roman"/>
              </a:rPr>
              <a:t> </a:t>
            </a:r>
            <a:r>
              <a:rPr sz="3200" dirty="0">
                <a:latin typeface="Calibri"/>
                <a:cs typeface="Calibri"/>
              </a:rPr>
              <a:t>(</a:t>
            </a:r>
            <a:r>
              <a:rPr sz="3200" dirty="0">
                <a:latin typeface="Symbol"/>
                <a:cs typeface="Symbol"/>
              </a:rPr>
              <a:t></a:t>
            </a:r>
            <a:r>
              <a:rPr sz="3200" dirty="0">
                <a:latin typeface="Calibri"/>
                <a:cs typeface="Calibri"/>
              </a:rPr>
              <a:t>p</a:t>
            </a:r>
            <a:r>
              <a:rPr sz="3200" spc="-10" dirty="0">
                <a:latin typeface="Calibri"/>
                <a:cs typeface="Calibri"/>
              </a:rPr>
              <a:t> </a:t>
            </a:r>
            <a:r>
              <a:rPr sz="3200" dirty="0">
                <a:latin typeface="Symbol"/>
                <a:cs typeface="Symbol"/>
              </a:rPr>
              <a:t></a:t>
            </a:r>
            <a:r>
              <a:rPr sz="3200" spc="-105" dirty="0">
                <a:latin typeface="Times New Roman"/>
                <a:cs typeface="Times New Roman"/>
              </a:rPr>
              <a:t> </a:t>
            </a:r>
            <a:r>
              <a:rPr sz="3200" spc="-25" dirty="0">
                <a:latin typeface="Calibri"/>
                <a:cs typeface="Calibri"/>
              </a:rPr>
              <a:t>q). </a:t>
            </a:r>
            <a:r>
              <a:rPr sz="3200" dirty="0">
                <a:latin typeface="Calibri"/>
                <a:cs typeface="Calibri"/>
              </a:rPr>
              <a:t>Thay</a:t>
            </a:r>
            <a:r>
              <a:rPr sz="3200" spc="-35" dirty="0">
                <a:latin typeface="Calibri"/>
                <a:cs typeface="Calibri"/>
              </a:rPr>
              <a:t> </a:t>
            </a:r>
            <a:r>
              <a:rPr sz="3200" dirty="0">
                <a:latin typeface="Calibri"/>
                <a:cs typeface="Calibri"/>
              </a:rPr>
              <a:t>p</a:t>
            </a:r>
            <a:r>
              <a:rPr sz="3200" spc="-40" dirty="0">
                <a:latin typeface="Calibri"/>
                <a:cs typeface="Calibri"/>
              </a:rPr>
              <a:t> </a:t>
            </a:r>
            <a:r>
              <a:rPr sz="3200" dirty="0">
                <a:latin typeface="Calibri"/>
                <a:cs typeface="Calibri"/>
              </a:rPr>
              <a:t>bởi</a:t>
            </a:r>
            <a:r>
              <a:rPr sz="3200" spc="-20" dirty="0">
                <a:latin typeface="Calibri"/>
                <a:cs typeface="Calibri"/>
              </a:rPr>
              <a:t> </a:t>
            </a:r>
            <a:r>
              <a:rPr sz="3200" dirty="0">
                <a:latin typeface="Calibri"/>
                <a:cs typeface="Calibri"/>
              </a:rPr>
              <a:t>F(s,</a:t>
            </a:r>
            <a:r>
              <a:rPr sz="3200" spc="-40" dirty="0">
                <a:latin typeface="Calibri"/>
                <a:cs typeface="Calibri"/>
              </a:rPr>
              <a:t> </a:t>
            </a:r>
            <a:r>
              <a:rPr sz="3200" dirty="0">
                <a:latin typeface="Calibri"/>
                <a:cs typeface="Calibri"/>
              </a:rPr>
              <a:t>t)</a:t>
            </a:r>
            <a:r>
              <a:rPr sz="3200" spc="-25" dirty="0">
                <a:latin typeface="Calibri"/>
                <a:cs typeface="Calibri"/>
              </a:rPr>
              <a:t> </a:t>
            </a:r>
            <a:r>
              <a:rPr sz="3200" dirty="0">
                <a:latin typeface="Calibri"/>
                <a:cs typeface="Calibri"/>
              </a:rPr>
              <a:t>=</a:t>
            </a:r>
            <a:r>
              <a:rPr sz="3200" spc="-35" dirty="0">
                <a:latin typeface="Calibri"/>
                <a:cs typeface="Calibri"/>
              </a:rPr>
              <a:t> </a:t>
            </a:r>
            <a:r>
              <a:rPr sz="3200" dirty="0">
                <a:latin typeface="Calibri"/>
                <a:cs typeface="Calibri"/>
              </a:rPr>
              <a:t>s</a:t>
            </a:r>
            <a:r>
              <a:rPr sz="3200" spc="-40" dirty="0">
                <a:latin typeface="Calibri"/>
                <a:cs typeface="Calibri"/>
              </a:rPr>
              <a:t> </a:t>
            </a:r>
            <a:r>
              <a:rPr sz="3200" dirty="0">
                <a:latin typeface="Symbol"/>
                <a:cs typeface="Symbol"/>
              </a:rPr>
              <a:t></a:t>
            </a:r>
            <a:r>
              <a:rPr sz="3200" spc="-125" dirty="0">
                <a:latin typeface="Times New Roman"/>
                <a:cs typeface="Times New Roman"/>
              </a:rPr>
              <a:t> </a:t>
            </a:r>
            <a:r>
              <a:rPr sz="3200" dirty="0">
                <a:latin typeface="Calibri"/>
                <a:cs typeface="Calibri"/>
              </a:rPr>
              <a:t>t.</a:t>
            </a:r>
            <a:r>
              <a:rPr sz="3200" spc="-25" dirty="0">
                <a:latin typeface="Calibri"/>
                <a:cs typeface="Calibri"/>
              </a:rPr>
              <a:t> </a:t>
            </a:r>
            <a:r>
              <a:rPr sz="3200" spc="-105" dirty="0">
                <a:latin typeface="Calibri"/>
                <a:cs typeface="Calibri"/>
              </a:rPr>
              <a:t>Ta</a:t>
            </a:r>
            <a:r>
              <a:rPr sz="3200" spc="-35" dirty="0">
                <a:latin typeface="Calibri"/>
                <a:cs typeface="Calibri"/>
              </a:rPr>
              <a:t> </a:t>
            </a:r>
            <a:r>
              <a:rPr sz="3200" spc="-25" dirty="0">
                <a:latin typeface="Calibri"/>
                <a:cs typeface="Calibri"/>
              </a:rPr>
              <a:t>có</a:t>
            </a:r>
            <a:endParaRPr sz="3200">
              <a:latin typeface="Calibri"/>
              <a:cs typeface="Calibri"/>
            </a:endParaRPr>
          </a:p>
          <a:p>
            <a:pPr marL="12700" marR="5080">
              <a:lnSpc>
                <a:spcPts val="3820"/>
              </a:lnSpc>
              <a:spcBef>
                <a:spcPts val="910"/>
              </a:spcBef>
            </a:pPr>
            <a:r>
              <a:rPr sz="3200" dirty="0">
                <a:latin typeface="Calibri"/>
                <a:cs typeface="Calibri"/>
              </a:rPr>
              <a:t>E’(s,</a:t>
            </a:r>
            <a:r>
              <a:rPr sz="3200" spc="-20" dirty="0">
                <a:latin typeface="Calibri"/>
                <a:cs typeface="Calibri"/>
              </a:rPr>
              <a:t> </a:t>
            </a:r>
            <a:r>
              <a:rPr sz="3200" dirty="0">
                <a:latin typeface="Calibri"/>
                <a:cs typeface="Calibri"/>
              </a:rPr>
              <a:t>t</a:t>
            </a:r>
            <a:r>
              <a:rPr sz="3200" spc="-30" dirty="0">
                <a:latin typeface="Calibri"/>
                <a:cs typeface="Calibri"/>
              </a:rPr>
              <a:t> </a:t>
            </a:r>
            <a:r>
              <a:rPr sz="3200" dirty="0">
                <a:latin typeface="Calibri"/>
                <a:cs typeface="Calibri"/>
              </a:rPr>
              <a:t>,q)</a:t>
            </a:r>
            <a:r>
              <a:rPr sz="3200" spc="-20" dirty="0">
                <a:latin typeface="Calibri"/>
                <a:cs typeface="Calibri"/>
              </a:rPr>
              <a:t> </a:t>
            </a:r>
            <a:r>
              <a:rPr sz="3200" dirty="0">
                <a:latin typeface="Calibri"/>
                <a:cs typeface="Calibri"/>
              </a:rPr>
              <a:t>=</a:t>
            </a:r>
            <a:r>
              <a:rPr sz="3200" spc="-5" dirty="0">
                <a:latin typeface="Calibri"/>
                <a:cs typeface="Calibri"/>
              </a:rPr>
              <a:t> </a:t>
            </a:r>
            <a:r>
              <a:rPr sz="3200" dirty="0">
                <a:latin typeface="Calibri"/>
                <a:cs typeface="Calibri"/>
              </a:rPr>
              <a:t>(</a:t>
            </a:r>
            <a:r>
              <a:rPr sz="3200" dirty="0">
                <a:solidFill>
                  <a:srgbClr val="FF0000"/>
                </a:solidFill>
                <a:latin typeface="Calibri"/>
                <a:cs typeface="Calibri"/>
              </a:rPr>
              <a:t>(</a:t>
            </a:r>
            <a:r>
              <a:rPr sz="3200" dirty="0">
                <a:latin typeface="Calibri"/>
                <a:cs typeface="Calibri"/>
              </a:rPr>
              <a:t>s</a:t>
            </a:r>
            <a:r>
              <a:rPr sz="3200" spc="-15" dirty="0">
                <a:latin typeface="Calibri"/>
                <a:cs typeface="Calibri"/>
              </a:rPr>
              <a:t> </a:t>
            </a:r>
            <a:r>
              <a:rPr sz="3200" dirty="0">
                <a:latin typeface="Symbol"/>
                <a:cs typeface="Symbol"/>
              </a:rPr>
              <a:t></a:t>
            </a:r>
            <a:r>
              <a:rPr sz="3200" spc="-105" dirty="0">
                <a:latin typeface="Times New Roman"/>
                <a:cs typeface="Times New Roman"/>
              </a:rPr>
              <a:t> </a:t>
            </a:r>
            <a:r>
              <a:rPr sz="3200" dirty="0">
                <a:latin typeface="Calibri"/>
                <a:cs typeface="Calibri"/>
              </a:rPr>
              <a:t>t</a:t>
            </a:r>
            <a:r>
              <a:rPr sz="3200" dirty="0">
                <a:solidFill>
                  <a:srgbClr val="FF0000"/>
                </a:solidFill>
                <a:latin typeface="Calibri"/>
                <a:cs typeface="Calibri"/>
              </a:rPr>
              <a:t>)</a:t>
            </a:r>
            <a:r>
              <a:rPr sz="3200" spc="-15" dirty="0">
                <a:solidFill>
                  <a:srgbClr val="FF0000"/>
                </a:solidFill>
                <a:latin typeface="Calibri"/>
                <a:cs typeface="Calibri"/>
              </a:rPr>
              <a:t> </a:t>
            </a:r>
            <a:r>
              <a:rPr sz="3200" dirty="0">
                <a:latin typeface="Wingdings"/>
                <a:cs typeface="Wingdings"/>
              </a:rPr>
              <a:t></a:t>
            </a:r>
            <a:r>
              <a:rPr sz="3200" spc="-95" dirty="0">
                <a:latin typeface="Times New Roman"/>
                <a:cs typeface="Times New Roman"/>
              </a:rPr>
              <a:t> </a:t>
            </a:r>
            <a:r>
              <a:rPr sz="3200" dirty="0">
                <a:latin typeface="Calibri"/>
                <a:cs typeface="Calibri"/>
              </a:rPr>
              <a:t>q)</a:t>
            </a:r>
            <a:r>
              <a:rPr sz="3200" spc="-10"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a:t>
            </a:r>
            <a:r>
              <a:rPr sz="3200" dirty="0">
                <a:latin typeface="Symbol"/>
                <a:cs typeface="Symbol"/>
              </a:rPr>
              <a:t></a:t>
            </a:r>
            <a:r>
              <a:rPr sz="3200" dirty="0">
                <a:solidFill>
                  <a:srgbClr val="FF0000"/>
                </a:solidFill>
                <a:latin typeface="Calibri"/>
                <a:cs typeface="Calibri"/>
              </a:rPr>
              <a:t>(</a:t>
            </a:r>
            <a:r>
              <a:rPr sz="3200" dirty="0">
                <a:latin typeface="Calibri"/>
                <a:cs typeface="Calibri"/>
              </a:rPr>
              <a:t>s</a:t>
            </a:r>
            <a:r>
              <a:rPr sz="3200" spc="-5" dirty="0">
                <a:latin typeface="Calibri"/>
                <a:cs typeface="Calibri"/>
              </a:rPr>
              <a:t> </a:t>
            </a:r>
            <a:r>
              <a:rPr sz="3200" dirty="0">
                <a:latin typeface="Symbol"/>
                <a:cs typeface="Symbol"/>
              </a:rPr>
              <a:t></a:t>
            </a:r>
            <a:r>
              <a:rPr sz="3200" spc="-105" dirty="0">
                <a:latin typeface="Times New Roman"/>
                <a:cs typeface="Times New Roman"/>
              </a:rPr>
              <a:t> </a:t>
            </a:r>
            <a:r>
              <a:rPr sz="3200" dirty="0">
                <a:latin typeface="Calibri"/>
                <a:cs typeface="Calibri"/>
              </a:rPr>
              <a:t>t</a:t>
            </a:r>
            <a:r>
              <a:rPr sz="3200" dirty="0">
                <a:solidFill>
                  <a:srgbClr val="FF0000"/>
                </a:solidFill>
                <a:latin typeface="Calibri"/>
                <a:cs typeface="Calibri"/>
              </a:rPr>
              <a:t>)</a:t>
            </a:r>
            <a:r>
              <a:rPr sz="3200" spc="-15" dirty="0">
                <a:solidFill>
                  <a:srgbClr val="FF0000"/>
                </a:solidFill>
                <a:latin typeface="Calibri"/>
                <a:cs typeface="Calibri"/>
              </a:rPr>
              <a:t> </a:t>
            </a:r>
            <a:r>
              <a:rPr sz="3200" dirty="0">
                <a:latin typeface="Symbol"/>
                <a:cs typeface="Symbol"/>
              </a:rPr>
              <a:t></a:t>
            </a:r>
            <a:r>
              <a:rPr sz="3200" spc="-105" dirty="0">
                <a:latin typeface="Times New Roman"/>
                <a:cs typeface="Times New Roman"/>
              </a:rPr>
              <a:t> </a:t>
            </a:r>
            <a:r>
              <a:rPr sz="3200" dirty="0">
                <a:latin typeface="Calibri"/>
                <a:cs typeface="Calibri"/>
              </a:rPr>
              <a:t>q),</a:t>
            </a:r>
            <a:r>
              <a:rPr sz="3200" spc="-15" dirty="0">
                <a:latin typeface="Calibri"/>
                <a:cs typeface="Calibri"/>
              </a:rPr>
              <a:t> </a:t>
            </a:r>
            <a:r>
              <a:rPr sz="3200" dirty="0">
                <a:latin typeface="Calibri"/>
                <a:cs typeface="Calibri"/>
              </a:rPr>
              <a:t>và</a:t>
            </a:r>
            <a:r>
              <a:rPr sz="3200" spc="-20" dirty="0">
                <a:latin typeface="Calibri"/>
                <a:cs typeface="Calibri"/>
              </a:rPr>
              <a:t> </a:t>
            </a:r>
            <a:r>
              <a:rPr sz="3200" dirty="0">
                <a:latin typeface="Calibri"/>
                <a:cs typeface="Calibri"/>
              </a:rPr>
              <a:t>E’</a:t>
            </a:r>
            <a:r>
              <a:rPr sz="3200" spc="-25" dirty="0">
                <a:latin typeface="Calibri"/>
                <a:cs typeface="Calibri"/>
              </a:rPr>
              <a:t> vẫn </a:t>
            </a:r>
            <a:r>
              <a:rPr sz="3200" dirty="0">
                <a:latin typeface="Calibri"/>
                <a:cs typeface="Calibri"/>
              </a:rPr>
              <a:t>còn</a:t>
            </a:r>
            <a:r>
              <a:rPr sz="3200" spc="-55" dirty="0">
                <a:latin typeface="Calibri"/>
                <a:cs typeface="Calibri"/>
              </a:rPr>
              <a:t> </a:t>
            </a:r>
            <a:r>
              <a:rPr sz="3200" dirty="0">
                <a:latin typeface="Calibri"/>
                <a:cs typeface="Calibri"/>
              </a:rPr>
              <a:t>là</a:t>
            </a:r>
            <a:r>
              <a:rPr sz="3200" spc="-50" dirty="0">
                <a:latin typeface="Calibri"/>
                <a:cs typeface="Calibri"/>
              </a:rPr>
              <a:t> </a:t>
            </a:r>
            <a:r>
              <a:rPr sz="3200" dirty="0">
                <a:latin typeface="Calibri"/>
                <a:cs typeface="Calibri"/>
              </a:rPr>
              <a:t>hằng</a:t>
            </a:r>
            <a:r>
              <a:rPr sz="3200" spc="-35" dirty="0">
                <a:latin typeface="Calibri"/>
                <a:cs typeface="Calibri"/>
              </a:rPr>
              <a:t> </a:t>
            </a:r>
            <a:r>
              <a:rPr sz="3200" spc="-10" dirty="0">
                <a:latin typeface="Calibri"/>
                <a:cs typeface="Calibri"/>
              </a:rPr>
              <a:t>đúng.</a:t>
            </a:r>
            <a:endParaRPr sz="3200">
              <a:latin typeface="Calibri"/>
              <a:cs typeface="Calibri"/>
            </a:endParaRPr>
          </a:p>
          <a:p>
            <a:pPr marL="12700">
              <a:lnSpc>
                <a:spcPct val="100000"/>
              </a:lnSpc>
              <a:spcBef>
                <a:spcPts val="645"/>
              </a:spcBef>
              <a:tabLst>
                <a:tab pos="1577975" algn="l"/>
              </a:tabLst>
            </a:pPr>
            <a:r>
              <a:rPr sz="3200" b="1" dirty="0">
                <a:latin typeface="Calibri"/>
                <a:cs typeface="Calibri"/>
              </a:rPr>
              <a:t>Bài</a:t>
            </a:r>
            <a:r>
              <a:rPr sz="3200" b="1" spc="-30" dirty="0">
                <a:latin typeface="Calibri"/>
                <a:cs typeface="Calibri"/>
              </a:rPr>
              <a:t> </a:t>
            </a:r>
            <a:r>
              <a:rPr sz="3200" b="1" dirty="0">
                <a:latin typeface="Calibri"/>
                <a:cs typeface="Calibri"/>
              </a:rPr>
              <a:t>tập</a:t>
            </a:r>
            <a:r>
              <a:rPr sz="3200" b="1" spc="-25" dirty="0">
                <a:latin typeface="Calibri"/>
                <a:cs typeface="Calibri"/>
              </a:rPr>
              <a:t> </a:t>
            </a:r>
            <a:r>
              <a:rPr sz="3200" b="1" spc="-50" dirty="0">
                <a:latin typeface="Calibri"/>
                <a:cs typeface="Calibri"/>
              </a:rPr>
              <a:t>:</a:t>
            </a:r>
            <a:r>
              <a:rPr sz="3200" b="1" dirty="0">
                <a:latin typeface="Calibri"/>
                <a:cs typeface="Calibri"/>
              </a:rPr>
              <a:t>	</a:t>
            </a:r>
            <a:r>
              <a:rPr sz="3200" dirty="0">
                <a:latin typeface="Calibri"/>
                <a:cs typeface="Calibri"/>
              </a:rPr>
              <a:t>1)</a:t>
            </a:r>
            <a:r>
              <a:rPr sz="3200" spc="-40" dirty="0">
                <a:latin typeface="Calibri"/>
                <a:cs typeface="Calibri"/>
              </a:rPr>
              <a:t> </a:t>
            </a:r>
            <a:r>
              <a:rPr sz="3200" dirty="0">
                <a:latin typeface="Calibri"/>
                <a:cs typeface="Calibri"/>
              </a:rPr>
              <a:t>Lập</a:t>
            </a:r>
            <a:r>
              <a:rPr sz="3200" spc="-30" dirty="0">
                <a:latin typeface="Calibri"/>
                <a:cs typeface="Calibri"/>
              </a:rPr>
              <a:t> </a:t>
            </a:r>
            <a:r>
              <a:rPr sz="3200" dirty="0">
                <a:latin typeface="Calibri"/>
                <a:cs typeface="Calibri"/>
              </a:rPr>
              <a:t>bảng</a:t>
            </a:r>
            <a:r>
              <a:rPr sz="3200" spc="-25" dirty="0">
                <a:latin typeface="Calibri"/>
                <a:cs typeface="Calibri"/>
              </a:rPr>
              <a:t> </a:t>
            </a:r>
            <a:r>
              <a:rPr sz="3200" dirty="0">
                <a:latin typeface="Calibri"/>
                <a:cs typeface="Calibri"/>
              </a:rPr>
              <a:t>chân</a:t>
            </a:r>
            <a:r>
              <a:rPr sz="3200" spc="-45" dirty="0">
                <a:latin typeface="Calibri"/>
                <a:cs typeface="Calibri"/>
              </a:rPr>
              <a:t> </a:t>
            </a:r>
            <a:r>
              <a:rPr sz="3200" dirty="0">
                <a:latin typeface="Calibri"/>
                <a:cs typeface="Calibri"/>
              </a:rPr>
              <a:t>trị</a:t>
            </a:r>
            <a:r>
              <a:rPr sz="3200" spc="-30" dirty="0">
                <a:latin typeface="Calibri"/>
                <a:cs typeface="Calibri"/>
              </a:rPr>
              <a:t> </a:t>
            </a:r>
            <a:r>
              <a:rPr sz="3200" dirty="0">
                <a:latin typeface="Calibri"/>
                <a:cs typeface="Calibri"/>
              </a:rPr>
              <a:t>cho</a:t>
            </a:r>
            <a:r>
              <a:rPr sz="3200" spc="-45" dirty="0">
                <a:latin typeface="Calibri"/>
                <a:cs typeface="Calibri"/>
              </a:rPr>
              <a:t> </a:t>
            </a:r>
            <a:r>
              <a:rPr sz="3200" spc="-25" dirty="0">
                <a:latin typeface="Calibri"/>
                <a:cs typeface="Calibri"/>
              </a:rPr>
              <a:t>E’.</a:t>
            </a:r>
            <a:endParaRPr sz="3200">
              <a:latin typeface="Calibri"/>
              <a:cs typeface="Calibri"/>
            </a:endParaRPr>
          </a:p>
          <a:p>
            <a:pPr marL="1577975">
              <a:lnSpc>
                <a:spcPct val="100000"/>
              </a:lnSpc>
              <a:spcBef>
                <a:spcPts val="790"/>
              </a:spcBef>
            </a:pPr>
            <a:r>
              <a:rPr sz="3200" dirty="0">
                <a:latin typeface="Calibri"/>
                <a:cs typeface="Calibri"/>
              </a:rPr>
              <a:t>2)</a:t>
            </a:r>
            <a:r>
              <a:rPr sz="3200" spc="-30" dirty="0">
                <a:latin typeface="Calibri"/>
                <a:cs typeface="Calibri"/>
              </a:rPr>
              <a:t> </a:t>
            </a:r>
            <a:r>
              <a:rPr sz="3200" dirty="0">
                <a:latin typeface="Calibri"/>
                <a:cs typeface="Calibri"/>
              </a:rPr>
              <a:t>Thay</a:t>
            </a:r>
            <a:r>
              <a:rPr sz="3200" spc="-20" dirty="0">
                <a:latin typeface="Calibri"/>
                <a:cs typeface="Calibri"/>
              </a:rPr>
              <a:t> </a:t>
            </a:r>
            <a:r>
              <a:rPr sz="3200" dirty="0">
                <a:latin typeface="Calibri"/>
                <a:cs typeface="Calibri"/>
              </a:rPr>
              <a:t>p</a:t>
            </a:r>
            <a:r>
              <a:rPr sz="3200" spc="-30" dirty="0">
                <a:latin typeface="Calibri"/>
                <a:cs typeface="Calibri"/>
              </a:rPr>
              <a:t> </a:t>
            </a:r>
            <a:r>
              <a:rPr sz="3200" dirty="0">
                <a:latin typeface="Calibri"/>
                <a:cs typeface="Calibri"/>
              </a:rPr>
              <a:t>bởi</a:t>
            </a:r>
            <a:r>
              <a:rPr sz="3200" spc="-20" dirty="0">
                <a:latin typeface="Calibri"/>
                <a:cs typeface="Calibri"/>
              </a:rPr>
              <a:t> </a:t>
            </a:r>
            <a:r>
              <a:rPr sz="3200" dirty="0">
                <a:latin typeface="Calibri"/>
                <a:cs typeface="Calibri"/>
              </a:rPr>
              <a:t>F(p,</a:t>
            </a:r>
            <a:r>
              <a:rPr sz="3200" spc="-25" dirty="0">
                <a:latin typeface="Calibri"/>
                <a:cs typeface="Calibri"/>
              </a:rPr>
              <a:t> </a:t>
            </a:r>
            <a:r>
              <a:rPr sz="3200" dirty="0">
                <a:latin typeface="Calibri"/>
                <a:cs typeface="Calibri"/>
              </a:rPr>
              <a:t>q)</a:t>
            </a:r>
            <a:r>
              <a:rPr sz="3200" spc="-25"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p</a:t>
            </a:r>
            <a:r>
              <a:rPr sz="3200" spc="-30" dirty="0">
                <a:latin typeface="Calibri"/>
                <a:cs typeface="Calibri"/>
              </a:rPr>
              <a:t> </a:t>
            </a:r>
            <a:r>
              <a:rPr sz="3200" dirty="0">
                <a:latin typeface="Symbol"/>
                <a:cs typeface="Symbol"/>
              </a:rPr>
              <a:t></a:t>
            </a:r>
            <a:r>
              <a:rPr sz="3200" spc="-105" dirty="0">
                <a:latin typeface="Times New Roman"/>
                <a:cs typeface="Times New Roman"/>
              </a:rPr>
              <a:t> </a:t>
            </a:r>
            <a:r>
              <a:rPr sz="3200" dirty="0">
                <a:latin typeface="Calibri"/>
                <a:cs typeface="Calibri"/>
              </a:rPr>
              <a:t>q</a:t>
            </a:r>
            <a:r>
              <a:rPr sz="3200" spc="-25"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E’</a:t>
            </a:r>
            <a:r>
              <a:rPr sz="3200" spc="-25" dirty="0">
                <a:latin typeface="Calibri"/>
                <a:cs typeface="Calibri"/>
              </a:rPr>
              <a:t> </a:t>
            </a:r>
            <a:r>
              <a:rPr sz="3200" dirty="0">
                <a:latin typeface="Calibri"/>
                <a:cs typeface="Calibri"/>
              </a:rPr>
              <a:t>=</a:t>
            </a:r>
            <a:r>
              <a:rPr sz="3200" spc="-40" dirty="0">
                <a:latin typeface="Calibri"/>
                <a:cs typeface="Calibri"/>
              </a:rPr>
              <a:t> </a:t>
            </a:r>
            <a:r>
              <a:rPr sz="3200" spc="-25" dirty="0">
                <a:latin typeface="Calibri"/>
                <a:cs typeface="Calibri"/>
              </a:rPr>
              <a:t>?.</a:t>
            </a:r>
            <a:endParaRPr sz="3200">
              <a:latin typeface="Calibri"/>
              <a:cs typeface="Calibri"/>
            </a:endParaRPr>
          </a:p>
        </p:txBody>
      </p:sp>
      <p:grpSp>
        <p:nvGrpSpPr>
          <p:cNvPr id="3" name="object 3"/>
          <p:cNvGrpSpPr/>
          <p:nvPr/>
        </p:nvGrpSpPr>
        <p:grpSpPr>
          <a:xfrm>
            <a:off x="3277361" y="3405504"/>
            <a:ext cx="1905000" cy="723265"/>
            <a:chOff x="3277361" y="3405504"/>
            <a:chExt cx="1905000" cy="723265"/>
          </a:xfrm>
        </p:grpSpPr>
        <p:sp>
          <p:nvSpPr>
            <p:cNvPr id="4" name="object 4"/>
            <p:cNvSpPr/>
            <p:nvPr/>
          </p:nvSpPr>
          <p:spPr>
            <a:xfrm>
              <a:off x="3353561" y="3658361"/>
              <a:ext cx="1066800" cy="457200"/>
            </a:xfrm>
            <a:custGeom>
              <a:avLst/>
              <a:gdLst/>
              <a:ahLst/>
              <a:cxnLst/>
              <a:rect l="l" t="t" r="r" b="b"/>
              <a:pathLst>
                <a:path w="1066800" h="457200">
                  <a:moveTo>
                    <a:pt x="0" y="228600"/>
                  </a:moveTo>
                  <a:lnTo>
                    <a:pt x="16287" y="172317"/>
                  </a:lnTo>
                  <a:lnTo>
                    <a:pt x="62486" y="121140"/>
                  </a:lnTo>
                  <a:lnTo>
                    <a:pt x="95553" y="98002"/>
                  </a:lnTo>
                  <a:lnTo>
                    <a:pt x="134600" y="76783"/>
                  </a:lnTo>
                  <a:lnTo>
                    <a:pt x="179127" y="57698"/>
                  </a:lnTo>
                  <a:lnTo>
                    <a:pt x="228634" y="40961"/>
                  </a:lnTo>
                  <a:lnTo>
                    <a:pt x="282623" y="26786"/>
                  </a:lnTo>
                  <a:lnTo>
                    <a:pt x="340593" y="15389"/>
                  </a:lnTo>
                  <a:lnTo>
                    <a:pt x="402046" y="6982"/>
                  </a:lnTo>
                  <a:lnTo>
                    <a:pt x="466481" y="1781"/>
                  </a:lnTo>
                  <a:lnTo>
                    <a:pt x="533400" y="0"/>
                  </a:lnTo>
                  <a:lnTo>
                    <a:pt x="600318" y="1781"/>
                  </a:lnTo>
                  <a:lnTo>
                    <a:pt x="664753" y="6982"/>
                  </a:lnTo>
                  <a:lnTo>
                    <a:pt x="726206" y="15389"/>
                  </a:lnTo>
                  <a:lnTo>
                    <a:pt x="784176" y="26786"/>
                  </a:lnTo>
                  <a:lnTo>
                    <a:pt x="838165" y="40961"/>
                  </a:lnTo>
                  <a:lnTo>
                    <a:pt x="887672" y="57698"/>
                  </a:lnTo>
                  <a:lnTo>
                    <a:pt x="932199" y="76783"/>
                  </a:lnTo>
                  <a:lnTo>
                    <a:pt x="971246" y="98002"/>
                  </a:lnTo>
                  <a:lnTo>
                    <a:pt x="1004313" y="121140"/>
                  </a:lnTo>
                  <a:lnTo>
                    <a:pt x="1050512" y="172317"/>
                  </a:lnTo>
                  <a:lnTo>
                    <a:pt x="1066800" y="228600"/>
                  </a:lnTo>
                  <a:lnTo>
                    <a:pt x="1062644" y="257272"/>
                  </a:lnTo>
                  <a:lnTo>
                    <a:pt x="1030902" y="311216"/>
                  </a:lnTo>
                  <a:lnTo>
                    <a:pt x="971246" y="359197"/>
                  </a:lnTo>
                  <a:lnTo>
                    <a:pt x="932199" y="380416"/>
                  </a:lnTo>
                  <a:lnTo>
                    <a:pt x="887672" y="399501"/>
                  </a:lnTo>
                  <a:lnTo>
                    <a:pt x="838165" y="416238"/>
                  </a:lnTo>
                  <a:lnTo>
                    <a:pt x="784176" y="430413"/>
                  </a:lnTo>
                  <a:lnTo>
                    <a:pt x="726206" y="441810"/>
                  </a:lnTo>
                  <a:lnTo>
                    <a:pt x="664753" y="450217"/>
                  </a:lnTo>
                  <a:lnTo>
                    <a:pt x="600318" y="455418"/>
                  </a:lnTo>
                  <a:lnTo>
                    <a:pt x="533400" y="457200"/>
                  </a:lnTo>
                  <a:lnTo>
                    <a:pt x="466481" y="455418"/>
                  </a:lnTo>
                  <a:lnTo>
                    <a:pt x="402046" y="450217"/>
                  </a:lnTo>
                  <a:lnTo>
                    <a:pt x="340593" y="441810"/>
                  </a:lnTo>
                  <a:lnTo>
                    <a:pt x="282623" y="430413"/>
                  </a:lnTo>
                  <a:lnTo>
                    <a:pt x="228634" y="416238"/>
                  </a:lnTo>
                  <a:lnTo>
                    <a:pt x="179127" y="399501"/>
                  </a:lnTo>
                  <a:lnTo>
                    <a:pt x="134600" y="380416"/>
                  </a:lnTo>
                  <a:lnTo>
                    <a:pt x="95553" y="359197"/>
                  </a:lnTo>
                  <a:lnTo>
                    <a:pt x="62486" y="336059"/>
                  </a:lnTo>
                  <a:lnTo>
                    <a:pt x="16287" y="284882"/>
                  </a:lnTo>
                  <a:lnTo>
                    <a:pt x="0" y="228600"/>
                  </a:lnTo>
                  <a:close/>
                </a:path>
              </a:pathLst>
            </a:custGeom>
            <a:ln w="25908">
              <a:solidFill>
                <a:srgbClr val="C0504D"/>
              </a:solidFill>
            </a:ln>
          </p:spPr>
          <p:txBody>
            <a:bodyPr wrap="square" lIns="0" tIns="0" rIns="0" bIns="0" rtlCol="0"/>
            <a:lstStyle/>
            <a:p>
              <a:endParaRPr/>
            </a:p>
          </p:txBody>
        </p:sp>
        <p:sp>
          <p:nvSpPr>
            <p:cNvPr id="5" name="object 5"/>
            <p:cNvSpPr/>
            <p:nvPr/>
          </p:nvSpPr>
          <p:spPr>
            <a:xfrm>
              <a:off x="3277362" y="3405504"/>
              <a:ext cx="1905000" cy="262890"/>
            </a:xfrm>
            <a:custGeom>
              <a:avLst/>
              <a:gdLst/>
              <a:ahLst/>
              <a:cxnLst/>
              <a:rect l="l" t="t" r="r" b="b"/>
              <a:pathLst>
                <a:path w="1905000" h="262889">
                  <a:moveTo>
                    <a:pt x="1905000" y="24257"/>
                  </a:moveTo>
                  <a:lnTo>
                    <a:pt x="1823339" y="0"/>
                  </a:lnTo>
                  <a:lnTo>
                    <a:pt x="1828215" y="27736"/>
                  </a:lnTo>
                  <a:lnTo>
                    <a:pt x="610438" y="242620"/>
                  </a:lnTo>
                  <a:lnTo>
                    <a:pt x="74790" y="41770"/>
                  </a:lnTo>
                  <a:lnTo>
                    <a:pt x="76454" y="37338"/>
                  </a:lnTo>
                  <a:lnTo>
                    <a:pt x="84709" y="15367"/>
                  </a:lnTo>
                  <a:lnTo>
                    <a:pt x="0" y="24257"/>
                  </a:lnTo>
                  <a:lnTo>
                    <a:pt x="57912" y="86741"/>
                  </a:lnTo>
                  <a:lnTo>
                    <a:pt x="67830" y="60325"/>
                  </a:lnTo>
                  <a:lnTo>
                    <a:pt x="606171" y="262128"/>
                  </a:lnTo>
                  <a:lnTo>
                    <a:pt x="609600" y="252857"/>
                  </a:lnTo>
                  <a:lnTo>
                    <a:pt x="611378" y="262636"/>
                  </a:lnTo>
                  <a:lnTo>
                    <a:pt x="1831657" y="47294"/>
                  </a:lnTo>
                  <a:lnTo>
                    <a:pt x="1836547" y="75057"/>
                  </a:lnTo>
                  <a:lnTo>
                    <a:pt x="1903285" y="25527"/>
                  </a:lnTo>
                  <a:lnTo>
                    <a:pt x="1905000" y="24257"/>
                  </a:lnTo>
                  <a:close/>
                </a:path>
              </a:pathLst>
            </a:custGeom>
            <a:solidFill>
              <a:srgbClr val="000000"/>
            </a:solidFill>
          </p:spPr>
          <p:txBody>
            <a:bodyPr wrap="square" lIns="0" tIns="0" rIns="0" bIns="0" rtlCol="0"/>
            <a:lstStyle/>
            <a:p>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2140" y="315213"/>
            <a:ext cx="7360284" cy="1911350"/>
          </a:xfrm>
          <a:prstGeom prst="rect">
            <a:avLst/>
          </a:prstGeom>
        </p:spPr>
        <p:txBody>
          <a:bodyPr vert="horz" wrap="square" lIns="0" tIns="12065" rIns="0" bIns="0" rtlCol="0">
            <a:spAutoFit/>
          </a:bodyPr>
          <a:lstStyle/>
          <a:p>
            <a:pPr marL="12700" marR="5080">
              <a:lnSpc>
                <a:spcPct val="100000"/>
              </a:lnSpc>
              <a:spcBef>
                <a:spcPts val="95"/>
              </a:spcBef>
            </a:pPr>
            <a:r>
              <a:rPr b="1" dirty="0">
                <a:latin typeface="Calibri"/>
                <a:cs typeface="Calibri"/>
              </a:rPr>
              <a:t>Bài</a:t>
            </a:r>
            <a:r>
              <a:rPr b="1" spc="-40" dirty="0">
                <a:latin typeface="Calibri"/>
                <a:cs typeface="Calibri"/>
              </a:rPr>
              <a:t> </a:t>
            </a:r>
            <a:r>
              <a:rPr b="1" dirty="0">
                <a:latin typeface="Calibri"/>
                <a:cs typeface="Calibri"/>
              </a:rPr>
              <a:t>tập</a:t>
            </a:r>
            <a:r>
              <a:rPr b="1" spc="-35" dirty="0">
                <a:latin typeface="Calibri"/>
                <a:cs typeface="Calibri"/>
              </a:rPr>
              <a:t> </a:t>
            </a:r>
            <a:r>
              <a:rPr b="1" dirty="0">
                <a:latin typeface="Calibri"/>
                <a:cs typeface="Calibri"/>
              </a:rPr>
              <a:t>tại</a:t>
            </a:r>
            <a:r>
              <a:rPr b="1" spc="-40" dirty="0">
                <a:latin typeface="Calibri"/>
                <a:cs typeface="Calibri"/>
              </a:rPr>
              <a:t> </a:t>
            </a:r>
            <a:r>
              <a:rPr b="1" dirty="0">
                <a:latin typeface="Calibri"/>
                <a:cs typeface="Calibri"/>
              </a:rPr>
              <a:t>lớp</a:t>
            </a:r>
            <a:r>
              <a:rPr b="1" spc="-40" dirty="0">
                <a:latin typeface="Calibri"/>
                <a:cs typeface="Calibri"/>
              </a:rPr>
              <a:t> </a:t>
            </a:r>
            <a:r>
              <a:rPr b="1" dirty="0">
                <a:latin typeface="Calibri"/>
                <a:cs typeface="Calibri"/>
              </a:rPr>
              <a:t>1:</a:t>
            </a:r>
            <a:r>
              <a:rPr b="1" spc="-15" dirty="0">
                <a:latin typeface="Calibri"/>
                <a:cs typeface="Calibri"/>
              </a:rPr>
              <a:t> </a:t>
            </a:r>
            <a:r>
              <a:rPr dirty="0"/>
              <a:t>Dùng</a:t>
            </a:r>
            <a:r>
              <a:rPr spc="-25" dirty="0"/>
              <a:t> </a:t>
            </a:r>
            <a:r>
              <a:rPr dirty="0"/>
              <a:t>qui</a:t>
            </a:r>
            <a:r>
              <a:rPr spc="-35" dirty="0"/>
              <a:t> </a:t>
            </a:r>
            <a:r>
              <a:rPr dirty="0"/>
              <a:t>tắc</a:t>
            </a:r>
            <a:r>
              <a:rPr spc="-40" dirty="0"/>
              <a:t> </a:t>
            </a:r>
            <a:r>
              <a:rPr dirty="0"/>
              <a:t>thay</a:t>
            </a:r>
            <a:r>
              <a:rPr spc="-50" dirty="0"/>
              <a:t> </a:t>
            </a:r>
            <a:r>
              <a:rPr dirty="0"/>
              <a:t>thế</a:t>
            </a:r>
            <a:r>
              <a:rPr spc="-40" dirty="0"/>
              <a:t> </a:t>
            </a:r>
            <a:r>
              <a:rPr dirty="0"/>
              <a:t>để</a:t>
            </a:r>
            <a:r>
              <a:rPr spc="-45" dirty="0"/>
              <a:t> </a:t>
            </a:r>
            <a:r>
              <a:rPr dirty="0"/>
              <a:t>kiểm</a:t>
            </a:r>
            <a:r>
              <a:rPr spc="-35" dirty="0"/>
              <a:t> </a:t>
            </a:r>
            <a:r>
              <a:rPr spc="-25" dirty="0"/>
              <a:t>tra </a:t>
            </a:r>
            <a:r>
              <a:rPr dirty="0"/>
              <a:t>dạng</a:t>
            </a:r>
            <a:r>
              <a:rPr spc="-35" dirty="0"/>
              <a:t> </a:t>
            </a:r>
            <a:r>
              <a:rPr dirty="0"/>
              <a:t>mệnh</a:t>
            </a:r>
            <a:r>
              <a:rPr spc="-35" dirty="0"/>
              <a:t> </a:t>
            </a:r>
            <a:r>
              <a:rPr dirty="0"/>
              <a:t>đề</a:t>
            </a:r>
            <a:r>
              <a:rPr spc="-45" dirty="0"/>
              <a:t> </a:t>
            </a:r>
            <a:r>
              <a:rPr dirty="0"/>
              <a:t>sau</a:t>
            </a:r>
            <a:r>
              <a:rPr spc="-40" dirty="0"/>
              <a:t> </a:t>
            </a:r>
            <a:r>
              <a:rPr dirty="0"/>
              <a:t>là</a:t>
            </a:r>
            <a:r>
              <a:rPr spc="-50" dirty="0"/>
              <a:t> </a:t>
            </a:r>
            <a:r>
              <a:rPr dirty="0"/>
              <a:t>hằng</a:t>
            </a:r>
            <a:r>
              <a:rPr spc="-45" dirty="0"/>
              <a:t> </a:t>
            </a:r>
            <a:r>
              <a:rPr dirty="0"/>
              <a:t>đúng</a:t>
            </a:r>
            <a:r>
              <a:rPr spc="-30" dirty="0"/>
              <a:t> </a:t>
            </a:r>
            <a:r>
              <a:rPr spc="-50" dirty="0"/>
              <a:t>:</a:t>
            </a:r>
          </a:p>
          <a:p>
            <a:pPr marL="12700" marR="2883535" indent="80645">
              <a:lnSpc>
                <a:spcPct val="115599"/>
              </a:lnSpc>
              <a:spcBef>
                <a:spcPts val="185"/>
              </a:spcBef>
              <a:tabLst>
                <a:tab pos="2456180" algn="l"/>
              </a:tabLst>
            </a:pPr>
            <a:r>
              <a:rPr dirty="0"/>
              <a:t>[(p </a:t>
            </a:r>
            <a:r>
              <a:rPr dirty="0">
                <a:latin typeface="Symbol"/>
                <a:cs typeface="Symbol"/>
              </a:rPr>
              <a:t></a:t>
            </a:r>
            <a:r>
              <a:rPr spc="-85" dirty="0">
                <a:latin typeface="Times New Roman"/>
                <a:cs typeface="Times New Roman"/>
              </a:rPr>
              <a:t> </a:t>
            </a:r>
            <a:r>
              <a:rPr dirty="0"/>
              <a:t>q)</a:t>
            </a:r>
            <a:r>
              <a:rPr spc="-25" dirty="0"/>
              <a:t> </a:t>
            </a:r>
            <a:r>
              <a:rPr dirty="0">
                <a:latin typeface="Symbol"/>
                <a:cs typeface="Symbol"/>
              </a:rPr>
              <a:t></a:t>
            </a:r>
            <a:r>
              <a:rPr spc="-80" dirty="0">
                <a:latin typeface="Times New Roman"/>
                <a:cs typeface="Times New Roman"/>
              </a:rPr>
              <a:t> </a:t>
            </a:r>
            <a:r>
              <a:rPr dirty="0"/>
              <a:t>r</a:t>
            </a:r>
            <a:r>
              <a:rPr spc="-30" dirty="0"/>
              <a:t> </a:t>
            </a:r>
            <a:r>
              <a:rPr dirty="0"/>
              <a:t>]</a:t>
            </a:r>
            <a:r>
              <a:rPr spc="-15" dirty="0"/>
              <a:t> </a:t>
            </a:r>
            <a:r>
              <a:rPr dirty="0">
                <a:latin typeface="Symbol"/>
                <a:cs typeface="Symbol"/>
              </a:rPr>
              <a:t></a:t>
            </a:r>
            <a:r>
              <a:rPr spc="-85" dirty="0">
                <a:latin typeface="Times New Roman"/>
                <a:cs typeface="Times New Roman"/>
              </a:rPr>
              <a:t> </a:t>
            </a:r>
            <a:r>
              <a:rPr dirty="0"/>
              <a:t>[</a:t>
            </a:r>
            <a:r>
              <a:rPr dirty="0">
                <a:latin typeface="Symbol"/>
                <a:cs typeface="Symbol"/>
              </a:rPr>
              <a:t></a:t>
            </a:r>
            <a:r>
              <a:rPr dirty="0"/>
              <a:t>(p </a:t>
            </a:r>
            <a:r>
              <a:rPr dirty="0">
                <a:latin typeface="Symbol"/>
                <a:cs typeface="Symbol"/>
              </a:rPr>
              <a:t></a:t>
            </a:r>
            <a:r>
              <a:rPr spc="-85" dirty="0">
                <a:latin typeface="Times New Roman"/>
                <a:cs typeface="Times New Roman"/>
              </a:rPr>
              <a:t> </a:t>
            </a:r>
            <a:r>
              <a:rPr dirty="0"/>
              <a:t>q)</a:t>
            </a:r>
            <a:r>
              <a:rPr spc="-10" dirty="0"/>
              <a:t> </a:t>
            </a:r>
            <a:r>
              <a:rPr dirty="0">
                <a:latin typeface="Symbol"/>
                <a:cs typeface="Symbol"/>
              </a:rPr>
              <a:t></a:t>
            </a:r>
            <a:r>
              <a:rPr spc="-85" dirty="0">
                <a:latin typeface="Times New Roman"/>
                <a:cs typeface="Times New Roman"/>
              </a:rPr>
              <a:t> </a:t>
            </a:r>
            <a:r>
              <a:rPr spc="-25" dirty="0"/>
              <a:t>r] </a:t>
            </a:r>
            <a:r>
              <a:rPr dirty="0"/>
              <a:t>HD</a:t>
            </a:r>
            <a:r>
              <a:rPr spc="-45" dirty="0"/>
              <a:t> </a:t>
            </a:r>
            <a:r>
              <a:rPr dirty="0"/>
              <a:t>:</a:t>
            </a:r>
            <a:r>
              <a:rPr spc="-25" dirty="0"/>
              <a:t> </a:t>
            </a:r>
            <a:r>
              <a:rPr spc="-65" dirty="0"/>
              <a:t>Ta</a:t>
            </a:r>
            <a:r>
              <a:rPr spc="-35" dirty="0"/>
              <a:t> </a:t>
            </a:r>
            <a:r>
              <a:rPr dirty="0"/>
              <a:t>có</a:t>
            </a:r>
            <a:r>
              <a:rPr spc="-30" dirty="0"/>
              <a:t> </a:t>
            </a:r>
            <a:r>
              <a:rPr i="1" dirty="0">
                <a:latin typeface="Calibri"/>
                <a:cs typeface="Calibri"/>
              </a:rPr>
              <a:t>s</a:t>
            </a:r>
            <a:r>
              <a:rPr i="1" spc="-25" dirty="0">
                <a:latin typeface="Calibri"/>
                <a:cs typeface="Calibri"/>
              </a:rPr>
              <a:t> </a:t>
            </a:r>
            <a:r>
              <a:rPr sz="2950" spc="-180" dirty="0">
                <a:latin typeface="Symbol"/>
                <a:cs typeface="Symbol"/>
              </a:rPr>
              <a:t></a:t>
            </a:r>
            <a:r>
              <a:rPr sz="2950" spc="-100" dirty="0">
                <a:latin typeface="Times New Roman"/>
                <a:cs typeface="Times New Roman"/>
              </a:rPr>
              <a:t> </a:t>
            </a:r>
            <a:r>
              <a:rPr i="1" spc="-50" dirty="0">
                <a:latin typeface="Calibri"/>
                <a:cs typeface="Calibri"/>
              </a:rPr>
              <a:t>t</a:t>
            </a:r>
            <a:r>
              <a:rPr i="1" dirty="0">
                <a:latin typeface="Calibri"/>
                <a:cs typeface="Calibri"/>
              </a:rPr>
              <a:t>	</a:t>
            </a:r>
            <a:r>
              <a:rPr sz="2950" spc="-190" dirty="0">
                <a:latin typeface="Symbol"/>
                <a:cs typeface="Symbol"/>
              </a:rPr>
              <a:t></a:t>
            </a:r>
            <a:r>
              <a:rPr sz="2950" spc="-95" dirty="0">
                <a:latin typeface="Times New Roman"/>
                <a:cs typeface="Times New Roman"/>
              </a:rPr>
              <a:t> </a:t>
            </a:r>
            <a:r>
              <a:rPr sz="2950" spc="-135" dirty="0">
                <a:latin typeface="Symbol"/>
                <a:cs typeface="Symbol"/>
              </a:rPr>
              <a:t></a:t>
            </a:r>
            <a:r>
              <a:rPr sz="2950" spc="-100" dirty="0">
                <a:latin typeface="Times New Roman"/>
                <a:cs typeface="Times New Roman"/>
              </a:rPr>
              <a:t> </a:t>
            </a:r>
            <a:r>
              <a:rPr i="1" dirty="0">
                <a:latin typeface="Calibri"/>
                <a:cs typeface="Calibri"/>
              </a:rPr>
              <a:t>s</a:t>
            </a:r>
            <a:r>
              <a:rPr i="1" spc="10" dirty="0">
                <a:latin typeface="Calibri"/>
                <a:cs typeface="Calibri"/>
              </a:rPr>
              <a:t> </a:t>
            </a:r>
            <a:r>
              <a:rPr sz="2950" spc="-114" dirty="0">
                <a:latin typeface="Symbol"/>
                <a:cs typeface="Symbol"/>
              </a:rPr>
              <a:t></a:t>
            </a:r>
            <a:r>
              <a:rPr sz="2950" spc="-90" dirty="0">
                <a:latin typeface="Times New Roman"/>
                <a:cs typeface="Times New Roman"/>
              </a:rPr>
              <a:t> </a:t>
            </a:r>
            <a:r>
              <a:rPr i="1" spc="-25" dirty="0">
                <a:latin typeface="Calibri"/>
                <a:cs typeface="Calibri"/>
              </a:rPr>
              <a:t>t.</a:t>
            </a:r>
            <a:endParaRPr sz="2950">
              <a:latin typeface="Calibri"/>
              <a:cs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2140" y="315213"/>
            <a:ext cx="7360284" cy="878840"/>
          </a:xfrm>
          <a:prstGeom prst="rect">
            <a:avLst/>
          </a:prstGeom>
        </p:spPr>
        <p:txBody>
          <a:bodyPr vert="horz" wrap="square" lIns="0" tIns="12065" rIns="0" bIns="0" rtlCol="0">
            <a:spAutoFit/>
          </a:bodyPr>
          <a:lstStyle/>
          <a:p>
            <a:pPr marL="12700" marR="5080">
              <a:lnSpc>
                <a:spcPct val="100000"/>
              </a:lnSpc>
              <a:spcBef>
                <a:spcPts val="95"/>
              </a:spcBef>
            </a:pPr>
            <a:r>
              <a:rPr b="1" dirty="0">
                <a:latin typeface="Calibri"/>
                <a:cs typeface="Calibri"/>
              </a:rPr>
              <a:t>Bài</a:t>
            </a:r>
            <a:r>
              <a:rPr b="1" spc="-40" dirty="0">
                <a:latin typeface="Calibri"/>
                <a:cs typeface="Calibri"/>
              </a:rPr>
              <a:t> </a:t>
            </a:r>
            <a:r>
              <a:rPr b="1" dirty="0">
                <a:latin typeface="Calibri"/>
                <a:cs typeface="Calibri"/>
              </a:rPr>
              <a:t>tập</a:t>
            </a:r>
            <a:r>
              <a:rPr b="1" spc="-35" dirty="0">
                <a:latin typeface="Calibri"/>
                <a:cs typeface="Calibri"/>
              </a:rPr>
              <a:t> </a:t>
            </a:r>
            <a:r>
              <a:rPr b="1" dirty="0">
                <a:latin typeface="Calibri"/>
                <a:cs typeface="Calibri"/>
              </a:rPr>
              <a:t>tại</a:t>
            </a:r>
            <a:r>
              <a:rPr b="1" spc="-30" dirty="0">
                <a:latin typeface="Calibri"/>
                <a:cs typeface="Calibri"/>
              </a:rPr>
              <a:t> </a:t>
            </a:r>
            <a:r>
              <a:rPr b="1" dirty="0">
                <a:latin typeface="Calibri"/>
                <a:cs typeface="Calibri"/>
              </a:rPr>
              <a:t>lớp</a:t>
            </a:r>
            <a:r>
              <a:rPr b="1" spc="-35" dirty="0">
                <a:latin typeface="Calibri"/>
                <a:cs typeface="Calibri"/>
              </a:rPr>
              <a:t> </a:t>
            </a:r>
            <a:r>
              <a:rPr b="1" dirty="0">
                <a:latin typeface="Calibri"/>
                <a:cs typeface="Calibri"/>
              </a:rPr>
              <a:t>1:</a:t>
            </a:r>
            <a:r>
              <a:rPr b="1" spc="-20" dirty="0">
                <a:latin typeface="Calibri"/>
                <a:cs typeface="Calibri"/>
              </a:rPr>
              <a:t> </a:t>
            </a:r>
            <a:r>
              <a:rPr dirty="0"/>
              <a:t>Dùng</a:t>
            </a:r>
            <a:r>
              <a:rPr spc="-20" dirty="0"/>
              <a:t> </a:t>
            </a:r>
            <a:r>
              <a:rPr dirty="0"/>
              <a:t>qui</a:t>
            </a:r>
            <a:r>
              <a:rPr spc="-35" dirty="0"/>
              <a:t> </a:t>
            </a:r>
            <a:r>
              <a:rPr dirty="0"/>
              <a:t>tắc</a:t>
            </a:r>
            <a:r>
              <a:rPr spc="-40" dirty="0"/>
              <a:t> </a:t>
            </a:r>
            <a:r>
              <a:rPr dirty="0"/>
              <a:t>thay</a:t>
            </a:r>
            <a:r>
              <a:rPr spc="-50" dirty="0"/>
              <a:t> </a:t>
            </a:r>
            <a:r>
              <a:rPr dirty="0"/>
              <a:t>thế</a:t>
            </a:r>
            <a:r>
              <a:rPr spc="-40" dirty="0"/>
              <a:t> </a:t>
            </a:r>
            <a:r>
              <a:rPr dirty="0"/>
              <a:t>để</a:t>
            </a:r>
            <a:r>
              <a:rPr spc="-45" dirty="0"/>
              <a:t> </a:t>
            </a:r>
            <a:r>
              <a:rPr dirty="0"/>
              <a:t>kiểm</a:t>
            </a:r>
            <a:r>
              <a:rPr spc="-35" dirty="0"/>
              <a:t> </a:t>
            </a:r>
            <a:r>
              <a:rPr spc="-25" dirty="0"/>
              <a:t>tra </a:t>
            </a:r>
            <a:r>
              <a:rPr dirty="0"/>
              <a:t>dạng</a:t>
            </a:r>
            <a:r>
              <a:rPr spc="-35" dirty="0"/>
              <a:t> </a:t>
            </a:r>
            <a:r>
              <a:rPr dirty="0"/>
              <a:t>mệnh</a:t>
            </a:r>
            <a:r>
              <a:rPr spc="-35" dirty="0"/>
              <a:t> </a:t>
            </a:r>
            <a:r>
              <a:rPr dirty="0"/>
              <a:t>đề</a:t>
            </a:r>
            <a:r>
              <a:rPr spc="-45" dirty="0"/>
              <a:t> </a:t>
            </a:r>
            <a:r>
              <a:rPr dirty="0"/>
              <a:t>sau</a:t>
            </a:r>
            <a:r>
              <a:rPr spc="-40" dirty="0"/>
              <a:t> </a:t>
            </a:r>
            <a:r>
              <a:rPr dirty="0"/>
              <a:t>là</a:t>
            </a:r>
            <a:r>
              <a:rPr spc="-50" dirty="0"/>
              <a:t> </a:t>
            </a:r>
            <a:r>
              <a:rPr dirty="0"/>
              <a:t>hằng</a:t>
            </a:r>
            <a:r>
              <a:rPr spc="-45" dirty="0"/>
              <a:t> </a:t>
            </a:r>
            <a:r>
              <a:rPr dirty="0"/>
              <a:t>đúng</a:t>
            </a:r>
            <a:r>
              <a:rPr spc="-30" dirty="0"/>
              <a:t> </a:t>
            </a:r>
            <a:r>
              <a:rPr spc="-50" dirty="0"/>
              <a:t>:</a:t>
            </a:r>
          </a:p>
        </p:txBody>
      </p:sp>
      <p:sp>
        <p:nvSpPr>
          <p:cNvPr id="3" name="object 3"/>
          <p:cNvSpPr txBox="1"/>
          <p:nvPr/>
        </p:nvSpPr>
        <p:spPr>
          <a:xfrm>
            <a:off x="612140" y="1258569"/>
            <a:ext cx="7291705" cy="3013075"/>
          </a:xfrm>
          <a:prstGeom prst="rect">
            <a:avLst/>
          </a:prstGeom>
        </p:spPr>
        <p:txBody>
          <a:bodyPr vert="horz" wrap="square" lIns="0" tIns="12065" rIns="0" bIns="0" rtlCol="0">
            <a:spAutoFit/>
          </a:bodyPr>
          <a:lstStyle/>
          <a:p>
            <a:pPr marL="93345">
              <a:lnSpc>
                <a:spcPct val="100000"/>
              </a:lnSpc>
              <a:spcBef>
                <a:spcPts val="95"/>
              </a:spcBef>
            </a:pPr>
            <a:r>
              <a:rPr sz="2800" dirty="0">
                <a:latin typeface="Calibri"/>
                <a:cs typeface="Calibri"/>
              </a:rPr>
              <a:t>[(p </a:t>
            </a:r>
            <a:r>
              <a:rPr sz="2800" dirty="0">
                <a:latin typeface="Symbol"/>
                <a:cs typeface="Symbol"/>
              </a:rPr>
              <a:t></a:t>
            </a:r>
            <a:r>
              <a:rPr sz="2800" spc="-85" dirty="0">
                <a:latin typeface="Times New Roman"/>
                <a:cs typeface="Times New Roman"/>
              </a:rPr>
              <a:t> </a:t>
            </a:r>
            <a:r>
              <a:rPr sz="2800" dirty="0">
                <a:latin typeface="Calibri"/>
                <a:cs typeface="Calibri"/>
              </a:rPr>
              <a:t>q)</a:t>
            </a:r>
            <a:r>
              <a:rPr sz="2800" spc="-25" dirty="0">
                <a:latin typeface="Calibri"/>
                <a:cs typeface="Calibri"/>
              </a:rPr>
              <a:t> </a:t>
            </a:r>
            <a:r>
              <a:rPr sz="2800" dirty="0">
                <a:latin typeface="Symbol"/>
                <a:cs typeface="Symbol"/>
              </a:rPr>
              <a:t></a:t>
            </a:r>
            <a:r>
              <a:rPr sz="2800" spc="-80" dirty="0">
                <a:latin typeface="Times New Roman"/>
                <a:cs typeface="Times New Roman"/>
              </a:rPr>
              <a:t> </a:t>
            </a:r>
            <a:r>
              <a:rPr sz="2800" dirty="0">
                <a:latin typeface="Calibri"/>
                <a:cs typeface="Calibri"/>
              </a:rPr>
              <a:t>r</a:t>
            </a:r>
            <a:r>
              <a:rPr sz="2800" spc="-30" dirty="0">
                <a:latin typeface="Calibri"/>
                <a:cs typeface="Calibri"/>
              </a:rPr>
              <a:t> </a:t>
            </a:r>
            <a:r>
              <a:rPr sz="2800" dirty="0">
                <a:latin typeface="Calibri"/>
                <a:cs typeface="Calibri"/>
              </a:rPr>
              <a:t>]</a:t>
            </a:r>
            <a:r>
              <a:rPr sz="2800" spc="-15" dirty="0">
                <a:latin typeface="Calibri"/>
                <a:cs typeface="Calibri"/>
              </a:rPr>
              <a:t> </a:t>
            </a:r>
            <a:r>
              <a:rPr sz="2800" dirty="0">
                <a:latin typeface="Symbol"/>
                <a:cs typeface="Symbol"/>
              </a:rPr>
              <a:t></a:t>
            </a:r>
            <a:r>
              <a:rPr sz="2800" spc="-85" dirty="0">
                <a:latin typeface="Times New Roman"/>
                <a:cs typeface="Times New Roman"/>
              </a:rPr>
              <a:t> </a:t>
            </a:r>
            <a:r>
              <a:rPr sz="2800" dirty="0">
                <a:latin typeface="Calibri"/>
                <a:cs typeface="Calibri"/>
              </a:rPr>
              <a:t>[</a:t>
            </a:r>
            <a:r>
              <a:rPr sz="2800" dirty="0">
                <a:latin typeface="Symbol"/>
                <a:cs typeface="Symbol"/>
              </a:rPr>
              <a:t></a:t>
            </a:r>
            <a:r>
              <a:rPr sz="2800" dirty="0">
                <a:latin typeface="Calibri"/>
                <a:cs typeface="Calibri"/>
              </a:rPr>
              <a:t>(p </a:t>
            </a:r>
            <a:r>
              <a:rPr sz="2800" dirty="0">
                <a:latin typeface="Symbol"/>
                <a:cs typeface="Symbol"/>
              </a:rPr>
              <a:t></a:t>
            </a:r>
            <a:r>
              <a:rPr sz="2800" spc="-85" dirty="0">
                <a:latin typeface="Times New Roman"/>
                <a:cs typeface="Times New Roman"/>
              </a:rPr>
              <a:t> </a:t>
            </a:r>
            <a:r>
              <a:rPr sz="2800" dirty="0">
                <a:latin typeface="Calibri"/>
                <a:cs typeface="Calibri"/>
              </a:rPr>
              <a:t>q)</a:t>
            </a:r>
            <a:r>
              <a:rPr sz="2800" spc="-10" dirty="0">
                <a:latin typeface="Calibri"/>
                <a:cs typeface="Calibri"/>
              </a:rPr>
              <a:t> </a:t>
            </a:r>
            <a:r>
              <a:rPr sz="2800" dirty="0">
                <a:latin typeface="Symbol"/>
                <a:cs typeface="Symbol"/>
              </a:rPr>
              <a:t></a:t>
            </a:r>
            <a:r>
              <a:rPr sz="2800" spc="-85" dirty="0">
                <a:latin typeface="Times New Roman"/>
                <a:cs typeface="Times New Roman"/>
              </a:rPr>
              <a:t> </a:t>
            </a:r>
            <a:r>
              <a:rPr sz="2800" spc="-25" dirty="0">
                <a:latin typeface="Calibri"/>
                <a:cs typeface="Calibri"/>
              </a:rPr>
              <a:t>r]</a:t>
            </a:r>
            <a:endParaRPr sz="2800">
              <a:latin typeface="Calibri"/>
              <a:cs typeface="Calibri"/>
            </a:endParaRPr>
          </a:p>
          <a:p>
            <a:pPr>
              <a:lnSpc>
                <a:spcPct val="100000"/>
              </a:lnSpc>
              <a:spcBef>
                <a:spcPts val="1250"/>
              </a:spcBef>
            </a:pPr>
            <a:endParaRPr sz="2800">
              <a:latin typeface="Calibri"/>
              <a:cs typeface="Calibri"/>
            </a:endParaRPr>
          </a:p>
          <a:p>
            <a:pPr marL="12700">
              <a:lnSpc>
                <a:spcPct val="100000"/>
              </a:lnSpc>
              <a:spcBef>
                <a:spcPts val="5"/>
              </a:spcBef>
            </a:pPr>
            <a:r>
              <a:rPr sz="2800" b="1" dirty="0">
                <a:latin typeface="Calibri"/>
                <a:cs typeface="Calibri"/>
              </a:rPr>
              <a:t>Giải</a:t>
            </a:r>
            <a:r>
              <a:rPr sz="2800" b="1" spc="-40" dirty="0">
                <a:latin typeface="Calibri"/>
                <a:cs typeface="Calibri"/>
              </a:rPr>
              <a:t> </a:t>
            </a:r>
            <a:r>
              <a:rPr sz="2800" b="1" spc="-50" dirty="0">
                <a:latin typeface="Calibri"/>
                <a:cs typeface="Calibri"/>
              </a:rPr>
              <a:t>:</a:t>
            </a:r>
            <a:endParaRPr sz="2800">
              <a:latin typeface="Calibri"/>
              <a:cs typeface="Calibri"/>
            </a:endParaRPr>
          </a:p>
          <a:p>
            <a:pPr marL="12700" marR="5080" indent="281940">
              <a:lnSpc>
                <a:spcPts val="4029"/>
              </a:lnSpc>
              <a:spcBef>
                <a:spcPts val="280"/>
              </a:spcBef>
              <a:buFont typeface="Arial MT"/>
              <a:buChar char="•"/>
              <a:tabLst>
                <a:tab pos="294640" algn="l"/>
                <a:tab pos="1448435" algn="l"/>
                <a:tab pos="5742305" algn="l"/>
              </a:tabLst>
            </a:pPr>
            <a:r>
              <a:rPr sz="2800" dirty="0">
                <a:latin typeface="Calibri"/>
                <a:cs typeface="Calibri"/>
              </a:rPr>
              <a:t>(</a:t>
            </a:r>
            <a:r>
              <a:rPr sz="2800" dirty="0">
                <a:solidFill>
                  <a:srgbClr val="FF0000"/>
                </a:solidFill>
                <a:latin typeface="Calibri"/>
                <a:cs typeface="Calibri"/>
              </a:rPr>
              <a:t>s</a:t>
            </a:r>
            <a:r>
              <a:rPr sz="2800" spc="-15" dirty="0">
                <a:solidFill>
                  <a:srgbClr val="FF0000"/>
                </a:solidFill>
                <a:latin typeface="Calibri"/>
                <a:cs typeface="Calibri"/>
              </a:rPr>
              <a:t> </a:t>
            </a:r>
            <a:r>
              <a:rPr sz="2800" dirty="0">
                <a:latin typeface="Symbol"/>
                <a:cs typeface="Symbol"/>
              </a:rPr>
              <a:t></a:t>
            </a:r>
            <a:r>
              <a:rPr sz="2800" spc="-90" dirty="0">
                <a:latin typeface="Times New Roman"/>
                <a:cs typeface="Times New Roman"/>
              </a:rPr>
              <a:t> </a:t>
            </a:r>
            <a:r>
              <a:rPr sz="2800" spc="-25" dirty="0">
                <a:latin typeface="Calibri"/>
                <a:cs typeface="Calibri"/>
              </a:rPr>
              <a:t>r)</a:t>
            </a:r>
            <a:r>
              <a:rPr sz="2800" dirty="0">
                <a:latin typeface="Calibri"/>
                <a:cs typeface="Calibri"/>
              </a:rPr>
              <a:t>	</a:t>
            </a:r>
            <a:r>
              <a:rPr sz="2800" dirty="0">
                <a:latin typeface="Symbol"/>
                <a:cs typeface="Symbol"/>
              </a:rPr>
              <a:t></a:t>
            </a:r>
            <a:r>
              <a:rPr sz="2800" spc="-114" dirty="0">
                <a:latin typeface="Times New Roman"/>
                <a:cs typeface="Times New Roman"/>
              </a:rPr>
              <a:t> </a:t>
            </a:r>
            <a:r>
              <a:rPr sz="2800" dirty="0">
                <a:latin typeface="Calibri"/>
                <a:cs typeface="Calibri"/>
              </a:rPr>
              <a:t>(</a:t>
            </a:r>
            <a:r>
              <a:rPr sz="2800" dirty="0">
                <a:latin typeface="Symbol"/>
                <a:cs typeface="Symbol"/>
              </a:rPr>
              <a:t></a:t>
            </a:r>
            <a:r>
              <a:rPr sz="2800" dirty="0">
                <a:solidFill>
                  <a:srgbClr val="FF0000"/>
                </a:solidFill>
                <a:latin typeface="Calibri"/>
                <a:cs typeface="Calibri"/>
              </a:rPr>
              <a:t>s</a:t>
            </a:r>
            <a:r>
              <a:rPr sz="2800" spc="-15" dirty="0">
                <a:solidFill>
                  <a:srgbClr val="FF0000"/>
                </a:solidFill>
                <a:latin typeface="Calibri"/>
                <a:cs typeface="Calibri"/>
              </a:rPr>
              <a:t> </a:t>
            </a:r>
            <a:r>
              <a:rPr sz="2800" dirty="0">
                <a:latin typeface="Symbol"/>
                <a:cs typeface="Symbol"/>
              </a:rPr>
              <a:t></a:t>
            </a:r>
            <a:r>
              <a:rPr sz="2800" spc="-85" dirty="0">
                <a:latin typeface="Times New Roman"/>
                <a:cs typeface="Times New Roman"/>
              </a:rPr>
              <a:t> </a:t>
            </a:r>
            <a:r>
              <a:rPr sz="2800" dirty="0">
                <a:latin typeface="Calibri"/>
                <a:cs typeface="Calibri"/>
              </a:rPr>
              <a:t>r)</a:t>
            </a:r>
            <a:r>
              <a:rPr sz="2800" spc="-25" dirty="0">
                <a:latin typeface="Calibri"/>
                <a:cs typeface="Calibri"/>
              </a:rPr>
              <a:t> </a:t>
            </a:r>
            <a:r>
              <a:rPr sz="2800" dirty="0">
                <a:latin typeface="Calibri"/>
                <a:cs typeface="Calibri"/>
              </a:rPr>
              <a:t>hằng</a:t>
            </a:r>
            <a:r>
              <a:rPr sz="2800" spc="-15" dirty="0">
                <a:latin typeface="Calibri"/>
                <a:cs typeface="Calibri"/>
              </a:rPr>
              <a:t> </a:t>
            </a:r>
            <a:r>
              <a:rPr sz="2800" dirty="0">
                <a:latin typeface="Calibri"/>
                <a:cs typeface="Calibri"/>
              </a:rPr>
              <a:t>đúng </a:t>
            </a:r>
            <a:r>
              <a:rPr sz="2800" i="1" dirty="0">
                <a:latin typeface="Calibri"/>
                <a:cs typeface="Calibri"/>
              </a:rPr>
              <a:t>(s</a:t>
            </a:r>
            <a:r>
              <a:rPr sz="2800" i="1" spc="-35" dirty="0">
                <a:latin typeface="Calibri"/>
                <a:cs typeface="Calibri"/>
              </a:rPr>
              <a:t> </a:t>
            </a:r>
            <a:r>
              <a:rPr sz="2950" spc="-180" dirty="0">
                <a:latin typeface="Symbol"/>
                <a:cs typeface="Symbol"/>
              </a:rPr>
              <a:t></a:t>
            </a:r>
            <a:r>
              <a:rPr sz="2950" spc="-90" dirty="0">
                <a:latin typeface="Times New Roman"/>
                <a:cs typeface="Times New Roman"/>
              </a:rPr>
              <a:t> </a:t>
            </a:r>
            <a:r>
              <a:rPr sz="2800" i="1" spc="-50" dirty="0">
                <a:latin typeface="Calibri"/>
                <a:cs typeface="Calibri"/>
              </a:rPr>
              <a:t>t</a:t>
            </a:r>
            <a:r>
              <a:rPr sz="2800" i="1" dirty="0">
                <a:latin typeface="Calibri"/>
                <a:cs typeface="Calibri"/>
              </a:rPr>
              <a:t>	</a:t>
            </a:r>
            <a:r>
              <a:rPr sz="2950" spc="-190" dirty="0">
                <a:latin typeface="Symbol"/>
                <a:cs typeface="Symbol"/>
              </a:rPr>
              <a:t></a:t>
            </a:r>
            <a:r>
              <a:rPr sz="2950" spc="-100" dirty="0">
                <a:latin typeface="Times New Roman"/>
                <a:cs typeface="Times New Roman"/>
              </a:rPr>
              <a:t> </a:t>
            </a:r>
            <a:r>
              <a:rPr sz="2950" dirty="0">
                <a:latin typeface="Symbol"/>
                <a:cs typeface="Symbol"/>
              </a:rPr>
              <a:t></a:t>
            </a:r>
            <a:r>
              <a:rPr sz="2800" i="1" dirty="0">
                <a:latin typeface="Calibri"/>
                <a:cs typeface="Calibri"/>
              </a:rPr>
              <a:t>s</a:t>
            </a:r>
            <a:r>
              <a:rPr sz="2800" i="1" spc="-120" dirty="0">
                <a:latin typeface="Calibri"/>
                <a:cs typeface="Calibri"/>
              </a:rPr>
              <a:t> </a:t>
            </a:r>
            <a:r>
              <a:rPr sz="2950" spc="-110" dirty="0">
                <a:latin typeface="Symbol"/>
                <a:cs typeface="Symbol"/>
              </a:rPr>
              <a:t></a:t>
            </a:r>
            <a:r>
              <a:rPr sz="2950" spc="-100" dirty="0">
                <a:latin typeface="Times New Roman"/>
                <a:cs typeface="Times New Roman"/>
              </a:rPr>
              <a:t> </a:t>
            </a:r>
            <a:r>
              <a:rPr sz="2800" i="1" spc="-25" dirty="0">
                <a:latin typeface="Calibri"/>
                <a:cs typeface="Calibri"/>
              </a:rPr>
              <a:t>t)</a:t>
            </a:r>
            <a:r>
              <a:rPr sz="2800" spc="-25" dirty="0">
                <a:latin typeface="Calibri"/>
                <a:cs typeface="Calibri"/>
              </a:rPr>
              <a:t>. </a:t>
            </a:r>
            <a:r>
              <a:rPr sz="2800" dirty="0">
                <a:latin typeface="Calibri"/>
                <a:cs typeface="Calibri"/>
              </a:rPr>
              <a:t>Thay</a:t>
            </a:r>
            <a:r>
              <a:rPr sz="2800" spc="-50" dirty="0">
                <a:latin typeface="Calibri"/>
                <a:cs typeface="Calibri"/>
              </a:rPr>
              <a:t> </a:t>
            </a:r>
            <a:r>
              <a:rPr sz="2800" dirty="0">
                <a:solidFill>
                  <a:srgbClr val="FF0000"/>
                </a:solidFill>
                <a:latin typeface="Calibri"/>
                <a:cs typeface="Calibri"/>
              </a:rPr>
              <a:t>s</a:t>
            </a:r>
            <a:r>
              <a:rPr sz="2800" spc="-35" dirty="0">
                <a:solidFill>
                  <a:srgbClr val="FF0000"/>
                </a:solidFill>
                <a:latin typeface="Calibri"/>
                <a:cs typeface="Calibri"/>
              </a:rPr>
              <a:t> </a:t>
            </a:r>
            <a:r>
              <a:rPr sz="2800" dirty="0">
                <a:latin typeface="Calibri"/>
                <a:cs typeface="Calibri"/>
              </a:rPr>
              <a:t>bởi</a:t>
            </a:r>
            <a:r>
              <a:rPr sz="2800" spc="-35" dirty="0">
                <a:latin typeface="Calibri"/>
                <a:cs typeface="Calibri"/>
              </a:rPr>
              <a:t> </a:t>
            </a:r>
            <a:r>
              <a:rPr sz="2800" dirty="0">
                <a:solidFill>
                  <a:srgbClr val="FF0000"/>
                </a:solidFill>
                <a:latin typeface="Calibri"/>
                <a:cs typeface="Calibri"/>
              </a:rPr>
              <a:t>p</a:t>
            </a:r>
            <a:r>
              <a:rPr sz="2800" spc="-35" dirty="0">
                <a:solidFill>
                  <a:srgbClr val="FF0000"/>
                </a:solidFill>
                <a:latin typeface="Calibri"/>
                <a:cs typeface="Calibri"/>
              </a:rPr>
              <a:t> </a:t>
            </a:r>
            <a:r>
              <a:rPr sz="2800" dirty="0">
                <a:solidFill>
                  <a:srgbClr val="FF0000"/>
                </a:solidFill>
                <a:latin typeface="Symbol"/>
                <a:cs typeface="Symbol"/>
              </a:rPr>
              <a:t></a:t>
            </a:r>
            <a:r>
              <a:rPr sz="2800" spc="-105" dirty="0">
                <a:solidFill>
                  <a:srgbClr val="FF0000"/>
                </a:solidFill>
                <a:latin typeface="Times New Roman"/>
                <a:cs typeface="Times New Roman"/>
              </a:rPr>
              <a:t> </a:t>
            </a:r>
            <a:r>
              <a:rPr sz="2800" dirty="0">
                <a:solidFill>
                  <a:srgbClr val="FF0000"/>
                </a:solidFill>
                <a:latin typeface="Calibri"/>
                <a:cs typeface="Calibri"/>
              </a:rPr>
              <a:t>q</a:t>
            </a:r>
            <a:r>
              <a:rPr sz="2800" dirty="0">
                <a:latin typeface="Calibri"/>
                <a:cs typeface="Calibri"/>
              </a:rPr>
              <a:t>,</a:t>
            </a:r>
            <a:r>
              <a:rPr sz="2800" spc="-30" dirty="0">
                <a:latin typeface="Calibri"/>
                <a:cs typeface="Calibri"/>
              </a:rPr>
              <a:t> </a:t>
            </a:r>
            <a:r>
              <a:rPr sz="2800" dirty="0">
                <a:latin typeface="Calibri"/>
                <a:cs typeface="Calibri"/>
              </a:rPr>
              <a:t>theo</a:t>
            </a:r>
            <a:r>
              <a:rPr sz="2800" spc="-40" dirty="0">
                <a:latin typeface="Calibri"/>
                <a:cs typeface="Calibri"/>
              </a:rPr>
              <a:t> </a:t>
            </a:r>
            <a:r>
              <a:rPr sz="2800" dirty="0">
                <a:latin typeface="Calibri"/>
                <a:cs typeface="Calibri"/>
              </a:rPr>
              <a:t>qui</a:t>
            </a:r>
            <a:r>
              <a:rPr sz="2800" spc="-35" dirty="0">
                <a:latin typeface="Calibri"/>
                <a:cs typeface="Calibri"/>
              </a:rPr>
              <a:t> </a:t>
            </a:r>
            <a:r>
              <a:rPr sz="2800" dirty="0">
                <a:latin typeface="Calibri"/>
                <a:cs typeface="Calibri"/>
              </a:rPr>
              <a:t>tắc</a:t>
            </a:r>
            <a:r>
              <a:rPr sz="2800" spc="-35" dirty="0">
                <a:latin typeface="Calibri"/>
                <a:cs typeface="Calibri"/>
              </a:rPr>
              <a:t> </a:t>
            </a:r>
            <a:r>
              <a:rPr sz="2800" dirty="0">
                <a:latin typeface="Calibri"/>
                <a:cs typeface="Calibri"/>
              </a:rPr>
              <a:t>thay</a:t>
            </a:r>
            <a:r>
              <a:rPr sz="2800" spc="-40" dirty="0">
                <a:latin typeface="Calibri"/>
                <a:cs typeface="Calibri"/>
              </a:rPr>
              <a:t> </a:t>
            </a:r>
            <a:r>
              <a:rPr sz="2800" dirty="0">
                <a:latin typeface="Calibri"/>
                <a:cs typeface="Calibri"/>
              </a:rPr>
              <a:t>thế</a:t>
            </a:r>
            <a:r>
              <a:rPr sz="2800" spc="-40" dirty="0">
                <a:latin typeface="Calibri"/>
                <a:cs typeface="Calibri"/>
              </a:rPr>
              <a:t> </a:t>
            </a:r>
            <a:r>
              <a:rPr sz="2800" dirty="0">
                <a:latin typeface="Calibri"/>
                <a:cs typeface="Calibri"/>
              </a:rPr>
              <a:t>2</a:t>
            </a:r>
            <a:r>
              <a:rPr sz="2800" spc="-35" dirty="0">
                <a:latin typeface="Calibri"/>
                <a:cs typeface="Calibri"/>
              </a:rPr>
              <a:t> </a:t>
            </a:r>
            <a:r>
              <a:rPr sz="2800" dirty="0">
                <a:latin typeface="Calibri"/>
                <a:cs typeface="Calibri"/>
              </a:rPr>
              <a:t>ta</a:t>
            </a:r>
            <a:r>
              <a:rPr sz="2800" spc="-45" dirty="0">
                <a:latin typeface="Calibri"/>
                <a:cs typeface="Calibri"/>
              </a:rPr>
              <a:t> </a:t>
            </a:r>
            <a:r>
              <a:rPr sz="2800" dirty="0">
                <a:latin typeface="Calibri"/>
                <a:cs typeface="Calibri"/>
              </a:rPr>
              <a:t>có</a:t>
            </a:r>
            <a:r>
              <a:rPr sz="2800" spc="-45" dirty="0">
                <a:latin typeface="Calibri"/>
                <a:cs typeface="Calibri"/>
              </a:rPr>
              <a:t> </a:t>
            </a:r>
            <a:r>
              <a:rPr sz="2800" spc="-50" dirty="0">
                <a:latin typeface="Calibri"/>
                <a:cs typeface="Calibri"/>
              </a:rPr>
              <a:t>:</a:t>
            </a:r>
            <a:endParaRPr sz="2800">
              <a:latin typeface="Calibri"/>
              <a:cs typeface="Calibri"/>
            </a:endParaRPr>
          </a:p>
          <a:p>
            <a:pPr marL="12700">
              <a:lnSpc>
                <a:spcPct val="100000"/>
              </a:lnSpc>
              <a:spcBef>
                <a:spcPts val="430"/>
              </a:spcBef>
            </a:pPr>
            <a:r>
              <a:rPr sz="2800" dirty="0">
                <a:latin typeface="Calibri"/>
                <a:cs typeface="Calibri"/>
              </a:rPr>
              <a:t>[(</a:t>
            </a:r>
            <a:r>
              <a:rPr sz="2800" dirty="0">
                <a:solidFill>
                  <a:srgbClr val="FF0000"/>
                </a:solidFill>
                <a:latin typeface="Calibri"/>
                <a:cs typeface="Calibri"/>
              </a:rPr>
              <a:t>p</a:t>
            </a:r>
            <a:r>
              <a:rPr sz="2800" spc="-5" dirty="0">
                <a:solidFill>
                  <a:srgbClr val="FF0000"/>
                </a:solidFill>
                <a:latin typeface="Calibri"/>
                <a:cs typeface="Calibri"/>
              </a:rPr>
              <a:t> </a:t>
            </a:r>
            <a:r>
              <a:rPr sz="2800" dirty="0">
                <a:solidFill>
                  <a:srgbClr val="FF0000"/>
                </a:solidFill>
                <a:latin typeface="Symbol"/>
                <a:cs typeface="Symbol"/>
              </a:rPr>
              <a:t></a:t>
            </a:r>
            <a:r>
              <a:rPr sz="2800" spc="-100" dirty="0">
                <a:solidFill>
                  <a:srgbClr val="FF0000"/>
                </a:solidFill>
                <a:latin typeface="Times New Roman"/>
                <a:cs typeface="Times New Roman"/>
              </a:rPr>
              <a:t> </a:t>
            </a:r>
            <a:r>
              <a:rPr sz="2800" dirty="0">
                <a:solidFill>
                  <a:srgbClr val="FF0000"/>
                </a:solidFill>
                <a:latin typeface="Calibri"/>
                <a:cs typeface="Calibri"/>
              </a:rPr>
              <a:t>q</a:t>
            </a:r>
            <a:r>
              <a:rPr sz="2800" dirty="0">
                <a:latin typeface="Calibri"/>
                <a:cs typeface="Calibri"/>
              </a:rPr>
              <a:t>)</a:t>
            </a:r>
            <a:r>
              <a:rPr sz="2800" spc="-10" dirty="0">
                <a:latin typeface="Calibri"/>
                <a:cs typeface="Calibri"/>
              </a:rPr>
              <a:t> </a:t>
            </a:r>
            <a:r>
              <a:rPr sz="2800" dirty="0">
                <a:latin typeface="Symbol"/>
                <a:cs typeface="Symbol"/>
              </a:rPr>
              <a:t></a:t>
            </a:r>
            <a:r>
              <a:rPr sz="2800" spc="-75" dirty="0">
                <a:latin typeface="Times New Roman"/>
                <a:cs typeface="Times New Roman"/>
              </a:rPr>
              <a:t> </a:t>
            </a:r>
            <a:r>
              <a:rPr sz="2800" dirty="0">
                <a:latin typeface="Calibri"/>
                <a:cs typeface="Calibri"/>
              </a:rPr>
              <a:t>r</a:t>
            </a:r>
            <a:r>
              <a:rPr sz="2800" spc="-30" dirty="0">
                <a:latin typeface="Calibri"/>
                <a:cs typeface="Calibri"/>
              </a:rPr>
              <a:t> </a:t>
            </a:r>
            <a:r>
              <a:rPr sz="2800" dirty="0">
                <a:latin typeface="Calibri"/>
                <a:cs typeface="Calibri"/>
              </a:rPr>
              <a:t>]</a:t>
            </a:r>
            <a:r>
              <a:rPr sz="2800" spc="-15" dirty="0">
                <a:latin typeface="Calibri"/>
                <a:cs typeface="Calibri"/>
              </a:rPr>
              <a:t> </a:t>
            </a:r>
            <a:r>
              <a:rPr sz="2800" dirty="0">
                <a:latin typeface="Symbol"/>
                <a:cs typeface="Symbol"/>
              </a:rPr>
              <a:t></a:t>
            </a:r>
            <a:r>
              <a:rPr sz="2800" spc="-90" dirty="0">
                <a:latin typeface="Times New Roman"/>
                <a:cs typeface="Times New Roman"/>
              </a:rPr>
              <a:t> </a:t>
            </a:r>
            <a:r>
              <a:rPr sz="2800" dirty="0">
                <a:latin typeface="Calibri"/>
                <a:cs typeface="Calibri"/>
              </a:rPr>
              <a:t>[</a:t>
            </a:r>
            <a:r>
              <a:rPr sz="2800" dirty="0">
                <a:latin typeface="Symbol"/>
                <a:cs typeface="Symbol"/>
              </a:rPr>
              <a:t></a:t>
            </a:r>
            <a:r>
              <a:rPr sz="2800" dirty="0">
                <a:latin typeface="Calibri"/>
                <a:cs typeface="Calibri"/>
              </a:rPr>
              <a:t>(</a:t>
            </a:r>
            <a:r>
              <a:rPr sz="2800" dirty="0">
                <a:solidFill>
                  <a:srgbClr val="FF0000"/>
                </a:solidFill>
                <a:latin typeface="Calibri"/>
                <a:cs typeface="Calibri"/>
              </a:rPr>
              <a:t>p </a:t>
            </a:r>
            <a:r>
              <a:rPr sz="2800" dirty="0">
                <a:solidFill>
                  <a:srgbClr val="FF0000"/>
                </a:solidFill>
                <a:latin typeface="Symbol"/>
                <a:cs typeface="Symbol"/>
              </a:rPr>
              <a:t></a:t>
            </a:r>
            <a:r>
              <a:rPr sz="2800" spc="-85" dirty="0">
                <a:solidFill>
                  <a:srgbClr val="FF0000"/>
                </a:solidFill>
                <a:latin typeface="Times New Roman"/>
                <a:cs typeface="Times New Roman"/>
              </a:rPr>
              <a:t> </a:t>
            </a:r>
            <a:r>
              <a:rPr sz="2800" dirty="0">
                <a:solidFill>
                  <a:srgbClr val="FF0000"/>
                </a:solidFill>
                <a:latin typeface="Calibri"/>
                <a:cs typeface="Calibri"/>
              </a:rPr>
              <a:t>q</a:t>
            </a:r>
            <a:r>
              <a:rPr sz="2800" dirty="0">
                <a:latin typeface="Calibri"/>
                <a:cs typeface="Calibri"/>
              </a:rPr>
              <a:t>)</a:t>
            </a:r>
            <a:r>
              <a:rPr sz="2800" spc="-10" dirty="0">
                <a:latin typeface="Calibri"/>
                <a:cs typeface="Calibri"/>
              </a:rPr>
              <a:t> </a:t>
            </a:r>
            <a:r>
              <a:rPr sz="2800" dirty="0">
                <a:latin typeface="Symbol"/>
                <a:cs typeface="Symbol"/>
              </a:rPr>
              <a:t></a:t>
            </a:r>
            <a:r>
              <a:rPr sz="2800" spc="-85" dirty="0">
                <a:latin typeface="Times New Roman"/>
                <a:cs typeface="Times New Roman"/>
              </a:rPr>
              <a:t> </a:t>
            </a:r>
            <a:r>
              <a:rPr sz="2800" dirty="0">
                <a:latin typeface="Calibri"/>
                <a:cs typeface="Calibri"/>
              </a:rPr>
              <a:t>r]</a:t>
            </a:r>
            <a:r>
              <a:rPr sz="2800" spc="-20" dirty="0">
                <a:latin typeface="Calibri"/>
                <a:cs typeface="Calibri"/>
              </a:rPr>
              <a:t> </a:t>
            </a:r>
            <a:r>
              <a:rPr sz="2800" dirty="0">
                <a:latin typeface="Calibri"/>
                <a:cs typeface="Calibri"/>
              </a:rPr>
              <a:t>là</a:t>
            </a:r>
            <a:r>
              <a:rPr sz="2800" spc="-20" dirty="0">
                <a:latin typeface="Calibri"/>
                <a:cs typeface="Calibri"/>
              </a:rPr>
              <a:t> </a:t>
            </a:r>
            <a:r>
              <a:rPr sz="2800" dirty="0">
                <a:solidFill>
                  <a:srgbClr val="FF0000"/>
                </a:solidFill>
                <a:latin typeface="Calibri"/>
                <a:cs typeface="Calibri"/>
              </a:rPr>
              <a:t>hằng</a:t>
            </a:r>
            <a:r>
              <a:rPr sz="2800" spc="-30" dirty="0">
                <a:solidFill>
                  <a:srgbClr val="FF0000"/>
                </a:solidFill>
                <a:latin typeface="Calibri"/>
                <a:cs typeface="Calibri"/>
              </a:rPr>
              <a:t> </a:t>
            </a:r>
            <a:r>
              <a:rPr sz="2800" spc="-10" dirty="0">
                <a:solidFill>
                  <a:srgbClr val="FF0000"/>
                </a:solidFill>
                <a:latin typeface="Calibri"/>
                <a:cs typeface="Calibri"/>
              </a:rPr>
              <a:t>đúng</a:t>
            </a:r>
            <a:r>
              <a:rPr sz="2800" spc="-10" dirty="0">
                <a:latin typeface="Calibri"/>
                <a:cs typeface="Calibri"/>
              </a:rPr>
              <a:t>,</a:t>
            </a:r>
            <a:endParaRPr sz="2800">
              <a:latin typeface="Calibri"/>
              <a:cs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12140" y="224688"/>
            <a:ext cx="7908925" cy="2510155"/>
          </a:xfrm>
          <a:prstGeom prst="rect">
            <a:avLst/>
          </a:prstGeom>
        </p:spPr>
        <p:txBody>
          <a:bodyPr vert="horz" wrap="square" lIns="0" tIns="102235" rIns="0" bIns="0" rtlCol="0">
            <a:spAutoFit/>
          </a:bodyPr>
          <a:lstStyle/>
          <a:p>
            <a:pPr marL="12700">
              <a:lnSpc>
                <a:spcPct val="100000"/>
              </a:lnSpc>
              <a:spcBef>
                <a:spcPts val="805"/>
              </a:spcBef>
            </a:pPr>
            <a:r>
              <a:rPr sz="2800" b="1" dirty="0">
                <a:latin typeface="Calibri"/>
                <a:cs typeface="Calibri"/>
              </a:rPr>
              <a:t>Bài</a:t>
            </a:r>
            <a:r>
              <a:rPr sz="2800" b="1" spc="-25" dirty="0">
                <a:latin typeface="Calibri"/>
                <a:cs typeface="Calibri"/>
              </a:rPr>
              <a:t> </a:t>
            </a:r>
            <a:r>
              <a:rPr sz="2800" b="1" dirty="0">
                <a:latin typeface="Calibri"/>
                <a:cs typeface="Calibri"/>
              </a:rPr>
              <a:t>tập</a:t>
            </a:r>
            <a:r>
              <a:rPr sz="2800" b="1" spc="-20" dirty="0">
                <a:latin typeface="Calibri"/>
                <a:cs typeface="Calibri"/>
              </a:rPr>
              <a:t> </a:t>
            </a:r>
            <a:r>
              <a:rPr sz="2800" b="1" dirty="0">
                <a:latin typeface="Calibri"/>
                <a:cs typeface="Calibri"/>
              </a:rPr>
              <a:t>tại</a:t>
            </a:r>
            <a:r>
              <a:rPr sz="2800" b="1" spc="-15" dirty="0">
                <a:latin typeface="Calibri"/>
                <a:cs typeface="Calibri"/>
              </a:rPr>
              <a:t> </a:t>
            </a:r>
            <a:r>
              <a:rPr sz="2800" b="1" dirty="0">
                <a:latin typeface="Calibri"/>
                <a:cs typeface="Calibri"/>
              </a:rPr>
              <a:t>lớp</a:t>
            </a:r>
            <a:r>
              <a:rPr sz="2800" b="1" spc="-20" dirty="0">
                <a:latin typeface="Calibri"/>
                <a:cs typeface="Calibri"/>
              </a:rPr>
              <a:t> </a:t>
            </a:r>
            <a:r>
              <a:rPr sz="2800" b="1" dirty="0">
                <a:latin typeface="Calibri"/>
                <a:cs typeface="Calibri"/>
              </a:rPr>
              <a:t>2</a:t>
            </a:r>
            <a:r>
              <a:rPr sz="2800" b="1" spc="-20" dirty="0">
                <a:latin typeface="Calibri"/>
                <a:cs typeface="Calibri"/>
              </a:rPr>
              <a:t> </a:t>
            </a:r>
            <a:r>
              <a:rPr sz="2800" b="1" dirty="0">
                <a:latin typeface="Calibri"/>
                <a:cs typeface="Calibri"/>
              </a:rPr>
              <a:t>:</a:t>
            </a:r>
            <a:r>
              <a:rPr sz="2800" b="1" spc="-10" dirty="0">
                <a:latin typeface="Calibri"/>
                <a:cs typeface="Calibri"/>
              </a:rPr>
              <a:t> </a:t>
            </a:r>
            <a:r>
              <a:rPr sz="2800" dirty="0">
                <a:latin typeface="Calibri"/>
                <a:cs typeface="Calibri"/>
              </a:rPr>
              <a:t>Giả</a:t>
            </a:r>
            <a:r>
              <a:rPr sz="2800" spc="-35" dirty="0">
                <a:latin typeface="Calibri"/>
                <a:cs typeface="Calibri"/>
              </a:rPr>
              <a:t> </a:t>
            </a:r>
            <a:r>
              <a:rPr sz="2800" spc="-25" dirty="0">
                <a:latin typeface="Calibri"/>
                <a:cs typeface="Calibri"/>
              </a:rPr>
              <a:t>sử</a:t>
            </a:r>
            <a:endParaRPr sz="2800">
              <a:latin typeface="Calibri"/>
              <a:cs typeface="Calibri"/>
            </a:endParaRPr>
          </a:p>
          <a:p>
            <a:pPr marL="6985" algn="ctr">
              <a:lnSpc>
                <a:spcPct val="100000"/>
              </a:lnSpc>
              <a:spcBef>
                <a:spcPts val="710"/>
              </a:spcBef>
              <a:tabLst>
                <a:tab pos="1704975" algn="l"/>
                <a:tab pos="2207895" algn="l"/>
              </a:tabLst>
            </a:pPr>
            <a:r>
              <a:rPr sz="2800" dirty="0">
                <a:latin typeface="Symbol"/>
                <a:cs typeface="Symbol"/>
              </a:rPr>
              <a:t></a:t>
            </a:r>
            <a:r>
              <a:rPr sz="2800" dirty="0">
                <a:latin typeface="Calibri"/>
                <a:cs typeface="Calibri"/>
              </a:rPr>
              <a:t>(</a:t>
            </a:r>
            <a:r>
              <a:rPr sz="2800" dirty="0">
                <a:latin typeface="Symbol"/>
                <a:cs typeface="Symbol"/>
              </a:rPr>
              <a:t></a:t>
            </a:r>
            <a:r>
              <a:rPr sz="2800" dirty="0">
                <a:latin typeface="Calibri"/>
                <a:cs typeface="Calibri"/>
              </a:rPr>
              <a:t>s)</a:t>
            </a:r>
            <a:r>
              <a:rPr sz="2800" spc="-15" dirty="0">
                <a:latin typeface="Calibri"/>
                <a:cs typeface="Calibri"/>
              </a:rPr>
              <a:t> </a:t>
            </a:r>
            <a:r>
              <a:rPr sz="2800" dirty="0">
                <a:latin typeface="Symbol"/>
                <a:cs typeface="Symbol"/>
              </a:rPr>
              <a:t></a:t>
            </a:r>
            <a:r>
              <a:rPr sz="2800" spc="-105" dirty="0">
                <a:latin typeface="Times New Roman"/>
                <a:cs typeface="Times New Roman"/>
              </a:rPr>
              <a:t> </a:t>
            </a:r>
            <a:r>
              <a:rPr sz="2800" spc="-50" dirty="0">
                <a:latin typeface="Calibri"/>
                <a:cs typeface="Calibri"/>
              </a:rPr>
              <a:t>s</a:t>
            </a:r>
            <a:r>
              <a:rPr sz="2800" dirty="0">
                <a:latin typeface="Calibri"/>
                <a:cs typeface="Calibri"/>
              </a:rPr>
              <a:t>	</a:t>
            </a:r>
            <a:r>
              <a:rPr sz="2800" i="1" spc="-25" dirty="0">
                <a:latin typeface="Calibri"/>
                <a:cs typeface="Calibri"/>
              </a:rPr>
              <a:t>i.e</a:t>
            </a:r>
            <a:r>
              <a:rPr sz="2800" i="1" dirty="0">
                <a:latin typeface="Calibri"/>
                <a:cs typeface="Calibri"/>
              </a:rPr>
              <a:t>	</a:t>
            </a:r>
            <a:r>
              <a:rPr sz="2800" dirty="0">
                <a:latin typeface="Symbol"/>
                <a:cs typeface="Symbol"/>
              </a:rPr>
              <a:t></a:t>
            </a:r>
            <a:r>
              <a:rPr sz="2800" dirty="0">
                <a:latin typeface="Calibri"/>
                <a:cs typeface="Calibri"/>
              </a:rPr>
              <a:t>(</a:t>
            </a:r>
            <a:r>
              <a:rPr sz="2800" dirty="0">
                <a:latin typeface="Symbol"/>
                <a:cs typeface="Symbol"/>
              </a:rPr>
              <a:t></a:t>
            </a:r>
            <a:r>
              <a:rPr sz="2800" dirty="0">
                <a:latin typeface="Calibri"/>
                <a:cs typeface="Calibri"/>
              </a:rPr>
              <a:t>s)</a:t>
            </a:r>
            <a:r>
              <a:rPr sz="2800" spc="-5" dirty="0">
                <a:latin typeface="Calibri"/>
                <a:cs typeface="Calibri"/>
              </a:rPr>
              <a:t> </a:t>
            </a:r>
            <a:r>
              <a:rPr sz="2800" dirty="0">
                <a:latin typeface="Symbol"/>
                <a:cs typeface="Symbol"/>
              </a:rPr>
              <a:t></a:t>
            </a:r>
            <a:r>
              <a:rPr sz="2800" spc="-100" dirty="0">
                <a:latin typeface="Times New Roman"/>
                <a:cs typeface="Times New Roman"/>
              </a:rPr>
              <a:t> </a:t>
            </a:r>
            <a:r>
              <a:rPr sz="2800" dirty="0">
                <a:latin typeface="Calibri"/>
                <a:cs typeface="Calibri"/>
              </a:rPr>
              <a:t>s</a:t>
            </a:r>
            <a:r>
              <a:rPr sz="2800" spc="-25" dirty="0">
                <a:latin typeface="Calibri"/>
                <a:cs typeface="Calibri"/>
              </a:rPr>
              <a:t> </a:t>
            </a:r>
            <a:r>
              <a:rPr sz="2800" dirty="0">
                <a:latin typeface="Calibri"/>
                <a:cs typeface="Calibri"/>
              </a:rPr>
              <a:t>là</a:t>
            </a:r>
            <a:r>
              <a:rPr sz="2800" spc="-35" dirty="0">
                <a:latin typeface="Calibri"/>
                <a:cs typeface="Calibri"/>
              </a:rPr>
              <a:t> </a:t>
            </a:r>
            <a:r>
              <a:rPr sz="2800" dirty="0">
                <a:latin typeface="Calibri"/>
                <a:cs typeface="Calibri"/>
              </a:rPr>
              <a:t>hằng</a:t>
            </a:r>
            <a:r>
              <a:rPr sz="2800" spc="-15" dirty="0">
                <a:latin typeface="Calibri"/>
                <a:cs typeface="Calibri"/>
              </a:rPr>
              <a:t> </a:t>
            </a:r>
            <a:r>
              <a:rPr sz="2800" spc="-10" dirty="0">
                <a:latin typeface="Calibri"/>
                <a:cs typeface="Calibri"/>
              </a:rPr>
              <a:t>đúng.</a:t>
            </a:r>
            <a:endParaRPr sz="2800">
              <a:latin typeface="Calibri"/>
              <a:cs typeface="Calibri"/>
            </a:endParaRPr>
          </a:p>
          <a:p>
            <a:pPr marL="12700" marR="5080">
              <a:lnSpc>
                <a:spcPct val="100000"/>
              </a:lnSpc>
              <a:spcBef>
                <a:spcPts val="635"/>
              </a:spcBef>
            </a:pPr>
            <a:r>
              <a:rPr sz="2800" dirty="0">
                <a:latin typeface="Calibri"/>
                <a:cs typeface="Calibri"/>
              </a:rPr>
              <a:t>Dùng</a:t>
            </a:r>
            <a:r>
              <a:rPr sz="2800" spc="-25" dirty="0">
                <a:latin typeface="Calibri"/>
                <a:cs typeface="Calibri"/>
              </a:rPr>
              <a:t> </a:t>
            </a:r>
            <a:r>
              <a:rPr sz="2800" dirty="0">
                <a:latin typeface="Calibri"/>
                <a:cs typeface="Calibri"/>
              </a:rPr>
              <a:t>qui</a:t>
            </a:r>
            <a:r>
              <a:rPr sz="2800" spc="-40" dirty="0">
                <a:latin typeface="Calibri"/>
                <a:cs typeface="Calibri"/>
              </a:rPr>
              <a:t> </a:t>
            </a:r>
            <a:r>
              <a:rPr sz="2800" dirty="0">
                <a:latin typeface="Calibri"/>
                <a:cs typeface="Calibri"/>
              </a:rPr>
              <a:t>tắc</a:t>
            </a:r>
            <a:r>
              <a:rPr sz="2800" spc="-45" dirty="0">
                <a:latin typeface="Calibri"/>
                <a:cs typeface="Calibri"/>
              </a:rPr>
              <a:t> </a:t>
            </a:r>
            <a:r>
              <a:rPr sz="2800" dirty="0">
                <a:latin typeface="Calibri"/>
                <a:cs typeface="Calibri"/>
              </a:rPr>
              <a:t>thay</a:t>
            </a:r>
            <a:r>
              <a:rPr sz="2800" spc="-50" dirty="0">
                <a:latin typeface="Calibri"/>
                <a:cs typeface="Calibri"/>
              </a:rPr>
              <a:t> </a:t>
            </a:r>
            <a:r>
              <a:rPr sz="2800" dirty="0">
                <a:latin typeface="Calibri"/>
                <a:cs typeface="Calibri"/>
              </a:rPr>
              <a:t>thế</a:t>
            </a:r>
            <a:r>
              <a:rPr sz="2800" spc="-50" dirty="0">
                <a:latin typeface="Calibri"/>
                <a:cs typeface="Calibri"/>
              </a:rPr>
              <a:t> </a:t>
            </a:r>
            <a:r>
              <a:rPr sz="2800" dirty="0">
                <a:latin typeface="Calibri"/>
                <a:cs typeface="Calibri"/>
              </a:rPr>
              <a:t>để</a:t>
            </a:r>
            <a:r>
              <a:rPr sz="2800" spc="-50" dirty="0">
                <a:latin typeface="Calibri"/>
                <a:cs typeface="Calibri"/>
              </a:rPr>
              <a:t> </a:t>
            </a:r>
            <a:r>
              <a:rPr sz="2800" dirty="0">
                <a:latin typeface="Calibri"/>
                <a:cs typeface="Calibri"/>
              </a:rPr>
              <a:t>kiểm</a:t>
            </a:r>
            <a:r>
              <a:rPr sz="2800" spc="-40" dirty="0">
                <a:latin typeface="Calibri"/>
                <a:cs typeface="Calibri"/>
              </a:rPr>
              <a:t> </a:t>
            </a:r>
            <a:r>
              <a:rPr sz="2800" dirty="0">
                <a:latin typeface="Calibri"/>
                <a:cs typeface="Calibri"/>
              </a:rPr>
              <a:t>tra</a:t>
            </a:r>
            <a:r>
              <a:rPr sz="2800" spc="-50" dirty="0">
                <a:latin typeface="Calibri"/>
                <a:cs typeface="Calibri"/>
              </a:rPr>
              <a:t> </a:t>
            </a:r>
            <a:r>
              <a:rPr sz="2800" dirty="0">
                <a:latin typeface="Calibri"/>
                <a:cs typeface="Calibri"/>
              </a:rPr>
              <a:t>dạng</a:t>
            </a:r>
            <a:r>
              <a:rPr sz="2800" spc="-40" dirty="0">
                <a:latin typeface="Calibri"/>
                <a:cs typeface="Calibri"/>
              </a:rPr>
              <a:t> </a:t>
            </a:r>
            <a:r>
              <a:rPr sz="2800" dirty="0">
                <a:latin typeface="Calibri"/>
                <a:cs typeface="Calibri"/>
              </a:rPr>
              <a:t>mệnh</a:t>
            </a:r>
            <a:r>
              <a:rPr sz="2800" spc="-45" dirty="0">
                <a:latin typeface="Calibri"/>
                <a:cs typeface="Calibri"/>
              </a:rPr>
              <a:t> </a:t>
            </a:r>
            <a:r>
              <a:rPr sz="2800" dirty="0">
                <a:latin typeface="Calibri"/>
                <a:cs typeface="Calibri"/>
              </a:rPr>
              <a:t>đề</a:t>
            </a:r>
            <a:r>
              <a:rPr sz="2800" spc="-50" dirty="0">
                <a:latin typeface="Calibri"/>
                <a:cs typeface="Calibri"/>
              </a:rPr>
              <a:t> </a:t>
            </a:r>
            <a:r>
              <a:rPr sz="2800" dirty="0">
                <a:latin typeface="Calibri"/>
                <a:cs typeface="Calibri"/>
              </a:rPr>
              <a:t>sau</a:t>
            </a:r>
            <a:r>
              <a:rPr sz="2800" spc="-45" dirty="0">
                <a:latin typeface="Calibri"/>
                <a:cs typeface="Calibri"/>
              </a:rPr>
              <a:t> </a:t>
            </a:r>
            <a:r>
              <a:rPr sz="2800" spc="-25" dirty="0">
                <a:latin typeface="Calibri"/>
                <a:cs typeface="Calibri"/>
              </a:rPr>
              <a:t>là </a:t>
            </a:r>
            <a:r>
              <a:rPr sz="2800" dirty="0">
                <a:latin typeface="Calibri"/>
                <a:cs typeface="Calibri"/>
              </a:rPr>
              <a:t>hằng</a:t>
            </a:r>
            <a:r>
              <a:rPr sz="2800" spc="-55" dirty="0">
                <a:latin typeface="Calibri"/>
                <a:cs typeface="Calibri"/>
              </a:rPr>
              <a:t> </a:t>
            </a:r>
            <a:r>
              <a:rPr sz="2800" dirty="0">
                <a:latin typeface="Calibri"/>
                <a:cs typeface="Calibri"/>
              </a:rPr>
              <a:t>đúng</a:t>
            </a:r>
            <a:r>
              <a:rPr sz="2800" spc="-50" dirty="0">
                <a:latin typeface="Calibri"/>
                <a:cs typeface="Calibri"/>
              </a:rPr>
              <a:t> :</a:t>
            </a:r>
            <a:endParaRPr sz="2800">
              <a:latin typeface="Calibri"/>
              <a:cs typeface="Calibri"/>
            </a:endParaRPr>
          </a:p>
          <a:p>
            <a:pPr marL="92075" algn="ctr">
              <a:lnSpc>
                <a:spcPct val="100000"/>
              </a:lnSpc>
              <a:spcBef>
                <a:spcPts val="710"/>
              </a:spcBef>
            </a:pPr>
            <a:r>
              <a:rPr sz="2800" dirty="0">
                <a:latin typeface="Calibri"/>
                <a:cs typeface="Calibri"/>
              </a:rPr>
              <a:t>[</a:t>
            </a:r>
            <a:r>
              <a:rPr sz="2800" dirty="0">
                <a:latin typeface="Symbol"/>
                <a:cs typeface="Symbol"/>
              </a:rPr>
              <a:t></a:t>
            </a:r>
            <a:r>
              <a:rPr sz="2800" dirty="0">
                <a:latin typeface="Calibri"/>
                <a:cs typeface="Calibri"/>
              </a:rPr>
              <a:t>(p</a:t>
            </a:r>
            <a:r>
              <a:rPr sz="2800" spc="10" dirty="0">
                <a:latin typeface="Calibri"/>
                <a:cs typeface="Calibri"/>
              </a:rPr>
              <a:t> </a:t>
            </a:r>
            <a:r>
              <a:rPr sz="2800" dirty="0">
                <a:latin typeface="Symbol"/>
                <a:cs typeface="Symbol"/>
              </a:rPr>
              <a:t></a:t>
            </a:r>
            <a:r>
              <a:rPr sz="2800" spc="-105" dirty="0">
                <a:latin typeface="Times New Roman"/>
                <a:cs typeface="Times New Roman"/>
              </a:rPr>
              <a:t> </a:t>
            </a:r>
            <a:r>
              <a:rPr sz="2800" dirty="0">
                <a:latin typeface="Calibri"/>
                <a:cs typeface="Calibri"/>
              </a:rPr>
              <a:t>q)</a:t>
            </a:r>
            <a:r>
              <a:rPr sz="2800" spc="-20" dirty="0">
                <a:latin typeface="Calibri"/>
                <a:cs typeface="Calibri"/>
              </a:rPr>
              <a:t> </a:t>
            </a:r>
            <a:r>
              <a:rPr sz="2800" dirty="0">
                <a:latin typeface="Symbol"/>
                <a:cs typeface="Symbol"/>
              </a:rPr>
              <a:t></a:t>
            </a:r>
            <a:r>
              <a:rPr sz="2800" spc="-85" dirty="0">
                <a:latin typeface="Times New Roman"/>
                <a:cs typeface="Times New Roman"/>
              </a:rPr>
              <a:t> </a:t>
            </a:r>
            <a:r>
              <a:rPr sz="2800" dirty="0">
                <a:latin typeface="Calibri"/>
                <a:cs typeface="Calibri"/>
              </a:rPr>
              <a:t>r]</a:t>
            </a:r>
            <a:r>
              <a:rPr sz="2800" spc="-25" dirty="0">
                <a:latin typeface="Calibri"/>
                <a:cs typeface="Calibri"/>
              </a:rPr>
              <a:t> </a:t>
            </a:r>
            <a:r>
              <a:rPr sz="2800" dirty="0">
                <a:latin typeface="Symbol"/>
                <a:cs typeface="Symbol"/>
              </a:rPr>
              <a:t></a:t>
            </a:r>
            <a:r>
              <a:rPr sz="2800" spc="-90" dirty="0">
                <a:latin typeface="Times New Roman"/>
                <a:cs typeface="Times New Roman"/>
              </a:rPr>
              <a:t> </a:t>
            </a:r>
            <a:r>
              <a:rPr sz="2800" dirty="0">
                <a:latin typeface="Calibri"/>
                <a:cs typeface="Calibri"/>
              </a:rPr>
              <a:t>[</a:t>
            </a:r>
            <a:r>
              <a:rPr sz="2800" dirty="0">
                <a:latin typeface="Symbol"/>
                <a:cs typeface="Symbol"/>
              </a:rPr>
              <a:t></a:t>
            </a:r>
            <a:r>
              <a:rPr sz="2800" dirty="0">
                <a:latin typeface="Calibri"/>
                <a:cs typeface="Calibri"/>
              </a:rPr>
              <a:t>(p</a:t>
            </a:r>
            <a:r>
              <a:rPr sz="2800" spc="-5" dirty="0">
                <a:latin typeface="Calibri"/>
                <a:cs typeface="Calibri"/>
              </a:rPr>
              <a:t> </a:t>
            </a:r>
            <a:r>
              <a:rPr sz="2800" dirty="0">
                <a:latin typeface="Symbol"/>
                <a:cs typeface="Symbol"/>
              </a:rPr>
              <a:t></a:t>
            </a:r>
            <a:r>
              <a:rPr sz="2800" spc="-85" dirty="0">
                <a:latin typeface="Times New Roman"/>
                <a:cs typeface="Times New Roman"/>
              </a:rPr>
              <a:t> </a:t>
            </a:r>
            <a:r>
              <a:rPr sz="2800" dirty="0">
                <a:latin typeface="Calibri"/>
                <a:cs typeface="Calibri"/>
              </a:rPr>
              <a:t>q)</a:t>
            </a:r>
            <a:r>
              <a:rPr sz="2800" spc="-20" dirty="0">
                <a:latin typeface="Calibri"/>
                <a:cs typeface="Calibri"/>
              </a:rPr>
              <a:t> </a:t>
            </a:r>
            <a:r>
              <a:rPr sz="2800" dirty="0">
                <a:latin typeface="Symbol"/>
                <a:cs typeface="Symbol"/>
              </a:rPr>
              <a:t></a:t>
            </a:r>
            <a:r>
              <a:rPr sz="2800" spc="-90" dirty="0">
                <a:latin typeface="Times New Roman"/>
                <a:cs typeface="Times New Roman"/>
              </a:rPr>
              <a:t> </a:t>
            </a:r>
            <a:r>
              <a:rPr sz="2800" spc="-10" dirty="0">
                <a:latin typeface="Symbol"/>
                <a:cs typeface="Symbol"/>
              </a:rPr>
              <a:t></a:t>
            </a:r>
            <a:r>
              <a:rPr sz="2800" spc="-10" dirty="0">
                <a:latin typeface="Calibri"/>
                <a:cs typeface="Calibri"/>
              </a:rPr>
              <a:t>(</a:t>
            </a:r>
            <a:r>
              <a:rPr sz="2800" spc="-10" dirty="0">
                <a:latin typeface="Symbol"/>
                <a:cs typeface="Symbol"/>
              </a:rPr>
              <a:t></a:t>
            </a:r>
            <a:r>
              <a:rPr sz="2800" spc="-10" dirty="0">
                <a:latin typeface="Calibri"/>
                <a:cs typeface="Calibri"/>
              </a:rPr>
              <a:t>r)]</a:t>
            </a:r>
            <a:endParaRPr sz="2800">
              <a:latin typeface="Calibri"/>
              <a:cs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12140" y="223895"/>
            <a:ext cx="7908925" cy="6053455"/>
          </a:xfrm>
          <a:prstGeom prst="rect">
            <a:avLst/>
          </a:prstGeom>
        </p:spPr>
        <p:txBody>
          <a:bodyPr vert="horz" wrap="square" lIns="0" tIns="60325" rIns="0" bIns="0" rtlCol="0">
            <a:spAutoFit/>
          </a:bodyPr>
          <a:lstStyle/>
          <a:p>
            <a:pPr marL="12700">
              <a:lnSpc>
                <a:spcPct val="100000"/>
              </a:lnSpc>
              <a:spcBef>
                <a:spcPts val="475"/>
              </a:spcBef>
            </a:pPr>
            <a:r>
              <a:rPr sz="2800" b="1" dirty="0">
                <a:latin typeface="Calibri"/>
                <a:cs typeface="Calibri"/>
              </a:rPr>
              <a:t>Bài</a:t>
            </a:r>
            <a:r>
              <a:rPr sz="2800" b="1" spc="-30" dirty="0">
                <a:latin typeface="Calibri"/>
                <a:cs typeface="Calibri"/>
              </a:rPr>
              <a:t> </a:t>
            </a:r>
            <a:r>
              <a:rPr sz="2800" b="1" dirty="0">
                <a:latin typeface="Calibri"/>
                <a:cs typeface="Calibri"/>
              </a:rPr>
              <a:t>tập</a:t>
            </a:r>
            <a:r>
              <a:rPr sz="2800" b="1" spc="-25" dirty="0">
                <a:latin typeface="Calibri"/>
                <a:cs typeface="Calibri"/>
              </a:rPr>
              <a:t> </a:t>
            </a:r>
            <a:r>
              <a:rPr sz="2800" b="1" dirty="0">
                <a:latin typeface="Calibri"/>
                <a:cs typeface="Calibri"/>
              </a:rPr>
              <a:t>tại</a:t>
            </a:r>
            <a:r>
              <a:rPr sz="2800" b="1" spc="-25" dirty="0">
                <a:latin typeface="Calibri"/>
                <a:cs typeface="Calibri"/>
              </a:rPr>
              <a:t> </a:t>
            </a:r>
            <a:r>
              <a:rPr sz="2800" b="1" dirty="0">
                <a:latin typeface="Calibri"/>
                <a:cs typeface="Calibri"/>
              </a:rPr>
              <a:t>lớp</a:t>
            </a:r>
            <a:r>
              <a:rPr sz="2800" b="1" spc="-20" dirty="0">
                <a:latin typeface="Calibri"/>
                <a:cs typeface="Calibri"/>
              </a:rPr>
              <a:t> </a:t>
            </a:r>
            <a:r>
              <a:rPr sz="2800" b="1" dirty="0">
                <a:latin typeface="Calibri"/>
                <a:cs typeface="Calibri"/>
              </a:rPr>
              <a:t>2</a:t>
            </a:r>
            <a:r>
              <a:rPr sz="2800" b="1" spc="-25" dirty="0">
                <a:latin typeface="Calibri"/>
                <a:cs typeface="Calibri"/>
              </a:rPr>
              <a:t> </a:t>
            </a:r>
            <a:r>
              <a:rPr sz="2800" b="1" dirty="0">
                <a:latin typeface="Calibri"/>
                <a:cs typeface="Calibri"/>
              </a:rPr>
              <a:t>:</a:t>
            </a:r>
            <a:r>
              <a:rPr sz="2800" b="1" spc="-20" dirty="0">
                <a:latin typeface="Calibri"/>
                <a:cs typeface="Calibri"/>
              </a:rPr>
              <a:t> </a:t>
            </a:r>
            <a:r>
              <a:rPr sz="2800" dirty="0">
                <a:latin typeface="Calibri"/>
                <a:cs typeface="Calibri"/>
              </a:rPr>
              <a:t>Giả</a:t>
            </a:r>
            <a:r>
              <a:rPr sz="2800" spc="-35" dirty="0">
                <a:latin typeface="Calibri"/>
                <a:cs typeface="Calibri"/>
              </a:rPr>
              <a:t> </a:t>
            </a:r>
            <a:r>
              <a:rPr sz="2800" spc="-25" dirty="0">
                <a:latin typeface="Calibri"/>
                <a:cs typeface="Calibri"/>
              </a:rPr>
              <a:t>sử</a:t>
            </a:r>
            <a:endParaRPr sz="2800">
              <a:latin typeface="Calibri"/>
              <a:cs typeface="Calibri"/>
            </a:endParaRPr>
          </a:p>
          <a:p>
            <a:pPr marL="7620" algn="ctr">
              <a:lnSpc>
                <a:spcPct val="100000"/>
              </a:lnSpc>
              <a:spcBef>
                <a:spcPts val="375"/>
              </a:spcBef>
            </a:pPr>
            <a:r>
              <a:rPr sz="2800" dirty="0">
                <a:latin typeface="Symbol"/>
                <a:cs typeface="Symbol"/>
              </a:rPr>
              <a:t></a:t>
            </a:r>
            <a:r>
              <a:rPr sz="2800" dirty="0">
                <a:latin typeface="Calibri"/>
                <a:cs typeface="Calibri"/>
              </a:rPr>
              <a:t>(</a:t>
            </a:r>
            <a:r>
              <a:rPr sz="2800" dirty="0">
                <a:latin typeface="Symbol"/>
                <a:cs typeface="Symbol"/>
              </a:rPr>
              <a:t></a:t>
            </a:r>
            <a:r>
              <a:rPr sz="2800" dirty="0">
                <a:latin typeface="Calibri"/>
                <a:cs typeface="Calibri"/>
              </a:rPr>
              <a:t>s) </a:t>
            </a:r>
            <a:r>
              <a:rPr sz="2800" dirty="0">
                <a:latin typeface="Symbol"/>
                <a:cs typeface="Symbol"/>
              </a:rPr>
              <a:t></a:t>
            </a:r>
            <a:r>
              <a:rPr sz="2800" spc="-95" dirty="0">
                <a:latin typeface="Times New Roman"/>
                <a:cs typeface="Times New Roman"/>
              </a:rPr>
              <a:t> </a:t>
            </a:r>
            <a:r>
              <a:rPr sz="2800" dirty="0">
                <a:latin typeface="Calibri"/>
                <a:cs typeface="Calibri"/>
              </a:rPr>
              <a:t>s</a:t>
            </a:r>
            <a:r>
              <a:rPr sz="2800" spc="-30" dirty="0">
                <a:latin typeface="Calibri"/>
                <a:cs typeface="Calibri"/>
              </a:rPr>
              <a:t> </a:t>
            </a:r>
            <a:r>
              <a:rPr sz="2800" dirty="0">
                <a:latin typeface="Calibri"/>
                <a:cs typeface="Calibri"/>
              </a:rPr>
              <a:t>,</a:t>
            </a:r>
            <a:r>
              <a:rPr sz="2800" spc="-10" dirty="0">
                <a:latin typeface="Calibri"/>
                <a:cs typeface="Calibri"/>
              </a:rPr>
              <a:t> </a:t>
            </a:r>
            <a:r>
              <a:rPr sz="2800" dirty="0">
                <a:latin typeface="Symbol"/>
                <a:cs typeface="Symbol"/>
              </a:rPr>
              <a:t></a:t>
            </a:r>
            <a:r>
              <a:rPr sz="2800" dirty="0">
                <a:latin typeface="Calibri"/>
                <a:cs typeface="Calibri"/>
              </a:rPr>
              <a:t>(</a:t>
            </a:r>
            <a:r>
              <a:rPr sz="2800" dirty="0">
                <a:latin typeface="Symbol"/>
                <a:cs typeface="Symbol"/>
              </a:rPr>
              <a:t></a:t>
            </a:r>
            <a:r>
              <a:rPr sz="2800" dirty="0">
                <a:latin typeface="Calibri"/>
                <a:cs typeface="Calibri"/>
              </a:rPr>
              <a:t>s) </a:t>
            </a:r>
            <a:r>
              <a:rPr sz="2800" dirty="0">
                <a:latin typeface="Symbol"/>
                <a:cs typeface="Symbol"/>
              </a:rPr>
              <a:t></a:t>
            </a:r>
            <a:r>
              <a:rPr sz="2800" spc="-90" dirty="0">
                <a:latin typeface="Times New Roman"/>
                <a:cs typeface="Times New Roman"/>
              </a:rPr>
              <a:t> </a:t>
            </a:r>
            <a:r>
              <a:rPr sz="2800" dirty="0">
                <a:latin typeface="Calibri"/>
                <a:cs typeface="Calibri"/>
              </a:rPr>
              <a:t>s</a:t>
            </a:r>
            <a:r>
              <a:rPr sz="2800" spc="-35" dirty="0">
                <a:latin typeface="Calibri"/>
                <a:cs typeface="Calibri"/>
              </a:rPr>
              <a:t> </a:t>
            </a:r>
            <a:r>
              <a:rPr sz="2800" dirty="0">
                <a:latin typeface="Calibri"/>
                <a:cs typeface="Calibri"/>
              </a:rPr>
              <a:t>là</a:t>
            </a:r>
            <a:r>
              <a:rPr sz="2800" spc="-30" dirty="0">
                <a:latin typeface="Calibri"/>
                <a:cs typeface="Calibri"/>
              </a:rPr>
              <a:t> </a:t>
            </a:r>
            <a:r>
              <a:rPr sz="2800" dirty="0">
                <a:latin typeface="Calibri"/>
                <a:cs typeface="Calibri"/>
              </a:rPr>
              <a:t>hằng</a:t>
            </a:r>
            <a:r>
              <a:rPr sz="2800" spc="-15" dirty="0">
                <a:latin typeface="Calibri"/>
                <a:cs typeface="Calibri"/>
              </a:rPr>
              <a:t> </a:t>
            </a:r>
            <a:r>
              <a:rPr sz="2800" spc="-10" dirty="0">
                <a:latin typeface="Calibri"/>
                <a:cs typeface="Calibri"/>
              </a:rPr>
              <a:t>đúng.</a:t>
            </a:r>
            <a:endParaRPr sz="2800">
              <a:latin typeface="Calibri"/>
              <a:cs typeface="Calibri"/>
            </a:endParaRPr>
          </a:p>
          <a:p>
            <a:pPr marL="12700" marR="5080">
              <a:lnSpc>
                <a:spcPts val="3020"/>
              </a:lnSpc>
              <a:spcBef>
                <a:spcPts val="685"/>
              </a:spcBef>
            </a:pPr>
            <a:r>
              <a:rPr sz="2800" dirty="0">
                <a:latin typeface="Calibri"/>
                <a:cs typeface="Calibri"/>
              </a:rPr>
              <a:t>Dùng</a:t>
            </a:r>
            <a:r>
              <a:rPr sz="2800" spc="-25" dirty="0">
                <a:latin typeface="Calibri"/>
                <a:cs typeface="Calibri"/>
              </a:rPr>
              <a:t> </a:t>
            </a:r>
            <a:r>
              <a:rPr sz="2800" dirty="0">
                <a:latin typeface="Calibri"/>
                <a:cs typeface="Calibri"/>
              </a:rPr>
              <a:t>qui</a:t>
            </a:r>
            <a:r>
              <a:rPr sz="2800" spc="-40" dirty="0">
                <a:latin typeface="Calibri"/>
                <a:cs typeface="Calibri"/>
              </a:rPr>
              <a:t> </a:t>
            </a:r>
            <a:r>
              <a:rPr sz="2800" dirty="0">
                <a:latin typeface="Calibri"/>
                <a:cs typeface="Calibri"/>
              </a:rPr>
              <a:t>tắc</a:t>
            </a:r>
            <a:r>
              <a:rPr sz="2800" spc="-45" dirty="0">
                <a:latin typeface="Calibri"/>
                <a:cs typeface="Calibri"/>
              </a:rPr>
              <a:t> </a:t>
            </a:r>
            <a:r>
              <a:rPr sz="2800" dirty="0">
                <a:latin typeface="Calibri"/>
                <a:cs typeface="Calibri"/>
              </a:rPr>
              <a:t>thay</a:t>
            </a:r>
            <a:r>
              <a:rPr sz="2800" spc="-50" dirty="0">
                <a:latin typeface="Calibri"/>
                <a:cs typeface="Calibri"/>
              </a:rPr>
              <a:t> </a:t>
            </a:r>
            <a:r>
              <a:rPr sz="2800" dirty="0">
                <a:latin typeface="Calibri"/>
                <a:cs typeface="Calibri"/>
              </a:rPr>
              <a:t>thế</a:t>
            </a:r>
            <a:r>
              <a:rPr sz="2800" spc="-50" dirty="0">
                <a:latin typeface="Calibri"/>
                <a:cs typeface="Calibri"/>
              </a:rPr>
              <a:t> </a:t>
            </a:r>
            <a:r>
              <a:rPr sz="2800" dirty="0">
                <a:latin typeface="Calibri"/>
                <a:cs typeface="Calibri"/>
              </a:rPr>
              <a:t>để</a:t>
            </a:r>
            <a:r>
              <a:rPr sz="2800" spc="-50" dirty="0">
                <a:latin typeface="Calibri"/>
                <a:cs typeface="Calibri"/>
              </a:rPr>
              <a:t> </a:t>
            </a:r>
            <a:r>
              <a:rPr sz="2800" dirty="0">
                <a:latin typeface="Calibri"/>
                <a:cs typeface="Calibri"/>
              </a:rPr>
              <a:t>kiểm</a:t>
            </a:r>
            <a:r>
              <a:rPr sz="2800" spc="-40" dirty="0">
                <a:latin typeface="Calibri"/>
                <a:cs typeface="Calibri"/>
              </a:rPr>
              <a:t> </a:t>
            </a:r>
            <a:r>
              <a:rPr sz="2800" dirty="0">
                <a:latin typeface="Calibri"/>
                <a:cs typeface="Calibri"/>
              </a:rPr>
              <a:t>tra</a:t>
            </a:r>
            <a:r>
              <a:rPr sz="2800" spc="-50" dirty="0">
                <a:latin typeface="Calibri"/>
                <a:cs typeface="Calibri"/>
              </a:rPr>
              <a:t> </a:t>
            </a:r>
            <a:r>
              <a:rPr sz="2800" dirty="0">
                <a:latin typeface="Calibri"/>
                <a:cs typeface="Calibri"/>
              </a:rPr>
              <a:t>dạng</a:t>
            </a:r>
            <a:r>
              <a:rPr sz="2800" spc="-40" dirty="0">
                <a:latin typeface="Calibri"/>
                <a:cs typeface="Calibri"/>
              </a:rPr>
              <a:t> </a:t>
            </a:r>
            <a:r>
              <a:rPr sz="2800" dirty="0">
                <a:latin typeface="Calibri"/>
                <a:cs typeface="Calibri"/>
              </a:rPr>
              <a:t>mệnh</a:t>
            </a:r>
            <a:r>
              <a:rPr sz="2800" spc="-45" dirty="0">
                <a:latin typeface="Calibri"/>
                <a:cs typeface="Calibri"/>
              </a:rPr>
              <a:t> </a:t>
            </a:r>
            <a:r>
              <a:rPr sz="2800" dirty="0">
                <a:latin typeface="Calibri"/>
                <a:cs typeface="Calibri"/>
              </a:rPr>
              <a:t>đề</a:t>
            </a:r>
            <a:r>
              <a:rPr sz="2800" spc="-50" dirty="0">
                <a:latin typeface="Calibri"/>
                <a:cs typeface="Calibri"/>
              </a:rPr>
              <a:t> </a:t>
            </a:r>
            <a:r>
              <a:rPr sz="2800" dirty="0">
                <a:latin typeface="Calibri"/>
                <a:cs typeface="Calibri"/>
              </a:rPr>
              <a:t>sau</a:t>
            </a:r>
            <a:r>
              <a:rPr sz="2800" spc="-45" dirty="0">
                <a:latin typeface="Calibri"/>
                <a:cs typeface="Calibri"/>
              </a:rPr>
              <a:t> </a:t>
            </a:r>
            <a:r>
              <a:rPr sz="2800" spc="-25" dirty="0">
                <a:latin typeface="Calibri"/>
                <a:cs typeface="Calibri"/>
              </a:rPr>
              <a:t>là </a:t>
            </a:r>
            <a:r>
              <a:rPr sz="2800" dirty="0">
                <a:latin typeface="Calibri"/>
                <a:cs typeface="Calibri"/>
              </a:rPr>
              <a:t>hằng</a:t>
            </a:r>
            <a:r>
              <a:rPr sz="2800" spc="-55" dirty="0">
                <a:latin typeface="Calibri"/>
                <a:cs typeface="Calibri"/>
              </a:rPr>
              <a:t> </a:t>
            </a:r>
            <a:r>
              <a:rPr sz="2800" dirty="0">
                <a:latin typeface="Calibri"/>
                <a:cs typeface="Calibri"/>
              </a:rPr>
              <a:t>đúng</a:t>
            </a:r>
            <a:r>
              <a:rPr sz="2800" spc="-50" dirty="0">
                <a:latin typeface="Calibri"/>
                <a:cs typeface="Calibri"/>
              </a:rPr>
              <a:t> :</a:t>
            </a:r>
            <a:endParaRPr sz="2800">
              <a:latin typeface="Calibri"/>
              <a:cs typeface="Calibri"/>
            </a:endParaRPr>
          </a:p>
          <a:p>
            <a:pPr marL="88900" algn="ctr">
              <a:lnSpc>
                <a:spcPct val="100000"/>
              </a:lnSpc>
              <a:spcBef>
                <a:spcPts val="335"/>
              </a:spcBef>
              <a:tabLst>
                <a:tab pos="5466715" algn="l"/>
              </a:tabLst>
            </a:pPr>
            <a:r>
              <a:rPr sz="2800" dirty="0">
                <a:latin typeface="Calibri"/>
                <a:cs typeface="Calibri"/>
              </a:rPr>
              <a:t>[</a:t>
            </a:r>
            <a:r>
              <a:rPr sz="2800" dirty="0">
                <a:latin typeface="Symbol"/>
                <a:cs typeface="Symbol"/>
              </a:rPr>
              <a:t></a:t>
            </a:r>
            <a:r>
              <a:rPr sz="2800" dirty="0">
                <a:latin typeface="Calibri"/>
                <a:cs typeface="Calibri"/>
              </a:rPr>
              <a:t>(p</a:t>
            </a:r>
            <a:r>
              <a:rPr sz="2800" spc="5" dirty="0">
                <a:latin typeface="Calibri"/>
                <a:cs typeface="Calibri"/>
              </a:rPr>
              <a:t> </a:t>
            </a:r>
            <a:r>
              <a:rPr sz="2800" dirty="0">
                <a:latin typeface="Symbol"/>
                <a:cs typeface="Symbol"/>
              </a:rPr>
              <a:t></a:t>
            </a:r>
            <a:r>
              <a:rPr sz="2800" spc="-100" dirty="0">
                <a:latin typeface="Times New Roman"/>
                <a:cs typeface="Times New Roman"/>
              </a:rPr>
              <a:t> </a:t>
            </a:r>
            <a:r>
              <a:rPr sz="2800" dirty="0">
                <a:latin typeface="Calibri"/>
                <a:cs typeface="Calibri"/>
              </a:rPr>
              <a:t>q)</a:t>
            </a:r>
            <a:r>
              <a:rPr sz="2800" spc="-15" dirty="0">
                <a:latin typeface="Calibri"/>
                <a:cs typeface="Calibri"/>
              </a:rPr>
              <a:t> </a:t>
            </a:r>
            <a:r>
              <a:rPr sz="2800" dirty="0">
                <a:latin typeface="Symbol"/>
                <a:cs typeface="Symbol"/>
              </a:rPr>
              <a:t></a:t>
            </a:r>
            <a:r>
              <a:rPr sz="2800" spc="-90" dirty="0">
                <a:latin typeface="Times New Roman"/>
                <a:cs typeface="Times New Roman"/>
              </a:rPr>
              <a:t> </a:t>
            </a:r>
            <a:r>
              <a:rPr sz="2800" dirty="0">
                <a:latin typeface="Calibri"/>
                <a:cs typeface="Calibri"/>
              </a:rPr>
              <a:t>r]</a:t>
            </a:r>
            <a:r>
              <a:rPr sz="2800" spc="-25" dirty="0">
                <a:latin typeface="Calibri"/>
                <a:cs typeface="Calibri"/>
              </a:rPr>
              <a:t> </a:t>
            </a:r>
            <a:r>
              <a:rPr sz="2800" dirty="0">
                <a:latin typeface="Symbol"/>
                <a:cs typeface="Symbol"/>
              </a:rPr>
              <a:t></a:t>
            </a:r>
            <a:r>
              <a:rPr sz="2800" spc="-90" dirty="0">
                <a:latin typeface="Times New Roman"/>
                <a:cs typeface="Times New Roman"/>
              </a:rPr>
              <a:t> </a:t>
            </a:r>
            <a:r>
              <a:rPr sz="2800" dirty="0">
                <a:latin typeface="Calibri"/>
                <a:cs typeface="Calibri"/>
              </a:rPr>
              <a:t>[</a:t>
            </a:r>
            <a:r>
              <a:rPr sz="2800" dirty="0">
                <a:latin typeface="Symbol"/>
                <a:cs typeface="Symbol"/>
              </a:rPr>
              <a:t></a:t>
            </a:r>
            <a:r>
              <a:rPr sz="2800" dirty="0">
                <a:latin typeface="Calibri"/>
                <a:cs typeface="Calibri"/>
              </a:rPr>
              <a:t>(p</a:t>
            </a:r>
            <a:r>
              <a:rPr sz="2800" spc="-5" dirty="0">
                <a:latin typeface="Calibri"/>
                <a:cs typeface="Calibri"/>
              </a:rPr>
              <a:t> </a:t>
            </a:r>
            <a:r>
              <a:rPr sz="2800" dirty="0">
                <a:latin typeface="Symbol"/>
                <a:cs typeface="Symbol"/>
              </a:rPr>
              <a:t></a:t>
            </a:r>
            <a:r>
              <a:rPr sz="2800" spc="-90" dirty="0">
                <a:latin typeface="Times New Roman"/>
                <a:cs typeface="Times New Roman"/>
              </a:rPr>
              <a:t> </a:t>
            </a:r>
            <a:r>
              <a:rPr sz="2800" dirty="0">
                <a:latin typeface="Calibri"/>
                <a:cs typeface="Calibri"/>
              </a:rPr>
              <a:t>q)</a:t>
            </a:r>
            <a:r>
              <a:rPr sz="2800" spc="-15" dirty="0">
                <a:latin typeface="Calibri"/>
                <a:cs typeface="Calibri"/>
              </a:rPr>
              <a:t> </a:t>
            </a:r>
            <a:r>
              <a:rPr sz="2800" dirty="0">
                <a:latin typeface="Symbol"/>
                <a:cs typeface="Symbol"/>
              </a:rPr>
              <a:t></a:t>
            </a:r>
            <a:r>
              <a:rPr sz="2800" spc="-90" dirty="0">
                <a:latin typeface="Times New Roman"/>
                <a:cs typeface="Times New Roman"/>
              </a:rPr>
              <a:t> </a:t>
            </a:r>
            <a:r>
              <a:rPr sz="2800" spc="-10" dirty="0">
                <a:latin typeface="Symbol"/>
                <a:cs typeface="Symbol"/>
              </a:rPr>
              <a:t></a:t>
            </a:r>
            <a:r>
              <a:rPr sz="2800" spc="-10" dirty="0">
                <a:latin typeface="Calibri"/>
                <a:cs typeface="Calibri"/>
              </a:rPr>
              <a:t>(</a:t>
            </a:r>
            <a:r>
              <a:rPr sz="2800" spc="-10" dirty="0">
                <a:latin typeface="Symbol"/>
                <a:cs typeface="Symbol"/>
              </a:rPr>
              <a:t></a:t>
            </a:r>
            <a:r>
              <a:rPr sz="2800" spc="-10" dirty="0">
                <a:latin typeface="Calibri"/>
                <a:cs typeface="Calibri"/>
              </a:rPr>
              <a:t>r)]</a:t>
            </a:r>
            <a:r>
              <a:rPr sz="2800" dirty="0">
                <a:latin typeface="Calibri"/>
                <a:cs typeface="Calibri"/>
              </a:rPr>
              <a:t>	</a:t>
            </a:r>
            <a:r>
              <a:rPr sz="2800" spc="-25" dirty="0">
                <a:latin typeface="Calibri"/>
                <a:cs typeface="Calibri"/>
              </a:rPr>
              <a:t>(1)</a:t>
            </a:r>
            <a:endParaRPr sz="2800">
              <a:latin typeface="Calibri"/>
              <a:cs typeface="Calibri"/>
            </a:endParaRPr>
          </a:p>
          <a:p>
            <a:pPr marL="12700">
              <a:lnSpc>
                <a:spcPct val="100000"/>
              </a:lnSpc>
              <a:spcBef>
                <a:spcPts val="300"/>
              </a:spcBef>
            </a:pPr>
            <a:r>
              <a:rPr sz="2800" b="1" dirty="0">
                <a:latin typeface="Calibri"/>
                <a:cs typeface="Calibri"/>
              </a:rPr>
              <a:t>Giải</a:t>
            </a:r>
            <a:r>
              <a:rPr sz="2800" b="1" spc="-40" dirty="0">
                <a:latin typeface="Calibri"/>
                <a:cs typeface="Calibri"/>
              </a:rPr>
              <a:t> </a:t>
            </a:r>
            <a:r>
              <a:rPr sz="2800" b="1" spc="-50" dirty="0">
                <a:latin typeface="Calibri"/>
                <a:cs typeface="Calibri"/>
              </a:rPr>
              <a:t>:</a:t>
            </a:r>
            <a:endParaRPr sz="2800">
              <a:latin typeface="Calibri"/>
              <a:cs typeface="Calibri"/>
            </a:endParaRPr>
          </a:p>
          <a:p>
            <a:pPr marL="12700">
              <a:lnSpc>
                <a:spcPct val="100000"/>
              </a:lnSpc>
              <a:spcBef>
                <a:spcPts val="370"/>
              </a:spcBef>
            </a:pPr>
            <a:r>
              <a:rPr sz="2800" dirty="0">
                <a:latin typeface="Symbol"/>
                <a:cs typeface="Symbol"/>
              </a:rPr>
              <a:t></a:t>
            </a:r>
            <a:r>
              <a:rPr sz="2800" dirty="0">
                <a:latin typeface="Calibri"/>
                <a:cs typeface="Calibri"/>
              </a:rPr>
              <a:t>(</a:t>
            </a:r>
            <a:r>
              <a:rPr sz="2800" dirty="0">
                <a:latin typeface="Symbol"/>
                <a:cs typeface="Symbol"/>
              </a:rPr>
              <a:t></a:t>
            </a:r>
            <a:r>
              <a:rPr sz="2800" dirty="0">
                <a:latin typeface="Calibri"/>
                <a:cs typeface="Calibri"/>
              </a:rPr>
              <a:t>r)</a:t>
            </a:r>
            <a:r>
              <a:rPr sz="2800" spc="-35" dirty="0">
                <a:latin typeface="Calibri"/>
                <a:cs typeface="Calibri"/>
              </a:rPr>
              <a:t> </a:t>
            </a:r>
            <a:r>
              <a:rPr sz="2800" dirty="0">
                <a:latin typeface="Symbol"/>
                <a:cs typeface="Symbol"/>
              </a:rPr>
              <a:t></a:t>
            </a:r>
            <a:r>
              <a:rPr sz="2800" spc="-114" dirty="0">
                <a:latin typeface="Times New Roman"/>
                <a:cs typeface="Times New Roman"/>
              </a:rPr>
              <a:t> </a:t>
            </a:r>
            <a:r>
              <a:rPr sz="2800" spc="-90" dirty="0">
                <a:latin typeface="Calibri"/>
                <a:cs typeface="Calibri"/>
              </a:rPr>
              <a:t>r,</a:t>
            </a:r>
            <a:r>
              <a:rPr sz="2800" spc="-45" dirty="0">
                <a:latin typeface="Calibri"/>
                <a:cs typeface="Calibri"/>
              </a:rPr>
              <a:t> </a:t>
            </a:r>
            <a:r>
              <a:rPr sz="2800" dirty="0">
                <a:latin typeface="Calibri"/>
                <a:cs typeface="Calibri"/>
              </a:rPr>
              <a:t>theo</a:t>
            </a:r>
            <a:r>
              <a:rPr sz="2800" spc="-50" dirty="0">
                <a:latin typeface="Calibri"/>
                <a:cs typeface="Calibri"/>
              </a:rPr>
              <a:t> </a:t>
            </a:r>
            <a:r>
              <a:rPr sz="2800" dirty="0">
                <a:latin typeface="Calibri"/>
                <a:cs typeface="Calibri"/>
              </a:rPr>
              <a:t>qui</a:t>
            </a:r>
            <a:r>
              <a:rPr sz="2800" spc="-35" dirty="0">
                <a:latin typeface="Calibri"/>
                <a:cs typeface="Calibri"/>
              </a:rPr>
              <a:t> </a:t>
            </a:r>
            <a:r>
              <a:rPr sz="2800" dirty="0">
                <a:latin typeface="Calibri"/>
                <a:cs typeface="Calibri"/>
              </a:rPr>
              <a:t>tắc</a:t>
            </a:r>
            <a:r>
              <a:rPr sz="2800" spc="-45" dirty="0">
                <a:latin typeface="Calibri"/>
                <a:cs typeface="Calibri"/>
              </a:rPr>
              <a:t> </a:t>
            </a:r>
            <a:r>
              <a:rPr sz="2800" dirty="0">
                <a:latin typeface="Calibri"/>
                <a:cs typeface="Calibri"/>
              </a:rPr>
              <a:t>thay</a:t>
            </a:r>
            <a:r>
              <a:rPr sz="2800" spc="-45" dirty="0">
                <a:latin typeface="Calibri"/>
                <a:cs typeface="Calibri"/>
              </a:rPr>
              <a:t> </a:t>
            </a:r>
            <a:r>
              <a:rPr sz="2800" dirty="0">
                <a:latin typeface="Calibri"/>
                <a:cs typeface="Calibri"/>
              </a:rPr>
              <a:t>thế</a:t>
            </a:r>
            <a:r>
              <a:rPr sz="2800" spc="-40" dirty="0">
                <a:latin typeface="Calibri"/>
                <a:cs typeface="Calibri"/>
              </a:rPr>
              <a:t> </a:t>
            </a:r>
            <a:r>
              <a:rPr sz="2800" dirty="0">
                <a:latin typeface="Calibri"/>
                <a:cs typeface="Calibri"/>
              </a:rPr>
              <a:t>1</a:t>
            </a:r>
            <a:r>
              <a:rPr sz="2800" spc="-40" dirty="0">
                <a:latin typeface="Calibri"/>
                <a:cs typeface="Calibri"/>
              </a:rPr>
              <a:t> </a:t>
            </a:r>
            <a:r>
              <a:rPr sz="2800" spc="-50" dirty="0">
                <a:latin typeface="Calibri"/>
                <a:cs typeface="Calibri"/>
              </a:rPr>
              <a:t>:</a:t>
            </a:r>
            <a:endParaRPr sz="2800">
              <a:latin typeface="Calibri"/>
              <a:cs typeface="Calibri"/>
            </a:endParaRPr>
          </a:p>
          <a:p>
            <a:pPr marL="12700">
              <a:lnSpc>
                <a:spcPct val="100000"/>
              </a:lnSpc>
              <a:spcBef>
                <a:spcPts val="340"/>
              </a:spcBef>
              <a:tabLst>
                <a:tab pos="2628265" algn="l"/>
              </a:tabLst>
            </a:pPr>
            <a:r>
              <a:rPr sz="2800" dirty="0">
                <a:latin typeface="Calibri"/>
                <a:cs typeface="Calibri"/>
              </a:rPr>
              <a:t>E</a:t>
            </a:r>
            <a:r>
              <a:rPr sz="2800" spc="-30" dirty="0">
                <a:latin typeface="Calibri"/>
                <a:cs typeface="Calibri"/>
              </a:rPr>
              <a:t> </a:t>
            </a:r>
            <a:r>
              <a:rPr sz="2800" dirty="0">
                <a:latin typeface="Calibri"/>
                <a:cs typeface="Calibri"/>
              </a:rPr>
              <a:t>=</a:t>
            </a:r>
            <a:r>
              <a:rPr sz="2800" spc="-20" dirty="0">
                <a:latin typeface="Calibri"/>
                <a:cs typeface="Calibri"/>
              </a:rPr>
              <a:t> </a:t>
            </a:r>
            <a:r>
              <a:rPr sz="2800" dirty="0">
                <a:latin typeface="Calibri"/>
                <a:cs typeface="Calibri"/>
              </a:rPr>
              <a:t>[</a:t>
            </a:r>
            <a:r>
              <a:rPr sz="2800" dirty="0">
                <a:latin typeface="Symbol"/>
                <a:cs typeface="Symbol"/>
              </a:rPr>
              <a:t></a:t>
            </a:r>
            <a:r>
              <a:rPr sz="2800" dirty="0">
                <a:latin typeface="Calibri"/>
                <a:cs typeface="Calibri"/>
              </a:rPr>
              <a:t>(p</a:t>
            </a:r>
            <a:r>
              <a:rPr sz="2800" spc="15" dirty="0">
                <a:latin typeface="Calibri"/>
                <a:cs typeface="Calibri"/>
              </a:rPr>
              <a:t> </a:t>
            </a:r>
            <a:r>
              <a:rPr sz="2800" dirty="0">
                <a:latin typeface="Symbol"/>
                <a:cs typeface="Symbol"/>
              </a:rPr>
              <a:t></a:t>
            </a:r>
            <a:r>
              <a:rPr sz="2800" spc="-85" dirty="0">
                <a:latin typeface="Times New Roman"/>
                <a:cs typeface="Times New Roman"/>
              </a:rPr>
              <a:t> </a:t>
            </a:r>
            <a:r>
              <a:rPr sz="2800" dirty="0">
                <a:latin typeface="Calibri"/>
                <a:cs typeface="Calibri"/>
              </a:rPr>
              <a:t>q)</a:t>
            </a:r>
            <a:r>
              <a:rPr sz="2800" spc="-10" dirty="0">
                <a:latin typeface="Calibri"/>
                <a:cs typeface="Calibri"/>
              </a:rPr>
              <a:t> </a:t>
            </a:r>
            <a:r>
              <a:rPr sz="2800" dirty="0">
                <a:latin typeface="Symbol"/>
                <a:cs typeface="Symbol"/>
              </a:rPr>
              <a:t></a:t>
            </a:r>
            <a:r>
              <a:rPr sz="2800" spc="-95" dirty="0">
                <a:latin typeface="Times New Roman"/>
                <a:cs typeface="Times New Roman"/>
              </a:rPr>
              <a:t> </a:t>
            </a:r>
            <a:r>
              <a:rPr sz="2800" spc="-25" dirty="0">
                <a:solidFill>
                  <a:srgbClr val="FF0000"/>
                </a:solidFill>
                <a:latin typeface="Calibri"/>
                <a:cs typeface="Calibri"/>
              </a:rPr>
              <a:t>r</a:t>
            </a:r>
            <a:r>
              <a:rPr sz="2800" spc="-25" dirty="0">
                <a:latin typeface="Calibri"/>
                <a:cs typeface="Calibri"/>
              </a:rPr>
              <a:t>]</a:t>
            </a:r>
            <a:r>
              <a:rPr sz="2800" dirty="0">
                <a:latin typeface="Calibri"/>
                <a:cs typeface="Calibri"/>
              </a:rPr>
              <a:t>	</a:t>
            </a:r>
            <a:r>
              <a:rPr sz="2800" dirty="0">
                <a:latin typeface="Symbol"/>
                <a:cs typeface="Symbol"/>
              </a:rPr>
              <a:t></a:t>
            </a:r>
            <a:r>
              <a:rPr sz="2800" spc="-100" dirty="0">
                <a:latin typeface="Times New Roman"/>
                <a:cs typeface="Times New Roman"/>
              </a:rPr>
              <a:t> </a:t>
            </a:r>
            <a:r>
              <a:rPr sz="2800" dirty="0">
                <a:latin typeface="Calibri"/>
                <a:cs typeface="Calibri"/>
              </a:rPr>
              <a:t>E’</a:t>
            </a:r>
            <a:r>
              <a:rPr sz="2800" spc="-20"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a:t>
            </a:r>
            <a:r>
              <a:rPr sz="2800" dirty="0">
                <a:latin typeface="Symbol"/>
                <a:cs typeface="Symbol"/>
              </a:rPr>
              <a:t></a:t>
            </a:r>
            <a:r>
              <a:rPr sz="2800" dirty="0">
                <a:latin typeface="Calibri"/>
                <a:cs typeface="Calibri"/>
              </a:rPr>
              <a:t>(p</a:t>
            </a:r>
            <a:r>
              <a:rPr sz="2800" spc="15" dirty="0">
                <a:latin typeface="Calibri"/>
                <a:cs typeface="Calibri"/>
              </a:rPr>
              <a:t> </a:t>
            </a:r>
            <a:r>
              <a:rPr sz="2800" dirty="0">
                <a:latin typeface="Symbol"/>
                <a:cs typeface="Symbol"/>
              </a:rPr>
              <a:t></a:t>
            </a:r>
            <a:r>
              <a:rPr sz="2800" spc="-100" dirty="0">
                <a:latin typeface="Times New Roman"/>
                <a:cs typeface="Times New Roman"/>
              </a:rPr>
              <a:t> </a:t>
            </a:r>
            <a:r>
              <a:rPr sz="2800" dirty="0">
                <a:latin typeface="Calibri"/>
                <a:cs typeface="Calibri"/>
              </a:rPr>
              <a:t>q)</a:t>
            </a:r>
            <a:r>
              <a:rPr sz="2800" spc="-10" dirty="0">
                <a:latin typeface="Calibri"/>
                <a:cs typeface="Calibri"/>
              </a:rPr>
              <a:t> </a:t>
            </a:r>
            <a:r>
              <a:rPr sz="2800" dirty="0">
                <a:latin typeface="Symbol"/>
                <a:cs typeface="Symbol"/>
              </a:rPr>
              <a:t></a:t>
            </a:r>
            <a:r>
              <a:rPr sz="2800" spc="-80" dirty="0">
                <a:latin typeface="Times New Roman"/>
                <a:cs typeface="Times New Roman"/>
              </a:rPr>
              <a:t> </a:t>
            </a:r>
            <a:r>
              <a:rPr sz="2800" spc="-10" dirty="0">
                <a:solidFill>
                  <a:srgbClr val="FF0000"/>
                </a:solidFill>
                <a:latin typeface="Symbol"/>
                <a:cs typeface="Symbol"/>
              </a:rPr>
              <a:t></a:t>
            </a:r>
            <a:r>
              <a:rPr sz="2800" spc="-10" dirty="0">
                <a:solidFill>
                  <a:srgbClr val="FF0000"/>
                </a:solidFill>
                <a:latin typeface="Calibri"/>
                <a:cs typeface="Calibri"/>
              </a:rPr>
              <a:t>(</a:t>
            </a:r>
            <a:r>
              <a:rPr sz="2800" spc="-10" dirty="0">
                <a:solidFill>
                  <a:srgbClr val="FF0000"/>
                </a:solidFill>
                <a:latin typeface="Symbol"/>
                <a:cs typeface="Symbol"/>
              </a:rPr>
              <a:t></a:t>
            </a:r>
            <a:r>
              <a:rPr sz="2800" spc="-10" dirty="0">
                <a:solidFill>
                  <a:srgbClr val="FF0000"/>
                </a:solidFill>
                <a:latin typeface="Calibri"/>
                <a:cs typeface="Calibri"/>
              </a:rPr>
              <a:t>r)</a:t>
            </a:r>
            <a:r>
              <a:rPr sz="2800" spc="-10" dirty="0">
                <a:latin typeface="Calibri"/>
                <a:cs typeface="Calibri"/>
              </a:rPr>
              <a:t>].</a:t>
            </a:r>
            <a:endParaRPr sz="2800">
              <a:latin typeface="Calibri"/>
              <a:cs typeface="Calibri"/>
            </a:endParaRPr>
          </a:p>
          <a:p>
            <a:pPr marL="12700">
              <a:lnSpc>
                <a:spcPct val="100000"/>
              </a:lnSpc>
              <a:spcBef>
                <a:spcPts val="300"/>
              </a:spcBef>
            </a:pPr>
            <a:r>
              <a:rPr sz="2800" i="1" spc="-10" dirty="0">
                <a:latin typeface="Calibri"/>
                <a:cs typeface="Calibri"/>
              </a:rPr>
              <a:t>Vậy</a:t>
            </a:r>
            <a:r>
              <a:rPr sz="2800" i="1" spc="-50" dirty="0">
                <a:latin typeface="Calibri"/>
                <a:cs typeface="Calibri"/>
              </a:rPr>
              <a:t> </a:t>
            </a:r>
            <a:r>
              <a:rPr sz="2800" i="1" dirty="0">
                <a:latin typeface="Calibri"/>
                <a:cs typeface="Calibri"/>
              </a:rPr>
              <a:t>(1)</a:t>
            </a:r>
            <a:r>
              <a:rPr sz="2800" i="1" spc="-30" dirty="0">
                <a:latin typeface="Calibri"/>
                <a:cs typeface="Calibri"/>
              </a:rPr>
              <a:t> </a:t>
            </a:r>
            <a:r>
              <a:rPr sz="2800" i="1" dirty="0">
                <a:latin typeface="Calibri"/>
                <a:cs typeface="Calibri"/>
              </a:rPr>
              <a:t>là</a:t>
            </a:r>
            <a:r>
              <a:rPr sz="2800" i="1" spc="-45" dirty="0">
                <a:latin typeface="Calibri"/>
                <a:cs typeface="Calibri"/>
              </a:rPr>
              <a:t> </a:t>
            </a:r>
            <a:r>
              <a:rPr sz="2800" i="1" dirty="0">
                <a:latin typeface="Calibri"/>
                <a:cs typeface="Calibri"/>
              </a:rPr>
              <a:t>hằng</a:t>
            </a:r>
            <a:r>
              <a:rPr sz="2800" i="1" spc="-50" dirty="0">
                <a:latin typeface="Calibri"/>
                <a:cs typeface="Calibri"/>
              </a:rPr>
              <a:t> </a:t>
            </a:r>
            <a:r>
              <a:rPr sz="2800" i="1" spc="-20" dirty="0">
                <a:latin typeface="Calibri"/>
                <a:cs typeface="Calibri"/>
              </a:rPr>
              <a:t>đúng.</a:t>
            </a:r>
            <a:endParaRPr sz="2800">
              <a:latin typeface="Calibri"/>
              <a:cs typeface="Calibri"/>
            </a:endParaRPr>
          </a:p>
          <a:p>
            <a:pPr marL="469900" indent="-457200">
              <a:lnSpc>
                <a:spcPct val="100000"/>
              </a:lnSpc>
              <a:spcBef>
                <a:spcPts val="370"/>
              </a:spcBef>
              <a:buFont typeface="Wingdings"/>
              <a:buChar char=""/>
              <a:tabLst>
                <a:tab pos="469900" algn="l"/>
              </a:tabLst>
            </a:pPr>
            <a:r>
              <a:rPr sz="2800" dirty="0">
                <a:latin typeface="Calibri"/>
                <a:cs typeface="Calibri"/>
              </a:rPr>
              <a:t>[(p</a:t>
            </a:r>
            <a:r>
              <a:rPr sz="2800" spc="-5" dirty="0">
                <a:latin typeface="Calibri"/>
                <a:cs typeface="Calibri"/>
              </a:rPr>
              <a:t> </a:t>
            </a:r>
            <a:r>
              <a:rPr sz="2800" dirty="0">
                <a:latin typeface="Symbol"/>
                <a:cs typeface="Symbol"/>
              </a:rPr>
              <a:t></a:t>
            </a:r>
            <a:r>
              <a:rPr sz="2800" spc="-90" dirty="0">
                <a:latin typeface="Times New Roman"/>
                <a:cs typeface="Times New Roman"/>
              </a:rPr>
              <a:t> </a:t>
            </a:r>
            <a:r>
              <a:rPr sz="2800" dirty="0">
                <a:latin typeface="Calibri"/>
                <a:cs typeface="Calibri"/>
              </a:rPr>
              <a:t>q)</a:t>
            </a:r>
            <a:r>
              <a:rPr sz="2800" spc="-10" dirty="0">
                <a:latin typeface="Calibri"/>
                <a:cs typeface="Calibri"/>
              </a:rPr>
              <a:t> </a:t>
            </a:r>
            <a:r>
              <a:rPr sz="2800" dirty="0">
                <a:latin typeface="Symbol"/>
                <a:cs typeface="Symbol"/>
              </a:rPr>
              <a:t></a:t>
            </a:r>
            <a:r>
              <a:rPr sz="2800" spc="-75" dirty="0">
                <a:latin typeface="Times New Roman"/>
                <a:cs typeface="Times New Roman"/>
              </a:rPr>
              <a:t> </a:t>
            </a:r>
            <a:r>
              <a:rPr sz="2800" dirty="0">
                <a:latin typeface="Calibri"/>
                <a:cs typeface="Calibri"/>
              </a:rPr>
              <a:t>r</a:t>
            </a:r>
            <a:r>
              <a:rPr sz="2800" spc="-20" dirty="0">
                <a:latin typeface="Calibri"/>
                <a:cs typeface="Calibri"/>
              </a:rPr>
              <a:t> </a:t>
            </a:r>
            <a:r>
              <a:rPr sz="2800" dirty="0">
                <a:latin typeface="Calibri"/>
                <a:cs typeface="Calibri"/>
              </a:rPr>
              <a:t>]</a:t>
            </a:r>
            <a:r>
              <a:rPr sz="2800" spc="-15" dirty="0">
                <a:latin typeface="Calibri"/>
                <a:cs typeface="Calibri"/>
              </a:rPr>
              <a:t> </a:t>
            </a:r>
            <a:r>
              <a:rPr sz="2800" dirty="0">
                <a:latin typeface="Symbol"/>
                <a:cs typeface="Symbol"/>
              </a:rPr>
              <a:t></a:t>
            </a:r>
            <a:r>
              <a:rPr sz="2800" spc="-85" dirty="0">
                <a:latin typeface="Times New Roman"/>
                <a:cs typeface="Times New Roman"/>
              </a:rPr>
              <a:t> </a:t>
            </a:r>
            <a:r>
              <a:rPr sz="2800" dirty="0">
                <a:solidFill>
                  <a:srgbClr val="FF0000"/>
                </a:solidFill>
                <a:latin typeface="Calibri"/>
                <a:cs typeface="Calibri"/>
              </a:rPr>
              <a:t>[</a:t>
            </a:r>
            <a:r>
              <a:rPr sz="2800" dirty="0">
                <a:solidFill>
                  <a:srgbClr val="FF0000"/>
                </a:solidFill>
                <a:latin typeface="Symbol"/>
                <a:cs typeface="Symbol"/>
              </a:rPr>
              <a:t></a:t>
            </a:r>
            <a:r>
              <a:rPr sz="2800" dirty="0">
                <a:solidFill>
                  <a:srgbClr val="FF0000"/>
                </a:solidFill>
                <a:latin typeface="Calibri"/>
                <a:cs typeface="Calibri"/>
              </a:rPr>
              <a:t>(p</a:t>
            </a:r>
            <a:r>
              <a:rPr sz="2800" spc="5" dirty="0">
                <a:solidFill>
                  <a:srgbClr val="FF0000"/>
                </a:solidFill>
                <a:latin typeface="Calibri"/>
                <a:cs typeface="Calibri"/>
              </a:rPr>
              <a:t> </a:t>
            </a:r>
            <a:r>
              <a:rPr sz="2800" dirty="0">
                <a:solidFill>
                  <a:srgbClr val="FF0000"/>
                </a:solidFill>
                <a:latin typeface="Symbol"/>
                <a:cs typeface="Symbol"/>
              </a:rPr>
              <a:t></a:t>
            </a:r>
            <a:r>
              <a:rPr sz="2800" spc="-80" dirty="0">
                <a:solidFill>
                  <a:srgbClr val="FF0000"/>
                </a:solidFill>
                <a:latin typeface="Times New Roman"/>
                <a:cs typeface="Times New Roman"/>
              </a:rPr>
              <a:t> </a:t>
            </a:r>
            <a:r>
              <a:rPr sz="2800" dirty="0">
                <a:solidFill>
                  <a:srgbClr val="FF0000"/>
                </a:solidFill>
                <a:latin typeface="Calibri"/>
                <a:cs typeface="Calibri"/>
              </a:rPr>
              <a:t>q)</a:t>
            </a:r>
            <a:r>
              <a:rPr sz="2800" spc="-10" dirty="0">
                <a:solidFill>
                  <a:srgbClr val="FF0000"/>
                </a:solidFill>
                <a:latin typeface="Calibri"/>
                <a:cs typeface="Calibri"/>
              </a:rPr>
              <a:t> </a:t>
            </a:r>
            <a:r>
              <a:rPr sz="2800" dirty="0">
                <a:solidFill>
                  <a:srgbClr val="FF0000"/>
                </a:solidFill>
                <a:latin typeface="Symbol"/>
                <a:cs typeface="Symbol"/>
              </a:rPr>
              <a:t></a:t>
            </a:r>
            <a:r>
              <a:rPr sz="2800" spc="-80" dirty="0">
                <a:solidFill>
                  <a:srgbClr val="FF0000"/>
                </a:solidFill>
                <a:latin typeface="Times New Roman"/>
                <a:cs typeface="Times New Roman"/>
              </a:rPr>
              <a:t> </a:t>
            </a:r>
            <a:r>
              <a:rPr sz="2800" dirty="0">
                <a:solidFill>
                  <a:srgbClr val="FF0000"/>
                </a:solidFill>
                <a:latin typeface="Calibri"/>
                <a:cs typeface="Calibri"/>
              </a:rPr>
              <a:t>r]</a:t>
            </a:r>
            <a:r>
              <a:rPr sz="2800" spc="-15" dirty="0">
                <a:solidFill>
                  <a:srgbClr val="FF0000"/>
                </a:solidFill>
                <a:latin typeface="Calibri"/>
                <a:cs typeface="Calibri"/>
              </a:rPr>
              <a:t> </a:t>
            </a:r>
            <a:r>
              <a:rPr sz="2800" dirty="0">
                <a:latin typeface="Calibri"/>
                <a:cs typeface="Calibri"/>
              </a:rPr>
              <a:t>là</a:t>
            </a:r>
            <a:r>
              <a:rPr sz="2800" spc="-25" dirty="0">
                <a:latin typeface="Calibri"/>
                <a:cs typeface="Calibri"/>
              </a:rPr>
              <a:t> </a:t>
            </a:r>
            <a:r>
              <a:rPr sz="2800" dirty="0">
                <a:latin typeface="Calibri"/>
                <a:cs typeface="Calibri"/>
              </a:rPr>
              <a:t>hằng</a:t>
            </a:r>
            <a:r>
              <a:rPr sz="2800" spc="-20" dirty="0">
                <a:latin typeface="Calibri"/>
                <a:cs typeface="Calibri"/>
              </a:rPr>
              <a:t> </a:t>
            </a:r>
            <a:r>
              <a:rPr sz="2800" spc="-10" dirty="0">
                <a:latin typeface="Calibri"/>
                <a:cs typeface="Calibri"/>
              </a:rPr>
              <a:t>đúng,</a:t>
            </a:r>
            <a:endParaRPr sz="2800">
              <a:latin typeface="Calibri"/>
              <a:cs typeface="Calibri"/>
            </a:endParaRPr>
          </a:p>
          <a:p>
            <a:pPr marL="469900" indent="-457200">
              <a:lnSpc>
                <a:spcPct val="100000"/>
              </a:lnSpc>
              <a:spcBef>
                <a:spcPts val="340"/>
              </a:spcBef>
              <a:buFont typeface="Wingdings"/>
              <a:buChar char=""/>
              <a:tabLst>
                <a:tab pos="469900" algn="l"/>
              </a:tabLst>
            </a:pPr>
            <a:r>
              <a:rPr sz="2800" dirty="0">
                <a:solidFill>
                  <a:srgbClr val="FF0000"/>
                </a:solidFill>
                <a:latin typeface="Calibri"/>
                <a:cs typeface="Calibri"/>
              </a:rPr>
              <a:t>[</a:t>
            </a:r>
            <a:r>
              <a:rPr sz="2800" dirty="0">
                <a:solidFill>
                  <a:srgbClr val="FF0000"/>
                </a:solidFill>
                <a:latin typeface="Symbol"/>
                <a:cs typeface="Symbol"/>
              </a:rPr>
              <a:t></a:t>
            </a:r>
            <a:r>
              <a:rPr sz="2800" dirty="0">
                <a:solidFill>
                  <a:srgbClr val="FF0000"/>
                </a:solidFill>
                <a:latin typeface="Calibri"/>
                <a:cs typeface="Calibri"/>
              </a:rPr>
              <a:t>(p</a:t>
            </a:r>
            <a:r>
              <a:rPr sz="2800" spc="-10" dirty="0">
                <a:solidFill>
                  <a:srgbClr val="FF0000"/>
                </a:solidFill>
                <a:latin typeface="Calibri"/>
                <a:cs typeface="Calibri"/>
              </a:rPr>
              <a:t> </a:t>
            </a:r>
            <a:r>
              <a:rPr sz="2800" dirty="0">
                <a:solidFill>
                  <a:srgbClr val="FF0000"/>
                </a:solidFill>
                <a:latin typeface="Symbol"/>
                <a:cs typeface="Symbol"/>
              </a:rPr>
              <a:t></a:t>
            </a:r>
            <a:r>
              <a:rPr sz="2800" spc="-95" dirty="0">
                <a:solidFill>
                  <a:srgbClr val="FF0000"/>
                </a:solidFill>
                <a:latin typeface="Times New Roman"/>
                <a:cs typeface="Times New Roman"/>
              </a:rPr>
              <a:t> </a:t>
            </a:r>
            <a:r>
              <a:rPr sz="2800" dirty="0">
                <a:solidFill>
                  <a:srgbClr val="FF0000"/>
                </a:solidFill>
                <a:latin typeface="Calibri"/>
                <a:cs typeface="Calibri"/>
              </a:rPr>
              <a:t>q)</a:t>
            </a:r>
            <a:r>
              <a:rPr sz="2800" spc="-20" dirty="0">
                <a:solidFill>
                  <a:srgbClr val="FF0000"/>
                </a:solidFill>
                <a:latin typeface="Calibri"/>
                <a:cs typeface="Calibri"/>
              </a:rPr>
              <a:t> </a:t>
            </a:r>
            <a:r>
              <a:rPr sz="2800" dirty="0">
                <a:solidFill>
                  <a:srgbClr val="FF0000"/>
                </a:solidFill>
                <a:latin typeface="Symbol"/>
                <a:cs typeface="Symbol"/>
              </a:rPr>
              <a:t></a:t>
            </a:r>
            <a:r>
              <a:rPr sz="2800" spc="-95" dirty="0">
                <a:solidFill>
                  <a:srgbClr val="FF0000"/>
                </a:solidFill>
                <a:latin typeface="Times New Roman"/>
                <a:cs typeface="Times New Roman"/>
              </a:rPr>
              <a:t> </a:t>
            </a:r>
            <a:r>
              <a:rPr sz="2800" dirty="0">
                <a:solidFill>
                  <a:srgbClr val="FF0000"/>
                </a:solidFill>
                <a:latin typeface="Calibri"/>
                <a:cs typeface="Calibri"/>
              </a:rPr>
              <a:t>r]</a:t>
            </a:r>
            <a:r>
              <a:rPr sz="2800" spc="-25" dirty="0">
                <a:solidFill>
                  <a:srgbClr val="FF0000"/>
                </a:solidFill>
                <a:latin typeface="Calibri"/>
                <a:cs typeface="Calibri"/>
              </a:rPr>
              <a:t> </a:t>
            </a:r>
            <a:r>
              <a:rPr sz="2800" dirty="0">
                <a:latin typeface="Symbol"/>
                <a:cs typeface="Symbol"/>
              </a:rPr>
              <a:t></a:t>
            </a:r>
            <a:r>
              <a:rPr sz="2800" spc="-100" dirty="0">
                <a:latin typeface="Times New Roman"/>
                <a:cs typeface="Times New Roman"/>
              </a:rPr>
              <a:t> </a:t>
            </a:r>
            <a:r>
              <a:rPr sz="2800" dirty="0">
                <a:latin typeface="Calibri"/>
                <a:cs typeface="Calibri"/>
              </a:rPr>
              <a:t>[</a:t>
            </a:r>
            <a:r>
              <a:rPr sz="2800" dirty="0">
                <a:latin typeface="Symbol"/>
                <a:cs typeface="Symbol"/>
              </a:rPr>
              <a:t></a:t>
            </a:r>
            <a:r>
              <a:rPr sz="2800" dirty="0">
                <a:latin typeface="Calibri"/>
                <a:cs typeface="Calibri"/>
              </a:rPr>
              <a:t>(p</a:t>
            </a:r>
            <a:r>
              <a:rPr sz="2800" spc="-10" dirty="0">
                <a:latin typeface="Calibri"/>
                <a:cs typeface="Calibri"/>
              </a:rPr>
              <a:t> </a:t>
            </a:r>
            <a:r>
              <a:rPr sz="2800" dirty="0">
                <a:latin typeface="Symbol"/>
                <a:cs typeface="Symbol"/>
              </a:rPr>
              <a:t></a:t>
            </a:r>
            <a:r>
              <a:rPr sz="2800" spc="-90" dirty="0">
                <a:latin typeface="Times New Roman"/>
                <a:cs typeface="Times New Roman"/>
              </a:rPr>
              <a:t> </a:t>
            </a:r>
            <a:r>
              <a:rPr sz="2800" dirty="0">
                <a:latin typeface="Calibri"/>
                <a:cs typeface="Calibri"/>
              </a:rPr>
              <a:t>q)</a:t>
            </a:r>
            <a:r>
              <a:rPr sz="2800" spc="-25" dirty="0">
                <a:latin typeface="Calibri"/>
                <a:cs typeface="Calibri"/>
              </a:rPr>
              <a:t> </a:t>
            </a:r>
            <a:r>
              <a:rPr sz="2800" dirty="0">
                <a:latin typeface="Symbol"/>
                <a:cs typeface="Symbol"/>
              </a:rPr>
              <a:t></a:t>
            </a:r>
            <a:r>
              <a:rPr sz="2800" spc="-90" dirty="0">
                <a:latin typeface="Times New Roman"/>
                <a:cs typeface="Times New Roman"/>
              </a:rPr>
              <a:t> </a:t>
            </a:r>
            <a:r>
              <a:rPr sz="2800" dirty="0">
                <a:latin typeface="Symbol"/>
                <a:cs typeface="Symbol"/>
              </a:rPr>
              <a:t></a:t>
            </a:r>
            <a:r>
              <a:rPr sz="2800" dirty="0">
                <a:latin typeface="Calibri"/>
                <a:cs typeface="Calibri"/>
              </a:rPr>
              <a:t>(</a:t>
            </a:r>
            <a:r>
              <a:rPr sz="2800" dirty="0">
                <a:latin typeface="Symbol"/>
                <a:cs typeface="Symbol"/>
              </a:rPr>
              <a:t></a:t>
            </a:r>
            <a:r>
              <a:rPr sz="2800" dirty="0">
                <a:latin typeface="Calibri"/>
                <a:cs typeface="Calibri"/>
              </a:rPr>
              <a:t>r)]</a:t>
            </a:r>
            <a:r>
              <a:rPr sz="2800" spc="-15" dirty="0">
                <a:latin typeface="Calibri"/>
                <a:cs typeface="Calibri"/>
              </a:rPr>
              <a:t> </a:t>
            </a:r>
            <a:r>
              <a:rPr sz="2800" dirty="0">
                <a:latin typeface="Calibri"/>
                <a:cs typeface="Calibri"/>
              </a:rPr>
              <a:t>là</a:t>
            </a:r>
            <a:r>
              <a:rPr sz="2800" spc="-40" dirty="0">
                <a:latin typeface="Calibri"/>
                <a:cs typeface="Calibri"/>
              </a:rPr>
              <a:t> </a:t>
            </a:r>
            <a:r>
              <a:rPr sz="2800" dirty="0">
                <a:latin typeface="Calibri"/>
                <a:cs typeface="Calibri"/>
              </a:rPr>
              <a:t>hằng</a:t>
            </a:r>
            <a:r>
              <a:rPr sz="2800" spc="-35" dirty="0">
                <a:latin typeface="Calibri"/>
                <a:cs typeface="Calibri"/>
              </a:rPr>
              <a:t> </a:t>
            </a:r>
            <a:r>
              <a:rPr sz="2800" spc="-10" dirty="0">
                <a:latin typeface="Calibri"/>
                <a:cs typeface="Calibri"/>
              </a:rPr>
              <a:t>đúng,</a:t>
            </a:r>
            <a:endParaRPr sz="2800">
              <a:latin typeface="Calibri"/>
              <a:cs typeface="Calibri"/>
            </a:endParaRPr>
          </a:p>
          <a:p>
            <a:pPr marL="12700">
              <a:lnSpc>
                <a:spcPct val="100000"/>
              </a:lnSpc>
              <a:spcBef>
                <a:spcPts val="300"/>
              </a:spcBef>
            </a:pPr>
            <a:r>
              <a:rPr sz="2800" i="1" dirty="0">
                <a:latin typeface="Calibri"/>
                <a:cs typeface="Calibri"/>
              </a:rPr>
              <a:t>Suy</a:t>
            </a:r>
            <a:r>
              <a:rPr sz="2800" i="1" spc="-35" dirty="0">
                <a:latin typeface="Calibri"/>
                <a:cs typeface="Calibri"/>
              </a:rPr>
              <a:t> </a:t>
            </a:r>
            <a:r>
              <a:rPr sz="2800" i="1" dirty="0">
                <a:latin typeface="Calibri"/>
                <a:cs typeface="Calibri"/>
              </a:rPr>
              <a:t>ra</a:t>
            </a:r>
            <a:r>
              <a:rPr sz="2800" i="1" spc="-25" dirty="0">
                <a:latin typeface="Calibri"/>
                <a:cs typeface="Calibri"/>
              </a:rPr>
              <a:t> </a:t>
            </a:r>
            <a:r>
              <a:rPr sz="2800" i="1" dirty="0">
                <a:latin typeface="Calibri"/>
                <a:cs typeface="Calibri"/>
              </a:rPr>
              <a:t>(?)</a:t>
            </a:r>
            <a:r>
              <a:rPr sz="2800" i="1" spc="-5" dirty="0">
                <a:latin typeface="Calibri"/>
                <a:cs typeface="Calibri"/>
              </a:rPr>
              <a:t> </a:t>
            </a:r>
            <a:r>
              <a:rPr sz="2800" i="1" spc="-50" dirty="0">
                <a:latin typeface="Calibri"/>
                <a:cs typeface="Calibri"/>
              </a:rPr>
              <a:t>:</a:t>
            </a:r>
            <a:endParaRPr sz="2800">
              <a:latin typeface="Calibri"/>
              <a:cs typeface="Calibri"/>
            </a:endParaRPr>
          </a:p>
          <a:p>
            <a:pPr marL="12700">
              <a:lnSpc>
                <a:spcPct val="100000"/>
              </a:lnSpc>
              <a:spcBef>
                <a:spcPts val="370"/>
              </a:spcBef>
            </a:pPr>
            <a:r>
              <a:rPr sz="2800" dirty="0">
                <a:latin typeface="Calibri"/>
                <a:cs typeface="Calibri"/>
              </a:rPr>
              <a:t>[(p</a:t>
            </a:r>
            <a:r>
              <a:rPr sz="2800" spc="-5" dirty="0">
                <a:latin typeface="Calibri"/>
                <a:cs typeface="Calibri"/>
              </a:rPr>
              <a:t> </a:t>
            </a:r>
            <a:r>
              <a:rPr sz="2800" dirty="0">
                <a:latin typeface="Symbol"/>
                <a:cs typeface="Symbol"/>
              </a:rPr>
              <a:t></a:t>
            </a:r>
            <a:r>
              <a:rPr sz="2800" spc="-105" dirty="0">
                <a:latin typeface="Times New Roman"/>
                <a:cs typeface="Times New Roman"/>
              </a:rPr>
              <a:t> </a:t>
            </a:r>
            <a:r>
              <a:rPr sz="2800" dirty="0">
                <a:latin typeface="Calibri"/>
                <a:cs typeface="Calibri"/>
              </a:rPr>
              <a:t>q)</a:t>
            </a:r>
            <a:r>
              <a:rPr sz="2800" spc="-20" dirty="0">
                <a:latin typeface="Calibri"/>
                <a:cs typeface="Calibri"/>
              </a:rPr>
              <a:t> </a:t>
            </a:r>
            <a:r>
              <a:rPr sz="2800" dirty="0">
                <a:latin typeface="Symbol"/>
                <a:cs typeface="Symbol"/>
              </a:rPr>
              <a:t></a:t>
            </a:r>
            <a:r>
              <a:rPr sz="2800" spc="-85" dirty="0">
                <a:latin typeface="Times New Roman"/>
                <a:cs typeface="Times New Roman"/>
              </a:rPr>
              <a:t> </a:t>
            </a:r>
            <a:r>
              <a:rPr sz="2800" dirty="0">
                <a:latin typeface="Calibri"/>
                <a:cs typeface="Calibri"/>
              </a:rPr>
              <a:t>r</a:t>
            </a:r>
            <a:r>
              <a:rPr sz="2800" spc="-30" dirty="0">
                <a:latin typeface="Calibri"/>
                <a:cs typeface="Calibri"/>
              </a:rPr>
              <a:t> </a:t>
            </a:r>
            <a:r>
              <a:rPr sz="2800" dirty="0">
                <a:latin typeface="Calibri"/>
                <a:cs typeface="Calibri"/>
              </a:rPr>
              <a:t>]</a:t>
            </a:r>
            <a:r>
              <a:rPr sz="2800" spc="-15" dirty="0">
                <a:latin typeface="Calibri"/>
                <a:cs typeface="Calibri"/>
              </a:rPr>
              <a:t> </a:t>
            </a:r>
            <a:r>
              <a:rPr sz="2800" dirty="0">
                <a:latin typeface="Symbol"/>
                <a:cs typeface="Symbol"/>
              </a:rPr>
              <a:t></a:t>
            </a:r>
            <a:r>
              <a:rPr sz="2800" spc="-95" dirty="0">
                <a:latin typeface="Times New Roman"/>
                <a:cs typeface="Times New Roman"/>
              </a:rPr>
              <a:t> </a:t>
            </a:r>
            <a:r>
              <a:rPr sz="2800" dirty="0">
                <a:latin typeface="Calibri"/>
                <a:cs typeface="Calibri"/>
              </a:rPr>
              <a:t>[</a:t>
            </a:r>
            <a:r>
              <a:rPr sz="2800" dirty="0">
                <a:latin typeface="Symbol"/>
                <a:cs typeface="Symbol"/>
              </a:rPr>
              <a:t></a:t>
            </a:r>
            <a:r>
              <a:rPr sz="2800" dirty="0">
                <a:latin typeface="Calibri"/>
                <a:cs typeface="Calibri"/>
              </a:rPr>
              <a:t>(p</a:t>
            </a:r>
            <a:r>
              <a:rPr sz="2800" spc="-5" dirty="0">
                <a:latin typeface="Calibri"/>
                <a:cs typeface="Calibri"/>
              </a:rPr>
              <a:t> </a:t>
            </a:r>
            <a:r>
              <a:rPr sz="2800" dirty="0">
                <a:latin typeface="Symbol"/>
                <a:cs typeface="Symbol"/>
              </a:rPr>
              <a:t></a:t>
            </a:r>
            <a:r>
              <a:rPr sz="2800" spc="-90" dirty="0">
                <a:latin typeface="Times New Roman"/>
                <a:cs typeface="Times New Roman"/>
              </a:rPr>
              <a:t> </a:t>
            </a:r>
            <a:r>
              <a:rPr sz="2800" dirty="0">
                <a:latin typeface="Calibri"/>
                <a:cs typeface="Calibri"/>
              </a:rPr>
              <a:t>q)</a:t>
            </a:r>
            <a:r>
              <a:rPr sz="2800" spc="-15" dirty="0">
                <a:latin typeface="Calibri"/>
                <a:cs typeface="Calibri"/>
              </a:rPr>
              <a:t> </a:t>
            </a:r>
            <a:r>
              <a:rPr sz="2800" dirty="0">
                <a:latin typeface="Symbol"/>
                <a:cs typeface="Symbol"/>
              </a:rPr>
              <a:t></a:t>
            </a:r>
            <a:r>
              <a:rPr sz="2800" spc="-90" dirty="0">
                <a:latin typeface="Times New Roman"/>
                <a:cs typeface="Times New Roman"/>
              </a:rPr>
              <a:t> </a:t>
            </a:r>
            <a:r>
              <a:rPr sz="2800" dirty="0">
                <a:latin typeface="Symbol"/>
                <a:cs typeface="Symbol"/>
              </a:rPr>
              <a:t></a:t>
            </a:r>
            <a:r>
              <a:rPr sz="2800" dirty="0">
                <a:latin typeface="Calibri"/>
                <a:cs typeface="Calibri"/>
              </a:rPr>
              <a:t>(</a:t>
            </a:r>
            <a:r>
              <a:rPr sz="2800" dirty="0">
                <a:latin typeface="Symbol"/>
                <a:cs typeface="Symbol"/>
              </a:rPr>
              <a:t></a:t>
            </a:r>
            <a:r>
              <a:rPr sz="2800" dirty="0">
                <a:latin typeface="Calibri"/>
                <a:cs typeface="Calibri"/>
              </a:rPr>
              <a:t>r)]</a:t>
            </a:r>
            <a:r>
              <a:rPr sz="2800" spc="-15" dirty="0">
                <a:latin typeface="Calibri"/>
                <a:cs typeface="Calibri"/>
              </a:rPr>
              <a:t> </a:t>
            </a:r>
            <a:r>
              <a:rPr sz="2800" dirty="0">
                <a:latin typeface="Calibri"/>
                <a:cs typeface="Calibri"/>
              </a:rPr>
              <a:t>là</a:t>
            </a:r>
            <a:r>
              <a:rPr sz="2800" spc="-30" dirty="0">
                <a:latin typeface="Calibri"/>
                <a:cs typeface="Calibri"/>
              </a:rPr>
              <a:t> </a:t>
            </a:r>
            <a:r>
              <a:rPr sz="2800" dirty="0">
                <a:latin typeface="Calibri"/>
                <a:cs typeface="Calibri"/>
              </a:rPr>
              <a:t>hằng</a:t>
            </a:r>
            <a:r>
              <a:rPr sz="2800" spc="-25" dirty="0">
                <a:latin typeface="Calibri"/>
                <a:cs typeface="Calibri"/>
              </a:rPr>
              <a:t> </a:t>
            </a:r>
            <a:r>
              <a:rPr sz="2800" spc="-10" dirty="0">
                <a:latin typeface="Calibri"/>
                <a:cs typeface="Calibri"/>
              </a:rPr>
              <a:t>đúng.</a:t>
            </a:r>
            <a:endParaRPr sz="2800">
              <a:latin typeface="Calibri"/>
              <a:cs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2140" y="315213"/>
            <a:ext cx="7522209" cy="878840"/>
          </a:xfrm>
          <a:prstGeom prst="rect">
            <a:avLst/>
          </a:prstGeom>
        </p:spPr>
        <p:txBody>
          <a:bodyPr vert="horz" wrap="square" lIns="0" tIns="12065" rIns="0" bIns="0" rtlCol="0">
            <a:spAutoFit/>
          </a:bodyPr>
          <a:lstStyle/>
          <a:p>
            <a:pPr marL="12700" marR="5080">
              <a:lnSpc>
                <a:spcPct val="100000"/>
              </a:lnSpc>
              <a:spcBef>
                <a:spcPts val="95"/>
              </a:spcBef>
              <a:tabLst>
                <a:tab pos="1205865" algn="l"/>
              </a:tabLst>
            </a:pPr>
            <a:r>
              <a:rPr b="1" dirty="0">
                <a:latin typeface="Calibri"/>
                <a:cs typeface="Calibri"/>
              </a:rPr>
              <a:t>Bài</a:t>
            </a:r>
            <a:r>
              <a:rPr b="1" spc="-30" dirty="0">
                <a:latin typeface="Calibri"/>
                <a:cs typeface="Calibri"/>
              </a:rPr>
              <a:t> </a:t>
            </a:r>
            <a:r>
              <a:rPr b="1" spc="-25" dirty="0">
                <a:latin typeface="Calibri"/>
                <a:cs typeface="Calibri"/>
              </a:rPr>
              <a:t>tập</a:t>
            </a:r>
            <a:r>
              <a:rPr b="1" dirty="0">
                <a:latin typeface="Calibri"/>
                <a:cs typeface="Calibri"/>
              </a:rPr>
              <a:t>	tại</a:t>
            </a:r>
            <a:r>
              <a:rPr b="1" spc="-40" dirty="0">
                <a:latin typeface="Calibri"/>
                <a:cs typeface="Calibri"/>
              </a:rPr>
              <a:t> </a:t>
            </a:r>
            <a:r>
              <a:rPr b="1" dirty="0">
                <a:latin typeface="Calibri"/>
                <a:cs typeface="Calibri"/>
              </a:rPr>
              <a:t>lớp</a:t>
            </a:r>
            <a:r>
              <a:rPr b="1" spc="-30" dirty="0">
                <a:latin typeface="Calibri"/>
                <a:cs typeface="Calibri"/>
              </a:rPr>
              <a:t> </a:t>
            </a:r>
            <a:r>
              <a:rPr b="1" dirty="0">
                <a:latin typeface="Calibri"/>
                <a:cs typeface="Calibri"/>
              </a:rPr>
              <a:t>3</a:t>
            </a:r>
            <a:r>
              <a:rPr b="1" spc="-30" dirty="0">
                <a:latin typeface="Calibri"/>
                <a:cs typeface="Calibri"/>
              </a:rPr>
              <a:t> </a:t>
            </a:r>
            <a:r>
              <a:rPr b="1" dirty="0">
                <a:latin typeface="Calibri"/>
                <a:cs typeface="Calibri"/>
              </a:rPr>
              <a:t>:</a:t>
            </a:r>
            <a:r>
              <a:rPr b="1" spc="-20" dirty="0">
                <a:latin typeface="Calibri"/>
                <a:cs typeface="Calibri"/>
              </a:rPr>
              <a:t> </a:t>
            </a:r>
            <a:r>
              <a:rPr dirty="0"/>
              <a:t>Dùng</a:t>
            </a:r>
            <a:r>
              <a:rPr spc="-10" dirty="0"/>
              <a:t> </a:t>
            </a:r>
            <a:r>
              <a:rPr dirty="0"/>
              <a:t>qui</a:t>
            </a:r>
            <a:r>
              <a:rPr spc="-30" dirty="0"/>
              <a:t> </a:t>
            </a:r>
            <a:r>
              <a:rPr dirty="0"/>
              <a:t>tắc</a:t>
            </a:r>
            <a:r>
              <a:rPr spc="-35" dirty="0"/>
              <a:t> </a:t>
            </a:r>
            <a:r>
              <a:rPr dirty="0"/>
              <a:t>thay</a:t>
            </a:r>
            <a:r>
              <a:rPr spc="-35" dirty="0"/>
              <a:t> </a:t>
            </a:r>
            <a:r>
              <a:rPr dirty="0"/>
              <a:t>thế</a:t>
            </a:r>
            <a:r>
              <a:rPr spc="-40" dirty="0"/>
              <a:t> </a:t>
            </a:r>
            <a:r>
              <a:rPr dirty="0"/>
              <a:t>để</a:t>
            </a:r>
            <a:r>
              <a:rPr spc="-40" dirty="0"/>
              <a:t> </a:t>
            </a:r>
            <a:r>
              <a:rPr dirty="0"/>
              <a:t>kiểm</a:t>
            </a:r>
            <a:r>
              <a:rPr spc="-30" dirty="0"/>
              <a:t> </a:t>
            </a:r>
            <a:r>
              <a:rPr spc="-25" dirty="0"/>
              <a:t>tra </a:t>
            </a:r>
            <a:r>
              <a:rPr dirty="0"/>
              <a:t>dạng</a:t>
            </a:r>
            <a:r>
              <a:rPr spc="-35" dirty="0"/>
              <a:t> </a:t>
            </a:r>
            <a:r>
              <a:rPr dirty="0"/>
              <a:t>mệnh</a:t>
            </a:r>
            <a:r>
              <a:rPr spc="-35" dirty="0"/>
              <a:t> </a:t>
            </a:r>
            <a:r>
              <a:rPr dirty="0"/>
              <a:t>đề</a:t>
            </a:r>
            <a:r>
              <a:rPr spc="-45" dirty="0"/>
              <a:t> </a:t>
            </a:r>
            <a:r>
              <a:rPr dirty="0"/>
              <a:t>sau</a:t>
            </a:r>
            <a:r>
              <a:rPr spc="-40" dirty="0"/>
              <a:t> </a:t>
            </a:r>
            <a:r>
              <a:rPr dirty="0"/>
              <a:t>là</a:t>
            </a:r>
            <a:r>
              <a:rPr spc="-50" dirty="0"/>
              <a:t> </a:t>
            </a:r>
            <a:r>
              <a:rPr dirty="0"/>
              <a:t>hằng</a:t>
            </a:r>
            <a:r>
              <a:rPr spc="-45" dirty="0"/>
              <a:t> </a:t>
            </a:r>
            <a:r>
              <a:rPr dirty="0"/>
              <a:t>đúng</a:t>
            </a:r>
            <a:r>
              <a:rPr spc="-30" dirty="0"/>
              <a:t> </a:t>
            </a:r>
            <a:r>
              <a:rPr spc="-50" dirty="0"/>
              <a:t>:</a:t>
            </a:r>
          </a:p>
        </p:txBody>
      </p:sp>
      <p:sp>
        <p:nvSpPr>
          <p:cNvPr id="3" name="object 3"/>
          <p:cNvSpPr txBox="1"/>
          <p:nvPr/>
        </p:nvSpPr>
        <p:spPr>
          <a:xfrm>
            <a:off x="1729485" y="1258569"/>
            <a:ext cx="5767705" cy="452120"/>
          </a:xfrm>
          <a:prstGeom prst="rect">
            <a:avLst/>
          </a:prstGeom>
        </p:spPr>
        <p:txBody>
          <a:bodyPr vert="horz" wrap="square" lIns="0" tIns="12065" rIns="0" bIns="0" rtlCol="0">
            <a:spAutoFit/>
          </a:bodyPr>
          <a:lstStyle/>
          <a:p>
            <a:pPr marL="12700">
              <a:lnSpc>
                <a:spcPct val="100000"/>
              </a:lnSpc>
              <a:spcBef>
                <a:spcPts val="95"/>
              </a:spcBef>
            </a:pPr>
            <a:r>
              <a:rPr sz="2800" dirty="0">
                <a:latin typeface="Calibri"/>
                <a:cs typeface="Calibri"/>
              </a:rPr>
              <a:t>[</a:t>
            </a:r>
            <a:r>
              <a:rPr sz="2800" dirty="0">
                <a:latin typeface="Symbol"/>
                <a:cs typeface="Symbol"/>
              </a:rPr>
              <a:t></a:t>
            </a:r>
            <a:r>
              <a:rPr sz="2800" dirty="0">
                <a:latin typeface="Calibri"/>
                <a:cs typeface="Calibri"/>
              </a:rPr>
              <a:t>(p</a:t>
            </a:r>
            <a:r>
              <a:rPr sz="2800" spc="-10" dirty="0">
                <a:latin typeface="Calibri"/>
                <a:cs typeface="Calibri"/>
              </a:rPr>
              <a:t> </a:t>
            </a:r>
            <a:r>
              <a:rPr sz="2800" dirty="0">
                <a:latin typeface="Symbol"/>
                <a:cs typeface="Symbol"/>
              </a:rPr>
              <a:t></a:t>
            </a:r>
            <a:r>
              <a:rPr sz="2800" spc="-105" dirty="0">
                <a:latin typeface="Times New Roman"/>
                <a:cs typeface="Times New Roman"/>
              </a:rPr>
              <a:t> </a:t>
            </a:r>
            <a:r>
              <a:rPr sz="2800" dirty="0">
                <a:latin typeface="Calibri"/>
                <a:cs typeface="Calibri"/>
              </a:rPr>
              <a:t>q)</a:t>
            </a:r>
            <a:r>
              <a:rPr sz="2800" spc="-30" dirty="0">
                <a:latin typeface="Calibri"/>
                <a:cs typeface="Calibri"/>
              </a:rPr>
              <a:t> </a:t>
            </a:r>
            <a:r>
              <a:rPr sz="2800" dirty="0">
                <a:latin typeface="Symbol"/>
                <a:cs typeface="Symbol"/>
              </a:rPr>
              <a:t></a:t>
            </a:r>
            <a:r>
              <a:rPr sz="2800" spc="-100" dirty="0">
                <a:latin typeface="Times New Roman"/>
                <a:cs typeface="Times New Roman"/>
              </a:rPr>
              <a:t> </a:t>
            </a:r>
            <a:r>
              <a:rPr sz="2800" dirty="0">
                <a:latin typeface="Symbol"/>
                <a:cs typeface="Symbol"/>
              </a:rPr>
              <a:t></a:t>
            </a:r>
            <a:r>
              <a:rPr sz="2800" dirty="0">
                <a:latin typeface="Calibri"/>
                <a:cs typeface="Calibri"/>
              </a:rPr>
              <a:t>(</a:t>
            </a:r>
            <a:r>
              <a:rPr sz="2800" dirty="0">
                <a:latin typeface="Symbol"/>
                <a:cs typeface="Symbol"/>
              </a:rPr>
              <a:t></a:t>
            </a:r>
            <a:r>
              <a:rPr sz="2800" dirty="0">
                <a:latin typeface="Calibri"/>
                <a:cs typeface="Calibri"/>
              </a:rPr>
              <a:t>r)]</a:t>
            </a:r>
            <a:r>
              <a:rPr sz="2800" spc="-20" dirty="0">
                <a:latin typeface="Calibri"/>
                <a:cs typeface="Calibri"/>
              </a:rPr>
              <a:t> </a:t>
            </a:r>
            <a:r>
              <a:rPr sz="2800" dirty="0">
                <a:latin typeface="Symbol"/>
                <a:cs typeface="Symbol"/>
              </a:rPr>
              <a:t></a:t>
            </a:r>
            <a:r>
              <a:rPr sz="2800" spc="-105" dirty="0">
                <a:latin typeface="Times New Roman"/>
                <a:cs typeface="Times New Roman"/>
              </a:rPr>
              <a:t> </a:t>
            </a:r>
            <a:r>
              <a:rPr sz="2800" dirty="0">
                <a:latin typeface="Calibri"/>
                <a:cs typeface="Calibri"/>
              </a:rPr>
              <a:t>[(</a:t>
            </a:r>
            <a:r>
              <a:rPr sz="2800" dirty="0">
                <a:latin typeface="Symbol"/>
                <a:cs typeface="Symbol"/>
              </a:rPr>
              <a:t></a:t>
            </a:r>
            <a:r>
              <a:rPr sz="2800" dirty="0">
                <a:latin typeface="Calibri"/>
                <a:cs typeface="Calibri"/>
              </a:rPr>
              <a:t>r)</a:t>
            </a:r>
            <a:r>
              <a:rPr sz="2800" spc="-10" dirty="0">
                <a:latin typeface="Calibri"/>
                <a:cs typeface="Calibri"/>
              </a:rPr>
              <a:t> </a:t>
            </a:r>
            <a:r>
              <a:rPr sz="2800" dirty="0">
                <a:latin typeface="Symbol"/>
                <a:cs typeface="Symbol"/>
              </a:rPr>
              <a:t></a:t>
            </a:r>
            <a:r>
              <a:rPr sz="2800" spc="-100" dirty="0">
                <a:latin typeface="Times New Roman"/>
                <a:cs typeface="Times New Roman"/>
              </a:rPr>
              <a:t> </a:t>
            </a:r>
            <a:r>
              <a:rPr sz="2800" dirty="0">
                <a:latin typeface="Symbol"/>
                <a:cs typeface="Symbol"/>
              </a:rPr>
              <a:t></a:t>
            </a:r>
            <a:r>
              <a:rPr sz="2800" dirty="0">
                <a:latin typeface="Calibri"/>
                <a:cs typeface="Calibri"/>
              </a:rPr>
              <a:t>(p</a:t>
            </a:r>
            <a:r>
              <a:rPr sz="2800" spc="-25" dirty="0">
                <a:latin typeface="Calibri"/>
                <a:cs typeface="Calibri"/>
              </a:rPr>
              <a:t> </a:t>
            </a:r>
            <a:r>
              <a:rPr sz="2800" dirty="0">
                <a:latin typeface="Symbol"/>
                <a:cs typeface="Symbol"/>
              </a:rPr>
              <a:t></a:t>
            </a:r>
            <a:r>
              <a:rPr sz="2800" spc="-100" dirty="0">
                <a:latin typeface="Times New Roman"/>
                <a:cs typeface="Times New Roman"/>
              </a:rPr>
              <a:t> </a:t>
            </a:r>
            <a:r>
              <a:rPr sz="2800" spc="-25" dirty="0">
                <a:latin typeface="Calibri"/>
                <a:cs typeface="Calibri"/>
              </a:rPr>
              <a:t>q)]</a:t>
            </a:r>
            <a:endParaRPr sz="2800">
              <a:latin typeface="Calibri"/>
              <a:cs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12140" y="271983"/>
            <a:ext cx="7616825" cy="5834380"/>
          </a:xfrm>
          <a:prstGeom prst="rect">
            <a:avLst/>
          </a:prstGeom>
        </p:spPr>
        <p:txBody>
          <a:bodyPr vert="horz" wrap="square" lIns="0" tIns="60325" rIns="0" bIns="0" rtlCol="0">
            <a:spAutoFit/>
          </a:bodyPr>
          <a:lstStyle/>
          <a:p>
            <a:pPr marL="12700" marR="99695">
              <a:lnSpc>
                <a:spcPts val="3030"/>
              </a:lnSpc>
              <a:spcBef>
                <a:spcPts val="475"/>
              </a:spcBef>
              <a:tabLst>
                <a:tab pos="2253615" algn="l"/>
              </a:tabLst>
            </a:pPr>
            <a:r>
              <a:rPr sz="2800" b="1" dirty="0">
                <a:latin typeface="Calibri"/>
                <a:cs typeface="Calibri"/>
              </a:rPr>
              <a:t>Bài</a:t>
            </a:r>
            <a:r>
              <a:rPr sz="2800" b="1" spc="-50" dirty="0">
                <a:latin typeface="Calibri"/>
                <a:cs typeface="Calibri"/>
              </a:rPr>
              <a:t> </a:t>
            </a:r>
            <a:r>
              <a:rPr sz="2800" b="1" dirty="0">
                <a:latin typeface="Calibri"/>
                <a:cs typeface="Calibri"/>
              </a:rPr>
              <a:t>tập</a:t>
            </a:r>
            <a:r>
              <a:rPr sz="2800" b="1" spc="-40" dirty="0">
                <a:latin typeface="Calibri"/>
                <a:cs typeface="Calibri"/>
              </a:rPr>
              <a:t> </a:t>
            </a:r>
            <a:r>
              <a:rPr sz="2800" b="1" dirty="0">
                <a:latin typeface="Calibri"/>
                <a:cs typeface="Calibri"/>
              </a:rPr>
              <a:t>tại</a:t>
            </a:r>
            <a:r>
              <a:rPr sz="2800" b="1" spc="-50" dirty="0">
                <a:latin typeface="Calibri"/>
                <a:cs typeface="Calibri"/>
              </a:rPr>
              <a:t> </a:t>
            </a:r>
            <a:r>
              <a:rPr sz="2800" b="1" spc="-25" dirty="0">
                <a:latin typeface="Calibri"/>
                <a:cs typeface="Calibri"/>
              </a:rPr>
              <a:t>lớp</a:t>
            </a:r>
            <a:r>
              <a:rPr sz="2800" b="1" dirty="0">
                <a:latin typeface="Calibri"/>
                <a:cs typeface="Calibri"/>
              </a:rPr>
              <a:t>	3</a:t>
            </a:r>
            <a:r>
              <a:rPr sz="2800" b="1" spc="-30" dirty="0">
                <a:latin typeface="Calibri"/>
                <a:cs typeface="Calibri"/>
              </a:rPr>
              <a:t> </a:t>
            </a:r>
            <a:r>
              <a:rPr sz="2800" b="1" dirty="0">
                <a:latin typeface="Calibri"/>
                <a:cs typeface="Calibri"/>
              </a:rPr>
              <a:t>:</a:t>
            </a:r>
            <a:r>
              <a:rPr sz="2800" b="1" spc="-20" dirty="0">
                <a:latin typeface="Calibri"/>
                <a:cs typeface="Calibri"/>
              </a:rPr>
              <a:t> </a:t>
            </a:r>
            <a:r>
              <a:rPr sz="2800" dirty="0">
                <a:latin typeface="Calibri"/>
                <a:cs typeface="Calibri"/>
              </a:rPr>
              <a:t>Dùng</a:t>
            </a:r>
            <a:r>
              <a:rPr sz="2800" spc="-30" dirty="0">
                <a:latin typeface="Calibri"/>
                <a:cs typeface="Calibri"/>
              </a:rPr>
              <a:t> </a:t>
            </a:r>
            <a:r>
              <a:rPr sz="2800" dirty="0">
                <a:latin typeface="Calibri"/>
                <a:cs typeface="Calibri"/>
              </a:rPr>
              <a:t>qui</a:t>
            </a:r>
            <a:r>
              <a:rPr sz="2800" spc="-25" dirty="0">
                <a:latin typeface="Calibri"/>
                <a:cs typeface="Calibri"/>
              </a:rPr>
              <a:t> </a:t>
            </a:r>
            <a:r>
              <a:rPr sz="2800" dirty="0">
                <a:latin typeface="Calibri"/>
                <a:cs typeface="Calibri"/>
              </a:rPr>
              <a:t>tắc</a:t>
            </a:r>
            <a:r>
              <a:rPr sz="2800" spc="-35" dirty="0">
                <a:latin typeface="Calibri"/>
                <a:cs typeface="Calibri"/>
              </a:rPr>
              <a:t> </a:t>
            </a:r>
            <a:r>
              <a:rPr sz="2800" dirty="0">
                <a:latin typeface="Calibri"/>
                <a:cs typeface="Calibri"/>
              </a:rPr>
              <a:t>thay</a:t>
            </a:r>
            <a:r>
              <a:rPr sz="2800" spc="-40" dirty="0">
                <a:latin typeface="Calibri"/>
                <a:cs typeface="Calibri"/>
              </a:rPr>
              <a:t> </a:t>
            </a:r>
            <a:r>
              <a:rPr sz="2800" dirty="0">
                <a:latin typeface="Calibri"/>
                <a:cs typeface="Calibri"/>
              </a:rPr>
              <a:t>thế</a:t>
            </a:r>
            <a:r>
              <a:rPr sz="2800" spc="-40" dirty="0">
                <a:latin typeface="Calibri"/>
                <a:cs typeface="Calibri"/>
              </a:rPr>
              <a:t> </a:t>
            </a:r>
            <a:r>
              <a:rPr sz="2800" dirty="0">
                <a:latin typeface="Calibri"/>
                <a:cs typeface="Calibri"/>
              </a:rPr>
              <a:t>để</a:t>
            </a:r>
            <a:r>
              <a:rPr sz="2800" spc="-35" dirty="0">
                <a:latin typeface="Calibri"/>
                <a:cs typeface="Calibri"/>
              </a:rPr>
              <a:t> </a:t>
            </a:r>
            <a:r>
              <a:rPr sz="2800" dirty="0">
                <a:latin typeface="Calibri"/>
                <a:cs typeface="Calibri"/>
              </a:rPr>
              <a:t>kiểm</a:t>
            </a:r>
            <a:r>
              <a:rPr sz="2800" spc="-30" dirty="0">
                <a:latin typeface="Calibri"/>
                <a:cs typeface="Calibri"/>
              </a:rPr>
              <a:t> </a:t>
            </a:r>
            <a:r>
              <a:rPr sz="2800" spc="-25" dirty="0">
                <a:latin typeface="Calibri"/>
                <a:cs typeface="Calibri"/>
              </a:rPr>
              <a:t>tra </a:t>
            </a:r>
            <a:r>
              <a:rPr sz="2800" dirty="0">
                <a:latin typeface="Calibri"/>
                <a:cs typeface="Calibri"/>
              </a:rPr>
              <a:t>dạng</a:t>
            </a:r>
            <a:r>
              <a:rPr sz="2800" spc="-35" dirty="0">
                <a:latin typeface="Calibri"/>
                <a:cs typeface="Calibri"/>
              </a:rPr>
              <a:t> </a:t>
            </a:r>
            <a:r>
              <a:rPr sz="2800" dirty="0">
                <a:latin typeface="Calibri"/>
                <a:cs typeface="Calibri"/>
              </a:rPr>
              <a:t>mệnh</a:t>
            </a:r>
            <a:r>
              <a:rPr sz="2800" spc="-35" dirty="0">
                <a:latin typeface="Calibri"/>
                <a:cs typeface="Calibri"/>
              </a:rPr>
              <a:t> </a:t>
            </a:r>
            <a:r>
              <a:rPr sz="2800" dirty="0">
                <a:latin typeface="Calibri"/>
                <a:cs typeface="Calibri"/>
              </a:rPr>
              <a:t>đề</a:t>
            </a:r>
            <a:r>
              <a:rPr sz="2800" spc="-45" dirty="0">
                <a:latin typeface="Calibri"/>
                <a:cs typeface="Calibri"/>
              </a:rPr>
              <a:t> </a:t>
            </a:r>
            <a:r>
              <a:rPr sz="2800" dirty="0">
                <a:latin typeface="Calibri"/>
                <a:cs typeface="Calibri"/>
              </a:rPr>
              <a:t>sau</a:t>
            </a:r>
            <a:r>
              <a:rPr sz="2800" spc="-40" dirty="0">
                <a:latin typeface="Calibri"/>
                <a:cs typeface="Calibri"/>
              </a:rPr>
              <a:t> </a:t>
            </a:r>
            <a:r>
              <a:rPr sz="2800" dirty="0">
                <a:latin typeface="Calibri"/>
                <a:cs typeface="Calibri"/>
              </a:rPr>
              <a:t>là</a:t>
            </a:r>
            <a:r>
              <a:rPr sz="2800" spc="-50" dirty="0">
                <a:latin typeface="Calibri"/>
                <a:cs typeface="Calibri"/>
              </a:rPr>
              <a:t> </a:t>
            </a:r>
            <a:r>
              <a:rPr sz="2800" dirty="0">
                <a:latin typeface="Calibri"/>
                <a:cs typeface="Calibri"/>
              </a:rPr>
              <a:t>hằng</a:t>
            </a:r>
            <a:r>
              <a:rPr sz="2800" spc="-45" dirty="0">
                <a:latin typeface="Calibri"/>
                <a:cs typeface="Calibri"/>
              </a:rPr>
              <a:t> </a:t>
            </a:r>
            <a:r>
              <a:rPr sz="2800" dirty="0">
                <a:latin typeface="Calibri"/>
                <a:cs typeface="Calibri"/>
              </a:rPr>
              <a:t>đúng</a:t>
            </a:r>
            <a:r>
              <a:rPr sz="2800" spc="-30" dirty="0">
                <a:latin typeface="Calibri"/>
                <a:cs typeface="Calibri"/>
              </a:rPr>
              <a:t> </a:t>
            </a:r>
            <a:r>
              <a:rPr sz="2800" spc="-50" dirty="0">
                <a:latin typeface="Calibri"/>
                <a:cs typeface="Calibri"/>
              </a:rPr>
              <a:t>:</a:t>
            </a:r>
            <a:endParaRPr sz="2800">
              <a:latin typeface="Calibri"/>
              <a:cs typeface="Calibri"/>
            </a:endParaRPr>
          </a:p>
          <a:p>
            <a:pPr marR="500380" algn="r">
              <a:lnSpc>
                <a:spcPct val="100000"/>
              </a:lnSpc>
              <a:spcBef>
                <a:spcPts val="320"/>
              </a:spcBef>
            </a:pPr>
            <a:r>
              <a:rPr sz="2800" dirty="0">
                <a:latin typeface="Calibri"/>
                <a:cs typeface="Calibri"/>
              </a:rPr>
              <a:t>[</a:t>
            </a:r>
            <a:r>
              <a:rPr sz="2800" dirty="0">
                <a:latin typeface="Symbol"/>
                <a:cs typeface="Symbol"/>
              </a:rPr>
              <a:t></a:t>
            </a:r>
            <a:r>
              <a:rPr sz="2800" dirty="0">
                <a:latin typeface="Calibri"/>
                <a:cs typeface="Calibri"/>
              </a:rPr>
              <a:t>(p</a:t>
            </a:r>
            <a:r>
              <a:rPr sz="2800" spc="-5" dirty="0">
                <a:latin typeface="Calibri"/>
                <a:cs typeface="Calibri"/>
              </a:rPr>
              <a:t> </a:t>
            </a:r>
            <a:r>
              <a:rPr sz="2800" dirty="0">
                <a:latin typeface="Symbol"/>
                <a:cs typeface="Symbol"/>
              </a:rPr>
              <a:t></a:t>
            </a:r>
            <a:r>
              <a:rPr sz="2800" spc="-114" dirty="0">
                <a:latin typeface="Times New Roman"/>
                <a:cs typeface="Times New Roman"/>
              </a:rPr>
              <a:t> </a:t>
            </a:r>
            <a:r>
              <a:rPr sz="2800" dirty="0">
                <a:latin typeface="Calibri"/>
                <a:cs typeface="Calibri"/>
              </a:rPr>
              <a:t>q)</a:t>
            </a:r>
            <a:r>
              <a:rPr sz="2800" spc="-25" dirty="0">
                <a:latin typeface="Calibri"/>
                <a:cs typeface="Calibri"/>
              </a:rPr>
              <a:t> </a:t>
            </a:r>
            <a:r>
              <a:rPr sz="2800" dirty="0">
                <a:latin typeface="Symbol"/>
                <a:cs typeface="Symbol"/>
              </a:rPr>
              <a:t></a:t>
            </a:r>
            <a:r>
              <a:rPr sz="2800" spc="-95" dirty="0">
                <a:latin typeface="Times New Roman"/>
                <a:cs typeface="Times New Roman"/>
              </a:rPr>
              <a:t> </a:t>
            </a:r>
            <a:r>
              <a:rPr sz="2800" dirty="0">
                <a:latin typeface="Symbol"/>
                <a:cs typeface="Symbol"/>
              </a:rPr>
              <a:t></a:t>
            </a:r>
            <a:r>
              <a:rPr sz="2800" dirty="0">
                <a:latin typeface="Calibri"/>
                <a:cs typeface="Calibri"/>
              </a:rPr>
              <a:t>(</a:t>
            </a:r>
            <a:r>
              <a:rPr sz="2800" dirty="0">
                <a:latin typeface="Symbol"/>
                <a:cs typeface="Symbol"/>
              </a:rPr>
              <a:t></a:t>
            </a:r>
            <a:r>
              <a:rPr sz="2800" dirty="0">
                <a:latin typeface="Calibri"/>
                <a:cs typeface="Calibri"/>
              </a:rPr>
              <a:t>r)]</a:t>
            </a:r>
            <a:r>
              <a:rPr sz="2800" spc="-20" dirty="0">
                <a:latin typeface="Calibri"/>
                <a:cs typeface="Calibri"/>
              </a:rPr>
              <a:t> </a:t>
            </a:r>
            <a:r>
              <a:rPr sz="2800" dirty="0">
                <a:latin typeface="Symbol"/>
                <a:cs typeface="Symbol"/>
              </a:rPr>
              <a:t></a:t>
            </a:r>
            <a:r>
              <a:rPr sz="2800" spc="-100" dirty="0">
                <a:latin typeface="Times New Roman"/>
                <a:cs typeface="Times New Roman"/>
              </a:rPr>
              <a:t> </a:t>
            </a:r>
            <a:r>
              <a:rPr sz="2800" dirty="0">
                <a:latin typeface="Calibri"/>
                <a:cs typeface="Calibri"/>
              </a:rPr>
              <a:t>[(</a:t>
            </a:r>
            <a:r>
              <a:rPr sz="2800" dirty="0">
                <a:latin typeface="Symbol"/>
                <a:cs typeface="Symbol"/>
              </a:rPr>
              <a:t></a:t>
            </a:r>
            <a:r>
              <a:rPr sz="2800" dirty="0">
                <a:latin typeface="Calibri"/>
                <a:cs typeface="Calibri"/>
              </a:rPr>
              <a:t>r)</a:t>
            </a:r>
            <a:r>
              <a:rPr sz="2800" spc="-10" dirty="0">
                <a:latin typeface="Calibri"/>
                <a:cs typeface="Calibri"/>
              </a:rPr>
              <a:t> </a:t>
            </a:r>
            <a:r>
              <a:rPr sz="2800" dirty="0">
                <a:latin typeface="Symbol"/>
                <a:cs typeface="Symbol"/>
              </a:rPr>
              <a:t></a:t>
            </a:r>
            <a:r>
              <a:rPr sz="2800" spc="-100" dirty="0">
                <a:latin typeface="Times New Roman"/>
                <a:cs typeface="Times New Roman"/>
              </a:rPr>
              <a:t> </a:t>
            </a:r>
            <a:r>
              <a:rPr sz="2800" dirty="0">
                <a:latin typeface="Symbol"/>
                <a:cs typeface="Symbol"/>
              </a:rPr>
              <a:t></a:t>
            </a:r>
            <a:r>
              <a:rPr sz="2800" dirty="0">
                <a:latin typeface="Calibri"/>
                <a:cs typeface="Calibri"/>
              </a:rPr>
              <a:t>(p</a:t>
            </a:r>
            <a:r>
              <a:rPr sz="2800" spc="-25" dirty="0">
                <a:latin typeface="Calibri"/>
                <a:cs typeface="Calibri"/>
              </a:rPr>
              <a:t> </a:t>
            </a:r>
            <a:r>
              <a:rPr sz="2800" dirty="0">
                <a:latin typeface="Symbol"/>
                <a:cs typeface="Symbol"/>
              </a:rPr>
              <a:t></a:t>
            </a:r>
            <a:r>
              <a:rPr sz="2800" spc="-100" dirty="0">
                <a:latin typeface="Times New Roman"/>
                <a:cs typeface="Times New Roman"/>
              </a:rPr>
              <a:t> </a:t>
            </a:r>
            <a:r>
              <a:rPr sz="2800" dirty="0">
                <a:latin typeface="Calibri"/>
                <a:cs typeface="Calibri"/>
              </a:rPr>
              <a:t>q)]</a:t>
            </a:r>
            <a:r>
              <a:rPr sz="2800" spc="-15" dirty="0">
                <a:latin typeface="Calibri"/>
                <a:cs typeface="Calibri"/>
              </a:rPr>
              <a:t> </a:t>
            </a:r>
            <a:r>
              <a:rPr sz="2800" spc="-25" dirty="0">
                <a:latin typeface="Calibri"/>
                <a:cs typeface="Calibri"/>
              </a:rPr>
              <a:t>(2)</a:t>
            </a:r>
            <a:endParaRPr sz="2800">
              <a:latin typeface="Calibri"/>
              <a:cs typeface="Calibri"/>
            </a:endParaRPr>
          </a:p>
          <a:p>
            <a:pPr marL="12700">
              <a:lnSpc>
                <a:spcPct val="100000"/>
              </a:lnSpc>
              <a:spcBef>
                <a:spcPts val="300"/>
              </a:spcBef>
            </a:pPr>
            <a:r>
              <a:rPr sz="2800" b="1" dirty="0">
                <a:latin typeface="Calibri"/>
                <a:cs typeface="Calibri"/>
              </a:rPr>
              <a:t>Giải</a:t>
            </a:r>
            <a:r>
              <a:rPr sz="2800" b="1" spc="-45" dirty="0">
                <a:latin typeface="Calibri"/>
                <a:cs typeface="Calibri"/>
              </a:rPr>
              <a:t> </a:t>
            </a:r>
            <a:r>
              <a:rPr sz="2800" b="1" spc="-50" dirty="0">
                <a:latin typeface="Calibri"/>
                <a:cs typeface="Calibri"/>
              </a:rPr>
              <a:t>:</a:t>
            </a:r>
            <a:endParaRPr sz="2800">
              <a:latin typeface="Calibri"/>
              <a:cs typeface="Calibri"/>
            </a:endParaRPr>
          </a:p>
          <a:p>
            <a:pPr marL="12700" marR="91440">
              <a:lnSpc>
                <a:spcPts val="2990"/>
              </a:lnSpc>
              <a:spcBef>
                <a:spcPts val="785"/>
              </a:spcBef>
            </a:pPr>
            <a:r>
              <a:rPr sz="2800" dirty="0">
                <a:latin typeface="Calibri"/>
                <a:cs typeface="Calibri"/>
              </a:rPr>
              <a:t>(s</a:t>
            </a:r>
            <a:r>
              <a:rPr sz="2800" spc="-20" dirty="0">
                <a:latin typeface="Calibri"/>
                <a:cs typeface="Calibri"/>
              </a:rPr>
              <a:t> </a:t>
            </a:r>
            <a:r>
              <a:rPr sz="2800" dirty="0">
                <a:latin typeface="Symbol"/>
                <a:cs typeface="Symbol"/>
              </a:rPr>
              <a:t></a:t>
            </a:r>
            <a:r>
              <a:rPr sz="2800" spc="-105" dirty="0">
                <a:latin typeface="Times New Roman"/>
                <a:cs typeface="Times New Roman"/>
              </a:rPr>
              <a:t> </a:t>
            </a:r>
            <a:r>
              <a:rPr sz="2800" dirty="0">
                <a:latin typeface="Symbol"/>
                <a:cs typeface="Symbol"/>
              </a:rPr>
              <a:t></a:t>
            </a:r>
            <a:r>
              <a:rPr sz="2800" dirty="0">
                <a:latin typeface="Calibri"/>
                <a:cs typeface="Calibri"/>
              </a:rPr>
              <a:t>t)</a:t>
            </a:r>
            <a:r>
              <a:rPr sz="2800" spc="-15" dirty="0">
                <a:latin typeface="Calibri"/>
                <a:cs typeface="Calibri"/>
              </a:rPr>
              <a:t> </a:t>
            </a:r>
            <a:r>
              <a:rPr sz="2800" dirty="0">
                <a:latin typeface="Symbol"/>
                <a:cs typeface="Symbol"/>
              </a:rPr>
              <a:t></a:t>
            </a:r>
            <a:r>
              <a:rPr sz="2800" spc="-95" dirty="0">
                <a:latin typeface="Times New Roman"/>
                <a:cs typeface="Times New Roman"/>
              </a:rPr>
              <a:t> </a:t>
            </a:r>
            <a:r>
              <a:rPr sz="2800" dirty="0">
                <a:latin typeface="Calibri"/>
                <a:cs typeface="Calibri"/>
              </a:rPr>
              <a:t>t</a:t>
            </a:r>
            <a:r>
              <a:rPr sz="2800" spc="-30" dirty="0">
                <a:latin typeface="Calibri"/>
                <a:cs typeface="Calibri"/>
              </a:rPr>
              <a:t> </a:t>
            </a:r>
            <a:r>
              <a:rPr sz="2800" dirty="0">
                <a:latin typeface="Symbol"/>
                <a:cs typeface="Symbol"/>
              </a:rPr>
              <a:t></a:t>
            </a:r>
            <a:r>
              <a:rPr sz="2800" spc="-85" dirty="0">
                <a:latin typeface="Times New Roman"/>
                <a:cs typeface="Times New Roman"/>
              </a:rPr>
              <a:t> </a:t>
            </a:r>
            <a:r>
              <a:rPr sz="2800" dirty="0">
                <a:latin typeface="Calibri"/>
                <a:cs typeface="Calibri"/>
              </a:rPr>
              <a:t>s.</a:t>
            </a:r>
            <a:r>
              <a:rPr sz="2800" spc="-20" dirty="0">
                <a:latin typeface="Calibri"/>
                <a:cs typeface="Calibri"/>
              </a:rPr>
              <a:t> </a:t>
            </a:r>
            <a:r>
              <a:rPr sz="2800" dirty="0">
                <a:latin typeface="Calibri"/>
                <a:cs typeface="Calibri"/>
              </a:rPr>
              <a:t>Thay</a:t>
            </a:r>
            <a:r>
              <a:rPr sz="2800" spc="-35" dirty="0">
                <a:latin typeface="Calibri"/>
                <a:cs typeface="Calibri"/>
              </a:rPr>
              <a:t> </a:t>
            </a:r>
            <a:r>
              <a:rPr sz="2800" dirty="0">
                <a:latin typeface="Calibri"/>
                <a:cs typeface="Calibri"/>
              </a:rPr>
              <a:t>s</a:t>
            </a:r>
            <a:r>
              <a:rPr sz="2800" spc="-35" dirty="0">
                <a:latin typeface="Calibri"/>
                <a:cs typeface="Calibri"/>
              </a:rPr>
              <a:t> </a:t>
            </a:r>
            <a:r>
              <a:rPr sz="2800" dirty="0">
                <a:latin typeface="Calibri"/>
                <a:cs typeface="Calibri"/>
              </a:rPr>
              <a:t>bởi</a:t>
            </a:r>
            <a:r>
              <a:rPr sz="2800" spc="-15" dirty="0">
                <a:latin typeface="Calibri"/>
                <a:cs typeface="Calibri"/>
              </a:rPr>
              <a:t> </a:t>
            </a:r>
            <a:r>
              <a:rPr sz="2800" dirty="0">
                <a:latin typeface="Symbol"/>
                <a:cs typeface="Symbol"/>
              </a:rPr>
              <a:t></a:t>
            </a:r>
            <a:r>
              <a:rPr sz="2800" dirty="0">
                <a:latin typeface="Calibri"/>
                <a:cs typeface="Calibri"/>
              </a:rPr>
              <a:t>(p</a:t>
            </a:r>
            <a:r>
              <a:rPr sz="2800" spc="-5" dirty="0">
                <a:latin typeface="Calibri"/>
                <a:cs typeface="Calibri"/>
              </a:rPr>
              <a:t> </a:t>
            </a:r>
            <a:r>
              <a:rPr sz="2800" dirty="0">
                <a:latin typeface="Symbol"/>
                <a:cs typeface="Symbol"/>
              </a:rPr>
              <a:t></a:t>
            </a:r>
            <a:r>
              <a:rPr sz="2800" spc="-105" dirty="0">
                <a:latin typeface="Times New Roman"/>
                <a:cs typeface="Times New Roman"/>
              </a:rPr>
              <a:t> </a:t>
            </a:r>
            <a:r>
              <a:rPr sz="2800" dirty="0">
                <a:latin typeface="Calibri"/>
                <a:cs typeface="Calibri"/>
              </a:rPr>
              <a:t>q),</a:t>
            </a:r>
            <a:r>
              <a:rPr sz="2800" spc="-10" dirty="0">
                <a:latin typeface="Calibri"/>
                <a:cs typeface="Calibri"/>
              </a:rPr>
              <a:t> </a:t>
            </a:r>
            <a:r>
              <a:rPr sz="2800" dirty="0">
                <a:latin typeface="Calibri"/>
                <a:cs typeface="Calibri"/>
              </a:rPr>
              <a:t>t</a:t>
            </a:r>
            <a:r>
              <a:rPr sz="2800" spc="-35" dirty="0">
                <a:latin typeface="Calibri"/>
                <a:cs typeface="Calibri"/>
              </a:rPr>
              <a:t> </a:t>
            </a:r>
            <a:r>
              <a:rPr sz="2800" dirty="0">
                <a:latin typeface="Calibri"/>
                <a:cs typeface="Calibri"/>
              </a:rPr>
              <a:t>bởi</a:t>
            </a:r>
            <a:r>
              <a:rPr sz="2800" spc="-20" dirty="0">
                <a:latin typeface="Calibri"/>
                <a:cs typeface="Calibri"/>
              </a:rPr>
              <a:t> </a:t>
            </a:r>
            <a:r>
              <a:rPr sz="2800" spc="-85" dirty="0">
                <a:latin typeface="Symbol"/>
                <a:cs typeface="Symbol"/>
              </a:rPr>
              <a:t></a:t>
            </a:r>
            <a:r>
              <a:rPr sz="2800" spc="-85" dirty="0">
                <a:latin typeface="Calibri"/>
                <a:cs typeface="Calibri"/>
              </a:rPr>
              <a:t>r.</a:t>
            </a:r>
            <a:r>
              <a:rPr sz="2800" spc="-20" dirty="0">
                <a:latin typeface="Calibri"/>
                <a:cs typeface="Calibri"/>
              </a:rPr>
              <a:t> Theo </a:t>
            </a:r>
            <a:r>
              <a:rPr sz="2800" dirty="0">
                <a:latin typeface="Calibri"/>
                <a:cs typeface="Calibri"/>
              </a:rPr>
              <a:t>qui</a:t>
            </a:r>
            <a:r>
              <a:rPr sz="2800" spc="-35" dirty="0">
                <a:latin typeface="Calibri"/>
                <a:cs typeface="Calibri"/>
              </a:rPr>
              <a:t> </a:t>
            </a:r>
            <a:r>
              <a:rPr sz="2800" dirty="0">
                <a:latin typeface="Calibri"/>
                <a:cs typeface="Calibri"/>
              </a:rPr>
              <a:t>tắc</a:t>
            </a:r>
            <a:r>
              <a:rPr sz="2800" spc="-40" dirty="0">
                <a:latin typeface="Calibri"/>
                <a:cs typeface="Calibri"/>
              </a:rPr>
              <a:t> </a:t>
            </a:r>
            <a:r>
              <a:rPr sz="2800" dirty="0">
                <a:latin typeface="Calibri"/>
                <a:cs typeface="Calibri"/>
              </a:rPr>
              <a:t>thay</a:t>
            </a:r>
            <a:r>
              <a:rPr sz="2800" spc="-45" dirty="0">
                <a:latin typeface="Calibri"/>
                <a:cs typeface="Calibri"/>
              </a:rPr>
              <a:t> </a:t>
            </a:r>
            <a:r>
              <a:rPr sz="2800" dirty="0">
                <a:latin typeface="Calibri"/>
                <a:cs typeface="Calibri"/>
              </a:rPr>
              <a:t>thế</a:t>
            </a:r>
            <a:r>
              <a:rPr sz="2800" spc="-40" dirty="0">
                <a:latin typeface="Calibri"/>
                <a:cs typeface="Calibri"/>
              </a:rPr>
              <a:t> </a:t>
            </a:r>
            <a:r>
              <a:rPr sz="2800" dirty="0">
                <a:latin typeface="Calibri"/>
                <a:cs typeface="Calibri"/>
              </a:rPr>
              <a:t>2</a:t>
            </a:r>
            <a:r>
              <a:rPr sz="2800" spc="-30" dirty="0">
                <a:latin typeface="Calibri"/>
                <a:cs typeface="Calibri"/>
              </a:rPr>
              <a:t> </a:t>
            </a:r>
            <a:r>
              <a:rPr sz="2800" dirty="0">
                <a:latin typeface="Calibri"/>
                <a:cs typeface="Calibri"/>
              </a:rPr>
              <a:t>ta</a:t>
            </a:r>
            <a:r>
              <a:rPr sz="2800" spc="-45" dirty="0">
                <a:latin typeface="Calibri"/>
                <a:cs typeface="Calibri"/>
              </a:rPr>
              <a:t> </a:t>
            </a:r>
            <a:r>
              <a:rPr sz="2800" dirty="0">
                <a:latin typeface="Calibri"/>
                <a:cs typeface="Calibri"/>
              </a:rPr>
              <a:t>có</a:t>
            </a:r>
            <a:r>
              <a:rPr sz="2800" spc="-45" dirty="0">
                <a:latin typeface="Calibri"/>
                <a:cs typeface="Calibri"/>
              </a:rPr>
              <a:t> </a:t>
            </a:r>
            <a:r>
              <a:rPr sz="2800" dirty="0">
                <a:latin typeface="Calibri"/>
                <a:cs typeface="Calibri"/>
              </a:rPr>
              <a:t>(2)</a:t>
            </a:r>
            <a:r>
              <a:rPr sz="2800" spc="-30" dirty="0">
                <a:latin typeface="Calibri"/>
                <a:cs typeface="Calibri"/>
              </a:rPr>
              <a:t> </a:t>
            </a:r>
            <a:r>
              <a:rPr sz="2800" dirty="0">
                <a:latin typeface="Calibri"/>
                <a:cs typeface="Calibri"/>
              </a:rPr>
              <a:t>là</a:t>
            </a:r>
            <a:r>
              <a:rPr sz="2800" spc="-60" dirty="0">
                <a:latin typeface="Calibri"/>
                <a:cs typeface="Calibri"/>
              </a:rPr>
              <a:t> </a:t>
            </a:r>
            <a:r>
              <a:rPr sz="2800" dirty="0">
                <a:latin typeface="Calibri"/>
                <a:cs typeface="Calibri"/>
              </a:rPr>
              <a:t>hằng</a:t>
            </a:r>
            <a:r>
              <a:rPr sz="2800" spc="-30" dirty="0">
                <a:latin typeface="Calibri"/>
                <a:cs typeface="Calibri"/>
              </a:rPr>
              <a:t> </a:t>
            </a:r>
            <a:r>
              <a:rPr sz="2800" spc="-10" dirty="0">
                <a:latin typeface="Calibri"/>
                <a:cs typeface="Calibri"/>
              </a:rPr>
              <a:t>đúng.</a:t>
            </a:r>
            <a:endParaRPr sz="2800">
              <a:latin typeface="Calibri"/>
              <a:cs typeface="Calibri"/>
            </a:endParaRPr>
          </a:p>
          <a:p>
            <a:pPr marL="12700">
              <a:lnSpc>
                <a:spcPct val="100000"/>
              </a:lnSpc>
              <a:spcBef>
                <a:spcPts val="295"/>
              </a:spcBef>
            </a:pPr>
            <a:r>
              <a:rPr sz="2800" b="1" spc="-75" dirty="0">
                <a:latin typeface="Calibri"/>
                <a:cs typeface="Calibri"/>
              </a:rPr>
              <a:t>Ta</a:t>
            </a:r>
            <a:r>
              <a:rPr sz="2800" b="1" spc="-45" dirty="0">
                <a:latin typeface="Calibri"/>
                <a:cs typeface="Calibri"/>
              </a:rPr>
              <a:t> </a:t>
            </a:r>
            <a:r>
              <a:rPr sz="2800" b="1" dirty="0">
                <a:latin typeface="Calibri"/>
                <a:cs typeface="Calibri"/>
              </a:rPr>
              <a:t>có</a:t>
            </a:r>
            <a:r>
              <a:rPr sz="2800" b="1" spc="-70" dirty="0">
                <a:latin typeface="Calibri"/>
                <a:cs typeface="Calibri"/>
              </a:rPr>
              <a:t> </a:t>
            </a:r>
            <a:r>
              <a:rPr sz="2800" b="1" spc="-50" dirty="0">
                <a:latin typeface="Calibri"/>
                <a:cs typeface="Calibri"/>
              </a:rPr>
              <a:t>:</a:t>
            </a:r>
            <a:endParaRPr sz="2800">
              <a:latin typeface="Calibri"/>
              <a:cs typeface="Calibri"/>
            </a:endParaRPr>
          </a:p>
          <a:p>
            <a:pPr marL="12700">
              <a:lnSpc>
                <a:spcPct val="100000"/>
              </a:lnSpc>
              <a:spcBef>
                <a:spcPts val="375"/>
              </a:spcBef>
              <a:tabLst>
                <a:tab pos="469900" algn="l"/>
              </a:tabLst>
            </a:pPr>
            <a:r>
              <a:rPr sz="2800" spc="-50" dirty="0">
                <a:latin typeface="Wingdings"/>
                <a:cs typeface="Wingdings"/>
              </a:rPr>
              <a:t></a:t>
            </a:r>
            <a:r>
              <a:rPr sz="2800" dirty="0">
                <a:latin typeface="Times New Roman"/>
                <a:cs typeface="Times New Roman"/>
              </a:rPr>
              <a:t>	</a:t>
            </a:r>
            <a:r>
              <a:rPr sz="2800" dirty="0">
                <a:latin typeface="Calibri"/>
                <a:cs typeface="Calibri"/>
              </a:rPr>
              <a:t>[(p</a:t>
            </a:r>
            <a:r>
              <a:rPr sz="2800" spc="-10" dirty="0">
                <a:latin typeface="Calibri"/>
                <a:cs typeface="Calibri"/>
              </a:rPr>
              <a:t> </a:t>
            </a:r>
            <a:r>
              <a:rPr sz="2800" dirty="0">
                <a:latin typeface="Symbol"/>
                <a:cs typeface="Symbol"/>
              </a:rPr>
              <a:t></a:t>
            </a:r>
            <a:r>
              <a:rPr sz="2800" spc="-105" dirty="0">
                <a:latin typeface="Times New Roman"/>
                <a:cs typeface="Times New Roman"/>
              </a:rPr>
              <a:t> </a:t>
            </a:r>
            <a:r>
              <a:rPr sz="2800" dirty="0">
                <a:latin typeface="Calibri"/>
                <a:cs typeface="Calibri"/>
              </a:rPr>
              <a:t>q)</a:t>
            </a:r>
            <a:r>
              <a:rPr sz="2800" spc="-20" dirty="0">
                <a:latin typeface="Calibri"/>
                <a:cs typeface="Calibri"/>
              </a:rPr>
              <a:t> </a:t>
            </a:r>
            <a:r>
              <a:rPr sz="2800" dirty="0">
                <a:latin typeface="Symbol"/>
                <a:cs typeface="Symbol"/>
              </a:rPr>
              <a:t></a:t>
            </a:r>
            <a:r>
              <a:rPr sz="2800" spc="-80" dirty="0">
                <a:latin typeface="Times New Roman"/>
                <a:cs typeface="Times New Roman"/>
              </a:rPr>
              <a:t> </a:t>
            </a:r>
            <a:r>
              <a:rPr sz="2800" dirty="0">
                <a:latin typeface="Calibri"/>
                <a:cs typeface="Calibri"/>
              </a:rPr>
              <a:t>r</a:t>
            </a:r>
            <a:r>
              <a:rPr sz="2800" spc="-30" dirty="0">
                <a:latin typeface="Calibri"/>
                <a:cs typeface="Calibri"/>
              </a:rPr>
              <a:t> </a:t>
            </a:r>
            <a:r>
              <a:rPr sz="2800" dirty="0">
                <a:latin typeface="Calibri"/>
                <a:cs typeface="Calibri"/>
              </a:rPr>
              <a:t>]</a:t>
            </a:r>
            <a:r>
              <a:rPr sz="2800" spc="-25" dirty="0">
                <a:latin typeface="Calibri"/>
                <a:cs typeface="Calibri"/>
              </a:rPr>
              <a:t> </a:t>
            </a:r>
            <a:r>
              <a:rPr sz="2800" dirty="0">
                <a:latin typeface="Symbol"/>
                <a:cs typeface="Symbol"/>
              </a:rPr>
              <a:t></a:t>
            </a:r>
            <a:r>
              <a:rPr sz="2800" spc="-95" dirty="0">
                <a:latin typeface="Times New Roman"/>
                <a:cs typeface="Times New Roman"/>
              </a:rPr>
              <a:t> </a:t>
            </a:r>
            <a:r>
              <a:rPr sz="2800" dirty="0">
                <a:solidFill>
                  <a:srgbClr val="FF0000"/>
                </a:solidFill>
                <a:latin typeface="Calibri"/>
                <a:cs typeface="Calibri"/>
              </a:rPr>
              <a:t>[</a:t>
            </a:r>
            <a:r>
              <a:rPr sz="2800" dirty="0">
                <a:solidFill>
                  <a:srgbClr val="FF0000"/>
                </a:solidFill>
                <a:latin typeface="Symbol"/>
                <a:cs typeface="Symbol"/>
              </a:rPr>
              <a:t></a:t>
            </a:r>
            <a:r>
              <a:rPr sz="2800" dirty="0">
                <a:solidFill>
                  <a:srgbClr val="FF0000"/>
                </a:solidFill>
                <a:latin typeface="Calibri"/>
                <a:cs typeface="Calibri"/>
              </a:rPr>
              <a:t>(p</a:t>
            </a:r>
            <a:r>
              <a:rPr sz="2800" spc="-5" dirty="0">
                <a:solidFill>
                  <a:srgbClr val="FF0000"/>
                </a:solidFill>
                <a:latin typeface="Calibri"/>
                <a:cs typeface="Calibri"/>
              </a:rPr>
              <a:t> </a:t>
            </a:r>
            <a:r>
              <a:rPr sz="2800" dirty="0">
                <a:solidFill>
                  <a:srgbClr val="FF0000"/>
                </a:solidFill>
                <a:latin typeface="Symbol"/>
                <a:cs typeface="Symbol"/>
              </a:rPr>
              <a:t></a:t>
            </a:r>
            <a:r>
              <a:rPr sz="2800" spc="-85" dirty="0">
                <a:solidFill>
                  <a:srgbClr val="FF0000"/>
                </a:solidFill>
                <a:latin typeface="Times New Roman"/>
                <a:cs typeface="Times New Roman"/>
              </a:rPr>
              <a:t> </a:t>
            </a:r>
            <a:r>
              <a:rPr sz="2800" dirty="0">
                <a:solidFill>
                  <a:srgbClr val="FF0000"/>
                </a:solidFill>
                <a:latin typeface="Calibri"/>
                <a:cs typeface="Calibri"/>
              </a:rPr>
              <a:t>q)</a:t>
            </a:r>
            <a:r>
              <a:rPr sz="2800" spc="-20" dirty="0">
                <a:solidFill>
                  <a:srgbClr val="FF0000"/>
                </a:solidFill>
                <a:latin typeface="Calibri"/>
                <a:cs typeface="Calibri"/>
              </a:rPr>
              <a:t> </a:t>
            </a:r>
            <a:r>
              <a:rPr sz="2800" dirty="0">
                <a:solidFill>
                  <a:srgbClr val="FF0000"/>
                </a:solidFill>
                <a:latin typeface="Symbol"/>
                <a:cs typeface="Symbol"/>
              </a:rPr>
              <a:t></a:t>
            </a:r>
            <a:r>
              <a:rPr sz="2800" spc="-90" dirty="0">
                <a:solidFill>
                  <a:srgbClr val="FF0000"/>
                </a:solidFill>
                <a:latin typeface="Times New Roman"/>
                <a:cs typeface="Times New Roman"/>
              </a:rPr>
              <a:t> </a:t>
            </a:r>
            <a:r>
              <a:rPr sz="2800" dirty="0">
                <a:solidFill>
                  <a:srgbClr val="FF0000"/>
                </a:solidFill>
                <a:latin typeface="Symbol"/>
                <a:cs typeface="Symbol"/>
              </a:rPr>
              <a:t></a:t>
            </a:r>
            <a:r>
              <a:rPr sz="2800" dirty="0">
                <a:solidFill>
                  <a:srgbClr val="FF0000"/>
                </a:solidFill>
                <a:latin typeface="Calibri"/>
                <a:cs typeface="Calibri"/>
              </a:rPr>
              <a:t>(</a:t>
            </a:r>
            <a:r>
              <a:rPr sz="2800" dirty="0">
                <a:solidFill>
                  <a:srgbClr val="FF0000"/>
                </a:solidFill>
                <a:latin typeface="Symbol"/>
                <a:cs typeface="Symbol"/>
              </a:rPr>
              <a:t></a:t>
            </a:r>
            <a:r>
              <a:rPr sz="2800" dirty="0">
                <a:solidFill>
                  <a:srgbClr val="FF0000"/>
                </a:solidFill>
                <a:latin typeface="Calibri"/>
                <a:cs typeface="Calibri"/>
              </a:rPr>
              <a:t>r)]</a:t>
            </a:r>
            <a:r>
              <a:rPr sz="2800" spc="-10" dirty="0">
                <a:solidFill>
                  <a:srgbClr val="FF0000"/>
                </a:solidFill>
                <a:latin typeface="Calibri"/>
                <a:cs typeface="Calibri"/>
              </a:rPr>
              <a:t> </a:t>
            </a:r>
            <a:r>
              <a:rPr sz="2800" dirty="0">
                <a:latin typeface="Calibri"/>
                <a:cs typeface="Calibri"/>
              </a:rPr>
              <a:t>là</a:t>
            </a:r>
            <a:r>
              <a:rPr sz="2800" spc="-30" dirty="0">
                <a:latin typeface="Calibri"/>
                <a:cs typeface="Calibri"/>
              </a:rPr>
              <a:t> </a:t>
            </a:r>
            <a:r>
              <a:rPr sz="2800" dirty="0">
                <a:latin typeface="Calibri"/>
                <a:cs typeface="Calibri"/>
              </a:rPr>
              <a:t>hằng</a:t>
            </a:r>
            <a:r>
              <a:rPr sz="2800" spc="-30" dirty="0">
                <a:latin typeface="Calibri"/>
                <a:cs typeface="Calibri"/>
              </a:rPr>
              <a:t> </a:t>
            </a:r>
            <a:r>
              <a:rPr sz="2800" spc="-10" dirty="0">
                <a:latin typeface="Calibri"/>
                <a:cs typeface="Calibri"/>
              </a:rPr>
              <a:t>đúng,</a:t>
            </a:r>
            <a:endParaRPr sz="2800">
              <a:latin typeface="Calibri"/>
              <a:cs typeface="Calibri"/>
            </a:endParaRPr>
          </a:p>
          <a:p>
            <a:pPr marL="469900" marR="271780" indent="-457834">
              <a:lnSpc>
                <a:spcPts val="2990"/>
              </a:lnSpc>
              <a:spcBef>
                <a:spcPts val="740"/>
              </a:spcBef>
              <a:tabLst>
                <a:tab pos="469900" algn="l"/>
              </a:tabLst>
            </a:pPr>
            <a:r>
              <a:rPr sz="2800" spc="-50" dirty="0">
                <a:solidFill>
                  <a:srgbClr val="FF0000"/>
                </a:solidFill>
                <a:latin typeface="Wingdings"/>
                <a:cs typeface="Wingdings"/>
              </a:rPr>
              <a:t></a:t>
            </a:r>
            <a:r>
              <a:rPr sz="2800" dirty="0">
                <a:solidFill>
                  <a:srgbClr val="FF0000"/>
                </a:solidFill>
                <a:latin typeface="Times New Roman"/>
                <a:cs typeface="Times New Roman"/>
              </a:rPr>
              <a:t>	</a:t>
            </a:r>
            <a:r>
              <a:rPr sz="2800" dirty="0">
                <a:solidFill>
                  <a:srgbClr val="FF0000"/>
                </a:solidFill>
                <a:latin typeface="Calibri"/>
                <a:cs typeface="Calibri"/>
              </a:rPr>
              <a:t>[</a:t>
            </a:r>
            <a:r>
              <a:rPr sz="2800" dirty="0">
                <a:solidFill>
                  <a:srgbClr val="FF0000"/>
                </a:solidFill>
                <a:latin typeface="Symbol"/>
                <a:cs typeface="Symbol"/>
              </a:rPr>
              <a:t></a:t>
            </a:r>
            <a:r>
              <a:rPr sz="2800" dirty="0">
                <a:solidFill>
                  <a:srgbClr val="FF0000"/>
                </a:solidFill>
                <a:latin typeface="Calibri"/>
                <a:cs typeface="Calibri"/>
              </a:rPr>
              <a:t>(p</a:t>
            </a:r>
            <a:r>
              <a:rPr sz="2800" spc="-15" dirty="0">
                <a:solidFill>
                  <a:srgbClr val="FF0000"/>
                </a:solidFill>
                <a:latin typeface="Calibri"/>
                <a:cs typeface="Calibri"/>
              </a:rPr>
              <a:t> </a:t>
            </a:r>
            <a:r>
              <a:rPr sz="2800" dirty="0">
                <a:solidFill>
                  <a:srgbClr val="FF0000"/>
                </a:solidFill>
                <a:latin typeface="Symbol"/>
                <a:cs typeface="Symbol"/>
              </a:rPr>
              <a:t></a:t>
            </a:r>
            <a:r>
              <a:rPr sz="2800" spc="-95" dirty="0">
                <a:solidFill>
                  <a:srgbClr val="FF0000"/>
                </a:solidFill>
                <a:latin typeface="Times New Roman"/>
                <a:cs typeface="Times New Roman"/>
              </a:rPr>
              <a:t> </a:t>
            </a:r>
            <a:r>
              <a:rPr sz="2800" dirty="0">
                <a:solidFill>
                  <a:srgbClr val="FF0000"/>
                </a:solidFill>
                <a:latin typeface="Calibri"/>
                <a:cs typeface="Calibri"/>
              </a:rPr>
              <a:t>q)</a:t>
            </a:r>
            <a:r>
              <a:rPr sz="2800" spc="-25" dirty="0">
                <a:solidFill>
                  <a:srgbClr val="FF0000"/>
                </a:solidFill>
                <a:latin typeface="Calibri"/>
                <a:cs typeface="Calibri"/>
              </a:rPr>
              <a:t> </a:t>
            </a:r>
            <a:r>
              <a:rPr sz="2800" dirty="0">
                <a:solidFill>
                  <a:srgbClr val="FF0000"/>
                </a:solidFill>
                <a:latin typeface="Symbol"/>
                <a:cs typeface="Symbol"/>
              </a:rPr>
              <a:t></a:t>
            </a:r>
            <a:r>
              <a:rPr sz="2800" spc="-95" dirty="0">
                <a:solidFill>
                  <a:srgbClr val="FF0000"/>
                </a:solidFill>
                <a:latin typeface="Times New Roman"/>
                <a:cs typeface="Times New Roman"/>
              </a:rPr>
              <a:t> </a:t>
            </a:r>
            <a:r>
              <a:rPr sz="2800" dirty="0">
                <a:solidFill>
                  <a:srgbClr val="FF0000"/>
                </a:solidFill>
                <a:latin typeface="Symbol"/>
                <a:cs typeface="Symbol"/>
              </a:rPr>
              <a:t></a:t>
            </a:r>
            <a:r>
              <a:rPr sz="2800" dirty="0">
                <a:solidFill>
                  <a:srgbClr val="FF0000"/>
                </a:solidFill>
                <a:latin typeface="Calibri"/>
                <a:cs typeface="Calibri"/>
              </a:rPr>
              <a:t>(</a:t>
            </a:r>
            <a:r>
              <a:rPr sz="2800" dirty="0">
                <a:solidFill>
                  <a:srgbClr val="FF0000"/>
                </a:solidFill>
                <a:latin typeface="Symbol"/>
                <a:cs typeface="Symbol"/>
              </a:rPr>
              <a:t></a:t>
            </a:r>
            <a:r>
              <a:rPr sz="2800" dirty="0">
                <a:solidFill>
                  <a:srgbClr val="FF0000"/>
                </a:solidFill>
                <a:latin typeface="Calibri"/>
                <a:cs typeface="Calibri"/>
              </a:rPr>
              <a:t>r)]</a:t>
            </a:r>
            <a:r>
              <a:rPr sz="2800" spc="-15" dirty="0">
                <a:solidFill>
                  <a:srgbClr val="FF0000"/>
                </a:solidFill>
                <a:latin typeface="Calibri"/>
                <a:cs typeface="Calibri"/>
              </a:rPr>
              <a:t> </a:t>
            </a:r>
            <a:r>
              <a:rPr sz="2800" dirty="0">
                <a:latin typeface="Symbol"/>
                <a:cs typeface="Symbol"/>
              </a:rPr>
              <a:t></a:t>
            </a:r>
            <a:r>
              <a:rPr sz="2800" spc="-95" dirty="0">
                <a:latin typeface="Times New Roman"/>
                <a:cs typeface="Times New Roman"/>
              </a:rPr>
              <a:t> </a:t>
            </a:r>
            <a:r>
              <a:rPr sz="2800" dirty="0">
                <a:latin typeface="Calibri"/>
                <a:cs typeface="Calibri"/>
              </a:rPr>
              <a:t>[(</a:t>
            </a:r>
            <a:r>
              <a:rPr sz="2800" dirty="0">
                <a:latin typeface="Symbol"/>
                <a:cs typeface="Symbol"/>
              </a:rPr>
              <a:t></a:t>
            </a:r>
            <a:r>
              <a:rPr sz="2800" dirty="0">
                <a:latin typeface="Calibri"/>
                <a:cs typeface="Calibri"/>
              </a:rPr>
              <a:t>r)</a:t>
            </a:r>
            <a:r>
              <a:rPr sz="2800" spc="-20" dirty="0">
                <a:latin typeface="Calibri"/>
                <a:cs typeface="Calibri"/>
              </a:rPr>
              <a:t> </a:t>
            </a:r>
            <a:r>
              <a:rPr sz="2800" dirty="0">
                <a:latin typeface="Symbol"/>
                <a:cs typeface="Symbol"/>
              </a:rPr>
              <a:t></a:t>
            </a:r>
            <a:r>
              <a:rPr sz="2800" spc="-90" dirty="0">
                <a:latin typeface="Times New Roman"/>
                <a:cs typeface="Times New Roman"/>
              </a:rPr>
              <a:t> </a:t>
            </a:r>
            <a:r>
              <a:rPr sz="2800" dirty="0">
                <a:latin typeface="Symbol"/>
                <a:cs typeface="Symbol"/>
              </a:rPr>
              <a:t></a:t>
            </a:r>
            <a:r>
              <a:rPr sz="2800" dirty="0">
                <a:latin typeface="Calibri"/>
                <a:cs typeface="Calibri"/>
              </a:rPr>
              <a:t>(p</a:t>
            </a:r>
            <a:r>
              <a:rPr sz="2800" spc="-20" dirty="0">
                <a:latin typeface="Calibri"/>
                <a:cs typeface="Calibri"/>
              </a:rPr>
              <a:t> </a:t>
            </a:r>
            <a:r>
              <a:rPr sz="2800" dirty="0">
                <a:latin typeface="Symbol"/>
                <a:cs typeface="Symbol"/>
              </a:rPr>
              <a:t></a:t>
            </a:r>
            <a:r>
              <a:rPr sz="2800" spc="-95" dirty="0">
                <a:latin typeface="Times New Roman"/>
                <a:cs typeface="Times New Roman"/>
              </a:rPr>
              <a:t> </a:t>
            </a:r>
            <a:r>
              <a:rPr sz="2800" dirty="0">
                <a:latin typeface="Calibri"/>
                <a:cs typeface="Calibri"/>
              </a:rPr>
              <a:t>q)]</a:t>
            </a:r>
            <a:r>
              <a:rPr sz="2800" spc="-15" dirty="0">
                <a:latin typeface="Calibri"/>
                <a:cs typeface="Calibri"/>
              </a:rPr>
              <a:t> </a:t>
            </a:r>
            <a:r>
              <a:rPr sz="2800" dirty="0">
                <a:latin typeface="Calibri"/>
                <a:cs typeface="Calibri"/>
              </a:rPr>
              <a:t>là</a:t>
            </a:r>
            <a:r>
              <a:rPr sz="2800" spc="-40" dirty="0">
                <a:latin typeface="Calibri"/>
                <a:cs typeface="Calibri"/>
              </a:rPr>
              <a:t> </a:t>
            </a:r>
            <a:r>
              <a:rPr sz="2800" spc="-20" dirty="0">
                <a:latin typeface="Calibri"/>
                <a:cs typeface="Calibri"/>
              </a:rPr>
              <a:t>hằng đúng,</a:t>
            </a:r>
            <a:endParaRPr sz="2800">
              <a:latin typeface="Calibri"/>
              <a:cs typeface="Calibri"/>
            </a:endParaRPr>
          </a:p>
          <a:p>
            <a:pPr marL="12700">
              <a:lnSpc>
                <a:spcPct val="100000"/>
              </a:lnSpc>
              <a:spcBef>
                <a:spcPts val="300"/>
              </a:spcBef>
            </a:pPr>
            <a:r>
              <a:rPr sz="2800" i="1" dirty="0">
                <a:latin typeface="Calibri"/>
                <a:cs typeface="Calibri"/>
              </a:rPr>
              <a:t>Suy</a:t>
            </a:r>
            <a:r>
              <a:rPr sz="2800" i="1" spc="-25" dirty="0">
                <a:latin typeface="Calibri"/>
                <a:cs typeface="Calibri"/>
              </a:rPr>
              <a:t> </a:t>
            </a:r>
            <a:r>
              <a:rPr sz="2800" i="1" dirty="0">
                <a:latin typeface="Calibri"/>
                <a:cs typeface="Calibri"/>
              </a:rPr>
              <a:t>ra</a:t>
            </a:r>
            <a:r>
              <a:rPr sz="2800" i="1" spc="-20" dirty="0">
                <a:latin typeface="Calibri"/>
                <a:cs typeface="Calibri"/>
              </a:rPr>
              <a:t> </a:t>
            </a:r>
            <a:r>
              <a:rPr sz="2800" i="1" spc="-50" dirty="0">
                <a:latin typeface="Calibri"/>
                <a:cs typeface="Calibri"/>
              </a:rPr>
              <a:t>:</a:t>
            </a:r>
            <a:endParaRPr sz="2800">
              <a:latin typeface="Calibri"/>
              <a:cs typeface="Calibri"/>
            </a:endParaRPr>
          </a:p>
          <a:p>
            <a:pPr marR="583565" algn="r">
              <a:lnSpc>
                <a:spcPct val="100000"/>
              </a:lnSpc>
              <a:spcBef>
                <a:spcPts val="375"/>
              </a:spcBef>
            </a:pPr>
            <a:r>
              <a:rPr sz="2800" dirty="0">
                <a:latin typeface="Calibri"/>
                <a:cs typeface="Calibri"/>
              </a:rPr>
              <a:t>[(p</a:t>
            </a:r>
            <a:r>
              <a:rPr sz="2800" spc="-5" dirty="0">
                <a:latin typeface="Calibri"/>
                <a:cs typeface="Calibri"/>
              </a:rPr>
              <a:t> </a:t>
            </a:r>
            <a:r>
              <a:rPr sz="2800" dirty="0">
                <a:latin typeface="Symbol"/>
                <a:cs typeface="Symbol"/>
              </a:rPr>
              <a:t></a:t>
            </a:r>
            <a:r>
              <a:rPr sz="2800" spc="-105" dirty="0">
                <a:latin typeface="Times New Roman"/>
                <a:cs typeface="Times New Roman"/>
              </a:rPr>
              <a:t> </a:t>
            </a:r>
            <a:r>
              <a:rPr sz="2800" dirty="0">
                <a:latin typeface="Calibri"/>
                <a:cs typeface="Calibri"/>
              </a:rPr>
              <a:t>q)</a:t>
            </a:r>
            <a:r>
              <a:rPr sz="2800" spc="-15" dirty="0">
                <a:latin typeface="Calibri"/>
                <a:cs typeface="Calibri"/>
              </a:rPr>
              <a:t> </a:t>
            </a:r>
            <a:r>
              <a:rPr sz="2800" dirty="0">
                <a:latin typeface="Symbol"/>
                <a:cs typeface="Symbol"/>
              </a:rPr>
              <a:t></a:t>
            </a:r>
            <a:r>
              <a:rPr sz="2800" spc="-85" dirty="0">
                <a:latin typeface="Times New Roman"/>
                <a:cs typeface="Times New Roman"/>
              </a:rPr>
              <a:t> </a:t>
            </a:r>
            <a:r>
              <a:rPr sz="2800" dirty="0">
                <a:latin typeface="Calibri"/>
                <a:cs typeface="Calibri"/>
              </a:rPr>
              <a:t>r</a:t>
            </a:r>
            <a:r>
              <a:rPr sz="2800" spc="-35" dirty="0">
                <a:latin typeface="Calibri"/>
                <a:cs typeface="Calibri"/>
              </a:rPr>
              <a:t> </a:t>
            </a:r>
            <a:r>
              <a:rPr sz="2800" dirty="0">
                <a:latin typeface="Calibri"/>
                <a:cs typeface="Calibri"/>
              </a:rPr>
              <a:t>]</a:t>
            </a:r>
            <a:r>
              <a:rPr sz="2800" spc="-15" dirty="0">
                <a:latin typeface="Calibri"/>
                <a:cs typeface="Calibri"/>
              </a:rPr>
              <a:t> </a:t>
            </a:r>
            <a:r>
              <a:rPr sz="2800" dirty="0">
                <a:latin typeface="Symbol"/>
                <a:cs typeface="Symbol"/>
              </a:rPr>
              <a:t></a:t>
            </a:r>
            <a:r>
              <a:rPr sz="2800" spc="-95" dirty="0">
                <a:latin typeface="Times New Roman"/>
                <a:cs typeface="Times New Roman"/>
              </a:rPr>
              <a:t> </a:t>
            </a:r>
            <a:r>
              <a:rPr sz="2800" dirty="0">
                <a:latin typeface="Calibri"/>
                <a:cs typeface="Calibri"/>
              </a:rPr>
              <a:t>[(</a:t>
            </a:r>
            <a:r>
              <a:rPr sz="2800" dirty="0">
                <a:latin typeface="Symbol"/>
                <a:cs typeface="Symbol"/>
              </a:rPr>
              <a:t></a:t>
            </a:r>
            <a:r>
              <a:rPr sz="2800" dirty="0">
                <a:latin typeface="Calibri"/>
                <a:cs typeface="Calibri"/>
              </a:rPr>
              <a:t>r)</a:t>
            </a:r>
            <a:r>
              <a:rPr sz="2800" spc="-5" dirty="0">
                <a:latin typeface="Calibri"/>
                <a:cs typeface="Calibri"/>
              </a:rPr>
              <a:t> </a:t>
            </a:r>
            <a:r>
              <a:rPr sz="2800" dirty="0">
                <a:latin typeface="Symbol"/>
                <a:cs typeface="Symbol"/>
              </a:rPr>
              <a:t></a:t>
            </a:r>
            <a:r>
              <a:rPr sz="2800" spc="-90" dirty="0">
                <a:latin typeface="Times New Roman"/>
                <a:cs typeface="Times New Roman"/>
              </a:rPr>
              <a:t> </a:t>
            </a:r>
            <a:r>
              <a:rPr sz="2800" dirty="0">
                <a:latin typeface="Symbol"/>
                <a:cs typeface="Symbol"/>
              </a:rPr>
              <a:t></a:t>
            </a:r>
            <a:r>
              <a:rPr sz="2800" dirty="0">
                <a:latin typeface="Calibri"/>
                <a:cs typeface="Calibri"/>
              </a:rPr>
              <a:t>(p</a:t>
            </a:r>
            <a:r>
              <a:rPr sz="2800" spc="-15" dirty="0">
                <a:latin typeface="Calibri"/>
                <a:cs typeface="Calibri"/>
              </a:rPr>
              <a:t> </a:t>
            </a:r>
            <a:r>
              <a:rPr sz="2800" dirty="0">
                <a:latin typeface="Symbol"/>
                <a:cs typeface="Symbol"/>
              </a:rPr>
              <a:t></a:t>
            </a:r>
            <a:r>
              <a:rPr sz="2800" spc="-85" dirty="0">
                <a:latin typeface="Times New Roman"/>
                <a:cs typeface="Times New Roman"/>
              </a:rPr>
              <a:t> </a:t>
            </a:r>
            <a:r>
              <a:rPr sz="2800" dirty="0">
                <a:latin typeface="Calibri"/>
                <a:cs typeface="Calibri"/>
              </a:rPr>
              <a:t>q)]</a:t>
            </a:r>
            <a:r>
              <a:rPr sz="2800" spc="-10" dirty="0">
                <a:latin typeface="Calibri"/>
                <a:cs typeface="Calibri"/>
              </a:rPr>
              <a:t> </a:t>
            </a:r>
            <a:r>
              <a:rPr sz="2800" dirty="0">
                <a:latin typeface="Calibri"/>
                <a:cs typeface="Calibri"/>
              </a:rPr>
              <a:t>là</a:t>
            </a:r>
            <a:r>
              <a:rPr sz="2800" spc="-35" dirty="0">
                <a:latin typeface="Calibri"/>
                <a:cs typeface="Calibri"/>
              </a:rPr>
              <a:t> </a:t>
            </a:r>
            <a:r>
              <a:rPr sz="2800" dirty="0">
                <a:latin typeface="Calibri"/>
                <a:cs typeface="Calibri"/>
              </a:rPr>
              <a:t>hằng</a:t>
            </a:r>
            <a:r>
              <a:rPr sz="2800" spc="-30" dirty="0">
                <a:latin typeface="Calibri"/>
                <a:cs typeface="Calibri"/>
              </a:rPr>
              <a:t> </a:t>
            </a:r>
            <a:r>
              <a:rPr sz="2800" spc="-10" dirty="0">
                <a:latin typeface="Calibri"/>
                <a:cs typeface="Calibri"/>
              </a:rPr>
              <a:t>đúng.</a:t>
            </a:r>
            <a:endParaRPr sz="2800">
              <a:latin typeface="Calibri"/>
              <a:cs typeface="Calibri"/>
            </a:endParaRPr>
          </a:p>
          <a:p>
            <a:pPr marL="12700">
              <a:lnSpc>
                <a:spcPct val="100000"/>
              </a:lnSpc>
              <a:spcBef>
                <a:spcPts val="335"/>
              </a:spcBef>
            </a:pPr>
            <a:r>
              <a:rPr sz="2800" i="1" dirty="0">
                <a:solidFill>
                  <a:srgbClr val="FF0000"/>
                </a:solidFill>
                <a:latin typeface="Calibri"/>
                <a:cs typeface="Calibri"/>
              </a:rPr>
              <a:t>F</a:t>
            </a:r>
            <a:r>
              <a:rPr sz="2800" i="1" spc="-20" dirty="0">
                <a:solidFill>
                  <a:srgbClr val="FF0000"/>
                </a:solidFill>
                <a:latin typeface="Calibri"/>
                <a:cs typeface="Calibri"/>
              </a:rPr>
              <a:t> </a:t>
            </a:r>
            <a:r>
              <a:rPr sz="2800" dirty="0">
                <a:solidFill>
                  <a:srgbClr val="FF0000"/>
                </a:solidFill>
                <a:latin typeface="Symbol"/>
                <a:cs typeface="Symbol"/>
              </a:rPr>
              <a:t></a:t>
            </a:r>
            <a:r>
              <a:rPr sz="2800" spc="-70" dirty="0">
                <a:solidFill>
                  <a:srgbClr val="FF0000"/>
                </a:solidFill>
                <a:latin typeface="Times New Roman"/>
                <a:cs typeface="Times New Roman"/>
              </a:rPr>
              <a:t> </a:t>
            </a:r>
            <a:r>
              <a:rPr sz="2800" i="1" dirty="0">
                <a:solidFill>
                  <a:srgbClr val="FF0000"/>
                </a:solidFill>
                <a:latin typeface="Calibri"/>
                <a:cs typeface="Calibri"/>
              </a:rPr>
              <a:t>G</a:t>
            </a:r>
            <a:r>
              <a:rPr sz="2800" i="1" spc="-15" dirty="0">
                <a:solidFill>
                  <a:srgbClr val="FF0000"/>
                </a:solidFill>
                <a:latin typeface="Calibri"/>
                <a:cs typeface="Calibri"/>
              </a:rPr>
              <a:t> </a:t>
            </a:r>
            <a:r>
              <a:rPr sz="2800" dirty="0">
                <a:solidFill>
                  <a:srgbClr val="FF0000"/>
                </a:solidFill>
                <a:latin typeface="Symbol"/>
                <a:cs typeface="Symbol"/>
              </a:rPr>
              <a:t></a:t>
            </a:r>
            <a:r>
              <a:rPr sz="2800" spc="-80" dirty="0">
                <a:solidFill>
                  <a:srgbClr val="FF0000"/>
                </a:solidFill>
                <a:latin typeface="Times New Roman"/>
                <a:cs typeface="Times New Roman"/>
              </a:rPr>
              <a:t> </a:t>
            </a:r>
            <a:r>
              <a:rPr sz="2800" dirty="0">
                <a:solidFill>
                  <a:srgbClr val="FF0000"/>
                </a:solidFill>
                <a:latin typeface="Symbol"/>
                <a:cs typeface="Symbol"/>
              </a:rPr>
              <a:t></a:t>
            </a:r>
            <a:r>
              <a:rPr sz="2800" i="1" dirty="0">
                <a:solidFill>
                  <a:srgbClr val="FF0000"/>
                </a:solidFill>
                <a:latin typeface="Calibri"/>
                <a:cs typeface="Calibri"/>
              </a:rPr>
              <a:t>G</a:t>
            </a:r>
            <a:r>
              <a:rPr sz="2800" i="1" spc="-10" dirty="0">
                <a:solidFill>
                  <a:srgbClr val="FF0000"/>
                </a:solidFill>
                <a:latin typeface="Calibri"/>
                <a:cs typeface="Calibri"/>
              </a:rPr>
              <a:t> </a:t>
            </a:r>
            <a:r>
              <a:rPr sz="2800" dirty="0">
                <a:solidFill>
                  <a:srgbClr val="FF0000"/>
                </a:solidFill>
                <a:latin typeface="Symbol"/>
                <a:cs typeface="Symbol"/>
              </a:rPr>
              <a:t></a:t>
            </a:r>
            <a:r>
              <a:rPr sz="2800" spc="-70" dirty="0">
                <a:solidFill>
                  <a:srgbClr val="FF0000"/>
                </a:solidFill>
                <a:latin typeface="Times New Roman"/>
                <a:cs typeface="Times New Roman"/>
              </a:rPr>
              <a:t> </a:t>
            </a:r>
            <a:r>
              <a:rPr sz="2800" spc="-25" dirty="0">
                <a:solidFill>
                  <a:srgbClr val="FF0000"/>
                </a:solidFill>
                <a:latin typeface="Symbol"/>
                <a:cs typeface="Symbol"/>
              </a:rPr>
              <a:t></a:t>
            </a:r>
            <a:r>
              <a:rPr sz="2800" i="1" spc="-25" dirty="0">
                <a:solidFill>
                  <a:srgbClr val="FF0000"/>
                </a:solidFill>
                <a:latin typeface="Calibri"/>
                <a:cs typeface="Calibri"/>
              </a:rPr>
              <a:t>F</a:t>
            </a:r>
            <a:endParaRPr sz="2800">
              <a:latin typeface="Calibri"/>
              <a:cs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235407"/>
            <a:ext cx="8299450" cy="6176010"/>
          </a:xfrm>
          <a:prstGeom prst="rect">
            <a:avLst/>
          </a:prstGeom>
        </p:spPr>
        <p:txBody>
          <a:bodyPr vert="horz" wrap="square" lIns="0" tIns="13335" rIns="0" bIns="0" rtlCol="0">
            <a:spAutoFit/>
          </a:bodyPr>
          <a:lstStyle/>
          <a:p>
            <a:pPr marL="12700" marR="5080" algn="just">
              <a:lnSpc>
                <a:spcPct val="100000"/>
              </a:lnSpc>
              <a:spcBef>
                <a:spcPts val="105"/>
              </a:spcBef>
            </a:pPr>
            <a:r>
              <a:rPr sz="3200" b="1" dirty="0">
                <a:latin typeface="Calibri"/>
                <a:cs typeface="Calibri"/>
              </a:rPr>
              <a:t>1.6</a:t>
            </a:r>
            <a:r>
              <a:rPr sz="3200" b="1" spc="-25" dirty="0">
                <a:latin typeface="Calibri"/>
                <a:cs typeface="Calibri"/>
              </a:rPr>
              <a:t> </a:t>
            </a:r>
            <a:r>
              <a:rPr sz="3200" b="1" dirty="0">
                <a:latin typeface="Calibri"/>
                <a:cs typeface="Calibri"/>
              </a:rPr>
              <a:t>Qui</a:t>
            </a:r>
            <a:r>
              <a:rPr sz="3200" b="1" spc="-25" dirty="0">
                <a:latin typeface="Calibri"/>
                <a:cs typeface="Calibri"/>
              </a:rPr>
              <a:t> </a:t>
            </a:r>
            <a:r>
              <a:rPr sz="3200" b="1" dirty="0">
                <a:latin typeface="Calibri"/>
                <a:cs typeface="Calibri"/>
              </a:rPr>
              <a:t>luật</a:t>
            </a:r>
            <a:r>
              <a:rPr sz="3200" b="1" spc="-45" dirty="0">
                <a:latin typeface="Calibri"/>
                <a:cs typeface="Calibri"/>
              </a:rPr>
              <a:t> </a:t>
            </a:r>
            <a:r>
              <a:rPr sz="3200" b="1" dirty="0">
                <a:latin typeface="Calibri"/>
                <a:cs typeface="Calibri"/>
              </a:rPr>
              <a:t>logic:</a:t>
            </a:r>
            <a:r>
              <a:rPr sz="3200" b="1" spc="-30" dirty="0">
                <a:latin typeface="Calibri"/>
                <a:cs typeface="Calibri"/>
              </a:rPr>
              <a:t> </a:t>
            </a:r>
            <a:r>
              <a:rPr sz="3200" dirty="0">
                <a:latin typeface="Calibri"/>
                <a:cs typeface="Calibri"/>
              </a:rPr>
              <a:t>Cho</a:t>
            </a:r>
            <a:r>
              <a:rPr sz="3200" spc="-20" dirty="0">
                <a:latin typeface="Calibri"/>
                <a:cs typeface="Calibri"/>
              </a:rPr>
              <a:t> </a:t>
            </a:r>
            <a:r>
              <a:rPr sz="3200" dirty="0">
                <a:latin typeface="Calibri"/>
                <a:cs typeface="Calibri"/>
              </a:rPr>
              <a:t>p,</a:t>
            </a:r>
            <a:r>
              <a:rPr sz="3200" spc="-20" dirty="0">
                <a:latin typeface="Calibri"/>
                <a:cs typeface="Calibri"/>
              </a:rPr>
              <a:t> </a:t>
            </a:r>
            <a:r>
              <a:rPr sz="3200" dirty="0">
                <a:latin typeface="Calibri"/>
                <a:cs typeface="Calibri"/>
              </a:rPr>
              <a:t>q,</a:t>
            </a:r>
            <a:r>
              <a:rPr sz="3200" spc="-25" dirty="0">
                <a:latin typeface="Calibri"/>
                <a:cs typeface="Calibri"/>
              </a:rPr>
              <a:t> </a:t>
            </a:r>
            <a:r>
              <a:rPr sz="3200" dirty="0">
                <a:latin typeface="Calibri"/>
                <a:cs typeface="Calibri"/>
              </a:rPr>
              <a:t>r</a:t>
            </a:r>
            <a:r>
              <a:rPr sz="3200" spc="-20" dirty="0">
                <a:latin typeface="Calibri"/>
                <a:cs typeface="Calibri"/>
              </a:rPr>
              <a:t> </a:t>
            </a:r>
            <a:r>
              <a:rPr sz="3200" dirty="0">
                <a:latin typeface="Calibri"/>
                <a:cs typeface="Calibri"/>
              </a:rPr>
              <a:t>là</a:t>
            </a:r>
            <a:r>
              <a:rPr sz="3200" spc="-25" dirty="0">
                <a:latin typeface="Calibri"/>
                <a:cs typeface="Calibri"/>
              </a:rPr>
              <a:t> </a:t>
            </a:r>
            <a:r>
              <a:rPr sz="3200" dirty="0">
                <a:latin typeface="Calibri"/>
                <a:cs typeface="Calibri"/>
              </a:rPr>
              <a:t>các</a:t>
            </a:r>
            <a:r>
              <a:rPr sz="3200" spc="-25" dirty="0">
                <a:latin typeface="Calibri"/>
                <a:cs typeface="Calibri"/>
              </a:rPr>
              <a:t> </a:t>
            </a:r>
            <a:r>
              <a:rPr sz="3200" i="1" dirty="0">
                <a:latin typeface="Calibri"/>
                <a:cs typeface="Calibri"/>
              </a:rPr>
              <a:t>biến</a:t>
            </a:r>
            <a:r>
              <a:rPr sz="3200" i="1" spc="-35" dirty="0">
                <a:latin typeface="Calibri"/>
                <a:cs typeface="Calibri"/>
              </a:rPr>
              <a:t> </a:t>
            </a:r>
            <a:r>
              <a:rPr sz="3200" i="1" dirty="0">
                <a:latin typeface="Calibri"/>
                <a:cs typeface="Calibri"/>
              </a:rPr>
              <a:t>mệnh</a:t>
            </a:r>
            <a:r>
              <a:rPr sz="3200" i="1" spc="-20" dirty="0">
                <a:latin typeface="Calibri"/>
                <a:cs typeface="Calibri"/>
              </a:rPr>
              <a:t> </a:t>
            </a:r>
            <a:r>
              <a:rPr sz="3200" i="1" spc="-25" dirty="0">
                <a:latin typeface="Calibri"/>
                <a:cs typeface="Calibri"/>
              </a:rPr>
              <a:t>đề</a:t>
            </a:r>
            <a:r>
              <a:rPr sz="3200" spc="-25" dirty="0">
                <a:latin typeface="Calibri"/>
                <a:cs typeface="Calibri"/>
              </a:rPr>
              <a:t>, </a:t>
            </a:r>
            <a:r>
              <a:rPr sz="3200" b="1" dirty="0">
                <a:latin typeface="Calibri"/>
                <a:cs typeface="Calibri"/>
              </a:rPr>
              <a:t>1</a:t>
            </a:r>
            <a:r>
              <a:rPr sz="3200" b="1" spc="-35" dirty="0">
                <a:latin typeface="Calibri"/>
                <a:cs typeface="Calibri"/>
              </a:rPr>
              <a:t> </a:t>
            </a:r>
            <a:r>
              <a:rPr sz="3200" dirty="0">
                <a:latin typeface="Calibri"/>
                <a:cs typeface="Calibri"/>
              </a:rPr>
              <a:t>là</a:t>
            </a:r>
            <a:r>
              <a:rPr sz="3200" spc="-30" dirty="0">
                <a:latin typeface="Calibri"/>
                <a:cs typeface="Calibri"/>
              </a:rPr>
              <a:t> </a:t>
            </a:r>
            <a:r>
              <a:rPr sz="3200" dirty="0">
                <a:latin typeface="Calibri"/>
                <a:cs typeface="Calibri"/>
              </a:rPr>
              <a:t>một</a:t>
            </a:r>
            <a:r>
              <a:rPr sz="3200" spc="-25" dirty="0">
                <a:latin typeface="Calibri"/>
                <a:cs typeface="Calibri"/>
              </a:rPr>
              <a:t> </a:t>
            </a:r>
            <a:r>
              <a:rPr sz="3200" b="1" dirty="0">
                <a:latin typeface="Calibri"/>
                <a:cs typeface="Calibri"/>
              </a:rPr>
              <a:t>hằng</a:t>
            </a:r>
            <a:r>
              <a:rPr sz="3200" b="1" spc="-60" dirty="0">
                <a:latin typeface="Calibri"/>
                <a:cs typeface="Calibri"/>
              </a:rPr>
              <a:t> </a:t>
            </a:r>
            <a:r>
              <a:rPr sz="3200" b="1" dirty="0">
                <a:latin typeface="Calibri"/>
                <a:cs typeface="Calibri"/>
              </a:rPr>
              <a:t>đúng</a:t>
            </a:r>
            <a:r>
              <a:rPr sz="3200" b="1" spc="-40" dirty="0">
                <a:latin typeface="Calibri"/>
                <a:cs typeface="Calibri"/>
              </a:rPr>
              <a:t> </a:t>
            </a:r>
            <a:r>
              <a:rPr sz="3200" dirty="0">
                <a:latin typeface="Calibri"/>
                <a:cs typeface="Calibri"/>
              </a:rPr>
              <a:t>và</a:t>
            </a:r>
            <a:r>
              <a:rPr sz="3200" spc="-20" dirty="0">
                <a:latin typeface="Calibri"/>
                <a:cs typeface="Calibri"/>
              </a:rPr>
              <a:t> </a:t>
            </a:r>
            <a:r>
              <a:rPr sz="3200" b="1" dirty="0">
                <a:latin typeface="Calibri"/>
                <a:cs typeface="Calibri"/>
              </a:rPr>
              <a:t>0</a:t>
            </a:r>
            <a:r>
              <a:rPr sz="3200" b="1" spc="-40" dirty="0">
                <a:latin typeface="Calibri"/>
                <a:cs typeface="Calibri"/>
              </a:rPr>
              <a:t> </a:t>
            </a:r>
            <a:r>
              <a:rPr sz="3200" dirty="0">
                <a:latin typeface="Calibri"/>
                <a:cs typeface="Calibri"/>
              </a:rPr>
              <a:t>là</a:t>
            </a:r>
            <a:r>
              <a:rPr sz="3200" spc="-30" dirty="0">
                <a:latin typeface="Calibri"/>
                <a:cs typeface="Calibri"/>
              </a:rPr>
              <a:t> </a:t>
            </a:r>
            <a:r>
              <a:rPr sz="3200" dirty="0">
                <a:latin typeface="Calibri"/>
                <a:cs typeface="Calibri"/>
              </a:rPr>
              <a:t>một</a:t>
            </a:r>
            <a:r>
              <a:rPr sz="3200" spc="-20" dirty="0">
                <a:latin typeface="Calibri"/>
                <a:cs typeface="Calibri"/>
              </a:rPr>
              <a:t> </a:t>
            </a:r>
            <a:r>
              <a:rPr sz="3200" b="1" dirty="0">
                <a:latin typeface="Calibri"/>
                <a:cs typeface="Calibri"/>
              </a:rPr>
              <a:t>hằng</a:t>
            </a:r>
            <a:r>
              <a:rPr sz="3200" b="1" spc="-60" dirty="0">
                <a:latin typeface="Calibri"/>
                <a:cs typeface="Calibri"/>
              </a:rPr>
              <a:t> </a:t>
            </a:r>
            <a:r>
              <a:rPr sz="3200" b="1" dirty="0">
                <a:latin typeface="Calibri"/>
                <a:cs typeface="Calibri"/>
              </a:rPr>
              <a:t>sai</a:t>
            </a:r>
            <a:r>
              <a:rPr sz="3200" dirty="0">
                <a:latin typeface="Calibri"/>
                <a:cs typeface="Calibri"/>
              </a:rPr>
              <a:t>.</a:t>
            </a:r>
            <a:r>
              <a:rPr sz="3200" spc="-50" dirty="0">
                <a:latin typeface="Calibri"/>
                <a:cs typeface="Calibri"/>
              </a:rPr>
              <a:t> </a:t>
            </a:r>
            <a:r>
              <a:rPr sz="3200" spc="-105" dirty="0">
                <a:latin typeface="Calibri"/>
                <a:cs typeface="Calibri"/>
              </a:rPr>
              <a:t>Ta</a:t>
            </a:r>
            <a:r>
              <a:rPr sz="3200" spc="-30" dirty="0">
                <a:latin typeface="Calibri"/>
                <a:cs typeface="Calibri"/>
              </a:rPr>
              <a:t> </a:t>
            </a:r>
            <a:r>
              <a:rPr sz="3200" dirty="0">
                <a:latin typeface="Calibri"/>
                <a:cs typeface="Calibri"/>
              </a:rPr>
              <a:t>có</a:t>
            </a:r>
            <a:r>
              <a:rPr sz="3200" spc="-45" dirty="0">
                <a:latin typeface="Calibri"/>
                <a:cs typeface="Calibri"/>
              </a:rPr>
              <a:t> </a:t>
            </a:r>
            <a:r>
              <a:rPr sz="3200" spc="-25" dirty="0">
                <a:latin typeface="Calibri"/>
                <a:cs typeface="Calibri"/>
              </a:rPr>
              <a:t>các </a:t>
            </a:r>
            <a:r>
              <a:rPr sz="3200" dirty="0">
                <a:latin typeface="Calibri"/>
                <a:cs typeface="Calibri"/>
              </a:rPr>
              <a:t>tương</a:t>
            </a:r>
            <a:r>
              <a:rPr sz="3200" spc="-50" dirty="0">
                <a:latin typeface="Calibri"/>
                <a:cs typeface="Calibri"/>
              </a:rPr>
              <a:t> </a:t>
            </a:r>
            <a:r>
              <a:rPr sz="3200" dirty="0">
                <a:latin typeface="Calibri"/>
                <a:cs typeface="Calibri"/>
              </a:rPr>
              <a:t>đương</a:t>
            </a:r>
            <a:r>
              <a:rPr sz="3200" spc="-45" dirty="0">
                <a:latin typeface="Calibri"/>
                <a:cs typeface="Calibri"/>
              </a:rPr>
              <a:t> </a:t>
            </a:r>
            <a:r>
              <a:rPr sz="3200" dirty="0">
                <a:latin typeface="Calibri"/>
                <a:cs typeface="Calibri"/>
              </a:rPr>
              <a:t>logic</a:t>
            </a:r>
            <a:r>
              <a:rPr sz="3200" spc="-50" dirty="0">
                <a:latin typeface="Calibri"/>
                <a:cs typeface="Calibri"/>
              </a:rPr>
              <a:t> :</a:t>
            </a:r>
            <a:endParaRPr sz="3200">
              <a:latin typeface="Calibri"/>
              <a:cs typeface="Calibri"/>
            </a:endParaRPr>
          </a:p>
          <a:p>
            <a:pPr marL="584200" indent="-571500" algn="just">
              <a:lnSpc>
                <a:spcPct val="100000"/>
              </a:lnSpc>
              <a:spcBef>
                <a:spcPts val="775"/>
              </a:spcBef>
              <a:buAutoNum type="romanLcParenR"/>
              <a:tabLst>
                <a:tab pos="584200" algn="l"/>
              </a:tabLst>
            </a:pPr>
            <a:r>
              <a:rPr sz="3200" dirty="0">
                <a:latin typeface="Calibri"/>
                <a:cs typeface="Calibri"/>
              </a:rPr>
              <a:t>Phủ</a:t>
            </a:r>
            <a:r>
              <a:rPr sz="3200" spc="-65" dirty="0">
                <a:latin typeface="Calibri"/>
                <a:cs typeface="Calibri"/>
              </a:rPr>
              <a:t> </a:t>
            </a:r>
            <a:r>
              <a:rPr sz="3200" dirty="0">
                <a:latin typeface="Calibri"/>
                <a:cs typeface="Calibri"/>
              </a:rPr>
              <a:t>định</a:t>
            </a:r>
            <a:r>
              <a:rPr sz="3200" spc="-55" dirty="0">
                <a:latin typeface="Calibri"/>
                <a:cs typeface="Calibri"/>
              </a:rPr>
              <a:t> </a:t>
            </a:r>
            <a:r>
              <a:rPr sz="3200" dirty="0">
                <a:latin typeface="Calibri"/>
                <a:cs typeface="Calibri"/>
              </a:rPr>
              <a:t>của</a:t>
            </a:r>
            <a:r>
              <a:rPr sz="3200" spc="-60" dirty="0">
                <a:latin typeface="Calibri"/>
                <a:cs typeface="Calibri"/>
              </a:rPr>
              <a:t> </a:t>
            </a:r>
            <a:r>
              <a:rPr sz="3200" dirty="0">
                <a:latin typeface="Calibri"/>
                <a:cs typeface="Calibri"/>
              </a:rPr>
              <a:t>phủ</a:t>
            </a:r>
            <a:r>
              <a:rPr sz="3200" spc="-50" dirty="0">
                <a:latin typeface="Calibri"/>
                <a:cs typeface="Calibri"/>
              </a:rPr>
              <a:t> </a:t>
            </a:r>
            <a:r>
              <a:rPr sz="3200" spc="-10" dirty="0">
                <a:latin typeface="Calibri"/>
                <a:cs typeface="Calibri"/>
              </a:rPr>
              <a:t>định:</a:t>
            </a:r>
            <a:endParaRPr sz="3200">
              <a:latin typeface="Calibri"/>
              <a:cs typeface="Calibri"/>
            </a:endParaRPr>
          </a:p>
          <a:p>
            <a:pPr marL="1905" algn="ctr">
              <a:lnSpc>
                <a:spcPct val="100000"/>
              </a:lnSpc>
              <a:spcBef>
                <a:spcPts val="790"/>
              </a:spcBef>
            </a:pPr>
            <a:r>
              <a:rPr sz="3200" dirty="0">
                <a:latin typeface="Symbol"/>
                <a:cs typeface="Symbol"/>
              </a:rPr>
              <a:t></a:t>
            </a:r>
            <a:r>
              <a:rPr sz="3200" dirty="0">
                <a:latin typeface="Calibri"/>
                <a:cs typeface="Calibri"/>
              </a:rPr>
              <a:t>p</a:t>
            </a:r>
            <a:r>
              <a:rPr sz="3200" spc="-25" dirty="0">
                <a:latin typeface="Calibri"/>
                <a:cs typeface="Calibri"/>
              </a:rPr>
              <a:t> </a:t>
            </a:r>
            <a:r>
              <a:rPr sz="3200" dirty="0">
                <a:latin typeface="Symbol"/>
                <a:cs typeface="Symbol"/>
              </a:rPr>
              <a:t></a:t>
            </a:r>
            <a:r>
              <a:rPr sz="3200" spc="-110" dirty="0">
                <a:latin typeface="Times New Roman"/>
                <a:cs typeface="Times New Roman"/>
              </a:rPr>
              <a:t> </a:t>
            </a:r>
            <a:r>
              <a:rPr sz="3200" spc="-50" dirty="0">
                <a:latin typeface="Calibri"/>
                <a:cs typeface="Calibri"/>
              </a:rPr>
              <a:t>p</a:t>
            </a:r>
            <a:endParaRPr sz="3200">
              <a:latin typeface="Calibri"/>
              <a:cs typeface="Calibri"/>
            </a:endParaRPr>
          </a:p>
          <a:p>
            <a:pPr marL="583565" indent="-570865" algn="just">
              <a:lnSpc>
                <a:spcPct val="100000"/>
              </a:lnSpc>
              <a:spcBef>
                <a:spcPts val="745"/>
              </a:spcBef>
              <a:buAutoNum type="romanLcParenR" startAt="2"/>
              <a:tabLst>
                <a:tab pos="583565" algn="l"/>
              </a:tabLst>
            </a:pPr>
            <a:r>
              <a:rPr sz="3200" dirty="0">
                <a:latin typeface="Calibri"/>
                <a:cs typeface="Calibri"/>
              </a:rPr>
              <a:t>Qui</a:t>
            </a:r>
            <a:r>
              <a:rPr sz="3200" spc="-60" dirty="0">
                <a:latin typeface="Calibri"/>
                <a:cs typeface="Calibri"/>
              </a:rPr>
              <a:t> </a:t>
            </a:r>
            <a:r>
              <a:rPr sz="3200" dirty="0">
                <a:latin typeface="Calibri"/>
                <a:cs typeface="Calibri"/>
              </a:rPr>
              <a:t>tắc</a:t>
            </a:r>
            <a:r>
              <a:rPr sz="3200" spc="-55" dirty="0">
                <a:latin typeface="Calibri"/>
                <a:cs typeface="Calibri"/>
              </a:rPr>
              <a:t> </a:t>
            </a:r>
            <a:r>
              <a:rPr sz="3200" dirty="0">
                <a:latin typeface="Calibri"/>
                <a:cs typeface="Calibri"/>
              </a:rPr>
              <a:t>De</a:t>
            </a:r>
            <a:r>
              <a:rPr sz="3200" spc="-70" dirty="0">
                <a:latin typeface="Calibri"/>
                <a:cs typeface="Calibri"/>
              </a:rPr>
              <a:t> </a:t>
            </a:r>
            <a:r>
              <a:rPr sz="3200" dirty="0">
                <a:latin typeface="Calibri"/>
                <a:cs typeface="Calibri"/>
              </a:rPr>
              <a:t>Morgan</a:t>
            </a:r>
            <a:r>
              <a:rPr sz="3200" spc="-55" dirty="0">
                <a:latin typeface="Calibri"/>
                <a:cs typeface="Calibri"/>
              </a:rPr>
              <a:t> </a:t>
            </a:r>
            <a:r>
              <a:rPr sz="3200" spc="-50" dirty="0">
                <a:latin typeface="Calibri"/>
                <a:cs typeface="Calibri"/>
              </a:rPr>
              <a:t>:</a:t>
            </a:r>
            <a:endParaRPr sz="3200">
              <a:latin typeface="Calibri"/>
              <a:cs typeface="Calibri"/>
            </a:endParaRPr>
          </a:p>
          <a:p>
            <a:pPr marL="369570" algn="ctr">
              <a:lnSpc>
                <a:spcPct val="100000"/>
              </a:lnSpc>
              <a:spcBef>
                <a:spcPts val="795"/>
              </a:spcBef>
            </a:pPr>
            <a:r>
              <a:rPr sz="3200" dirty="0">
                <a:latin typeface="Symbol"/>
                <a:cs typeface="Symbol"/>
              </a:rPr>
              <a:t></a:t>
            </a:r>
            <a:r>
              <a:rPr sz="3200" dirty="0">
                <a:latin typeface="Calibri"/>
                <a:cs typeface="Calibri"/>
              </a:rPr>
              <a:t>(p</a:t>
            </a:r>
            <a:r>
              <a:rPr sz="3200" spc="-10" dirty="0">
                <a:latin typeface="Calibri"/>
                <a:cs typeface="Calibri"/>
              </a:rPr>
              <a:t> </a:t>
            </a:r>
            <a:r>
              <a:rPr sz="3200" dirty="0">
                <a:latin typeface="Symbol"/>
                <a:cs typeface="Symbol"/>
              </a:rPr>
              <a:t></a:t>
            </a:r>
            <a:r>
              <a:rPr sz="3200" spc="-120" dirty="0">
                <a:latin typeface="Times New Roman"/>
                <a:cs typeface="Times New Roman"/>
              </a:rPr>
              <a:t> </a:t>
            </a:r>
            <a:r>
              <a:rPr sz="3200" dirty="0">
                <a:latin typeface="Calibri"/>
                <a:cs typeface="Calibri"/>
              </a:rPr>
              <a:t>q) </a:t>
            </a:r>
            <a:r>
              <a:rPr sz="3200" dirty="0">
                <a:latin typeface="Wingdings"/>
                <a:cs typeface="Wingdings"/>
              </a:rPr>
              <a:t></a:t>
            </a:r>
            <a:r>
              <a:rPr sz="3200" spc="-120" dirty="0">
                <a:latin typeface="Times New Roman"/>
                <a:cs typeface="Times New Roman"/>
              </a:rPr>
              <a:t> </a:t>
            </a:r>
            <a:r>
              <a:rPr sz="3200" dirty="0">
                <a:latin typeface="Symbol"/>
                <a:cs typeface="Symbol"/>
              </a:rPr>
              <a:t></a:t>
            </a:r>
            <a:r>
              <a:rPr sz="3200" dirty="0">
                <a:latin typeface="Calibri"/>
                <a:cs typeface="Calibri"/>
              </a:rPr>
              <a:t>p</a:t>
            </a:r>
            <a:r>
              <a:rPr sz="3200" spc="-5" dirty="0">
                <a:latin typeface="Calibri"/>
                <a:cs typeface="Calibri"/>
              </a:rPr>
              <a:t> </a:t>
            </a:r>
            <a:r>
              <a:rPr sz="3200" dirty="0">
                <a:latin typeface="Symbol"/>
                <a:cs typeface="Symbol"/>
              </a:rPr>
              <a:t></a:t>
            </a:r>
            <a:r>
              <a:rPr sz="3200" spc="-110" dirty="0">
                <a:latin typeface="Times New Roman"/>
                <a:cs typeface="Times New Roman"/>
              </a:rPr>
              <a:t> </a:t>
            </a:r>
            <a:r>
              <a:rPr sz="3200" spc="-25" dirty="0">
                <a:latin typeface="Symbol"/>
                <a:cs typeface="Symbol"/>
              </a:rPr>
              <a:t></a:t>
            </a:r>
            <a:r>
              <a:rPr sz="3200" spc="-25" dirty="0">
                <a:latin typeface="Calibri"/>
                <a:cs typeface="Calibri"/>
              </a:rPr>
              <a:t>q,</a:t>
            </a:r>
            <a:endParaRPr sz="3200">
              <a:latin typeface="Calibri"/>
              <a:cs typeface="Calibri"/>
            </a:endParaRPr>
          </a:p>
          <a:p>
            <a:pPr marL="370840" algn="ctr">
              <a:lnSpc>
                <a:spcPct val="100000"/>
              </a:lnSpc>
              <a:spcBef>
                <a:spcPts val="765"/>
              </a:spcBef>
            </a:pPr>
            <a:r>
              <a:rPr sz="3200" dirty="0">
                <a:latin typeface="Symbol"/>
                <a:cs typeface="Symbol"/>
              </a:rPr>
              <a:t></a:t>
            </a:r>
            <a:r>
              <a:rPr sz="3200" dirty="0">
                <a:latin typeface="Calibri"/>
                <a:cs typeface="Calibri"/>
              </a:rPr>
              <a:t>(p</a:t>
            </a:r>
            <a:r>
              <a:rPr sz="3200" spc="-10" dirty="0">
                <a:latin typeface="Calibri"/>
                <a:cs typeface="Calibri"/>
              </a:rPr>
              <a:t> </a:t>
            </a:r>
            <a:r>
              <a:rPr sz="3200" dirty="0">
                <a:latin typeface="Symbol"/>
                <a:cs typeface="Symbol"/>
              </a:rPr>
              <a:t></a:t>
            </a:r>
            <a:r>
              <a:rPr sz="3200" spc="-120" dirty="0">
                <a:latin typeface="Times New Roman"/>
                <a:cs typeface="Times New Roman"/>
              </a:rPr>
              <a:t> </a:t>
            </a:r>
            <a:r>
              <a:rPr sz="3200" dirty="0">
                <a:latin typeface="Calibri"/>
                <a:cs typeface="Calibri"/>
              </a:rPr>
              <a:t>q) </a:t>
            </a:r>
            <a:r>
              <a:rPr sz="3200" dirty="0">
                <a:latin typeface="Wingdings"/>
                <a:cs typeface="Wingdings"/>
              </a:rPr>
              <a:t></a:t>
            </a:r>
            <a:r>
              <a:rPr sz="3200" spc="-120" dirty="0">
                <a:latin typeface="Times New Roman"/>
                <a:cs typeface="Times New Roman"/>
              </a:rPr>
              <a:t> </a:t>
            </a:r>
            <a:r>
              <a:rPr sz="3200" dirty="0">
                <a:latin typeface="Symbol"/>
                <a:cs typeface="Symbol"/>
              </a:rPr>
              <a:t></a:t>
            </a:r>
            <a:r>
              <a:rPr sz="3200" dirty="0">
                <a:latin typeface="Calibri"/>
                <a:cs typeface="Calibri"/>
              </a:rPr>
              <a:t>p</a:t>
            </a:r>
            <a:r>
              <a:rPr sz="3200" spc="-5" dirty="0">
                <a:latin typeface="Calibri"/>
                <a:cs typeface="Calibri"/>
              </a:rPr>
              <a:t> </a:t>
            </a:r>
            <a:r>
              <a:rPr sz="3200" dirty="0">
                <a:latin typeface="Symbol"/>
                <a:cs typeface="Symbol"/>
              </a:rPr>
              <a:t></a:t>
            </a:r>
            <a:r>
              <a:rPr sz="3200" spc="-110" dirty="0">
                <a:latin typeface="Times New Roman"/>
                <a:cs typeface="Times New Roman"/>
              </a:rPr>
              <a:t> </a:t>
            </a:r>
            <a:r>
              <a:rPr sz="3200" spc="-25" dirty="0">
                <a:latin typeface="Symbol"/>
                <a:cs typeface="Symbol"/>
              </a:rPr>
              <a:t></a:t>
            </a:r>
            <a:r>
              <a:rPr sz="3200" spc="-25" dirty="0">
                <a:latin typeface="Calibri"/>
                <a:cs typeface="Calibri"/>
              </a:rPr>
              <a:t>q</a:t>
            </a:r>
            <a:endParaRPr sz="3200">
              <a:latin typeface="Calibri"/>
              <a:cs typeface="Calibri"/>
            </a:endParaRPr>
          </a:p>
          <a:p>
            <a:pPr marL="583565" indent="-570865" algn="just">
              <a:lnSpc>
                <a:spcPct val="100000"/>
              </a:lnSpc>
              <a:spcBef>
                <a:spcPts val="750"/>
              </a:spcBef>
              <a:buAutoNum type="romanLcParenR" startAt="3"/>
              <a:tabLst>
                <a:tab pos="583565" algn="l"/>
              </a:tabLst>
            </a:pPr>
            <a:r>
              <a:rPr sz="3200" dirty="0">
                <a:latin typeface="Calibri"/>
                <a:cs typeface="Calibri"/>
              </a:rPr>
              <a:t>Luật</a:t>
            </a:r>
            <a:r>
              <a:rPr sz="3200" spc="-70" dirty="0">
                <a:latin typeface="Calibri"/>
                <a:cs typeface="Calibri"/>
              </a:rPr>
              <a:t> </a:t>
            </a:r>
            <a:r>
              <a:rPr sz="3200" dirty="0">
                <a:latin typeface="Calibri"/>
                <a:cs typeface="Calibri"/>
              </a:rPr>
              <a:t>giao</a:t>
            </a:r>
            <a:r>
              <a:rPr sz="3200" spc="-85" dirty="0">
                <a:latin typeface="Calibri"/>
                <a:cs typeface="Calibri"/>
              </a:rPr>
              <a:t> </a:t>
            </a:r>
            <a:r>
              <a:rPr sz="3200" spc="-10" dirty="0">
                <a:latin typeface="Calibri"/>
                <a:cs typeface="Calibri"/>
              </a:rPr>
              <a:t>hoán:</a:t>
            </a:r>
            <a:endParaRPr sz="3200">
              <a:latin typeface="Calibri"/>
              <a:cs typeface="Calibri"/>
            </a:endParaRPr>
          </a:p>
          <a:p>
            <a:pPr marL="2934335" marR="2925445" algn="ctr">
              <a:lnSpc>
                <a:spcPct val="120000"/>
              </a:lnSpc>
              <a:spcBef>
                <a:spcPts val="20"/>
              </a:spcBef>
            </a:pPr>
            <a:r>
              <a:rPr sz="3200" dirty="0">
                <a:latin typeface="Calibri"/>
                <a:cs typeface="Calibri"/>
              </a:rPr>
              <a:t>p</a:t>
            </a:r>
            <a:r>
              <a:rPr sz="3200" spc="-5"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q</a:t>
            </a:r>
            <a:r>
              <a:rPr sz="3200" spc="-5" dirty="0">
                <a:latin typeface="Calibri"/>
                <a:cs typeface="Calibri"/>
              </a:rPr>
              <a:t> </a:t>
            </a:r>
            <a:r>
              <a:rPr sz="3200" dirty="0">
                <a:latin typeface="Wingdings"/>
                <a:cs typeface="Wingdings"/>
              </a:rPr>
              <a:t></a:t>
            </a:r>
            <a:r>
              <a:rPr sz="3200" spc="-85" dirty="0">
                <a:latin typeface="Times New Roman"/>
                <a:cs typeface="Times New Roman"/>
              </a:rPr>
              <a:t> </a:t>
            </a:r>
            <a:r>
              <a:rPr sz="3200" dirty="0">
                <a:latin typeface="Calibri"/>
                <a:cs typeface="Calibri"/>
              </a:rPr>
              <a:t>q</a:t>
            </a:r>
            <a:r>
              <a:rPr sz="3200" spc="-5" dirty="0">
                <a:latin typeface="Calibri"/>
                <a:cs typeface="Calibri"/>
              </a:rPr>
              <a:t> </a:t>
            </a:r>
            <a:r>
              <a:rPr sz="3200" dirty="0">
                <a:latin typeface="Symbol"/>
                <a:cs typeface="Symbol"/>
              </a:rPr>
              <a:t></a:t>
            </a:r>
            <a:r>
              <a:rPr sz="3200" spc="-95" dirty="0">
                <a:latin typeface="Times New Roman"/>
                <a:cs typeface="Times New Roman"/>
              </a:rPr>
              <a:t> </a:t>
            </a:r>
            <a:r>
              <a:rPr sz="3200" spc="-25" dirty="0">
                <a:latin typeface="Calibri"/>
                <a:cs typeface="Calibri"/>
              </a:rPr>
              <a:t>p, </a:t>
            </a:r>
            <a:r>
              <a:rPr sz="3200" dirty="0">
                <a:latin typeface="Calibri"/>
                <a:cs typeface="Calibri"/>
              </a:rPr>
              <a:t>p</a:t>
            </a:r>
            <a:r>
              <a:rPr sz="3200" spc="-10"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q</a:t>
            </a:r>
            <a:r>
              <a:rPr sz="3200" spc="-5" dirty="0">
                <a:latin typeface="Calibri"/>
                <a:cs typeface="Calibri"/>
              </a:rPr>
              <a:t> </a:t>
            </a:r>
            <a:r>
              <a:rPr sz="3200" dirty="0">
                <a:latin typeface="Wingdings"/>
                <a:cs typeface="Wingdings"/>
              </a:rPr>
              <a:t></a:t>
            </a:r>
            <a:r>
              <a:rPr sz="3200" spc="-90" dirty="0">
                <a:latin typeface="Times New Roman"/>
                <a:cs typeface="Times New Roman"/>
              </a:rPr>
              <a:t> </a:t>
            </a:r>
            <a:r>
              <a:rPr sz="3200" dirty="0">
                <a:latin typeface="Calibri"/>
                <a:cs typeface="Calibri"/>
              </a:rPr>
              <a:t>q</a:t>
            </a:r>
            <a:r>
              <a:rPr sz="3200" spc="-10" dirty="0">
                <a:latin typeface="Calibri"/>
                <a:cs typeface="Calibri"/>
              </a:rPr>
              <a:t> </a:t>
            </a:r>
            <a:r>
              <a:rPr sz="3200" dirty="0">
                <a:latin typeface="Symbol"/>
                <a:cs typeface="Symbol"/>
              </a:rPr>
              <a:t></a:t>
            </a:r>
            <a:r>
              <a:rPr sz="3200" spc="-95" dirty="0">
                <a:latin typeface="Times New Roman"/>
                <a:cs typeface="Times New Roman"/>
              </a:rPr>
              <a:t> </a:t>
            </a:r>
            <a:r>
              <a:rPr sz="3200" spc="-50" dirty="0">
                <a:latin typeface="Calibri"/>
                <a:cs typeface="Calibri"/>
              </a:rPr>
              <a:t>p</a:t>
            </a:r>
            <a:endParaRPr sz="3200">
              <a:latin typeface="Calibri"/>
              <a:cs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07340" y="288391"/>
            <a:ext cx="6704330" cy="5299710"/>
          </a:xfrm>
          <a:prstGeom prst="rect">
            <a:avLst/>
          </a:prstGeom>
        </p:spPr>
        <p:txBody>
          <a:bodyPr vert="horz" wrap="square" lIns="0" tIns="113030" rIns="0" bIns="0" rtlCol="0">
            <a:spAutoFit/>
          </a:bodyPr>
          <a:lstStyle/>
          <a:p>
            <a:pPr marL="584200" indent="-571500">
              <a:lnSpc>
                <a:spcPct val="100000"/>
              </a:lnSpc>
              <a:spcBef>
                <a:spcPts val="890"/>
              </a:spcBef>
              <a:buAutoNum type="romanLcParenR" startAt="4"/>
              <a:tabLst>
                <a:tab pos="584200" algn="l"/>
              </a:tabLst>
            </a:pPr>
            <a:r>
              <a:rPr sz="3200" dirty="0">
                <a:latin typeface="Calibri"/>
                <a:cs typeface="Calibri"/>
              </a:rPr>
              <a:t>Luật</a:t>
            </a:r>
            <a:r>
              <a:rPr sz="3200" spc="-95" dirty="0">
                <a:latin typeface="Calibri"/>
                <a:cs typeface="Calibri"/>
              </a:rPr>
              <a:t> </a:t>
            </a:r>
            <a:r>
              <a:rPr sz="3200" dirty="0">
                <a:latin typeface="Calibri"/>
                <a:cs typeface="Calibri"/>
              </a:rPr>
              <a:t>kết</a:t>
            </a:r>
            <a:r>
              <a:rPr sz="3200" spc="-95" dirty="0">
                <a:latin typeface="Calibri"/>
                <a:cs typeface="Calibri"/>
              </a:rPr>
              <a:t> </a:t>
            </a:r>
            <a:r>
              <a:rPr sz="3200" dirty="0">
                <a:latin typeface="Calibri"/>
                <a:cs typeface="Calibri"/>
              </a:rPr>
              <a:t>hợp</a:t>
            </a:r>
            <a:r>
              <a:rPr sz="3200" spc="-95" dirty="0">
                <a:latin typeface="Calibri"/>
                <a:cs typeface="Calibri"/>
              </a:rPr>
              <a:t> </a:t>
            </a:r>
            <a:r>
              <a:rPr sz="3200" spc="-50" dirty="0">
                <a:latin typeface="Calibri"/>
                <a:cs typeface="Calibri"/>
              </a:rPr>
              <a:t>:</a:t>
            </a:r>
            <a:endParaRPr sz="3200">
              <a:latin typeface="Calibri"/>
              <a:cs typeface="Calibri"/>
            </a:endParaRPr>
          </a:p>
          <a:p>
            <a:pPr marL="2230120" marR="398780" algn="ctr">
              <a:lnSpc>
                <a:spcPct val="120000"/>
              </a:lnSpc>
              <a:spcBef>
                <a:spcPts val="25"/>
              </a:spcBef>
            </a:pPr>
            <a:r>
              <a:rPr sz="3200" dirty="0">
                <a:latin typeface="Calibri"/>
                <a:cs typeface="Calibri"/>
              </a:rPr>
              <a:t>(p</a:t>
            </a:r>
            <a:r>
              <a:rPr sz="3200" spc="-10"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q)</a:t>
            </a:r>
            <a:r>
              <a:rPr sz="3200" spc="-5"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r</a:t>
            </a:r>
            <a:r>
              <a:rPr sz="3200" spc="-20" dirty="0">
                <a:latin typeface="Calibri"/>
                <a:cs typeface="Calibri"/>
              </a:rPr>
              <a:t> </a:t>
            </a:r>
            <a:r>
              <a:rPr sz="3200" dirty="0">
                <a:latin typeface="Wingdings"/>
                <a:cs typeface="Wingdings"/>
              </a:rPr>
              <a:t></a:t>
            </a:r>
            <a:r>
              <a:rPr sz="3200" spc="-95" dirty="0">
                <a:latin typeface="Times New Roman"/>
                <a:cs typeface="Times New Roman"/>
              </a:rPr>
              <a:t> </a:t>
            </a:r>
            <a:r>
              <a:rPr sz="3200" dirty="0">
                <a:latin typeface="Calibri"/>
                <a:cs typeface="Calibri"/>
              </a:rPr>
              <a:t>p</a:t>
            </a:r>
            <a:r>
              <a:rPr sz="3200" spc="-5"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(q</a:t>
            </a:r>
            <a:r>
              <a:rPr sz="3200" spc="-10" dirty="0">
                <a:latin typeface="Calibri"/>
                <a:cs typeface="Calibri"/>
              </a:rPr>
              <a:t> </a:t>
            </a:r>
            <a:r>
              <a:rPr sz="3200" dirty="0">
                <a:latin typeface="Symbol"/>
                <a:cs typeface="Symbol"/>
              </a:rPr>
              <a:t></a:t>
            </a:r>
            <a:r>
              <a:rPr sz="3200" spc="-90" dirty="0">
                <a:latin typeface="Times New Roman"/>
                <a:cs typeface="Times New Roman"/>
              </a:rPr>
              <a:t> </a:t>
            </a:r>
            <a:r>
              <a:rPr sz="3200" spc="-25" dirty="0">
                <a:latin typeface="Calibri"/>
                <a:cs typeface="Calibri"/>
              </a:rPr>
              <a:t>r), </a:t>
            </a:r>
            <a:r>
              <a:rPr sz="3200" dirty="0">
                <a:latin typeface="Calibri"/>
                <a:cs typeface="Calibri"/>
              </a:rPr>
              <a:t>(p</a:t>
            </a:r>
            <a:r>
              <a:rPr sz="3200" spc="-15"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q)</a:t>
            </a:r>
            <a:r>
              <a:rPr sz="3200" spc="-10"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r</a:t>
            </a:r>
            <a:r>
              <a:rPr sz="3200" spc="-20" dirty="0">
                <a:latin typeface="Calibri"/>
                <a:cs typeface="Calibri"/>
              </a:rPr>
              <a:t> </a:t>
            </a:r>
            <a:r>
              <a:rPr sz="3200" dirty="0">
                <a:latin typeface="Wingdings"/>
                <a:cs typeface="Wingdings"/>
              </a:rPr>
              <a:t></a:t>
            </a:r>
            <a:r>
              <a:rPr sz="3200" spc="-95" dirty="0">
                <a:latin typeface="Times New Roman"/>
                <a:cs typeface="Times New Roman"/>
              </a:rPr>
              <a:t> </a:t>
            </a:r>
            <a:r>
              <a:rPr sz="3200" dirty="0">
                <a:latin typeface="Calibri"/>
                <a:cs typeface="Calibri"/>
              </a:rPr>
              <a:t>p</a:t>
            </a:r>
            <a:r>
              <a:rPr sz="3200" spc="-10"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(q</a:t>
            </a:r>
            <a:r>
              <a:rPr sz="3200" spc="-15" dirty="0">
                <a:latin typeface="Calibri"/>
                <a:cs typeface="Calibri"/>
              </a:rPr>
              <a:t> </a:t>
            </a:r>
            <a:r>
              <a:rPr sz="3200" dirty="0">
                <a:latin typeface="Symbol"/>
                <a:cs typeface="Symbol"/>
              </a:rPr>
              <a:t></a:t>
            </a:r>
            <a:r>
              <a:rPr sz="3200" spc="-90" dirty="0">
                <a:latin typeface="Times New Roman"/>
                <a:cs typeface="Times New Roman"/>
              </a:rPr>
              <a:t> </a:t>
            </a:r>
            <a:r>
              <a:rPr sz="3200" spc="-25" dirty="0">
                <a:latin typeface="Calibri"/>
                <a:cs typeface="Calibri"/>
              </a:rPr>
              <a:t>r)</a:t>
            </a:r>
            <a:endParaRPr sz="3200">
              <a:latin typeface="Calibri"/>
              <a:cs typeface="Calibri"/>
            </a:endParaRPr>
          </a:p>
          <a:p>
            <a:pPr marL="502920" indent="-490220">
              <a:lnSpc>
                <a:spcPct val="100000"/>
              </a:lnSpc>
              <a:spcBef>
                <a:spcPts val="745"/>
              </a:spcBef>
              <a:buAutoNum type="romanLcParenR" startAt="5"/>
              <a:tabLst>
                <a:tab pos="502920" algn="l"/>
              </a:tabLst>
            </a:pPr>
            <a:r>
              <a:rPr sz="3200" dirty="0">
                <a:latin typeface="Calibri"/>
                <a:cs typeface="Calibri"/>
              </a:rPr>
              <a:t>Luật</a:t>
            </a:r>
            <a:r>
              <a:rPr sz="3200" spc="-70" dirty="0">
                <a:latin typeface="Calibri"/>
                <a:cs typeface="Calibri"/>
              </a:rPr>
              <a:t> </a:t>
            </a:r>
            <a:r>
              <a:rPr sz="3200" dirty="0">
                <a:latin typeface="Calibri"/>
                <a:cs typeface="Calibri"/>
              </a:rPr>
              <a:t>phân</a:t>
            </a:r>
            <a:r>
              <a:rPr sz="3200" spc="-70" dirty="0">
                <a:latin typeface="Calibri"/>
                <a:cs typeface="Calibri"/>
              </a:rPr>
              <a:t> </a:t>
            </a:r>
            <a:r>
              <a:rPr sz="3200" spc="-25" dirty="0">
                <a:latin typeface="Calibri"/>
                <a:cs typeface="Calibri"/>
              </a:rPr>
              <a:t>bố:</a:t>
            </a:r>
            <a:endParaRPr sz="3200">
              <a:latin typeface="Calibri"/>
              <a:cs typeface="Calibri"/>
            </a:endParaRPr>
          </a:p>
          <a:p>
            <a:pPr marL="1824355" algn="ctr">
              <a:lnSpc>
                <a:spcPct val="100000"/>
              </a:lnSpc>
              <a:spcBef>
                <a:spcPts val="795"/>
              </a:spcBef>
            </a:pPr>
            <a:r>
              <a:rPr sz="3200" dirty="0">
                <a:latin typeface="Calibri"/>
                <a:cs typeface="Calibri"/>
              </a:rPr>
              <a:t>p</a:t>
            </a:r>
            <a:r>
              <a:rPr sz="3200" spc="-10" dirty="0">
                <a:latin typeface="Calibri"/>
                <a:cs typeface="Calibri"/>
              </a:rPr>
              <a:t> </a:t>
            </a:r>
            <a:r>
              <a:rPr sz="3200" dirty="0">
                <a:latin typeface="Symbol"/>
                <a:cs typeface="Symbol"/>
              </a:rPr>
              <a:t></a:t>
            </a:r>
            <a:r>
              <a:rPr sz="3200" spc="-90" dirty="0">
                <a:latin typeface="Times New Roman"/>
                <a:cs typeface="Times New Roman"/>
              </a:rPr>
              <a:t> </a:t>
            </a:r>
            <a:r>
              <a:rPr sz="3200" dirty="0">
                <a:latin typeface="Calibri"/>
                <a:cs typeface="Calibri"/>
              </a:rPr>
              <a:t>(q</a:t>
            </a:r>
            <a:r>
              <a:rPr sz="3200" spc="-10"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r)</a:t>
            </a:r>
            <a:r>
              <a:rPr sz="3200" spc="-20" dirty="0">
                <a:latin typeface="Calibri"/>
                <a:cs typeface="Calibri"/>
              </a:rPr>
              <a:t> </a:t>
            </a:r>
            <a:r>
              <a:rPr sz="3200" dirty="0">
                <a:latin typeface="Wingdings"/>
                <a:cs typeface="Wingdings"/>
              </a:rPr>
              <a:t></a:t>
            </a:r>
            <a:r>
              <a:rPr sz="3200" spc="-90" dirty="0">
                <a:latin typeface="Times New Roman"/>
                <a:cs typeface="Times New Roman"/>
              </a:rPr>
              <a:t> </a:t>
            </a:r>
            <a:r>
              <a:rPr sz="3200" dirty="0">
                <a:latin typeface="Calibri"/>
                <a:cs typeface="Calibri"/>
              </a:rPr>
              <a:t>(p</a:t>
            </a:r>
            <a:r>
              <a:rPr sz="3200" spc="-10"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q) </a:t>
            </a:r>
            <a:r>
              <a:rPr sz="3200" dirty="0">
                <a:latin typeface="Symbol"/>
                <a:cs typeface="Symbol"/>
              </a:rPr>
              <a:t></a:t>
            </a:r>
            <a:r>
              <a:rPr sz="3200" spc="-105" dirty="0">
                <a:latin typeface="Times New Roman"/>
                <a:cs typeface="Times New Roman"/>
              </a:rPr>
              <a:t> </a:t>
            </a:r>
            <a:r>
              <a:rPr sz="3200" dirty="0">
                <a:latin typeface="Calibri"/>
                <a:cs typeface="Calibri"/>
              </a:rPr>
              <a:t>(p</a:t>
            </a:r>
            <a:r>
              <a:rPr sz="3200" spc="5" dirty="0">
                <a:latin typeface="Calibri"/>
                <a:cs typeface="Calibri"/>
              </a:rPr>
              <a:t> </a:t>
            </a:r>
            <a:r>
              <a:rPr sz="3200" dirty="0">
                <a:latin typeface="Symbol"/>
                <a:cs typeface="Symbol"/>
              </a:rPr>
              <a:t></a:t>
            </a:r>
            <a:r>
              <a:rPr sz="3200" spc="-105" dirty="0">
                <a:latin typeface="Times New Roman"/>
                <a:cs typeface="Times New Roman"/>
              </a:rPr>
              <a:t> </a:t>
            </a:r>
            <a:r>
              <a:rPr sz="3200" spc="-25" dirty="0">
                <a:latin typeface="Calibri"/>
                <a:cs typeface="Calibri"/>
              </a:rPr>
              <a:t>r)</a:t>
            </a:r>
            <a:endParaRPr sz="3200">
              <a:latin typeface="Calibri"/>
              <a:cs typeface="Calibri"/>
            </a:endParaRPr>
          </a:p>
          <a:p>
            <a:pPr marL="1824355" algn="ctr">
              <a:lnSpc>
                <a:spcPct val="100000"/>
              </a:lnSpc>
              <a:spcBef>
                <a:spcPts val="770"/>
              </a:spcBef>
            </a:pPr>
            <a:r>
              <a:rPr sz="3200" dirty="0">
                <a:latin typeface="Calibri"/>
                <a:cs typeface="Calibri"/>
              </a:rPr>
              <a:t>p</a:t>
            </a:r>
            <a:r>
              <a:rPr sz="3200" spc="-10" dirty="0">
                <a:latin typeface="Calibri"/>
                <a:cs typeface="Calibri"/>
              </a:rPr>
              <a:t> </a:t>
            </a:r>
            <a:r>
              <a:rPr sz="3200" dirty="0">
                <a:latin typeface="Symbol"/>
                <a:cs typeface="Symbol"/>
              </a:rPr>
              <a:t></a:t>
            </a:r>
            <a:r>
              <a:rPr sz="3200" spc="-90" dirty="0">
                <a:latin typeface="Times New Roman"/>
                <a:cs typeface="Times New Roman"/>
              </a:rPr>
              <a:t> </a:t>
            </a:r>
            <a:r>
              <a:rPr sz="3200" dirty="0">
                <a:latin typeface="Calibri"/>
                <a:cs typeface="Calibri"/>
              </a:rPr>
              <a:t>(q</a:t>
            </a:r>
            <a:r>
              <a:rPr sz="3200" spc="-10"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r)</a:t>
            </a:r>
            <a:r>
              <a:rPr sz="3200" spc="-20" dirty="0">
                <a:latin typeface="Calibri"/>
                <a:cs typeface="Calibri"/>
              </a:rPr>
              <a:t> </a:t>
            </a:r>
            <a:r>
              <a:rPr sz="3200" dirty="0">
                <a:latin typeface="Wingdings"/>
                <a:cs typeface="Wingdings"/>
              </a:rPr>
              <a:t></a:t>
            </a:r>
            <a:r>
              <a:rPr sz="3200" spc="-90" dirty="0">
                <a:latin typeface="Times New Roman"/>
                <a:cs typeface="Times New Roman"/>
              </a:rPr>
              <a:t> </a:t>
            </a:r>
            <a:r>
              <a:rPr sz="3200" dirty="0">
                <a:latin typeface="Calibri"/>
                <a:cs typeface="Calibri"/>
              </a:rPr>
              <a:t>(p</a:t>
            </a:r>
            <a:r>
              <a:rPr sz="3200" spc="-10"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q) </a:t>
            </a:r>
            <a:r>
              <a:rPr sz="3200" dirty="0">
                <a:latin typeface="Symbol"/>
                <a:cs typeface="Symbol"/>
              </a:rPr>
              <a:t></a:t>
            </a:r>
            <a:r>
              <a:rPr sz="3200" spc="-105" dirty="0">
                <a:latin typeface="Times New Roman"/>
                <a:cs typeface="Times New Roman"/>
              </a:rPr>
              <a:t> </a:t>
            </a:r>
            <a:r>
              <a:rPr sz="3200" dirty="0">
                <a:latin typeface="Calibri"/>
                <a:cs typeface="Calibri"/>
              </a:rPr>
              <a:t>(p</a:t>
            </a:r>
            <a:r>
              <a:rPr sz="3200" spc="5" dirty="0">
                <a:latin typeface="Calibri"/>
                <a:cs typeface="Calibri"/>
              </a:rPr>
              <a:t> </a:t>
            </a:r>
            <a:r>
              <a:rPr sz="3200" dirty="0">
                <a:latin typeface="Symbol"/>
                <a:cs typeface="Symbol"/>
              </a:rPr>
              <a:t></a:t>
            </a:r>
            <a:r>
              <a:rPr sz="3200" spc="-105" dirty="0">
                <a:latin typeface="Times New Roman"/>
                <a:cs typeface="Times New Roman"/>
              </a:rPr>
              <a:t> </a:t>
            </a:r>
            <a:r>
              <a:rPr sz="3200" spc="-25" dirty="0">
                <a:latin typeface="Calibri"/>
                <a:cs typeface="Calibri"/>
              </a:rPr>
              <a:t>r)</a:t>
            </a:r>
            <a:endParaRPr sz="3200">
              <a:latin typeface="Calibri"/>
              <a:cs typeface="Calibri"/>
            </a:endParaRPr>
          </a:p>
          <a:p>
            <a:pPr marL="503555" indent="-490855">
              <a:lnSpc>
                <a:spcPct val="100000"/>
              </a:lnSpc>
              <a:spcBef>
                <a:spcPts val="740"/>
              </a:spcBef>
              <a:buAutoNum type="romanLcParenR" startAt="6"/>
              <a:tabLst>
                <a:tab pos="503555" algn="l"/>
              </a:tabLst>
            </a:pPr>
            <a:r>
              <a:rPr sz="3200" dirty="0">
                <a:latin typeface="Calibri"/>
                <a:cs typeface="Calibri"/>
              </a:rPr>
              <a:t>Luật</a:t>
            </a:r>
            <a:r>
              <a:rPr sz="3200" spc="-50" dirty="0">
                <a:latin typeface="Calibri"/>
                <a:cs typeface="Calibri"/>
              </a:rPr>
              <a:t> </a:t>
            </a:r>
            <a:r>
              <a:rPr sz="3200" dirty="0">
                <a:latin typeface="Calibri"/>
                <a:cs typeface="Calibri"/>
              </a:rPr>
              <a:t>lũy</a:t>
            </a:r>
            <a:r>
              <a:rPr sz="3200" spc="-60" dirty="0">
                <a:latin typeface="Calibri"/>
                <a:cs typeface="Calibri"/>
              </a:rPr>
              <a:t> </a:t>
            </a:r>
            <a:r>
              <a:rPr sz="3200" spc="-10" dirty="0">
                <a:latin typeface="Calibri"/>
                <a:cs typeface="Calibri"/>
              </a:rPr>
              <a:t>đẳng:</a:t>
            </a:r>
            <a:endParaRPr sz="3200">
              <a:latin typeface="Calibri"/>
              <a:cs typeface="Calibri"/>
            </a:endParaRPr>
          </a:p>
          <a:p>
            <a:pPr marL="3420745" marR="1588770" algn="ctr">
              <a:lnSpc>
                <a:spcPct val="120100"/>
              </a:lnSpc>
              <a:spcBef>
                <a:spcPts val="20"/>
              </a:spcBef>
            </a:pPr>
            <a:r>
              <a:rPr sz="3200" dirty="0">
                <a:latin typeface="Calibri"/>
                <a:cs typeface="Calibri"/>
              </a:rPr>
              <a:t>p</a:t>
            </a:r>
            <a:r>
              <a:rPr sz="3200" spc="-10" dirty="0">
                <a:latin typeface="Calibri"/>
                <a:cs typeface="Calibri"/>
              </a:rPr>
              <a:t> </a:t>
            </a:r>
            <a:r>
              <a:rPr sz="3200" dirty="0">
                <a:latin typeface="Symbol"/>
                <a:cs typeface="Symbol"/>
              </a:rPr>
              <a:t></a:t>
            </a:r>
            <a:r>
              <a:rPr sz="3200" spc="-90" dirty="0">
                <a:latin typeface="Times New Roman"/>
                <a:cs typeface="Times New Roman"/>
              </a:rPr>
              <a:t> </a:t>
            </a:r>
            <a:r>
              <a:rPr sz="3200" dirty="0">
                <a:latin typeface="Calibri"/>
                <a:cs typeface="Calibri"/>
              </a:rPr>
              <a:t>p</a:t>
            </a:r>
            <a:r>
              <a:rPr sz="3200" spc="-10" dirty="0">
                <a:latin typeface="Calibri"/>
                <a:cs typeface="Calibri"/>
              </a:rPr>
              <a:t> </a:t>
            </a:r>
            <a:r>
              <a:rPr sz="3200" dirty="0">
                <a:latin typeface="Wingdings"/>
                <a:cs typeface="Wingdings"/>
              </a:rPr>
              <a:t></a:t>
            </a:r>
            <a:r>
              <a:rPr sz="3200" spc="-90" dirty="0">
                <a:latin typeface="Times New Roman"/>
                <a:cs typeface="Times New Roman"/>
              </a:rPr>
              <a:t> </a:t>
            </a:r>
            <a:r>
              <a:rPr sz="3200" spc="-60" dirty="0">
                <a:latin typeface="Calibri"/>
                <a:cs typeface="Calibri"/>
              </a:rPr>
              <a:t>p </a:t>
            </a:r>
            <a:r>
              <a:rPr sz="3200" dirty="0">
                <a:latin typeface="Calibri"/>
                <a:cs typeface="Calibri"/>
              </a:rPr>
              <a:t>p</a:t>
            </a:r>
            <a:r>
              <a:rPr sz="3200" spc="-5" dirty="0">
                <a:latin typeface="Calibri"/>
                <a:cs typeface="Calibri"/>
              </a:rPr>
              <a:t> </a:t>
            </a:r>
            <a:r>
              <a:rPr sz="3200" dirty="0">
                <a:latin typeface="Symbol"/>
                <a:cs typeface="Symbol"/>
              </a:rPr>
              <a:t></a:t>
            </a:r>
            <a:r>
              <a:rPr sz="3200" spc="-90" dirty="0">
                <a:latin typeface="Times New Roman"/>
                <a:cs typeface="Times New Roman"/>
              </a:rPr>
              <a:t> </a:t>
            </a:r>
            <a:r>
              <a:rPr sz="3200" dirty="0">
                <a:latin typeface="Calibri"/>
                <a:cs typeface="Calibri"/>
              </a:rPr>
              <a:t>p</a:t>
            </a:r>
            <a:r>
              <a:rPr sz="3200" spc="-5" dirty="0">
                <a:latin typeface="Calibri"/>
                <a:cs typeface="Calibri"/>
              </a:rPr>
              <a:t> </a:t>
            </a:r>
            <a:r>
              <a:rPr sz="3200" dirty="0">
                <a:latin typeface="Wingdings"/>
                <a:cs typeface="Wingdings"/>
              </a:rPr>
              <a:t></a:t>
            </a:r>
            <a:r>
              <a:rPr sz="3200" spc="-90" dirty="0">
                <a:latin typeface="Times New Roman"/>
                <a:cs typeface="Times New Roman"/>
              </a:rPr>
              <a:t> </a:t>
            </a:r>
            <a:r>
              <a:rPr sz="3200" spc="-50" dirty="0">
                <a:latin typeface="Calibri"/>
                <a:cs typeface="Calibri"/>
              </a:rPr>
              <a:t>p</a:t>
            </a:r>
            <a:endParaRPr sz="3200">
              <a:latin typeface="Calibri"/>
              <a:cs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7340" y="388365"/>
            <a:ext cx="3140710" cy="513715"/>
          </a:xfrm>
          <a:prstGeom prst="rect">
            <a:avLst/>
          </a:prstGeom>
        </p:spPr>
        <p:txBody>
          <a:bodyPr vert="horz" wrap="square" lIns="0" tIns="13335" rIns="0" bIns="0" rtlCol="0">
            <a:spAutoFit/>
          </a:bodyPr>
          <a:lstStyle/>
          <a:p>
            <a:pPr marL="12700">
              <a:lnSpc>
                <a:spcPct val="100000"/>
              </a:lnSpc>
              <a:spcBef>
                <a:spcPts val="105"/>
              </a:spcBef>
            </a:pPr>
            <a:r>
              <a:rPr sz="3200" dirty="0"/>
              <a:t>vii)</a:t>
            </a:r>
            <a:r>
              <a:rPr sz="3200" spc="-80" dirty="0"/>
              <a:t> </a:t>
            </a:r>
            <a:r>
              <a:rPr sz="3200" dirty="0"/>
              <a:t>Luật</a:t>
            </a:r>
            <a:r>
              <a:rPr sz="3200" spc="-65" dirty="0"/>
              <a:t> </a:t>
            </a:r>
            <a:r>
              <a:rPr sz="3200" dirty="0"/>
              <a:t>trung</a:t>
            </a:r>
            <a:r>
              <a:rPr sz="3200" spc="-65" dirty="0"/>
              <a:t> </a:t>
            </a:r>
            <a:r>
              <a:rPr sz="3200" spc="-20" dirty="0"/>
              <a:t>hòa:</a:t>
            </a:r>
            <a:endParaRPr sz="3200"/>
          </a:p>
        </p:txBody>
      </p:sp>
      <p:sp>
        <p:nvSpPr>
          <p:cNvPr id="3" name="object 3"/>
          <p:cNvSpPr txBox="1"/>
          <p:nvPr/>
        </p:nvSpPr>
        <p:spPr>
          <a:xfrm>
            <a:off x="307340" y="880080"/>
            <a:ext cx="5262245" cy="3536950"/>
          </a:xfrm>
          <a:prstGeom prst="rect">
            <a:avLst/>
          </a:prstGeom>
        </p:spPr>
        <p:txBody>
          <a:bodyPr vert="horz" wrap="square" lIns="0" tIns="12065" rIns="0" bIns="0" rtlCol="0">
            <a:spAutoFit/>
          </a:bodyPr>
          <a:lstStyle/>
          <a:p>
            <a:pPr marL="3425190" marR="151130">
              <a:lnSpc>
                <a:spcPct val="120000"/>
              </a:lnSpc>
              <a:spcBef>
                <a:spcPts val="95"/>
              </a:spcBef>
            </a:pPr>
            <a:r>
              <a:rPr sz="3200" dirty="0">
                <a:latin typeface="Calibri"/>
                <a:cs typeface="Calibri"/>
              </a:rPr>
              <a:t>p</a:t>
            </a:r>
            <a:r>
              <a:rPr sz="3200" spc="-5" dirty="0">
                <a:latin typeface="Calibri"/>
                <a:cs typeface="Calibri"/>
              </a:rPr>
              <a:t> </a:t>
            </a:r>
            <a:r>
              <a:rPr sz="3200" dirty="0">
                <a:latin typeface="Symbol"/>
                <a:cs typeface="Symbol"/>
              </a:rPr>
              <a:t></a:t>
            </a:r>
            <a:r>
              <a:rPr sz="3200" spc="-90" dirty="0">
                <a:latin typeface="Times New Roman"/>
                <a:cs typeface="Times New Roman"/>
              </a:rPr>
              <a:t> </a:t>
            </a:r>
            <a:r>
              <a:rPr sz="3200" b="1" dirty="0">
                <a:latin typeface="Calibri"/>
                <a:cs typeface="Calibri"/>
              </a:rPr>
              <a:t>1</a:t>
            </a:r>
            <a:r>
              <a:rPr sz="3200" b="1" spc="-5" dirty="0">
                <a:latin typeface="Calibri"/>
                <a:cs typeface="Calibri"/>
              </a:rPr>
              <a:t> </a:t>
            </a:r>
            <a:r>
              <a:rPr sz="3200" dirty="0">
                <a:latin typeface="Wingdings"/>
                <a:cs typeface="Wingdings"/>
              </a:rPr>
              <a:t></a:t>
            </a:r>
            <a:r>
              <a:rPr sz="3200" spc="-105" dirty="0">
                <a:latin typeface="Times New Roman"/>
                <a:cs typeface="Times New Roman"/>
              </a:rPr>
              <a:t> </a:t>
            </a:r>
            <a:r>
              <a:rPr sz="3200" spc="-50" dirty="0">
                <a:latin typeface="Calibri"/>
                <a:cs typeface="Calibri"/>
              </a:rPr>
              <a:t>p </a:t>
            </a:r>
            <a:r>
              <a:rPr sz="3200" dirty="0">
                <a:latin typeface="Calibri"/>
                <a:cs typeface="Calibri"/>
              </a:rPr>
              <a:t>p</a:t>
            </a:r>
            <a:r>
              <a:rPr sz="3200" spc="-5" dirty="0">
                <a:latin typeface="Calibri"/>
                <a:cs typeface="Calibri"/>
              </a:rPr>
              <a:t> </a:t>
            </a:r>
            <a:r>
              <a:rPr sz="3200" dirty="0">
                <a:latin typeface="Symbol"/>
                <a:cs typeface="Symbol"/>
              </a:rPr>
              <a:t></a:t>
            </a:r>
            <a:r>
              <a:rPr sz="3200" spc="-85" dirty="0">
                <a:latin typeface="Times New Roman"/>
                <a:cs typeface="Times New Roman"/>
              </a:rPr>
              <a:t> </a:t>
            </a:r>
            <a:r>
              <a:rPr sz="3200" b="1" dirty="0">
                <a:latin typeface="Calibri"/>
                <a:cs typeface="Calibri"/>
              </a:rPr>
              <a:t>0</a:t>
            </a:r>
            <a:r>
              <a:rPr sz="3200" b="1" spc="-5" dirty="0">
                <a:latin typeface="Calibri"/>
                <a:cs typeface="Calibri"/>
              </a:rPr>
              <a:t> </a:t>
            </a:r>
            <a:r>
              <a:rPr sz="3200" dirty="0">
                <a:latin typeface="Wingdings"/>
                <a:cs typeface="Wingdings"/>
              </a:rPr>
              <a:t></a:t>
            </a:r>
            <a:r>
              <a:rPr sz="3200" spc="-100" dirty="0">
                <a:latin typeface="Times New Roman"/>
                <a:cs typeface="Times New Roman"/>
              </a:rPr>
              <a:t> </a:t>
            </a:r>
            <a:r>
              <a:rPr sz="3200" spc="-50" dirty="0">
                <a:latin typeface="Calibri"/>
                <a:cs typeface="Calibri"/>
              </a:rPr>
              <a:t>p</a:t>
            </a:r>
            <a:endParaRPr sz="3200">
              <a:latin typeface="Calibri"/>
              <a:cs typeface="Calibri"/>
            </a:endParaRPr>
          </a:p>
          <a:p>
            <a:pPr>
              <a:lnSpc>
                <a:spcPct val="100000"/>
              </a:lnSpc>
              <a:spcBef>
                <a:spcPts val="1450"/>
              </a:spcBef>
            </a:pPr>
            <a:endParaRPr sz="3200">
              <a:latin typeface="Calibri"/>
              <a:cs typeface="Calibri"/>
            </a:endParaRPr>
          </a:p>
          <a:p>
            <a:pPr marL="12700">
              <a:lnSpc>
                <a:spcPct val="100000"/>
              </a:lnSpc>
            </a:pPr>
            <a:r>
              <a:rPr sz="3200" dirty="0">
                <a:latin typeface="Calibri"/>
                <a:cs typeface="Calibri"/>
              </a:rPr>
              <a:t>viii)</a:t>
            </a:r>
            <a:r>
              <a:rPr sz="3200" spc="-40" dirty="0">
                <a:latin typeface="Calibri"/>
                <a:cs typeface="Calibri"/>
              </a:rPr>
              <a:t> </a:t>
            </a:r>
            <a:r>
              <a:rPr sz="3200" dirty="0">
                <a:latin typeface="Calibri"/>
                <a:cs typeface="Calibri"/>
              </a:rPr>
              <a:t>Luật</a:t>
            </a:r>
            <a:r>
              <a:rPr sz="3200" spc="-45" dirty="0">
                <a:latin typeface="Calibri"/>
                <a:cs typeface="Calibri"/>
              </a:rPr>
              <a:t> </a:t>
            </a:r>
            <a:r>
              <a:rPr sz="3200" dirty="0">
                <a:latin typeface="Calibri"/>
                <a:cs typeface="Calibri"/>
              </a:rPr>
              <a:t>về</a:t>
            </a:r>
            <a:r>
              <a:rPr sz="3200" spc="-55" dirty="0">
                <a:latin typeface="Calibri"/>
                <a:cs typeface="Calibri"/>
              </a:rPr>
              <a:t> </a:t>
            </a:r>
            <a:r>
              <a:rPr sz="3200" dirty="0">
                <a:latin typeface="Calibri"/>
                <a:cs typeface="Calibri"/>
              </a:rPr>
              <a:t>phần</a:t>
            </a:r>
            <a:r>
              <a:rPr sz="3200" spc="-45" dirty="0">
                <a:latin typeface="Calibri"/>
                <a:cs typeface="Calibri"/>
              </a:rPr>
              <a:t> </a:t>
            </a:r>
            <a:r>
              <a:rPr sz="3200" dirty="0">
                <a:latin typeface="Calibri"/>
                <a:cs typeface="Calibri"/>
              </a:rPr>
              <a:t>tử</a:t>
            </a:r>
            <a:r>
              <a:rPr sz="3200" spc="-55" dirty="0">
                <a:latin typeface="Calibri"/>
                <a:cs typeface="Calibri"/>
              </a:rPr>
              <a:t> </a:t>
            </a:r>
            <a:r>
              <a:rPr sz="3200" dirty="0">
                <a:latin typeface="Calibri"/>
                <a:cs typeface="Calibri"/>
              </a:rPr>
              <a:t>bù</a:t>
            </a:r>
            <a:r>
              <a:rPr sz="3200" spc="-40" dirty="0">
                <a:latin typeface="Calibri"/>
                <a:cs typeface="Calibri"/>
              </a:rPr>
              <a:t> </a:t>
            </a:r>
            <a:r>
              <a:rPr sz="3200" spc="-50" dirty="0">
                <a:latin typeface="Calibri"/>
                <a:cs typeface="Calibri"/>
              </a:rPr>
              <a:t>:</a:t>
            </a:r>
            <a:endParaRPr sz="3200">
              <a:latin typeface="Calibri"/>
              <a:cs typeface="Calibri"/>
            </a:endParaRPr>
          </a:p>
          <a:p>
            <a:pPr marL="3280410">
              <a:lnSpc>
                <a:spcPct val="100000"/>
              </a:lnSpc>
              <a:spcBef>
                <a:spcPts val="790"/>
              </a:spcBef>
            </a:pPr>
            <a:r>
              <a:rPr sz="3200" dirty="0">
                <a:latin typeface="Calibri"/>
                <a:cs typeface="Calibri"/>
              </a:rPr>
              <a:t>p</a:t>
            </a:r>
            <a:r>
              <a:rPr sz="3200" spc="-15"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Symbol"/>
                <a:cs typeface="Symbol"/>
              </a:rPr>
              <a:t></a:t>
            </a:r>
            <a:r>
              <a:rPr sz="3200" dirty="0">
                <a:latin typeface="Calibri"/>
                <a:cs typeface="Calibri"/>
              </a:rPr>
              <a:t>p </a:t>
            </a:r>
            <a:r>
              <a:rPr sz="3200" dirty="0">
                <a:latin typeface="Wingdings"/>
                <a:cs typeface="Wingdings"/>
              </a:rPr>
              <a:t></a:t>
            </a:r>
            <a:r>
              <a:rPr sz="3200" spc="-110" dirty="0">
                <a:latin typeface="Times New Roman"/>
                <a:cs typeface="Times New Roman"/>
              </a:rPr>
              <a:t> </a:t>
            </a:r>
            <a:r>
              <a:rPr sz="3200" b="1" spc="-50" dirty="0">
                <a:latin typeface="Calibri"/>
                <a:cs typeface="Calibri"/>
              </a:rPr>
              <a:t>0</a:t>
            </a:r>
            <a:endParaRPr sz="3200">
              <a:latin typeface="Calibri"/>
              <a:cs typeface="Calibri"/>
            </a:endParaRPr>
          </a:p>
          <a:p>
            <a:pPr marL="3280410">
              <a:lnSpc>
                <a:spcPct val="100000"/>
              </a:lnSpc>
              <a:spcBef>
                <a:spcPts val="770"/>
              </a:spcBef>
            </a:pPr>
            <a:r>
              <a:rPr sz="3200" dirty="0">
                <a:latin typeface="Calibri"/>
                <a:cs typeface="Calibri"/>
              </a:rPr>
              <a:t>p</a:t>
            </a:r>
            <a:r>
              <a:rPr sz="3200" spc="-15"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Symbol"/>
                <a:cs typeface="Symbol"/>
              </a:rPr>
              <a:t></a:t>
            </a:r>
            <a:r>
              <a:rPr sz="3200" dirty="0">
                <a:latin typeface="Calibri"/>
                <a:cs typeface="Calibri"/>
              </a:rPr>
              <a:t>p </a:t>
            </a:r>
            <a:r>
              <a:rPr sz="3200" dirty="0">
                <a:latin typeface="Wingdings"/>
                <a:cs typeface="Wingdings"/>
              </a:rPr>
              <a:t></a:t>
            </a:r>
            <a:r>
              <a:rPr sz="3200" spc="-110" dirty="0">
                <a:latin typeface="Times New Roman"/>
                <a:cs typeface="Times New Roman"/>
              </a:rPr>
              <a:t> </a:t>
            </a:r>
            <a:r>
              <a:rPr sz="3200" b="1" spc="-50" dirty="0">
                <a:latin typeface="Calibri"/>
                <a:cs typeface="Calibri"/>
              </a:rPr>
              <a:t>1</a:t>
            </a:r>
            <a:endParaRPr sz="3200">
              <a:latin typeface="Calibri"/>
              <a:cs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7340" y="388365"/>
            <a:ext cx="2954655" cy="513715"/>
          </a:xfrm>
          <a:prstGeom prst="rect">
            <a:avLst/>
          </a:prstGeom>
        </p:spPr>
        <p:txBody>
          <a:bodyPr vert="horz" wrap="square" lIns="0" tIns="13335" rIns="0" bIns="0" rtlCol="0">
            <a:spAutoFit/>
          </a:bodyPr>
          <a:lstStyle/>
          <a:p>
            <a:pPr marL="12700">
              <a:lnSpc>
                <a:spcPct val="100000"/>
              </a:lnSpc>
              <a:spcBef>
                <a:spcPts val="105"/>
              </a:spcBef>
            </a:pPr>
            <a:r>
              <a:rPr sz="3200" dirty="0"/>
              <a:t>ix)</a:t>
            </a:r>
            <a:r>
              <a:rPr sz="3200" spc="-50" dirty="0"/>
              <a:t> </a:t>
            </a:r>
            <a:r>
              <a:rPr sz="3200" dirty="0"/>
              <a:t>Luật</a:t>
            </a:r>
            <a:r>
              <a:rPr sz="3200" spc="-40" dirty="0"/>
              <a:t> </a:t>
            </a:r>
            <a:r>
              <a:rPr sz="3200" dirty="0"/>
              <a:t>thống</a:t>
            </a:r>
            <a:r>
              <a:rPr sz="3200" spc="-50" dirty="0"/>
              <a:t> </a:t>
            </a:r>
            <a:r>
              <a:rPr sz="3200" dirty="0"/>
              <a:t>trị</a:t>
            </a:r>
            <a:r>
              <a:rPr sz="3200" spc="-35" dirty="0"/>
              <a:t> </a:t>
            </a:r>
            <a:r>
              <a:rPr sz="3200" spc="-50" dirty="0"/>
              <a:t>:</a:t>
            </a:r>
            <a:endParaRPr sz="3200"/>
          </a:p>
        </p:txBody>
      </p:sp>
      <p:sp>
        <p:nvSpPr>
          <p:cNvPr id="3" name="object 3"/>
          <p:cNvSpPr txBox="1"/>
          <p:nvPr/>
        </p:nvSpPr>
        <p:spPr>
          <a:xfrm>
            <a:off x="3724783" y="880080"/>
            <a:ext cx="1695450" cy="1195705"/>
          </a:xfrm>
          <a:prstGeom prst="rect">
            <a:avLst/>
          </a:prstGeom>
        </p:spPr>
        <p:txBody>
          <a:bodyPr vert="horz" wrap="square" lIns="0" tIns="109855" rIns="0" bIns="0" rtlCol="0">
            <a:spAutoFit/>
          </a:bodyPr>
          <a:lstStyle/>
          <a:p>
            <a:pPr marL="12700">
              <a:lnSpc>
                <a:spcPct val="100000"/>
              </a:lnSpc>
              <a:spcBef>
                <a:spcPts val="865"/>
              </a:spcBef>
            </a:pPr>
            <a:r>
              <a:rPr sz="3200" dirty="0">
                <a:latin typeface="Calibri"/>
                <a:cs typeface="Calibri"/>
              </a:rPr>
              <a:t>p</a:t>
            </a:r>
            <a:r>
              <a:rPr sz="3200" spc="-5" dirty="0">
                <a:latin typeface="Calibri"/>
                <a:cs typeface="Calibri"/>
              </a:rPr>
              <a:t> </a:t>
            </a:r>
            <a:r>
              <a:rPr sz="3200" dirty="0">
                <a:latin typeface="Symbol"/>
                <a:cs typeface="Symbol"/>
              </a:rPr>
              <a:t></a:t>
            </a:r>
            <a:r>
              <a:rPr sz="3200" spc="-90" dirty="0">
                <a:latin typeface="Times New Roman"/>
                <a:cs typeface="Times New Roman"/>
              </a:rPr>
              <a:t> </a:t>
            </a:r>
            <a:r>
              <a:rPr sz="3200" b="1" dirty="0">
                <a:latin typeface="Calibri"/>
                <a:cs typeface="Calibri"/>
              </a:rPr>
              <a:t>0</a:t>
            </a:r>
            <a:r>
              <a:rPr sz="3200" b="1" spc="-5" dirty="0">
                <a:latin typeface="Calibri"/>
                <a:cs typeface="Calibri"/>
              </a:rPr>
              <a:t> </a:t>
            </a:r>
            <a:r>
              <a:rPr sz="3200" dirty="0">
                <a:latin typeface="Wingdings"/>
                <a:cs typeface="Wingdings"/>
              </a:rPr>
              <a:t></a:t>
            </a:r>
            <a:r>
              <a:rPr sz="3200" spc="-105" dirty="0">
                <a:latin typeface="Times New Roman"/>
                <a:cs typeface="Times New Roman"/>
              </a:rPr>
              <a:t> </a:t>
            </a:r>
            <a:r>
              <a:rPr sz="3200" b="1" spc="-50" dirty="0">
                <a:latin typeface="Calibri"/>
                <a:cs typeface="Calibri"/>
              </a:rPr>
              <a:t>0</a:t>
            </a:r>
            <a:endParaRPr sz="3200">
              <a:latin typeface="Calibri"/>
              <a:cs typeface="Calibri"/>
            </a:endParaRPr>
          </a:p>
          <a:p>
            <a:pPr marL="12700">
              <a:lnSpc>
                <a:spcPct val="100000"/>
              </a:lnSpc>
              <a:spcBef>
                <a:spcPts val="765"/>
              </a:spcBef>
            </a:pPr>
            <a:r>
              <a:rPr sz="3200" dirty="0">
                <a:latin typeface="Calibri"/>
                <a:cs typeface="Calibri"/>
              </a:rPr>
              <a:t>p</a:t>
            </a:r>
            <a:r>
              <a:rPr sz="3200" spc="-5" dirty="0">
                <a:latin typeface="Calibri"/>
                <a:cs typeface="Calibri"/>
              </a:rPr>
              <a:t> </a:t>
            </a:r>
            <a:r>
              <a:rPr sz="3200" dirty="0">
                <a:latin typeface="Symbol"/>
                <a:cs typeface="Symbol"/>
              </a:rPr>
              <a:t></a:t>
            </a:r>
            <a:r>
              <a:rPr sz="3200" spc="-85" dirty="0">
                <a:latin typeface="Times New Roman"/>
                <a:cs typeface="Times New Roman"/>
              </a:rPr>
              <a:t> </a:t>
            </a:r>
            <a:r>
              <a:rPr sz="3200" b="1" dirty="0">
                <a:latin typeface="Calibri"/>
                <a:cs typeface="Calibri"/>
              </a:rPr>
              <a:t>1</a:t>
            </a:r>
            <a:r>
              <a:rPr sz="3200" b="1" spc="-5" dirty="0">
                <a:latin typeface="Calibri"/>
                <a:cs typeface="Calibri"/>
              </a:rPr>
              <a:t> </a:t>
            </a:r>
            <a:r>
              <a:rPr sz="3200" dirty="0">
                <a:latin typeface="Wingdings"/>
                <a:cs typeface="Wingdings"/>
              </a:rPr>
              <a:t></a:t>
            </a:r>
            <a:r>
              <a:rPr sz="3200" spc="-100" dirty="0">
                <a:latin typeface="Times New Roman"/>
                <a:cs typeface="Times New Roman"/>
              </a:rPr>
              <a:t> </a:t>
            </a:r>
            <a:r>
              <a:rPr sz="3200" b="1" spc="-50" dirty="0">
                <a:latin typeface="Calibri"/>
                <a:cs typeface="Calibri"/>
              </a:rPr>
              <a:t>1</a:t>
            </a:r>
            <a:endParaRPr sz="3200">
              <a:latin typeface="Calibri"/>
              <a:cs typeface="Calibri"/>
            </a:endParaRPr>
          </a:p>
        </p:txBody>
      </p:sp>
      <p:sp>
        <p:nvSpPr>
          <p:cNvPr id="4" name="object 4"/>
          <p:cNvSpPr txBox="1"/>
          <p:nvPr/>
        </p:nvSpPr>
        <p:spPr>
          <a:xfrm>
            <a:off x="307340" y="2144395"/>
            <a:ext cx="2612390" cy="513715"/>
          </a:xfrm>
          <a:prstGeom prst="rect">
            <a:avLst/>
          </a:prstGeom>
        </p:spPr>
        <p:txBody>
          <a:bodyPr vert="horz" wrap="square" lIns="0" tIns="13335" rIns="0" bIns="0" rtlCol="0">
            <a:spAutoFit/>
          </a:bodyPr>
          <a:lstStyle/>
          <a:p>
            <a:pPr marL="12700">
              <a:lnSpc>
                <a:spcPct val="100000"/>
              </a:lnSpc>
              <a:spcBef>
                <a:spcPts val="105"/>
              </a:spcBef>
            </a:pPr>
            <a:r>
              <a:rPr sz="3200" dirty="0">
                <a:latin typeface="Calibri"/>
                <a:cs typeface="Calibri"/>
              </a:rPr>
              <a:t>x)</a:t>
            </a:r>
            <a:r>
              <a:rPr sz="3200" spc="-60" dirty="0">
                <a:latin typeface="Calibri"/>
                <a:cs typeface="Calibri"/>
              </a:rPr>
              <a:t> </a:t>
            </a:r>
            <a:r>
              <a:rPr sz="3200" dirty="0">
                <a:latin typeface="Calibri"/>
                <a:cs typeface="Calibri"/>
              </a:rPr>
              <a:t>Luật</a:t>
            </a:r>
            <a:r>
              <a:rPr sz="3200" spc="-50" dirty="0">
                <a:latin typeface="Calibri"/>
                <a:cs typeface="Calibri"/>
              </a:rPr>
              <a:t> </a:t>
            </a:r>
            <a:r>
              <a:rPr sz="3200" dirty="0">
                <a:latin typeface="Calibri"/>
                <a:cs typeface="Calibri"/>
              </a:rPr>
              <a:t>hấp</a:t>
            </a:r>
            <a:r>
              <a:rPr sz="3200" spc="-45" dirty="0">
                <a:latin typeface="Calibri"/>
                <a:cs typeface="Calibri"/>
              </a:rPr>
              <a:t> </a:t>
            </a:r>
            <a:r>
              <a:rPr sz="3200" spc="-20" dirty="0">
                <a:latin typeface="Calibri"/>
                <a:cs typeface="Calibri"/>
              </a:rPr>
              <a:t>thụ:</a:t>
            </a:r>
            <a:endParaRPr sz="3200">
              <a:latin typeface="Calibri"/>
              <a:cs typeface="Calibri"/>
            </a:endParaRPr>
          </a:p>
        </p:txBody>
      </p:sp>
      <p:sp>
        <p:nvSpPr>
          <p:cNvPr id="5" name="object 5"/>
          <p:cNvSpPr txBox="1"/>
          <p:nvPr/>
        </p:nvSpPr>
        <p:spPr>
          <a:xfrm>
            <a:off x="3270630" y="2635478"/>
            <a:ext cx="2602230" cy="1196340"/>
          </a:xfrm>
          <a:prstGeom prst="rect">
            <a:avLst/>
          </a:prstGeom>
        </p:spPr>
        <p:txBody>
          <a:bodyPr vert="horz" wrap="square" lIns="0" tIns="12065" rIns="0" bIns="0" rtlCol="0">
            <a:spAutoFit/>
          </a:bodyPr>
          <a:lstStyle/>
          <a:p>
            <a:pPr marL="12700" marR="5080">
              <a:lnSpc>
                <a:spcPct val="120100"/>
              </a:lnSpc>
              <a:spcBef>
                <a:spcPts val="95"/>
              </a:spcBef>
            </a:pPr>
            <a:r>
              <a:rPr sz="3200" dirty="0">
                <a:latin typeface="Calibri"/>
                <a:cs typeface="Calibri"/>
              </a:rPr>
              <a:t>p</a:t>
            </a:r>
            <a:r>
              <a:rPr sz="3200" spc="-10"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Calibri"/>
                <a:cs typeface="Calibri"/>
              </a:rPr>
              <a:t>(q</a:t>
            </a:r>
            <a:r>
              <a:rPr sz="3200" spc="-10"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p)</a:t>
            </a:r>
            <a:r>
              <a:rPr sz="3200" spc="-10" dirty="0">
                <a:latin typeface="Calibri"/>
                <a:cs typeface="Calibri"/>
              </a:rPr>
              <a:t> </a:t>
            </a:r>
            <a:r>
              <a:rPr sz="3200" dirty="0">
                <a:latin typeface="Wingdings"/>
                <a:cs typeface="Wingdings"/>
              </a:rPr>
              <a:t></a:t>
            </a:r>
            <a:r>
              <a:rPr sz="3200" spc="-100" dirty="0">
                <a:latin typeface="Times New Roman"/>
                <a:cs typeface="Times New Roman"/>
              </a:rPr>
              <a:t> </a:t>
            </a:r>
            <a:r>
              <a:rPr sz="3200" spc="-50" dirty="0">
                <a:latin typeface="Calibri"/>
                <a:cs typeface="Calibri"/>
              </a:rPr>
              <a:t>p </a:t>
            </a:r>
            <a:r>
              <a:rPr sz="3200" dirty="0">
                <a:latin typeface="Calibri"/>
                <a:cs typeface="Calibri"/>
              </a:rPr>
              <a:t>p</a:t>
            </a:r>
            <a:r>
              <a:rPr sz="3200" spc="-10"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Calibri"/>
                <a:cs typeface="Calibri"/>
              </a:rPr>
              <a:t>(q</a:t>
            </a:r>
            <a:r>
              <a:rPr sz="3200" spc="-10"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p)</a:t>
            </a:r>
            <a:r>
              <a:rPr sz="3200" spc="-10" dirty="0">
                <a:latin typeface="Calibri"/>
                <a:cs typeface="Calibri"/>
              </a:rPr>
              <a:t> </a:t>
            </a:r>
            <a:r>
              <a:rPr sz="3200" dirty="0">
                <a:latin typeface="Wingdings"/>
                <a:cs typeface="Wingdings"/>
              </a:rPr>
              <a:t></a:t>
            </a:r>
            <a:r>
              <a:rPr sz="3200" spc="-100" dirty="0">
                <a:latin typeface="Times New Roman"/>
                <a:cs typeface="Times New Roman"/>
              </a:rPr>
              <a:t> </a:t>
            </a:r>
            <a:r>
              <a:rPr sz="3200" spc="-50" dirty="0">
                <a:latin typeface="Calibri"/>
                <a:cs typeface="Calibri"/>
              </a:rPr>
              <a:t>p</a:t>
            </a:r>
            <a:endParaRPr sz="3200">
              <a:latin typeface="Calibri"/>
              <a:cs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07340" y="312165"/>
            <a:ext cx="7908290" cy="5004435"/>
          </a:xfrm>
          <a:prstGeom prst="rect">
            <a:avLst/>
          </a:prstGeom>
        </p:spPr>
        <p:txBody>
          <a:bodyPr vert="horz" wrap="square" lIns="0" tIns="12700" rIns="0" bIns="0" rtlCol="0">
            <a:spAutoFit/>
          </a:bodyPr>
          <a:lstStyle/>
          <a:p>
            <a:pPr marL="12700" marR="5080">
              <a:lnSpc>
                <a:spcPct val="100000"/>
              </a:lnSpc>
              <a:spcBef>
                <a:spcPts val="100"/>
              </a:spcBef>
              <a:tabLst>
                <a:tab pos="5186680" algn="l"/>
              </a:tabLst>
            </a:pPr>
            <a:r>
              <a:rPr sz="3200" b="1" dirty="0">
                <a:latin typeface="Calibri"/>
                <a:cs typeface="Calibri"/>
              </a:rPr>
              <a:t>Lưu</a:t>
            </a:r>
            <a:r>
              <a:rPr sz="3200" b="1" spc="-35" dirty="0">
                <a:latin typeface="Calibri"/>
                <a:cs typeface="Calibri"/>
              </a:rPr>
              <a:t> </a:t>
            </a:r>
            <a:r>
              <a:rPr sz="3200" b="1" dirty="0">
                <a:latin typeface="Calibri"/>
                <a:cs typeface="Calibri"/>
              </a:rPr>
              <a:t>ý</a:t>
            </a:r>
            <a:r>
              <a:rPr sz="3200" b="1" spc="-50" dirty="0">
                <a:latin typeface="Calibri"/>
                <a:cs typeface="Calibri"/>
              </a:rPr>
              <a:t> </a:t>
            </a:r>
            <a:r>
              <a:rPr sz="3200" b="1" dirty="0">
                <a:latin typeface="Calibri"/>
                <a:cs typeface="Calibri"/>
              </a:rPr>
              <a:t>:</a:t>
            </a:r>
            <a:r>
              <a:rPr sz="3200" b="1" spc="-40" dirty="0">
                <a:latin typeface="Calibri"/>
                <a:cs typeface="Calibri"/>
              </a:rPr>
              <a:t> </a:t>
            </a:r>
            <a:r>
              <a:rPr sz="3200" dirty="0">
                <a:latin typeface="Calibri"/>
                <a:cs typeface="Calibri"/>
              </a:rPr>
              <a:t>khi</a:t>
            </a:r>
            <a:r>
              <a:rPr sz="3200" spc="-30" dirty="0">
                <a:latin typeface="Calibri"/>
                <a:cs typeface="Calibri"/>
              </a:rPr>
              <a:t> </a:t>
            </a:r>
            <a:r>
              <a:rPr sz="3200" dirty="0">
                <a:latin typeface="Calibri"/>
                <a:cs typeface="Calibri"/>
              </a:rPr>
              <a:t>thay</a:t>
            </a:r>
            <a:r>
              <a:rPr sz="3200" spc="-35" dirty="0">
                <a:latin typeface="Calibri"/>
                <a:cs typeface="Calibri"/>
              </a:rPr>
              <a:t> </a:t>
            </a:r>
            <a:r>
              <a:rPr sz="3200" dirty="0">
                <a:latin typeface="Calibri"/>
                <a:cs typeface="Calibri"/>
              </a:rPr>
              <a:t>p</a:t>
            </a:r>
            <a:r>
              <a:rPr sz="3200" spc="-30" dirty="0">
                <a:latin typeface="Calibri"/>
                <a:cs typeface="Calibri"/>
              </a:rPr>
              <a:t> </a:t>
            </a:r>
            <a:r>
              <a:rPr sz="3200" dirty="0">
                <a:latin typeface="Calibri"/>
                <a:cs typeface="Calibri"/>
              </a:rPr>
              <a:t>bởi</a:t>
            </a:r>
            <a:r>
              <a:rPr sz="3200" spc="-30" dirty="0">
                <a:latin typeface="Calibri"/>
                <a:cs typeface="Calibri"/>
              </a:rPr>
              <a:t> </a:t>
            </a:r>
            <a:r>
              <a:rPr sz="3200" dirty="0">
                <a:latin typeface="Calibri"/>
                <a:cs typeface="Calibri"/>
              </a:rPr>
              <a:t>dạng</a:t>
            </a:r>
            <a:r>
              <a:rPr sz="3200" spc="-20" dirty="0">
                <a:latin typeface="Calibri"/>
                <a:cs typeface="Calibri"/>
              </a:rPr>
              <a:t> </a:t>
            </a:r>
            <a:r>
              <a:rPr sz="3200" dirty="0">
                <a:latin typeface="Calibri"/>
                <a:cs typeface="Calibri"/>
              </a:rPr>
              <a:t>mệnh</a:t>
            </a:r>
            <a:r>
              <a:rPr sz="3200" spc="-40" dirty="0">
                <a:latin typeface="Calibri"/>
                <a:cs typeface="Calibri"/>
              </a:rPr>
              <a:t> </a:t>
            </a:r>
            <a:r>
              <a:rPr sz="3200" dirty="0">
                <a:latin typeface="Calibri"/>
                <a:cs typeface="Calibri"/>
              </a:rPr>
              <a:t>đề</a:t>
            </a:r>
            <a:r>
              <a:rPr sz="3200" spc="-35" dirty="0">
                <a:latin typeface="Calibri"/>
                <a:cs typeface="Calibri"/>
              </a:rPr>
              <a:t> </a:t>
            </a:r>
            <a:r>
              <a:rPr sz="3200" dirty="0">
                <a:latin typeface="Calibri"/>
                <a:cs typeface="Calibri"/>
              </a:rPr>
              <a:t>F</a:t>
            </a:r>
            <a:r>
              <a:rPr sz="3200" spc="-40" dirty="0">
                <a:latin typeface="Calibri"/>
                <a:cs typeface="Calibri"/>
              </a:rPr>
              <a:t> </a:t>
            </a:r>
            <a:r>
              <a:rPr sz="3200" dirty="0">
                <a:latin typeface="Calibri"/>
                <a:cs typeface="Calibri"/>
              </a:rPr>
              <a:t>và</a:t>
            </a:r>
            <a:r>
              <a:rPr sz="3200" spc="-35" dirty="0">
                <a:latin typeface="Calibri"/>
                <a:cs typeface="Calibri"/>
              </a:rPr>
              <a:t> </a:t>
            </a:r>
            <a:r>
              <a:rPr sz="3200" dirty="0">
                <a:latin typeface="Calibri"/>
                <a:cs typeface="Calibri"/>
              </a:rPr>
              <a:t>q</a:t>
            </a:r>
            <a:r>
              <a:rPr sz="3200" spc="-25" dirty="0">
                <a:latin typeface="Calibri"/>
                <a:cs typeface="Calibri"/>
              </a:rPr>
              <a:t> bởi </a:t>
            </a:r>
            <a:r>
              <a:rPr sz="3200" dirty="0">
                <a:latin typeface="Calibri"/>
                <a:cs typeface="Calibri"/>
              </a:rPr>
              <a:t>dạng</a:t>
            </a:r>
            <a:r>
              <a:rPr sz="3200" spc="-30" dirty="0">
                <a:latin typeface="Calibri"/>
                <a:cs typeface="Calibri"/>
              </a:rPr>
              <a:t> </a:t>
            </a:r>
            <a:r>
              <a:rPr sz="3200" dirty="0">
                <a:latin typeface="Calibri"/>
                <a:cs typeface="Calibri"/>
              </a:rPr>
              <a:t>mệnh</a:t>
            </a:r>
            <a:r>
              <a:rPr sz="3200" spc="-45" dirty="0">
                <a:latin typeface="Calibri"/>
                <a:cs typeface="Calibri"/>
              </a:rPr>
              <a:t> </a:t>
            </a:r>
            <a:r>
              <a:rPr sz="3200" dirty="0">
                <a:latin typeface="Calibri"/>
                <a:cs typeface="Calibri"/>
              </a:rPr>
              <a:t>đề</a:t>
            </a:r>
            <a:r>
              <a:rPr sz="3200" spc="-45" dirty="0">
                <a:latin typeface="Calibri"/>
                <a:cs typeface="Calibri"/>
              </a:rPr>
              <a:t> </a:t>
            </a:r>
            <a:r>
              <a:rPr sz="3200" dirty="0">
                <a:latin typeface="Calibri"/>
                <a:cs typeface="Calibri"/>
              </a:rPr>
              <a:t>G</a:t>
            </a:r>
            <a:r>
              <a:rPr sz="3200" spc="-40" dirty="0">
                <a:latin typeface="Calibri"/>
                <a:cs typeface="Calibri"/>
              </a:rPr>
              <a:t> </a:t>
            </a:r>
            <a:r>
              <a:rPr sz="3200" dirty="0">
                <a:latin typeface="Calibri"/>
                <a:cs typeface="Calibri"/>
              </a:rPr>
              <a:t>bất</a:t>
            </a:r>
            <a:r>
              <a:rPr sz="3200" spc="-40" dirty="0">
                <a:latin typeface="Calibri"/>
                <a:cs typeface="Calibri"/>
              </a:rPr>
              <a:t> </a:t>
            </a:r>
            <a:r>
              <a:rPr sz="3200" dirty="0">
                <a:latin typeface="Calibri"/>
                <a:cs typeface="Calibri"/>
              </a:rPr>
              <a:t>kỳ</a:t>
            </a:r>
            <a:r>
              <a:rPr sz="3200" spc="-40" dirty="0">
                <a:latin typeface="Calibri"/>
                <a:cs typeface="Calibri"/>
              </a:rPr>
              <a:t> </a:t>
            </a:r>
            <a:r>
              <a:rPr sz="3200" dirty="0">
                <a:latin typeface="Calibri"/>
                <a:cs typeface="Calibri"/>
              </a:rPr>
              <a:t>thì</a:t>
            </a:r>
            <a:r>
              <a:rPr sz="3200" spc="-25" dirty="0">
                <a:latin typeface="Calibri"/>
                <a:cs typeface="Calibri"/>
              </a:rPr>
              <a:t> các</a:t>
            </a:r>
            <a:r>
              <a:rPr sz="3200" dirty="0">
                <a:latin typeface="Calibri"/>
                <a:cs typeface="Calibri"/>
              </a:rPr>
              <a:t>	qui</a:t>
            </a:r>
            <a:r>
              <a:rPr sz="3200" spc="-55" dirty="0">
                <a:latin typeface="Calibri"/>
                <a:cs typeface="Calibri"/>
              </a:rPr>
              <a:t> </a:t>
            </a:r>
            <a:r>
              <a:rPr sz="3200" dirty="0">
                <a:latin typeface="Calibri"/>
                <a:cs typeface="Calibri"/>
              </a:rPr>
              <a:t>luật</a:t>
            </a:r>
            <a:r>
              <a:rPr sz="3200" spc="-45" dirty="0">
                <a:latin typeface="Calibri"/>
                <a:cs typeface="Calibri"/>
              </a:rPr>
              <a:t> </a:t>
            </a:r>
            <a:r>
              <a:rPr sz="3200" dirty="0">
                <a:latin typeface="Calibri"/>
                <a:cs typeface="Calibri"/>
              </a:rPr>
              <a:t>trên</a:t>
            </a:r>
            <a:r>
              <a:rPr sz="3200" spc="-65" dirty="0">
                <a:latin typeface="Calibri"/>
                <a:cs typeface="Calibri"/>
              </a:rPr>
              <a:t> </a:t>
            </a:r>
            <a:r>
              <a:rPr sz="3200" spc="-25" dirty="0">
                <a:latin typeface="Calibri"/>
                <a:cs typeface="Calibri"/>
              </a:rPr>
              <a:t>vẫn </a:t>
            </a:r>
            <a:r>
              <a:rPr sz="3200" dirty="0">
                <a:latin typeface="Calibri"/>
                <a:cs typeface="Calibri"/>
              </a:rPr>
              <a:t>đúng</a:t>
            </a:r>
            <a:r>
              <a:rPr sz="3200" spc="-50" dirty="0">
                <a:latin typeface="Calibri"/>
                <a:cs typeface="Calibri"/>
              </a:rPr>
              <a:t> (Tại</a:t>
            </a:r>
            <a:r>
              <a:rPr sz="3200" spc="-55" dirty="0">
                <a:latin typeface="Calibri"/>
                <a:cs typeface="Calibri"/>
              </a:rPr>
              <a:t> </a:t>
            </a:r>
            <a:r>
              <a:rPr sz="3200" dirty="0">
                <a:latin typeface="Calibri"/>
                <a:cs typeface="Calibri"/>
              </a:rPr>
              <a:t>sao</a:t>
            </a:r>
            <a:r>
              <a:rPr sz="3200" spc="-50" dirty="0">
                <a:latin typeface="Calibri"/>
                <a:cs typeface="Calibri"/>
              </a:rPr>
              <a:t> </a:t>
            </a:r>
            <a:r>
              <a:rPr sz="3200" dirty="0">
                <a:latin typeface="Calibri"/>
                <a:cs typeface="Calibri"/>
              </a:rPr>
              <a:t>?).</a:t>
            </a:r>
            <a:r>
              <a:rPr sz="3200" spc="-50" dirty="0">
                <a:latin typeface="Calibri"/>
                <a:cs typeface="Calibri"/>
              </a:rPr>
              <a:t> </a:t>
            </a:r>
            <a:r>
              <a:rPr sz="3200" dirty="0">
                <a:latin typeface="Calibri"/>
                <a:cs typeface="Calibri"/>
              </a:rPr>
              <a:t>Ví</a:t>
            </a:r>
            <a:r>
              <a:rPr sz="3200" spc="-55" dirty="0">
                <a:latin typeface="Calibri"/>
                <a:cs typeface="Calibri"/>
              </a:rPr>
              <a:t> </a:t>
            </a:r>
            <a:r>
              <a:rPr sz="3200" dirty="0">
                <a:latin typeface="Calibri"/>
                <a:cs typeface="Calibri"/>
              </a:rPr>
              <a:t>dụ</a:t>
            </a:r>
            <a:r>
              <a:rPr sz="3200" spc="-60" dirty="0">
                <a:latin typeface="Calibri"/>
                <a:cs typeface="Calibri"/>
              </a:rPr>
              <a:t> </a:t>
            </a:r>
            <a:r>
              <a:rPr sz="3200" dirty="0">
                <a:latin typeface="Calibri"/>
                <a:cs typeface="Calibri"/>
              </a:rPr>
              <a:t>xét</a:t>
            </a:r>
            <a:r>
              <a:rPr sz="3200" spc="-55" dirty="0">
                <a:latin typeface="Calibri"/>
                <a:cs typeface="Calibri"/>
              </a:rPr>
              <a:t> </a:t>
            </a:r>
            <a:r>
              <a:rPr sz="3200" dirty="0">
                <a:solidFill>
                  <a:srgbClr val="FF0000"/>
                </a:solidFill>
                <a:latin typeface="Calibri"/>
                <a:cs typeface="Calibri"/>
              </a:rPr>
              <a:t>qui</a:t>
            </a:r>
            <a:r>
              <a:rPr sz="3200" spc="-50" dirty="0">
                <a:solidFill>
                  <a:srgbClr val="FF0000"/>
                </a:solidFill>
                <a:latin typeface="Calibri"/>
                <a:cs typeface="Calibri"/>
              </a:rPr>
              <a:t> </a:t>
            </a:r>
            <a:r>
              <a:rPr sz="3200" dirty="0">
                <a:solidFill>
                  <a:srgbClr val="FF0000"/>
                </a:solidFill>
                <a:latin typeface="Calibri"/>
                <a:cs typeface="Calibri"/>
              </a:rPr>
              <a:t>luật</a:t>
            </a:r>
            <a:r>
              <a:rPr sz="3200" spc="-45" dirty="0">
                <a:solidFill>
                  <a:srgbClr val="FF0000"/>
                </a:solidFill>
                <a:latin typeface="Calibri"/>
                <a:cs typeface="Calibri"/>
              </a:rPr>
              <a:t> </a:t>
            </a:r>
            <a:r>
              <a:rPr sz="3200" dirty="0">
                <a:solidFill>
                  <a:srgbClr val="FF0000"/>
                </a:solidFill>
                <a:latin typeface="Calibri"/>
                <a:cs typeface="Calibri"/>
              </a:rPr>
              <a:t>hấp</a:t>
            </a:r>
            <a:r>
              <a:rPr sz="3200" spc="-45" dirty="0">
                <a:solidFill>
                  <a:srgbClr val="FF0000"/>
                </a:solidFill>
                <a:latin typeface="Calibri"/>
                <a:cs typeface="Calibri"/>
              </a:rPr>
              <a:t> </a:t>
            </a:r>
            <a:r>
              <a:rPr sz="3200" spc="-25" dirty="0">
                <a:solidFill>
                  <a:srgbClr val="FF0000"/>
                </a:solidFill>
                <a:latin typeface="Calibri"/>
                <a:cs typeface="Calibri"/>
              </a:rPr>
              <a:t>thụ</a:t>
            </a:r>
            <a:endParaRPr sz="3200">
              <a:latin typeface="Calibri"/>
              <a:cs typeface="Calibri"/>
            </a:endParaRPr>
          </a:p>
          <a:p>
            <a:pPr marL="12700" marR="2348230" indent="2962910">
              <a:lnSpc>
                <a:spcPct val="119400"/>
              </a:lnSpc>
              <a:spcBef>
                <a:spcPts val="55"/>
              </a:spcBef>
            </a:pPr>
            <a:r>
              <a:rPr sz="3200" dirty="0">
                <a:latin typeface="Calibri"/>
                <a:cs typeface="Calibri"/>
              </a:rPr>
              <a:t>p</a:t>
            </a:r>
            <a:r>
              <a:rPr sz="3200" spc="-10"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Calibri"/>
                <a:cs typeface="Calibri"/>
              </a:rPr>
              <a:t>(q</a:t>
            </a:r>
            <a:r>
              <a:rPr sz="3200" spc="-10"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p)</a:t>
            </a:r>
            <a:r>
              <a:rPr sz="3200" spc="-10" dirty="0">
                <a:latin typeface="Calibri"/>
                <a:cs typeface="Calibri"/>
              </a:rPr>
              <a:t> </a:t>
            </a:r>
            <a:r>
              <a:rPr sz="3200" dirty="0">
                <a:latin typeface="Wingdings"/>
                <a:cs typeface="Wingdings"/>
              </a:rPr>
              <a:t></a:t>
            </a:r>
            <a:r>
              <a:rPr sz="3200" spc="-100" dirty="0">
                <a:latin typeface="Times New Roman"/>
                <a:cs typeface="Times New Roman"/>
              </a:rPr>
              <a:t> </a:t>
            </a:r>
            <a:r>
              <a:rPr sz="3200" spc="-50" dirty="0">
                <a:latin typeface="Calibri"/>
                <a:cs typeface="Calibri"/>
              </a:rPr>
              <a:t>p </a:t>
            </a:r>
            <a:r>
              <a:rPr sz="3200" dirty="0">
                <a:solidFill>
                  <a:srgbClr val="FF0000"/>
                </a:solidFill>
                <a:latin typeface="Calibri"/>
                <a:cs typeface="Calibri"/>
              </a:rPr>
              <a:t>Cho</a:t>
            </a:r>
            <a:r>
              <a:rPr sz="3200" spc="-70" dirty="0">
                <a:solidFill>
                  <a:srgbClr val="FF0000"/>
                </a:solidFill>
                <a:latin typeface="Calibri"/>
                <a:cs typeface="Calibri"/>
              </a:rPr>
              <a:t> </a:t>
            </a:r>
            <a:r>
              <a:rPr sz="3200" spc="-165" dirty="0">
                <a:solidFill>
                  <a:srgbClr val="FF0000"/>
                </a:solidFill>
                <a:latin typeface="Calibri"/>
                <a:cs typeface="Calibri"/>
              </a:rPr>
              <a:t>F,</a:t>
            </a:r>
            <a:r>
              <a:rPr sz="3200" spc="-15" dirty="0">
                <a:solidFill>
                  <a:srgbClr val="FF0000"/>
                </a:solidFill>
                <a:latin typeface="Calibri"/>
                <a:cs typeface="Calibri"/>
              </a:rPr>
              <a:t> </a:t>
            </a:r>
            <a:r>
              <a:rPr sz="3200" dirty="0">
                <a:solidFill>
                  <a:srgbClr val="FF0000"/>
                </a:solidFill>
                <a:latin typeface="Calibri"/>
                <a:cs typeface="Calibri"/>
              </a:rPr>
              <a:t>G</a:t>
            </a:r>
            <a:r>
              <a:rPr sz="3200" spc="-40" dirty="0">
                <a:solidFill>
                  <a:srgbClr val="FF0000"/>
                </a:solidFill>
                <a:latin typeface="Calibri"/>
                <a:cs typeface="Calibri"/>
              </a:rPr>
              <a:t> </a:t>
            </a:r>
            <a:r>
              <a:rPr sz="3200" dirty="0">
                <a:solidFill>
                  <a:srgbClr val="FF0000"/>
                </a:solidFill>
                <a:latin typeface="Calibri"/>
                <a:cs typeface="Calibri"/>
              </a:rPr>
              <a:t>là</a:t>
            </a:r>
            <a:r>
              <a:rPr sz="3200" spc="-45" dirty="0">
                <a:solidFill>
                  <a:srgbClr val="FF0000"/>
                </a:solidFill>
                <a:latin typeface="Calibri"/>
                <a:cs typeface="Calibri"/>
              </a:rPr>
              <a:t> </a:t>
            </a:r>
            <a:r>
              <a:rPr sz="3200" dirty="0">
                <a:solidFill>
                  <a:srgbClr val="FF0000"/>
                </a:solidFill>
                <a:latin typeface="Calibri"/>
                <a:cs typeface="Calibri"/>
              </a:rPr>
              <a:t>các</a:t>
            </a:r>
            <a:r>
              <a:rPr sz="3200" spc="-55" dirty="0">
                <a:solidFill>
                  <a:srgbClr val="FF0000"/>
                </a:solidFill>
                <a:latin typeface="Calibri"/>
                <a:cs typeface="Calibri"/>
              </a:rPr>
              <a:t> </a:t>
            </a:r>
            <a:r>
              <a:rPr sz="3200" dirty="0">
                <a:solidFill>
                  <a:srgbClr val="FF0000"/>
                </a:solidFill>
                <a:latin typeface="Calibri"/>
                <a:cs typeface="Calibri"/>
              </a:rPr>
              <a:t>dạng</a:t>
            </a:r>
            <a:r>
              <a:rPr sz="3200" spc="-25" dirty="0">
                <a:solidFill>
                  <a:srgbClr val="FF0000"/>
                </a:solidFill>
                <a:latin typeface="Calibri"/>
                <a:cs typeface="Calibri"/>
              </a:rPr>
              <a:t> </a:t>
            </a:r>
            <a:r>
              <a:rPr sz="3200" dirty="0">
                <a:solidFill>
                  <a:srgbClr val="FF0000"/>
                </a:solidFill>
                <a:latin typeface="Calibri"/>
                <a:cs typeface="Calibri"/>
              </a:rPr>
              <a:t>mệnh</a:t>
            </a:r>
            <a:r>
              <a:rPr sz="3200" spc="-40" dirty="0">
                <a:solidFill>
                  <a:srgbClr val="FF0000"/>
                </a:solidFill>
                <a:latin typeface="Calibri"/>
                <a:cs typeface="Calibri"/>
              </a:rPr>
              <a:t> </a:t>
            </a:r>
            <a:r>
              <a:rPr sz="3200" spc="-25" dirty="0">
                <a:solidFill>
                  <a:srgbClr val="FF0000"/>
                </a:solidFill>
                <a:latin typeface="Calibri"/>
                <a:cs typeface="Calibri"/>
              </a:rPr>
              <a:t>đề:</a:t>
            </a:r>
            <a:endParaRPr sz="3200">
              <a:latin typeface="Calibri"/>
              <a:cs typeface="Calibri"/>
            </a:endParaRPr>
          </a:p>
          <a:p>
            <a:pPr marL="619125" algn="ctr">
              <a:lnSpc>
                <a:spcPct val="100000"/>
              </a:lnSpc>
              <a:spcBef>
                <a:spcPts val="790"/>
              </a:spcBef>
            </a:pPr>
            <a:r>
              <a:rPr sz="3200" dirty="0">
                <a:solidFill>
                  <a:srgbClr val="FF0000"/>
                </a:solidFill>
                <a:latin typeface="Calibri"/>
                <a:cs typeface="Calibri"/>
              </a:rPr>
              <a:t>F</a:t>
            </a:r>
            <a:r>
              <a:rPr sz="3200" spc="-20" dirty="0">
                <a:solidFill>
                  <a:srgbClr val="FF0000"/>
                </a:solidFill>
                <a:latin typeface="Calibri"/>
                <a:cs typeface="Calibri"/>
              </a:rPr>
              <a:t> </a:t>
            </a:r>
            <a:r>
              <a:rPr sz="3200" dirty="0">
                <a:solidFill>
                  <a:srgbClr val="FF0000"/>
                </a:solidFill>
                <a:latin typeface="Symbol"/>
                <a:cs typeface="Symbol"/>
              </a:rPr>
              <a:t></a:t>
            </a:r>
            <a:r>
              <a:rPr sz="3200" spc="-95" dirty="0">
                <a:solidFill>
                  <a:srgbClr val="FF0000"/>
                </a:solidFill>
                <a:latin typeface="Times New Roman"/>
                <a:cs typeface="Times New Roman"/>
              </a:rPr>
              <a:t> </a:t>
            </a:r>
            <a:r>
              <a:rPr sz="3200" dirty="0">
                <a:solidFill>
                  <a:srgbClr val="FF0000"/>
                </a:solidFill>
                <a:latin typeface="Calibri"/>
                <a:cs typeface="Calibri"/>
              </a:rPr>
              <a:t>(G </a:t>
            </a:r>
            <a:r>
              <a:rPr sz="3200" dirty="0">
                <a:solidFill>
                  <a:srgbClr val="FF0000"/>
                </a:solidFill>
                <a:latin typeface="Symbol"/>
                <a:cs typeface="Symbol"/>
              </a:rPr>
              <a:t></a:t>
            </a:r>
            <a:r>
              <a:rPr sz="3200" spc="-105" dirty="0">
                <a:solidFill>
                  <a:srgbClr val="FF0000"/>
                </a:solidFill>
                <a:latin typeface="Times New Roman"/>
                <a:cs typeface="Times New Roman"/>
              </a:rPr>
              <a:t> </a:t>
            </a:r>
            <a:r>
              <a:rPr sz="3200" dirty="0">
                <a:solidFill>
                  <a:srgbClr val="FF0000"/>
                </a:solidFill>
                <a:latin typeface="Calibri"/>
                <a:cs typeface="Calibri"/>
              </a:rPr>
              <a:t>F)</a:t>
            </a:r>
            <a:r>
              <a:rPr sz="3200" spc="-5" dirty="0">
                <a:solidFill>
                  <a:srgbClr val="FF0000"/>
                </a:solidFill>
                <a:latin typeface="Calibri"/>
                <a:cs typeface="Calibri"/>
              </a:rPr>
              <a:t> </a:t>
            </a:r>
            <a:r>
              <a:rPr sz="3200" dirty="0">
                <a:solidFill>
                  <a:srgbClr val="FF0000"/>
                </a:solidFill>
                <a:latin typeface="Wingdings"/>
                <a:cs typeface="Wingdings"/>
              </a:rPr>
              <a:t></a:t>
            </a:r>
            <a:r>
              <a:rPr sz="3200" spc="-95" dirty="0">
                <a:solidFill>
                  <a:srgbClr val="FF0000"/>
                </a:solidFill>
                <a:latin typeface="Times New Roman"/>
                <a:cs typeface="Times New Roman"/>
              </a:rPr>
              <a:t> </a:t>
            </a:r>
            <a:r>
              <a:rPr sz="3200" spc="-50" dirty="0">
                <a:solidFill>
                  <a:srgbClr val="FF0000"/>
                </a:solidFill>
                <a:latin typeface="Calibri"/>
                <a:cs typeface="Calibri"/>
              </a:rPr>
              <a:t>F</a:t>
            </a:r>
            <a:endParaRPr sz="3200">
              <a:latin typeface="Calibri"/>
              <a:cs typeface="Calibri"/>
            </a:endParaRPr>
          </a:p>
          <a:p>
            <a:pPr>
              <a:lnSpc>
                <a:spcPct val="100000"/>
              </a:lnSpc>
              <a:spcBef>
                <a:spcPts val="1470"/>
              </a:spcBef>
            </a:pPr>
            <a:endParaRPr sz="3200">
              <a:latin typeface="Calibri"/>
              <a:cs typeface="Calibri"/>
            </a:endParaRPr>
          </a:p>
          <a:p>
            <a:pPr marL="12700">
              <a:lnSpc>
                <a:spcPct val="100000"/>
              </a:lnSpc>
            </a:pPr>
            <a:r>
              <a:rPr sz="3200" dirty="0">
                <a:latin typeface="Calibri"/>
                <a:cs typeface="Calibri"/>
              </a:rPr>
              <a:t>Thay</a:t>
            </a:r>
            <a:r>
              <a:rPr sz="3200" spc="-35" dirty="0">
                <a:latin typeface="Calibri"/>
                <a:cs typeface="Calibri"/>
              </a:rPr>
              <a:t> </a:t>
            </a:r>
            <a:r>
              <a:rPr sz="3200" dirty="0">
                <a:latin typeface="Calibri"/>
                <a:cs typeface="Calibri"/>
              </a:rPr>
              <a:t>p</a:t>
            </a:r>
            <a:r>
              <a:rPr sz="3200" spc="-25" dirty="0">
                <a:latin typeface="Calibri"/>
                <a:cs typeface="Calibri"/>
              </a:rPr>
              <a:t> </a:t>
            </a:r>
            <a:r>
              <a:rPr sz="3200" dirty="0">
                <a:latin typeface="Calibri"/>
                <a:cs typeface="Calibri"/>
              </a:rPr>
              <a:t>bởi</a:t>
            </a:r>
            <a:r>
              <a:rPr sz="3200" spc="-25" dirty="0">
                <a:latin typeface="Calibri"/>
                <a:cs typeface="Calibri"/>
              </a:rPr>
              <a:t> </a:t>
            </a:r>
            <a:r>
              <a:rPr sz="3200" dirty="0">
                <a:latin typeface="Calibri"/>
                <a:cs typeface="Calibri"/>
              </a:rPr>
              <a:t>s</a:t>
            </a:r>
            <a:r>
              <a:rPr sz="3200" spc="-25" dirty="0">
                <a:latin typeface="Calibri"/>
                <a:cs typeface="Calibri"/>
              </a:rPr>
              <a:t> </a:t>
            </a:r>
            <a:r>
              <a:rPr sz="3200" dirty="0">
                <a:latin typeface="Symbol"/>
                <a:cs typeface="Symbol"/>
              </a:rPr>
              <a:t></a:t>
            </a:r>
            <a:r>
              <a:rPr sz="3200" spc="-120" dirty="0">
                <a:latin typeface="Times New Roman"/>
                <a:cs typeface="Times New Roman"/>
              </a:rPr>
              <a:t> </a:t>
            </a:r>
            <a:r>
              <a:rPr sz="3200" dirty="0">
                <a:latin typeface="Calibri"/>
                <a:cs typeface="Calibri"/>
              </a:rPr>
              <a:t>t,</a:t>
            </a:r>
            <a:r>
              <a:rPr sz="3200" spc="-30" dirty="0">
                <a:latin typeface="Calibri"/>
                <a:cs typeface="Calibri"/>
              </a:rPr>
              <a:t> </a:t>
            </a:r>
            <a:r>
              <a:rPr sz="3200" dirty="0">
                <a:latin typeface="Calibri"/>
                <a:cs typeface="Calibri"/>
              </a:rPr>
              <a:t>q</a:t>
            </a:r>
            <a:r>
              <a:rPr sz="3200" spc="-25" dirty="0">
                <a:latin typeface="Calibri"/>
                <a:cs typeface="Calibri"/>
              </a:rPr>
              <a:t> </a:t>
            </a:r>
            <a:r>
              <a:rPr sz="3200" dirty="0">
                <a:latin typeface="Calibri"/>
                <a:cs typeface="Calibri"/>
              </a:rPr>
              <a:t>bởi</a:t>
            </a:r>
            <a:r>
              <a:rPr sz="3200" spc="-30" dirty="0">
                <a:latin typeface="Calibri"/>
                <a:cs typeface="Calibri"/>
              </a:rPr>
              <a:t> </a:t>
            </a:r>
            <a:r>
              <a:rPr sz="3200" dirty="0">
                <a:latin typeface="Calibri"/>
                <a:cs typeface="Calibri"/>
              </a:rPr>
              <a:t>r</a:t>
            </a:r>
            <a:r>
              <a:rPr sz="3200" spc="-40" dirty="0">
                <a:latin typeface="Calibri"/>
                <a:cs typeface="Calibri"/>
              </a:rPr>
              <a:t> </a:t>
            </a:r>
            <a:r>
              <a:rPr sz="3200" dirty="0">
                <a:latin typeface="Symbol"/>
                <a:cs typeface="Symbol"/>
              </a:rPr>
              <a:t></a:t>
            </a:r>
            <a:r>
              <a:rPr sz="3200" spc="-110" dirty="0">
                <a:latin typeface="Times New Roman"/>
                <a:cs typeface="Times New Roman"/>
              </a:rPr>
              <a:t> </a:t>
            </a:r>
            <a:r>
              <a:rPr sz="3200" dirty="0">
                <a:latin typeface="Calibri"/>
                <a:cs typeface="Calibri"/>
              </a:rPr>
              <a:t>q</a:t>
            </a:r>
            <a:r>
              <a:rPr sz="3200" spc="-35"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ta</a:t>
            </a:r>
            <a:r>
              <a:rPr sz="3200" spc="-30" dirty="0">
                <a:latin typeface="Calibri"/>
                <a:cs typeface="Calibri"/>
              </a:rPr>
              <a:t> </a:t>
            </a:r>
            <a:r>
              <a:rPr sz="3200" dirty="0">
                <a:latin typeface="Calibri"/>
                <a:cs typeface="Calibri"/>
              </a:rPr>
              <a:t>vẫn</a:t>
            </a:r>
            <a:r>
              <a:rPr sz="3200" spc="-35" dirty="0">
                <a:latin typeface="Calibri"/>
                <a:cs typeface="Calibri"/>
              </a:rPr>
              <a:t> </a:t>
            </a:r>
            <a:r>
              <a:rPr sz="3200" spc="-25" dirty="0">
                <a:latin typeface="Calibri"/>
                <a:cs typeface="Calibri"/>
              </a:rPr>
              <a:t>có</a:t>
            </a:r>
            <a:endParaRPr sz="3200">
              <a:latin typeface="Calibri"/>
              <a:cs typeface="Calibri"/>
            </a:endParaRPr>
          </a:p>
          <a:p>
            <a:pPr marL="621030" algn="ctr">
              <a:lnSpc>
                <a:spcPct val="100000"/>
              </a:lnSpc>
              <a:spcBef>
                <a:spcPts val="770"/>
              </a:spcBef>
            </a:pPr>
            <a:r>
              <a:rPr sz="3200" dirty="0">
                <a:solidFill>
                  <a:srgbClr val="FF0000"/>
                </a:solidFill>
                <a:latin typeface="Calibri"/>
                <a:cs typeface="Calibri"/>
              </a:rPr>
              <a:t>(</a:t>
            </a:r>
            <a:r>
              <a:rPr sz="3200" dirty="0">
                <a:latin typeface="Calibri"/>
                <a:cs typeface="Calibri"/>
              </a:rPr>
              <a:t>s</a:t>
            </a:r>
            <a:r>
              <a:rPr sz="3200" spc="-15"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t</a:t>
            </a:r>
            <a:r>
              <a:rPr sz="3200" dirty="0">
                <a:solidFill>
                  <a:srgbClr val="FF0000"/>
                </a:solidFill>
                <a:latin typeface="Calibri"/>
                <a:cs typeface="Calibri"/>
              </a:rPr>
              <a:t>)</a:t>
            </a:r>
            <a:r>
              <a:rPr sz="3200" spc="-5" dirty="0">
                <a:solidFill>
                  <a:srgbClr val="FF0000"/>
                </a:solidFill>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a:t>
            </a:r>
            <a:r>
              <a:rPr sz="3200" dirty="0">
                <a:solidFill>
                  <a:srgbClr val="FF0000"/>
                </a:solidFill>
                <a:latin typeface="Calibri"/>
                <a:cs typeface="Calibri"/>
              </a:rPr>
              <a:t>(</a:t>
            </a:r>
            <a:r>
              <a:rPr sz="3200" dirty="0">
                <a:latin typeface="Calibri"/>
                <a:cs typeface="Calibri"/>
              </a:rPr>
              <a:t>r</a:t>
            </a:r>
            <a:r>
              <a:rPr sz="3200" spc="-15"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q</a:t>
            </a:r>
            <a:r>
              <a:rPr sz="3200" dirty="0">
                <a:solidFill>
                  <a:srgbClr val="FF0000"/>
                </a:solidFill>
                <a:latin typeface="Calibri"/>
                <a:cs typeface="Calibri"/>
              </a:rPr>
              <a:t>)</a:t>
            </a:r>
            <a:r>
              <a:rPr sz="3200" spc="10" dirty="0">
                <a:solidFill>
                  <a:srgbClr val="FF0000"/>
                </a:solidFill>
                <a:latin typeface="Calibri"/>
                <a:cs typeface="Calibri"/>
              </a:rPr>
              <a:t> </a:t>
            </a:r>
            <a:r>
              <a:rPr sz="3200" dirty="0">
                <a:latin typeface="Symbol"/>
                <a:cs typeface="Symbol"/>
              </a:rPr>
              <a:t></a:t>
            </a:r>
            <a:r>
              <a:rPr sz="3200" spc="-105" dirty="0">
                <a:latin typeface="Times New Roman"/>
                <a:cs typeface="Times New Roman"/>
              </a:rPr>
              <a:t> </a:t>
            </a:r>
            <a:r>
              <a:rPr sz="3200" dirty="0">
                <a:solidFill>
                  <a:srgbClr val="FF0000"/>
                </a:solidFill>
                <a:latin typeface="Calibri"/>
                <a:cs typeface="Calibri"/>
              </a:rPr>
              <a:t>(</a:t>
            </a:r>
            <a:r>
              <a:rPr sz="3200" dirty="0">
                <a:latin typeface="Calibri"/>
                <a:cs typeface="Calibri"/>
              </a:rPr>
              <a:t>s</a:t>
            </a:r>
            <a:r>
              <a:rPr sz="3200" spc="-10"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t</a:t>
            </a:r>
            <a:r>
              <a:rPr sz="3200" dirty="0">
                <a:solidFill>
                  <a:srgbClr val="FF0000"/>
                </a:solidFill>
                <a:latin typeface="Calibri"/>
                <a:cs typeface="Calibri"/>
              </a:rPr>
              <a:t>)</a:t>
            </a:r>
            <a:r>
              <a:rPr sz="3200" dirty="0">
                <a:latin typeface="Calibri"/>
                <a:cs typeface="Calibri"/>
              </a:rPr>
              <a:t>)</a:t>
            </a:r>
            <a:r>
              <a:rPr sz="3200" spc="10" dirty="0">
                <a:latin typeface="Calibri"/>
                <a:cs typeface="Calibri"/>
              </a:rPr>
              <a:t> </a:t>
            </a:r>
            <a:r>
              <a:rPr sz="3200" dirty="0">
                <a:latin typeface="Wingdings"/>
                <a:cs typeface="Wingdings"/>
              </a:rPr>
              <a:t></a:t>
            </a:r>
            <a:r>
              <a:rPr sz="3200" spc="-105" dirty="0">
                <a:latin typeface="Times New Roman"/>
                <a:cs typeface="Times New Roman"/>
              </a:rPr>
              <a:t> </a:t>
            </a:r>
            <a:r>
              <a:rPr sz="3200" dirty="0">
                <a:solidFill>
                  <a:srgbClr val="FF0000"/>
                </a:solidFill>
                <a:latin typeface="Calibri"/>
                <a:cs typeface="Calibri"/>
              </a:rPr>
              <a:t>(</a:t>
            </a:r>
            <a:r>
              <a:rPr sz="3200" dirty="0">
                <a:latin typeface="Calibri"/>
                <a:cs typeface="Calibri"/>
              </a:rPr>
              <a:t>s</a:t>
            </a:r>
            <a:r>
              <a:rPr sz="3200" spc="-10" dirty="0">
                <a:latin typeface="Calibri"/>
                <a:cs typeface="Calibri"/>
              </a:rPr>
              <a:t> </a:t>
            </a:r>
            <a:r>
              <a:rPr sz="3200" dirty="0">
                <a:latin typeface="Symbol"/>
                <a:cs typeface="Symbol"/>
              </a:rPr>
              <a:t></a:t>
            </a:r>
            <a:r>
              <a:rPr sz="3200" spc="-95" dirty="0">
                <a:latin typeface="Times New Roman"/>
                <a:cs typeface="Times New Roman"/>
              </a:rPr>
              <a:t> </a:t>
            </a:r>
            <a:r>
              <a:rPr sz="3200" spc="-25" dirty="0">
                <a:latin typeface="Calibri"/>
                <a:cs typeface="Calibri"/>
              </a:rPr>
              <a:t>t</a:t>
            </a:r>
            <a:r>
              <a:rPr sz="3200" spc="-25" dirty="0">
                <a:solidFill>
                  <a:srgbClr val="FF0000"/>
                </a:solidFill>
                <a:latin typeface="Calibri"/>
                <a:cs typeface="Calibri"/>
              </a:rPr>
              <a:t>)</a:t>
            </a:r>
            <a:endParaRPr sz="3200">
              <a:latin typeface="Calibri"/>
              <a:cs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288391"/>
            <a:ext cx="7078980" cy="2174875"/>
          </a:xfrm>
          <a:prstGeom prst="rect">
            <a:avLst/>
          </a:prstGeom>
        </p:spPr>
        <p:txBody>
          <a:bodyPr vert="horz" wrap="square" lIns="0" tIns="64135" rIns="0" bIns="0" rtlCol="0">
            <a:spAutoFit/>
          </a:bodyPr>
          <a:lstStyle/>
          <a:p>
            <a:pPr marL="12700">
              <a:lnSpc>
                <a:spcPct val="100000"/>
              </a:lnSpc>
              <a:spcBef>
                <a:spcPts val="505"/>
              </a:spcBef>
            </a:pPr>
            <a:r>
              <a:rPr sz="3200" b="1" dirty="0">
                <a:latin typeface="Calibri"/>
                <a:cs typeface="Calibri"/>
              </a:rPr>
              <a:t>Ví</a:t>
            </a:r>
            <a:r>
              <a:rPr sz="3200" b="1" spc="-50" dirty="0">
                <a:latin typeface="Calibri"/>
                <a:cs typeface="Calibri"/>
              </a:rPr>
              <a:t> </a:t>
            </a:r>
            <a:r>
              <a:rPr sz="3200" b="1" dirty="0">
                <a:latin typeface="Calibri"/>
                <a:cs typeface="Calibri"/>
              </a:rPr>
              <a:t>dụ:</a:t>
            </a:r>
            <a:r>
              <a:rPr sz="3200" b="1" spc="-50" dirty="0">
                <a:latin typeface="Calibri"/>
                <a:cs typeface="Calibri"/>
              </a:rPr>
              <a:t> </a:t>
            </a:r>
            <a:r>
              <a:rPr sz="3200" dirty="0">
                <a:latin typeface="Calibri"/>
                <a:cs typeface="Calibri"/>
              </a:rPr>
              <a:t>dùng</a:t>
            </a:r>
            <a:r>
              <a:rPr sz="3200" spc="-30" dirty="0">
                <a:latin typeface="Calibri"/>
                <a:cs typeface="Calibri"/>
              </a:rPr>
              <a:t> </a:t>
            </a:r>
            <a:r>
              <a:rPr sz="3200" dirty="0">
                <a:latin typeface="Calibri"/>
                <a:cs typeface="Calibri"/>
              </a:rPr>
              <a:t>các</a:t>
            </a:r>
            <a:r>
              <a:rPr sz="3200" spc="-40" dirty="0">
                <a:latin typeface="Calibri"/>
                <a:cs typeface="Calibri"/>
              </a:rPr>
              <a:t> </a:t>
            </a:r>
            <a:r>
              <a:rPr sz="3200" dirty="0">
                <a:latin typeface="Calibri"/>
                <a:cs typeface="Calibri"/>
              </a:rPr>
              <a:t>qui</a:t>
            </a:r>
            <a:r>
              <a:rPr sz="3200" spc="-35" dirty="0">
                <a:latin typeface="Calibri"/>
                <a:cs typeface="Calibri"/>
              </a:rPr>
              <a:t> </a:t>
            </a:r>
            <a:r>
              <a:rPr sz="3200" dirty="0">
                <a:latin typeface="Calibri"/>
                <a:cs typeface="Calibri"/>
              </a:rPr>
              <a:t>luật</a:t>
            </a:r>
            <a:r>
              <a:rPr sz="3200" spc="-30" dirty="0">
                <a:latin typeface="Calibri"/>
                <a:cs typeface="Calibri"/>
              </a:rPr>
              <a:t> </a:t>
            </a:r>
            <a:r>
              <a:rPr sz="3200" dirty="0">
                <a:latin typeface="Calibri"/>
                <a:cs typeface="Calibri"/>
              </a:rPr>
              <a:t>logic</a:t>
            </a:r>
            <a:r>
              <a:rPr sz="3200" spc="-40" dirty="0">
                <a:latin typeface="Calibri"/>
                <a:cs typeface="Calibri"/>
              </a:rPr>
              <a:t> </a:t>
            </a:r>
            <a:r>
              <a:rPr sz="3200" dirty="0">
                <a:latin typeface="Calibri"/>
                <a:cs typeface="Calibri"/>
              </a:rPr>
              <a:t>chứng</a:t>
            </a:r>
            <a:r>
              <a:rPr sz="3200" spc="-35" dirty="0">
                <a:latin typeface="Calibri"/>
                <a:cs typeface="Calibri"/>
              </a:rPr>
              <a:t> </a:t>
            </a:r>
            <a:r>
              <a:rPr sz="3200" spc="-20" dirty="0">
                <a:latin typeface="Calibri"/>
                <a:cs typeface="Calibri"/>
              </a:rPr>
              <a:t>minh</a:t>
            </a:r>
            <a:endParaRPr sz="3200">
              <a:latin typeface="Calibri"/>
              <a:cs typeface="Calibri"/>
            </a:endParaRPr>
          </a:p>
          <a:p>
            <a:pPr marL="2422525">
              <a:lnSpc>
                <a:spcPct val="100000"/>
              </a:lnSpc>
              <a:spcBef>
                <a:spcPts val="409"/>
              </a:spcBef>
              <a:tabLst>
                <a:tab pos="4761865" algn="l"/>
                <a:tab pos="5655310" algn="l"/>
              </a:tabLst>
            </a:pPr>
            <a:r>
              <a:rPr sz="3200" dirty="0">
                <a:latin typeface="Calibri"/>
                <a:cs typeface="Calibri"/>
              </a:rPr>
              <a:t>[(p</a:t>
            </a:r>
            <a:r>
              <a:rPr sz="3200" spc="-10" dirty="0">
                <a:latin typeface="Calibri"/>
                <a:cs typeface="Calibri"/>
              </a:rPr>
              <a:t> </a:t>
            </a:r>
            <a:r>
              <a:rPr sz="3200" dirty="0">
                <a:latin typeface="Symbol"/>
                <a:cs typeface="Symbol"/>
              </a:rPr>
              <a:t></a:t>
            </a:r>
            <a:r>
              <a:rPr sz="3200" spc="-105" dirty="0">
                <a:latin typeface="Times New Roman"/>
                <a:cs typeface="Times New Roman"/>
              </a:rPr>
              <a:t> </a:t>
            </a:r>
            <a:r>
              <a:rPr sz="3200" dirty="0">
                <a:latin typeface="Calibri"/>
                <a:cs typeface="Calibri"/>
              </a:rPr>
              <a:t>q)</a:t>
            </a:r>
            <a:r>
              <a:rPr sz="3200" spc="-20" dirty="0">
                <a:latin typeface="Calibri"/>
                <a:cs typeface="Calibri"/>
              </a:rPr>
              <a:t> </a:t>
            </a:r>
            <a:r>
              <a:rPr sz="3200" dirty="0">
                <a:latin typeface="Symbol"/>
                <a:cs typeface="Symbol"/>
              </a:rPr>
              <a:t></a:t>
            </a:r>
            <a:r>
              <a:rPr sz="3200" spc="-110" dirty="0">
                <a:latin typeface="Times New Roman"/>
                <a:cs typeface="Times New Roman"/>
              </a:rPr>
              <a:t> </a:t>
            </a:r>
            <a:r>
              <a:rPr sz="3200" spc="-25" dirty="0">
                <a:latin typeface="Calibri"/>
                <a:cs typeface="Calibri"/>
              </a:rPr>
              <a:t>p]</a:t>
            </a:r>
            <a:r>
              <a:rPr sz="3200" dirty="0">
                <a:latin typeface="Calibri"/>
                <a:cs typeface="Calibri"/>
              </a:rPr>
              <a:t>	</a:t>
            </a:r>
            <a:r>
              <a:rPr sz="3200" dirty="0">
                <a:latin typeface="Symbol"/>
                <a:cs typeface="Symbol"/>
              </a:rPr>
              <a:t></a:t>
            </a:r>
            <a:r>
              <a:rPr sz="3200" spc="-110" dirty="0">
                <a:latin typeface="Times New Roman"/>
                <a:cs typeface="Times New Roman"/>
              </a:rPr>
              <a:t> </a:t>
            </a:r>
            <a:r>
              <a:rPr sz="3200" spc="-50" dirty="0">
                <a:latin typeface="Calibri"/>
                <a:cs typeface="Calibri"/>
              </a:rPr>
              <a:t>q</a:t>
            </a:r>
            <a:r>
              <a:rPr sz="3200" dirty="0">
                <a:latin typeface="Calibri"/>
                <a:cs typeface="Calibri"/>
              </a:rPr>
              <a:t>	</a:t>
            </a:r>
            <a:r>
              <a:rPr sz="3200" spc="-25" dirty="0">
                <a:latin typeface="Calibri"/>
                <a:cs typeface="Calibri"/>
              </a:rPr>
              <a:t>(*)</a:t>
            </a:r>
            <a:endParaRPr sz="3200">
              <a:latin typeface="Calibri"/>
              <a:cs typeface="Calibri"/>
            </a:endParaRPr>
          </a:p>
          <a:p>
            <a:pPr marL="12700" marR="5080">
              <a:lnSpc>
                <a:spcPct val="109500"/>
              </a:lnSpc>
              <a:spcBef>
                <a:spcPts val="20"/>
              </a:spcBef>
              <a:tabLst>
                <a:tab pos="5316855" algn="l"/>
              </a:tabLst>
            </a:pPr>
            <a:r>
              <a:rPr sz="3200" dirty="0">
                <a:latin typeface="Calibri"/>
                <a:cs typeface="Calibri"/>
              </a:rPr>
              <a:t>là</a:t>
            </a:r>
            <a:r>
              <a:rPr sz="3200" spc="-15" dirty="0">
                <a:latin typeface="Calibri"/>
                <a:cs typeface="Calibri"/>
              </a:rPr>
              <a:t> </a:t>
            </a:r>
            <a:r>
              <a:rPr sz="3200" b="1" dirty="0">
                <a:latin typeface="Calibri"/>
                <a:cs typeface="Calibri"/>
              </a:rPr>
              <a:t>hằng</a:t>
            </a:r>
            <a:r>
              <a:rPr sz="3200" b="1" spc="-40" dirty="0">
                <a:latin typeface="Calibri"/>
                <a:cs typeface="Calibri"/>
              </a:rPr>
              <a:t> </a:t>
            </a:r>
            <a:r>
              <a:rPr sz="3200" b="1" dirty="0">
                <a:latin typeface="Calibri"/>
                <a:cs typeface="Calibri"/>
              </a:rPr>
              <a:t>đúng</a:t>
            </a:r>
            <a:r>
              <a:rPr sz="3200" b="1" spc="-25" dirty="0">
                <a:latin typeface="Calibri"/>
                <a:cs typeface="Calibri"/>
              </a:rPr>
              <a:t> </a:t>
            </a:r>
            <a:r>
              <a:rPr sz="3200" dirty="0">
                <a:latin typeface="Calibri"/>
                <a:cs typeface="Calibri"/>
              </a:rPr>
              <a:t>(cm</a:t>
            </a:r>
            <a:r>
              <a:rPr sz="3200" spc="-20" dirty="0">
                <a:latin typeface="Calibri"/>
                <a:cs typeface="Calibri"/>
              </a:rPr>
              <a:t> </a:t>
            </a:r>
            <a:r>
              <a:rPr sz="3200" dirty="0">
                <a:latin typeface="Calibri"/>
                <a:cs typeface="Calibri"/>
              </a:rPr>
              <a:t>[(p</a:t>
            </a:r>
            <a:r>
              <a:rPr sz="3200" spc="-10" dirty="0">
                <a:latin typeface="Calibri"/>
                <a:cs typeface="Calibri"/>
              </a:rPr>
              <a:t> </a:t>
            </a:r>
            <a:r>
              <a:rPr sz="3200" dirty="0">
                <a:latin typeface="Symbol"/>
                <a:cs typeface="Symbol"/>
              </a:rPr>
              <a:t></a:t>
            </a:r>
            <a:r>
              <a:rPr sz="3200" spc="-90" dirty="0">
                <a:latin typeface="Times New Roman"/>
                <a:cs typeface="Times New Roman"/>
              </a:rPr>
              <a:t> </a:t>
            </a:r>
            <a:r>
              <a:rPr sz="3200" dirty="0">
                <a:latin typeface="Calibri"/>
                <a:cs typeface="Calibri"/>
              </a:rPr>
              <a:t>q) </a:t>
            </a:r>
            <a:r>
              <a:rPr sz="3200" dirty="0">
                <a:latin typeface="Symbol"/>
                <a:cs typeface="Symbol"/>
              </a:rPr>
              <a:t></a:t>
            </a:r>
            <a:r>
              <a:rPr sz="3200" spc="-114" dirty="0">
                <a:latin typeface="Times New Roman"/>
                <a:cs typeface="Times New Roman"/>
              </a:rPr>
              <a:t> </a:t>
            </a:r>
            <a:r>
              <a:rPr sz="3200" spc="-25" dirty="0">
                <a:latin typeface="Calibri"/>
                <a:cs typeface="Calibri"/>
              </a:rPr>
              <a:t>p]</a:t>
            </a:r>
            <a:r>
              <a:rPr sz="3200" dirty="0">
                <a:latin typeface="Calibri"/>
                <a:cs typeface="Calibri"/>
              </a:rPr>
              <a:t>	</a:t>
            </a:r>
            <a:r>
              <a:rPr sz="3200" dirty="0">
                <a:latin typeface="Symbol"/>
                <a:cs typeface="Symbol"/>
              </a:rPr>
              <a:t></a:t>
            </a:r>
            <a:r>
              <a:rPr sz="3200" spc="-85" dirty="0">
                <a:latin typeface="Times New Roman"/>
                <a:cs typeface="Times New Roman"/>
              </a:rPr>
              <a:t> </a:t>
            </a:r>
            <a:r>
              <a:rPr sz="3200" dirty="0">
                <a:latin typeface="Calibri"/>
                <a:cs typeface="Calibri"/>
              </a:rPr>
              <a:t>q</a:t>
            </a:r>
            <a:r>
              <a:rPr sz="3200" spc="-5" dirty="0">
                <a:latin typeface="Calibri"/>
                <a:cs typeface="Calibri"/>
              </a:rPr>
              <a:t> </a:t>
            </a:r>
            <a:r>
              <a:rPr sz="3200" dirty="0">
                <a:latin typeface="Symbol"/>
                <a:cs typeface="Symbol"/>
              </a:rPr>
              <a:t></a:t>
            </a:r>
            <a:r>
              <a:rPr sz="3200" spc="-80" dirty="0">
                <a:latin typeface="Times New Roman"/>
                <a:cs typeface="Times New Roman"/>
              </a:rPr>
              <a:t> </a:t>
            </a:r>
            <a:r>
              <a:rPr sz="3200" b="1" spc="-25" dirty="0">
                <a:latin typeface="Calibri"/>
                <a:cs typeface="Calibri"/>
              </a:rPr>
              <a:t>1</a:t>
            </a:r>
            <a:r>
              <a:rPr sz="3200" spc="-25" dirty="0">
                <a:latin typeface="Calibri"/>
                <a:cs typeface="Calibri"/>
              </a:rPr>
              <a:t>). </a:t>
            </a:r>
            <a:r>
              <a:rPr sz="3200" b="1" spc="-10" dirty="0">
                <a:latin typeface="Calibri"/>
                <a:cs typeface="Calibri"/>
              </a:rPr>
              <a:t>Giải:</a:t>
            </a:r>
            <a:endParaRPr sz="3200">
              <a:latin typeface="Calibri"/>
              <a:cs typeface="Calibri"/>
            </a:endParaRPr>
          </a:p>
        </p:txBody>
      </p:sp>
      <p:sp>
        <p:nvSpPr>
          <p:cNvPr id="3" name="object 3"/>
          <p:cNvSpPr txBox="1"/>
          <p:nvPr/>
        </p:nvSpPr>
        <p:spPr>
          <a:xfrm>
            <a:off x="459740" y="2441001"/>
            <a:ext cx="3701415" cy="1635125"/>
          </a:xfrm>
          <a:prstGeom prst="rect">
            <a:avLst/>
          </a:prstGeom>
        </p:spPr>
        <p:txBody>
          <a:bodyPr vert="horz" wrap="square" lIns="0" tIns="60960" rIns="0" bIns="0" rtlCol="0">
            <a:spAutoFit/>
          </a:bodyPr>
          <a:lstStyle/>
          <a:p>
            <a:pPr marL="413384" indent="-400685">
              <a:lnSpc>
                <a:spcPct val="100000"/>
              </a:lnSpc>
              <a:spcBef>
                <a:spcPts val="480"/>
              </a:spcBef>
              <a:buAutoNum type="arabicPeriod"/>
              <a:tabLst>
                <a:tab pos="413384" algn="l"/>
                <a:tab pos="2754630" algn="l"/>
              </a:tabLst>
            </a:pPr>
            <a:r>
              <a:rPr sz="3200" dirty="0">
                <a:latin typeface="Calibri"/>
                <a:cs typeface="Calibri"/>
              </a:rPr>
              <a:t>[(</a:t>
            </a:r>
            <a:r>
              <a:rPr sz="3200" dirty="0">
                <a:solidFill>
                  <a:srgbClr val="FF0000"/>
                </a:solidFill>
                <a:latin typeface="Calibri"/>
                <a:cs typeface="Calibri"/>
              </a:rPr>
              <a:t>p</a:t>
            </a:r>
            <a:r>
              <a:rPr sz="3200" spc="-25" dirty="0">
                <a:solidFill>
                  <a:srgbClr val="FF0000"/>
                </a:solidFill>
                <a:latin typeface="Calibri"/>
                <a:cs typeface="Calibri"/>
              </a:rPr>
              <a:t> </a:t>
            </a:r>
            <a:r>
              <a:rPr sz="3200" dirty="0">
                <a:solidFill>
                  <a:srgbClr val="FF0000"/>
                </a:solidFill>
                <a:latin typeface="Symbol"/>
                <a:cs typeface="Symbol"/>
              </a:rPr>
              <a:t></a:t>
            </a:r>
            <a:r>
              <a:rPr sz="3200" spc="-100" dirty="0">
                <a:solidFill>
                  <a:srgbClr val="FF0000"/>
                </a:solidFill>
                <a:latin typeface="Times New Roman"/>
                <a:cs typeface="Times New Roman"/>
              </a:rPr>
              <a:t> </a:t>
            </a:r>
            <a:r>
              <a:rPr sz="3200" dirty="0">
                <a:solidFill>
                  <a:srgbClr val="FF0000"/>
                </a:solidFill>
                <a:latin typeface="Calibri"/>
                <a:cs typeface="Calibri"/>
              </a:rPr>
              <a:t>q</a:t>
            </a:r>
            <a:r>
              <a:rPr sz="3200" dirty="0">
                <a:latin typeface="Calibri"/>
                <a:cs typeface="Calibri"/>
              </a:rPr>
              <a:t>)</a:t>
            </a:r>
            <a:r>
              <a:rPr sz="3200" spc="-20" dirty="0">
                <a:latin typeface="Calibri"/>
                <a:cs typeface="Calibri"/>
              </a:rPr>
              <a:t> </a:t>
            </a:r>
            <a:r>
              <a:rPr sz="3200" dirty="0">
                <a:latin typeface="Symbol"/>
                <a:cs typeface="Symbol"/>
              </a:rPr>
              <a:t></a:t>
            </a:r>
            <a:r>
              <a:rPr sz="3200" spc="-105" dirty="0">
                <a:latin typeface="Times New Roman"/>
                <a:cs typeface="Times New Roman"/>
              </a:rPr>
              <a:t> </a:t>
            </a:r>
            <a:r>
              <a:rPr sz="3200" spc="-25" dirty="0">
                <a:latin typeface="Calibri"/>
                <a:cs typeface="Calibri"/>
              </a:rPr>
              <a:t>p]</a:t>
            </a:r>
            <a:r>
              <a:rPr sz="3200" dirty="0">
                <a:latin typeface="Calibri"/>
                <a:cs typeface="Calibri"/>
              </a:rPr>
              <a:t>	</a:t>
            </a:r>
            <a:r>
              <a:rPr sz="3200" dirty="0">
                <a:latin typeface="Symbol"/>
                <a:cs typeface="Symbol"/>
              </a:rPr>
              <a:t></a:t>
            </a:r>
            <a:r>
              <a:rPr sz="3200" spc="-110" dirty="0">
                <a:latin typeface="Times New Roman"/>
                <a:cs typeface="Times New Roman"/>
              </a:rPr>
              <a:t> </a:t>
            </a:r>
            <a:r>
              <a:rPr sz="3200" spc="-50" dirty="0">
                <a:latin typeface="Calibri"/>
                <a:cs typeface="Calibri"/>
              </a:rPr>
              <a:t>q</a:t>
            </a:r>
            <a:endParaRPr sz="3200">
              <a:latin typeface="Calibri"/>
              <a:cs typeface="Calibri"/>
            </a:endParaRPr>
          </a:p>
          <a:p>
            <a:pPr marL="413384" indent="-400685">
              <a:lnSpc>
                <a:spcPct val="100000"/>
              </a:lnSpc>
              <a:spcBef>
                <a:spcPts val="384"/>
              </a:spcBef>
              <a:buAutoNum type="arabicPeriod"/>
              <a:tabLst>
                <a:tab pos="413384" algn="l"/>
                <a:tab pos="2887345" algn="l"/>
              </a:tabLst>
            </a:pPr>
            <a:r>
              <a:rPr sz="3200" dirty="0">
                <a:latin typeface="Calibri"/>
                <a:cs typeface="Calibri"/>
              </a:rPr>
              <a:t>[(</a:t>
            </a:r>
            <a:r>
              <a:rPr sz="3200" dirty="0">
                <a:solidFill>
                  <a:srgbClr val="FF0000"/>
                </a:solidFill>
                <a:latin typeface="Symbol"/>
                <a:cs typeface="Symbol"/>
              </a:rPr>
              <a:t></a:t>
            </a:r>
            <a:r>
              <a:rPr sz="3200" dirty="0">
                <a:solidFill>
                  <a:srgbClr val="FF0000"/>
                </a:solidFill>
                <a:latin typeface="Calibri"/>
                <a:cs typeface="Calibri"/>
              </a:rPr>
              <a:t>p</a:t>
            </a:r>
            <a:r>
              <a:rPr sz="3200" spc="-15" dirty="0">
                <a:solidFill>
                  <a:srgbClr val="FF0000"/>
                </a:solidFill>
                <a:latin typeface="Calibri"/>
                <a:cs typeface="Calibri"/>
              </a:rPr>
              <a:t> </a:t>
            </a:r>
            <a:r>
              <a:rPr sz="3200" dirty="0">
                <a:solidFill>
                  <a:srgbClr val="FF0000"/>
                </a:solidFill>
                <a:latin typeface="Symbol"/>
                <a:cs typeface="Symbol"/>
              </a:rPr>
              <a:t></a:t>
            </a:r>
            <a:r>
              <a:rPr sz="3200" spc="-110" dirty="0">
                <a:solidFill>
                  <a:srgbClr val="FF0000"/>
                </a:solidFill>
                <a:latin typeface="Times New Roman"/>
                <a:cs typeface="Times New Roman"/>
              </a:rPr>
              <a:t> </a:t>
            </a:r>
            <a:r>
              <a:rPr sz="3200" dirty="0">
                <a:solidFill>
                  <a:srgbClr val="FF0000"/>
                </a:solidFill>
                <a:latin typeface="Calibri"/>
                <a:cs typeface="Calibri"/>
              </a:rPr>
              <a:t>q</a:t>
            </a:r>
            <a:r>
              <a:rPr sz="3200" dirty="0">
                <a:latin typeface="Calibri"/>
                <a:cs typeface="Calibri"/>
              </a:rPr>
              <a:t>)</a:t>
            </a:r>
            <a:r>
              <a:rPr sz="3200" spc="-20" dirty="0">
                <a:latin typeface="Calibri"/>
                <a:cs typeface="Calibri"/>
              </a:rPr>
              <a:t> </a:t>
            </a:r>
            <a:r>
              <a:rPr sz="3200" dirty="0">
                <a:latin typeface="Symbol"/>
                <a:cs typeface="Symbol"/>
              </a:rPr>
              <a:t></a:t>
            </a:r>
            <a:r>
              <a:rPr sz="3200" spc="-105" dirty="0">
                <a:latin typeface="Times New Roman"/>
                <a:cs typeface="Times New Roman"/>
              </a:rPr>
              <a:t> </a:t>
            </a:r>
            <a:r>
              <a:rPr sz="3200" spc="-25" dirty="0">
                <a:latin typeface="Calibri"/>
                <a:cs typeface="Calibri"/>
              </a:rPr>
              <a:t>p]</a:t>
            </a:r>
            <a:r>
              <a:rPr sz="3200" dirty="0">
                <a:latin typeface="Calibri"/>
                <a:cs typeface="Calibri"/>
              </a:rPr>
              <a:t>	</a:t>
            </a:r>
            <a:r>
              <a:rPr sz="3200" dirty="0">
                <a:latin typeface="Symbol"/>
                <a:cs typeface="Symbol"/>
              </a:rPr>
              <a:t></a:t>
            </a:r>
            <a:r>
              <a:rPr sz="3200" spc="-90" dirty="0">
                <a:latin typeface="Times New Roman"/>
                <a:cs typeface="Times New Roman"/>
              </a:rPr>
              <a:t> </a:t>
            </a:r>
            <a:r>
              <a:rPr sz="3200" spc="-50" dirty="0">
                <a:latin typeface="Calibri"/>
                <a:cs typeface="Calibri"/>
              </a:rPr>
              <a:t>q</a:t>
            </a:r>
            <a:endParaRPr sz="3200">
              <a:latin typeface="Calibri"/>
              <a:cs typeface="Calibri"/>
            </a:endParaRPr>
          </a:p>
          <a:p>
            <a:pPr marL="414655" indent="-401955">
              <a:lnSpc>
                <a:spcPct val="100000"/>
              </a:lnSpc>
              <a:spcBef>
                <a:spcPts val="385"/>
              </a:spcBef>
              <a:buAutoNum type="arabicPeriod"/>
              <a:tabLst>
                <a:tab pos="414655" algn="l"/>
                <a:tab pos="937894" algn="l"/>
                <a:tab pos="2980055" algn="l"/>
              </a:tabLst>
            </a:pPr>
            <a:r>
              <a:rPr sz="3200" spc="-25" dirty="0">
                <a:latin typeface="Calibri"/>
                <a:cs typeface="Calibri"/>
              </a:rPr>
              <a:t>[p</a:t>
            </a:r>
            <a:r>
              <a:rPr sz="3200" dirty="0">
                <a:latin typeface="Calibri"/>
                <a:cs typeface="Calibri"/>
              </a:rPr>
              <a:t>	</a:t>
            </a:r>
            <a:r>
              <a:rPr sz="3200" dirty="0">
                <a:latin typeface="Symbol"/>
                <a:cs typeface="Symbol"/>
              </a:rPr>
              <a:t></a:t>
            </a:r>
            <a:r>
              <a:rPr sz="3200" spc="-105" dirty="0">
                <a:latin typeface="Times New Roman"/>
                <a:cs typeface="Times New Roman"/>
              </a:rPr>
              <a:t> </a:t>
            </a:r>
            <a:r>
              <a:rPr sz="3200" dirty="0">
                <a:latin typeface="Calibri"/>
                <a:cs typeface="Calibri"/>
              </a:rPr>
              <a:t>(</a:t>
            </a:r>
            <a:r>
              <a:rPr sz="3200" dirty="0">
                <a:latin typeface="Symbol"/>
                <a:cs typeface="Symbol"/>
              </a:rPr>
              <a:t></a:t>
            </a:r>
            <a:r>
              <a:rPr sz="3200" dirty="0">
                <a:latin typeface="Calibri"/>
                <a:cs typeface="Calibri"/>
              </a:rPr>
              <a:t>p</a:t>
            </a:r>
            <a:r>
              <a:rPr sz="3200" spc="-5" dirty="0">
                <a:latin typeface="Calibri"/>
                <a:cs typeface="Calibri"/>
              </a:rPr>
              <a:t> </a:t>
            </a:r>
            <a:r>
              <a:rPr sz="3200" dirty="0">
                <a:latin typeface="Symbol"/>
                <a:cs typeface="Symbol"/>
              </a:rPr>
              <a:t></a:t>
            </a:r>
            <a:r>
              <a:rPr sz="3200" spc="-95" dirty="0">
                <a:latin typeface="Times New Roman"/>
                <a:cs typeface="Times New Roman"/>
              </a:rPr>
              <a:t> </a:t>
            </a:r>
            <a:r>
              <a:rPr sz="3200" spc="-25" dirty="0">
                <a:latin typeface="Calibri"/>
                <a:cs typeface="Calibri"/>
              </a:rPr>
              <a:t>q)]</a:t>
            </a:r>
            <a:r>
              <a:rPr sz="3200" dirty="0">
                <a:latin typeface="Calibri"/>
                <a:cs typeface="Calibri"/>
              </a:rPr>
              <a:t>	</a:t>
            </a:r>
            <a:r>
              <a:rPr sz="3200" dirty="0">
                <a:latin typeface="Symbol"/>
                <a:cs typeface="Symbol"/>
              </a:rPr>
              <a:t></a:t>
            </a:r>
            <a:r>
              <a:rPr sz="3200" spc="-110" dirty="0">
                <a:latin typeface="Times New Roman"/>
                <a:cs typeface="Times New Roman"/>
              </a:rPr>
              <a:t> </a:t>
            </a:r>
            <a:r>
              <a:rPr sz="3200" spc="-50" dirty="0">
                <a:latin typeface="Calibri"/>
                <a:cs typeface="Calibri"/>
              </a:rPr>
              <a:t>q</a:t>
            </a:r>
            <a:endParaRPr sz="3200">
              <a:latin typeface="Calibri"/>
              <a:cs typeface="Calibri"/>
            </a:endParaRPr>
          </a:p>
        </p:txBody>
      </p:sp>
      <p:sp>
        <p:nvSpPr>
          <p:cNvPr id="4" name="object 4"/>
          <p:cNvSpPr txBox="1"/>
          <p:nvPr/>
        </p:nvSpPr>
        <p:spPr>
          <a:xfrm>
            <a:off x="4922901" y="2441001"/>
            <a:ext cx="3660140" cy="1635125"/>
          </a:xfrm>
          <a:prstGeom prst="rect">
            <a:avLst/>
          </a:prstGeom>
        </p:spPr>
        <p:txBody>
          <a:bodyPr vert="horz" wrap="square" lIns="0" tIns="60960" rIns="0" bIns="0" rtlCol="0">
            <a:spAutoFit/>
          </a:bodyPr>
          <a:lstStyle/>
          <a:p>
            <a:pPr marL="12700">
              <a:lnSpc>
                <a:spcPct val="100000"/>
              </a:lnSpc>
              <a:spcBef>
                <a:spcPts val="480"/>
              </a:spcBef>
            </a:pPr>
            <a:r>
              <a:rPr sz="3200" dirty="0">
                <a:latin typeface="Symbol"/>
                <a:cs typeface="Symbol"/>
              </a:rPr>
              <a:t></a:t>
            </a:r>
            <a:r>
              <a:rPr sz="3200" spc="-120" dirty="0">
                <a:latin typeface="Times New Roman"/>
                <a:cs typeface="Times New Roman"/>
              </a:rPr>
              <a:t> </a:t>
            </a:r>
            <a:r>
              <a:rPr sz="3200" dirty="0">
                <a:latin typeface="Calibri"/>
                <a:cs typeface="Calibri"/>
              </a:rPr>
              <a:t>(qui</a:t>
            </a:r>
            <a:r>
              <a:rPr sz="3200" spc="-35" dirty="0">
                <a:latin typeface="Calibri"/>
                <a:cs typeface="Calibri"/>
              </a:rPr>
              <a:t> </a:t>
            </a:r>
            <a:r>
              <a:rPr sz="3200" dirty="0">
                <a:latin typeface="Calibri"/>
                <a:cs typeface="Calibri"/>
              </a:rPr>
              <a:t>tắc</a:t>
            </a:r>
            <a:r>
              <a:rPr sz="3200" spc="-45" dirty="0">
                <a:latin typeface="Calibri"/>
                <a:cs typeface="Calibri"/>
              </a:rPr>
              <a:t> </a:t>
            </a:r>
            <a:r>
              <a:rPr sz="3200" dirty="0">
                <a:latin typeface="Calibri"/>
                <a:cs typeface="Calibri"/>
              </a:rPr>
              <a:t>thay</a:t>
            </a:r>
            <a:r>
              <a:rPr sz="3200" spc="-30" dirty="0">
                <a:latin typeface="Calibri"/>
                <a:cs typeface="Calibri"/>
              </a:rPr>
              <a:t> </a:t>
            </a:r>
            <a:r>
              <a:rPr sz="3200" dirty="0">
                <a:latin typeface="Calibri"/>
                <a:cs typeface="Calibri"/>
              </a:rPr>
              <a:t>thế</a:t>
            </a:r>
            <a:r>
              <a:rPr sz="3200" spc="-40" dirty="0">
                <a:latin typeface="Calibri"/>
                <a:cs typeface="Calibri"/>
              </a:rPr>
              <a:t> </a:t>
            </a:r>
            <a:r>
              <a:rPr sz="3200" spc="-25" dirty="0">
                <a:latin typeface="Calibri"/>
                <a:cs typeface="Calibri"/>
              </a:rPr>
              <a:t>1)</a:t>
            </a:r>
            <a:endParaRPr sz="3200">
              <a:latin typeface="Calibri"/>
              <a:cs typeface="Calibri"/>
            </a:endParaRPr>
          </a:p>
          <a:p>
            <a:pPr marL="53340">
              <a:lnSpc>
                <a:spcPct val="100000"/>
              </a:lnSpc>
              <a:spcBef>
                <a:spcPts val="384"/>
              </a:spcBef>
            </a:pPr>
            <a:r>
              <a:rPr sz="3200" dirty="0">
                <a:latin typeface="Symbol"/>
                <a:cs typeface="Symbol"/>
              </a:rPr>
              <a:t></a:t>
            </a:r>
            <a:r>
              <a:rPr sz="3200" spc="-110" dirty="0">
                <a:latin typeface="Times New Roman"/>
                <a:cs typeface="Times New Roman"/>
              </a:rPr>
              <a:t> </a:t>
            </a:r>
            <a:r>
              <a:rPr sz="3200" dirty="0">
                <a:latin typeface="Calibri"/>
                <a:cs typeface="Calibri"/>
              </a:rPr>
              <a:t>giao</a:t>
            </a:r>
            <a:r>
              <a:rPr sz="3200" spc="-35" dirty="0">
                <a:latin typeface="Calibri"/>
                <a:cs typeface="Calibri"/>
              </a:rPr>
              <a:t> </a:t>
            </a:r>
            <a:r>
              <a:rPr sz="3200" spc="-10" dirty="0">
                <a:latin typeface="Calibri"/>
                <a:cs typeface="Calibri"/>
              </a:rPr>
              <a:t>hoán,</a:t>
            </a:r>
            <a:endParaRPr sz="3200">
              <a:latin typeface="Calibri"/>
              <a:cs typeface="Calibri"/>
            </a:endParaRPr>
          </a:p>
          <a:p>
            <a:pPr marL="53340">
              <a:lnSpc>
                <a:spcPct val="100000"/>
              </a:lnSpc>
              <a:spcBef>
                <a:spcPts val="385"/>
              </a:spcBef>
            </a:pPr>
            <a:r>
              <a:rPr sz="3200" dirty="0">
                <a:latin typeface="Symbol"/>
                <a:cs typeface="Symbol"/>
              </a:rPr>
              <a:t></a:t>
            </a:r>
            <a:r>
              <a:rPr sz="3200" spc="-120" dirty="0">
                <a:latin typeface="Times New Roman"/>
                <a:cs typeface="Times New Roman"/>
              </a:rPr>
              <a:t> </a:t>
            </a:r>
            <a:r>
              <a:rPr sz="3200" dirty="0">
                <a:latin typeface="Calibri"/>
                <a:cs typeface="Calibri"/>
              </a:rPr>
              <a:t>phân</a:t>
            </a:r>
            <a:r>
              <a:rPr sz="3200" spc="-25" dirty="0">
                <a:latin typeface="Calibri"/>
                <a:cs typeface="Calibri"/>
              </a:rPr>
              <a:t> bố,</a:t>
            </a:r>
            <a:endParaRPr sz="3200">
              <a:latin typeface="Calibri"/>
              <a:cs typeface="Calibri"/>
            </a:endParaRPr>
          </a:p>
        </p:txBody>
      </p:sp>
      <p:sp>
        <p:nvSpPr>
          <p:cNvPr id="5" name="object 5"/>
          <p:cNvSpPr txBox="1"/>
          <p:nvPr/>
        </p:nvSpPr>
        <p:spPr>
          <a:xfrm>
            <a:off x="459740" y="4098416"/>
            <a:ext cx="6950075" cy="513715"/>
          </a:xfrm>
          <a:prstGeom prst="rect">
            <a:avLst/>
          </a:prstGeom>
        </p:spPr>
        <p:txBody>
          <a:bodyPr vert="horz" wrap="square" lIns="0" tIns="12700" rIns="0" bIns="0" rtlCol="0">
            <a:spAutoFit/>
          </a:bodyPr>
          <a:lstStyle/>
          <a:p>
            <a:pPr marL="12700">
              <a:lnSpc>
                <a:spcPct val="100000"/>
              </a:lnSpc>
              <a:spcBef>
                <a:spcPts val="100"/>
              </a:spcBef>
            </a:pPr>
            <a:r>
              <a:rPr sz="3200" dirty="0">
                <a:latin typeface="Calibri"/>
                <a:cs typeface="Calibri"/>
              </a:rPr>
              <a:t>4.</a:t>
            </a:r>
            <a:r>
              <a:rPr sz="3200" spc="-20" dirty="0">
                <a:latin typeface="Calibri"/>
                <a:cs typeface="Calibri"/>
              </a:rPr>
              <a:t> </a:t>
            </a:r>
            <a:r>
              <a:rPr sz="3200" dirty="0">
                <a:latin typeface="Calibri"/>
                <a:cs typeface="Calibri"/>
              </a:rPr>
              <a:t>[(p</a:t>
            </a:r>
            <a:r>
              <a:rPr sz="3200" spc="-15" dirty="0">
                <a:latin typeface="Calibri"/>
                <a:cs typeface="Calibri"/>
              </a:rPr>
              <a:t> </a:t>
            </a:r>
            <a:r>
              <a:rPr sz="3200" dirty="0">
                <a:latin typeface="Symbol"/>
                <a:cs typeface="Symbol"/>
              </a:rPr>
              <a:t></a:t>
            </a:r>
            <a:r>
              <a:rPr sz="3200" spc="-110" dirty="0">
                <a:latin typeface="Times New Roman"/>
                <a:cs typeface="Times New Roman"/>
              </a:rPr>
              <a:t> </a:t>
            </a:r>
            <a:r>
              <a:rPr sz="3200" dirty="0">
                <a:latin typeface="Symbol"/>
                <a:cs typeface="Symbol"/>
              </a:rPr>
              <a:t></a:t>
            </a:r>
            <a:r>
              <a:rPr sz="3200" dirty="0">
                <a:latin typeface="Calibri"/>
                <a:cs typeface="Calibri"/>
              </a:rPr>
              <a:t>p)</a:t>
            </a:r>
            <a:r>
              <a:rPr sz="3200" spc="-5" dirty="0">
                <a:latin typeface="Calibri"/>
                <a:cs typeface="Calibri"/>
              </a:rPr>
              <a:t> </a:t>
            </a:r>
            <a:r>
              <a:rPr sz="3200" dirty="0">
                <a:latin typeface="Symbol"/>
                <a:cs typeface="Symbol"/>
              </a:rPr>
              <a:t></a:t>
            </a:r>
            <a:r>
              <a:rPr sz="3200" spc="-105" dirty="0">
                <a:latin typeface="Times New Roman"/>
                <a:cs typeface="Times New Roman"/>
              </a:rPr>
              <a:t> </a:t>
            </a:r>
            <a:r>
              <a:rPr sz="3200" dirty="0">
                <a:latin typeface="Calibri"/>
                <a:cs typeface="Calibri"/>
              </a:rPr>
              <a:t>(p</a:t>
            </a:r>
            <a:r>
              <a:rPr sz="3200" spc="-20" dirty="0">
                <a:latin typeface="Calibri"/>
                <a:cs typeface="Calibri"/>
              </a:rPr>
              <a:t> </a:t>
            </a:r>
            <a:r>
              <a:rPr sz="3200" dirty="0">
                <a:latin typeface="Symbol"/>
                <a:cs typeface="Symbol"/>
              </a:rPr>
              <a:t></a:t>
            </a:r>
            <a:r>
              <a:rPr sz="3200" spc="-110" dirty="0">
                <a:latin typeface="Times New Roman"/>
                <a:cs typeface="Times New Roman"/>
              </a:rPr>
              <a:t> </a:t>
            </a:r>
            <a:r>
              <a:rPr sz="3200" dirty="0">
                <a:latin typeface="Calibri"/>
                <a:cs typeface="Calibri"/>
              </a:rPr>
              <a:t>q)]</a:t>
            </a:r>
            <a:r>
              <a:rPr sz="3200" spc="-25"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Calibri"/>
                <a:cs typeface="Calibri"/>
              </a:rPr>
              <a:t>q</a:t>
            </a:r>
            <a:r>
              <a:rPr sz="3200" spc="-20"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Calibri"/>
                <a:cs typeface="Calibri"/>
              </a:rPr>
              <a:t>phần</a:t>
            </a:r>
            <a:r>
              <a:rPr sz="3200" spc="-15" dirty="0">
                <a:latin typeface="Calibri"/>
                <a:cs typeface="Calibri"/>
              </a:rPr>
              <a:t> </a:t>
            </a:r>
            <a:r>
              <a:rPr sz="3200" dirty="0">
                <a:latin typeface="Calibri"/>
                <a:cs typeface="Calibri"/>
              </a:rPr>
              <a:t>tử</a:t>
            </a:r>
            <a:r>
              <a:rPr sz="3200" spc="-20" dirty="0">
                <a:latin typeface="Calibri"/>
                <a:cs typeface="Calibri"/>
              </a:rPr>
              <a:t> </a:t>
            </a:r>
            <a:r>
              <a:rPr sz="3200" spc="-25" dirty="0">
                <a:latin typeface="Calibri"/>
                <a:cs typeface="Calibri"/>
              </a:rPr>
              <a:t>bù,</a:t>
            </a:r>
            <a:endParaRPr sz="3200">
              <a:latin typeface="Calibri"/>
              <a:cs typeface="Calibri"/>
            </a:endParaRPr>
          </a:p>
        </p:txBody>
      </p:sp>
      <p:sp>
        <p:nvSpPr>
          <p:cNvPr id="6" name="object 6"/>
          <p:cNvSpPr txBox="1"/>
          <p:nvPr/>
        </p:nvSpPr>
        <p:spPr>
          <a:xfrm>
            <a:off x="4913757" y="4587138"/>
            <a:ext cx="758190" cy="1098550"/>
          </a:xfrm>
          <a:prstGeom prst="rect">
            <a:avLst/>
          </a:prstGeom>
        </p:spPr>
        <p:txBody>
          <a:bodyPr vert="horz" wrap="square" lIns="0" tIns="60960" rIns="0" bIns="0" rtlCol="0">
            <a:spAutoFit/>
          </a:bodyPr>
          <a:lstStyle/>
          <a:p>
            <a:pPr marL="41275">
              <a:lnSpc>
                <a:spcPct val="100000"/>
              </a:lnSpc>
              <a:spcBef>
                <a:spcPts val="480"/>
              </a:spcBef>
            </a:pPr>
            <a:r>
              <a:rPr sz="3200" dirty="0">
                <a:latin typeface="Symbol"/>
                <a:cs typeface="Symbol"/>
              </a:rPr>
              <a:t></a:t>
            </a:r>
            <a:r>
              <a:rPr sz="3200" spc="-85" dirty="0">
                <a:latin typeface="Times New Roman"/>
                <a:cs typeface="Times New Roman"/>
              </a:rPr>
              <a:t> </a:t>
            </a:r>
            <a:r>
              <a:rPr sz="3200" spc="-50" dirty="0">
                <a:latin typeface="Calibri"/>
                <a:cs typeface="Calibri"/>
              </a:rPr>
              <a:t>?</a:t>
            </a:r>
            <a:endParaRPr sz="3200">
              <a:latin typeface="Calibri"/>
              <a:cs typeface="Calibri"/>
            </a:endParaRPr>
          </a:p>
          <a:p>
            <a:pPr marL="12700">
              <a:lnSpc>
                <a:spcPct val="100000"/>
              </a:lnSpc>
              <a:spcBef>
                <a:spcPts val="385"/>
              </a:spcBef>
            </a:pPr>
            <a:r>
              <a:rPr sz="3200" dirty="0">
                <a:latin typeface="Symbol"/>
                <a:cs typeface="Symbol"/>
              </a:rPr>
              <a:t></a:t>
            </a:r>
            <a:r>
              <a:rPr sz="3200" spc="-85" dirty="0">
                <a:latin typeface="Times New Roman"/>
                <a:cs typeface="Times New Roman"/>
              </a:rPr>
              <a:t> </a:t>
            </a:r>
            <a:r>
              <a:rPr sz="3200" spc="-50" dirty="0">
                <a:latin typeface="Calibri"/>
                <a:cs typeface="Calibri"/>
              </a:rPr>
              <a:t>?</a:t>
            </a:r>
            <a:endParaRPr sz="3200">
              <a:latin typeface="Calibri"/>
              <a:cs typeface="Calibri"/>
            </a:endParaRPr>
          </a:p>
        </p:txBody>
      </p:sp>
      <p:sp>
        <p:nvSpPr>
          <p:cNvPr id="7" name="object 7"/>
          <p:cNvSpPr txBox="1"/>
          <p:nvPr/>
        </p:nvSpPr>
        <p:spPr>
          <a:xfrm>
            <a:off x="459740" y="4587138"/>
            <a:ext cx="3218180" cy="1631950"/>
          </a:xfrm>
          <a:prstGeom prst="rect">
            <a:avLst/>
          </a:prstGeom>
        </p:spPr>
        <p:txBody>
          <a:bodyPr vert="horz" wrap="square" lIns="0" tIns="60960" rIns="0" bIns="0" rtlCol="0">
            <a:spAutoFit/>
          </a:bodyPr>
          <a:lstStyle/>
          <a:p>
            <a:pPr marL="12700">
              <a:lnSpc>
                <a:spcPct val="100000"/>
              </a:lnSpc>
              <a:spcBef>
                <a:spcPts val="480"/>
              </a:spcBef>
            </a:pPr>
            <a:r>
              <a:rPr sz="3200" dirty="0">
                <a:latin typeface="Calibri"/>
                <a:cs typeface="Calibri"/>
              </a:rPr>
              <a:t>5.</a:t>
            </a:r>
            <a:r>
              <a:rPr sz="3200" spc="-10" dirty="0">
                <a:latin typeface="Calibri"/>
                <a:cs typeface="Calibri"/>
              </a:rPr>
              <a:t> </a:t>
            </a:r>
            <a:r>
              <a:rPr sz="3200" dirty="0">
                <a:latin typeface="Calibri"/>
                <a:cs typeface="Calibri"/>
              </a:rPr>
              <a:t>[</a:t>
            </a:r>
            <a:r>
              <a:rPr sz="3200" b="1" dirty="0">
                <a:latin typeface="Calibri"/>
                <a:cs typeface="Calibri"/>
              </a:rPr>
              <a:t>0</a:t>
            </a:r>
            <a:r>
              <a:rPr sz="3200" b="1" spc="-20" dirty="0">
                <a:latin typeface="Calibri"/>
                <a:cs typeface="Calibri"/>
              </a:rPr>
              <a:t> </a:t>
            </a:r>
            <a:r>
              <a:rPr sz="3200" dirty="0">
                <a:latin typeface="Symbol"/>
                <a:cs typeface="Symbol"/>
              </a:rPr>
              <a:t></a:t>
            </a:r>
            <a:r>
              <a:rPr sz="3200" spc="-120" dirty="0">
                <a:latin typeface="Times New Roman"/>
                <a:cs typeface="Times New Roman"/>
              </a:rPr>
              <a:t> </a:t>
            </a:r>
            <a:r>
              <a:rPr sz="3200" dirty="0">
                <a:latin typeface="Calibri"/>
                <a:cs typeface="Calibri"/>
              </a:rPr>
              <a:t>(p</a:t>
            </a:r>
            <a:r>
              <a:rPr sz="3200" spc="-5" dirty="0">
                <a:latin typeface="Calibri"/>
                <a:cs typeface="Calibri"/>
              </a:rPr>
              <a:t> </a:t>
            </a:r>
            <a:r>
              <a:rPr sz="3200" dirty="0">
                <a:latin typeface="Symbol"/>
                <a:cs typeface="Symbol"/>
              </a:rPr>
              <a:t></a:t>
            </a:r>
            <a:r>
              <a:rPr sz="3200" spc="-110" dirty="0">
                <a:latin typeface="Times New Roman"/>
                <a:cs typeface="Times New Roman"/>
              </a:rPr>
              <a:t> </a:t>
            </a:r>
            <a:r>
              <a:rPr sz="3200" dirty="0">
                <a:latin typeface="Calibri"/>
                <a:cs typeface="Calibri"/>
              </a:rPr>
              <a:t>q)]</a:t>
            </a:r>
            <a:r>
              <a:rPr sz="3200" spc="-15" dirty="0">
                <a:latin typeface="Calibri"/>
                <a:cs typeface="Calibri"/>
              </a:rPr>
              <a:t> </a:t>
            </a:r>
            <a:r>
              <a:rPr sz="3200" dirty="0">
                <a:latin typeface="Symbol"/>
                <a:cs typeface="Symbol"/>
              </a:rPr>
              <a:t></a:t>
            </a:r>
            <a:r>
              <a:rPr sz="3200" spc="-100" dirty="0">
                <a:latin typeface="Times New Roman"/>
                <a:cs typeface="Times New Roman"/>
              </a:rPr>
              <a:t> </a:t>
            </a:r>
            <a:r>
              <a:rPr sz="3200" spc="-50" dirty="0">
                <a:latin typeface="Calibri"/>
                <a:cs typeface="Calibri"/>
              </a:rPr>
              <a:t>q</a:t>
            </a:r>
            <a:endParaRPr sz="3200">
              <a:latin typeface="Calibri"/>
              <a:cs typeface="Calibri"/>
            </a:endParaRPr>
          </a:p>
          <a:p>
            <a:pPr marL="12700">
              <a:lnSpc>
                <a:spcPct val="100000"/>
              </a:lnSpc>
              <a:spcBef>
                <a:spcPts val="385"/>
              </a:spcBef>
            </a:pPr>
            <a:r>
              <a:rPr sz="3200" dirty="0">
                <a:latin typeface="Calibri"/>
                <a:cs typeface="Calibri"/>
              </a:rPr>
              <a:t>.</a:t>
            </a:r>
            <a:r>
              <a:rPr sz="3200" spc="-10" dirty="0">
                <a:latin typeface="Calibri"/>
                <a:cs typeface="Calibri"/>
              </a:rPr>
              <a:t> </a:t>
            </a:r>
            <a:r>
              <a:rPr sz="3200" dirty="0">
                <a:latin typeface="Calibri"/>
                <a:cs typeface="Calibri"/>
              </a:rPr>
              <a:t>.</a:t>
            </a:r>
            <a:r>
              <a:rPr sz="3200" spc="-15" dirty="0">
                <a:latin typeface="Calibri"/>
                <a:cs typeface="Calibri"/>
              </a:rPr>
              <a:t> </a:t>
            </a:r>
            <a:r>
              <a:rPr sz="3200" spc="-60" dirty="0">
                <a:latin typeface="Calibri"/>
                <a:cs typeface="Calibri"/>
              </a:rPr>
              <a:t>.</a:t>
            </a:r>
            <a:endParaRPr sz="3200">
              <a:latin typeface="Calibri"/>
              <a:cs typeface="Calibri"/>
            </a:endParaRPr>
          </a:p>
          <a:p>
            <a:pPr marL="12700">
              <a:lnSpc>
                <a:spcPct val="100000"/>
              </a:lnSpc>
              <a:spcBef>
                <a:spcPts val="360"/>
              </a:spcBef>
              <a:tabLst>
                <a:tab pos="513715" algn="l"/>
              </a:tabLst>
            </a:pPr>
            <a:r>
              <a:rPr sz="3200" spc="-25" dirty="0">
                <a:latin typeface="Calibri"/>
                <a:cs typeface="Calibri"/>
              </a:rPr>
              <a:t>n.</a:t>
            </a:r>
            <a:r>
              <a:rPr sz="3200" dirty="0">
                <a:latin typeface="Calibri"/>
                <a:cs typeface="Calibri"/>
              </a:rPr>
              <a:t>	</a:t>
            </a:r>
            <a:r>
              <a:rPr sz="3200" b="1" spc="-50" dirty="0">
                <a:latin typeface="Calibri"/>
                <a:cs typeface="Calibri"/>
              </a:rPr>
              <a:t>1</a:t>
            </a:r>
            <a:endParaRPr sz="3200">
              <a:latin typeface="Calibri"/>
              <a:cs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45440" y="235407"/>
            <a:ext cx="8368030" cy="2758440"/>
          </a:xfrm>
          <a:prstGeom prst="rect">
            <a:avLst/>
          </a:prstGeom>
        </p:spPr>
        <p:txBody>
          <a:bodyPr vert="horz" wrap="square" lIns="0" tIns="13335" rIns="0" bIns="0" rtlCol="0">
            <a:spAutoFit/>
          </a:bodyPr>
          <a:lstStyle/>
          <a:p>
            <a:pPr marL="50800" marR="43180">
              <a:lnSpc>
                <a:spcPct val="100000"/>
              </a:lnSpc>
              <a:spcBef>
                <a:spcPts val="105"/>
              </a:spcBef>
            </a:pPr>
            <a:r>
              <a:rPr sz="3200" b="1" dirty="0">
                <a:latin typeface="Calibri"/>
                <a:cs typeface="Calibri"/>
              </a:rPr>
              <a:t>1.7</a:t>
            </a:r>
            <a:r>
              <a:rPr sz="3200" b="1" spc="-15" dirty="0">
                <a:latin typeface="Calibri"/>
                <a:cs typeface="Calibri"/>
              </a:rPr>
              <a:t> </a:t>
            </a:r>
            <a:r>
              <a:rPr sz="3200" b="1" dirty="0">
                <a:latin typeface="Calibri"/>
                <a:cs typeface="Calibri"/>
              </a:rPr>
              <a:t>Suy</a:t>
            </a:r>
            <a:r>
              <a:rPr sz="3200" b="1" spc="-30" dirty="0">
                <a:latin typeface="Calibri"/>
                <a:cs typeface="Calibri"/>
              </a:rPr>
              <a:t> </a:t>
            </a:r>
            <a:r>
              <a:rPr sz="3200" b="1" dirty="0">
                <a:latin typeface="Calibri"/>
                <a:cs typeface="Calibri"/>
              </a:rPr>
              <a:t>luận</a:t>
            </a:r>
            <a:r>
              <a:rPr sz="3200" b="1" spc="-45" dirty="0">
                <a:latin typeface="Calibri"/>
                <a:cs typeface="Calibri"/>
              </a:rPr>
              <a:t> </a:t>
            </a:r>
            <a:r>
              <a:rPr sz="3200" b="1" dirty="0">
                <a:latin typeface="Calibri"/>
                <a:cs typeface="Calibri"/>
              </a:rPr>
              <a:t>:</a:t>
            </a:r>
            <a:r>
              <a:rPr sz="3200" b="1" spc="-15" dirty="0">
                <a:latin typeface="Calibri"/>
                <a:cs typeface="Calibri"/>
              </a:rPr>
              <a:t> </a:t>
            </a:r>
            <a:r>
              <a:rPr sz="3200" dirty="0">
                <a:latin typeface="Calibri"/>
                <a:cs typeface="Calibri"/>
              </a:rPr>
              <a:t>Một</a:t>
            </a:r>
            <a:r>
              <a:rPr sz="3200" spc="-20" dirty="0">
                <a:latin typeface="Calibri"/>
                <a:cs typeface="Calibri"/>
              </a:rPr>
              <a:t> </a:t>
            </a:r>
            <a:r>
              <a:rPr sz="3200" dirty="0">
                <a:latin typeface="Calibri"/>
                <a:cs typeface="Calibri"/>
              </a:rPr>
              <a:t>suy</a:t>
            </a:r>
            <a:r>
              <a:rPr sz="3200" spc="-15" dirty="0">
                <a:latin typeface="Calibri"/>
                <a:cs typeface="Calibri"/>
              </a:rPr>
              <a:t> </a:t>
            </a:r>
            <a:r>
              <a:rPr sz="3200" dirty="0">
                <a:latin typeface="Calibri"/>
                <a:cs typeface="Calibri"/>
              </a:rPr>
              <a:t>luận</a:t>
            </a:r>
            <a:r>
              <a:rPr sz="3200" spc="-15" dirty="0">
                <a:latin typeface="Calibri"/>
                <a:cs typeface="Calibri"/>
              </a:rPr>
              <a:t> </a:t>
            </a:r>
            <a:r>
              <a:rPr sz="3200" dirty="0">
                <a:latin typeface="Calibri"/>
                <a:cs typeface="Calibri"/>
              </a:rPr>
              <a:t>(suy</a:t>
            </a:r>
            <a:r>
              <a:rPr sz="3200" spc="-10" dirty="0">
                <a:latin typeface="Calibri"/>
                <a:cs typeface="Calibri"/>
              </a:rPr>
              <a:t> </a:t>
            </a:r>
            <a:r>
              <a:rPr sz="3200" dirty="0">
                <a:latin typeface="Calibri"/>
                <a:cs typeface="Calibri"/>
              </a:rPr>
              <a:t>diễn)</a:t>
            </a:r>
            <a:r>
              <a:rPr sz="3200" spc="-15" dirty="0">
                <a:latin typeface="Calibri"/>
                <a:cs typeface="Calibri"/>
              </a:rPr>
              <a:t> </a:t>
            </a:r>
            <a:r>
              <a:rPr sz="3200" dirty="0">
                <a:latin typeface="Calibri"/>
                <a:cs typeface="Calibri"/>
              </a:rPr>
              <a:t>là</a:t>
            </a:r>
            <a:r>
              <a:rPr sz="3200" spc="-20" dirty="0">
                <a:latin typeface="Calibri"/>
                <a:cs typeface="Calibri"/>
              </a:rPr>
              <a:t> </a:t>
            </a:r>
            <a:r>
              <a:rPr sz="3200" dirty="0">
                <a:latin typeface="Calibri"/>
                <a:cs typeface="Calibri"/>
              </a:rPr>
              <a:t>một</a:t>
            </a:r>
            <a:r>
              <a:rPr sz="3200" spc="-5" dirty="0">
                <a:latin typeface="Calibri"/>
                <a:cs typeface="Calibri"/>
              </a:rPr>
              <a:t> </a:t>
            </a:r>
            <a:r>
              <a:rPr sz="3200" spc="-20" dirty="0">
                <a:latin typeface="Calibri"/>
                <a:cs typeface="Calibri"/>
              </a:rPr>
              <a:t>dạng </a:t>
            </a:r>
            <a:r>
              <a:rPr sz="3200" dirty="0">
                <a:latin typeface="Calibri"/>
                <a:cs typeface="Calibri"/>
              </a:rPr>
              <a:t>mệnh</a:t>
            </a:r>
            <a:r>
              <a:rPr sz="3200" spc="-50" dirty="0">
                <a:latin typeface="Calibri"/>
                <a:cs typeface="Calibri"/>
              </a:rPr>
              <a:t> </a:t>
            </a:r>
            <a:r>
              <a:rPr sz="3200" dirty="0">
                <a:latin typeface="Calibri"/>
                <a:cs typeface="Calibri"/>
              </a:rPr>
              <a:t>đề</a:t>
            </a:r>
            <a:r>
              <a:rPr sz="3200" spc="-40" dirty="0">
                <a:latin typeface="Calibri"/>
                <a:cs typeface="Calibri"/>
              </a:rPr>
              <a:t> </a:t>
            </a:r>
            <a:r>
              <a:rPr sz="3200" dirty="0">
                <a:latin typeface="Calibri"/>
                <a:cs typeface="Calibri"/>
              </a:rPr>
              <a:t>có</a:t>
            </a:r>
            <a:r>
              <a:rPr sz="3200" spc="-60" dirty="0">
                <a:latin typeface="Calibri"/>
                <a:cs typeface="Calibri"/>
              </a:rPr>
              <a:t> </a:t>
            </a:r>
            <a:r>
              <a:rPr sz="3200" spc="-20" dirty="0">
                <a:latin typeface="Calibri"/>
                <a:cs typeface="Calibri"/>
              </a:rPr>
              <a:t>dạng</a:t>
            </a:r>
            <a:endParaRPr sz="3200">
              <a:latin typeface="Calibri"/>
              <a:cs typeface="Calibri"/>
            </a:endParaRPr>
          </a:p>
          <a:p>
            <a:pPr marL="100965" algn="ctr">
              <a:lnSpc>
                <a:spcPct val="100000"/>
              </a:lnSpc>
              <a:spcBef>
                <a:spcPts val="795"/>
              </a:spcBef>
            </a:pPr>
            <a:r>
              <a:rPr sz="3200" b="1" dirty="0">
                <a:latin typeface="Calibri"/>
                <a:cs typeface="Calibri"/>
              </a:rPr>
              <a:t>(</a:t>
            </a:r>
            <a:r>
              <a:rPr sz="3200" b="1" spc="-5" dirty="0">
                <a:latin typeface="Calibri"/>
                <a:cs typeface="Calibri"/>
              </a:rPr>
              <a:t> </a:t>
            </a:r>
            <a:r>
              <a:rPr sz="3200" b="1" dirty="0">
                <a:latin typeface="Calibri"/>
                <a:cs typeface="Calibri"/>
              </a:rPr>
              <a:t>P</a:t>
            </a:r>
            <a:r>
              <a:rPr sz="3150" b="1" baseline="-21164" dirty="0">
                <a:latin typeface="Calibri"/>
                <a:cs typeface="Calibri"/>
              </a:rPr>
              <a:t>1</a:t>
            </a:r>
            <a:r>
              <a:rPr sz="3150" b="1" spc="375" baseline="-21164" dirty="0">
                <a:latin typeface="Calibri"/>
                <a:cs typeface="Calibri"/>
              </a:rPr>
              <a:t> </a:t>
            </a:r>
            <a:r>
              <a:rPr sz="3200" dirty="0">
                <a:latin typeface="Symbol"/>
                <a:cs typeface="Symbol"/>
              </a:rPr>
              <a:t></a:t>
            </a:r>
            <a:r>
              <a:rPr sz="3200" spc="-75" dirty="0">
                <a:latin typeface="Times New Roman"/>
                <a:cs typeface="Times New Roman"/>
              </a:rPr>
              <a:t> </a:t>
            </a:r>
            <a:r>
              <a:rPr sz="3200" b="1" dirty="0">
                <a:latin typeface="Calibri"/>
                <a:cs typeface="Calibri"/>
              </a:rPr>
              <a:t>P</a:t>
            </a:r>
            <a:r>
              <a:rPr sz="3150" b="1" baseline="-21164" dirty="0">
                <a:latin typeface="Calibri"/>
                <a:cs typeface="Calibri"/>
              </a:rPr>
              <a:t>2</a:t>
            </a:r>
            <a:r>
              <a:rPr sz="3150" b="1" spc="359" baseline="-21164" dirty="0">
                <a:latin typeface="Calibri"/>
                <a:cs typeface="Calibri"/>
              </a:rPr>
              <a:t> </a:t>
            </a:r>
            <a:r>
              <a:rPr sz="3200" dirty="0">
                <a:latin typeface="Symbol"/>
                <a:cs typeface="Symbol"/>
              </a:rPr>
              <a:t></a:t>
            </a:r>
            <a:r>
              <a:rPr sz="3200" spc="-70" dirty="0">
                <a:latin typeface="Times New Roman"/>
                <a:cs typeface="Times New Roman"/>
              </a:rPr>
              <a:t> </a:t>
            </a:r>
            <a:r>
              <a:rPr sz="3200" b="1" dirty="0">
                <a:latin typeface="Calibri"/>
                <a:cs typeface="Calibri"/>
              </a:rPr>
              <a:t>.</a:t>
            </a:r>
            <a:r>
              <a:rPr sz="3200" b="1" spc="-5" dirty="0">
                <a:latin typeface="Calibri"/>
                <a:cs typeface="Calibri"/>
              </a:rPr>
              <a:t> </a:t>
            </a:r>
            <a:r>
              <a:rPr sz="3200" b="1" dirty="0">
                <a:latin typeface="Calibri"/>
                <a:cs typeface="Calibri"/>
              </a:rPr>
              <a:t>. .</a:t>
            </a:r>
            <a:r>
              <a:rPr sz="3200" b="1" spc="-15" dirty="0">
                <a:latin typeface="Calibri"/>
                <a:cs typeface="Calibri"/>
              </a:rPr>
              <a:t> </a:t>
            </a:r>
            <a:r>
              <a:rPr sz="3200" dirty="0">
                <a:latin typeface="Symbol"/>
                <a:cs typeface="Symbol"/>
              </a:rPr>
              <a:t></a:t>
            </a:r>
            <a:r>
              <a:rPr sz="3200" spc="-75" dirty="0">
                <a:latin typeface="Times New Roman"/>
                <a:cs typeface="Times New Roman"/>
              </a:rPr>
              <a:t> </a:t>
            </a:r>
            <a:r>
              <a:rPr sz="3200" b="1" dirty="0">
                <a:latin typeface="Calibri"/>
                <a:cs typeface="Calibri"/>
              </a:rPr>
              <a:t>P</a:t>
            </a:r>
            <a:r>
              <a:rPr sz="3150" b="1" baseline="-21164" dirty="0">
                <a:latin typeface="Calibri"/>
                <a:cs typeface="Calibri"/>
              </a:rPr>
              <a:t>n</a:t>
            </a:r>
            <a:r>
              <a:rPr sz="3200" b="1" dirty="0">
                <a:latin typeface="Calibri"/>
                <a:cs typeface="Calibri"/>
              </a:rPr>
              <a:t>)</a:t>
            </a:r>
            <a:r>
              <a:rPr sz="3200" b="1" spc="-10" dirty="0">
                <a:latin typeface="Calibri"/>
                <a:cs typeface="Calibri"/>
              </a:rPr>
              <a:t> </a:t>
            </a:r>
            <a:r>
              <a:rPr sz="3200" dirty="0">
                <a:latin typeface="Symbol"/>
                <a:cs typeface="Symbol"/>
              </a:rPr>
              <a:t></a:t>
            </a:r>
            <a:r>
              <a:rPr sz="3200" spc="-75" dirty="0">
                <a:latin typeface="Times New Roman"/>
                <a:cs typeface="Times New Roman"/>
              </a:rPr>
              <a:t> </a:t>
            </a:r>
            <a:r>
              <a:rPr sz="3200" b="1" spc="-50" dirty="0">
                <a:latin typeface="Calibri"/>
                <a:cs typeface="Calibri"/>
              </a:rPr>
              <a:t>Q</a:t>
            </a:r>
            <a:endParaRPr sz="3200">
              <a:latin typeface="Calibri"/>
              <a:cs typeface="Calibri"/>
            </a:endParaRPr>
          </a:p>
          <a:p>
            <a:pPr marL="508000" indent="-457200">
              <a:lnSpc>
                <a:spcPct val="100000"/>
              </a:lnSpc>
              <a:spcBef>
                <a:spcPts val="745"/>
              </a:spcBef>
              <a:buChar char="-"/>
              <a:tabLst>
                <a:tab pos="508000" algn="l"/>
              </a:tabLst>
            </a:pPr>
            <a:r>
              <a:rPr sz="3200" dirty="0">
                <a:latin typeface="Calibri"/>
                <a:cs typeface="Calibri"/>
              </a:rPr>
              <a:t>P</a:t>
            </a:r>
            <a:r>
              <a:rPr sz="3150" baseline="-21164" dirty="0">
                <a:latin typeface="Calibri"/>
                <a:cs typeface="Calibri"/>
              </a:rPr>
              <a:t>i</a:t>
            </a:r>
            <a:r>
              <a:rPr sz="3150" spc="315" baseline="-21164" dirty="0">
                <a:latin typeface="Calibri"/>
                <a:cs typeface="Calibri"/>
              </a:rPr>
              <a:t> </a:t>
            </a:r>
            <a:r>
              <a:rPr sz="3200" dirty="0">
                <a:latin typeface="Calibri"/>
                <a:cs typeface="Calibri"/>
              </a:rPr>
              <a:t>là</a:t>
            </a:r>
            <a:r>
              <a:rPr sz="3200" spc="-30" dirty="0">
                <a:latin typeface="Calibri"/>
                <a:cs typeface="Calibri"/>
              </a:rPr>
              <a:t> </a:t>
            </a:r>
            <a:r>
              <a:rPr sz="3200" dirty="0">
                <a:latin typeface="Calibri"/>
                <a:cs typeface="Calibri"/>
              </a:rPr>
              <a:t>dạng</a:t>
            </a:r>
            <a:r>
              <a:rPr sz="3200" spc="-25" dirty="0">
                <a:latin typeface="Calibri"/>
                <a:cs typeface="Calibri"/>
              </a:rPr>
              <a:t> </a:t>
            </a:r>
            <a:r>
              <a:rPr sz="3200" dirty="0">
                <a:latin typeface="Calibri"/>
                <a:cs typeface="Calibri"/>
              </a:rPr>
              <a:t>mệnh</a:t>
            </a:r>
            <a:r>
              <a:rPr sz="3200" spc="-25" dirty="0">
                <a:latin typeface="Calibri"/>
                <a:cs typeface="Calibri"/>
              </a:rPr>
              <a:t> </a:t>
            </a:r>
            <a:r>
              <a:rPr sz="3200" dirty="0">
                <a:latin typeface="Calibri"/>
                <a:cs typeface="Calibri"/>
              </a:rPr>
              <a:t>đề,</a:t>
            </a:r>
            <a:r>
              <a:rPr sz="3200" spc="-50" dirty="0">
                <a:latin typeface="Calibri"/>
                <a:cs typeface="Calibri"/>
              </a:rPr>
              <a:t> </a:t>
            </a:r>
            <a:r>
              <a:rPr sz="3200" dirty="0">
                <a:latin typeface="Calibri"/>
                <a:cs typeface="Calibri"/>
              </a:rPr>
              <a:t>được</a:t>
            </a:r>
            <a:r>
              <a:rPr sz="3200" spc="-45" dirty="0">
                <a:latin typeface="Calibri"/>
                <a:cs typeface="Calibri"/>
              </a:rPr>
              <a:t> </a:t>
            </a:r>
            <a:r>
              <a:rPr sz="3200" dirty="0">
                <a:latin typeface="Calibri"/>
                <a:cs typeface="Calibri"/>
              </a:rPr>
              <a:t>gọi</a:t>
            </a:r>
            <a:r>
              <a:rPr sz="3200" spc="-40" dirty="0">
                <a:latin typeface="Calibri"/>
                <a:cs typeface="Calibri"/>
              </a:rPr>
              <a:t> </a:t>
            </a:r>
            <a:r>
              <a:rPr sz="3200" dirty="0">
                <a:latin typeface="Calibri"/>
                <a:cs typeface="Calibri"/>
              </a:rPr>
              <a:t>là</a:t>
            </a:r>
            <a:r>
              <a:rPr sz="3200" spc="-35" dirty="0">
                <a:latin typeface="Calibri"/>
                <a:cs typeface="Calibri"/>
              </a:rPr>
              <a:t> </a:t>
            </a:r>
            <a:r>
              <a:rPr sz="3200" dirty="0">
                <a:latin typeface="Calibri"/>
                <a:cs typeface="Calibri"/>
              </a:rPr>
              <a:t>các</a:t>
            </a:r>
            <a:r>
              <a:rPr sz="3200" spc="-25" dirty="0">
                <a:latin typeface="Calibri"/>
                <a:cs typeface="Calibri"/>
              </a:rPr>
              <a:t> </a:t>
            </a:r>
            <a:r>
              <a:rPr sz="3200" i="1" dirty="0">
                <a:latin typeface="Calibri"/>
                <a:cs typeface="Calibri"/>
              </a:rPr>
              <a:t>tiền</a:t>
            </a:r>
            <a:r>
              <a:rPr sz="3200" i="1" spc="-30" dirty="0">
                <a:latin typeface="Calibri"/>
                <a:cs typeface="Calibri"/>
              </a:rPr>
              <a:t> </a:t>
            </a:r>
            <a:r>
              <a:rPr sz="3200" i="1" spc="-25" dirty="0">
                <a:latin typeface="Calibri"/>
                <a:cs typeface="Calibri"/>
              </a:rPr>
              <a:t>đề</a:t>
            </a:r>
            <a:r>
              <a:rPr sz="3200" spc="-25" dirty="0">
                <a:latin typeface="Calibri"/>
                <a:cs typeface="Calibri"/>
              </a:rPr>
              <a:t>.</a:t>
            </a:r>
            <a:endParaRPr sz="3200">
              <a:latin typeface="Calibri"/>
              <a:cs typeface="Calibri"/>
            </a:endParaRPr>
          </a:p>
          <a:p>
            <a:pPr marL="508000" indent="-457200">
              <a:lnSpc>
                <a:spcPct val="100000"/>
              </a:lnSpc>
              <a:spcBef>
                <a:spcPts val="770"/>
              </a:spcBef>
              <a:buChar char="-"/>
              <a:tabLst>
                <a:tab pos="508000" algn="l"/>
              </a:tabLst>
            </a:pPr>
            <a:r>
              <a:rPr sz="3200" dirty="0">
                <a:latin typeface="Calibri"/>
                <a:cs typeface="Calibri"/>
              </a:rPr>
              <a:t>Q</a:t>
            </a:r>
            <a:r>
              <a:rPr sz="3200" spc="-45" dirty="0">
                <a:latin typeface="Calibri"/>
                <a:cs typeface="Calibri"/>
              </a:rPr>
              <a:t> </a:t>
            </a:r>
            <a:r>
              <a:rPr sz="3200" dirty="0">
                <a:latin typeface="Calibri"/>
                <a:cs typeface="Calibri"/>
              </a:rPr>
              <a:t>là</a:t>
            </a:r>
            <a:r>
              <a:rPr sz="3200" spc="-45" dirty="0">
                <a:latin typeface="Calibri"/>
                <a:cs typeface="Calibri"/>
              </a:rPr>
              <a:t> </a:t>
            </a:r>
            <a:r>
              <a:rPr sz="3200" dirty="0">
                <a:latin typeface="Calibri"/>
                <a:cs typeface="Calibri"/>
              </a:rPr>
              <a:t>dạng</a:t>
            </a:r>
            <a:r>
              <a:rPr sz="3200" spc="-35" dirty="0">
                <a:latin typeface="Calibri"/>
                <a:cs typeface="Calibri"/>
              </a:rPr>
              <a:t> </a:t>
            </a:r>
            <a:r>
              <a:rPr sz="3200" dirty="0">
                <a:latin typeface="Calibri"/>
                <a:cs typeface="Calibri"/>
              </a:rPr>
              <a:t>mệnh</a:t>
            </a:r>
            <a:r>
              <a:rPr sz="3200" spc="-40" dirty="0">
                <a:latin typeface="Calibri"/>
                <a:cs typeface="Calibri"/>
              </a:rPr>
              <a:t> </a:t>
            </a:r>
            <a:r>
              <a:rPr sz="3200" dirty="0">
                <a:latin typeface="Calibri"/>
                <a:cs typeface="Calibri"/>
              </a:rPr>
              <a:t>đề,</a:t>
            </a:r>
            <a:r>
              <a:rPr sz="3200" spc="-60" dirty="0">
                <a:latin typeface="Calibri"/>
                <a:cs typeface="Calibri"/>
              </a:rPr>
              <a:t> </a:t>
            </a:r>
            <a:r>
              <a:rPr sz="3200" dirty="0">
                <a:latin typeface="Calibri"/>
                <a:cs typeface="Calibri"/>
              </a:rPr>
              <a:t>được</a:t>
            </a:r>
            <a:r>
              <a:rPr sz="3200" spc="-55" dirty="0">
                <a:latin typeface="Calibri"/>
                <a:cs typeface="Calibri"/>
              </a:rPr>
              <a:t> </a:t>
            </a:r>
            <a:r>
              <a:rPr sz="3200" dirty="0">
                <a:latin typeface="Calibri"/>
                <a:cs typeface="Calibri"/>
              </a:rPr>
              <a:t>gọi</a:t>
            </a:r>
            <a:r>
              <a:rPr sz="3200" spc="-55" dirty="0">
                <a:latin typeface="Calibri"/>
                <a:cs typeface="Calibri"/>
              </a:rPr>
              <a:t> </a:t>
            </a:r>
            <a:r>
              <a:rPr sz="3200" dirty="0">
                <a:latin typeface="Calibri"/>
                <a:cs typeface="Calibri"/>
              </a:rPr>
              <a:t>là</a:t>
            </a:r>
            <a:r>
              <a:rPr sz="3200" spc="-30" dirty="0">
                <a:latin typeface="Calibri"/>
                <a:cs typeface="Calibri"/>
              </a:rPr>
              <a:t> </a:t>
            </a:r>
            <a:r>
              <a:rPr sz="3200" i="1" dirty="0">
                <a:latin typeface="Calibri"/>
                <a:cs typeface="Calibri"/>
              </a:rPr>
              <a:t>kết</a:t>
            </a:r>
            <a:r>
              <a:rPr sz="3200" i="1" spc="-60" dirty="0">
                <a:latin typeface="Calibri"/>
                <a:cs typeface="Calibri"/>
              </a:rPr>
              <a:t> </a:t>
            </a:r>
            <a:r>
              <a:rPr sz="3200" i="1" spc="-10" dirty="0">
                <a:latin typeface="Calibri"/>
                <a:cs typeface="Calibri"/>
              </a:rPr>
              <a:t>luận</a:t>
            </a:r>
            <a:r>
              <a:rPr sz="3200" spc="-10" dirty="0">
                <a:latin typeface="Calibri"/>
                <a:cs typeface="Calibri"/>
              </a:rPr>
              <a:t>.</a:t>
            </a:r>
            <a:endParaRPr sz="3200">
              <a:latin typeface="Calibri"/>
              <a:cs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45440" y="154635"/>
            <a:ext cx="8340090" cy="6428105"/>
          </a:xfrm>
          <a:prstGeom prst="rect">
            <a:avLst/>
          </a:prstGeom>
        </p:spPr>
        <p:txBody>
          <a:bodyPr vert="horz" wrap="square" lIns="0" tIns="12700" rIns="0" bIns="0" rtlCol="0">
            <a:spAutoFit/>
          </a:bodyPr>
          <a:lstStyle/>
          <a:p>
            <a:pPr marL="50800">
              <a:lnSpc>
                <a:spcPct val="100000"/>
              </a:lnSpc>
              <a:spcBef>
                <a:spcPts val="100"/>
              </a:spcBef>
            </a:pPr>
            <a:r>
              <a:rPr sz="3000" b="1" dirty="0">
                <a:latin typeface="Calibri"/>
                <a:cs typeface="Calibri"/>
              </a:rPr>
              <a:t>Định</a:t>
            </a:r>
            <a:r>
              <a:rPr sz="3000" b="1" spc="-25" dirty="0">
                <a:latin typeface="Calibri"/>
                <a:cs typeface="Calibri"/>
              </a:rPr>
              <a:t> </a:t>
            </a:r>
            <a:r>
              <a:rPr sz="3000" b="1" dirty="0">
                <a:latin typeface="Calibri"/>
                <a:cs typeface="Calibri"/>
              </a:rPr>
              <a:t>nghĩa</a:t>
            </a:r>
            <a:r>
              <a:rPr sz="3000" b="1" spc="-25" dirty="0">
                <a:latin typeface="Calibri"/>
                <a:cs typeface="Calibri"/>
              </a:rPr>
              <a:t> </a:t>
            </a:r>
            <a:r>
              <a:rPr sz="3000" b="1" dirty="0">
                <a:latin typeface="Calibri"/>
                <a:cs typeface="Calibri"/>
              </a:rPr>
              <a:t>:</a:t>
            </a:r>
            <a:r>
              <a:rPr sz="3000" b="1" spc="-30" dirty="0">
                <a:latin typeface="Calibri"/>
                <a:cs typeface="Calibri"/>
              </a:rPr>
              <a:t> </a:t>
            </a:r>
            <a:r>
              <a:rPr sz="3000" dirty="0">
                <a:latin typeface="Calibri"/>
                <a:cs typeface="Calibri"/>
              </a:rPr>
              <a:t>Suy</a:t>
            </a:r>
            <a:r>
              <a:rPr sz="3000" spc="-25" dirty="0">
                <a:latin typeface="Calibri"/>
                <a:cs typeface="Calibri"/>
              </a:rPr>
              <a:t> </a:t>
            </a:r>
            <a:r>
              <a:rPr sz="3000" spc="-20" dirty="0">
                <a:latin typeface="Calibri"/>
                <a:cs typeface="Calibri"/>
              </a:rPr>
              <a:t>luận</a:t>
            </a:r>
            <a:endParaRPr sz="3000">
              <a:latin typeface="Calibri"/>
              <a:cs typeface="Calibri"/>
            </a:endParaRPr>
          </a:p>
          <a:p>
            <a:pPr marL="36195" algn="ctr">
              <a:lnSpc>
                <a:spcPct val="100000"/>
              </a:lnSpc>
              <a:spcBef>
                <a:spcPts val="5"/>
              </a:spcBef>
            </a:pPr>
            <a:r>
              <a:rPr sz="3000" dirty="0">
                <a:latin typeface="Calibri"/>
                <a:cs typeface="Calibri"/>
              </a:rPr>
              <a:t>(</a:t>
            </a:r>
            <a:r>
              <a:rPr sz="3000" spc="-20" dirty="0">
                <a:latin typeface="Calibri"/>
                <a:cs typeface="Calibri"/>
              </a:rPr>
              <a:t> </a:t>
            </a:r>
            <a:r>
              <a:rPr sz="3000" b="1" dirty="0">
                <a:latin typeface="Calibri"/>
                <a:cs typeface="Calibri"/>
              </a:rPr>
              <a:t>P</a:t>
            </a:r>
            <a:r>
              <a:rPr sz="3000" b="1" baseline="-20833" dirty="0">
                <a:latin typeface="Calibri"/>
                <a:cs typeface="Calibri"/>
              </a:rPr>
              <a:t>1</a:t>
            </a:r>
            <a:r>
              <a:rPr sz="3000" b="1" spc="307" baseline="-20833" dirty="0">
                <a:latin typeface="Calibri"/>
                <a:cs typeface="Calibri"/>
              </a:rPr>
              <a:t> </a:t>
            </a:r>
            <a:r>
              <a:rPr sz="3000" dirty="0">
                <a:latin typeface="Symbol"/>
                <a:cs typeface="Symbol"/>
              </a:rPr>
              <a:t></a:t>
            </a:r>
            <a:r>
              <a:rPr sz="3000" spc="-80" dirty="0">
                <a:latin typeface="Times New Roman"/>
                <a:cs typeface="Times New Roman"/>
              </a:rPr>
              <a:t> </a:t>
            </a:r>
            <a:r>
              <a:rPr sz="3000" b="1" dirty="0">
                <a:latin typeface="Calibri"/>
                <a:cs typeface="Calibri"/>
              </a:rPr>
              <a:t>P</a:t>
            </a:r>
            <a:r>
              <a:rPr sz="3000" b="1" baseline="-20833" dirty="0">
                <a:latin typeface="Calibri"/>
                <a:cs typeface="Calibri"/>
              </a:rPr>
              <a:t>2</a:t>
            </a:r>
            <a:r>
              <a:rPr sz="3000" b="1" spc="292" baseline="-20833" dirty="0">
                <a:latin typeface="Calibri"/>
                <a:cs typeface="Calibri"/>
              </a:rPr>
              <a:t> </a:t>
            </a:r>
            <a:r>
              <a:rPr sz="3000" dirty="0">
                <a:latin typeface="Symbol"/>
                <a:cs typeface="Symbol"/>
              </a:rPr>
              <a:t></a:t>
            </a:r>
            <a:r>
              <a:rPr sz="3000" spc="-80" dirty="0">
                <a:latin typeface="Times New Roman"/>
                <a:cs typeface="Times New Roman"/>
              </a:rPr>
              <a:t> </a:t>
            </a:r>
            <a:r>
              <a:rPr sz="3000" b="1" dirty="0">
                <a:latin typeface="Calibri"/>
                <a:cs typeface="Calibri"/>
              </a:rPr>
              <a:t>.</a:t>
            </a:r>
            <a:r>
              <a:rPr sz="3000" b="1" spc="-20" dirty="0">
                <a:latin typeface="Calibri"/>
                <a:cs typeface="Calibri"/>
              </a:rPr>
              <a:t> </a:t>
            </a:r>
            <a:r>
              <a:rPr sz="3000" b="1" dirty="0">
                <a:latin typeface="Calibri"/>
                <a:cs typeface="Calibri"/>
              </a:rPr>
              <a:t>.</a:t>
            </a:r>
            <a:r>
              <a:rPr sz="3000" b="1" spc="-15" dirty="0">
                <a:latin typeface="Calibri"/>
                <a:cs typeface="Calibri"/>
              </a:rPr>
              <a:t> </a:t>
            </a:r>
            <a:r>
              <a:rPr sz="3000" b="1" dirty="0">
                <a:latin typeface="Calibri"/>
                <a:cs typeface="Calibri"/>
              </a:rPr>
              <a:t>.</a:t>
            </a:r>
            <a:r>
              <a:rPr sz="3000" b="1" spc="-25" dirty="0">
                <a:latin typeface="Calibri"/>
                <a:cs typeface="Calibri"/>
              </a:rPr>
              <a:t> </a:t>
            </a:r>
            <a:r>
              <a:rPr sz="3000" dirty="0">
                <a:latin typeface="Symbol"/>
                <a:cs typeface="Symbol"/>
              </a:rPr>
              <a:t></a:t>
            </a:r>
            <a:r>
              <a:rPr sz="3000" spc="-95" dirty="0">
                <a:latin typeface="Times New Roman"/>
                <a:cs typeface="Times New Roman"/>
              </a:rPr>
              <a:t> </a:t>
            </a:r>
            <a:r>
              <a:rPr sz="3000" b="1" dirty="0">
                <a:latin typeface="Calibri"/>
                <a:cs typeface="Calibri"/>
              </a:rPr>
              <a:t>P</a:t>
            </a:r>
            <a:r>
              <a:rPr sz="3000" b="1" baseline="-20833" dirty="0">
                <a:latin typeface="Calibri"/>
                <a:cs typeface="Calibri"/>
              </a:rPr>
              <a:t>n</a:t>
            </a:r>
            <a:r>
              <a:rPr sz="3000" b="1" spc="-22" baseline="-20833" dirty="0">
                <a:latin typeface="Calibri"/>
                <a:cs typeface="Calibri"/>
              </a:rPr>
              <a:t> </a:t>
            </a:r>
            <a:r>
              <a:rPr sz="3000" b="1" dirty="0">
                <a:latin typeface="Calibri"/>
                <a:cs typeface="Calibri"/>
              </a:rPr>
              <a:t>)</a:t>
            </a:r>
            <a:r>
              <a:rPr sz="3000" b="1" spc="-10" dirty="0">
                <a:latin typeface="Calibri"/>
                <a:cs typeface="Calibri"/>
              </a:rPr>
              <a:t> </a:t>
            </a:r>
            <a:r>
              <a:rPr sz="3000" dirty="0">
                <a:latin typeface="Symbol"/>
                <a:cs typeface="Symbol"/>
              </a:rPr>
              <a:t></a:t>
            </a:r>
            <a:r>
              <a:rPr sz="3000" spc="-90" dirty="0">
                <a:latin typeface="Times New Roman"/>
                <a:cs typeface="Times New Roman"/>
              </a:rPr>
              <a:t> </a:t>
            </a:r>
            <a:r>
              <a:rPr sz="3000" b="1" spc="-50" dirty="0">
                <a:latin typeface="Calibri"/>
                <a:cs typeface="Calibri"/>
              </a:rPr>
              <a:t>Q</a:t>
            </a:r>
            <a:endParaRPr sz="3000">
              <a:latin typeface="Calibri"/>
              <a:cs typeface="Calibri"/>
            </a:endParaRPr>
          </a:p>
          <a:p>
            <a:pPr marL="50800">
              <a:lnSpc>
                <a:spcPct val="100000"/>
              </a:lnSpc>
            </a:pPr>
            <a:r>
              <a:rPr sz="3000" dirty="0">
                <a:latin typeface="Calibri"/>
                <a:cs typeface="Calibri"/>
              </a:rPr>
              <a:t>được</a:t>
            </a:r>
            <a:r>
              <a:rPr sz="3000" spc="-30" dirty="0">
                <a:latin typeface="Calibri"/>
                <a:cs typeface="Calibri"/>
              </a:rPr>
              <a:t> </a:t>
            </a:r>
            <a:r>
              <a:rPr sz="3000" dirty="0">
                <a:latin typeface="Calibri"/>
                <a:cs typeface="Calibri"/>
              </a:rPr>
              <a:t>nói</a:t>
            </a:r>
            <a:r>
              <a:rPr sz="3000" spc="-20" dirty="0">
                <a:latin typeface="Calibri"/>
                <a:cs typeface="Calibri"/>
              </a:rPr>
              <a:t> </a:t>
            </a:r>
            <a:r>
              <a:rPr sz="3000" dirty="0">
                <a:latin typeface="Calibri"/>
                <a:cs typeface="Calibri"/>
              </a:rPr>
              <a:t>là</a:t>
            </a:r>
            <a:r>
              <a:rPr sz="3000" spc="-30" dirty="0">
                <a:latin typeface="Calibri"/>
                <a:cs typeface="Calibri"/>
              </a:rPr>
              <a:t> </a:t>
            </a:r>
            <a:r>
              <a:rPr sz="3000" b="1" dirty="0">
                <a:latin typeface="Calibri"/>
                <a:cs typeface="Calibri"/>
              </a:rPr>
              <a:t>đúng</a:t>
            </a:r>
            <a:r>
              <a:rPr sz="3000" b="1" spc="10" dirty="0">
                <a:latin typeface="Calibri"/>
                <a:cs typeface="Calibri"/>
              </a:rPr>
              <a:t> </a:t>
            </a:r>
            <a:r>
              <a:rPr sz="3000" dirty="0">
                <a:latin typeface="Calibri"/>
                <a:cs typeface="Calibri"/>
              </a:rPr>
              <a:t>nếu</a:t>
            </a:r>
            <a:r>
              <a:rPr sz="3000" spc="-25" dirty="0">
                <a:latin typeface="Calibri"/>
                <a:cs typeface="Calibri"/>
              </a:rPr>
              <a:t> </a:t>
            </a:r>
            <a:r>
              <a:rPr sz="3000" dirty="0">
                <a:latin typeface="Calibri"/>
                <a:cs typeface="Calibri"/>
              </a:rPr>
              <a:t>nó</a:t>
            </a:r>
            <a:r>
              <a:rPr sz="3000" spc="-25" dirty="0">
                <a:latin typeface="Calibri"/>
                <a:cs typeface="Calibri"/>
              </a:rPr>
              <a:t> </a:t>
            </a:r>
            <a:r>
              <a:rPr sz="3000" dirty="0">
                <a:latin typeface="Calibri"/>
                <a:cs typeface="Calibri"/>
              </a:rPr>
              <a:t>là</a:t>
            </a:r>
            <a:r>
              <a:rPr sz="3000" spc="-15" dirty="0">
                <a:latin typeface="Calibri"/>
                <a:cs typeface="Calibri"/>
              </a:rPr>
              <a:t> </a:t>
            </a:r>
            <a:r>
              <a:rPr sz="3000" dirty="0">
                <a:latin typeface="Calibri"/>
                <a:cs typeface="Calibri"/>
              </a:rPr>
              <a:t>hằng</a:t>
            </a:r>
            <a:r>
              <a:rPr sz="3000" spc="-20" dirty="0">
                <a:latin typeface="Calibri"/>
                <a:cs typeface="Calibri"/>
              </a:rPr>
              <a:t> </a:t>
            </a:r>
            <a:r>
              <a:rPr sz="3000" spc="-10" dirty="0">
                <a:latin typeface="Calibri"/>
                <a:cs typeface="Calibri"/>
              </a:rPr>
              <a:t>đúng.</a:t>
            </a:r>
            <a:endParaRPr sz="3000">
              <a:latin typeface="Calibri"/>
              <a:cs typeface="Calibri"/>
            </a:endParaRPr>
          </a:p>
          <a:p>
            <a:pPr marL="50800">
              <a:lnSpc>
                <a:spcPct val="100000"/>
              </a:lnSpc>
            </a:pPr>
            <a:r>
              <a:rPr sz="3000" b="1" spc="-10" dirty="0">
                <a:latin typeface="Calibri"/>
                <a:cs typeface="Calibri"/>
              </a:rPr>
              <a:t>-</a:t>
            </a:r>
            <a:r>
              <a:rPr sz="3000" b="1" dirty="0">
                <a:latin typeface="Calibri"/>
                <a:cs typeface="Calibri"/>
              </a:rPr>
              <a:t>-</a:t>
            </a:r>
            <a:r>
              <a:rPr sz="3000" b="1" spc="-10" dirty="0">
                <a:latin typeface="Calibri"/>
                <a:cs typeface="Calibri"/>
              </a:rPr>
              <a:t>---</a:t>
            </a:r>
            <a:r>
              <a:rPr sz="3000" b="1" spc="-20" dirty="0">
                <a:latin typeface="Calibri"/>
                <a:cs typeface="Calibri"/>
              </a:rPr>
              <a:t>-</a:t>
            </a:r>
            <a:r>
              <a:rPr sz="3000" b="1" spc="-10" dirty="0">
                <a:latin typeface="Calibri"/>
                <a:cs typeface="Calibri"/>
              </a:rPr>
              <a:t>-</a:t>
            </a:r>
            <a:r>
              <a:rPr sz="3000" b="1" spc="-15" dirty="0">
                <a:latin typeface="Calibri"/>
                <a:cs typeface="Calibri"/>
              </a:rPr>
              <a:t>-</a:t>
            </a:r>
            <a:r>
              <a:rPr sz="3000" b="1" spc="-10" dirty="0">
                <a:latin typeface="Calibri"/>
                <a:cs typeface="Calibri"/>
              </a:rPr>
              <a:t>-</a:t>
            </a:r>
            <a:r>
              <a:rPr sz="3000" b="1" spc="-15" dirty="0">
                <a:latin typeface="Calibri"/>
                <a:cs typeface="Calibri"/>
              </a:rPr>
              <a:t>-</a:t>
            </a:r>
            <a:r>
              <a:rPr sz="3000" b="1" spc="-10" dirty="0">
                <a:latin typeface="Calibri"/>
                <a:cs typeface="Calibri"/>
              </a:rPr>
              <a:t>-</a:t>
            </a:r>
            <a:r>
              <a:rPr sz="3000" b="1" spc="-15" dirty="0">
                <a:latin typeface="Calibri"/>
                <a:cs typeface="Calibri"/>
              </a:rPr>
              <a:t>-</a:t>
            </a:r>
            <a:r>
              <a:rPr sz="3000" b="1" spc="-10" dirty="0">
                <a:latin typeface="Calibri"/>
                <a:cs typeface="Calibri"/>
              </a:rPr>
              <a:t>---</a:t>
            </a:r>
            <a:r>
              <a:rPr sz="3000" b="1" spc="-20" dirty="0">
                <a:latin typeface="Calibri"/>
                <a:cs typeface="Calibri"/>
              </a:rPr>
              <a:t>-</a:t>
            </a:r>
            <a:r>
              <a:rPr sz="3000" b="1" spc="-10" dirty="0">
                <a:latin typeface="Calibri"/>
                <a:cs typeface="Calibri"/>
              </a:rPr>
              <a:t>-</a:t>
            </a:r>
            <a:r>
              <a:rPr sz="3000" b="1" spc="-15" dirty="0">
                <a:latin typeface="Calibri"/>
                <a:cs typeface="Calibri"/>
              </a:rPr>
              <a:t>-</a:t>
            </a:r>
            <a:r>
              <a:rPr sz="3000" b="1" spc="-10" dirty="0">
                <a:latin typeface="Calibri"/>
                <a:cs typeface="Calibri"/>
              </a:rPr>
              <a:t>-</a:t>
            </a:r>
            <a:r>
              <a:rPr sz="3000" b="1" spc="-15" dirty="0">
                <a:latin typeface="Calibri"/>
                <a:cs typeface="Calibri"/>
              </a:rPr>
              <a:t>-</a:t>
            </a:r>
            <a:r>
              <a:rPr sz="3000" b="1" spc="-10" dirty="0">
                <a:latin typeface="Calibri"/>
                <a:cs typeface="Calibri"/>
              </a:rPr>
              <a:t>-</a:t>
            </a:r>
            <a:r>
              <a:rPr sz="3000" b="1" spc="-15" dirty="0">
                <a:latin typeface="Calibri"/>
                <a:cs typeface="Calibri"/>
              </a:rPr>
              <a:t>-</a:t>
            </a:r>
            <a:r>
              <a:rPr sz="3000" b="1" spc="-10" dirty="0">
                <a:latin typeface="Calibri"/>
                <a:cs typeface="Calibri"/>
              </a:rPr>
              <a:t>-</a:t>
            </a:r>
            <a:r>
              <a:rPr sz="3000" b="1" spc="-15" dirty="0">
                <a:latin typeface="Calibri"/>
                <a:cs typeface="Calibri"/>
              </a:rPr>
              <a:t>-</a:t>
            </a:r>
            <a:r>
              <a:rPr sz="3000" b="1" spc="-10" dirty="0">
                <a:latin typeface="Calibri"/>
                <a:cs typeface="Calibri"/>
              </a:rPr>
              <a:t>-</a:t>
            </a:r>
            <a:r>
              <a:rPr sz="3000" b="1" spc="-15" dirty="0">
                <a:latin typeface="Calibri"/>
                <a:cs typeface="Calibri"/>
              </a:rPr>
              <a:t>-</a:t>
            </a:r>
            <a:r>
              <a:rPr sz="3000" b="1" spc="-10" dirty="0">
                <a:latin typeface="Calibri"/>
                <a:cs typeface="Calibri"/>
              </a:rPr>
              <a:t>-</a:t>
            </a:r>
            <a:r>
              <a:rPr sz="3000" b="1" spc="-15" dirty="0">
                <a:latin typeface="Calibri"/>
                <a:cs typeface="Calibri"/>
              </a:rPr>
              <a:t>-</a:t>
            </a:r>
            <a:r>
              <a:rPr sz="3000" b="1" spc="-10" dirty="0">
                <a:latin typeface="Calibri"/>
                <a:cs typeface="Calibri"/>
              </a:rPr>
              <a:t>-</a:t>
            </a:r>
            <a:r>
              <a:rPr sz="3000" b="1" spc="-15" dirty="0">
                <a:latin typeface="Calibri"/>
                <a:cs typeface="Calibri"/>
              </a:rPr>
              <a:t>-</a:t>
            </a:r>
            <a:r>
              <a:rPr sz="3000" b="1" spc="-10" dirty="0">
                <a:latin typeface="Calibri"/>
                <a:cs typeface="Calibri"/>
              </a:rPr>
              <a:t>-</a:t>
            </a:r>
            <a:r>
              <a:rPr sz="3000" b="1" spc="-15" dirty="0">
                <a:latin typeface="Calibri"/>
                <a:cs typeface="Calibri"/>
              </a:rPr>
              <a:t>-</a:t>
            </a:r>
            <a:r>
              <a:rPr sz="3000" b="1" spc="-10" dirty="0">
                <a:latin typeface="Calibri"/>
                <a:cs typeface="Calibri"/>
              </a:rPr>
              <a:t>-</a:t>
            </a:r>
            <a:r>
              <a:rPr sz="3000" b="1" spc="-15" dirty="0">
                <a:latin typeface="Calibri"/>
                <a:cs typeface="Calibri"/>
              </a:rPr>
              <a:t>-</a:t>
            </a:r>
            <a:r>
              <a:rPr sz="3000" b="1" spc="-10" dirty="0">
                <a:latin typeface="Calibri"/>
                <a:cs typeface="Calibri"/>
              </a:rPr>
              <a:t>---</a:t>
            </a:r>
            <a:r>
              <a:rPr sz="3000" b="1" spc="-20" dirty="0">
                <a:latin typeface="Calibri"/>
                <a:cs typeface="Calibri"/>
              </a:rPr>
              <a:t>-</a:t>
            </a:r>
            <a:r>
              <a:rPr sz="3000" b="1" spc="-10" dirty="0">
                <a:latin typeface="Calibri"/>
                <a:cs typeface="Calibri"/>
              </a:rPr>
              <a:t>-</a:t>
            </a:r>
            <a:r>
              <a:rPr sz="3000" b="1" spc="-15" dirty="0">
                <a:latin typeface="Calibri"/>
                <a:cs typeface="Calibri"/>
              </a:rPr>
              <a:t>-</a:t>
            </a:r>
            <a:r>
              <a:rPr sz="3000" b="1" spc="-10" dirty="0">
                <a:latin typeface="Calibri"/>
                <a:cs typeface="Calibri"/>
              </a:rPr>
              <a:t>-</a:t>
            </a:r>
            <a:r>
              <a:rPr sz="3000" b="1" spc="-15" dirty="0">
                <a:latin typeface="Calibri"/>
                <a:cs typeface="Calibri"/>
              </a:rPr>
              <a:t>-</a:t>
            </a:r>
            <a:r>
              <a:rPr sz="3000" b="1" spc="-10" dirty="0">
                <a:latin typeface="Calibri"/>
                <a:cs typeface="Calibri"/>
              </a:rPr>
              <a:t>-</a:t>
            </a:r>
            <a:r>
              <a:rPr sz="3000" b="1" spc="-15" dirty="0">
                <a:latin typeface="Calibri"/>
                <a:cs typeface="Calibri"/>
              </a:rPr>
              <a:t>-</a:t>
            </a:r>
            <a:r>
              <a:rPr sz="3000" b="1" spc="-10" dirty="0">
                <a:latin typeface="Calibri"/>
                <a:cs typeface="Calibri"/>
              </a:rPr>
              <a:t>-</a:t>
            </a:r>
            <a:r>
              <a:rPr sz="3000" b="1" spc="-15" dirty="0">
                <a:latin typeface="Calibri"/>
                <a:cs typeface="Calibri"/>
              </a:rPr>
              <a:t>-</a:t>
            </a:r>
            <a:r>
              <a:rPr sz="3000" b="1" spc="-10" dirty="0">
                <a:latin typeface="Calibri"/>
                <a:cs typeface="Calibri"/>
              </a:rPr>
              <a:t>-</a:t>
            </a:r>
            <a:r>
              <a:rPr sz="3000" b="1" spc="-15" dirty="0">
                <a:latin typeface="Calibri"/>
                <a:cs typeface="Calibri"/>
              </a:rPr>
              <a:t>-</a:t>
            </a:r>
            <a:r>
              <a:rPr sz="3000" b="1" spc="-10" dirty="0">
                <a:latin typeface="Calibri"/>
                <a:cs typeface="Calibri"/>
              </a:rPr>
              <a:t>-</a:t>
            </a:r>
            <a:r>
              <a:rPr sz="3000" b="1" spc="-15" dirty="0">
                <a:latin typeface="Calibri"/>
                <a:cs typeface="Calibri"/>
              </a:rPr>
              <a:t>-</a:t>
            </a:r>
            <a:r>
              <a:rPr sz="3000" b="1" spc="-10" dirty="0">
                <a:latin typeface="Calibri"/>
                <a:cs typeface="Calibri"/>
              </a:rPr>
              <a:t>-</a:t>
            </a:r>
            <a:r>
              <a:rPr sz="3000" b="1" spc="-15" dirty="0">
                <a:latin typeface="Calibri"/>
                <a:cs typeface="Calibri"/>
              </a:rPr>
              <a:t>-</a:t>
            </a:r>
            <a:r>
              <a:rPr sz="3000" b="1" spc="-10" dirty="0">
                <a:latin typeface="Calibri"/>
                <a:cs typeface="Calibri"/>
              </a:rPr>
              <a:t>-</a:t>
            </a:r>
            <a:r>
              <a:rPr sz="3000" b="1" spc="-15" dirty="0">
                <a:latin typeface="Calibri"/>
                <a:cs typeface="Calibri"/>
              </a:rPr>
              <a:t>-</a:t>
            </a:r>
            <a:r>
              <a:rPr sz="3000" b="1" spc="-10" dirty="0">
                <a:latin typeface="Calibri"/>
                <a:cs typeface="Calibri"/>
              </a:rPr>
              <a:t>-</a:t>
            </a:r>
            <a:r>
              <a:rPr sz="3000" b="1" spc="-15" dirty="0">
                <a:latin typeface="Calibri"/>
                <a:cs typeface="Calibri"/>
              </a:rPr>
              <a:t>-</a:t>
            </a:r>
            <a:r>
              <a:rPr sz="3000" b="1" spc="-10" dirty="0">
                <a:latin typeface="Calibri"/>
                <a:cs typeface="Calibri"/>
              </a:rPr>
              <a:t>-</a:t>
            </a:r>
            <a:r>
              <a:rPr sz="3000" b="1" spc="-15" dirty="0">
                <a:latin typeface="Calibri"/>
                <a:cs typeface="Calibri"/>
              </a:rPr>
              <a:t>-</a:t>
            </a:r>
            <a:r>
              <a:rPr sz="3000" b="1" spc="-10" dirty="0">
                <a:latin typeface="Calibri"/>
                <a:cs typeface="Calibri"/>
              </a:rPr>
              <a:t>---</a:t>
            </a:r>
            <a:r>
              <a:rPr sz="3000" b="1" spc="-20" dirty="0">
                <a:latin typeface="Calibri"/>
                <a:cs typeface="Calibri"/>
              </a:rPr>
              <a:t>-</a:t>
            </a:r>
            <a:r>
              <a:rPr sz="3000" b="1" spc="-10" dirty="0">
                <a:latin typeface="Calibri"/>
                <a:cs typeface="Calibri"/>
              </a:rPr>
              <a:t>-</a:t>
            </a:r>
            <a:r>
              <a:rPr sz="3000" b="1" spc="-15" dirty="0">
                <a:latin typeface="Calibri"/>
                <a:cs typeface="Calibri"/>
              </a:rPr>
              <a:t>-</a:t>
            </a:r>
            <a:r>
              <a:rPr sz="3000" b="1" spc="-10" dirty="0">
                <a:latin typeface="Calibri"/>
                <a:cs typeface="Calibri"/>
              </a:rPr>
              <a:t>-</a:t>
            </a:r>
            <a:r>
              <a:rPr sz="3000" b="1" spc="-15" dirty="0">
                <a:latin typeface="Calibri"/>
                <a:cs typeface="Calibri"/>
              </a:rPr>
              <a:t>-</a:t>
            </a:r>
            <a:r>
              <a:rPr sz="3000" b="1" spc="-10" dirty="0">
                <a:latin typeface="Calibri"/>
                <a:cs typeface="Calibri"/>
              </a:rPr>
              <a:t>-</a:t>
            </a:r>
            <a:r>
              <a:rPr sz="3000" b="1" spc="-15" dirty="0">
                <a:latin typeface="Calibri"/>
                <a:cs typeface="Calibri"/>
              </a:rPr>
              <a:t>-</a:t>
            </a:r>
            <a:r>
              <a:rPr sz="3000" b="1" spc="-10" dirty="0">
                <a:latin typeface="Calibri"/>
                <a:cs typeface="Calibri"/>
              </a:rPr>
              <a:t>-</a:t>
            </a:r>
            <a:r>
              <a:rPr sz="3000" b="1" spc="-15" dirty="0">
                <a:latin typeface="Calibri"/>
                <a:cs typeface="Calibri"/>
              </a:rPr>
              <a:t>-</a:t>
            </a:r>
            <a:r>
              <a:rPr sz="3000" b="1" spc="-50" dirty="0">
                <a:latin typeface="Calibri"/>
                <a:cs typeface="Calibri"/>
              </a:rPr>
              <a:t>-</a:t>
            </a:r>
            <a:endParaRPr sz="3000">
              <a:latin typeface="Calibri"/>
              <a:cs typeface="Calibri"/>
            </a:endParaRPr>
          </a:p>
          <a:p>
            <a:pPr marL="50800">
              <a:lnSpc>
                <a:spcPct val="100000"/>
              </a:lnSpc>
              <a:spcBef>
                <a:spcPts val="3600"/>
              </a:spcBef>
            </a:pPr>
            <a:r>
              <a:rPr sz="3000" dirty="0">
                <a:latin typeface="Calibri"/>
                <a:cs typeface="Calibri"/>
              </a:rPr>
              <a:t>Khi</a:t>
            </a:r>
            <a:r>
              <a:rPr sz="3000" spc="-35" dirty="0">
                <a:latin typeface="Calibri"/>
                <a:cs typeface="Calibri"/>
              </a:rPr>
              <a:t> </a:t>
            </a:r>
            <a:r>
              <a:rPr sz="3000" dirty="0">
                <a:latin typeface="Calibri"/>
                <a:cs typeface="Calibri"/>
              </a:rPr>
              <a:t>đó</a:t>
            </a:r>
            <a:r>
              <a:rPr sz="3000" spc="-35" dirty="0">
                <a:latin typeface="Calibri"/>
                <a:cs typeface="Calibri"/>
              </a:rPr>
              <a:t> </a:t>
            </a:r>
            <a:r>
              <a:rPr sz="3000" dirty="0">
                <a:latin typeface="Calibri"/>
                <a:cs typeface="Calibri"/>
              </a:rPr>
              <a:t>ta</a:t>
            </a:r>
            <a:r>
              <a:rPr sz="3000" spc="-50" dirty="0">
                <a:latin typeface="Calibri"/>
                <a:cs typeface="Calibri"/>
              </a:rPr>
              <a:t> </a:t>
            </a:r>
            <a:r>
              <a:rPr sz="3000" dirty="0">
                <a:latin typeface="Calibri"/>
                <a:cs typeface="Calibri"/>
              </a:rPr>
              <a:t>viết</a:t>
            </a:r>
            <a:r>
              <a:rPr sz="3000" spc="-50" dirty="0">
                <a:latin typeface="Calibri"/>
                <a:cs typeface="Calibri"/>
              </a:rPr>
              <a:t> :</a:t>
            </a:r>
            <a:endParaRPr sz="3000">
              <a:latin typeface="Calibri"/>
              <a:cs typeface="Calibri"/>
            </a:endParaRPr>
          </a:p>
          <a:p>
            <a:pPr marL="34925" algn="ctr">
              <a:lnSpc>
                <a:spcPct val="100000"/>
              </a:lnSpc>
            </a:pPr>
            <a:r>
              <a:rPr sz="3000" b="1" dirty="0">
                <a:latin typeface="Calibri"/>
                <a:cs typeface="Calibri"/>
              </a:rPr>
              <a:t>(</a:t>
            </a:r>
            <a:r>
              <a:rPr sz="3000" b="1" spc="-15" dirty="0">
                <a:latin typeface="Calibri"/>
                <a:cs typeface="Calibri"/>
              </a:rPr>
              <a:t> </a:t>
            </a:r>
            <a:r>
              <a:rPr sz="3000" b="1" dirty="0">
                <a:latin typeface="Calibri"/>
                <a:cs typeface="Calibri"/>
              </a:rPr>
              <a:t>P</a:t>
            </a:r>
            <a:r>
              <a:rPr sz="3000" b="1" baseline="-20833" dirty="0">
                <a:latin typeface="Calibri"/>
                <a:cs typeface="Calibri"/>
              </a:rPr>
              <a:t>1</a:t>
            </a:r>
            <a:r>
              <a:rPr sz="3000" b="1" spc="315" baseline="-20833" dirty="0">
                <a:latin typeface="Calibri"/>
                <a:cs typeface="Calibri"/>
              </a:rPr>
              <a:t> </a:t>
            </a:r>
            <a:r>
              <a:rPr sz="3000" dirty="0">
                <a:latin typeface="Symbol"/>
                <a:cs typeface="Symbol"/>
              </a:rPr>
              <a:t></a:t>
            </a:r>
            <a:r>
              <a:rPr sz="3000" spc="-80" dirty="0">
                <a:latin typeface="Times New Roman"/>
                <a:cs typeface="Times New Roman"/>
              </a:rPr>
              <a:t> </a:t>
            </a:r>
            <a:r>
              <a:rPr sz="3000" b="1" dirty="0">
                <a:latin typeface="Calibri"/>
                <a:cs typeface="Calibri"/>
              </a:rPr>
              <a:t>P</a:t>
            </a:r>
            <a:r>
              <a:rPr sz="3000" b="1" baseline="-20833" dirty="0">
                <a:latin typeface="Calibri"/>
                <a:cs typeface="Calibri"/>
              </a:rPr>
              <a:t>2</a:t>
            </a:r>
            <a:r>
              <a:rPr sz="3000" b="1" spc="315" baseline="-20833" dirty="0">
                <a:latin typeface="Calibri"/>
                <a:cs typeface="Calibri"/>
              </a:rPr>
              <a:t> </a:t>
            </a:r>
            <a:r>
              <a:rPr sz="3000" dirty="0">
                <a:latin typeface="Symbol"/>
                <a:cs typeface="Symbol"/>
              </a:rPr>
              <a:t></a:t>
            </a:r>
            <a:r>
              <a:rPr sz="3000" spc="-90" dirty="0">
                <a:latin typeface="Times New Roman"/>
                <a:cs typeface="Times New Roman"/>
              </a:rPr>
              <a:t> </a:t>
            </a:r>
            <a:r>
              <a:rPr sz="3000" b="1" dirty="0">
                <a:latin typeface="Calibri"/>
                <a:cs typeface="Calibri"/>
              </a:rPr>
              <a:t>.</a:t>
            </a:r>
            <a:r>
              <a:rPr sz="3000" b="1" spc="-15" dirty="0">
                <a:latin typeface="Calibri"/>
                <a:cs typeface="Calibri"/>
              </a:rPr>
              <a:t> </a:t>
            </a:r>
            <a:r>
              <a:rPr sz="3000" b="1" dirty="0">
                <a:latin typeface="Calibri"/>
                <a:cs typeface="Calibri"/>
              </a:rPr>
              <a:t>.</a:t>
            </a:r>
            <a:r>
              <a:rPr sz="3000" b="1" spc="-10" dirty="0">
                <a:latin typeface="Calibri"/>
                <a:cs typeface="Calibri"/>
              </a:rPr>
              <a:t> </a:t>
            </a:r>
            <a:r>
              <a:rPr sz="3000" b="1" dirty="0">
                <a:latin typeface="Calibri"/>
                <a:cs typeface="Calibri"/>
              </a:rPr>
              <a:t>.</a:t>
            </a:r>
            <a:r>
              <a:rPr sz="3000" b="1" spc="-25" dirty="0">
                <a:latin typeface="Calibri"/>
                <a:cs typeface="Calibri"/>
              </a:rPr>
              <a:t> </a:t>
            </a:r>
            <a:r>
              <a:rPr sz="3000" dirty="0">
                <a:latin typeface="Symbol"/>
                <a:cs typeface="Symbol"/>
              </a:rPr>
              <a:t></a:t>
            </a:r>
            <a:r>
              <a:rPr sz="3000" spc="-95" dirty="0">
                <a:latin typeface="Times New Roman"/>
                <a:cs typeface="Times New Roman"/>
              </a:rPr>
              <a:t> </a:t>
            </a:r>
            <a:r>
              <a:rPr sz="3000" b="1" dirty="0">
                <a:latin typeface="Calibri"/>
                <a:cs typeface="Calibri"/>
              </a:rPr>
              <a:t>P</a:t>
            </a:r>
            <a:r>
              <a:rPr sz="3000" b="1" baseline="-20833" dirty="0">
                <a:latin typeface="Calibri"/>
                <a:cs typeface="Calibri"/>
              </a:rPr>
              <a:t>n</a:t>
            </a:r>
            <a:r>
              <a:rPr sz="3000" b="1" spc="315" baseline="-20833" dirty="0">
                <a:latin typeface="Calibri"/>
                <a:cs typeface="Calibri"/>
              </a:rPr>
              <a:t> </a:t>
            </a:r>
            <a:r>
              <a:rPr sz="3000" b="1" dirty="0">
                <a:latin typeface="Calibri"/>
                <a:cs typeface="Calibri"/>
              </a:rPr>
              <a:t>)</a:t>
            </a:r>
            <a:r>
              <a:rPr sz="3000" b="1" spc="-20" dirty="0">
                <a:latin typeface="Calibri"/>
                <a:cs typeface="Calibri"/>
              </a:rPr>
              <a:t> </a:t>
            </a:r>
            <a:r>
              <a:rPr sz="3000" dirty="0">
                <a:latin typeface="Symbol"/>
                <a:cs typeface="Symbol"/>
              </a:rPr>
              <a:t></a:t>
            </a:r>
            <a:r>
              <a:rPr sz="3000" spc="-80" dirty="0">
                <a:latin typeface="Times New Roman"/>
                <a:cs typeface="Times New Roman"/>
              </a:rPr>
              <a:t> </a:t>
            </a:r>
            <a:r>
              <a:rPr sz="3000" b="1" spc="-50" dirty="0">
                <a:latin typeface="Calibri"/>
                <a:cs typeface="Calibri"/>
              </a:rPr>
              <a:t>Q</a:t>
            </a:r>
            <a:endParaRPr sz="3000">
              <a:latin typeface="Calibri"/>
              <a:cs typeface="Calibri"/>
            </a:endParaRPr>
          </a:p>
          <a:p>
            <a:pPr marL="50800">
              <a:lnSpc>
                <a:spcPct val="100000"/>
              </a:lnSpc>
              <a:spcBef>
                <a:spcPts val="5"/>
              </a:spcBef>
            </a:pPr>
            <a:r>
              <a:rPr sz="3000" spc="-25" dirty="0">
                <a:latin typeface="Calibri"/>
                <a:cs typeface="Calibri"/>
              </a:rPr>
              <a:t>Hay</a:t>
            </a:r>
            <a:endParaRPr sz="3000">
              <a:latin typeface="Calibri"/>
              <a:cs typeface="Calibri"/>
            </a:endParaRPr>
          </a:p>
          <a:p>
            <a:pPr marL="4021454" marR="3978275" algn="ctr">
              <a:lnSpc>
                <a:spcPct val="100000"/>
              </a:lnSpc>
            </a:pPr>
            <a:r>
              <a:rPr sz="3000" b="1" spc="-25" dirty="0">
                <a:latin typeface="Calibri"/>
                <a:cs typeface="Calibri"/>
              </a:rPr>
              <a:t>P</a:t>
            </a:r>
            <a:r>
              <a:rPr sz="3000" b="1" spc="-37" baseline="-20833" dirty="0">
                <a:latin typeface="Calibri"/>
                <a:cs typeface="Calibri"/>
              </a:rPr>
              <a:t>1 </a:t>
            </a:r>
            <a:r>
              <a:rPr sz="3000" b="1" spc="-25" dirty="0">
                <a:latin typeface="Calibri"/>
                <a:cs typeface="Calibri"/>
              </a:rPr>
              <a:t>P</a:t>
            </a:r>
            <a:r>
              <a:rPr sz="3000" b="1" spc="-37" baseline="-20833" dirty="0">
                <a:latin typeface="Calibri"/>
                <a:cs typeface="Calibri"/>
              </a:rPr>
              <a:t>2</a:t>
            </a:r>
            <a:endParaRPr sz="3000" baseline="-20833">
              <a:latin typeface="Calibri"/>
              <a:cs typeface="Calibri"/>
            </a:endParaRPr>
          </a:p>
          <a:p>
            <a:pPr marL="36830" algn="ctr">
              <a:lnSpc>
                <a:spcPct val="100000"/>
              </a:lnSpc>
            </a:pPr>
            <a:r>
              <a:rPr sz="3000" b="1" spc="-50" dirty="0">
                <a:latin typeface="Calibri"/>
                <a:cs typeface="Calibri"/>
              </a:rPr>
              <a:t>:</a:t>
            </a:r>
            <a:endParaRPr sz="3000">
              <a:latin typeface="Calibri"/>
              <a:cs typeface="Calibri"/>
            </a:endParaRPr>
          </a:p>
          <a:p>
            <a:pPr marL="36830" algn="ctr">
              <a:lnSpc>
                <a:spcPct val="100000"/>
              </a:lnSpc>
            </a:pPr>
            <a:r>
              <a:rPr sz="3000" b="1" spc="-25" dirty="0">
                <a:latin typeface="Calibri"/>
                <a:cs typeface="Calibri"/>
              </a:rPr>
              <a:t>P</a:t>
            </a:r>
            <a:r>
              <a:rPr sz="3000" b="1" spc="-37" baseline="-20833" dirty="0">
                <a:latin typeface="Calibri"/>
                <a:cs typeface="Calibri"/>
              </a:rPr>
              <a:t>n</a:t>
            </a:r>
            <a:endParaRPr sz="3000" baseline="-20833">
              <a:latin typeface="Calibri"/>
              <a:cs typeface="Calibri"/>
            </a:endParaRPr>
          </a:p>
          <a:p>
            <a:pPr marL="37465" algn="ctr">
              <a:lnSpc>
                <a:spcPct val="100000"/>
              </a:lnSpc>
            </a:pPr>
            <a:r>
              <a:rPr sz="3000" b="1" spc="-10" dirty="0">
                <a:latin typeface="Calibri"/>
                <a:cs typeface="Calibri"/>
              </a:rPr>
              <a:t>-</a:t>
            </a:r>
            <a:r>
              <a:rPr sz="3000" b="1" dirty="0">
                <a:latin typeface="Calibri"/>
                <a:cs typeface="Calibri"/>
              </a:rPr>
              <a:t>-</a:t>
            </a:r>
            <a:r>
              <a:rPr sz="3000" b="1" spc="-10" dirty="0">
                <a:latin typeface="Calibri"/>
                <a:cs typeface="Calibri"/>
              </a:rPr>
              <a:t>---</a:t>
            </a:r>
            <a:r>
              <a:rPr sz="3000" b="1" spc="-15" dirty="0">
                <a:latin typeface="Calibri"/>
                <a:cs typeface="Calibri"/>
              </a:rPr>
              <a:t>-</a:t>
            </a:r>
            <a:r>
              <a:rPr sz="3000" b="1" spc="-10" dirty="0">
                <a:latin typeface="Calibri"/>
                <a:cs typeface="Calibri"/>
              </a:rPr>
              <a:t>-</a:t>
            </a:r>
            <a:r>
              <a:rPr sz="3000" b="1" spc="-60" dirty="0">
                <a:latin typeface="Calibri"/>
                <a:cs typeface="Calibri"/>
              </a:rPr>
              <a:t>-</a:t>
            </a:r>
            <a:endParaRPr sz="3000">
              <a:latin typeface="Calibri"/>
              <a:cs typeface="Calibri"/>
            </a:endParaRPr>
          </a:p>
          <a:p>
            <a:pPr marL="36195" algn="ctr">
              <a:lnSpc>
                <a:spcPct val="100000"/>
              </a:lnSpc>
            </a:pPr>
            <a:r>
              <a:rPr sz="3000" spc="-25" dirty="0">
                <a:latin typeface="Symbol"/>
                <a:cs typeface="Symbol"/>
              </a:rPr>
              <a:t></a:t>
            </a:r>
            <a:r>
              <a:rPr sz="3000" b="1" spc="-25" dirty="0">
                <a:latin typeface="Calibri"/>
                <a:cs typeface="Calibri"/>
              </a:rPr>
              <a:t>Q</a:t>
            </a:r>
            <a:endParaRPr sz="3000">
              <a:latin typeface="Calibri"/>
              <a:cs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235407"/>
            <a:ext cx="1097280" cy="514350"/>
          </a:xfrm>
          <a:prstGeom prst="rect">
            <a:avLst/>
          </a:prstGeom>
        </p:spPr>
        <p:txBody>
          <a:bodyPr vert="horz" wrap="square" lIns="0" tIns="13335" rIns="0" bIns="0" rtlCol="0">
            <a:spAutoFit/>
          </a:bodyPr>
          <a:lstStyle/>
          <a:p>
            <a:pPr marL="12700">
              <a:lnSpc>
                <a:spcPct val="100000"/>
              </a:lnSpc>
              <a:spcBef>
                <a:spcPts val="105"/>
              </a:spcBef>
            </a:pPr>
            <a:r>
              <a:rPr sz="3200" b="1" dirty="0">
                <a:latin typeface="Calibri"/>
                <a:cs typeface="Calibri"/>
              </a:rPr>
              <a:t>Ví</a:t>
            </a:r>
            <a:r>
              <a:rPr sz="3200" b="1" spc="-15" dirty="0">
                <a:latin typeface="Calibri"/>
                <a:cs typeface="Calibri"/>
              </a:rPr>
              <a:t> </a:t>
            </a:r>
            <a:r>
              <a:rPr sz="3200" b="1" dirty="0">
                <a:latin typeface="Calibri"/>
                <a:cs typeface="Calibri"/>
              </a:rPr>
              <a:t>dụ</a:t>
            </a:r>
            <a:r>
              <a:rPr sz="3200" b="1" spc="-15" dirty="0">
                <a:latin typeface="Calibri"/>
                <a:cs typeface="Calibri"/>
              </a:rPr>
              <a:t> </a:t>
            </a:r>
            <a:r>
              <a:rPr sz="3200" b="1" spc="-50" dirty="0">
                <a:latin typeface="Calibri"/>
                <a:cs typeface="Calibri"/>
              </a:rPr>
              <a:t>:</a:t>
            </a:r>
            <a:endParaRPr sz="3200">
              <a:latin typeface="Calibri"/>
              <a:cs typeface="Calibri"/>
            </a:endParaRPr>
          </a:p>
        </p:txBody>
      </p:sp>
      <p:sp>
        <p:nvSpPr>
          <p:cNvPr id="3" name="object 3"/>
          <p:cNvSpPr txBox="1"/>
          <p:nvPr/>
        </p:nvSpPr>
        <p:spPr>
          <a:xfrm>
            <a:off x="1647698" y="135164"/>
            <a:ext cx="5207635" cy="1784985"/>
          </a:xfrm>
          <a:prstGeom prst="rect">
            <a:avLst/>
          </a:prstGeom>
        </p:spPr>
        <p:txBody>
          <a:bodyPr vert="horz" wrap="square" lIns="0" tIns="113664" rIns="0" bIns="0" rtlCol="0">
            <a:spAutoFit/>
          </a:bodyPr>
          <a:lstStyle/>
          <a:p>
            <a:pPr marL="95885">
              <a:lnSpc>
                <a:spcPct val="100000"/>
              </a:lnSpc>
              <a:spcBef>
                <a:spcPts val="894"/>
              </a:spcBef>
            </a:pPr>
            <a:r>
              <a:rPr sz="3200" dirty="0">
                <a:latin typeface="Calibri"/>
                <a:cs typeface="Calibri"/>
              </a:rPr>
              <a:t>Xét</a:t>
            </a:r>
            <a:r>
              <a:rPr sz="3200" spc="-55" dirty="0">
                <a:latin typeface="Calibri"/>
                <a:cs typeface="Calibri"/>
              </a:rPr>
              <a:t> </a:t>
            </a:r>
            <a:r>
              <a:rPr sz="3200" dirty="0">
                <a:latin typeface="Calibri"/>
                <a:cs typeface="Calibri"/>
              </a:rPr>
              <a:t>suy</a:t>
            </a:r>
            <a:r>
              <a:rPr sz="3200" spc="-45" dirty="0">
                <a:latin typeface="Calibri"/>
                <a:cs typeface="Calibri"/>
              </a:rPr>
              <a:t> </a:t>
            </a:r>
            <a:r>
              <a:rPr sz="3200" spc="-20" dirty="0">
                <a:latin typeface="Calibri"/>
                <a:cs typeface="Calibri"/>
              </a:rPr>
              <a:t>luận</a:t>
            </a:r>
            <a:endParaRPr sz="3200">
              <a:latin typeface="Calibri"/>
              <a:cs typeface="Calibri"/>
            </a:endParaRPr>
          </a:p>
          <a:p>
            <a:pPr marL="38100">
              <a:lnSpc>
                <a:spcPct val="100000"/>
              </a:lnSpc>
              <a:spcBef>
                <a:spcPts val="795"/>
              </a:spcBef>
            </a:pPr>
            <a:r>
              <a:rPr sz="3200" dirty="0">
                <a:latin typeface="Calibri"/>
                <a:cs typeface="Calibri"/>
              </a:rPr>
              <a:t>E(p,</a:t>
            </a:r>
            <a:r>
              <a:rPr sz="3200" spc="-20" dirty="0">
                <a:latin typeface="Calibri"/>
                <a:cs typeface="Calibri"/>
              </a:rPr>
              <a:t> </a:t>
            </a:r>
            <a:r>
              <a:rPr sz="3200" dirty="0">
                <a:latin typeface="Calibri"/>
                <a:cs typeface="Calibri"/>
              </a:rPr>
              <a:t>q)</a:t>
            </a:r>
            <a:r>
              <a:rPr sz="3200" spc="-15" dirty="0">
                <a:latin typeface="Calibri"/>
                <a:cs typeface="Calibri"/>
              </a:rPr>
              <a:t> </a:t>
            </a:r>
            <a:r>
              <a:rPr sz="3200" dirty="0">
                <a:latin typeface="Calibri"/>
                <a:cs typeface="Calibri"/>
              </a:rPr>
              <a:t>=</a:t>
            </a:r>
            <a:r>
              <a:rPr sz="3200" spc="-15" dirty="0">
                <a:latin typeface="Calibri"/>
                <a:cs typeface="Calibri"/>
              </a:rPr>
              <a:t> </a:t>
            </a:r>
            <a:r>
              <a:rPr sz="3200" b="1" dirty="0">
                <a:latin typeface="Calibri"/>
                <a:cs typeface="Calibri"/>
              </a:rPr>
              <a:t>[(p</a:t>
            </a:r>
            <a:r>
              <a:rPr sz="3200" b="1" spc="-30" dirty="0">
                <a:latin typeface="Calibri"/>
                <a:cs typeface="Calibri"/>
              </a:rPr>
              <a:t> </a:t>
            </a:r>
            <a:r>
              <a:rPr sz="3200" dirty="0">
                <a:latin typeface="Symbol"/>
                <a:cs typeface="Symbol"/>
              </a:rPr>
              <a:t></a:t>
            </a:r>
            <a:r>
              <a:rPr sz="3200" b="1" dirty="0">
                <a:latin typeface="Calibri"/>
                <a:cs typeface="Calibri"/>
              </a:rPr>
              <a:t>q)</a:t>
            </a:r>
            <a:r>
              <a:rPr sz="3200" b="1" spc="-30" dirty="0">
                <a:latin typeface="Calibri"/>
                <a:cs typeface="Calibri"/>
              </a:rPr>
              <a:t> </a:t>
            </a:r>
            <a:r>
              <a:rPr sz="3200" dirty="0">
                <a:latin typeface="Symbol"/>
                <a:cs typeface="Symbol"/>
              </a:rPr>
              <a:t></a:t>
            </a:r>
            <a:r>
              <a:rPr sz="3200" spc="-90" dirty="0">
                <a:latin typeface="Times New Roman"/>
                <a:cs typeface="Times New Roman"/>
              </a:rPr>
              <a:t> </a:t>
            </a:r>
            <a:r>
              <a:rPr sz="3200" b="1" dirty="0">
                <a:latin typeface="Calibri"/>
                <a:cs typeface="Calibri"/>
              </a:rPr>
              <a:t>p]</a:t>
            </a:r>
            <a:r>
              <a:rPr sz="3200" b="1" spc="-40" dirty="0">
                <a:latin typeface="Calibri"/>
                <a:cs typeface="Calibri"/>
              </a:rPr>
              <a:t> </a:t>
            </a:r>
            <a:r>
              <a:rPr sz="3200" dirty="0">
                <a:latin typeface="Symbol"/>
                <a:cs typeface="Symbol"/>
              </a:rPr>
              <a:t></a:t>
            </a:r>
            <a:r>
              <a:rPr sz="3200" spc="-95" dirty="0">
                <a:latin typeface="Times New Roman"/>
                <a:cs typeface="Times New Roman"/>
              </a:rPr>
              <a:t> </a:t>
            </a:r>
            <a:r>
              <a:rPr sz="3200" b="1" spc="-25" dirty="0">
                <a:latin typeface="Calibri"/>
                <a:cs typeface="Calibri"/>
              </a:rPr>
              <a:t>q</a:t>
            </a:r>
            <a:r>
              <a:rPr sz="3200" spc="-25" dirty="0">
                <a:latin typeface="Calibri"/>
                <a:cs typeface="Calibri"/>
              </a:rPr>
              <a:t>.</a:t>
            </a:r>
            <a:endParaRPr sz="3200">
              <a:latin typeface="Calibri"/>
              <a:cs typeface="Calibri"/>
            </a:endParaRPr>
          </a:p>
          <a:p>
            <a:pPr marL="38100">
              <a:lnSpc>
                <a:spcPct val="100000"/>
              </a:lnSpc>
              <a:spcBef>
                <a:spcPts val="740"/>
              </a:spcBef>
            </a:pPr>
            <a:r>
              <a:rPr sz="3200" b="1" dirty="0">
                <a:latin typeface="Calibri"/>
                <a:cs typeface="Calibri"/>
              </a:rPr>
              <a:t>P</a:t>
            </a:r>
            <a:r>
              <a:rPr sz="3150" b="1" baseline="-21164" dirty="0">
                <a:latin typeface="Calibri"/>
                <a:cs typeface="Calibri"/>
              </a:rPr>
              <a:t>1</a:t>
            </a:r>
            <a:r>
              <a:rPr sz="3150" b="1" spc="359" baseline="-21164" dirty="0">
                <a:latin typeface="Calibri"/>
                <a:cs typeface="Calibri"/>
              </a:rPr>
              <a:t> </a:t>
            </a:r>
            <a:r>
              <a:rPr sz="3200" dirty="0">
                <a:latin typeface="Calibri"/>
                <a:cs typeface="Calibri"/>
              </a:rPr>
              <a:t>=</a:t>
            </a:r>
            <a:r>
              <a:rPr sz="3200" spc="-5" dirty="0">
                <a:latin typeface="Calibri"/>
                <a:cs typeface="Calibri"/>
              </a:rPr>
              <a:t> </a:t>
            </a:r>
            <a:r>
              <a:rPr sz="3200" dirty="0">
                <a:latin typeface="Calibri"/>
                <a:cs typeface="Calibri"/>
              </a:rPr>
              <a:t>?</a:t>
            </a:r>
            <a:r>
              <a:rPr sz="3200" spc="-5" dirty="0">
                <a:latin typeface="Calibri"/>
                <a:cs typeface="Calibri"/>
              </a:rPr>
              <a:t> </a:t>
            </a:r>
            <a:r>
              <a:rPr sz="3200" dirty="0">
                <a:latin typeface="Calibri"/>
                <a:cs typeface="Calibri"/>
              </a:rPr>
              <a:t>, </a:t>
            </a:r>
            <a:r>
              <a:rPr sz="3200" b="1" dirty="0">
                <a:latin typeface="Calibri"/>
                <a:cs typeface="Calibri"/>
              </a:rPr>
              <a:t>P</a:t>
            </a:r>
            <a:r>
              <a:rPr sz="3150" b="1" baseline="-21164" dirty="0">
                <a:latin typeface="Calibri"/>
                <a:cs typeface="Calibri"/>
              </a:rPr>
              <a:t>2</a:t>
            </a:r>
            <a:r>
              <a:rPr sz="3150" b="1" spc="352" baseline="-21164" dirty="0">
                <a:latin typeface="Calibri"/>
                <a:cs typeface="Calibri"/>
              </a:rPr>
              <a:t> </a:t>
            </a:r>
            <a:r>
              <a:rPr sz="3200" dirty="0">
                <a:latin typeface="Calibri"/>
                <a:cs typeface="Calibri"/>
              </a:rPr>
              <a:t>=</a:t>
            </a:r>
            <a:r>
              <a:rPr sz="3200" spc="-5" dirty="0">
                <a:latin typeface="Calibri"/>
                <a:cs typeface="Calibri"/>
              </a:rPr>
              <a:t> </a:t>
            </a:r>
            <a:r>
              <a:rPr sz="3200" dirty="0">
                <a:latin typeface="Calibri"/>
                <a:cs typeface="Calibri"/>
              </a:rPr>
              <a:t>?,</a:t>
            </a:r>
            <a:r>
              <a:rPr sz="3200" spc="-10" dirty="0">
                <a:latin typeface="Calibri"/>
                <a:cs typeface="Calibri"/>
              </a:rPr>
              <a:t> </a:t>
            </a:r>
            <a:r>
              <a:rPr sz="3200" b="1" dirty="0">
                <a:latin typeface="Calibri"/>
                <a:cs typeface="Calibri"/>
              </a:rPr>
              <a:t>P</a:t>
            </a:r>
            <a:r>
              <a:rPr sz="3150" b="1" baseline="-21164" dirty="0">
                <a:latin typeface="Calibri"/>
                <a:cs typeface="Calibri"/>
              </a:rPr>
              <a:t>3</a:t>
            </a:r>
            <a:r>
              <a:rPr sz="3150" b="1" spc="375" baseline="-21164" dirty="0">
                <a:latin typeface="Calibri"/>
                <a:cs typeface="Calibri"/>
              </a:rPr>
              <a:t> </a:t>
            </a:r>
            <a:r>
              <a:rPr sz="3200" b="1" dirty="0">
                <a:latin typeface="Calibri"/>
                <a:cs typeface="Calibri"/>
              </a:rPr>
              <a:t>=</a:t>
            </a:r>
            <a:r>
              <a:rPr sz="3200" b="1" spc="-5" dirty="0">
                <a:latin typeface="Calibri"/>
                <a:cs typeface="Calibri"/>
              </a:rPr>
              <a:t> </a:t>
            </a:r>
            <a:r>
              <a:rPr sz="3200" b="1" dirty="0">
                <a:latin typeface="Calibri"/>
                <a:cs typeface="Calibri"/>
              </a:rPr>
              <a:t>?,</a:t>
            </a:r>
            <a:r>
              <a:rPr sz="3200" b="1" spc="-5" dirty="0">
                <a:latin typeface="Calibri"/>
                <a:cs typeface="Calibri"/>
              </a:rPr>
              <a:t> </a:t>
            </a:r>
            <a:r>
              <a:rPr sz="3200" b="1" dirty="0">
                <a:latin typeface="Calibri"/>
                <a:cs typeface="Calibri"/>
              </a:rPr>
              <a:t>.</a:t>
            </a:r>
            <a:r>
              <a:rPr sz="3200" b="1" spc="-20" dirty="0">
                <a:latin typeface="Calibri"/>
                <a:cs typeface="Calibri"/>
              </a:rPr>
              <a:t> </a:t>
            </a:r>
            <a:r>
              <a:rPr sz="3200" b="1" dirty="0">
                <a:latin typeface="Calibri"/>
                <a:cs typeface="Calibri"/>
              </a:rPr>
              <a:t>.</a:t>
            </a:r>
            <a:r>
              <a:rPr sz="3200" b="1" spc="-5" dirty="0">
                <a:latin typeface="Calibri"/>
                <a:cs typeface="Calibri"/>
              </a:rPr>
              <a:t> </a:t>
            </a:r>
            <a:r>
              <a:rPr sz="3200" b="1" dirty="0">
                <a:latin typeface="Calibri"/>
                <a:cs typeface="Calibri"/>
              </a:rPr>
              <a:t>.</a:t>
            </a:r>
            <a:r>
              <a:rPr sz="3200" b="1" spc="-25" dirty="0">
                <a:latin typeface="Calibri"/>
                <a:cs typeface="Calibri"/>
              </a:rPr>
              <a:t> </a:t>
            </a:r>
            <a:r>
              <a:rPr sz="3200" b="1" dirty="0">
                <a:latin typeface="Calibri"/>
                <a:cs typeface="Calibri"/>
              </a:rPr>
              <a:t>,Q </a:t>
            </a:r>
            <a:r>
              <a:rPr sz="3200" dirty="0">
                <a:latin typeface="Calibri"/>
                <a:cs typeface="Calibri"/>
              </a:rPr>
              <a:t>=</a:t>
            </a:r>
            <a:r>
              <a:rPr sz="3200" spc="-5" dirty="0">
                <a:latin typeface="Calibri"/>
                <a:cs typeface="Calibri"/>
              </a:rPr>
              <a:t> </a:t>
            </a:r>
            <a:r>
              <a:rPr sz="3200" spc="-25" dirty="0">
                <a:latin typeface="Calibri"/>
                <a:cs typeface="Calibri"/>
              </a:rPr>
              <a:t>?.</a:t>
            </a:r>
            <a:endParaRPr sz="3200">
              <a:latin typeface="Calibri"/>
              <a:cs typeface="Calibri"/>
            </a:endParaRPr>
          </a:p>
        </p:txBody>
      </p:sp>
      <p:sp>
        <p:nvSpPr>
          <p:cNvPr id="4" name="object 4"/>
          <p:cNvSpPr txBox="1"/>
          <p:nvPr/>
        </p:nvSpPr>
        <p:spPr>
          <a:xfrm>
            <a:off x="383540" y="1991995"/>
            <a:ext cx="4150995" cy="513715"/>
          </a:xfrm>
          <a:prstGeom prst="rect">
            <a:avLst/>
          </a:prstGeom>
        </p:spPr>
        <p:txBody>
          <a:bodyPr vert="horz" wrap="square" lIns="0" tIns="13335" rIns="0" bIns="0" rtlCol="0">
            <a:spAutoFit/>
          </a:bodyPr>
          <a:lstStyle/>
          <a:p>
            <a:pPr marL="12700">
              <a:lnSpc>
                <a:spcPct val="100000"/>
              </a:lnSpc>
              <a:spcBef>
                <a:spcPts val="105"/>
              </a:spcBef>
            </a:pPr>
            <a:r>
              <a:rPr sz="3200" dirty="0">
                <a:latin typeface="Calibri"/>
                <a:cs typeface="Calibri"/>
              </a:rPr>
              <a:t>E(p,</a:t>
            </a:r>
            <a:r>
              <a:rPr sz="3200" spc="-50" dirty="0">
                <a:latin typeface="Calibri"/>
                <a:cs typeface="Calibri"/>
              </a:rPr>
              <a:t> </a:t>
            </a:r>
            <a:r>
              <a:rPr sz="3200" dirty="0">
                <a:latin typeface="Calibri"/>
                <a:cs typeface="Calibri"/>
              </a:rPr>
              <a:t>q)</a:t>
            </a:r>
            <a:r>
              <a:rPr sz="3200" spc="-45" dirty="0">
                <a:latin typeface="Calibri"/>
                <a:cs typeface="Calibri"/>
              </a:rPr>
              <a:t> </a:t>
            </a:r>
            <a:r>
              <a:rPr sz="3200" dirty="0">
                <a:latin typeface="Calibri"/>
                <a:cs typeface="Calibri"/>
              </a:rPr>
              <a:t>là</a:t>
            </a:r>
            <a:r>
              <a:rPr sz="3200" spc="-45" dirty="0">
                <a:latin typeface="Calibri"/>
                <a:cs typeface="Calibri"/>
              </a:rPr>
              <a:t> </a:t>
            </a:r>
            <a:r>
              <a:rPr sz="3200" dirty="0">
                <a:latin typeface="Calibri"/>
                <a:cs typeface="Calibri"/>
              </a:rPr>
              <a:t>suy</a:t>
            </a:r>
            <a:r>
              <a:rPr sz="3200" spc="-35" dirty="0">
                <a:latin typeface="Calibri"/>
                <a:cs typeface="Calibri"/>
              </a:rPr>
              <a:t> </a:t>
            </a:r>
            <a:r>
              <a:rPr sz="3200" dirty="0">
                <a:latin typeface="Calibri"/>
                <a:cs typeface="Calibri"/>
              </a:rPr>
              <a:t>luận</a:t>
            </a:r>
            <a:r>
              <a:rPr sz="3200" spc="-40" dirty="0">
                <a:latin typeface="Calibri"/>
                <a:cs typeface="Calibri"/>
              </a:rPr>
              <a:t> </a:t>
            </a:r>
            <a:r>
              <a:rPr sz="3200" dirty="0">
                <a:latin typeface="Calibri"/>
                <a:cs typeface="Calibri"/>
              </a:rPr>
              <a:t>đúng</a:t>
            </a:r>
            <a:r>
              <a:rPr sz="3200" spc="-50" dirty="0">
                <a:latin typeface="Calibri"/>
                <a:cs typeface="Calibri"/>
              </a:rPr>
              <a:t> ?</a:t>
            </a:r>
            <a:endParaRPr sz="3200">
              <a:latin typeface="Calibri"/>
              <a:cs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20040" y="138215"/>
            <a:ext cx="8198484" cy="5099685"/>
          </a:xfrm>
          <a:prstGeom prst="rect">
            <a:avLst/>
          </a:prstGeom>
        </p:spPr>
        <p:txBody>
          <a:bodyPr vert="horz" wrap="square" lIns="0" tIns="110489" rIns="0" bIns="0" rtlCol="0">
            <a:spAutoFit/>
          </a:bodyPr>
          <a:lstStyle/>
          <a:p>
            <a:pPr marL="76200">
              <a:lnSpc>
                <a:spcPct val="100000"/>
              </a:lnSpc>
              <a:spcBef>
                <a:spcPts val="869"/>
              </a:spcBef>
              <a:tabLst>
                <a:tab pos="1423035" algn="l"/>
              </a:tabLst>
            </a:pPr>
            <a:r>
              <a:rPr sz="3200" b="1" dirty="0">
                <a:latin typeface="Calibri"/>
                <a:cs typeface="Calibri"/>
              </a:rPr>
              <a:t>Ví</a:t>
            </a:r>
            <a:r>
              <a:rPr sz="3200" b="1" spc="-15" dirty="0">
                <a:latin typeface="Calibri"/>
                <a:cs typeface="Calibri"/>
              </a:rPr>
              <a:t> </a:t>
            </a:r>
            <a:r>
              <a:rPr sz="3200" b="1" dirty="0">
                <a:latin typeface="Calibri"/>
                <a:cs typeface="Calibri"/>
              </a:rPr>
              <a:t>dụ</a:t>
            </a:r>
            <a:r>
              <a:rPr sz="3200" b="1" spc="-15" dirty="0">
                <a:latin typeface="Calibri"/>
                <a:cs typeface="Calibri"/>
              </a:rPr>
              <a:t> </a:t>
            </a:r>
            <a:r>
              <a:rPr sz="3200" b="1" spc="-50" dirty="0">
                <a:latin typeface="Calibri"/>
                <a:cs typeface="Calibri"/>
              </a:rPr>
              <a:t>:</a:t>
            </a:r>
            <a:r>
              <a:rPr sz="3200" b="1" dirty="0">
                <a:latin typeface="Calibri"/>
                <a:cs typeface="Calibri"/>
              </a:rPr>
              <a:t>	</a:t>
            </a:r>
            <a:r>
              <a:rPr sz="3200" dirty="0">
                <a:latin typeface="Calibri"/>
                <a:cs typeface="Calibri"/>
              </a:rPr>
              <a:t>giả</a:t>
            </a:r>
            <a:r>
              <a:rPr sz="3200" spc="-35" dirty="0">
                <a:latin typeface="Calibri"/>
                <a:cs typeface="Calibri"/>
              </a:rPr>
              <a:t> </a:t>
            </a:r>
            <a:r>
              <a:rPr sz="3200" dirty="0">
                <a:latin typeface="Calibri"/>
                <a:cs typeface="Calibri"/>
              </a:rPr>
              <a:t>sử</a:t>
            </a:r>
            <a:r>
              <a:rPr sz="3200" spc="-30" dirty="0">
                <a:latin typeface="Calibri"/>
                <a:cs typeface="Calibri"/>
              </a:rPr>
              <a:t> </a:t>
            </a:r>
            <a:r>
              <a:rPr sz="3200" dirty="0">
                <a:latin typeface="Calibri"/>
                <a:cs typeface="Calibri"/>
              </a:rPr>
              <a:t>ta</a:t>
            </a:r>
            <a:r>
              <a:rPr sz="3200" spc="-35" dirty="0">
                <a:latin typeface="Calibri"/>
                <a:cs typeface="Calibri"/>
              </a:rPr>
              <a:t> </a:t>
            </a:r>
            <a:r>
              <a:rPr sz="3200" dirty="0">
                <a:latin typeface="Calibri"/>
                <a:cs typeface="Calibri"/>
              </a:rPr>
              <a:t>có</a:t>
            </a:r>
            <a:r>
              <a:rPr sz="3200" spc="-30" dirty="0">
                <a:latin typeface="Calibri"/>
                <a:cs typeface="Calibri"/>
              </a:rPr>
              <a:t> </a:t>
            </a:r>
            <a:r>
              <a:rPr sz="3200" dirty="0">
                <a:latin typeface="Calibri"/>
                <a:cs typeface="Calibri"/>
              </a:rPr>
              <a:t>suy</a:t>
            </a:r>
            <a:r>
              <a:rPr sz="3200" spc="-30" dirty="0">
                <a:latin typeface="Calibri"/>
                <a:cs typeface="Calibri"/>
              </a:rPr>
              <a:t> </a:t>
            </a:r>
            <a:r>
              <a:rPr sz="3200" spc="-10" dirty="0">
                <a:latin typeface="Calibri"/>
                <a:cs typeface="Calibri"/>
              </a:rPr>
              <a:t>luận:</a:t>
            </a:r>
            <a:endParaRPr sz="3200">
              <a:latin typeface="Calibri"/>
              <a:cs typeface="Calibri"/>
            </a:endParaRPr>
          </a:p>
          <a:p>
            <a:pPr marL="76200" marR="68580">
              <a:lnSpc>
                <a:spcPct val="100000"/>
              </a:lnSpc>
              <a:spcBef>
                <a:spcPts val="770"/>
              </a:spcBef>
              <a:tabLst>
                <a:tab pos="5878195" algn="l"/>
              </a:tabLst>
            </a:pPr>
            <a:r>
              <a:rPr sz="3200" dirty="0">
                <a:latin typeface="Calibri"/>
                <a:cs typeface="Calibri"/>
              </a:rPr>
              <a:t>P</a:t>
            </a:r>
            <a:r>
              <a:rPr sz="3150" baseline="-21164" dirty="0">
                <a:latin typeface="Calibri"/>
                <a:cs typeface="Calibri"/>
              </a:rPr>
              <a:t>1</a:t>
            </a:r>
            <a:r>
              <a:rPr sz="3150" spc="345" baseline="-21164"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Nếu</a:t>
            </a:r>
            <a:r>
              <a:rPr sz="3200" spc="-30" dirty="0">
                <a:latin typeface="Calibri"/>
                <a:cs typeface="Calibri"/>
              </a:rPr>
              <a:t> </a:t>
            </a:r>
            <a:r>
              <a:rPr sz="3200" u="sng" dirty="0">
                <a:uFill>
                  <a:solidFill>
                    <a:srgbClr val="000000"/>
                  </a:solidFill>
                </a:uFill>
                <a:latin typeface="Calibri"/>
                <a:cs typeface="Calibri"/>
              </a:rPr>
              <a:t>Dũng</a:t>
            </a:r>
            <a:r>
              <a:rPr sz="3200" u="sng" spc="-10" dirty="0">
                <a:uFill>
                  <a:solidFill>
                    <a:srgbClr val="000000"/>
                  </a:solidFill>
                </a:uFill>
                <a:latin typeface="Calibri"/>
                <a:cs typeface="Calibri"/>
              </a:rPr>
              <a:t> </a:t>
            </a:r>
            <a:r>
              <a:rPr sz="3200" u="sng" dirty="0">
                <a:uFill>
                  <a:solidFill>
                    <a:srgbClr val="000000"/>
                  </a:solidFill>
                </a:uFill>
                <a:latin typeface="Calibri"/>
                <a:cs typeface="Calibri"/>
              </a:rPr>
              <a:t>đi</a:t>
            </a:r>
            <a:r>
              <a:rPr sz="3200" u="sng" spc="-20" dirty="0">
                <a:uFill>
                  <a:solidFill>
                    <a:srgbClr val="000000"/>
                  </a:solidFill>
                </a:uFill>
                <a:latin typeface="Calibri"/>
                <a:cs typeface="Calibri"/>
              </a:rPr>
              <a:t> </a:t>
            </a:r>
            <a:r>
              <a:rPr sz="3200" u="sng" dirty="0">
                <a:uFill>
                  <a:solidFill>
                    <a:srgbClr val="000000"/>
                  </a:solidFill>
                </a:uFill>
                <a:latin typeface="Calibri"/>
                <a:cs typeface="Calibri"/>
              </a:rPr>
              <a:t>học</a:t>
            </a:r>
            <a:r>
              <a:rPr sz="3200" u="sng" spc="-20" dirty="0">
                <a:uFill>
                  <a:solidFill>
                    <a:srgbClr val="000000"/>
                  </a:solidFill>
                </a:uFill>
                <a:latin typeface="Calibri"/>
                <a:cs typeface="Calibri"/>
              </a:rPr>
              <a:t> </a:t>
            </a:r>
            <a:r>
              <a:rPr sz="3200" u="sng" dirty="0">
                <a:uFill>
                  <a:solidFill>
                    <a:srgbClr val="000000"/>
                  </a:solidFill>
                </a:uFill>
                <a:latin typeface="Calibri"/>
                <a:cs typeface="Calibri"/>
              </a:rPr>
              <a:t>đều</a:t>
            </a:r>
            <a:r>
              <a:rPr sz="3200" spc="-35" dirty="0">
                <a:latin typeface="Calibri"/>
                <a:cs typeface="Calibri"/>
              </a:rPr>
              <a:t> </a:t>
            </a:r>
            <a:r>
              <a:rPr sz="3200" dirty="0">
                <a:latin typeface="Calibri"/>
                <a:cs typeface="Calibri"/>
              </a:rPr>
              <a:t>thì</a:t>
            </a:r>
            <a:r>
              <a:rPr sz="3200" spc="-5" dirty="0">
                <a:latin typeface="Calibri"/>
                <a:cs typeface="Calibri"/>
              </a:rPr>
              <a:t> </a:t>
            </a:r>
            <a:r>
              <a:rPr sz="3200" u="sng" spc="-20" dirty="0">
                <a:uFill>
                  <a:solidFill>
                    <a:srgbClr val="000000"/>
                  </a:solidFill>
                </a:uFill>
                <a:latin typeface="Calibri"/>
                <a:cs typeface="Calibri"/>
              </a:rPr>
              <a:t>Dũng</a:t>
            </a:r>
            <a:r>
              <a:rPr sz="3200" u="sng" dirty="0">
                <a:uFill>
                  <a:solidFill>
                    <a:srgbClr val="000000"/>
                  </a:solidFill>
                </a:uFill>
                <a:latin typeface="Calibri"/>
                <a:cs typeface="Calibri"/>
              </a:rPr>
              <a:t>	đạt</a:t>
            </a:r>
            <a:r>
              <a:rPr sz="3200" u="sng" spc="-60" dirty="0">
                <a:uFill>
                  <a:solidFill>
                    <a:srgbClr val="000000"/>
                  </a:solidFill>
                </a:uFill>
                <a:latin typeface="Calibri"/>
                <a:cs typeface="Calibri"/>
              </a:rPr>
              <a:t> </a:t>
            </a:r>
            <a:r>
              <a:rPr sz="3200" u="sng" dirty="0">
                <a:uFill>
                  <a:solidFill>
                    <a:srgbClr val="000000"/>
                  </a:solidFill>
                </a:uFill>
                <a:latin typeface="Calibri"/>
                <a:cs typeface="Calibri"/>
              </a:rPr>
              <a:t>môn</a:t>
            </a:r>
            <a:r>
              <a:rPr sz="3200" u="sng" spc="-65" dirty="0">
                <a:uFill>
                  <a:solidFill>
                    <a:srgbClr val="000000"/>
                  </a:solidFill>
                </a:uFill>
                <a:latin typeface="Calibri"/>
                <a:cs typeface="Calibri"/>
              </a:rPr>
              <a:t> </a:t>
            </a:r>
            <a:r>
              <a:rPr sz="3200" u="sng" spc="-20" dirty="0">
                <a:uFill>
                  <a:solidFill>
                    <a:srgbClr val="000000"/>
                  </a:solidFill>
                </a:uFill>
                <a:latin typeface="Calibri"/>
                <a:cs typeface="Calibri"/>
              </a:rPr>
              <a:t>toán</a:t>
            </a:r>
            <a:r>
              <a:rPr sz="3200" spc="-20" dirty="0">
                <a:latin typeface="Calibri"/>
                <a:cs typeface="Calibri"/>
              </a:rPr>
              <a:t> </a:t>
            </a:r>
            <a:r>
              <a:rPr sz="3200" u="sng" dirty="0">
                <a:uFill>
                  <a:solidFill>
                    <a:srgbClr val="000000"/>
                  </a:solidFill>
                </a:uFill>
                <a:latin typeface="Calibri"/>
                <a:cs typeface="Calibri"/>
              </a:rPr>
              <a:t>rời</a:t>
            </a:r>
            <a:r>
              <a:rPr sz="3200" u="sng" spc="-80" dirty="0">
                <a:uFill>
                  <a:solidFill>
                    <a:srgbClr val="000000"/>
                  </a:solidFill>
                </a:uFill>
                <a:latin typeface="Calibri"/>
                <a:cs typeface="Calibri"/>
              </a:rPr>
              <a:t> </a:t>
            </a:r>
            <a:r>
              <a:rPr sz="3200" u="sng" spc="-20" dirty="0">
                <a:uFill>
                  <a:solidFill>
                    <a:srgbClr val="000000"/>
                  </a:solidFill>
                </a:uFill>
                <a:latin typeface="Calibri"/>
                <a:cs typeface="Calibri"/>
              </a:rPr>
              <a:t>rạc</a:t>
            </a:r>
            <a:r>
              <a:rPr sz="3200" spc="-20" dirty="0">
                <a:latin typeface="Calibri"/>
                <a:cs typeface="Calibri"/>
              </a:rPr>
              <a:t>.</a:t>
            </a:r>
            <a:endParaRPr sz="3200">
              <a:latin typeface="Calibri"/>
              <a:cs typeface="Calibri"/>
            </a:endParaRPr>
          </a:p>
          <a:p>
            <a:pPr marL="76200">
              <a:lnSpc>
                <a:spcPct val="100000"/>
              </a:lnSpc>
              <a:spcBef>
                <a:spcPts val="770"/>
              </a:spcBef>
            </a:pPr>
            <a:r>
              <a:rPr sz="3200" dirty="0">
                <a:latin typeface="Calibri"/>
                <a:cs typeface="Calibri"/>
              </a:rPr>
              <a:t>P</a:t>
            </a:r>
            <a:r>
              <a:rPr sz="3150" baseline="-21164" dirty="0">
                <a:latin typeface="Calibri"/>
                <a:cs typeface="Calibri"/>
              </a:rPr>
              <a:t>2</a:t>
            </a:r>
            <a:r>
              <a:rPr sz="3150" spc="-15" baseline="-21164" dirty="0">
                <a:latin typeface="Calibri"/>
                <a:cs typeface="Calibri"/>
              </a:rPr>
              <a:t> </a:t>
            </a:r>
            <a:r>
              <a:rPr sz="3200" dirty="0">
                <a:latin typeface="Calibri"/>
                <a:cs typeface="Calibri"/>
              </a:rPr>
              <a:t>:</a:t>
            </a:r>
            <a:r>
              <a:rPr sz="3200" spc="-15" dirty="0">
                <a:latin typeface="Calibri"/>
                <a:cs typeface="Calibri"/>
              </a:rPr>
              <a:t> </a:t>
            </a:r>
            <a:r>
              <a:rPr sz="3200" u="sng" dirty="0">
                <a:uFill>
                  <a:solidFill>
                    <a:srgbClr val="000000"/>
                  </a:solidFill>
                </a:uFill>
                <a:latin typeface="Calibri"/>
                <a:cs typeface="Calibri"/>
              </a:rPr>
              <a:t>Dũng</a:t>
            </a:r>
            <a:r>
              <a:rPr sz="3200" u="sng" spc="-15" dirty="0">
                <a:uFill>
                  <a:solidFill>
                    <a:srgbClr val="000000"/>
                  </a:solidFill>
                </a:uFill>
                <a:latin typeface="Calibri"/>
                <a:cs typeface="Calibri"/>
              </a:rPr>
              <a:t> </a:t>
            </a:r>
            <a:r>
              <a:rPr sz="3200" u="sng" dirty="0">
                <a:uFill>
                  <a:solidFill>
                    <a:srgbClr val="000000"/>
                  </a:solidFill>
                </a:uFill>
                <a:latin typeface="Calibri"/>
                <a:cs typeface="Calibri"/>
              </a:rPr>
              <a:t>đi</a:t>
            </a:r>
            <a:r>
              <a:rPr sz="3200" u="sng" spc="-20" dirty="0">
                <a:uFill>
                  <a:solidFill>
                    <a:srgbClr val="000000"/>
                  </a:solidFill>
                </a:uFill>
                <a:latin typeface="Calibri"/>
                <a:cs typeface="Calibri"/>
              </a:rPr>
              <a:t> </a:t>
            </a:r>
            <a:r>
              <a:rPr sz="3200" u="sng" dirty="0">
                <a:uFill>
                  <a:solidFill>
                    <a:srgbClr val="000000"/>
                  </a:solidFill>
                </a:uFill>
                <a:latin typeface="Calibri"/>
                <a:cs typeface="Calibri"/>
              </a:rPr>
              <a:t>học</a:t>
            </a:r>
            <a:r>
              <a:rPr sz="3200" u="sng" spc="-25" dirty="0">
                <a:uFill>
                  <a:solidFill>
                    <a:srgbClr val="000000"/>
                  </a:solidFill>
                </a:uFill>
                <a:latin typeface="Calibri"/>
                <a:cs typeface="Calibri"/>
              </a:rPr>
              <a:t> </a:t>
            </a:r>
            <a:r>
              <a:rPr sz="3200" u="sng" spc="-20" dirty="0">
                <a:uFill>
                  <a:solidFill>
                    <a:srgbClr val="000000"/>
                  </a:solidFill>
                </a:uFill>
                <a:latin typeface="Calibri"/>
                <a:cs typeface="Calibri"/>
              </a:rPr>
              <a:t>đều</a:t>
            </a:r>
            <a:r>
              <a:rPr sz="3200" spc="-20" dirty="0">
                <a:latin typeface="Calibri"/>
                <a:cs typeface="Calibri"/>
              </a:rPr>
              <a:t>.</a:t>
            </a:r>
            <a:endParaRPr sz="3200">
              <a:latin typeface="Calibri"/>
              <a:cs typeface="Calibri"/>
            </a:endParaRPr>
          </a:p>
          <a:p>
            <a:pPr>
              <a:lnSpc>
                <a:spcPct val="100000"/>
              </a:lnSpc>
              <a:spcBef>
                <a:spcPts val="1470"/>
              </a:spcBef>
            </a:pPr>
            <a:endParaRPr sz="3200">
              <a:latin typeface="Calibri"/>
              <a:cs typeface="Calibri"/>
            </a:endParaRPr>
          </a:p>
          <a:p>
            <a:pPr marL="76200">
              <a:lnSpc>
                <a:spcPct val="100000"/>
              </a:lnSpc>
              <a:tabLst>
                <a:tab pos="2176145" algn="l"/>
              </a:tabLst>
            </a:pPr>
            <a:r>
              <a:rPr sz="3200" dirty="0">
                <a:latin typeface="Calibri"/>
                <a:cs typeface="Calibri"/>
              </a:rPr>
              <a:t>Kết</a:t>
            </a:r>
            <a:r>
              <a:rPr sz="3200" spc="-65" dirty="0">
                <a:latin typeface="Calibri"/>
                <a:cs typeface="Calibri"/>
              </a:rPr>
              <a:t> </a:t>
            </a:r>
            <a:r>
              <a:rPr sz="3200" dirty="0">
                <a:latin typeface="Calibri"/>
                <a:cs typeface="Calibri"/>
              </a:rPr>
              <a:t>luận</a:t>
            </a:r>
            <a:r>
              <a:rPr sz="3200" spc="-55" dirty="0">
                <a:latin typeface="Calibri"/>
                <a:cs typeface="Calibri"/>
              </a:rPr>
              <a:t> </a:t>
            </a:r>
            <a:r>
              <a:rPr sz="3200" dirty="0">
                <a:latin typeface="Calibri"/>
                <a:cs typeface="Calibri"/>
              </a:rPr>
              <a:t>Q</a:t>
            </a:r>
            <a:r>
              <a:rPr sz="3200" spc="-65" dirty="0">
                <a:latin typeface="Calibri"/>
                <a:cs typeface="Calibri"/>
              </a:rPr>
              <a:t> </a:t>
            </a:r>
            <a:r>
              <a:rPr sz="3200" spc="-50" dirty="0">
                <a:latin typeface="Calibri"/>
                <a:cs typeface="Calibri"/>
              </a:rPr>
              <a:t>:</a:t>
            </a:r>
            <a:r>
              <a:rPr sz="3200" dirty="0">
                <a:latin typeface="Calibri"/>
                <a:cs typeface="Calibri"/>
              </a:rPr>
              <a:t>	</a:t>
            </a:r>
            <a:r>
              <a:rPr sz="3200" u="sng" dirty="0">
                <a:uFill>
                  <a:solidFill>
                    <a:srgbClr val="000000"/>
                  </a:solidFill>
                </a:uFill>
                <a:latin typeface="Calibri"/>
                <a:cs typeface="Calibri"/>
              </a:rPr>
              <a:t>Dũng</a:t>
            </a:r>
            <a:r>
              <a:rPr sz="3200" u="sng" spc="-40" dirty="0">
                <a:uFill>
                  <a:solidFill>
                    <a:srgbClr val="000000"/>
                  </a:solidFill>
                </a:uFill>
                <a:latin typeface="Calibri"/>
                <a:cs typeface="Calibri"/>
              </a:rPr>
              <a:t> </a:t>
            </a:r>
            <a:r>
              <a:rPr sz="3200" u="sng" dirty="0">
                <a:uFill>
                  <a:solidFill>
                    <a:srgbClr val="000000"/>
                  </a:solidFill>
                </a:uFill>
                <a:latin typeface="Calibri"/>
                <a:cs typeface="Calibri"/>
              </a:rPr>
              <a:t>đạt</a:t>
            </a:r>
            <a:r>
              <a:rPr sz="3200" u="sng" spc="-55" dirty="0">
                <a:uFill>
                  <a:solidFill>
                    <a:srgbClr val="000000"/>
                  </a:solidFill>
                </a:uFill>
                <a:latin typeface="Calibri"/>
                <a:cs typeface="Calibri"/>
              </a:rPr>
              <a:t> </a:t>
            </a:r>
            <a:r>
              <a:rPr sz="3200" u="sng" dirty="0">
                <a:uFill>
                  <a:solidFill>
                    <a:srgbClr val="000000"/>
                  </a:solidFill>
                </a:uFill>
                <a:latin typeface="Calibri"/>
                <a:cs typeface="Calibri"/>
              </a:rPr>
              <a:t>môn</a:t>
            </a:r>
            <a:r>
              <a:rPr sz="3200" u="sng" spc="-50" dirty="0">
                <a:uFill>
                  <a:solidFill>
                    <a:srgbClr val="000000"/>
                  </a:solidFill>
                </a:uFill>
                <a:latin typeface="Calibri"/>
                <a:cs typeface="Calibri"/>
              </a:rPr>
              <a:t> </a:t>
            </a:r>
            <a:r>
              <a:rPr sz="3200" u="sng" dirty="0">
                <a:uFill>
                  <a:solidFill>
                    <a:srgbClr val="000000"/>
                  </a:solidFill>
                </a:uFill>
                <a:latin typeface="Calibri"/>
                <a:cs typeface="Calibri"/>
              </a:rPr>
              <a:t>toán</a:t>
            </a:r>
            <a:r>
              <a:rPr sz="3200" u="sng" spc="-35" dirty="0">
                <a:uFill>
                  <a:solidFill>
                    <a:srgbClr val="000000"/>
                  </a:solidFill>
                </a:uFill>
                <a:latin typeface="Calibri"/>
                <a:cs typeface="Calibri"/>
              </a:rPr>
              <a:t> </a:t>
            </a:r>
            <a:r>
              <a:rPr sz="3200" u="sng" dirty="0">
                <a:uFill>
                  <a:solidFill>
                    <a:srgbClr val="000000"/>
                  </a:solidFill>
                </a:uFill>
                <a:latin typeface="Calibri"/>
                <a:cs typeface="Calibri"/>
              </a:rPr>
              <a:t>rời</a:t>
            </a:r>
            <a:r>
              <a:rPr sz="3200" u="sng" spc="-65" dirty="0">
                <a:uFill>
                  <a:solidFill>
                    <a:srgbClr val="000000"/>
                  </a:solidFill>
                </a:uFill>
                <a:latin typeface="Calibri"/>
                <a:cs typeface="Calibri"/>
              </a:rPr>
              <a:t> </a:t>
            </a:r>
            <a:r>
              <a:rPr sz="3200" u="sng" spc="-20" dirty="0">
                <a:uFill>
                  <a:solidFill>
                    <a:srgbClr val="000000"/>
                  </a:solidFill>
                </a:uFill>
                <a:latin typeface="Calibri"/>
                <a:cs typeface="Calibri"/>
              </a:rPr>
              <a:t>rạc</a:t>
            </a:r>
            <a:r>
              <a:rPr sz="3200" spc="-20" dirty="0">
                <a:latin typeface="Calibri"/>
                <a:cs typeface="Calibri"/>
              </a:rPr>
              <a:t>.</a:t>
            </a:r>
            <a:endParaRPr sz="3200">
              <a:latin typeface="Calibri"/>
              <a:cs typeface="Calibri"/>
            </a:endParaRPr>
          </a:p>
          <a:p>
            <a:pPr>
              <a:lnSpc>
                <a:spcPct val="100000"/>
              </a:lnSpc>
              <a:spcBef>
                <a:spcPts val="1470"/>
              </a:spcBef>
            </a:pPr>
            <a:endParaRPr sz="3200">
              <a:latin typeface="Calibri"/>
              <a:cs typeface="Calibri"/>
            </a:endParaRPr>
          </a:p>
          <a:p>
            <a:pPr marL="76200" marR="137795">
              <a:lnSpc>
                <a:spcPct val="100000"/>
              </a:lnSpc>
              <a:spcBef>
                <a:spcPts val="5"/>
              </a:spcBef>
            </a:pPr>
            <a:r>
              <a:rPr sz="3200" dirty="0">
                <a:latin typeface="Calibri"/>
                <a:cs typeface="Calibri"/>
              </a:rPr>
              <a:t>Muốn</a:t>
            </a:r>
            <a:r>
              <a:rPr sz="3200" spc="-75" dirty="0">
                <a:latin typeface="Calibri"/>
                <a:cs typeface="Calibri"/>
              </a:rPr>
              <a:t> </a:t>
            </a:r>
            <a:r>
              <a:rPr sz="3200" dirty="0">
                <a:latin typeface="Calibri"/>
                <a:cs typeface="Calibri"/>
              </a:rPr>
              <a:t>biết</a:t>
            </a:r>
            <a:r>
              <a:rPr sz="3200" spc="-65" dirty="0">
                <a:latin typeface="Calibri"/>
                <a:cs typeface="Calibri"/>
              </a:rPr>
              <a:t> </a:t>
            </a:r>
            <a:r>
              <a:rPr sz="3200" dirty="0">
                <a:latin typeface="Calibri"/>
                <a:cs typeface="Calibri"/>
              </a:rPr>
              <a:t>suy</a:t>
            </a:r>
            <a:r>
              <a:rPr sz="3200" spc="-65" dirty="0">
                <a:latin typeface="Calibri"/>
                <a:cs typeface="Calibri"/>
              </a:rPr>
              <a:t> </a:t>
            </a:r>
            <a:r>
              <a:rPr sz="3200" dirty="0">
                <a:latin typeface="Calibri"/>
                <a:cs typeface="Calibri"/>
              </a:rPr>
              <a:t>diễn</a:t>
            </a:r>
            <a:r>
              <a:rPr sz="3200" spc="-55" dirty="0">
                <a:latin typeface="Calibri"/>
                <a:cs typeface="Calibri"/>
              </a:rPr>
              <a:t> </a:t>
            </a:r>
            <a:r>
              <a:rPr sz="3200" dirty="0">
                <a:latin typeface="Calibri"/>
                <a:cs typeface="Calibri"/>
              </a:rPr>
              <a:t>trên</a:t>
            </a:r>
            <a:r>
              <a:rPr sz="3200" spc="-70" dirty="0">
                <a:latin typeface="Calibri"/>
                <a:cs typeface="Calibri"/>
              </a:rPr>
              <a:t> </a:t>
            </a:r>
            <a:r>
              <a:rPr sz="3200" dirty="0">
                <a:latin typeface="Calibri"/>
                <a:cs typeface="Calibri"/>
              </a:rPr>
              <a:t>đúng</a:t>
            </a:r>
            <a:r>
              <a:rPr sz="3200" spc="-50" dirty="0">
                <a:latin typeface="Calibri"/>
                <a:cs typeface="Calibri"/>
              </a:rPr>
              <a:t> </a:t>
            </a:r>
            <a:r>
              <a:rPr sz="3200" dirty="0">
                <a:latin typeface="Calibri"/>
                <a:cs typeface="Calibri"/>
              </a:rPr>
              <a:t>hay</a:t>
            </a:r>
            <a:r>
              <a:rPr sz="3200" spc="-70" dirty="0">
                <a:latin typeface="Calibri"/>
                <a:cs typeface="Calibri"/>
              </a:rPr>
              <a:t> </a:t>
            </a:r>
            <a:r>
              <a:rPr sz="3200" dirty="0">
                <a:latin typeface="Calibri"/>
                <a:cs typeface="Calibri"/>
              </a:rPr>
              <a:t>không</a:t>
            </a:r>
            <a:r>
              <a:rPr sz="3200" spc="-55" dirty="0">
                <a:latin typeface="Calibri"/>
                <a:cs typeface="Calibri"/>
              </a:rPr>
              <a:t> </a:t>
            </a:r>
            <a:r>
              <a:rPr sz="3200" dirty="0">
                <a:latin typeface="Calibri"/>
                <a:cs typeface="Calibri"/>
              </a:rPr>
              <a:t>ta</a:t>
            </a:r>
            <a:r>
              <a:rPr sz="3200" spc="-65" dirty="0">
                <a:latin typeface="Calibri"/>
                <a:cs typeface="Calibri"/>
              </a:rPr>
              <a:t> </a:t>
            </a:r>
            <a:r>
              <a:rPr sz="3200" spc="-20" dirty="0">
                <a:latin typeface="Calibri"/>
                <a:cs typeface="Calibri"/>
              </a:rPr>
              <a:t>thực </a:t>
            </a:r>
            <a:r>
              <a:rPr sz="3200" dirty="0">
                <a:latin typeface="Calibri"/>
                <a:cs typeface="Calibri"/>
              </a:rPr>
              <a:t>hiện</a:t>
            </a:r>
            <a:r>
              <a:rPr sz="3200" spc="-40" dirty="0">
                <a:latin typeface="Calibri"/>
                <a:cs typeface="Calibri"/>
              </a:rPr>
              <a:t> </a:t>
            </a:r>
            <a:r>
              <a:rPr sz="3200" dirty="0">
                <a:latin typeface="Calibri"/>
                <a:cs typeface="Calibri"/>
              </a:rPr>
              <a:t>các</a:t>
            </a:r>
            <a:r>
              <a:rPr sz="3200" spc="-35" dirty="0">
                <a:latin typeface="Calibri"/>
                <a:cs typeface="Calibri"/>
              </a:rPr>
              <a:t> </a:t>
            </a:r>
            <a:r>
              <a:rPr sz="3200" dirty="0">
                <a:latin typeface="Calibri"/>
                <a:cs typeface="Calibri"/>
              </a:rPr>
              <a:t>bước</a:t>
            </a:r>
            <a:r>
              <a:rPr sz="3200" spc="-50" dirty="0">
                <a:latin typeface="Calibri"/>
                <a:cs typeface="Calibri"/>
              </a:rPr>
              <a:t> :</a:t>
            </a:r>
            <a:endParaRPr sz="3200">
              <a:latin typeface="Calibri"/>
              <a:cs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154635"/>
            <a:ext cx="8256270" cy="6336665"/>
          </a:xfrm>
          <a:prstGeom prst="rect">
            <a:avLst/>
          </a:prstGeom>
        </p:spPr>
        <p:txBody>
          <a:bodyPr vert="horz" wrap="square" lIns="0" tIns="12700" rIns="0" bIns="0" rtlCol="0">
            <a:spAutoFit/>
          </a:bodyPr>
          <a:lstStyle/>
          <a:p>
            <a:pPr marL="12700">
              <a:lnSpc>
                <a:spcPct val="100000"/>
              </a:lnSpc>
              <a:spcBef>
                <a:spcPts val="100"/>
              </a:spcBef>
            </a:pPr>
            <a:r>
              <a:rPr sz="3000" b="1" dirty="0">
                <a:latin typeface="Calibri"/>
                <a:cs typeface="Calibri"/>
              </a:rPr>
              <a:t>Bước</a:t>
            </a:r>
            <a:r>
              <a:rPr sz="3000" b="1" spc="-30" dirty="0">
                <a:latin typeface="Calibri"/>
                <a:cs typeface="Calibri"/>
              </a:rPr>
              <a:t> </a:t>
            </a:r>
            <a:r>
              <a:rPr sz="3000" b="1" dirty="0">
                <a:latin typeface="Calibri"/>
                <a:cs typeface="Calibri"/>
              </a:rPr>
              <a:t>1:</a:t>
            </a:r>
            <a:r>
              <a:rPr sz="3000" b="1" spc="-35" dirty="0">
                <a:latin typeface="Calibri"/>
                <a:cs typeface="Calibri"/>
              </a:rPr>
              <a:t> </a:t>
            </a:r>
            <a:r>
              <a:rPr sz="3000" dirty="0">
                <a:latin typeface="Calibri"/>
                <a:cs typeface="Calibri"/>
              </a:rPr>
              <a:t>trừu</a:t>
            </a:r>
            <a:r>
              <a:rPr sz="3000" spc="-40" dirty="0">
                <a:latin typeface="Calibri"/>
                <a:cs typeface="Calibri"/>
              </a:rPr>
              <a:t> </a:t>
            </a:r>
            <a:r>
              <a:rPr sz="3000" dirty="0">
                <a:latin typeface="Calibri"/>
                <a:cs typeface="Calibri"/>
              </a:rPr>
              <a:t>tượng</a:t>
            </a:r>
            <a:r>
              <a:rPr sz="3000" spc="-25" dirty="0">
                <a:latin typeface="Calibri"/>
                <a:cs typeface="Calibri"/>
              </a:rPr>
              <a:t> </a:t>
            </a:r>
            <a:r>
              <a:rPr sz="3000" dirty="0">
                <a:latin typeface="Calibri"/>
                <a:cs typeface="Calibri"/>
              </a:rPr>
              <a:t>hóa</a:t>
            </a:r>
            <a:r>
              <a:rPr sz="3000" spc="-25" dirty="0">
                <a:latin typeface="Calibri"/>
                <a:cs typeface="Calibri"/>
              </a:rPr>
              <a:t> </a:t>
            </a:r>
            <a:r>
              <a:rPr sz="3000" dirty="0">
                <a:latin typeface="Calibri"/>
                <a:cs typeface="Calibri"/>
              </a:rPr>
              <a:t>các</a:t>
            </a:r>
            <a:r>
              <a:rPr sz="3000" spc="-40" dirty="0">
                <a:latin typeface="Calibri"/>
                <a:cs typeface="Calibri"/>
              </a:rPr>
              <a:t> </a:t>
            </a:r>
            <a:r>
              <a:rPr sz="3000" dirty="0">
                <a:latin typeface="Calibri"/>
                <a:cs typeface="Calibri"/>
              </a:rPr>
              <a:t>mệnh</a:t>
            </a:r>
            <a:r>
              <a:rPr sz="3000" spc="-40" dirty="0">
                <a:latin typeface="Calibri"/>
                <a:cs typeface="Calibri"/>
              </a:rPr>
              <a:t> </a:t>
            </a:r>
            <a:r>
              <a:rPr sz="3000" dirty="0">
                <a:latin typeface="Calibri"/>
                <a:cs typeface="Calibri"/>
              </a:rPr>
              <a:t>đề</a:t>
            </a:r>
            <a:r>
              <a:rPr sz="3000" spc="-40" dirty="0">
                <a:latin typeface="Calibri"/>
                <a:cs typeface="Calibri"/>
              </a:rPr>
              <a:t> </a:t>
            </a:r>
            <a:r>
              <a:rPr sz="3000" dirty="0">
                <a:latin typeface="Calibri"/>
                <a:cs typeface="Calibri"/>
              </a:rPr>
              <a:t>trong</a:t>
            </a:r>
            <a:r>
              <a:rPr sz="3000" spc="-25" dirty="0">
                <a:latin typeface="Calibri"/>
                <a:cs typeface="Calibri"/>
              </a:rPr>
              <a:t> </a:t>
            </a:r>
            <a:r>
              <a:rPr sz="3000" dirty="0">
                <a:latin typeface="Calibri"/>
                <a:cs typeface="Calibri"/>
              </a:rPr>
              <a:t>tiền</a:t>
            </a:r>
            <a:r>
              <a:rPr sz="3000" spc="-40" dirty="0">
                <a:latin typeface="Calibri"/>
                <a:cs typeface="Calibri"/>
              </a:rPr>
              <a:t> </a:t>
            </a:r>
            <a:r>
              <a:rPr sz="3000" spc="-25" dirty="0">
                <a:latin typeface="Calibri"/>
                <a:cs typeface="Calibri"/>
              </a:rPr>
              <a:t>đề.</a:t>
            </a:r>
            <a:endParaRPr sz="3000">
              <a:latin typeface="Calibri"/>
              <a:cs typeface="Calibri"/>
            </a:endParaRPr>
          </a:p>
          <a:p>
            <a:pPr marL="212725" indent="-200025">
              <a:lnSpc>
                <a:spcPct val="100000"/>
              </a:lnSpc>
              <a:spcBef>
                <a:spcPts val="5"/>
              </a:spcBef>
              <a:buChar char="-"/>
              <a:tabLst>
                <a:tab pos="212725" algn="l"/>
              </a:tabLst>
            </a:pPr>
            <a:r>
              <a:rPr sz="3000" dirty="0">
                <a:latin typeface="Calibri"/>
                <a:cs typeface="Calibri"/>
              </a:rPr>
              <a:t>p</a:t>
            </a:r>
            <a:r>
              <a:rPr sz="3000" spc="-20" dirty="0">
                <a:latin typeface="Calibri"/>
                <a:cs typeface="Calibri"/>
              </a:rPr>
              <a:t> </a:t>
            </a:r>
            <a:r>
              <a:rPr sz="3000" dirty="0">
                <a:latin typeface="Calibri"/>
                <a:cs typeface="Calibri"/>
              </a:rPr>
              <a:t>:</a:t>
            </a:r>
            <a:r>
              <a:rPr sz="3000" spc="-15" dirty="0">
                <a:latin typeface="Calibri"/>
                <a:cs typeface="Calibri"/>
              </a:rPr>
              <a:t> </a:t>
            </a:r>
            <a:r>
              <a:rPr sz="3000" dirty="0">
                <a:latin typeface="Calibri"/>
                <a:cs typeface="Calibri"/>
              </a:rPr>
              <a:t>Dũng</a:t>
            </a:r>
            <a:r>
              <a:rPr sz="3000" spc="-10" dirty="0">
                <a:latin typeface="Calibri"/>
                <a:cs typeface="Calibri"/>
              </a:rPr>
              <a:t> </a:t>
            </a:r>
            <a:r>
              <a:rPr sz="3000" dirty="0">
                <a:latin typeface="Calibri"/>
                <a:cs typeface="Calibri"/>
              </a:rPr>
              <a:t>đi</a:t>
            </a:r>
            <a:r>
              <a:rPr sz="3000" spc="-30" dirty="0">
                <a:latin typeface="Calibri"/>
                <a:cs typeface="Calibri"/>
              </a:rPr>
              <a:t> </a:t>
            </a:r>
            <a:r>
              <a:rPr sz="3000" dirty="0">
                <a:latin typeface="Calibri"/>
                <a:cs typeface="Calibri"/>
              </a:rPr>
              <a:t>học</a:t>
            </a:r>
            <a:r>
              <a:rPr sz="3000" spc="-10" dirty="0">
                <a:latin typeface="Calibri"/>
                <a:cs typeface="Calibri"/>
              </a:rPr>
              <a:t> </a:t>
            </a:r>
            <a:r>
              <a:rPr sz="3000" spc="-20" dirty="0">
                <a:latin typeface="Calibri"/>
                <a:cs typeface="Calibri"/>
              </a:rPr>
              <a:t>đều,</a:t>
            </a:r>
            <a:endParaRPr sz="3000">
              <a:latin typeface="Calibri"/>
              <a:cs typeface="Calibri"/>
            </a:endParaRPr>
          </a:p>
          <a:p>
            <a:pPr marL="212725" indent="-200025">
              <a:lnSpc>
                <a:spcPct val="100000"/>
              </a:lnSpc>
              <a:buChar char="-"/>
              <a:tabLst>
                <a:tab pos="212725" algn="l"/>
                <a:tab pos="1674495" algn="l"/>
              </a:tabLst>
            </a:pPr>
            <a:r>
              <a:rPr sz="3000" dirty="0">
                <a:latin typeface="Calibri"/>
                <a:cs typeface="Calibri"/>
              </a:rPr>
              <a:t>q</a:t>
            </a:r>
            <a:r>
              <a:rPr sz="3000" spc="-5" dirty="0">
                <a:latin typeface="Calibri"/>
                <a:cs typeface="Calibri"/>
              </a:rPr>
              <a:t> </a:t>
            </a:r>
            <a:r>
              <a:rPr sz="3000" dirty="0">
                <a:latin typeface="Calibri"/>
                <a:cs typeface="Calibri"/>
              </a:rPr>
              <a:t>: </a:t>
            </a:r>
            <a:r>
              <a:rPr sz="3000" spc="-20" dirty="0">
                <a:latin typeface="Calibri"/>
                <a:cs typeface="Calibri"/>
              </a:rPr>
              <a:t>Dũng</a:t>
            </a:r>
            <a:r>
              <a:rPr sz="3000" dirty="0">
                <a:latin typeface="Calibri"/>
                <a:cs typeface="Calibri"/>
              </a:rPr>
              <a:t>	đạt</a:t>
            </a:r>
            <a:r>
              <a:rPr sz="3000" spc="-95" dirty="0">
                <a:latin typeface="Calibri"/>
                <a:cs typeface="Calibri"/>
              </a:rPr>
              <a:t> </a:t>
            </a:r>
            <a:r>
              <a:rPr sz="3000" dirty="0">
                <a:latin typeface="Calibri"/>
                <a:cs typeface="Calibri"/>
              </a:rPr>
              <a:t>môn</a:t>
            </a:r>
            <a:r>
              <a:rPr sz="3000" spc="-60" dirty="0">
                <a:latin typeface="Calibri"/>
                <a:cs typeface="Calibri"/>
              </a:rPr>
              <a:t> </a:t>
            </a:r>
            <a:r>
              <a:rPr sz="3000" dirty="0">
                <a:latin typeface="Calibri"/>
                <a:cs typeface="Calibri"/>
              </a:rPr>
              <a:t>toán</a:t>
            </a:r>
            <a:r>
              <a:rPr sz="3000" spc="-85" dirty="0">
                <a:latin typeface="Calibri"/>
                <a:cs typeface="Calibri"/>
              </a:rPr>
              <a:t> </a:t>
            </a:r>
            <a:r>
              <a:rPr sz="3000" dirty="0">
                <a:latin typeface="Calibri"/>
                <a:cs typeface="Calibri"/>
              </a:rPr>
              <a:t>rời</a:t>
            </a:r>
            <a:r>
              <a:rPr sz="3000" spc="-65" dirty="0">
                <a:latin typeface="Calibri"/>
                <a:cs typeface="Calibri"/>
              </a:rPr>
              <a:t> </a:t>
            </a:r>
            <a:r>
              <a:rPr sz="3000" spc="-20" dirty="0">
                <a:latin typeface="Calibri"/>
                <a:cs typeface="Calibri"/>
              </a:rPr>
              <a:t>rạc,</a:t>
            </a:r>
            <a:endParaRPr sz="3000">
              <a:latin typeface="Calibri"/>
              <a:cs typeface="Calibri"/>
            </a:endParaRPr>
          </a:p>
          <a:p>
            <a:pPr marL="469900" indent="-457200">
              <a:lnSpc>
                <a:spcPct val="100000"/>
              </a:lnSpc>
              <a:buFont typeface="Wingdings"/>
              <a:buChar char=""/>
              <a:tabLst>
                <a:tab pos="469900" algn="l"/>
              </a:tabLst>
            </a:pPr>
            <a:r>
              <a:rPr sz="3000" dirty="0">
                <a:latin typeface="Calibri"/>
                <a:cs typeface="Calibri"/>
              </a:rPr>
              <a:t>P1</a:t>
            </a:r>
            <a:r>
              <a:rPr sz="3000" spc="-20" dirty="0">
                <a:latin typeface="Calibri"/>
                <a:cs typeface="Calibri"/>
              </a:rPr>
              <a:t> </a:t>
            </a:r>
            <a:r>
              <a:rPr sz="3000" dirty="0">
                <a:latin typeface="Calibri"/>
                <a:cs typeface="Calibri"/>
              </a:rPr>
              <a:t>:</a:t>
            </a:r>
            <a:r>
              <a:rPr sz="3000" spc="-10" dirty="0">
                <a:latin typeface="Calibri"/>
                <a:cs typeface="Calibri"/>
              </a:rPr>
              <a:t> </a:t>
            </a:r>
            <a:r>
              <a:rPr sz="3000" dirty="0">
                <a:latin typeface="Calibri"/>
                <a:cs typeface="Calibri"/>
              </a:rPr>
              <a:t>p</a:t>
            </a:r>
            <a:r>
              <a:rPr sz="3000" spc="-15" dirty="0">
                <a:latin typeface="Calibri"/>
                <a:cs typeface="Calibri"/>
              </a:rPr>
              <a:t> </a:t>
            </a:r>
            <a:r>
              <a:rPr sz="3000" dirty="0">
                <a:latin typeface="Symbol"/>
                <a:cs typeface="Symbol"/>
              </a:rPr>
              <a:t></a:t>
            </a:r>
            <a:r>
              <a:rPr sz="3000" spc="-90" dirty="0">
                <a:latin typeface="Times New Roman"/>
                <a:cs typeface="Times New Roman"/>
              </a:rPr>
              <a:t> </a:t>
            </a:r>
            <a:r>
              <a:rPr sz="3000" spc="-25" dirty="0">
                <a:latin typeface="Calibri"/>
                <a:cs typeface="Calibri"/>
              </a:rPr>
              <a:t>q,</a:t>
            </a:r>
            <a:endParaRPr sz="3000">
              <a:latin typeface="Calibri"/>
              <a:cs typeface="Calibri"/>
            </a:endParaRPr>
          </a:p>
          <a:p>
            <a:pPr marL="469900" indent="-457200">
              <a:lnSpc>
                <a:spcPct val="100000"/>
              </a:lnSpc>
              <a:buFont typeface="Wingdings"/>
              <a:buChar char=""/>
              <a:tabLst>
                <a:tab pos="469900" algn="l"/>
              </a:tabLst>
            </a:pPr>
            <a:r>
              <a:rPr sz="3000" dirty="0">
                <a:latin typeface="Calibri"/>
                <a:cs typeface="Calibri"/>
              </a:rPr>
              <a:t>P2</a:t>
            </a:r>
            <a:r>
              <a:rPr sz="3000" spc="-30" dirty="0">
                <a:latin typeface="Calibri"/>
                <a:cs typeface="Calibri"/>
              </a:rPr>
              <a:t> </a:t>
            </a:r>
            <a:r>
              <a:rPr sz="3000" dirty="0">
                <a:latin typeface="Calibri"/>
                <a:cs typeface="Calibri"/>
              </a:rPr>
              <a:t>:</a:t>
            </a:r>
            <a:r>
              <a:rPr sz="3000" spc="-15" dirty="0">
                <a:latin typeface="Calibri"/>
                <a:cs typeface="Calibri"/>
              </a:rPr>
              <a:t> </a:t>
            </a:r>
            <a:r>
              <a:rPr sz="3000" spc="-25" dirty="0">
                <a:latin typeface="Calibri"/>
                <a:cs typeface="Calibri"/>
              </a:rPr>
              <a:t>p,</a:t>
            </a:r>
            <a:endParaRPr sz="3000">
              <a:latin typeface="Calibri"/>
              <a:cs typeface="Calibri"/>
            </a:endParaRPr>
          </a:p>
          <a:p>
            <a:pPr marL="469900" indent="-457200">
              <a:lnSpc>
                <a:spcPct val="100000"/>
              </a:lnSpc>
              <a:buFont typeface="Wingdings"/>
              <a:buChar char=""/>
              <a:tabLst>
                <a:tab pos="469900" algn="l"/>
                <a:tab pos="897890" algn="l"/>
              </a:tabLst>
            </a:pPr>
            <a:r>
              <a:rPr sz="3000" spc="-50" dirty="0">
                <a:latin typeface="Calibri"/>
                <a:cs typeface="Calibri"/>
              </a:rPr>
              <a:t>Q</a:t>
            </a:r>
            <a:r>
              <a:rPr sz="3000" dirty="0">
                <a:latin typeface="Calibri"/>
                <a:cs typeface="Calibri"/>
              </a:rPr>
              <a:t>	:</a:t>
            </a:r>
            <a:r>
              <a:rPr sz="3000" spc="-20" dirty="0">
                <a:latin typeface="Calibri"/>
                <a:cs typeface="Calibri"/>
              </a:rPr>
              <a:t> </a:t>
            </a:r>
            <a:r>
              <a:rPr sz="3000" spc="-25" dirty="0">
                <a:latin typeface="Calibri"/>
                <a:cs typeface="Calibri"/>
              </a:rPr>
              <a:t>q.</a:t>
            </a:r>
            <a:endParaRPr sz="3000">
              <a:latin typeface="Calibri"/>
              <a:cs typeface="Calibri"/>
            </a:endParaRPr>
          </a:p>
          <a:p>
            <a:pPr marL="469900" marR="25400" indent="-457834" algn="just">
              <a:lnSpc>
                <a:spcPct val="80000"/>
              </a:lnSpc>
              <a:spcBef>
                <a:spcPts val="720"/>
              </a:spcBef>
              <a:buFont typeface="Wingdings"/>
              <a:buChar char=""/>
              <a:tabLst>
                <a:tab pos="469900" algn="l"/>
              </a:tabLst>
            </a:pPr>
            <a:r>
              <a:rPr sz="3000" dirty="0">
                <a:latin typeface="Calibri"/>
                <a:cs typeface="Calibri"/>
              </a:rPr>
              <a:t>Mệnh</a:t>
            </a:r>
            <a:r>
              <a:rPr sz="3000" spc="-35" dirty="0">
                <a:latin typeface="Calibri"/>
                <a:cs typeface="Calibri"/>
              </a:rPr>
              <a:t> </a:t>
            </a:r>
            <a:r>
              <a:rPr sz="3000" dirty="0">
                <a:latin typeface="Calibri"/>
                <a:cs typeface="Calibri"/>
              </a:rPr>
              <a:t>đề</a:t>
            </a:r>
            <a:r>
              <a:rPr sz="3000" spc="-35" dirty="0">
                <a:latin typeface="Calibri"/>
                <a:cs typeface="Calibri"/>
              </a:rPr>
              <a:t> </a:t>
            </a:r>
            <a:r>
              <a:rPr sz="3000" dirty="0">
                <a:latin typeface="Calibri"/>
                <a:cs typeface="Calibri"/>
              </a:rPr>
              <a:t>được</a:t>
            </a:r>
            <a:r>
              <a:rPr sz="3000" spc="-35" dirty="0">
                <a:latin typeface="Calibri"/>
                <a:cs typeface="Calibri"/>
              </a:rPr>
              <a:t> </a:t>
            </a:r>
            <a:r>
              <a:rPr sz="3000" dirty="0">
                <a:latin typeface="Calibri"/>
                <a:cs typeface="Calibri"/>
              </a:rPr>
              <a:t>trừu</a:t>
            </a:r>
            <a:r>
              <a:rPr sz="3000" spc="-35" dirty="0">
                <a:latin typeface="Calibri"/>
                <a:cs typeface="Calibri"/>
              </a:rPr>
              <a:t> </a:t>
            </a:r>
            <a:r>
              <a:rPr sz="3000" dirty="0">
                <a:latin typeface="Calibri"/>
                <a:cs typeface="Calibri"/>
              </a:rPr>
              <a:t>tượng</a:t>
            </a:r>
            <a:r>
              <a:rPr sz="3000" spc="-25" dirty="0">
                <a:latin typeface="Calibri"/>
                <a:cs typeface="Calibri"/>
              </a:rPr>
              <a:t> </a:t>
            </a:r>
            <a:r>
              <a:rPr sz="3000" dirty="0">
                <a:latin typeface="Calibri"/>
                <a:cs typeface="Calibri"/>
              </a:rPr>
              <a:t>hóa</a:t>
            </a:r>
            <a:r>
              <a:rPr sz="3000" spc="-20" dirty="0">
                <a:latin typeface="Calibri"/>
                <a:cs typeface="Calibri"/>
              </a:rPr>
              <a:t> </a:t>
            </a:r>
            <a:r>
              <a:rPr sz="3000" dirty="0">
                <a:latin typeface="Calibri"/>
                <a:cs typeface="Calibri"/>
              </a:rPr>
              <a:t>không</a:t>
            </a:r>
            <a:r>
              <a:rPr sz="3000" spc="-20" dirty="0">
                <a:latin typeface="Calibri"/>
                <a:cs typeface="Calibri"/>
              </a:rPr>
              <a:t> </a:t>
            </a:r>
            <a:r>
              <a:rPr sz="3000" dirty="0">
                <a:latin typeface="Calibri"/>
                <a:cs typeface="Calibri"/>
              </a:rPr>
              <a:t>là</a:t>
            </a:r>
            <a:r>
              <a:rPr sz="3000" spc="-20" dirty="0">
                <a:latin typeface="Calibri"/>
                <a:cs typeface="Calibri"/>
              </a:rPr>
              <a:t> </a:t>
            </a:r>
            <a:r>
              <a:rPr sz="3000" dirty="0">
                <a:latin typeface="Calibri"/>
                <a:cs typeface="Calibri"/>
              </a:rPr>
              <a:t>mệnh</a:t>
            </a:r>
            <a:r>
              <a:rPr sz="3000" spc="-40" dirty="0">
                <a:latin typeface="Calibri"/>
                <a:cs typeface="Calibri"/>
              </a:rPr>
              <a:t> </a:t>
            </a:r>
            <a:r>
              <a:rPr sz="3000" spc="-25" dirty="0">
                <a:latin typeface="Calibri"/>
                <a:cs typeface="Calibri"/>
              </a:rPr>
              <a:t>đề </a:t>
            </a:r>
            <a:r>
              <a:rPr sz="3000" dirty="0">
                <a:latin typeface="Calibri"/>
                <a:cs typeface="Calibri"/>
              </a:rPr>
              <a:t>phức</a:t>
            </a:r>
            <a:r>
              <a:rPr sz="3000" spc="-25" dirty="0">
                <a:latin typeface="Calibri"/>
                <a:cs typeface="Calibri"/>
              </a:rPr>
              <a:t> </a:t>
            </a:r>
            <a:r>
              <a:rPr sz="3000" dirty="0">
                <a:latin typeface="Calibri"/>
                <a:cs typeface="Calibri"/>
              </a:rPr>
              <a:t>hợp.</a:t>
            </a:r>
            <a:r>
              <a:rPr sz="3000" spc="-20" dirty="0">
                <a:latin typeface="Calibri"/>
                <a:cs typeface="Calibri"/>
              </a:rPr>
              <a:t> </a:t>
            </a:r>
            <a:r>
              <a:rPr sz="3000" dirty="0">
                <a:latin typeface="Calibri"/>
                <a:cs typeface="Calibri"/>
              </a:rPr>
              <a:t>Mệnh</a:t>
            </a:r>
            <a:r>
              <a:rPr sz="3000" spc="-25" dirty="0">
                <a:latin typeface="Calibri"/>
                <a:cs typeface="Calibri"/>
              </a:rPr>
              <a:t> </a:t>
            </a:r>
            <a:r>
              <a:rPr sz="3000" dirty="0">
                <a:latin typeface="Calibri"/>
                <a:cs typeface="Calibri"/>
              </a:rPr>
              <a:t>phức</a:t>
            </a:r>
            <a:r>
              <a:rPr sz="3000" spc="-20" dirty="0">
                <a:latin typeface="Calibri"/>
                <a:cs typeface="Calibri"/>
              </a:rPr>
              <a:t> </a:t>
            </a:r>
            <a:r>
              <a:rPr sz="3000" dirty="0">
                <a:latin typeface="Calibri"/>
                <a:cs typeface="Calibri"/>
              </a:rPr>
              <a:t>hợp</a:t>
            </a:r>
            <a:r>
              <a:rPr sz="3000" spc="-25" dirty="0">
                <a:latin typeface="Calibri"/>
                <a:cs typeface="Calibri"/>
              </a:rPr>
              <a:t> </a:t>
            </a:r>
            <a:r>
              <a:rPr sz="3000" dirty="0">
                <a:latin typeface="Calibri"/>
                <a:cs typeface="Calibri"/>
              </a:rPr>
              <a:t>là</a:t>
            </a:r>
            <a:r>
              <a:rPr sz="3000" spc="-25" dirty="0">
                <a:latin typeface="Calibri"/>
                <a:cs typeface="Calibri"/>
              </a:rPr>
              <a:t> </a:t>
            </a:r>
            <a:r>
              <a:rPr sz="3000" dirty="0">
                <a:latin typeface="Calibri"/>
                <a:cs typeface="Calibri"/>
              </a:rPr>
              <a:t>dạng</a:t>
            </a:r>
            <a:r>
              <a:rPr sz="3000" spc="-20" dirty="0">
                <a:latin typeface="Calibri"/>
                <a:cs typeface="Calibri"/>
              </a:rPr>
              <a:t> </a:t>
            </a:r>
            <a:r>
              <a:rPr sz="3000" dirty="0">
                <a:latin typeface="Calibri"/>
                <a:cs typeface="Calibri"/>
              </a:rPr>
              <a:t>mệnh</a:t>
            </a:r>
            <a:r>
              <a:rPr sz="3000" spc="-25" dirty="0">
                <a:latin typeface="Calibri"/>
                <a:cs typeface="Calibri"/>
              </a:rPr>
              <a:t> </a:t>
            </a:r>
            <a:r>
              <a:rPr sz="3000" dirty="0">
                <a:latin typeface="Calibri"/>
                <a:cs typeface="Calibri"/>
              </a:rPr>
              <a:t>đề</a:t>
            </a:r>
            <a:r>
              <a:rPr sz="3000" spc="-30" dirty="0">
                <a:latin typeface="Calibri"/>
                <a:cs typeface="Calibri"/>
              </a:rPr>
              <a:t> </a:t>
            </a:r>
            <a:r>
              <a:rPr sz="3000" spc="-20" dirty="0">
                <a:latin typeface="Calibri"/>
                <a:cs typeface="Calibri"/>
              </a:rPr>
              <a:t>được </a:t>
            </a:r>
            <a:r>
              <a:rPr sz="3000" dirty="0">
                <a:latin typeface="Calibri"/>
                <a:cs typeface="Calibri"/>
              </a:rPr>
              <a:t>cấu</a:t>
            </a:r>
            <a:r>
              <a:rPr sz="3000" spc="-45" dirty="0">
                <a:latin typeface="Calibri"/>
                <a:cs typeface="Calibri"/>
              </a:rPr>
              <a:t> </a:t>
            </a:r>
            <a:r>
              <a:rPr sz="3000" dirty="0">
                <a:latin typeface="Calibri"/>
                <a:cs typeface="Calibri"/>
              </a:rPr>
              <a:t>tạo</a:t>
            </a:r>
            <a:r>
              <a:rPr sz="3000" spc="-25" dirty="0">
                <a:latin typeface="Calibri"/>
                <a:cs typeface="Calibri"/>
              </a:rPr>
              <a:t> </a:t>
            </a:r>
            <a:r>
              <a:rPr sz="3000" dirty="0">
                <a:latin typeface="Calibri"/>
                <a:cs typeface="Calibri"/>
              </a:rPr>
              <a:t>từ</a:t>
            </a:r>
            <a:r>
              <a:rPr sz="3000" spc="-25" dirty="0">
                <a:latin typeface="Calibri"/>
                <a:cs typeface="Calibri"/>
              </a:rPr>
              <a:t> </a:t>
            </a:r>
            <a:r>
              <a:rPr sz="3000" dirty="0">
                <a:latin typeface="Calibri"/>
                <a:cs typeface="Calibri"/>
              </a:rPr>
              <a:t>ít</a:t>
            </a:r>
            <a:r>
              <a:rPr sz="3000" spc="-30" dirty="0">
                <a:latin typeface="Calibri"/>
                <a:cs typeface="Calibri"/>
              </a:rPr>
              <a:t> </a:t>
            </a:r>
            <a:r>
              <a:rPr sz="3000" dirty="0">
                <a:latin typeface="Calibri"/>
                <a:cs typeface="Calibri"/>
              </a:rPr>
              <a:t>nhất</a:t>
            </a:r>
            <a:r>
              <a:rPr sz="3000" spc="-40" dirty="0">
                <a:latin typeface="Calibri"/>
                <a:cs typeface="Calibri"/>
              </a:rPr>
              <a:t> </a:t>
            </a:r>
            <a:r>
              <a:rPr sz="3000" dirty="0">
                <a:latin typeface="Calibri"/>
                <a:cs typeface="Calibri"/>
              </a:rPr>
              <a:t>2</a:t>
            </a:r>
            <a:r>
              <a:rPr sz="3000" spc="-25" dirty="0">
                <a:latin typeface="Calibri"/>
                <a:cs typeface="Calibri"/>
              </a:rPr>
              <a:t> </a:t>
            </a:r>
            <a:r>
              <a:rPr sz="3000" dirty="0">
                <a:latin typeface="Calibri"/>
                <a:cs typeface="Calibri"/>
              </a:rPr>
              <a:t>mệnh</a:t>
            </a:r>
            <a:r>
              <a:rPr sz="3000" spc="-35" dirty="0">
                <a:latin typeface="Calibri"/>
                <a:cs typeface="Calibri"/>
              </a:rPr>
              <a:t> </a:t>
            </a:r>
            <a:r>
              <a:rPr sz="3000" dirty="0">
                <a:latin typeface="Calibri"/>
                <a:cs typeface="Calibri"/>
              </a:rPr>
              <a:t>đề</a:t>
            </a:r>
            <a:r>
              <a:rPr sz="3000" spc="-20" dirty="0">
                <a:latin typeface="Calibri"/>
                <a:cs typeface="Calibri"/>
              </a:rPr>
              <a:t> </a:t>
            </a:r>
            <a:r>
              <a:rPr sz="3000" dirty="0">
                <a:latin typeface="Calibri"/>
                <a:cs typeface="Calibri"/>
              </a:rPr>
              <a:t>được</a:t>
            </a:r>
            <a:r>
              <a:rPr sz="3000" spc="-40" dirty="0">
                <a:latin typeface="Calibri"/>
                <a:cs typeface="Calibri"/>
              </a:rPr>
              <a:t> </a:t>
            </a:r>
            <a:r>
              <a:rPr sz="3000" dirty="0">
                <a:latin typeface="Calibri"/>
                <a:cs typeface="Calibri"/>
              </a:rPr>
              <a:t>nối</a:t>
            </a:r>
            <a:r>
              <a:rPr sz="3000" spc="-20" dirty="0">
                <a:latin typeface="Calibri"/>
                <a:cs typeface="Calibri"/>
              </a:rPr>
              <a:t> </a:t>
            </a:r>
            <a:r>
              <a:rPr sz="3000" dirty="0">
                <a:latin typeface="Calibri"/>
                <a:cs typeface="Calibri"/>
              </a:rPr>
              <a:t>bởi</a:t>
            </a:r>
            <a:r>
              <a:rPr sz="3000" spc="-30" dirty="0">
                <a:latin typeface="Calibri"/>
                <a:cs typeface="Calibri"/>
              </a:rPr>
              <a:t> </a:t>
            </a:r>
            <a:r>
              <a:rPr sz="3000" spc="-25" dirty="0">
                <a:latin typeface="Calibri"/>
                <a:cs typeface="Calibri"/>
              </a:rPr>
              <a:t>các</a:t>
            </a:r>
            <a:endParaRPr sz="3000">
              <a:latin typeface="Calibri"/>
              <a:cs typeface="Calibri"/>
            </a:endParaRPr>
          </a:p>
          <a:p>
            <a:pPr marL="469900" algn="just">
              <a:lnSpc>
                <a:spcPts val="2880"/>
              </a:lnSpc>
            </a:pPr>
            <a:r>
              <a:rPr sz="3000" dirty="0">
                <a:latin typeface="Calibri"/>
                <a:cs typeface="Calibri"/>
              </a:rPr>
              <a:t>phép</a:t>
            </a:r>
            <a:r>
              <a:rPr sz="3000" spc="-30" dirty="0">
                <a:latin typeface="Calibri"/>
                <a:cs typeface="Calibri"/>
              </a:rPr>
              <a:t> </a:t>
            </a:r>
            <a:r>
              <a:rPr sz="3000" spc="-20" dirty="0">
                <a:latin typeface="Calibri"/>
                <a:cs typeface="Calibri"/>
              </a:rPr>
              <a:t>nối.</a:t>
            </a:r>
            <a:endParaRPr sz="3000">
              <a:latin typeface="Calibri"/>
              <a:cs typeface="Calibri"/>
            </a:endParaRPr>
          </a:p>
          <a:p>
            <a:pPr>
              <a:lnSpc>
                <a:spcPct val="100000"/>
              </a:lnSpc>
              <a:spcBef>
                <a:spcPts val="660"/>
              </a:spcBef>
            </a:pPr>
            <a:endParaRPr sz="3000">
              <a:latin typeface="Calibri"/>
              <a:cs typeface="Calibri"/>
            </a:endParaRPr>
          </a:p>
          <a:p>
            <a:pPr marL="12700" marR="5080">
              <a:lnSpc>
                <a:spcPct val="80000"/>
              </a:lnSpc>
              <a:tabLst>
                <a:tab pos="841375" algn="l"/>
                <a:tab pos="5913120" algn="l"/>
                <a:tab pos="6141720" algn="l"/>
              </a:tabLst>
            </a:pPr>
            <a:r>
              <a:rPr sz="3000" dirty="0">
                <a:latin typeface="Calibri"/>
                <a:cs typeface="Calibri"/>
              </a:rPr>
              <a:t>Ví</a:t>
            </a:r>
            <a:r>
              <a:rPr sz="3000" spc="-25" dirty="0">
                <a:latin typeface="Calibri"/>
                <a:cs typeface="Calibri"/>
              </a:rPr>
              <a:t> </a:t>
            </a:r>
            <a:r>
              <a:rPr sz="3000" dirty="0">
                <a:latin typeface="Calibri"/>
                <a:cs typeface="Calibri"/>
              </a:rPr>
              <a:t>dụ</a:t>
            </a:r>
            <a:r>
              <a:rPr sz="3000" spc="-20" dirty="0">
                <a:latin typeface="Calibri"/>
                <a:cs typeface="Calibri"/>
              </a:rPr>
              <a:t> </a:t>
            </a:r>
            <a:r>
              <a:rPr sz="3000" dirty="0">
                <a:latin typeface="Calibri"/>
                <a:cs typeface="Calibri"/>
              </a:rPr>
              <a:t>:</a:t>
            </a:r>
            <a:r>
              <a:rPr sz="3000" spc="-20" dirty="0">
                <a:latin typeface="Calibri"/>
                <a:cs typeface="Calibri"/>
              </a:rPr>
              <a:t> </a:t>
            </a:r>
            <a:r>
              <a:rPr sz="3000" dirty="0">
                <a:latin typeface="Calibri"/>
                <a:cs typeface="Calibri"/>
              </a:rPr>
              <a:t>“</a:t>
            </a:r>
            <a:r>
              <a:rPr sz="3000" spc="-30" dirty="0">
                <a:latin typeface="Calibri"/>
                <a:cs typeface="Calibri"/>
              </a:rPr>
              <a:t> </a:t>
            </a:r>
            <a:r>
              <a:rPr sz="3000" dirty="0">
                <a:latin typeface="Calibri"/>
                <a:cs typeface="Calibri"/>
              </a:rPr>
              <a:t>Nếu</a:t>
            </a:r>
            <a:r>
              <a:rPr sz="3000" spc="-15" dirty="0">
                <a:latin typeface="Calibri"/>
                <a:cs typeface="Calibri"/>
              </a:rPr>
              <a:t> </a:t>
            </a:r>
            <a:r>
              <a:rPr sz="3000" u="sng" dirty="0">
                <a:uFill>
                  <a:solidFill>
                    <a:srgbClr val="000000"/>
                  </a:solidFill>
                </a:uFill>
                <a:latin typeface="Calibri"/>
                <a:cs typeface="Calibri"/>
              </a:rPr>
              <a:t>Dũng</a:t>
            </a:r>
            <a:r>
              <a:rPr sz="3000" u="sng" spc="-10" dirty="0">
                <a:uFill>
                  <a:solidFill>
                    <a:srgbClr val="000000"/>
                  </a:solidFill>
                </a:uFill>
                <a:latin typeface="Calibri"/>
                <a:cs typeface="Calibri"/>
              </a:rPr>
              <a:t> </a:t>
            </a:r>
            <a:r>
              <a:rPr sz="3000" u="sng" dirty="0">
                <a:uFill>
                  <a:solidFill>
                    <a:srgbClr val="000000"/>
                  </a:solidFill>
                </a:uFill>
                <a:latin typeface="Calibri"/>
                <a:cs typeface="Calibri"/>
              </a:rPr>
              <a:t>đi</a:t>
            </a:r>
            <a:r>
              <a:rPr sz="3000" u="sng" spc="-15" dirty="0">
                <a:uFill>
                  <a:solidFill>
                    <a:srgbClr val="000000"/>
                  </a:solidFill>
                </a:uFill>
                <a:latin typeface="Calibri"/>
                <a:cs typeface="Calibri"/>
              </a:rPr>
              <a:t> </a:t>
            </a:r>
            <a:r>
              <a:rPr sz="3000" u="sng" dirty="0">
                <a:uFill>
                  <a:solidFill>
                    <a:srgbClr val="000000"/>
                  </a:solidFill>
                </a:uFill>
                <a:latin typeface="Calibri"/>
                <a:cs typeface="Calibri"/>
              </a:rPr>
              <a:t>học</a:t>
            </a:r>
            <a:r>
              <a:rPr sz="3000" u="sng" spc="-10" dirty="0">
                <a:uFill>
                  <a:solidFill>
                    <a:srgbClr val="000000"/>
                  </a:solidFill>
                </a:uFill>
                <a:latin typeface="Calibri"/>
                <a:cs typeface="Calibri"/>
              </a:rPr>
              <a:t> </a:t>
            </a:r>
            <a:r>
              <a:rPr sz="3000" u="sng" dirty="0">
                <a:uFill>
                  <a:solidFill>
                    <a:srgbClr val="000000"/>
                  </a:solidFill>
                </a:uFill>
                <a:latin typeface="Calibri"/>
                <a:cs typeface="Calibri"/>
              </a:rPr>
              <a:t>đều</a:t>
            </a:r>
            <a:r>
              <a:rPr sz="3000" spc="-35" dirty="0">
                <a:latin typeface="Calibri"/>
                <a:cs typeface="Calibri"/>
              </a:rPr>
              <a:t> </a:t>
            </a:r>
            <a:r>
              <a:rPr sz="3000" dirty="0">
                <a:latin typeface="Calibri"/>
                <a:cs typeface="Calibri"/>
              </a:rPr>
              <a:t>thì</a:t>
            </a:r>
            <a:r>
              <a:rPr sz="3000" spc="-30" dirty="0">
                <a:latin typeface="Calibri"/>
                <a:cs typeface="Calibri"/>
              </a:rPr>
              <a:t> </a:t>
            </a:r>
            <a:r>
              <a:rPr sz="3000" u="sng" spc="-20" dirty="0">
                <a:uFill>
                  <a:solidFill>
                    <a:srgbClr val="000000"/>
                  </a:solidFill>
                </a:uFill>
                <a:latin typeface="Calibri"/>
                <a:cs typeface="Calibri"/>
              </a:rPr>
              <a:t>Dũng</a:t>
            </a:r>
            <a:r>
              <a:rPr sz="3000" u="sng" dirty="0">
                <a:uFill>
                  <a:solidFill>
                    <a:srgbClr val="000000"/>
                  </a:solidFill>
                </a:uFill>
                <a:latin typeface="Calibri"/>
                <a:cs typeface="Calibri"/>
              </a:rPr>
              <a:t>	đạt</a:t>
            </a:r>
            <a:r>
              <a:rPr sz="3000" u="sng" spc="-70" dirty="0">
                <a:uFill>
                  <a:solidFill>
                    <a:srgbClr val="000000"/>
                  </a:solidFill>
                </a:uFill>
                <a:latin typeface="Calibri"/>
                <a:cs typeface="Calibri"/>
              </a:rPr>
              <a:t> </a:t>
            </a:r>
            <a:r>
              <a:rPr sz="3000" u="sng" dirty="0">
                <a:uFill>
                  <a:solidFill>
                    <a:srgbClr val="000000"/>
                  </a:solidFill>
                </a:uFill>
                <a:latin typeface="Calibri"/>
                <a:cs typeface="Calibri"/>
              </a:rPr>
              <a:t>môn</a:t>
            </a:r>
            <a:r>
              <a:rPr sz="3000" u="sng" spc="-30" dirty="0">
                <a:uFill>
                  <a:solidFill>
                    <a:srgbClr val="000000"/>
                  </a:solidFill>
                </a:uFill>
                <a:latin typeface="Calibri"/>
                <a:cs typeface="Calibri"/>
              </a:rPr>
              <a:t> </a:t>
            </a:r>
            <a:r>
              <a:rPr sz="3000" u="sng" spc="-20" dirty="0">
                <a:uFill>
                  <a:solidFill>
                    <a:srgbClr val="000000"/>
                  </a:solidFill>
                </a:uFill>
                <a:latin typeface="Calibri"/>
                <a:cs typeface="Calibri"/>
              </a:rPr>
              <a:t>toán</a:t>
            </a:r>
            <a:r>
              <a:rPr sz="3000" spc="-20" dirty="0">
                <a:latin typeface="Calibri"/>
                <a:cs typeface="Calibri"/>
              </a:rPr>
              <a:t> </a:t>
            </a:r>
            <a:r>
              <a:rPr sz="3000" u="sng" spc="-25" dirty="0">
                <a:uFill>
                  <a:solidFill>
                    <a:srgbClr val="000000"/>
                  </a:solidFill>
                </a:uFill>
                <a:latin typeface="Calibri"/>
                <a:cs typeface="Calibri"/>
              </a:rPr>
              <a:t>RR</a:t>
            </a:r>
            <a:r>
              <a:rPr sz="3000" spc="-25" dirty="0">
                <a:latin typeface="Calibri"/>
                <a:cs typeface="Calibri"/>
              </a:rPr>
              <a:t>”</a:t>
            </a:r>
            <a:r>
              <a:rPr sz="3000" dirty="0">
                <a:latin typeface="Calibri"/>
                <a:cs typeface="Calibri"/>
              </a:rPr>
              <a:t>	là</a:t>
            </a:r>
            <a:r>
              <a:rPr sz="3000" spc="-25" dirty="0">
                <a:latin typeface="Calibri"/>
                <a:cs typeface="Calibri"/>
              </a:rPr>
              <a:t> </a:t>
            </a:r>
            <a:r>
              <a:rPr sz="3000" dirty="0">
                <a:latin typeface="Calibri"/>
                <a:cs typeface="Calibri"/>
              </a:rPr>
              <a:t>mệnh</a:t>
            </a:r>
            <a:r>
              <a:rPr sz="3000" spc="-20" dirty="0">
                <a:latin typeface="Calibri"/>
                <a:cs typeface="Calibri"/>
              </a:rPr>
              <a:t> </a:t>
            </a:r>
            <a:r>
              <a:rPr sz="3000" dirty="0">
                <a:latin typeface="Calibri"/>
                <a:cs typeface="Calibri"/>
              </a:rPr>
              <a:t>đề</a:t>
            </a:r>
            <a:r>
              <a:rPr sz="3000" spc="-35" dirty="0">
                <a:latin typeface="Calibri"/>
                <a:cs typeface="Calibri"/>
              </a:rPr>
              <a:t> </a:t>
            </a:r>
            <a:r>
              <a:rPr sz="3000" dirty="0">
                <a:latin typeface="Calibri"/>
                <a:cs typeface="Calibri"/>
              </a:rPr>
              <a:t>phức</a:t>
            </a:r>
            <a:r>
              <a:rPr sz="3000" spc="-15" dirty="0">
                <a:latin typeface="Calibri"/>
                <a:cs typeface="Calibri"/>
              </a:rPr>
              <a:t> </a:t>
            </a:r>
            <a:r>
              <a:rPr sz="3000" dirty="0">
                <a:latin typeface="Calibri"/>
                <a:cs typeface="Calibri"/>
              </a:rPr>
              <a:t>hợp.</a:t>
            </a:r>
            <a:r>
              <a:rPr sz="3000" spc="-15" dirty="0">
                <a:latin typeface="Calibri"/>
                <a:cs typeface="Calibri"/>
              </a:rPr>
              <a:t> </a:t>
            </a:r>
            <a:r>
              <a:rPr sz="3000" dirty="0">
                <a:latin typeface="Calibri"/>
                <a:cs typeface="Calibri"/>
              </a:rPr>
              <a:t>Mệnh</a:t>
            </a:r>
            <a:r>
              <a:rPr sz="3000" spc="-35" dirty="0">
                <a:latin typeface="Calibri"/>
                <a:cs typeface="Calibri"/>
              </a:rPr>
              <a:t> </a:t>
            </a:r>
            <a:r>
              <a:rPr sz="3000" spc="-25" dirty="0">
                <a:latin typeface="Calibri"/>
                <a:cs typeface="Calibri"/>
              </a:rPr>
              <a:t>đề</a:t>
            </a:r>
            <a:r>
              <a:rPr sz="3000" dirty="0">
                <a:latin typeface="Calibri"/>
                <a:cs typeface="Calibri"/>
              </a:rPr>
              <a:t>	“</a:t>
            </a:r>
            <a:r>
              <a:rPr sz="3000" u="sng" dirty="0">
                <a:uFill>
                  <a:solidFill>
                    <a:srgbClr val="000000"/>
                  </a:solidFill>
                </a:uFill>
                <a:latin typeface="Calibri"/>
                <a:cs typeface="Calibri"/>
              </a:rPr>
              <a:t>Dũng</a:t>
            </a:r>
            <a:r>
              <a:rPr sz="3000" u="sng" spc="-60" dirty="0">
                <a:uFill>
                  <a:solidFill>
                    <a:srgbClr val="000000"/>
                  </a:solidFill>
                </a:uFill>
                <a:latin typeface="Calibri"/>
                <a:cs typeface="Calibri"/>
              </a:rPr>
              <a:t> </a:t>
            </a:r>
            <a:r>
              <a:rPr sz="3000" u="sng" dirty="0">
                <a:uFill>
                  <a:solidFill>
                    <a:srgbClr val="000000"/>
                  </a:solidFill>
                </a:uFill>
                <a:latin typeface="Calibri"/>
                <a:cs typeface="Calibri"/>
              </a:rPr>
              <a:t>đi</a:t>
            </a:r>
            <a:r>
              <a:rPr sz="3000" u="sng" spc="-45" dirty="0">
                <a:uFill>
                  <a:solidFill>
                    <a:srgbClr val="000000"/>
                  </a:solidFill>
                </a:uFill>
                <a:latin typeface="Calibri"/>
                <a:cs typeface="Calibri"/>
              </a:rPr>
              <a:t> </a:t>
            </a:r>
            <a:r>
              <a:rPr sz="3000" u="sng" spc="-25" dirty="0">
                <a:uFill>
                  <a:solidFill>
                    <a:srgbClr val="000000"/>
                  </a:solidFill>
                </a:uFill>
                <a:latin typeface="Calibri"/>
                <a:cs typeface="Calibri"/>
              </a:rPr>
              <a:t>học</a:t>
            </a:r>
            <a:r>
              <a:rPr sz="3000" spc="-25" dirty="0">
                <a:latin typeface="Calibri"/>
                <a:cs typeface="Calibri"/>
              </a:rPr>
              <a:t> </a:t>
            </a:r>
            <a:r>
              <a:rPr sz="3000" u="sng" dirty="0">
                <a:uFill>
                  <a:solidFill>
                    <a:srgbClr val="000000"/>
                  </a:solidFill>
                </a:uFill>
                <a:latin typeface="Calibri"/>
                <a:cs typeface="Calibri"/>
              </a:rPr>
              <a:t>đều</a:t>
            </a:r>
            <a:r>
              <a:rPr sz="3000" spc="-35" dirty="0">
                <a:latin typeface="Calibri"/>
                <a:cs typeface="Calibri"/>
              </a:rPr>
              <a:t> </a:t>
            </a:r>
            <a:r>
              <a:rPr sz="3000" dirty="0">
                <a:latin typeface="Calibri"/>
                <a:cs typeface="Calibri"/>
              </a:rPr>
              <a:t>“</a:t>
            </a:r>
            <a:r>
              <a:rPr sz="3000" spc="-40" dirty="0">
                <a:latin typeface="Calibri"/>
                <a:cs typeface="Calibri"/>
              </a:rPr>
              <a:t> </a:t>
            </a:r>
            <a:r>
              <a:rPr sz="3000" dirty="0">
                <a:latin typeface="Calibri"/>
                <a:cs typeface="Calibri"/>
              </a:rPr>
              <a:t>không</a:t>
            </a:r>
            <a:r>
              <a:rPr sz="3000" spc="-20" dirty="0">
                <a:latin typeface="Calibri"/>
                <a:cs typeface="Calibri"/>
              </a:rPr>
              <a:t> </a:t>
            </a:r>
            <a:r>
              <a:rPr sz="3000" dirty="0">
                <a:latin typeface="Calibri"/>
                <a:cs typeface="Calibri"/>
              </a:rPr>
              <a:t>là</a:t>
            </a:r>
            <a:r>
              <a:rPr sz="3000" spc="-30" dirty="0">
                <a:latin typeface="Calibri"/>
                <a:cs typeface="Calibri"/>
              </a:rPr>
              <a:t> </a:t>
            </a:r>
            <a:r>
              <a:rPr sz="3000" dirty="0">
                <a:latin typeface="Calibri"/>
                <a:cs typeface="Calibri"/>
              </a:rPr>
              <a:t>mệnh</a:t>
            </a:r>
            <a:r>
              <a:rPr sz="3000" spc="-30" dirty="0">
                <a:latin typeface="Calibri"/>
                <a:cs typeface="Calibri"/>
              </a:rPr>
              <a:t> </a:t>
            </a:r>
            <a:r>
              <a:rPr sz="3000" dirty="0">
                <a:latin typeface="Calibri"/>
                <a:cs typeface="Calibri"/>
              </a:rPr>
              <a:t>đề</a:t>
            </a:r>
            <a:r>
              <a:rPr sz="3000" spc="-45" dirty="0">
                <a:latin typeface="Calibri"/>
                <a:cs typeface="Calibri"/>
              </a:rPr>
              <a:t> </a:t>
            </a:r>
            <a:r>
              <a:rPr sz="3000" dirty="0">
                <a:latin typeface="Calibri"/>
                <a:cs typeface="Calibri"/>
              </a:rPr>
              <a:t>phức</a:t>
            </a:r>
            <a:r>
              <a:rPr sz="3000" spc="-25" dirty="0">
                <a:latin typeface="Calibri"/>
                <a:cs typeface="Calibri"/>
              </a:rPr>
              <a:t> </a:t>
            </a:r>
            <a:r>
              <a:rPr sz="3000" dirty="0">
                <a:latin typeface="Calibri"/>
                <a:cs typeface="Calibri"/>
              </a:rPr>
              <a:t>hợp</a:t>
            </a:r>
            <a:r>
              <a:rPr sz="3000" spc="-25" dirty="0">
                <a:latin typeface="Calibri"/>
                <a:cs typeface="Calibri"/>
              </a:rPr>
              <a:t> </a:t>
            </a:r>
            <a:r>
              <a:rPr sz="3000" dirty="0">
                <a:latin typeface="Calibri"/>
                <a:cs typeface="Calibri"/>
              </a:rPr>
              <a:t>,</a:t>
            </a:r>
            <a:r>
              <a:rPr sz="3000" spc="-25" dirty="0">
                <a:latin typeface="Calibri"/>
                <a:cs typeface="Calibri"/>
              </a:rPr>
              <a:t> </a:t>
            </a:r>
            <a:r>
              <a:rPr sz="3000" dirty="0">
                <a:latin typeface="Calibri"/>
                <a:cs typeface="Calibri"/>
              </a:rPr>
              <a:t>còn</a:t>
            </a:r>
            <a:r>
              <a:rPr sz="3000" spc="-30" dirty="0">
                <a:latin typeface="Calibri"/>
                <a:cs typeface="Calibri"/>
              </a:rPr>
              <a:t> </a:t>
            </a:r>
            <a:r>
              <a:rPr sz="3000" dirty="0">
                <a:latin typeface="Calibri"/>
                <a:cs typeface="Calibri"/>
              </a:rPr>
              <a:t>được</a:t>
            </a:r>
            <a:r>
              <a:rPr sz="3000" spc="-45" dirty="0">
                <a:latin typeface="Calibri"/>
                <a:cs typeface="Calibri"/>
              </a:rPr>
              <a:t> </a:t>
            </a:r>
            <a:r>
              <a:rPr sz="3000" dirty="0">
                <a:latin typeface="Calibri"/>
                <a:cs typeface="Calibri"/>
              </a:rPr>
              <a:t>gọi</a:t>
            </a:r>
            <a:r>
              <a:rPr sz="3000" spc="-25" dirty="0">
                <a:latin typeface="Calibri"/>
                <a:cs typeface="Calibri"/>
              </a:rPr>
              <a:t> là </a:t>
            </a:r>
            <a:r>
              <a:rPr sz="3000" dirty="0">
                <a:latin typeface="Calibri"/>
                <a:cs typeface="Calibri"/>
              </a:rPr>
              <a:t>mệnh</a:t>
            </a:r>
            <a:r>
              <a:rPr sz="3000" spc="-45" dirty="0">
                <a:latin typeface="Calibri"/>
                <a:cs typeface="Calibri"/>
              </a:rPr>
              <a:t> </a:t>
            </a:r>
            <a:r>
              <a:rPr sz="3000" dirty="0">
                <a:latin typeface="Calibri"/>
                <a:cs typeface="Calibri"/>
              </a:rPr>
              <a:t>đề</a:t>
            </a:r>
            <a:r>
              <a:rPr sz="3000" spc="-55" dirty="0">
                <a:latin typeface="Calibri"/>
                <a:cs typeface="Calibri"/>
              </a:rPr>
              <a:t> </a:t>
            </a:r>
            <a:r>
              <a:rPr sz="3000" dirty="0">
                <a:latin typeface="Calibri"/>
                <a:cs typeface="Calibri"/>
              </a:rPr>
              <a:t>nguyên</a:t>
            </a:r>
            <a:r>
              <a:rPr sz="3000" spc="-25" dirty="0">
                <a:latin typeface="Calibri"/>
                <a:cs typeface="Calibri"/>
              </a:rPr>
              <a:t> </a:t>
            </a:r>
            <a:r>
              <a:rPr sz="3000" spc="-10" dirty="0">
                <a:latin typeface="Calibri"/>
                <a:cs typeface="Calibri"/>
              </a:rPr>
              <a:t>thủy.</a:t>
            </a:r>
            <a:endParaRPr sz="3000">
              <a:latin typeface="Calibri"/>
              <a:cs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58140" y="165303"/>
            <a:ext cx="8279130" cy="6035040"/>
          </a:xfrm>
          <a:prstGeom prst="rect">
            <a:avLst/>
          </a:prstGeom>
        </p:spPr>
        <p:txBody>
          <a:bodyPr vert="horz" wrap="square" lIns="0" tIns="12700" rIns="0" bIns="0" rtlCol="0">
            <a:spAutoFit/>
          </a:bodyPr>
          <a:lstStyle/>
          <a:p>
            <a:pPr marL="38100">
              <a:lnSpc>
                <a:spcPct val="100000"/>
              </a:lnSpc>
              <a:spcBef>
                <a:spcPts val="100"/>
              </a:spcBef>
            </a:pPr>
            <a:r>
              <a:rPr sz="2700" b="1" dirty="0">
                <a:latin typeface="Calibri"/>
                <a:cs typeface="Calibri"/>
              </a:rPr>
              <a:t>Bước</a:t>
            </a:r>
            <a:r>
              <a:rPr sz="2700" b="1" spc="-40" dirty="0">
                <a:latin typeface="Calibri"/>
                <a:cs typeface="Calibri"/>
              </a:rPr>
              <a:t> </a:t>
            </a:r>
            <a:r>
              <a:rPr sz="2700" b="1" dirty="0">
                <a:latin typeface="Calibri"/>
                <a:cs typeface="Calibri"/>
              </a:rPr>
              <a:t>1:</a:t>
            </a:r>
            <a:r>
              <a:rPr sz="2700" b="1" spc="-15" dirty="0">
                <a:latin typeface="Calibri"/>
                <a:cs typeface="Calibri"/>
              </a:rPr>
              <a:t> </a:t>
            </a:r>
            <a:r>
              <a:rPr sz="2700" dirty="0">
                <a:latin typeface="Calibri"/>
                <a:cs typeface="Calibri"/>
              </a:rPr>
              <a:t>trừu</a:t>
            </a:r>
            <a:r>
              <a:rPr sz="2700" spc="-20" dirty="0">
                <a:latin typeface="Calibri"/>
                <a:cs typeface="Calibri"/>
              </a:rPr>
              <a:t> </a:t>
            </a:r>
            <a:r>
              <a:rPr sz="2700" dirty="0">
                <a:latin typeface="Calibri"/>
                <a:cs typeface="Calibri"/>
              </a:rPr>
              <a:t>tượng</a:t>
            </a:r>
            <a:r>
              <a:rPr sz="2700" spc="-40" dirty="0">
                <a:latin typeface="Calibri"/>
                <a:cs typeface="Calibri"/>
              </a:rPr>
              <a:t> </a:t>
            </a:r>
            <a:r>
              <a:rPr sz="2700" dirty="0">
                <a:latin typeface="Calibri"/>
                <a:cs typeface="Calibri"/>
              </a:rPr>
              <a:t>hóa</a:t>
            </a:r>
            <a:r>
              <a:rPr sz="2700" spc="-25" dirty="0">
                <a:latin typeface="Calibri"/>
                <a:cs typeface="Calibri"/>
              </a:rPr>
              <a:t> </a:t>
            </a:r>
            <a:r>
              <a:rPr sz="2700" dirty="0">
                <a:latin typeface="Calibri"/>
                <a:cs typeface="Calibri"/>
              </a:rPr>
              <a:t>các</a:t>
            </a:r>
            <a:r>
              <a:rPr sz="2700" spc="-30" dirty="0">
                <a:latin typeface="Calibri"/>
                <a:cs typeface="Calibri"/>
              </a:rPr>
              <a:t> </a:t>
            </a:r>
            <a:r>
              <a:rPr sz="2700" dirty="0">
                <a:latin typeface="Calibri"/>
                <a:cs typeface="Calibri"/>
              </a:rPr>
              <a:t>mệnh</a:t>
            </a:r>
            <a:r>
              <a:rPr sz="2700" spc="-40" dirty="0">
                <a:latin typeface="Calibri"/>
                <a:cs typeface="Calibri"/>
              </a:rPr>
              <a:t> </a:t>
            </a:r>
            <a:r>
              <a:rPr sz="2700" dirty="0">
                <a:latin typeface="Calibri"/>
                <a:cs typeface="Calibri"/>
              </a:rPr>
              <a:t>đề</a:t>
            </a:r>
            <a:r>
              <a:rPr sz="2700" spc="-15" dirty="0">
                <a:latin typeface="Calibri"/>
                <a:cs typeface="Calibri"/>
              </a:rPr>
              <a:t> </a:t>
            </a:r>
            <a:r>
              <a:rPr sz="2700" dirty="0">
                <a:latin typeface="Calibri"/>
                <a:cs typeface="Calibri"/>
              </a:rPr>
              <a:t>trong</a:t>
            </a:r>
            <a:r>
              <a:rPr sz="2700" spc="-15" dirty="0">
                <a:latin typeface="Calibri"/>
                <a:cs typeface="Calibri"/>
              </a:rPr>
              <a:t> </a:t>
            </a:r>
            <a:r>
              <a:rPr sz="2700" dirty="0">
                <a:latin typeface="Calibri"/>
                <a:cs typeface="Calibri"/>
              </a:rPr>
              <a:t>tiền</a:t>
            </a:r>
            <a:r>
              <a:rPr sz="2700" spc="-35" dirty="0">
                <a:latin typeface="Calibri"/>
                <a:cs typeface="Calibri"/>
              </a:rPr>
              <a:t> </a:t>
            </a:r>
            <a:r>
              <a:rPr sz="2700" spc="-25" dirty="0">
                <a:latin typeface="Calibri"/>
                <a:cs typeface="Calibri"/>
              </a:rPr>
              <a:t>đề.</a:t>
            </a:r>
            <a:endParaRPr sz="2700">
              <a:latin typeface="Calibri"/>
              <a:cs typeface="Calibri"/>
            </a:endParaRPr>
          </a:p>
          <a:p>
            <a:pPr marL="220345" indent="-182245">
              <a:lnSpc>
                <a:spcPct val="100000"/>
              </a:lnSpc>
              <a:spcBef>
                <a:spcPts val="5"/>
              </a:spcBef>
              <a:buChar char="-"/>
              <a:tabLst>
                <a:tab pos="220345" algn="l"/>
              </a:tabLst>
            </a:pPr>
            <a:r>
              <a:rPr sz="2700" dirty="0">
                <a:latin typeface="Calibri"/>
                <a:cs typeface="Calibri"/>
              </a:rPr>
              <a:t>p</a:t>
            </a:r>
            <a:r>
              <a:rPr sz="2700" spc="-20" dirty="0">
                <a:latin typeface="Calibri"/>
                <a:cs typeface="Calibri"/>
              </a:rPr>
              <a:t> </a:t>
            </a:r>
            <a:r>
              <a:rPr sz="2700" dirty="0">
                <a:latin typeface="Calibri"/>
                <a:cs typeface="Calibri"/>
              </a:rPr>
              <a:t>:</a:t>
            </a:r>
            <a:r>
              <a:rPr sz="2700" spc="-15" dirty="0">
                <a:latin typeface="Calibri"/>
                <a:cs typeface="Calibri"/>
              </a:rPr>
              <a:t> </a:t>
            </a:r>
            <a:r>
              <a:rPr sz="2700" dirty="0">
                <a:latin typeface="Calibri"/>
                <a:cs typeface="Calibri"/>
              </a:rPr>
              <a:t>Dũng</a:t>
            </a:r>
            <a:r>
              <a:rPr sz="2700" spc="-10" dirty="0">
                <a:latin typeface="Calibri"/>
                <a:cs typeface="Calibri"/>
              </a:rPr>
              <a:t> </a:t>
            </a:r>
            <a:r>
              <a:rPr sz="2700" dirty="0">
                <a:latin typeface="Calibri"/>
                <a:cs typeface="Calibri"/>
              </a:rPr>
              <a:t>đi</a:t>
            </a:r>
            <a:r>
              <a:rPr sz="2700" spc="-15" dirty="0">
                <a:latin typeface="Calibri"/>
                <a:cs typeface="Calibri"/>
              </a:rPr>
              <a:t> </a:t>
            </a:r>
            <a:r>
              <a:rPr sz="2700" dirty="0">
                <a:latin typeface="Calibri"/>
                <a:cs typeface="Calibri"/>
              </a:rPr>
              <a:t>học</a:t>
            </a:r>
            <a:r>
              <a:rPr sz="2700" spc="-15" dirty="0">
                <a:latin typeface="Calibri"/>
                <a:cs typeface="Calibri"/>
              </a:rPr>
              <a:t> </a:t>
            </a:r>
            <a:r>
              <a:rPr sz="2700" spc="-20" dirty="0">
                <a:latin typeface="Calibri"/>
                <a:cs typeface="Calibri"/>
              </a:rPr>
              <a:t>đều,</a:t>
            </a:r>
            <a:endParaRPr sz="2700">
              <a:latin typeface="Calibri"/>
              <a:cs typeface="Calibri"/>
            </a:endParaRPr>
          </a:p>
          <a:p>
            <a:pPr marL="220345" indent="-182245">
              <a:lnSpc>
                <a:spcPct val="100000"/>
              </a:lnSpc>
              <a:buChar char="-"/>
              <a:tabLst>
                <a:tab pos="220345" algn="l"/>
                <a:tab pos="1534160" algn="l"/>
              </a:tabLst>
            </a:pPr>
            <a:r>
              <a:rPr sz="2700" dirty="0">
                <a:latin typeface="Calibri"/>
                <a:cs typeface="Calibri"/>
              </a:rPr>
              <a:t>q</a:t>
            </a:r>
            <a:r>
              <a:rPr sz="2700" spc="-10" dirty="0">
                <a:latin typeface="Calibri"/>
                <a:cs typeface="Calibri"/>
              </a:rPr>
              <a:t> </a:t>
            </a:r>
            <a:r>
              <a:rPr sz="2700" dirty="0">
                <a:latin typeface="Calibri"/>
                <a:cs typeface="Calibri"/>
              </a:rPr>
              <a:t>:</a:t>
            </a:r>
            <a:r>
              <a:rPr sz="2700" spc="-5" dirty="0">
                <a:latin typeface="Calibri"/>
                <a:cs typeface="Calibri"/>
              </a:rPr>
              <a:t> </a:t>
            </a:r>
            <a:r>
              <a:rPr sz="2700" spc="-20" dirty="0">
                <a:latin typeface="Calibri"/>
                <a:cs typeface="Calibri"/>
              </a:rPr>
              <a:t>Dũng</a:t>
            </a:r>
            <a:r>
              <a:rPr sz="2700" dirty="0">
                <a:latin typeface="Calibri"/>
                <a:cs typeface="Calibri"/>
              </a:rPr>
              <a:t>	đạt</a:t>
            </a:r>
            <a:r>
              <a:rPr sz="2700" spc="-60" dirty="0">
                <a:latin typeface="Calibri"/>
                <a:cs typeface="Calibri"/>
              </a:rPr>
              <a:t> </a:t>
            </a:r>
            <a:r>
              <a:rPr sz="2700" dirty="0">
                <a:latin typeface="Calibri"/>
                <a:cs typeface="Calibri"/>
              </a:rPr>
              <a:t>môn</a:t>
            </a:r>
            <a:r>
              <a:rPr sz="2700" spc="-55" dirty="0">
                <a:latin typeface="Calibri"/>
                <a:cs typeface="Calibri"/>
              </a:rPr>
              <a:t> </a:t>
            </a:r>
            <a:r>
              <a:rPr sz="2700" dirty="0">
                <a:latin typeface="Calibri"/>
                <a:cs typeface="Calibri"/>
              </a:rPr>
              <a:t>toán</a:t>
            </a:r>
            <a:r>
              <a:rPr sz="2700" spc="-55" dirty="0">
                <a:latin typeface="Calibri"/>
                <a:cs typeface="Calibri"/>
              </a:rPr>
              <a:t> </a:t>
            </a:r>
            <a:r>
              <a:rPr sz="2700" dirty="0">
                <a:latin typeface="Calibri"/>
                <a:cs typeface="Calibri"/>
              </a:rPr>
              <a:t>rời</a:t>
            </a:r>
            <a:r>
              <a:rPr sz="2700" spc="-45" dirty="0">
                <a:latin typeface="Calibri"/>
                <a:cs typeface="Calibri"/>
              </a:rPr>
              <a:t> </a:t>
            </a:r>
            <a:r>
              <a:rPr sz="2700" spc="-20" dirty="0">
                <a:latin typeface="Calibri"/>
                <a:cs typeface="Calibri"/>
              </a:rPr>
              <a:t>rạc,</a:t>
            </a:r>
            <a:endParaRPr sz="2700">
              <a:latin typeface="Calibri"/>
              <a:cs typeface="Calibri"/>
            </a:endParaRPr>
          </a:p>
          <a:p>
            <a:pPr marL="495300" indent="-457200">
              <a:lnSpc>
                <a:spcPct val="100000"/>
              </a:lnSpc>
              <a:buFont typeface="Wingdings"/>
              <a:buChar char=""/>
              <a:tabLst>
                <a:tab pos="495300" algn="l"/>
              </a:tabLst>
            </a:pPr>
            <a:r>
              <a:rPr sz="2700" dirty="0">
                <a:latin typeface="Calibri"/>
                <a:cs typeface="Calibri"/>
              </a:rPr>
              <a:t>P1</a:t>
            </a:r>
            <a:r>
              <a:rPr sz="2700" spc="-10" dirty="0">
                <a:latin typeface="Calibri"/>
                <a:cs typeface="Calibri"/>
              </a:rPr>
              <a:t> </a:t>
            </a:r>
            <a:r>
              <a:rPr sz="2700" dirty="0">
                <a:latin typeface="Calibri"/>
                <a:cs typeface="Calibri"/>
              </a:rPr>
              <a:t>:</a:t>
            </a:r>
            <a:r>
              <a:rPr sz="2700" spc="5" dirty="0">
                <a:latin typeface="Calibri"/>
                <a:cs typeface="Calibri"/>
              </a:rPr>
              <a:t> </a:t>
            </a:r>
            <a:r>
              <a:rPr sz="2700" dirty="0">
                <a:latin typeface="Calibri"/>
                <a:cs typeface="Calibri"/>
              </a:rPr>
              <a:t>p</a:t>
            </a:r>
            <a:r>
              <a:rPr sz="2700" spc="-20" dirty="0">
                <a:latin typeface="Calibri"/>
                <a:cs typeface="Calibri"/>
              </a:rPr>
              <a:t> </a:t>
            </a:r>
            <a:r>
              <a:rPr sz="2700" dirty="0">
                <a:latin typeface="Symbol"/>
                <a:cs typeface="Symbol"/>
              </a:rPr>
              <a:t></a:t>
            </a:r>
            <a:r>
              <a:rPr sz="2700" spc="-65" dirty="0">
                <a:latin typeface="Times New Roman"/>
                <a:cs typeface="Times New Roman"/>
              </a:rPr>
              <a:t> </a:t>
            </a:r>
            <a:r>
              <a:rPr sz="2700" spc="-25" dirty="0">
                <a:latin typeface="Calibri"/>
                <a:cs typeface="Calibri"/>
              </a:rPr>
              <a:t>q,</a:t>
            </a:r>
            <a:endParaRPr sz="2700">
              <a:latin typeface="Calibri"/>
              <a:cs typeface="Calibri"/>
            </a:endParaRPr>
          </a:p>
          <a:p>
            <a:pPr marL="495300" indent="-457200">
              <a:lnSpc>
                <a:spcPct val="100000"/>
              </a:lnSpc>
              <a:buFont typeface="Wingdings"/>
              <a:buChar char=""/>
              <a:tabLst>
                <a:tab pos="495300" algn="l"/>
              </a:tabLst>
            </a:pPr>
            <a:r>
              <a:rPr sz="2700" dirty="0">
                <a:latin typeface="Calibri"/>
                <a:cs typeface="Calibri"/>
              </a:rPr>
              <a:t>P2</a:t>
            </a:r>
            <a:r>
              <a:rPr sz="2700" spc="-10" dirty="0">
                <a:latin typeface="Calibri"/>
                <a:cs typeface="Calibri"/>
              </a:rPr>
              <a:t> </a:t>
            </a:r>
            <a:r>
              <a:rPr sz="2700" dirty="0">
                <a:latin typeface="Calibri"/>
                <a:cs typeface="Calibri"/>
              </a:rPr>
              <a:t>: </a:t>
            </a:r>
            <a:r>
              <a:rPr sz="2700" spc="-25" dirty="0">
                <a:latin typeface="Calibri"/>
                <a:cs typeface="Calibri"/>
              </a:rPr>
              <a:t>p,</a:t>
            </a:r>
            <a:endParaRPr sz="2700">
              <a:latin typeface="Calibri"/>
              <a:cs typeface="Calibri"/>
            </a:endParaRPr>
          </a:p>
          <a:p>
            <a:pPr marL="495300" indent="-457200">
              <a:lnSpc>
                <a:spcPct val="100000"/>
              </a:lnSpc>
              <a:buFont typeface="Wingdings"/>
              <a:buChar char=""/>
              <a:tabLst>
                <a:tab pos="495300" algn="l"/>
                <a:tab pos="880744" algn="l"/>
              </a:tabLst>
            </a:pPr>
            <a:r>
              <a:rPr sz="2700" spc="-50" dirty="0">
                <a:latin typeface="Calibri"/>
                <a:cs typeface="Calibri"/>
              </a:rPr>
              <a:t>Q</a:t>
            </a:r>
            <a:r>
              <a:rPr sz="2700" dirty="0">
                <a:latin typeface="Calibri"/>
                <a:cs typeface="Calibri"/>
              </a:rPr>
              <a:t>	:</a:t>
            </a:r>
            <a:r>
              <a:rPr sz="2700" spc="-5" dirty="0">
                <a:latin typeface="Calibri"/>
                <a:cs typeface="Calibri"/>
              </a:rPr>
              <a:t> </a:t>
            </a:r>
            <a:r>
              <a:rPr sz="2700" spc="-25" dirty="0">
                <a:latin typeface="Calibri"/>
                <a:cs typeface="Calibri"/>
              </a:rPr>
              <a:t>q.</a:t>
            </a:r>
            <a:endParaRPr sz="2700">
              <a:latin typeface="Calibri"/>
              <a:cs typeface="Calibri"/>
            </a:endParaRPr>
          </a:p>
          <a:p>
            <a:pPr marL="38100">
              <a:lnSpc>
                <a:spcPct val="100000"/>
              </a:lnSpc>
              <a:spcBef>
                <a:spcPts val="3240"/>
              </a:spcBef>
            </a:pPr>
            <a:r>
              <a:rPr sz="2700" b="1" dirty="0">
                <a:latin typeface="Calibri"/>
                <a:cs typeface="Calibri"/>
              </a:rPr>
              <a:t>Bước</a:t>
            </a:r>
            <a:r>
              <a:rPr sz="2700" b="1" spc="-15" dirty="0">
                <a:latin typeface="Calibri"/>
                <a:cs typeface="Calibri"/>
              </a:rPr>
              <a:t> </a:t>
            </a:r>
            <a:r>
              <a:rPr sz="2700" b="1" dirty="0">
                <a:latin typeface="Calibri"/>
                <a:cs typeface="Calibri"/>
              </a:rPr>
              <a:t>2:</a:t>
            </a:r>
            <a:r>
              <a:rPr sz="2700" b="1" spc="-15" dirty="0">
                <a:latin typeface="Calibri"/>
                <a:cs typeface="Calibri"/>
              </a:rPr>
              <a:t> </a:t>
            </a:r>
            <a:r>
              <a:rPr sz="2700" dirty="0">
                <a:latin typeface="Calibri"/>
                <a:cs typeface="Calibri"/>
              </a:rPr>
              <a:t>viết</a:t>
            </a:r>
            <a:r>
              <a:rPr sz="2700" spc="-10" dirty="0">
                <a:latin typeface="Calibri"/>
                <a:cs typeface="Calibri"/>
              </a:rPr>
              <a:t> </a:t>
            </a:r>
            <a:r>
              <a:rPr sz="2700" dirty="0">
                <a:latin typeface="Calibri"/>
                <a:cs typeface="Calibri"/>
              </a:rPr>
              <a:t>suy</a:t>
            </a:r>
            <a:r>
              <a:rPr sz="2700" spc="-30" dirty="0">
                <a:latin typeface="Calibri"/>
                <a:cs typeface="Calibri"/>
              </a:rPr>
              <a:t> </a:t>
            </a:r>
            <a:r>
              <a:rPr sz="2700" dirty="0">
                <a:latin typeface="Calibri"/>
                <a:cs typeface="Calibri"/>
              </a:rPr>
              <a:t>diễn</a:t>
            </a:r>
            <a:r>
              <a:rPr sz="2700" spc="-30" dirty="0">
                <a:latin typeface="Calibri"/>
                <a:cs typeface="Calibri"/>
              </a:rPr>
              <a:t> </a:t>
            </a:r>
            <a:r>
              <a:rPr sz="2700" dirty="0">
                <a:latin typeface="Calibri"/>
                <a:cs typeface="Calibri"/>
              </a:rPr>
              <a:t>đã</a:t>
            </a:r>
            <a:r>
              <a:rPr sz="2700" spc="-10" dirty="0">
                <a:latin typeface="Calibri"/>
                <a:cs typeface="Calibri"/>
              </a:rPr>
              <a:t> </a:t>
            </a:r>
            <a:r>
              <a:rPr sz="2700" dirty="0">
                <a:latin typeface="Calibri"/>
                <a:cs typeface="Calibri"/>
              </a:rPr>
              <a:t>cho</a:t>
            </a:r>
            <a:r>
              <a:rPr sz="2700" spc="-25" dirty="0">
                <a:latin typeface="Calibri"/>
                <a:cs typeface="Calibri"/>
              </a:rPr>
              <a:t> </a:t>
            </a:r>
            <a:r>
              <a:rPr sz="2700" dirty="0">
                <a:latin typeface="Calibri"/>
                <a:cs typeface="Calibri"/>
              </a:rPr>
              <a:t>dưới</a:t>
            </a:r>
            <a:r>
              <a:rPr sz="2700" spc="-20" dirty="0">
                <a:latin typeface="Calibri"/>
                <a:cs typeface="Calibri"/>
              </a:rPr>
              <a:t> </a:t>
            </a:r>
            <a:r>
              <a:rPr sz="2700" dirty="0">
                <a:latin typeface="Calibri"/>
                <a:cs typeface="Calibri"/>
              </a:rPr>
              <a:t>dạng</a:t>
            </a:r>
            <a:r>
              <a:rPr sz="2700" spc="-30" dirty="0">
                <a:latin typeface="Calibri"/>
                <a:cs typeface="Calibri"/>
              </a:rPr>
              <a:t> </a:t>
            </a:r>
            <a:r>
              <a:rPr sz="2700" dirty="0">
                <a:latin typeface="Calibri"/>
                <a:cs typeface="Calibri"/>
              </a:rPr>
              <a:t>suy</a:t>
            </a:r>
            <a:r>
              <a:rPr sz="2700" spc="-10" dirty="0">
                <a:latin typeface="Calibri"/>
                <a:cs typeface="Calibri"/>
              </a:rPr>
              <a:t> </a:t>
            </a:r>
            <a:r>
              <a:rPr sz="2700" dirty="0">
                <a:latin typeface="Calibri"/>
                <a:cs typeface="Calibri"/>
              </a:rPr>
              <a:t>diễn</a:t>
            </a:r>
            <a:r>
              <a:rPr sz="2700" spc="-30" dirty="0">
                <a:latin typeface="Calibri"/>
                <a:cs typeface="Calibri"/>
              </a:rPr>
              <a:t> </a:t>
            </a:r>
            <a:r>
              <a:rPr sz="2700" dirty="0">
                <a:latin typeface="Calibri"/>
                <a:cs typeface="Calibri"/>
              </a:rPr>
              <a:t>hình</a:t>
            </a:r>
            <a:r>
              <a:rPr sz="2700" spc="-30" dirty="0">
                <a:latin typeface="Calibri"/>
                <a:cs typeface="Calibri"/>
              </a:rPr>
              <a:t> </a:t>
            </a:r>
            <a:r>
              <a:rPr sz="2700" spc="-10" dirty="0">
                <a:latin typeface="Calibri"/>
                <a:cs typeface="Calibri"/>
              </a:rPr>
              <a:t>thức.</a:t>
            </a:r>
            <a:endParaRPr sz="2700">
              <a:latin typeface="Calibri"/>
              <a:cs typeface="Calibri"/>
            </a:endParaRPr>
          </a:p>
          <a:p>
            <a:pPr marL="72390" algn="ctr">
              <a:lnSpc>
                <a:spcPct val="100000"/>
              </a:lnSpc>
              <a:spcBef>
                <a:spcPts val="5"/>
              </a:spcBef>
            </a:pPr>
            <a:r>
              <a:rPr sz="2700" b="1" dirty="0">
                <a:latin typeface="Calibri"/>
                <a:cs typeface="Calibri"/>
              </a:rPr>
              <a:t>[(p </a:t>
            </a:r>
            <a:r>
              <a:rPr sz="2700" dirty="0">
                <a:latin typeface="Symbol"/>
                <a:cs typeface="Symbol"/>
              </a:rPr>
              <a:t></a:t>
            </a:r>
            <a:r>
              <a:rPr sz="2700" b="1" dirty="0">
                <a:latin typeface="Calibri"/>
                <a:cs typeface="Calibri"/>
              </a:rPr>
              <a:t>q)</a:t>
            </a:r>
            <a:r>
              <a:rPr sz="2700" b="1" spc="-20" dirty="0">
                <a:latin typeface="Calibri"/>
                <a:cs typeface="Calibri"/>
              </a:rPr>
              <a:t> </a:t>
            </a:r>
            <a:r>
              <a:rPr sz="2700" dirty="0">
                <a:latin typeface="Symbol"/>
                <a:cs typeface="Symbol"/>
              </a:rPr>
              <a:t></a:t>
            </a:r>
            <a:r>
              <a:rPr sz="2700" spc="-55" dirty="0">
                <a:latin typeface="Times New Roman"/>
                <a:cs typeface="Times New Roman"/>
              </a:rPr>
              <a:t> </a:t>
            </a:r>
            <a:r>
              <a:rPr sz="2700" b="1" dirty="0">
                <a:latin typeface="Calibri"/>
                <a:cs typeface="Calibri"/>
              </a:rPr>
              <a:t>p]</a:t>
            </a:r>
            <a:r>
              <a:rPr sz="2700" b="1" spc="-10" dirty="0">
                <a:latin typeface="Calibri"/>
                <a:cs typeface="Calibri"/>
              </a:rPr>
              <a:t> </a:t>
            </a:r>
            <a:r>
              <a:rPr sz="2700" dirty="0">
                <a:latin typeface="Symbol"/>
                <a:cs typeface="Symbol"/>
              </a:rPr>
              <a:t></a:t>
            </a:r>
            <a:r>
              <a:rPr sz="2700" spc="-60" dirty="0">
                <a:latin typeface="Times New Roman"/>
                <a:cs typeface="Times New Roman"/>
              </a:rPr>
              <a:t> </a:t>
            </a:r>
            <a:r>
              <a:rPr sz="2700" b="1" spc="-50" dirty="0">
                <a:latin typeface="Calibri"/>
                <a:cs typeface="Calibri"/>
              </a:rPr>
              <a:t>q</a:t>
            </a:r>
            <a:endParaRPr sz="2700">
              <a:latin typeface="Calibri"/>
              <a:cs typeface="Calibri"/>
            </a:endParaRPr>
          </a:p>
          <a:p>
            <a:pPr marL="73660" algn="ctr">
              <a:lnSpc>
                <a:spcPct val="100000"/>
              </a:lnSpc>
              <a:spcBef>
                <a:spcPts val="3240"/>
              </a:spcBef>
            </a:pPr>
            <a:r>
              <a:rPr sz="2700" b="1" dirty="0">
                <a:latin typeface="Calibri"/>
                <a:cs typeface="Calibri"/>
              </a:rPr>
              <a:t>(</a:t>
            </a:r>
            <a:r>
              <a:rPr sz="2700" b="1" spc="-10" dirty="0">
                <a:latin typeface="Calibri"/>
                <a:cs typeface="Calibri"/>
              </a:rPr>
              <a:t> </a:t>
            </a:r>
            <a:r>
              <a:rPr sz="2700" b="1" dirty="0">
                <a:latin typeface="Calibri"/>
                <a:cs typeface="Calibri"/>
              </a:rPr>
              <a:t>[</a:t>
            </a:r>
            <a:r>
              <a:rPr sz="2700" b="1" spc="-5" dirty="0">
                <a:latin typeface="Calibri"/>
                <a:cs typeface="Calibri"/>
              </a:rPr>
              <a:t> </a:t>
            </a:r>
            <a:r>
              <a:rPr sz="2700" b="1" dirty="0">
                <a:latin typeface="Calibri"/>
                <a:cs typeface="Calibri"/>
              </a:rPr>
              <a:t>P</a:t>
            </a:r>
            <a:r>
              <a:rPr sz="2700" b="1" baseline="-20061" dirty="0">
                <a:latin typeface="Calibri"/>
                <a:cs typeface="Calibri"/>
              </a:rPr>
              <a:t>1</a:t>
            </a:r>
            <a:r>
              <a:rPr sz="2700" b="1" spc="300" baseline="-20061" dirty="0">
                <a:latin typeface="Calibri"/>
                <a:cs typeface="Calibri"/>
              </a:rPr>
              <a:t> </a:t>
            </a:r>
            <a:r>
              <a:rPr sz="2700" dirty="0">
                <a:latin typeface="Symbol"/>
                <a:cs typeface="Symbol"/>
              </a:rPr>
              <a:t></a:t>
            </a:r>
            <a:r>
              <a:rPr sz="2700" spc="-80" dirty="0">
                <a:latin typeface="Times New Roman"/>
                <a:cs typeface="Times New Roman"/>
              </a:rPr>
              <a:t> </a:t>
            </a:r>
            <a:r>
              <a:rPr sz="2700" b="1" dirty="0">
                <a:latin typeface="Calibri"/>
                <a:cs typeface="Calibri"/>
              </a:rPr>
              <a:t>P</a:t>
            </a:r>
            <a:r>
              <a:rPr sz="2700" b="1" baseline="-20061" dirty="0">
                <a:latin typeface="Calibri"/>
                <a:cs typeface="Calibri"/>
              </a:rPr>
              <a:t>2</a:t>
            </a:r>
            <a:r>
              <a:rPr sz="2700" b="1" spc="292" baseline="-20061" dirty="0">
                <a:latin typeface="Calibri"/>
                <a:cs typeface="Calibri"/>
              </a:rPr>
              <a:t> </a:t>
            </a:r>
            <a:r>
              <a:rPr sz="2700" dirty="0">
                <a:latin typeface="Symbol"/>
                <a:cs typeface="Symbol"/>
              </a:rPr>
              <a:t></a:t>
            </a:r>
            <a:r>
              <a:rPr sz="2700" spc="-75" dirty="0">
                <a:latin typeface="Times New Roman"/>
                <a:cs typeface="Times New Roman"/>
              </a:rPr>
              <a:t> </a:t>
            </a:r>
            <a:r>
              <a:rPr sz="2700" b="1" dirty="0">
                <a:latin typeface="Calibri"/>
                <a:cs typeface="Calibri"/>
              </a:rPr>
              <a:t>.</a:t>
            </a:r>
            <a:r>
              <a:rPr sz="2700" b="1" spc="5" dirty="0">
                <a:latin typeface="Calibri"/>
                <a:cs typeface="Calibri"/>
              </a:rPr>
              <a:t> </a:t>
            </a:r>
            <a:r>
              <a:rPr sz="2700" b="1" dirty="0">
                <a:latin typeface="Calibri"/>
                <a:cs typeface="Calibri"/>
              </a:rPr>
              <a:t>.</a:t>
            </a:r>
            <a:r>
              <a:rPr sz="2700" b="1" spc="-10" dirty="0">
                <a:latin typeface="Calibri"/>
                <a:cs typeface="Calibri"/>
              </a:rPr>
              <a:t> </a:t>
            </a:r>
            <a:r>
              <a:rPr sz="2700" b="1" dirty="0">
                <a:latin typeface="Calibri"/>
                <a:cs typeface="Calibri"/>
              </a:rPr>
              <a:t>.</a:t>
            </a:r>
            <a:r>
              <a:rPr sz="2700" b="1" spc="10" dirty="0">
                <a:latin typeface="Calibri"/>
                <a:cs typeface="Calibri"/>
              </a:rPr>
              <a:t> </a:t>
            </a:r>
            <a:r>
              <a:rPr sz="2700" dirty="0">
                <a:latin typeface="Symbol"/>
                <a:cs typeface="Symbol"/>
              </a:rPr>
              <a:t></a:t>
            </a:r>
            <a:r>
              <a:rPr sz="2700" spc="-85" dirty="0">
                <a:latin typeface="Times New Roman"/>
                <a:cs typeface="Times New Roman"/>
              </a:rPr>
              <a:t> </a:t>
            </a:r>
            <a:r>
              <a:rPr sz="2700" b="1" dirty="0">
                <a:latin typeface="Calibri"/>
                <a:cs typeface="Calibri"/>
              </a:rPr>
              <a:t>P</a:t>
            </a:r>
            <a:r>
              <a:rPr sz="2700" b="1" baseline="-20061" dirty="0">
                <a:latin typeface="Calibri"/>
                <a:cs typeface="Calibri"/>
              </a:rPr>
              <a:t>n</a:t>
            </a:r>
            <a:r>
              <a:rPr sz="2700" b="1" spc="7" baseline="-20061" dirty="0">
                <a:latin typeface="Calibri"/>
                <a:cs typeface="Calibri"/>
              </a:rPr>
              <a:t> </a:t>
            </a:r>
            <a:r>
              <a:rPr sz="2700" b="1" dirty="0">
                <a:latin typeface="Calibri"/>
                <a:cs typeface="Calibri"/>
              </a:rPr>
              <a:t>]</a:t>
            </a:r>
            <a:r>
              <a:rPr sz="2700" b="1" spc="-10" dirty="0">
                <a:latin typeface="Calibri"/>
                <a:cs typeface="Calibri"/>
              </a:rPr>
              <a:t> </a:t>
            </a:r>
            <a:r>
              <a:rPr sz="2700" dirty="0">
                <a:latin typeface="Symbol"/>
                <a:cs typeface="Symbol"/>
              </a:rPr>
              <a:t></a:t>
            </a:r>
            <a:r>
              <a:rPr sz="2700" spc="-70" dirty="0">
                <a:latin typeface="Times New Roman"/>
                <a:cs typeface="Times New Roman"/>
              </a:rPr>
              <a:t> </a:t>
            </a:r>
            <a:r>
              <a:rPr sz="2700" b="1" dirty="0">
                <a:latin typeface="Calibri"/>
                <a:cs typeface="Calibri"/>
              </a:rPr>
              <a:t>Q</a:t>
            </a:r>
            <a:r>
              <a:rPr sz="2700" b="1" spc="-10" dirty="0">
                <a:latin typeface="Calibri"/>
                <a:cs typeface="Calibri"/>
              </a:rPr>
              <a:t> </a:t>
            </a:r>
            <a:r>
              <a:rPr sz="2700" b="1" spc="-50" dirty="0">
                <a:latin typeface="Calibri"/>
                <a:cs typeface="Calibri"/>
              </a:rPr>
              <a:t>)</a:t>
            </a:r>
            <a:endParaRPr sz="2700">
              <a:latin typeface="Calibri"/>
              <a:cs typeface="Calibri"/>
            </a:endParaRPr>
          </a:p>
          <a:p>
            <a:pPr>
              <a:lnSpc>
                <a:spcPct val="100000"/>
              </a:lnSpc>
              <a:spcBef>
                <a:spcPts val="590"/>
              </a:spcBef>
            </a:pPr>
            <a:endParaRPr sz="2700">
              <a:latin typeface="Calibri"/>
              <a:cs typeface="Calibri"/>
            </a:endParaRPr>
          </a:p>
          <a:p>
            <a:pPr marL="38100" marR="520065">
              <a:lnSpc>
                <a:spcPct val="80000"/>
              </a:lnSpc>
              <a:spcBef>
                <a:spcPts val="5"/>
              </a:spcBef>
            </a:pPr>
            <a:r>
              <a:rPr sz="2700" b="1" dirty="0">
                <a:latin typeface="Calibri"/>
                <a:cs typeface="Calibri"/>
              </a:rPr>
              <a:t>Bước</a:t>
            </a:r>
            <a:r>
              <a:rPr sz="2700" b="1" spc="-35" dirty="0">
                <a:latin typeface="Calibri"/>
                <a:cs typeface="Calibri"/>
              </a:rPr>
              <a:t> </a:t>
            </a:r>
            <a:r>
              <a:rPr sz="2700" b="1" dirty="0">
                <a:latin typeface="Calibri"/>
                <a:cs typeface="Calibri"/>
              </a:rPr>
              <a:t>3:</a:t>
            </a:r>
            <a:r>
              <a:rPr sz="2700" b="1" spc="-30" dirty="0">
                <a:latin typeface="Calibri"/>
                <a:cs typeface="Calibri"/>
              </a:rPr>
              <a:t> </a:t>
            </a:r>
            <a:r>
              <a:rPr sz="2700" dirty="0">
                <a:latin typeface="Calibri"/>
                <a:cs typeface="Calibri"/>
              </a:rPr>
              <a:t>kiểm</a:t>
            </a:r>
            <a:r>
              <a:rPr sz="2700" spc="-30" dirty="0">
                <a:latin typeface="Calibri"/>
                <a:cs typeface="Calibri"/>
              </a:rPr>
              <a:t> </a:t>
            </a:r>
            <a:r>
              <a:rPr sz="2700" dirty="0">
                <a:latin typeface="Calibri"/>
                <a:cs typeface="Calibri"/>
              </a:rPr>
              <a:t>tra</a:t>
            </a:r>
            <a:r>
              <a:rPr sz="2700" spc="-35" dirty="0">
                <a:latin typeface="Calibri"/>
                <a:cs typeface="Calibri"/>
              </a:rPr>
              <a:t> </a:t>
            </a:r>
            <a:r>
              <a:rPr sz="2700" dirty="0">
                <a:latin typeface="Calibri"/>
                <a:cs typeface="Calibri"/>
              </a:rPr>
              <a:t>dạng</a:t>
            </a:r>
            <a:r>
              <a:rPr sz="2700" spc="-30" dirty="0">
                <a:latin typeface="Calibri"/>
                <a:cs typeface="Calibri"/>
              </a:rPr>
              <a:t> </a:t>
            </a:r>
            <a:r>
              <a:rPr sz="2700" dirty="0">
                <a:latin typeface="Calibri"/>
                <a:cs typeface="Calibri"/>
              </a:rPr>
              <a:t>mệnh</a:t>
            </a:r>
            <a:r>
              <a:rPr sz="2700" spc="-50" dirty="0">
                <a:latin typeface="Calibri"/>
                <a:cs typeface="Calibri"/>
              </a:rPr>
              <a:t> </a:t>
            </a:r>
            <a:r>
              <a:rPr sz="2700" dirty="0">
                <a:latin typeface="Calibri"/>
                <a:cs typeface="Calibri"/>
              </a:rPr>
              <a:t>đề</a:t>
            </a:r>
            <a:r>
              <a:rPr sz="2700" spc="-30" dirty="0">
                <a:latin typeface="Calibri"/>
                <a:cs typeface="Calibri"/>
              </a:rPr>
              <a:t> </a:t>
            </a:r>
            <a:r>
              <a:rPr sz="2700" dirty="0">
                <a:latin typeface="Calibri"/>
                <a:cs typeface="Calibri"/>
              </a:rPr>
              <a:t>này</a:t>
            </a:r>
            <a:r>
              <a:rPr sz="2700" spc="-40" dirty="0">
                <a:latin typeface="Calibri"/>
                <a:cs typeface="Calibri"/>
              </a:rPr>
              <a:t> </a:t>
            </a:r>
            <a:r>
              <a:rPr sz="2700" dirty="0">
                <a:latin typeface="Calibri"/>
                <a:cs typeface="Calibri"/>
              </a:rPr>
              <a:t>có</a:t>
            </a:r>
            <a:r>
              <a:rPr sz="2700" spc="-35" dirty="0">
                <a:latin typeface="Calibri"/>
                <a:cs typeface="Calibri"/>
              </a:rPr>
              <a:t> </a:t>
            </a:r>
            <a:r>
              <a:rPr sz="2700" dirty="0">
                <a:latin typeface="Calibri"/>
                <a:cs typeface="Calibri"/>
              </a:rPr>
              <a:t>là</a:t>
            </a:r>
            <a:r>
              <a:rPr sz="2700" spc="-25" dirty="0">
                <a:latin typeface="Calibri"/>
                <a:cs typeface="Calibri"/>
              </a:rPr>
              <a:t> </a:t>
            </a:r>
            <a:r>
              <a:rPr sz="2700" b="1" dirty="0">
                <a:latin typeface="Calibri"/>
                <a:cs typeface="Calibri"/>
              </a:rPr>
              <a:t>hằng</a:t>
            </a:r>
            <a:r>
              <a:rPr sz="2700" b="1" spc="-40" dirty="0">
                <a:latin typeface="Calibri"/>
                <a:cs typeface="Calibri"/>
              </a:rPr>
              <a:t> </a:t>
            </a:r>
            <a:r>
              <a:rPr sz="2700" b="1" spc="-20" dirty="0">
                <a:latin typeface="Calibri"/>
                <a:cs typeface="Calibri"/>
              </a:rPr>
              <a:t>đúng </a:t>
            </a:r>
            <a:r>
              <a:rPr sz="2700" dirty="0">
                <a:latin typeface="Calibri"/>
                <a:cs typeface="Calibri"/>
              </a:rPr>
              <a:t>không.</a:t>
            </a:r>
            <a:r>
              <a:rPr sz="2700" spc="-15" dirty="0">
                <a:latin typeface="Calibri"/>
                <a:cs typeface="Calibri"/>
              </a:rPr>
              <a:t> </a:t>
            </a:r>
            <a:r>
              <a:rPr sz="2700" dirty="0">
                <a:latin typeface="Calibri"/>
                <a:cs typeface="Calibri"/>
              </a:rPr>
              <a:t>Nếu</a:t>
            </a:r>
            <a:r>
              <a:rPr sz="2700" spc="-20" dirty="0">
                <a:latin typeface="Calibri"/>
                <a:cs typeface="Calibri"/>
              </a:rPr>
              <a:t> </a:t>
            </a:r>
            <a:r>
              <a:rPr sz="2700" dirty="0">
                <a:latin typeface="Calibri"/>
                <a:cs typeface="Calibri"/>
              </a:rPr>
              <a:t>là</a:t>
            </a:r>
            <a:r>
              <a:rPr sz="2700" spc="-15" dirty="0">
                <a:latin typeface="Calibri"/>
                <a:cs typeface="Calibri"/>
              </a:rPr>
              <a:t> </a:t>
            </a:r>
            <a:r>
              <a:rPr sz="2700" dirty="0">
                <a:latin typeface="Calibri"/>
                <a:cs typeface="Calibri"/>
              </a:rPr>
              <a:t>hằng</a:t>
            </a:r>
            <a:r>
              <a:rPr sz="2700" spc="-20" dirty="0">
                <a:latin typeface="Calibri"/>
                <a:cs typeface="Calibri"/>
              </a:rPr>
              <a:t> </a:t>
            </a:r>
            <a:r>
              <a:rPr sz="2700" dirty="0">
                <a:latin typeface="Calibri"/>
                <a:cs typeface="Calibri"/>
              </a:rPr>
              <a:t>đúng</a:t>
            </a:r>
            <a:r>
              <a:rPr sz="2700" spc="-5" dirty="0">
                <a:latin typeface="Calibri"/>
                <a:cs typeface="Calibri"/>
              </a:rPr>
              <a:t> </a:t>
            </a:r>
            <a:r>
              <a:rPr sz="2700" dirty="0">
                <a:latin typeface="Calibri"/>
                <a:cs typeface="Calibri"/>
              </a:rPr>
              <a:t>thì</a:t>
            </a:r>
            <a:r>
              <a:rPr sz="2700" spc="-10" dirty="0">
                <a:latin typeface="Calibri"/>
                <a:cs typeface="Calibri"/>
              </a:rPr>
              <a:t> </a:t>
            </a:r>
            <a:r>
              <a:rPr sz="2700" dirty="0">
                <a:latin typeface="Calibri"/>
                <a:cs typeface="Calibri"/>
              </a:rPr>
              <a:t>suy</a:t>
            </a:r>
            <a:r>
              <a:rPr sz="2700" spc="-5" dirty="0">
                <a:latin typeface="Calibri"/>
                <a:cs typeface="Calibri"/>
              </a:rPr>
              <a:t> </a:t>
            </a:r>
            <a:r>
              <a:rPr sz="2700" dirty="0">
                <a:latin typeface="Calibri"/>
                <a:cs typeface="Calibri"/>
              </a:rPr>
              <a:t>diễn</a:t>
            </a:r>
            <a:r>
              <a:rPr sz="2700" spc="-25" dirty="0">
                <a:latin typeface="Calibri"/>
                <a:cs typeface="Calibri"/>
              </a:rPr>
              <a:t> </a:t>
            </a:r>
            <a:r>
              <a:rPr sz="2700" dirty="0">
                <a:latin typeface="Calibri"/>
                <a:cs typeface="Calibri"/>
              </a:rPr>
              <a:t>đã</a:t>
            </a:r>
            <a:r>
              <a:rPr sz="2700" spc="-25" dirty="0">
                <a:latin typeface="Calibri"/>
                <a:cs typeface="Calibri"/>
              </a:rPr>
              <a:t> </a:t>
            </a:r>
            <a:r>
              <a:rPr sz="2700" dirty="0">
                <a:latin typeface="Calibri"/>
                <a:cs typeface="Calibri"/>
              </a:rPr>
              <a:t>cho</a:t>
            </a:r>
            <a:r>
              <a:rPr sz="2700" spc="-10" dirty="0">
                <a:latin typeface="Calibri"/>
                <a:cs typeface="Calibri"/>
              </a:rPr>
              <a:t> </a:t>
            </a:r>
            <a:r>
              <a:rPr sz="2700" dirty="0">
                <a:latin typeface="Calibri"/>
                <a:cs typeface="Calibri"/>
              </a:rPr>
              <a:t>là</a:t>
            </a:r>
            <a:r>
              <a:rPr sz="2700" spc="-15" dirty="0">
                <a:latin typeface="Calibri"/>
                <a:cs typeface="Calibri"/>
              </a:rPr>
              <a:t> </a:t>
            </a:r>
            <a:r>
              <a:rPr sz="2700" dirty="0">
                <a:latin typeface="Calibri"/>
                <a:cs typeface="Calibri"/>
              </a:rPr>
              <a:t>suy</a:t>
            </a:r>
            <a:r>
              <a:rPr sz="2700" spc="-5" dirty="0">
                <a:latin typeface="Calibri"/>
                <a:cs typeface="Calibri"/>
              </a:rPr>
              <a:t> </a:t>
            </a:r>
            <a:r>
              <a:rPr sz="2700" spc="-20" dirty="0">
                <a:latin typeface="Calibri"/>
                <a:cs typeface="Calibri"/>
              </a:rPr>
              <a:t>diễn </a:t>
            </a:r>
            <a:r>
              <a:rPr sz="2700" dirty="0">
                <a:latin typeface="Calibri"/>
                <a:cs typeface="Calibri"/>
              </a:rPr>
              <a:t>đúng.</a:t>
            </a:r>
            <a:r>
              <a:rPr sz="2700" spc="-20" dirty="0">
                <a:latin typeface="Calibri"/>
                <a:cs typeface="Calibri"/>
              </a:rPr>
              <a:t> </a:t>
            </a:r>
            <a:r>
              <a:rPr sz="2700" dirty="0">
                <a:latin typeface="Calibri"/>
                <a:cs typeface="Calibri"/>
              </a:rPr>
              <a:t>Ngược</a:t>
            </a:r>
            <a:r>
              <a:rPr sz="2700" spc="-20" dirty="0">
                <a:latin typeface="Calibri"/>
                <a:cs typeface="Calibri"/>
              </a:rPr>
              <a:t> </a:t>
            </a:r>
            <a:r>
              <a:rPr sz="2700" dirty="0">
                <a:latin typeface="Calibri"/>
                <a:cs typeface="Calibri"/>
              </a:rPr>
              <a:t>lại</a:t>
            </a:r>
            <a:r>
              <a:rPr sz="2700" spc="-10" dirty="0">
                <a:latin typeface="Calibri"/>
                <a:cs typeface="Calibri"/>
              </a:rPr>
              <a:t> </a:t>
            </a:r>
            <a:r>
              <a:rPr sz="2700" dirty="0">
                <a:latin typeface="Calibri"/>
                <a:cs typeface="Calibri"/>
              </a:rPr>
              <a:t>là</a:t>
            </a:r>
            <a:r>
              <a:rPr sz="2700" spc="-15" dirty="0">
                <a:latin typeface="Calibri"/>
                <a:cs typeface="Calibri"/>
              </a:rPr>
              <a:t> </a:t>
            </a:r>
            <a:r>
              <a:rPr sz="2700" dirty="0">
                <a:latin typeface="Calibri"/>
                <a:cs typeface="Calibri"/>
              </a:rPr>
              <a:t>suy</a:t>
            </a:r>
            <a:r>
              <a:rPr sz="2700" spc="-10" dirty="0">
                <a:latin typeface="Calibri"/>
                <a:cs typeface="Calibri"/>
              </a:rPr>
              <a:t> </a:t>
            </a:r>
            <a:r>
              <a:rPr sz="2700" dirty="0">
                <a:latin typeface="Calibri"/>
                <a:cs typeface="Calibri"/>
              </a:rPr>
              <a:t>diễn</a:t>
            </a:r>
            <a:r>
              <a:rPr sz="2700" spc="-25" dirty="0">
                <a:latin typeface="Calibri"/>
                <a:cs typeface="Calibri"/>
              </a:rPr>
              <a:t> </a:t>
            </a:r>
            <a:r>
              <a:rPr sz="2700" spc="-20" dirty="0">
                <a:latin typeface="Calibri"/>
                <a:cs typeface="Calibri"/>
              </a:rPr>
              <a:t>sai.</a:t>
            </a:r>
            <a:endParaRPr sz="2700">
              <a:latin typeface="Calibri"/>
              <a:cs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82163" y="5335551"/>
            <a:ext cx="1120140" cy="0"/>
          </a:xfrm>
          <a:custGeom>
            <a:avLst/>
            <a:gdLst/>
            <a:ahLst/>
            <a:cxnLst/>
            <a:rect l="l" t="t" r="r" b="b"/>
            <a:pathLst>
              <a:path w="1120139">
                <a:moveTo>
                  <a:pt x="0" y="0"/>
                </a:moveTo>
                <a:lnTo>
                  <a:pt x="1119810" y="0"/>
                </a:lnTo>
              </a:path>
            </a:pathLst>
          </a:custGeom>
          <a:ln w="27262">
            <a:solidFill>
              <a:srgbClr val="000000"/>
            </a:solidFill>
            <a:prstDash val="dash"/>
          </a:ln>
        </p:spPr>
        <p:txBody>
          <a:bodyPr wrap="square" lIns="0" tIns="0" rIns="0" bIns="0" rtlCol="0"/>
          <a:lstStyle/>
          <a:p>
            <a:endParaRPr/>
          </a:p>
        </p:txBody>
      </p:sp>
      <p:sp>
        <p:nvSpPr>
          <p:cNvPr id="3" name="object 3"/>
          <p:cNvSpPr txBox="1"/>
          <p:nvPr/>
        </p:nvSpPr>
        <p:spPr>
          <a:xfrm>
            <a:off x="383540" y="135201"/>
            <a:ext cx="6467475" cy="5934710"/>
          </a:xfrm>
          <a:prstGeom prst="rect">
            <a:avLst/>
          </a:prstGeom>
        </p:spPr>
        <p:txBody>
          <a:bodyPr vert="horz" wrap="square" lIns="0" tIns="64769" rIns="0" bIns="0" rtlCol="0">
            <a:spAutoFit/>
          </a:bodyPr>
          <a:lstStyle/>
          <a:p>
            <a:pPr marL="12700">
              <a:lnSpc>
                <a:spcPct val="100000"/>
              </a:lnSpc>
              <a:spcBef>
                <a:spcPts val="509"/>
              </a:spcBef>
            </a:pPr>
            <a:r>
              <a:rPr sz="3200" dirty="0">
                <a:latin typeface="Calibri"/>
                <a:cs typeface="Calibri"/>
              </a:rPr>
              <a:t>Theo</a:t>
            </a:r>
            <a:r>
              <a:rPr sz="3200" spc="-40" dirty="0">
                <a:latin typeface="Calibri"/>
                <a:cs typeface="Calibri"/>
              </a:rPr>
              <a:t> </a:t>
            </a:r>
            <a:r>
              <a:rPr sz="3200" dirty="0">
                <a:latin typeface="Calibri"/>
                <a:cs typeface="Calibri"/>
              </a:rPr>
              <a:t>ví</a:t>
            </a:r>
            <a:r>
              <a:rPr sz="3200" spc="-45" dirty="0">
                <a:latin typeface="Calibri"/>
                <a:cs typeface="Calibri"/>
              </a:rPr>
              <a:t> </a:t>
            </a:r>
            <a:r>
              <a:rPr sz="3200" dirty="0">
                <a:latin typeface="Calibri"/>
                <a:cs typeface="Calibri"/>
              </a:rPr>
              <a:t>dụ</a:t>
            </a:r>
            <a:r>
              <a:rPr sz="3200" spc="-20" dirty="0">
                <a:latin typeface="Calibri"/>
                <a:cs typeface="Calibri"/>
              </a:rPr>
              <a:t> </a:t>
            </a:r>
            <a:r>
              <a:rPr sz="3200" dirty="0">
                <a:latin typeface="Calibri"/>
                <a:cs typeface="Calibri"/>
              </a:rPr>
              <a:t>ta</a:t>
            </a:r>
            <a:r>
              <a:rPr sz="3200" spc="-35" dirty="0">
                <a:latin typeface="Calibri"/>
                <a:cs typeface="Calibri"/>
              </a:rPr>
              <a:t> </a:t>
            </a:r>
            <a:r>
              <a:rPr sz="3200" dirty="0">
                <a:latin typeface="Calibri"/>
                <a:cs typeface="Calibri"/>
              </a:rPr>
              <a:t>cần</a:t>
            </a:r>
            <a:r>
              <a:rPr sz="3200" spc="-35" dirty="0">
                <a:latin typeface="Calibri"/>
                <a:cs typeface="Calibri"/>
              </a:rPr>
              <a:t> </a:t>
            </a:r>
            <a:r>
              <a:rPr sz="3200" dirty="0">
                <a:latin typeface="Calibri"/>
                <a:cs typeface="Calibri"/>
              </a:rPr>
              <a:t>kiểm</a:t>
            </a:r>
            <a:r>
              <a:rPr sz="3200" spc="-50" dirty="0">
                <a:latin typeface="Calibri"/>
                <a:cs typeface="Calibri"/>
              </a:rPr>
              <a:t> </a:t>
            </a:r>
            <a:r>
              <a:rPr sz="3200" spc="-25" dirty="0">
                <a:latin typeface="Calibri"/>
                <a:cs typeface="Calibri"/>
              </a:rPr>
              <a:t>tra</a:t>
            </a:r>
            <a:endParaRPr sz="3200">
              <a:latin typeface="Calibri"/>
              <a:cs typeface="Calibri"/>
            </a:endParaRPr>
          </a:p>
          <a:p>
            <a:pPr marL="2425700">
              <a:lnSpc>
                <a:spcPct val="100000"/>
              </a:lnSpc>
              <a:spcBef>
                <a:spcPts val="409"/>
              </a:spcBef>
            </a:pPr>
            <a:r>
              <a:rPr sz="3200" dirty="0">
                <a:latin typeface="Calibri"/>
                <a:cs typeface="Calibri"/>
              </a:rPr>
              <a:t>E=</a:t>
            </a:r>
            <a:r>
              <a:rPr sz="3200" spc="-30" dirty="0">
                <a:latin typeface="Calibri"/>
                <a:cs typeface="Calibri"/>
              </a:rPr>
              <a:t> </a:t>
            </a:r>
            <a:r>
              <a:rPr sz="3200" dirty="0">
                <a:latin typeface="Calibri"/>
                <a:cs typeface="Calibri"/>
              </a:rPr>
              <a:t>[(p</a:t>
            </a:r>
            <a:r>
              <a:rPr sz="3200" spc="-15" dirty="0">
                <a:latin typeface="Calibri"/>
                <a:cs typeface="Calibri"/>
              </a:rPr>
              <a:t> </a:t>
            </a:r>
            <a:r>
              <a:rPr sz="3200" dirty="0">
                <a:latin typeface="Symbol"/>
                <a:cs typeface="Symbol"/>
              </a:rPr>
              <a:t></a:t>
            </a:r>
            <a:r>
              <a:rPr sz="3200" spc="-110" dirty="0">
                <a:latin typeface="Times New Roman"/>
                <a:cs typeface="Times New Roman"/>
              </a:rPr>
              <a:t> </a:t>
            </a:r>
            <a:r>
              <a:rPr sz="3200" dirty="0">
                <a:latin typeface="Calibri"/>
                <a:cs typeface="Calibri"/>
              </a:rPr>
              <a:t>q)</a:t>
            </a:r>
            <a:r>
              <a:rPr sz="3200" spc="-15" dirty="0">
                <a:latin typeface="Calibri"/>
                <a:cs typeface="Calibri"/>
              </a:rPr>
              <a:t> </a:t>
            </a:r>
            <a:r>
              <a:rPr sz="3200" dirty="0">
                <a:latin typeface="Symbol"/>
                <a:cs typeface="Symbol"/>
              </a:rPr>
              <a:t></a:t>
            </a:r>
            <a:r>
              <a:rPr sz="3200" spc="-110" dirty="0">
                <a:latin typeface="Times New Roman"/>
                <a:cs typeface="Times New Roman"/>
              </a:rPr>
              <a:t> </a:t>
            </a:r>
            <a:r>
              <a:rPr sz="3200" dirty="0">
                <a:latin typeface="Calibri"/>
                <a:cs typeface="Calibri"/>
              </a:rPr>
              <a:t>p]</a:t>
            </a:r>
            <a:r>
              <a:rPr sz="3200" spc="-25" dirty="0">
                <a:latin typeface="Calibri"/>
                <a:cs typeface="Calibri"/>
              </a:rPr>
              <a:t> </a:t>
            </a:r>
            <a:r>
              <a:rPr sz="3200" dirty="0">
                <a:latin typeface="Symbol"/>
                <a:cs typeface="Symbol"/>
              </a:rPr>
              <a:t></a:t>
            </a:r>
            <a:r>
              <a:rPr sz="3200" spc="-100" dirty="0">
                <a:latin typeface="Times New Roman"/>
                <a:cs typeface="Times New Roman"/>
              </a:rPr>
              <a:t> </a:t>
            </a:r>
            <a:r>
              <a:rPr sz="3200" spc="-50" dirty="0">
                <a:latin typeface="Calibri"/>
                <a:cs typeface="Calibri"/>
              </a:rPr>
              <a:t>q</a:t>
            </a:r>
            <a:endParaRPr sz="3200">
              <a:latin typeface="Calibri"/>
              <a:cs typeface="Calibri"/>
            </a:endParaRPr>
          </a:p>
          <a:p>
            <a:pPr marL="104139">
              <a:lnSpc>
                <a:spcPct val="100000"/>
              </a:lnSpc>
              <a:spcBef>
                <a:spcPts val="360"/>
              </a:spcBef>
            </a:pPr>
            <a:r>
              <a:rPr sz="3200" dirty="0">
                <a:latin typeface="Calibri"/>
                <a:cs typeface="Calibri"/>
              </a:rPr>
              <a:t>là</a:t>
            </a:r>
            <a:r>
              <a:rPr sz="3200" spc="-45" dirty="0">
                <a:latin typeface="Calibri"/>
                <a:cs typeface="Calibri"/>
              </a:rPr>
              <a:t> </a:t>
            </a:r>
            <a:r>
              <a:rPr sz="3200" dirty="0">
                <a:latin typeface="Calibri"/>
                <a:cs typeface="Calibri"/>
              </a:rPr>
              <a:t>hằng</a:t>
            </a:r>
            <a:r>
              <a:rPr sz="3200" spc="-25" dirty="0">
                <a:latin typeface="Calibri"/>
                <a:cs typeface="Calibri"/>
              </a:rPr>
              <a:t> </a:t>
            </a:r>
            <a:r>
              <a:rPr sz="3200" spc="-10" dirty="0">
                <a:latin typeface="Calibri"/>
                <a:cs typeface="Calibri"/>
              </a:rPr>
              <a:t>đúng.</a:t>
            </a:r>
            <a:endParaRPr sz="3200">
              <a:latin typeface="Calibri"/>
              <a:cs typeface="Calibri"/>
            </a:endParaRPr>
          </a:p>
          <a:p>
            <a:pPr marL="12700" marR="5080">
              <a:lnSpc>
                <a:spcPct val="219400"/>
              </a:lnSpc>
              <a:spcBef>
                <a:spcPts val="50"/>
              </a:spcBef>
            </a:pPr>
            <a:r>
              <a:rPr sz="3200" dirty="0">
                <a:latin typeface="Calibri"/>
                <a:cs typeface="Calibri"/>
              </a:rPr>
              <a:t>Hay</a:t>
            </a:r>
            <a:r>
              <a:rPr sz="3200" spc="-30" dirty="0">
                <a:latin typeface="Calibri"/>
                <a:cs typeface="Calibri"/>
              </a:rPr>
              <a:t> </a:t>
            </a:r>
            <a:r>
              <a:rPr sz="3200" dirty="0">
                <a:latin typeface="Calibri"/>
                <a:cs typeface="Calibri"/>
              </a:rPr>
              <a:t>cần</a:t>
            </a:r>
            <a:r>
              <a:rPr sz="3200" spc="-45" dirty="0">
                <a:latin typeface="Calibri"/>
                <a:cs typeface="Calibri"/>
              </a:rPr>
              <a:t> </a:t>
            </a:r>
            <a:r>
              <a:rPr sz="3200" dirty="0">
                <a:latin typeface="Calibri"/>
                <a:cs typeface="Calibri"/>
              </a:rPr>
              <a:t>kiểm</a:t>
            </a:r>
            <a:r>
              <a:rPr sz="3200" spc="-55" dirty="0">
                <a:latin typeface="Calibri"/>
                <a:cs typeface="Calibri"/>
              </a:rPr>
              <a:t> </a:t>
            </a:r>
            <a:r>
              <a:rPr sz="3200" dirty="0">
                <a:latin typeface="Calibri"/>
                <a:cs typeface="Calibri"/>
              </a:rPr>
              <a:t>tra</a:t>
            </a:r>
            <a:r>
              <a:rPr sz="3200" spc="-40" dirty="0">
                <a:latin typeface="Calibri"/>
                <a:cs typeface="Calibri"/>
              </a:rPr>
              <a:t> </a:t>
            </a:r>
            <a:r>
              <a:rPr sz="3200" dirty="0">
                <a:latin typeface="Calibri"/>
                <a:cs typeface="Calibri"/>
              </a:rPr>
              <a:t>[(p</a:t>
            </a:r>
            <a:r>
              <a:rPr sz="3200" spc="-20" dirty="0">
                <a:latin typeface="Calibri"/>
                <a:cs typeface="Calibri"/>
              </a:rPr>
              <a:t> </a:t>
            </a:r>
            <a:r>
              <a:rPr sz="3200" dirty="0">
                <a:latin typeface="Symbol"/>
                <a:cs typeface="Symbol"/>
              </a:rPr>
              <a:t></a:t>
            </a:r>
            <a:r>
              <a:rPr sz="3200" spc="-114" dirty="0">
                <a:latin typeface="Times New Roman"/>
                <a:cs typeface="Times New Roman"/>
              </a:rPr>
              <a:t> </a:t>
            </a:r>
            <a:r>
              <a:rPr sz="3200" dirty="0">
                <a:latin typeface="Calibri"/>
                <a:cs typeface="Calibri"/>
              </a:rPr>
              <a:t>q)</a:t>
            </a:r>
            <a:r>
              <a:rPr sz="3200" spc="-35" dirty="0">
                <a:latin typeface="Calibri"/>
                <a:cs typeface="Calibri"/>
              </a:rPr>
              <a:t> </a:t>
            </a:r>
            <a:r>
              <a:rPr sz="3200" dirty="0">
                <a:latin typeface="Symbol"/>
                <a:cs typeface="Symbol"/>
              </a:rPr>
              <a:t></a:t>
            </a:r>
            <a:r>
              <a:rPr sz="3200" spc="-120" dirty="0">
                <a:latin typeface="Times New Roman"/>
                <a:cs typeface="Times New Roman"/>
              </a:rPr>
              <a:t> </a:t>
            </a:r>
            <a:r>
              <a:rPr sz="3200" dirty="0">
                <a:latin typeface="Calibri"/>
                <a:cs typeface="Calibri"/>
              </a:rPr>
              <a:t>p]</a:t>
            </a:r>
            <a:r>
              <a:rPr sz="3200" spc="-35" dirty="0">
                <a:latin typeface="Calibri"/>
                <a:cs typeface="Calibri"/>
              </a:rPr>
              <a:t> </a:t>
            </a:r>
            <a:r>
              <a:rPr sz="3200" dirty="0">
                <a:latin typeface="Symbol"/>
                <a:cs typeface="Symbol"/>
              </a:rPr>
              <a:t></a:t>
            </a:r>
            <a:r>
              <a:rPr sz="3200" spc="-114" dirty="0">
                <a:latin typeface="Times New Roman"/>
                <a:cs typeface="Times New Roman"/>
              </a:rPr>
              <a:t> </a:t>
            </a:r>
            <a:r>
              <a:rPr sz="3200" dirty="0">
                <a:latin typeface="Calibri"/>
                <a:cs typeface="Calibri"/>
              </a:rPr>
              <a:t>q</a:t>
            </a:r>
            <a:r>
              <a:rPr sz="3200" spc="-45" dirty="0">
                <a:latin typeface="Calibri"/>
                <a:cs typeface="Calibri"/>
              </a:rPr>
              <a:t> </a:t>
            </a:r>
            <a:r>
              <a:rPr sz="3200" spc="-20" dirty="0">
                <a:latin typeface="Calibri"/>
                <a:cs typeface="Calibri"/>
              </a:rPr>
              <a:t>(*). </a:t>
            </a:r>
            <a:r>
              <a:rPr sz="3200" dirty="0">
                <a:latin typeface="Calibri"/>
                <a:cs typeface="Calibri"/>
              </a:rPr>
              <a:t>Cách</a:t>
            </a:r>
            <a:r>
              <a:rPr sz="3200" spc="-30" dirty="0">
                <a:latin typeface="Calibri"/>
                <a:cs typeface="Calibri"/>
              </a:rPr>
              <a:t> </a:t>
            </a:r>
            <a:r>
              <a:rPr sz="3200" dirty="0">
                <a:latin typeface="Calibri"/>
                <a:cs typeface="Calibri"/>
              </a:rPr>
              <a:t>viết</a:t>
            </a:r>
            <a:r>
              <a:rPr sz="3200" spc="-35" dirty="0">
                <a:latin typeface="Calibri"/>
                <a:cs typeface="Calibri"/>
              </a:rPr>
              <a:t> </a:t>
            </a:r>
            <a:r>
              <a:rPr sz="3200" dirty="0">
                <a:latin typeface="Calibri"/>
                <a:cs typeface="Calibri"/>
              </a:rPr>
              <a:t>khác</a:t>
            </a:r>
            <a:r>
              <a:rPr sz="3200" spc="-25" dirty="0">
                <a:latin typeface="Calibri"/>
                <a:cs typeface="Calibri"/>
              </a:rPr>
              <a:t> </a:t>
            </a:r>
            <a:r>
              <a:rPr sz="3200" dirty="0">
                <a:latin typeface="Calibri"/>
                <a:cs typeface="Calibri"/>
              </a:rPr>
              <a:t>cho</a:t>
            </a:r>
            <a:r>
              <a:rPr sz="3200" spc="-25" dirty="0">
                <a:latin typeface="Calibri"/>
                <a:cs typeface="Calibri"/>
              </a:rPr>
              <a:t> (*)</a:t>
            </a:r>
            <a:endParaRPr sz="3200">
              <a:latin typeface="Calibri"/>
              <a:cs typeface="Calibri"/>
            </a:endParaRPr>
          </a:p>
          <a:p>
            <a:pPr marL="2698115" marR="2746375">
              <a:lnSpc>
                <a:spcPct val="109400"/>
              </a:lnSpc>
              <a:spcBef>
                <a:spcPts val="45"/>
              </a:spcBef>
            </a:pPr>
            <a:r>
              <a:rPr sz="3200" dirty="0">
                <a:latin typeface="Calibri"/>
                <a:cs typeface="Calibri"/>
              </a:rPr>
              <a:t>p</a:t>
            </a:r>
            <a:r>
              <a:rPr sz="3200" spc="-20" dirty="0">
                <a:latin typeface="Calibri"/>
                <a:cs typeface="Calibri"/>
              </a:rPr>
              <a:t> </a:t>
            </a:r>
            <a:r>
              <a:rPr sz="3200" dirty="0">
                <a:latin typeface="Symbol"/>
                <a:cs typeface="Symbol"/>
              </a:rPr>
              <a:t></a:t>
            </a:r>
            <a:r>
              <a:rPr sz="3200" spc="-100" dirty="0">
                <a:latin typeface="Times New Roman"/>
                <a:cs typeface="Times New Roman"/>
              </a:rPr>
              <a:t> </a:t>
            </a:r>
            <a:r>
              <a:rPr sz="3200" spc="-50" dirty="0">
                <a:latin typeface="Calibri"/>
                <a:cs typeface="Calibri"/>
              </a:rPr>
              <a:t>q p</a:t>
            </a:r>
            <a:endParaRPr sz="3200">
              <a:latin typeface="Calibri"/>
              <a:cs typeface="Calibri"/>
            </a:endParaRPr>
          </a:p>
          <a:p>
            <a:pPr>
              <a:lnSpc>
                <a:spcPct val="100000"/>
              </a:lnSpc>
              <a:spcBef>
                <a:spcPts val="730"/>
              </a:spcBef>
            </a:pPr>
            <a:endParaRPr sz="3200">
              <a:latin typeface="Calibri"/>
              <a:cs typeface="Calibri"/>
            </a:endParaRPr>
          </a:p>
          <a:p>
            <a:pPr marL="2698115">
              <a:lnSpc>
                <a:spcPct val="100000"/>
              </a:lnSpc>
            </a:pPr>
            <a:r>
              <a:rPr sz="3200" spc="-25" dirty="0">
                <a:latin typeface="Symbol"/>
                <a:cs typeface="Symbol"/>
              </a:rPr>
              <a:t></a:t>
            </a:r>
            <a:r>
              <a:rPr sz="3200" spc="-25" dirty="0">
                <a:latin typeface="Calibri"/>
                <a:cs typeface="Calibri"/>
              </a:rPr>
              <a:t>q</a:t>
            </a:r>
            <a:endParaRPr sz="3200">
              <a:latin typeface="Calibri"/>
              <a:cs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45440" y="138215"/>
            <a:ext cx="8147684" cy="4025900"/>
          </a:xfrm>
          <a:prstGeom prst="rect">
            <a:avLst/>
          </a:prstGeom>
        </p:spPr>
        <p:txBody>
          <a:bodyPr vert="horz" wrap="square" lIns="0" tIns="110489" rIns="0" bIns="0" rtlCol="0">
            <a:spAutoFit/>
          </a:bodyPr>
          <a:lstStyle/>
          <a:p>
            <a:pPr marL="50800">
              <a:lnSpc>
                <a:spcPct val="100000"/>
              </a:lnSpc>
              <a:spcBef>
                <a:spcPts val="869"/>
              </a:spcBef>
            </a:pPr>
            <a:r>
              <a:rPr sz="3200" dirty="0">
                <a:latin typeface="Calibri"/>
                <a:cs typeface="Calibri"/>
              </a:rPr>
              <a:t>Vì</a:t>
            </a:r>
            <a:r>
              <a:rPr sz="3200" spc="-15" dirty="0">
                <a:latin typeface="Calibri"/>
                <a:cs typeface="Calibri"/>
              </a:rPr>
              <a:t> </a:t>
            </a:r>
            <a:r>
              <a:rPr sz="3200" dirty="0">
                <a:latin typeface="Calibri"/>
                <a:cs typeface="Calibri"/>
              </a:rPr>
              <a:t>E</a:t>
            </a:r>
            <a:r>
              <a:rPr sz="3200" spc="-10" dirty="0">
                <a:latin typeface="Calibri"/>
                <a:cs typeface="Calibri"/>
              </a:rPr>
              <a:t> </a:t>
            </a:r>
            <a:r>
              <a:rPr sz="3200" dirty="0">
                <a:latin typeface="Calibri"/>
                <a:cs typeface="Calibri"/>
              </a:rPr>
              <a:t>là</a:t>
            </a:r>
            <a:r>
              <a:rPr sz="3200" spc="-15" dirty="0">
                <a:latin typeface="Calibri"/>
                <a:cs typeface="Calibri"/>
              </a:rPr>
              <a:t> </a:t>
            </a:r>
            <a:r>
              <a:rPr sz="3200" dirty="0">
                <a:latin typeface="Calibri"/>
                <a:cs typeface="Calibri"/>
              </a:rPr>
              <a:t>hằng</a:t>
            </a:r>
            <a:r>
              <a:rPr sz="3200" spc="10" dirty="0">
                <a:latin typeface="Calibri"/>
                <a:cs typeface="Calibri"/>
              </a:rPr>
              <a:t> </a:t>
            </a:r>
            <a:r>
              <a:rPr sz="3200" dirty="0">
                <a:latin typeface="Calibri"/>
                <a:cs typeface="Calibri"/>
              </a:rPr>
              <a:t>đúng</a:t>
            </a:r>
            <a:r>
              <a:rPr sz="3200" spc="-15" dirty="0">
                <a:latin typeface="Calibri"/>
                <a:cs typeface="Calibri"/>
              </a:rPr>
              <a:t> </a:t>
            </a:r>
            <a:r>
              <a:rPr sz="3200" dirty="0">
                <a:latin typeface="Calibri"/>
                <a:cs typeface="Calibri"/>
              </a:rPr>
              <a:t>nên</a:t>
            </a:r>
            <a:r>
              <a:rPr sz="3200" spc="5" dirty="0">
                <a:latin typeface="Calibri"/>
                <a:cs typeface="Calibri"/>
              </a:rPr>
              <a:t> </a:t>
            </a:r>
            <a:r>
              <a:rPr sz="3200" dirty="0">
                <a:latin typeface="Calibri"/>
                <a:cs typeface="Calibri"/>
              </a:rPr>
              <a:t>suy</a:t>
            </a:r>
            <a:r>
              <a:rPr sz="3200" spc="-10" dirty="0">
                <a:latin typeface="Calibri"/>
                <a:cs typeface="Calibri"/>
              </a:rPr>
              <a:t> luận:</a:t>
            </a:r>
            <a:endParaRPr sz="3200">
              <a:latin typeface="Calibri"/>
              <a:cs typeface="Calibri"/>
            </a:endParaRPr>
          </a:p>
          <a:p>
            <a:pPr marL="50800" marR="43180">
              <a:lnSpc>
                <a:spcPct val="100000"/>
              </a:lnSpc>
              <a:spcBef>
                <a:spcPts val="770"/>
              </a:spcBef>
              <a:tabLst>
                <a:tab pos="5852795" algn="l"/>
              </a:tabLst>
            </a:pPr>
            <a:r>
              <a:rPr sz="3200" dirty="0">
                <a:latin typeface="Calibri"/>
                <a:cs typeface="Calibri"/>
              </a:rPr>
              <a:t>P</a:t>
            </a:r>
            <a:r>
              <a:rPr sz="3150" baseline="-21164" dirty="0">
                <a:latin typeface="Calibri"/>
                <a:cs typeface="Calibri"/>
              </a:rPr>
              <a:t>1</a:t>
            </a:r>
            <a:r>
              <a:rPr sz="3150" spc="345" baseline="-21164"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Nếu</a:t>
            </a:r>
            <a:r>
              <a:rPr sz="3200" spc="-30" dirty="0">
                <a:latin typeface="Calibri"/>
                <a:cs typeface="Calibri"/>
              </a:rPr>
              <a:t> </a:t>
            </a:r>
            <a:r>
              <a:rPr sz="3200" u="sng" dirty="0">
                <a:solidFill>
                  <a:srgbClr val="FF0000"/>
                </a:solidFill>
                <a:uFill>
                  <a:solidFill>
                    <a:srgbClr val="FF0000"/>
                  </a:solidFill>
                </a:uFill>
                <a:latin typeface="Calibri"/>
                <a:cs typeface="Calibri"/>
              </a:rPr>
              <a:t>Dũng</a:t>
            </a:r>
            <a:r>
              <a:rPr sz="3200" u="sng" spc="-10" dirty="0">
                <a:solidFill>
                  <a:srgbClr val="FF0000"/>
                </a:solidFill>
                <a:uFill>
                  <a:solidFill>
                    <a:srgbClr val="FF0000"/>
                  </a:solidFill>
                </a:uFill>
                <a:latin typeface="Calibri"/>
                <a:cs typeface="Calibri"/>
              </a:rPr>
              <a:t> </a:t>
            </a:r>
            <a:r>
              <a:rPr sz="3200" u="sng" dirty="0">
                <a:solidFill>
                  <a:srgbClr val="FF0000"/>
                </a:solidFill>
                <a:uFill>
                  <a:solidFill>
                    <a:srgbClr val="FF0000"/>
                  </a:solidFill>
                </a:uFill>
                <a:latin typeface="Calibri"/>
                <a:cs typeface="Calibri"/>
              </a:rPr>
              <a:t>đi</a:t>
            </a:r>
            <a:r>
              <a:rPr sz="3200" u="sng" spc="-20" dirty="0">
                <a:solidFill>
                  <a:srgbClr val="FF0000"/>
                </a:solidFill>
                <a:uFill>
                  <a:solidFill>
                    <a:srgbClr val="FF0000"/>
                  </a:solidFill>
                </a:uFill>
                <a:latin typeface="Calibri"/>
                <a:cs typeface="Calibri"/>
              </a:rPr>
              <a:t> </a:t>
            </a:r>
            <a:r>
              <a:rPr sz="3200" u="sng" dirty="0">
                <a:solidFill>
                  <a:srgbClr val="FF0000"/>
                </a:solidFill>
                <a:uFill>
                  <a:solidFill>
                    <a:srgbClr val="FF0000"/>
                  </a:solidFill>
                </a:uFill>
                <a:latin typeface="Calibri"/>
                <a:cs typeface="Calibri"/>
              </a:rPr>
              <a:t>học</a:t>
            </a:r>
            <a:r>
              <a:rPr sz="3200" u="sng" spc="-20" dirty="0">
                <a:solidFill>
                  <a:srgbClr val="FF0000"/>
                </a:solidFill>
                <a:uFill>
                  <a:solidFill>
                    <a:srgbClr val="FF0000"/>
                  </a:solidFill>
                </a:uFill>
                <a:latin typeface="Calibri"/>
                <a:cs typeface="Calibri"/>
              </a:rPr>
              <a:t> </a:t>
            </a:r>
            <a:r>
              <a:rPr sz="3200" u="sng" dirty="0">
                <a:solidFill>
                  <a:srgbClr val="FF0000"/>
                </a:solidFill>
                <a:uFill>
                  <a:solidFill>
                    <a:srgbClr val="FF0000"/>
                  </a:solidFill>
                </a:uFill>
                <a:latin typeface="Calibri"/>
                <a:cs typeface="Calibri"/>
              </a:rPr>
              <a:t>đều</a:t>
            </a:r>
            <a:r>
              <a:rPr sz="3200" spc="-35" dirty="0">
                <a:solidFill>
                  <a:srgbClr val="FF0000"/>
                </a:solidFill>
                <a:latin typeface="Calibri"/>
                <a:cs typeface="Calibri"/>
              </a:rPr>
              <a:t> </a:t>
            </a:r>
            <a:r>
              <a:rPr sz="3200" dirty="0">
                <a:latin typeface="Calibri"/>
                <a:cs typeface="Calibri"/>
              </a:rPr>
              <a:t>thì</a:t>
            </a:r>
            <a:r>
              <a:rPr sz="3200" spc="-5" dirty="0">
                <a:latin typeface="Calibri"/>
                <a:cs typeface="Calibri"/>
              </a:rPr>
              <a:t> </a:t>
            </a:r>
            <a:r>
              <a:rPr sz="3200" u="sng" spc="-20" dirty="0">
                <a:uFill>
                  <a:solidFill>
                    <a:srgbClr val="000000"/>
                  </a:solidFill>
                </a:uFill>
                <a:latin typeface="Calibri"/>
                <a:cs typeface="Calibri"/>
              </a:rPr>
              <a:t>Dũng</a:t>
            </a:r>
            <a:r>
              <a:rPr sz="3200" u="sng" dirty="0">
                <a:uFill>
                  <a:solidFill>
                    <a:srgbClr val="000000"/>
                  </a:solidFill>
                </a:uFill>
                <a:latin typeface="Calibri"/>
                <a:cs typeface="Calibri"/>
              </a:rPr>
              <a:t>	đạt</a:t>
            </a:r>
            <a:r>
              <a:rPr sz="3200" u="sng" spc="-60" dirty="0">
                <a:uFill>
                  <a:solidFill>
                    <a:srgbClr val="000000"/>
                  </a:solidFill>
                </a:uFill>
                <a:latin typeface="Calibri"/>
                <a:cs typeface="Calibri"/>
              </a:rPr>
              <a:t> </a:t>
            </a:r>
            <a:r>
              <a:rPr sz="3200" u="sng" dirty="0">
                <a:uFill>
                  <a:solidFill>
                    <a:srgbClr val="000000"/>
                  </a:solidFill>
                </a:uFill>
                <a:latin typeface="Calibri"/>
                <a:cs typeface="Calibri"/>
              </a:rPr>
              <a:t>môn</a:t>
            </a:r>
            <a:r>
              <a:rPr sz="3200" u="sng" spc="-65" dirty="0">
                <a:uFill>
                  <a:solidFill>
                    <a:srgbClr val="000000"/>
                  </a:solidFill>
                </a:uFill>
                <a:latin typeface="Calibri"/>
                <a:cs typeface="Calibri"/>
              </a:rPr>
              <a:t> </a:t>
            </a:r>
            <a:r>
              <a:rPr sz="3200" u="sng" spc="-20" dirty="0">
                <a:uFill>
                  <a:solidFill>
                    <a:srgbClr val="000000"/>
                  </a:solidFill>
                </a:uFill>
                <a:latin typeface="Calibri"/>
                <a:cs typeface="Calibri"/>
              </a:rPr>
              <a:t>toán</a:t>
            </a:r>
            <a:r>
              <a:rPr sz="3200" spc="-20" dirty="0">
                <a:latin typeface="Calibri"/>
                <a:cs typeface="Calibri"/>
              </a:rPr>
              <a:t> </a:t>
            </a:r>
            <a:r>
              <a:rPr sz="3200" u="sng" dirty="0">
                <a:uFill>
                  <a:solidFill>
                    <a:srgbClr val="000000"/>
                  </a:solidFill>
                </a:uFill>
                <a:latin typeface="Calibri"/>
                <a:cs typeface="Calibri"/>
              </a:rPr>
              <a:t>rời</a:t>
            </a:r>
            <a:r>
              <a:rPr sz="3200" u="sng" spc="-80" dirty="0">
                <a:uFill>
                  <a:solidFill>
                    <a:srgbClr val="000000"/>
                  </a:solidFill>
                </a:uFill>
                <a:latin typeface="Calibri"/>
                <a:cs typeface="Calibri"/>
              </a:rPr>
              <a:t> </a:t>
            </a:r>
            <a:r>
              <a:rPr sz="3200" u="sng" spc="-20" dirty="0">
                <a:uFill>
                  <a:solidFill>
                    <a:srgbClr val="000000"/>
                  </a:solidFill>
                </a:uFill>
                <a:latin typeface="Calibri"/>
                <a:cs typeface="Calibri"/>
              </a:rPr>
              <a:t>rạc</a:t>
            </a:r>
            <a:r>
              <a:rPr sz="3200" spc="-20" dirty="0">
                <a:latin typeface="Calibri"/>
                <a:cs typeface="Calibri"/>
              </a:rPr>
              <a:t>.</a:t>
            </a:r>
            <a:endParaRPr sz="3200">
              <a:latin typeface="Calibri"/>
              <a:cs typeface="Calibri"/>
            </a:endParaRPr>
          </a:p>
          <a:p>
            <a:pPr marL="50800">
              <a:lnSpc>
                <a:spcPct val="100000"/>
              </a:lnSpc>
              <a:spcBef>
                <a:spcPts val="770"/>
              </a:spcBef>
            </a:pPr>
            <a:r>
              <a:rPr sz="3200" dirty="0">
                <a:latin typeface="Calibri"/>
                <a:cs typeface="Calibri"/>
              </a:rPr>
              <a:t>P</a:t>
            </a:r>
            <a:r>
              <a:rPr sz="3150" baseline="-21164" dirty="0">
                <a:latin typeface="Calibri"/>
                <a:cs typeface="Calibri"/>
              </a:rPr>
              <a:t>2</a:t>
            </a:r>
            <a:r>
              <a:rPr sz="3150" spc="-15" baseline="-21164" dirty="0">
                <a:latin typeface="Calibri"/>
                <a:cs typeface="Calibri"/>
              </a:rPr>
              <a:t> </a:t>
            </a:r>
            <a:r>
              <a:rPr sz="3200" dirty="0">
                <a:latin typeface="Calibri"/>
                <a:cs typeface="Calibri"/>
              </a:rPr>
              <a:t>:</a:t>
            </a:r>
            <a:r>
              <a:rPr sz="3200" spc="-15" dirty="0">
                <a:latin typeface="Calibri"/>
                <a:cs typeface="Calibri"/>
              </a:rPr>
              <a:t> </a:t>
            </a:r>
            <a:r>
              <a:rPr sz="3200" u="sng" dirty="0">
                <a:uFill>
                  <a:solidFill>
                    <a:srgbClr val="000000"/>
                  </a:solidFill>
                </a:uFill>
                <a:latin typeface="Calibri"/>
                <a:cs typeface="Calibri"/>
              </a:rPr>
              <a:t>Dũng</a:t>
            </a:r>
            <a:r>
              <a:rPr sz="3200" u="sng" spc="-15" dirty="0">
                <a:uFill>
                  <a:solidFill>
                    <a:srgbClr val="000000"/>
                  </a:solidFill>
                </a:uFill>
                <a:latin typeface="Calibri"/>
                <a:cs typeface="Calibri"/>
              </a:rPr>
              <a:t> </a:t>
            </a:r>
            <a:r>
              <a:rPr sz="3200" u="sng" dirty="0">
                <a:uFill>
                  <a:solidFill>
                    <a:srgbClr val="000000"/>
                  </a:solidFill>
                </a:uFill>
                <a:latin typeface="Calibri"/>
                <a:cs typeface="Calibri"/>
              </a:rPr>
              <a:t>đi</a:t>
            </a:r>
            <a:r>
              <a:rPr sz="3200" u="sng" spc="-20" dirty="0">
                <a:uFill>
                  <a:solidFill>
                    <a:srgbClr val="000000"/>
                  </a:solidFill>
                </a:uFill>
                <a:latin typeface="Calibri"/>
                <a:cs typeface="Calibri"/>
              </a:rPr>
              <a:t> </a:t>
            </a:r>
            <a:r>
              <a:rPr sz="3200" u="sng" dirty="0">
                <a:uFill>
                  <a:solidFill>
                    <a:srgbClr val="000000"/>
                  </a:solidFill>
                </a:uFill>
                <a:latin typeface="Calibri"/>
                <a:cs typeface="Calibri"/>
              </a:rPr>
              <a:t>học</a:t>
            </a:r>
            <a:r>
              <a:rPr sz="3200" u="sng" spc="-25" dirty="0">
                <a:uFill>
                  <a:solidFill>
                    <a:srgbClr val="000000"/>
                  </a:solidFill>
                </a:uFill>
                <a:latin typeface="Calibri"/>
                <a:cs typeface="Calibri"/>
              </a:rPr>
              <a:t> </a:t>
            </a:r>
            <a:r>
              <a:rPr sz="3200" u="sng" spc="-20" dirty="0">
                <a:uFill>
                  <a:solidFill>
                    <a:srgbClr val="000000"/>
                  </a:solidFill>
                </a:uFill>
                <a:latin typeface="Calibri"/>
                <a:cs typeface="Calibri"/>
              </a:rPr>
              <a:t>đều</a:t>
            </a:r>
            <a:r>
              <a:rPr sz="3200" spc="-20" dirty="0">
                <a:latin typeface="Calibri"/>
                <a:cs typeface="Calibri"/>
              </a:rPr>
              <a:t>.</a:t>
            </a:r>
            <a:endParaRPr sz="3200">
              <a:latin typeface="Calibri"/>
              <a:cs typeface="Calibri"/>
            </a:endParaRPr>
          </a:p>
          <a:p>
            <a:pPr marL="50800">
              <a:lnSpc>
                <a:spcPct val="100000"/>
              </a:lnSpc>
              <a:spcBef>
                <a:spcPts val="770"/>
              </a:spcBef>
              <a:tabLst>
                <a:tab pos="2150745" algn="l"/>
              </a:tabLst>
            </a:pPr>
            <a:r>
              <a:rPr sz="3200" dirty="0">
                <a:latin typeface="Calibri"/>
                <a:cs typeface="Calibri"/>
              </a:rPr>
              <a:t>Kết</a:t>
            </a:r>
            <a:r>
              <a:rPr sz="3200" spc="-65" dirty="0">
                <a:latin typeface="Calibri"/>
                <a:cs typeface="Calibri"/>
              </a:rPr>
              <a:t> </a:t>
            </a:r>
            <a:r>
              <a:rPr sz="3200" dirty="0">
                <a:latin typeface="Calibri"/>
                <a:cs typeface="Calibri"/>
              </a:rPr>
              <a:t>luận</a:t>
            </a:r>
            <a:r>
              <a:rPr sz="3200" spc="-50" dirty="0">
                <a:latin typeface="Calibri"/>
                <a:cs typeface="Calibri"/>
              </a:rPr>
              <a:t> </a:t>
            </a:r>
            <a:r>
              <a:rPr sz="3200" dirty="0">
                <a:latin typeface="Calibri"/>
                <a:cs typeface="Calibri"/>
              </a:rPr>
              <a:t>Q</a:t>
            </a:r>
            <a:r>
              <a:rPr sz="3200" spc="-65" dirty="0">
                <a:latin typeface="Calibri"/>
                <a:cs typeface="Calibri"/>
              </a:rPr>
              <a:t> </a:t>
            </a:r>
            <a:r>
              <a:rPr sz="3200" spc="-50" dirty="0">
                <a:latin typeface="Calibri"/>
                <a:cs typeface="Calibri"/>
              </a:rPr>
              <a:t>:</a:t>
            </a:r>
            <a:r>
              <a:rPr sz="3200" dirty="0">
                <a:latin typeface="Calibri"/>
                <a:cs typeface="Calibri"/>
              </a:rPr>
              <a:t>	</a:t>
            </a:r>
            <a:r>
              <a:rPr sz="3200" u="sng" dirty="0">
                <a:uFill>
                  <a:solidFill>
                    <a:srgbClr val="000000"/>
                  </a:solidFill>
                </a:uFill>
                <a:latin typeface="Calibri"/>
                <a:cs typeface="Calibri"/>
              </a:rPr>
              <a:t>Dũng</a:t>
            </a:r>
            <a:r>
              <a:rPr sz="3200" u="sng" spc="-50" dirty="0">
                <a:uFill>
                  <a:solidFill>
                    <a:srgbClr val="000000"/>
                  </a:solidFill>
                </a:uFill>
                <a:latin typeface="Calibri"/>
                <a:cs typeface="Calibri"/>
              </a:rPr>
              <a:t> </a:t>
            </a:r>
            <a:r>
              <a:rPr sz="3200" u="sng" dirty="0">
                <a:uFill>
                  <a:solidFill>
                    <a:srgbClr val="000000"/>
                  </a:solidFill>
                </a:uFill>
                <a:latin typeface="Calibri"/>
                <a:cs typeface="Calibri"/>
              </a:rPr>
              <a:t>đạt</a:t>
            </a:r>
            <a:r>
              <a:rPr sz="3200" u="sng" spc="-70" dirty="0">
                <a:uFill>
                  <a:solidFill>
                    <a:srgbClr val="000000"/>
                  </a:solidFill>
                </a:uFill>
                <a:latin typeface="Calibri"/>
                <a:cs typeface="Calibri"/>
              </a:rPr>
              <a:t> </a:t>
            </a:r>
            <a:r>
              <a:rPr sz="3200" u="sng" dirty="0">
                <a:uFill>
                  <a:solidFill>
                    <a:srgbClr val="000000"/>
                  </a:solidFill>
                </a:uFill>
                <a:latin typeface="Calibri"/>
                <a:cs typeface="Calibri"/>
              </a:rPr>
              <a:t>môn</a:t>
            </a:r>
            <a:r>
              <a:rPr sz="3200" u="sng" spc="-60" dirty="0">
                <a:uFill>
                  <a:solidFill>
                    <a:srgbClr val="000000"/>
                  </a:solidFill>
                </a:uFill>
                <a:latin typeface="Calibri"/>
                <a:cs typeface="Calibri"/>
              </a:rPr>
              <a:t> </a:t>
            </a:r>
            <a:r>
              <a:rPr sz="3200" u="sng" dirty="0">
                <a:uFill>
                  <a:solidFill>
                    <a:srgbClr val="000000"/>
                  </a:solidFill>
                </a:uFill>
                <a:latin typeface="Calibri"/>
                <a:cs typeface="Calibri"/>
              </a:rPr>
              <a:t>toán</a:t>
            </a:r>
            <a:r>
              <a:rPr sz="3200" u="sng" spc="-45" dirty="0">
                <a:uFill>
                  <a:solidFill>
                    <a:srgbClr val="000000"/>
                  </a:solidFill>
                </a:uFill>
                <a:latin typeface="Calibri"/>
                <a:cs typeface="Calibri"/>
              </a:rPr>
              <a:t> </a:t>
            </a:r>
            <a:r>
              <a:rPr sz="3200" u="sng" dirty="0">
                <a:uFill>
                  <a:solidFill>
                    <a:srgbClr val="000000"/>
                  </a:solidFill>
                </a:uFill>
                <a:latin typeface="Calibri"/>
                <a:cs typeface="Calibri"/>
              </a:rPr>
              <a:t>rời</a:t>
            </a:r>
            <a:r>
              <a:rPr sz="3200" u="sng" spc="-80" dirty="0">
                <a:uFill>
                  <a:solidFill>
                    <a:srgbClr val="000000"/>
                  </a:solidFill>
                </a:uFill>
                <a:latin typeface="Calibri"/>
                <a:cs typeface="Calibri"/>
              </a:rPr>
              <a:t> </a:t>
            </a:r>
            <a:r>
              <a:rPr sz="3200" u="sng" spc="-20" dirty="0">
                <a:uFill>
                  <a:solidFill>
                    <a:srgbClr val="000000"/>
                  </a:solidFill>
                </a:uFill>
                <a:latin typeface="Calibri"/>
                <a:cs typeface="Calibri"/>
              </a:rPr>
              <a:t>rạc</a:t>
            </a:r>
            <a:r>
              <a:rPr sz="3200" spc="-20" dirty="0">
                <a:latin typeface="Calibri"/>
                <a:cs typeface="Calibri"/>
              </a:rPr>
              <a:t>.</a:t>
            </a:r>
            <a:endParaRPr sz="3200">
              <a:latin typeface="Calibri"/>
              <a:cs typeface="Calibri"/>
            </a:endParaRPr>
          </a:p>
          <a:p>
            <a:pPr>
              <a:lnSpc>
                <a:spcPct val="100000"/>
              </a:lnSpc>
              <a:spcBef>
                <a:spcPts val="1470"/>
              </a:spcBef>
            </a:pPr>
            <a:endParaRPr sz="3200">
              <a:latin typeface="Calibri"/>
              <a:cs typeface="Calibri"/>
            </a:endParaRPr>
          </a:p>
          <a:p>
            <a:pPr marL="50800">
              <a:lnSpc>
                <a:spcPct val="100000"/>
              </a:lnSpc>
            </a:pPr>
            <a:r>
              <a:rPr sz="3200" dirty="0">
                <a:latin typeface="Calibri"/>
                <a:cs typeface="Calibri"/>
              </a:rPr>
              <a:t>là</a:t>
            </a:r>
            <a:r>
              <a:rPr sz="3200" spc="-50" dirty="0">
                <a:latin typeface="Calibri"/>
                <a:cs typeface="Calibri"/>
              </a:rPr>
              <a:t> </a:t>
            </a:r>
            <a:r>
              <a:rPr sz="3200" dirty="0">
                <a:latin typeface="Calibri"/>
                <a:cs typeface="Calibri"/>
              </a:rPr>
              <a:t>suy</a:t>
            </a:r>
            <a:r>
              <a:rPr sz="3200" spc="-45" dirty="0">
                <a:latin typeface="Calibri"/>
                <a:cs typeface="Calibri"/>
              </a:rPr>
              <a:t> </a:t>
            </a:r>
            <a:r>
              <a:rPr sz="3200" dirty="0">
                <a:latin typeface="Calibri"/>
                <a:cs typeface="Calibri"/>
              </a:rPr>
              <a:t>luận</a:t>
            </a:r>
            <a:r>
              <a:rPr sz="3200" spc="-25" dirty="0">
                <a:latin typeface="Calibri"/>
                <a:cs typeface="Calibri"/>
              </a:rPr>
              <a:t> </a:t>
            </a:r>
            <a:r>
              <a:rPr sz="3200" b="1" spc="-10" dirty="0">
                <a:latin typeface="Calibri"/>
                <a:cs typeface="Calibri"/>
              </a:rPr>
              <a:t>đúng</a:t>
            </a:r>
            <a:r>
              <a:rPr sz="3200" spc="-10" dirty="0">
                <a:latin typeface="Calibri"/>
                <a:cs typeface="Calibri"/>
              </a:rPr>
              <a:t>.</a:t>
            </a:r>
            <a:endParaRPr sz="3200">
              <a:latin typeface="Calibri"/>
              <a:cs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45440" y="138215"/>
            <a:ext cx="8147684" cy="6269990"/>
          </a:xfrm>
          <a:prstGeom prst="rect">
            <a:avLst/>
          </a:prstGeom>
        </p:spPr>
        <p:txBody>
          <a:bodyPr vert="horz" wrap="square" lIns="0" tIns="110489" rIns="0" bIns="0" rtlCol="0">
            <a:spAutoFit/>
          </a:bodyPr>
          <a:lstStyle/>
          <a:p>
            <a:pPr marL="50800">
              <a:lnSpc>
                <a:spcPct val="100000"/>
              </a:lnSpc>
              <a:spcBef>
                <a:spcPts val="869"/>
              </a:spcBef>
            </a:pPr>
            <a:r>
              <a:rPr sz="3200" dirty="0">
                <a:latin typeface="Calibri"/>
                <a:cs typeface="Calibri"/>
              </a:rPr>
              <a:t>Suy</a:t>
            </a:r>
            <a:r>
              <a:rPr sz="3200" spc="-45" dirty="0">
                <a:latin typeface="Calibri"/>
                <a:cs typeface="Calibri"/>
              </a:rPr>
              <a:t> </a:t>
            </a:r>
            <a:r>
              <a:rPr sz="3200" spc="-10" dirty="0">
                <a:latin typeface="Calibri"/>
                <a:cs typeface="Calibri"/>
              </a:rPr>
              <a:t>luận:</a:t>
            </a:r>
            <a:endParaRPr sz="3200">
              <a:latin typeface="Calibri"/>
              <a:cs typeface="Calibri"/>
            </a:endParaRPr>
          </a:p>
          <a:p>
            <a:pPr marL="50800" marR="43180">
              <a:lnSpc>
                <a:spcPct val="100000"/>
              </a:lnSpc>
              <a:spcBef>
                <a:spcPts val="770"/>
              </a:spcBef>
              <a:tabLst>
                <a:tab pos="5852795" algn="l"/>
              </a:tabLst>
            </a:pPr>
            <a:r>
              <a:rPr sz="3200" dirty="0">
                <a:solidFill>
                  <a:srgbClr val="FF0000"/>
                </a:solidFill>
                <a:latin typeface="Calibri"/>
                <a:cs typeface="Calibri"/>
              </a:rPr>
              <a:t>P</a:t>
            </a:r>
            <a:r>
              <a:rPr sz="3150" baseline="-21164" dirty="0">
                <a:solidFill>
                  <a:srgbClr val="FF0000"/>
                </a:solidFill>
                <a:latin typeface="Calibri"/>
                <a:cs typeface="Calibri"/>
              </a:rPr>
              <a:t>1</a:t>
            </a:r>
            <a:r>
              <a:rPr sz="3150" spc="345" baseline="-21164" dirty="0">
                <a:solidFill>
                  <a:srgbClr val="FF0000"/>
                </a:solidFill>
                <a:latin typeface="Calibri"/>
                <a:cs typeface="Calibri"/>
              </a:rPr>
              <a:t> </a:t>
            </a:r>
            <a:r>
              <a:rPr sz="3200" dirty="0">
                <a:solidFill>
                  <a:srgbClr val="FF0000"/>
                </a:solidFill>
                <a:latin typeface="Calibri"/>
                <a:cs typeface="Calibri"/>
              </a:rPr>
              <a:t>:</a:t>
            </a:r>
            <a:r>
              <a:rPr sz="3200" spc="-20" dirty="0">
                <a:solidFill>
                  <a:srgbClr val="FF0000"/>
                </a:solidFill>
                <a:latin typeface="Calibri"/>
                <a:cs typeface="Calibri"/>
              </a:rPr>
              <a:t> </a:t>
            </a:r>
            <a:r>
              <a:rPr sz="3200" dirty="0">
                <a:latin typeface="Calibri"/>
                <a:cs typeface="Calibri"/>
              </a:rPr>
              <a:t>Nếu</a:t>
            </a:r>
            <a:r>
              <a:rPr sz="3200" spc="-30" dirty="0">
                <a:latin typeface="Calibri"/>
                <a:cs typeface="Calibri"/>
              </a:rPr>
              <a:t> </a:t>
            </a:r>
            <a:r>
              <a:rPr sz="3200" u="sng" dirty="0">
                <a:uFill>
                  <a:solidFill>
                    <a:srgbClr val="000000"/>
                  </a:solidFill>
                </a:uFill>
                <a:latin typeface="Calibri"/>
                <a:cs typeface="Calibri"/>
              </a:rPr>
              <a:t>Dũng</a:t>
            </a:r>
            <a:r>
              <a:rPr sz="3200" u="sng" spc="-10" dirty="0">
                <a:uFill>
                  <a:solidFill>
                    <a:srgbClr val="000000"/>
                  </a:solidFill>
                </a:uFill>
                <a:latin typeface="Calibri"/>
                <a:cs typeface="Calibri"/>
              </a:rPr>
              <a:t> </a:t>
            </a:r>
            <a:r>
              <a:rPr sz="3200" u="sng" dirty="0">
                <a:uFill>
                  <a:solidFill>
                    <a:srgbClr val="000000"/>
                  </a:solidFill>
                </a:uFill>
                <a:latin typeface="Calibri"/>
                <a:cs typeface="Calibri"/>
              </a:rPr>
              <a:t>đi</a:t>
            </a:r>
            <a:r>
              <a:rPr sz="3200" u="sng" spc="-20" dirty="0">
                <a:uFill>
                  <a:solidFill>
                    <a:srgbClr val="000000"/>
                  </a:solidFill>
                </a:uFill>
                <a:latin typeface="Calibri"/>
                <a:cs typeface="Calibri"/>
              </a:rPr>
              <a:t> </a:t>
            </a:r>
            <a:r>
              <a:rPr sz="3200" u="sng" dirty="0">
                <a:uFill>
                  <a:solidFill>
                    <a:srgbClr val="000000"/>
                  </a:solidFill>
                </a:uFill>
                <a:latin typeface="Calibri"/>
                <a:cs typeface="Calibri"/>
              </a:rPr>
              <a:t>học</a:t>
            </a:r>
            <a:r>
              <a:rPr sz="3200" u="sng" spc="-20" dirty="0">
                <a:uFill>
                  <a:solidFill>
                    <a:srgbClr val="000000"/>
                  </a:solidFill>
                </a:uFill>
                <a:latin typeface="Calibri"/>
                <a:cs typeface="Calibri"/>
              </a:rPr>
              <a:t> </a:t>
            </a:r>
            <a:r>
              <a:rPr sz="3200" u="sng" dirty="0">
                <a:uFill>
                  <a:solidFill>
                    <a:srgbClr val="000000"/>
                  </a:solidFill>
                </a:uFill>
                <a:latin typeface="Calibri"/>
                <a:cs typeface="Calibri"/>
              </a:rPr>
              <a:t>đều</a:t>
            </a:r>
            <a:r>
              <a:rPr sz="3200" spc="-35" dirty="0">
                <a:latin typeface="Calibri"/>
                <a:cs typeface="Calibri"/>
              </a:rPr>
              <a:t> </a:t>
            </a:r>
            <a:r>
              <a:rPr sz="3200" dirty="0">
                <a:latin typeface="Calibri"/>
                <a:cs typeface="Calibri"/>
              </a:rPr>
              <a:t>thì</a:t>
            </a:r>
            <a:r>
              <a:rPr sz="3200" spc="-5" dirty="0">
                <a:latin typeface="Calibri"/>
                <a:cs typeface="Calibri"/>
              </a:rPr>
              <a:t> </a:t>
            </a:r>
            <a:r>
              <a:rPr sz="3200" u="sng" spc="-20" dirty="0">
                <a:uFill>
                  <a:solidFill>
                    <a:srgbClr val="000000"/>
                  </a:solidFill>
                </a:uFill>
                <a:latin typeface="Calibri"/>
                <a:cs typeface="Calibri"/>
              </a:rPr>
              <a:t>Dũng</a:t>
            </a:r>
            <a:r>
              <a:rPr sz="3200" u="sng" dirty="0">
                <a:uFill>
                  <a:solidFill>
                    <a:srgbClr val="000000"/>
                  </a:solidFill>
                </a:uFill>
                <a:latin typeface="Calibri"/>
                <a:cs typeface="Calibri"/>
              </a:rPr>
              <a:t>	đạt</a:t>
            </a:r>
            <a:r>
              <a:rPr sz="3200" u="sng" spc="-60" dirty="0">
                <a:uFill>
                  <a:solidFill>
                    <a:srgbClr val="000000"/>
                  </a:solidFill>
                </a:uFill>
                <a:latin typeface="Calibri"/>
                <a:cs typeface="Calibri"/>
              </a:rPr>
              <a:t> </a:t>
            </a:r>
            <a:r>
              <a:rPr sz="3200" u="sng" dirty="0">
                <a:uFill>
                  <a:solidFill>
                    <a:srgbClr val="000000"/>
                  </a:solidFill>
                </a:uFill>
                <a:latin typeface="Calibri"/>
                <a:cs typeface="Calibri"/>
              </a:rPr>
              <a:t>môn</a:t>
            </a:r>
            <a:r>
              <a:rPr sz="3200" u="sng" spc="-65" dirty="0">
                <a:uFill>
                  <a:solidFill>
                    <a:srgbClr val="000000"/>
                  </a:solidFill>
                </a:uFill>
                <a:latin typeface="Calibri"/>
                <a:cs typeface="Calibri"/>
              </a:rPr>
              <a:t> </a:t>
            </a:r>
            <a:r>
              <a:rPr sz="3200" u="sng" spc="-20" dirty="0">
                <a:uFill>
                  <a:solidFill>
                    <a:srgbClr val="000000"/>
                  </a:solidFill>
                </a:uFill>
                <a:latin typeface="Calibri"/>
                <a:cs typeface="Calibri"/>
              </a:rPr>
              <a:t>toán</a:t>
            </a:r>
            <a:r>
              <a:rPr sz="3200" spc="-20" dirty="0">
                <a:latin typeface="Calibri"/>
                <a:cs typeface="Calibri"/>
              </a:rPr>
              <a:t> </a:t>
            </a:r>
            <a:r>
              <a:rPr sz="3200" u="sng" dirty="0">
                <a:uFill>
                  <a:solidFill>
                    <a:srgbClr val="000000"/>
                  </a:solidFill>
                </a:uFill>
                <a:latin typeface="Calibri"/>
                <a:cs typeface="Calibri"/>
              </a:rPr>
              <a:t>rời</a:t>
            </a:r>
            <a:r>
              <a:rPr sz="3200" u="sng" spc="-80" dirty="0">
                <a:uFill>
                  <a:solidFill>
                    <a:srgbClr val="000000"/>
                  </a:solidFill>
                </a:uFill>
                <a:latin typeface="Calibri"/>
                <a:cs typeface="Calibri"/>
              </a:rPr>
              <a:t> </a:t>
            </a:r>
            <a:r>
              <a:rPr sz="3200" u="sng" spc="-20" dirty="0">
                <a:uFill>
                  <a:solidFill>
                    <a:srgbClr val="000000"/>
                  </a:solidFill>
                </a:uFill>
                <a:latin typeface="Calibri"/>
                <a:cs typeface="Calibri"/>
              </a:rPr>
              <a:t>rạc</a:t>
            </a:r>
            <a:r>
              <a:rPr sz="3200" spc="-20" dirty="0">
                <a:latin typeface="Calibri"/>
                <a:cs typeface="Calibri"/>
              </a:rPr>
              <a:t>.</a:t>
            </a:r>
            <a:endParaRPr sz="3200">
              <a:latin typeface="Calibri"/>
              <a:cs typeface="Calibri"/>
            </a:endParaRPr>
          </a:p>
          <a:p>
            <a:pPr marL="50800">
              <a:lnSpc>
                <a:spcPct val="100000"/>
              </a:lnSpc>
              <a:spcBef>
                <a:spcPts val="770"/>
              </a:spcBef>
            </a:pPr>
            <a:r>
              <a:rPr sz="3200" dirty="0">
                <a:solidFill>
                  <a:srgbClr val="FF0000"/>
                </a:solidFill>
                <a:latin typeface="Calibri"/>
                <a:cs typeface="Calibri"/>
              </a:rPr>
              <a:t>P</a:t>
            </a:r>
            <a:r>
              <a:rPr sz="3150" baseline="-21164" dirty="0">
                <a:solidFill>
                  <a:srgbClr val="FF0000"/>
                </a:solidFill>
                <a:latin typeface="Calibri"/>
                <a:cs typeface="Calibri"/>
              </a:rPr>
              <a:t>2</a:t>
            </a:r>
            <a:r>
              <a:rPr sz="3150" spc="-15" baseline="-21164" dirty="0">
                <a:solidFill>
                  <a:srgbClr val="FF0000"/>
                </a:solidFill>
                <a:latin typeface="Calibri"/>
                <a:cs typeface="Calibri"/>
              </a:rPr>
              <a:t> </a:t>
            </a:r>
            <a:r>
              <a:rPr sz="3200" dirty="0">
                <a:solidFill>
                  <a:srgbClr val="FF0000"/>
                </a:solidFill>
                <a:latin typeface="Calibri"/>
                <a:cs typeface="Calibri"/>
              </a:rPr>
              <a:t>:</a:t>
            </a:r>
            <a:r>
              <a:rPr sz="3200" spc="-15" dirty="0">
                <a:solidFill>
                  <a:srgbClr val="FF0000"/>
                </a:solidFill>
                <a:latin typeface="Calibri"/>
                <a:cs typeface="Calibri"/>
              </a:rPr>
              <a:t> </a:t>
            </a:r>
            <a:r>
              <a:rPr sz="3200" u="sng" dirty="0">
                <a:uFill>
                  <a:solidFill>
                    <a:srgbClr val="000000"/>
                  </a:solidFill>
                </a:uFill>
                <a:latin typeface="Calibri"/>
                <a:cs typeface="Calibri"/>
              </a:rPr>
              <a:t>Dũng</a:t>
            </a:r>
            <a:r>
              <a:rPr sz="3200" u="sng" spc="-15" dirty="0">
                <a:uFill>
                  <a:solidFill>
                    <a:srgbClr val="000000"/>
                  </a:solidFill>
                </a:uFill>
                <a:latin typeface="Calibri"/>
                <a:cs typeface="Calibri"/>
              </a:rPr>
              <a:t> </a:t>
            </a:r>
            <a:r>
              <a:rPr sz="3200" u="sng" dirty="0">
                <a:uFill>
                  <a:solidFill>
                    <a:srgbClr val="000000"/>
                  </a:solidFill>
                </a:uFill>
                <a:latin typeface="Calibri"/>
                <a:cs typeface="Calibri"/>
              </a:rPr>
              <a:t>đi</a:t>
            </a:r>
            <a:r>
              <a:rPr sz="3200" u="sng" spc="-20" dirty="0">
                <a:uFill>
                  <a:solidFill>
                    <a:srgbClr val="000000"/>
                  </a:solidFill>
                </a:uFill>
                <a:latin typeface="Calibri"/>
                <a:cs typeface="Calibri"/>
              </a:rPr>
              <a:t> </a:t>
            </a:r>
            <a:r>
              <a:rPr sz="3200" u="sng" dirty="0">
                <a:uFill>
                  <a:solidFill>
                    <a:srgbClr val="000000"/>
                  </a:solidFill>
                </a:uFill>
                <a:latin typeface="Calibri"/>
                <a:cs typeface="Calibri"/>
              </a:rPr>
              <a:t>học</a:t>
            </a:r>
            <a:r>
              <a:rPr sz="3200" u="sng" spc="-25" dirty="0">
                <a:uFill>
                  <a:solidFill>
                    <a:srgbClr val="000000"/>
                  </a:solidFill>
                </a:uFill>
                <a:latin typeface="Calibri"/>
                <a:cs typeface="Calibri"/>
              </a:rPr>
              <a:t> </a:t>
            </a:r>
            <a:r>
              <a:rPr sz="3200" u="sng" spc="-20" dirty="0">
                <a:uFill>
                  <a:solidFill>
                    <a:srgbClr val="000000"/>
                  </a:solidFill>
                </a:uFill>
                <a:latin typeface="Calibri"/>
                <a:cs typeface="Calibri"/>
              </a:rPr>
              <a:t>đều</a:t>
            </a:r>
            <a:r>
              <a:rPr sz="3200" spc="-20" dirty="0">
                <a:latin typeface="Calibri"/>
                <a:cs typeface="Calibri"/>
              </a:rPr>
              <a:t>.</a:t>
            </a:r>
            <a:endParaRPr sz="3200">
              <a:latin typeface="Calibri"/>
              <a:cs typeface="Calibri"/>
            </a:endParaRPr>
          </a:p>
          <a:p>
            <a:pPr marL="50800">
              <a:lnSpc>
                <a:spcPct val="100000"/>
              </a:lnSpc>
              <a:spcBef>
                <a:spcPts val="770"/>
              </a:spcBef>
              <a:tabLst>
                <a:tab pos="2150745" algn="l"/>
              </a:tabLst>
            </a:pPr>
            <a:r>
              <a:rPr sz="3200" dirty="0">
                <a:solidFill>
                  <a:srgbClr val="FF0000"/>
                </a:solidFill>
                <a:latin typeface="Calibri"/>
                <a:cs typeface="Calibri"/>
              </a:rPr>
              <a:t>Kết</a:t>
            </a:r>
            <a:r>
              <a:rPr sz="3200" spc="-65" dirty="0">
                <a:solidFill>
                  <a:srgbClr val="FF0000"/>
                </a:solidFill>
                <a:latin typeface="Calibri"/>
                <a:cs typeface="Calibri"/>
              </a:rPr>
              <a:t> </a:t>
            </a:r>
            <a:r>
              <a:rPr sz="3200" dirty="0">
                <a:solidFill>
                  <a:srgbClr val="FF0000"/>
                </a:solidFill>
                <a:latin typeface="Calibri"/>
                <a:cs typeface="Calibri"/>
              </a:rPr>
              <a:t>luận</a:t>
            </a:r>
            <a:r>
              <a:rPr sz="3200" spc="-50" dirty="0">
                <a:solidFill>
                  <a:srgbClr val="FF0000"/>
                </a:solidFill>
                <a:latin typeface="Calibri"/>
                <a:cs typeface="Calibri"/>
              </a:rPr>
              <a:t> </a:t>
            </a:r>
            <a:r>
              <a:rPr sz="3200" dirty="0">
                <a:solidFill>
                  <a:srgbClr val="FF0000"/>
                </a:solidFill>
                <a:latin typeface="Calibri"/>
                <a:cs typeface="Calibri"/>
              </a:rPr>
              <a:t>Q</a:t>
            </a:r>
            <a:r>
              <a:rPr sz="3200" spc="-65" dirty="0">
                <a:solidFill>
                  <a:srgbClr val="FF0000"/>
                </a:solidFill>
                <a:latin typeface="Calibri"/>
                <a:cs typeface="Calibri"/>
              </a:rPr>
              <a:t> </a:t>
            </a:r>
            <a:r>
              <a:rPr sz="3200" spc="-50" dirty="0">
                <a:solidFill>
                  <a:srgbClr val="FF0000"/>
                </a:solidFill>
                <a:latin typeface="Calibri"/>
                <a:cs typeface="Calibri"/>
              </a:rPr>
              <a:t>:</a:t>
            </a:r>
            <a:r>
              <a:rPr sz="3200" dirty="0">
                <a:solidFill>
                  <a:srgbClr val="FF0000"/>
                </a:solidFill>
                <a:latin typeface="Calibri"/>
                <a:cs typeface="Calibri"/>
              </a:rPr>
              <a:t>	</a:t>
            </a:r>
            <a:r>
              <a:rPr sz="3200" u="sng" dirty="0">
                <a:uFill>
                  <a:solidFill>
                    <a:srgbClr val="000000"/>
                  </a:solidFill>
                </a:uFill>
                <a:latin typeface="Calibri"/>
                <a:cs typeface="Calibri"/>
              </a:rPr>
              <a:t>Dũng</a:t>
            </a:r>
            <a:r>
              <a:rPr sz="3200" u="sng" spc="-50" dirty="0">
                <a:uFill>
                  <a:solidFill>
                    <a:srgbClr val="000000"/>
                  </a:solidFill>
                </a:uFill>
                <a:latin typeface="Calibri"/>
                <a:cs typeface="Calibri"/>
              </a:rPr>
              <a:t> </a:t>
            </a:r>
            <a:r>
              <a:rPr sz="3200" u="sng" dirty="0">
                <a:uFill>
                  <a:solidFill>
                    <a:srgbClr val="000000"/>
                  </a:solidFill>
                </a:uFill>
                <a:latin typeface="Calibri"/>
                <a:cs typeface="Calibri"/>
              </a:rPr>
              <a:t>đạt</a:t>
            </a:r>
            <a:r>
              <a:rPr sz="3200" u="sng" spc="-70" dirty="0">
                <a:uFill>
                  <a:solidFill>
                    <a:srgbClr val="000000"/>
                  </a:solidFill>
                </a:uFill>
                <a:latin typeface="Calibri"/>
                <a:cs typeface="Calibri"/>
              </a:rPr>
              <a:t> </a:t>
            </a:r>
            <a:r>
              <a:rPr sz="3200" u="sng" dirty="0">
                <a:uFill>
                  <a:solidFill>
                    <a:srgbClr val="000000"/>
                  </a:solidFill>
                </a:uFill>
                <a:latin typeface="Calibri"/>
                <a:cs typeface="Calibri"/>
              </a:rPr>
              <a:t>môn</a:t>
            </a:r>
            <a:r>
              <a:rPr sz="3200" u="sng" spc="-60" dirty="0">
                <a:uFill>
                  <a:solidFill>
                    <a:srgbClr val="000000"/>
                  </a:solidFill>
                </a:uFill>
                <a:latin typeface="Calibri"/>
                <a:cs typeface="Calibri"/>
              </a:rPr>
              <a:t> </a:t>
            </a:r>
            <a:r>
              <a:rPr sz="3200" u="sng" dirty="0">
                <a:uFill>
                  <a:solidFill>
                    <a:srgbClr val="000000"/>
                  </a:solidFill>
                </a:uFill>
                <a:latin typeface="Calibri"/>
                <a:cs typeface="Calibri"/>
              </a:rPr>
              <a:t>toán</a:t>
            </a:r>
            <a:r>
              <a:rPr sz="3200" u="sng" spc="-45" dirty="0">
                <a:uFill>
                  <a:solidFill>
                    <a:srgbClr val="000000"/>
                  </a:solidFill>
                </a:uFill>
                <a:latin typeface="Calibri"/>
                <a:cs typeface="Calibri"/>
              </a:rPr>
              <a:t> </a:t>
            </a:r>
            <a:r>
              <a:rPr sz="3200" u="sng" dirty="0">
                <a:uFill>
                  <a:solidFill>
                    <a:srgbClr val="000000"/>
                  </a:solidFill>
                </a:uFill>
                <a:latin typeface="Calibri"/>
                <a:cs typeface="Calibri"/>
              </a:rPr>
              <a:t>rời</a:t>
            </a:r>
            <a:r>
              <a:rPr sz="3200" u="sng" spc="-80" dirty="0">
                <a:uFill>
                  <a:solidFill>
                    <a:srgbClr val="000000"/>
                  </a:solidFill>
                </a:uFill>
                <a:latin typeface="Calibri"/>
                <a:cs typeface="Calibri"/>
              </a:rPr>
              <a:t> </a:t>
            </a:r>
            <a:r>
              <a:rPr sz="3200" u="sng" spc="-20" dirty="0">
                <a:uFill>
                  <a:solidFill>
                    <a:srgbClr val="000000"/>
                  </a:solidFill>
                </a:uFill>
                <a:latin typeface="Calibri"/>
                <a:cs typeface="Calibri"/>
              </a:rPr>
              <a:t>rạc</a:t>
            </a:r>
            <a:r>
              <a:rPr sz="3200" spc="-20" dirty="0">
                <a:latin typeface="Calibri"/>
                <a:cs typeface="Calibri"/>
              </a:rPr>
              <a:t>.</a:t>
            </a:r>
            <a:endParaRPr sz="3200">
              <a:latin typeface="Calibri"/>
              <a:cs typeface="Calibri"/>
            </a:endParaRPr>
          </a:p>
          <a:p>
            <a:pPr>
              <a:lnSpc>
                <a:spcPct val="100000"/>
              </a:lnSpc>
              <a:spcBef>
                <a:spcPts val="1470"/>
              </a:spcBef>
            </a:pPr>
            <a:endParaRPr sz="3200">
              <a:latin typeface="Calibri"/>
              <a:cs typeface="Calibri"/>
            </a:endParaRPr>
          </a:p>
          <a:p>
            <a:pPr marL="50800">
              <a:lnSpc>
                <a:spcPct val="100000"/>
              </a:lnSpc>
            </a:pPr>
            <a:r>
              <a:rPr sz="3200" dirty="0">
                <a:latin typeface="Calibri"/>
                <a:cs typeface="Calibri"/>
              </a:rPr>
              <a:t>cũng</a:t>
            </a:r>
            <a:r>
              <a:rPr sz="3200" spc="-35" dirty="0">
                <a:latin typeface="Calibri"/>
                <a:cs typeface="Calibri"/>
              </a:rPr>
              <a:t> </a:t>
            </a:r>
            <a:r>
              <a:rPr sz="3200" dirty="0">
                <a:latin typeface="Calibri"/>
                <a:cs typeface="Calibri"/>
              </a:rPr>
              <a:t>được</a:t>
            </a:r>
            <a:r>
              <a:rPr sz="3200" spc="-35" dirty="0">
                <a:latin typeface="Calibri"/>
                <a:cs typeface="Calibri"/>
              </a:rPr>
              <a:t> </a:t>
            </a:r>
            <a:r>
              <a:rPr sz="3200" dirty="0">
                <a:latin typeface="Calibri"/>
                <a:cs typeface="Calibri"/>
              </a:rPr>
              <a:t>viết</a:t>
            </a:r>
            <a:r>
              <a:rPr sz="3200" spc="-35" dirty="0">
                <a:latin typeface="Calibri"/>
                <a:cs typeface="Calibri"/>
              </a:rPr>
              <a:t> </a:t>
            </a:r>
            <a:r>
              <a:rPr sz="3200" dirty="0">
                <a:latin typeface="Calibri"/>
                <a:cs typeface="Calibri"/>
              </a:rPr>
              <a:t>như</a:t>
            </a:r>
            <a:r>
              <a:rPr sz="3200" spc="-35" dirty="0">
                <a:latin typeface="Calibri"/>
                <a:cs typeface="Calibri"/>
              </a:rPr>
              <a:t> </a:t>
            </a:r>
            <a:r>
              <a:rPr sz="3200" dirty="0">
                <a:latin typeface="Calibri"/>
                <a:cs typeface="Calibri"/>
              </a:rPr>
              <a:t>sau</a:t>
            </a:r>
            <a:r>
              <a:rPr sz="3200" spc="-40" dirty="0">
                <a:latin typeface="Calibri"/>
                <a:cs typeface="Calibri"/>
              </a:rPr>
              <a:t> </a:t>
            </a:r>
            <a:r>
              <a:rPr sz="3200" spc="-50" dirty="0">
                <a:latin typeface="Calibri"/>
                <a:cs typeface="Calibri"/>
              </a:rPr>
              <a:t>:</a:t>
            </a:r>
            <a:endParaRPr sz="3200">
              <a:latin typeface="Calibri"/>
              <a:cs typeface="Calibri"/>
            </a:endParaRPr>
          </a:p>
          <a:p>
            <a:pPr marL="50800" marR="125730">
              <a:lnSpc>
                <a:spcPct val="100000"/>
              </a:lnSpc>
              <a:spcBef>
                <a:spcPts val="770"/>
              </a:spcBef>
              <a:tabLst>
                <a:tab pos="5210810" algn="l"/>
              </a:tabLst>
            </a:pPr>
            <a:r>
              <a:rPr sz="3200" dirty="0">
                <a:latin typeface="Calibri"/>
                <a:cs typeface="Calibri"/>
              </a:rPr>
              <a:t>Nếu</a:t>
            </a:r>
            <a:r>
              <a:rPr sz="3200" spc="-35" dirty="0">
                <a:latin typeface="Calibri"/>
                <a:cs typeface="Calibri"/>
              </a:rPr>
              <a:t> </a:t>
            </a:r>
            <a:r>
              <a:rPr sz="3200" u="sng" dirty="0">
                <a:uFill>
                  <a:solidFill>
                    <a:srgbClr val="000000"/>
                  </a:solidFill>
                </a:uFill>
                <a:latin typeface="Calibri"/>
                <a:cs typeface="Calibri"/>
              </a:rPr>
              <a:t>Dũng</a:t>
            </a:r>
            <a:r>
              <a:rPr sz="3200" u="sng" spc="-5" dirty="0">
                <a:uFill>
                  <a:solidFill>
                    <a:srgbClr val="000000"/>
                  </a:solidFill>
                </a:uFill>
                <a:latin typeface="Calibri"/>
                <a:cs typeface="Calibri"/>
              </a:rPr>
              <a:t> </a:t>
            </a:r>
            <a:r>
              <a:rPr sz="3200" u="sng" dirty="0">
                <a:uFill>
                  <a:solidFill>
                    <a:srgbClr val="000000"/>
                  </a:solidFill>
                </a:uFill>
                <a:latin typeface="Calibri"/>
                <a:cs typeface="Calibri"/>
              </a:rPr>
              <a:t>đi</a:t>
            </a:r>
            <a:r>
              <a:rPr sz="3200" u="sng" spc="-40" dirty="0">
                <a:uFill>
                  <a:solidFill>
                    <a:srgbClr val="000000"/>
                  </a:solidFill>
                </a:uFill>
                <a:latin typeface="Calibri"/>
                <a:cs typeface="Calibri"/>
              </a:rPr>
              <a:t> </a:t>
            </a:r>
            <a:r>
              <a:rPr sz="3200" u="sng" dirty="0">
                <a:uFill>
                  <a:solidFill>
                    <a:srgbClr val="000000"/>
                  </a:solidFill>
                </a:uFill>
                <a:latin typeface="Calibri"/>
                <a:cs typeface="Calibri"/>
              </a:rPr>
              <a:t>học</a:t>
            </a:r>
            <a:r>
              <a:rPr sz="3200" u="sng" spc="-25" dirty="0">
                <a:uFill>
                  <a:solidFill>
                    <a:srgbClr val="000000"/>
                  </a:solidFill>
                </a:uFill>
                <a:latin typeface="Calibri"/>
                <a:cs typeface="Calibri"/>
              </a:rPr>
              <a:t> </a:t>
            </a:r>
            <a:r>
              <a:rPr sz="3200" u="sng" dirty="0">
                <a:uFill>
                  <a:solidFill>
                    <a:srgbClr val="000000"/>
                  </a:solidFill>
                </a:uFill>
                <a:latin typeface="Calibri"/>
                <a:cs typeface="Calibri"/>
              </a:rPr>
              <a:t>đều</a:t>
            </a:r>
            <a:r>
              <a:rPr sz="3200" spc="-35" dirty="0">
                <a:latin typeface="Calibri"/>
                <a:cs typeface="Calibri"/>
              </a:rPr>
              <a:t> </a:t>
            </a:r>
            <a:r>
              <a:rPr sz="3200" dirty="0">
                <a:latin typeface="Calibri"/>
                <a:cs typeface="Calibri"/>
              </a:rPr>
              <a:t>thì</a:t>
            </a:r>
            <a:r>
              <a:rPr sz="3200" spc="-20" dirty="0">
                <a:latin typeface="Calibri"/>
                <a:cs typeface="Calibri"/>
              </a:rPr>
              <a:t> </a:t>
            </a:r>
            <a:r>
              <a:rPr sz="3200" u="sng" spc="-20" dirty="0">
                <a:uFill>
                  <a:solidFill>
                    <a:srgbClr val="000000"/>
                  </a:solidFill>
                </a:uFill>
                <a:latin typeface="Calibri"/>
                <a:cs typeface="Calibri"/>
              </a:rPr>
              <a:t>Dũng</a:t>
            </a:r>
            <a:r>
              <a:rPr sz="3200" u="sng" dirty="0">
                <a:uFill>
                  <a:solidFill>
                    <a:srgbClr val="000000"/>
                  </a:solidFill>
                </a:uFill>
                <a:latin typeface="Calibri"/>
                <a:cs typeface="Calibri"/>
              </a:rPr>
              <a:t>	đạt</a:t>
            </a:r>
            <a:r>
              <a:rPr sz="3200" u="sng" spc="-85" dirty="0">
                <a:uFill>
                  <a:solidFill>
                    <a:srgbClr val="000000"/>
                  </a:solidFill>
                </a:uFill>
                <a:latin typeface="Calibri"/>
                <a:cs typeface="Calibri"/>
              </a:rPr>
              <a:t> </a:t>
            </a:r>
            <a:r>
              <a:rPr sz="3200" u="sng" dirty="0">
                <a:uFill>
                  <a:solidFill>
                    <a:srgbClr val="000000"/>
                  </a:solidFill>
                </a:uFill>
                <a:latin typeface="Calibri"/>
                <a:cs typeface="Calibri"/>
              </a:rPr>
              <a:t>môn</a:t>
            </a:r>
            <a:r>
              <a:rPr sz="3200" u="sng" spc="-80" dirty="0">
                <a:uFill>
                  <a:solidFill>
                    <a:srgbClr val="000000"/>
                  </a:solidFill>
                </a:uFill>
                <a:latin typeface="Calibri"/>
                <a:cs typeface="Calibri"/>
              </a:rPr>
              <a:t> </a:t>
            </a:r>
            <a:r>
              <a:rPr sz="3200" u="sng" dirty="0">
                <a:uFill>
                  <a:solidFill>
                    <a:srgbClr val="000000"/>
                  </a:solidFill>
                </a:uFill>
                <a:latin typeface="Calibri"/>
                <a:cs typeface="Calibri"/>
              </a:rPr>
              <a:t>toán</a:t>
            </a:r>
            <a:r>
              <a:rPr sz="3200" u="sng" spc="-55" dirty="0">
                <a:uFill>
                  <a:solidFill>
                    <a:srgbClr val="000000"/>
                  </a:solidFill>
                </a:uFill>
                <a:latin typeface="Calibri"/>
                <a:cs typeface="Calibri"/>
              </a:rPr>
              <a:t> </a:t>
            </a:r>
            <a:r>
              <a:rPr sz="3200" u="sng" spc="-25" dirty="0">
                <a:uFill>
                  <a:solidFill>
                    <a:srgbClr val="000000"/>
                  </a:solidFill>
                </a:uFill>
                <a:latin typeface="Calibri"/>
                <a:cs typeface="Calibri"/>
              </a:rPr>
              <a:t>rời</a:t>
            </a:r>
            <a:r>
              <a:rPr sz="3200" spc="-25" dirty="0">
                <a:latin typeface="Calibri"/>
                <a:cs typeface="Calibri"/>
              </a:rPr>
              <a:t> </a:t>
            </a:r>
            <a:r>
              <a:rPr sz="3200" u="sng" spc="-25" dirty="0">
                <a:uFill>
                  <a:solidFill>
                    <a:srgbClr val="000000"/>
                  </a:solidFill>
                </a:uFill>
                <a:latin typeface="Calibri"/>
                <a:cs typeface="Calibri"/>
              </a:rPr>
              <a:t>rạc</a:t>
            </a:r>
            <a:endParaRPr sz="3200">
              <a:latin typeface="Calibri"/>
              <a:cs typeface="Calibri"/>
            </a:endParaRPr>
          </a:p>
          <a:p>
            <a:pPr marL="50800">
              <a:lnSpc>
                <a:spcPct val="100000"/>
              </a:lnSpc>
              <a:spcBef>
                <a:spcPts val="770"/>
              </a:spcBef>
            </a:pPr>
            <a:r>
              <a:rPr sz="3200" dirty="0">
                <a:solidFill>
                  <a:srgbClr val="FF0000"/>
                </a:solidFill>
                <a:latin typeface="Calibri"/>
                <a:cs typeface="Calibri"/>
              </a:rPr>
              <a:t>Mà</a:t>
            </a:r>
            <a:r>
              <a:rPr sz="3200" spc="-30" dirty="0">
                <a:solidFill>
                  <a:srgbClr val="FF0000"/>
                </a:solidFill>
                <a:latin typeface="Calibri"/>
                <a:cs typeface="Calibri"/>
              </a:rPr>
              <a:t> </a:t>
            </a:r>
            <a:r>
              <a:rPr sz="3200" u="sng" dirty="0">
                <a:uFill>
                  <a:solidFill>
                    <a:srgbClr val="000000"/>
                  </a:solidFill>
                </a:uFill>
                <a:latin typeface="Calibri"/>
                <a:cs typeface="Calibri"/>
              </a:rPr>
              <a:t>Dũng</a:t>
            </a:r>
            <a:r>
              <a:rPr sz="3200" u="sng" spc="-30" dirty="0">
                <a:uFill>
                  <a:solidFill>
                    <a:srgbClr val="000000"/>
                  </a:solidFill>
                </a:uFill>
                <a:latin typeface="Calibri"/>
                <a:cs typeface="Calibri"/>
              </a:rPr>
              <a:t> </a:t>
            </a:r>
            <a:r>
              <a:rPr sz="3200" u="sng" dirty="0">
                <a:uFill>
                  <a:solidFill>
                    <a:srgbClr val="000000"/>
                  </a:solidFill>
                </a:uFill>
                <a:latin typeface="Calibri"/>
                <a:cs typeface="Calibri"/>
              </a:rPr>
              <a:t>đi</a:t>
            </a:r>
            <a:r>
              <a:rPr sz="3200" u="sng" spc="-40" dirty="0">
                <a:uFill>
                  <a:solidFill>
                    <a:srgbClr val="000000"/>
                  </a:solidFill>
                </a:uFill>
                <a:latin typeface="Calibri"/>
                <a:cs typeface="Calibri"/>
              </a:rPr>
              <a:t> </a:t>
            </a:r>
            <a:r>
              <a:rPr sz="3200" u="sng" dirty="0">
                <a:uFill>
                  <a:solidFill>
                    <a:srgbClr val="000000"/>
                  </a:solidFill>
                </a:uFill>
                <a:latin typeface="Calibri"/>
                <a:cs typeface="Calibri"/>
              </a:rPr>
              <a:t>học</a:t>
            </a:r>
            <a:r>
              <a:rPr sz="3200" u="sng" spc="-45" dirty="0">
                <a:uFill>
                  <a:solidFill>
                    <a:srgbClr val="000000"/>
                  </a:solidFill>
                </a:uFill>
                <a:latin typeface="Calibri"/>
                <a:cs typeface="Calibri"/>
              </a:rPr>
              <a:t> </a:t>
            </a:r>
            <a:r>
              <a:rPr sz="3200" u="sng" spc="-25" dirty="0">
                <a:uFill>
                  <a:solidFill>
                    <a:srgbClr val="000000"/>
                  </a:solidFill>
                </a:uFill>
                <a:latin typeface="Calibri"/>
                <a:cs typeface="Calibri"/>
              </a:rPr>
              <a:t>đều</a:t>
            </a:r>
            <a:endParaRPr sz="3200">
              <a:latin typeface="Calibri"/>
              <a:cs typeface="Calibri"/>
            </a:endParaRPr>
          </a:p>
          <a:p>
            <a:pPr marL="50800">
              <a:lnSpc>
                <a:spcPct val="100000"/>
              </a:lnSpc>
              <a:spcBef>
                <a:spcPts val="770"/>
              </a:spcBef>
            </a:pPr>
            <a:r>
              <a:rPr sz="3200" spc="-45" dirty="0">
                <a:solidFill>
                  <a:srgbClr val="FF0000"/>
                </a:solidFill>
                <a:latin typeface="Calibri"/>
                <a:cs typeface="Calibri"/>
              </a:rPr>
              <a:t>Vậy</a:t>
            </a:r>
            <a:r>
              <a:rPr sz="3200" spc="-65" dirty="0">
                <a:solidFill>
                  <a:srgbClr val="FF0000"/>
                </a:solidFill>
                <a:latin typeface="Calibri"/>
                <a:cs typeface="Calibri"/>
              </a:rPr>
              <a:t> </a:t>
            </a:r>
            <a:r>
              <a:rPr sz="3200" u="sng" dirty="0">
                <a:uFill>
                  <a:solidFill>
                    <a:srgbClr val="000000"/>
                  </a:solidFill>
                </a:uFill>
                <a:latin typeface="Calibri"/>
                <a:cs typeface="Calibri"/>
              </a:rPr>
              <a:t>Dũng</a:t>
            </a:r>
            <a:r>
              <a:rPr sz="3200" u="sng" spc="-55" dirty="0">
                <a:uFill>
                  <a:solidFill>
                    <a:srgbClr val="000000"/>
                  </a:solidFill>
                </a:uFill>
                <a:latin typeface="Calibri"/>
                <a:cs typeface="Calibri"/>
              </a:rPr>
              <a:t> </a:t>
            </a:r>
            <a:r>
              <a:rPr sz="3200" u="sng" dirty="0">
                <a:uFill>
                  <a:solidFill>
                    <a:srgbClr val="000000"/>
                  </a:solidFill>
                </a:uFill>
                <a:latin typeface="Calibri"/>
                <a:cs typeface="Calibri"/>
              </a:rPr>
              <a:t>đạt</a:t>
            </a:r>
            <a:r>
              <a:rPr sz="3200" u="sng" spc="-80" dirty="0">
                <a:uFill>
                  <a:solidFill>
                    <a:srgbClr val="000000"/>
                  </a:solidFill>
                </a:uFill>
                <a:latin typeface="Calibri"/>
                <a:cs typeface="Calibri"/>
              </a:rPr>
              <a:t> </a:t>
            </a:r>
            <a:r>
              <a:rPr sz="3200" u="sng" dirty="0">
                <a:uFill>
                  <a:solidFill>
                    <a:srgbClr val="000000"/>
                  </a:solidFill>
                </a:uFill>
                <a:latin typeface="Calibri"/>
                <a:cs typeface="Calibri"/>
              </a:rPr>
              <a:t>môn</a:t>
            </a:r>
            <a:r>
              <a:rPr sz="3200" u="sng" spc="-65" dirty="0">
                <a:uFill>
                  <a:solidFill>
                    <a:srgbClr val="000000"/>
                  </a:solidFill>
                </a:uFill>
                <a:latin typeface="Calibri"/>
                <a:cs typeface="Calibri"/>
              </a:rPr>
              <a:t> </a:t>
            </a:r>
            <a:r>
              <a:rPr sz="3200" u="sng" dirty="0">
                <a:uFill>
                  <a:solidFill>
                    <a:srgbClr val="000000"/>
                  </a:solidFill>
                </a:uFill>
                <a:latin typeface="Calibri"/>
                <a:cs typeface="Calibri"/>
              </a:rPr>
              <a:t>toán</a:t>
            </a:r>
            <a:r>
              <a:rPr sz="3200" u="sng" spc="-70" dirty="0">
                <a:uFill>
                  <a:solidFill>
                    <a:srgbClr val="000000"/>
                  </a:solidFill>
                </a:uFill>
                <a:latin typeface="Calibri"/>
                <a:cs typeface="Calibri"/>
              </a:rPr>
              <a:t> </a:t>
            </a:r>
            <a:r>
              <a:rPr sz="3200" u="sng" dirty="0">
                <a:uFill>
                  <a:solidFill>
                    <a:srgbClr val="000000"/>
                  </a:solidFill>
                </a:uFill>
                <a:latin typeface="Calibri"/>
                <a:cs typeface="Calibri"/>
              </a:rPr>
              <a:t>rời</a:t>
            </a:r>
            <a:r>
              <a:rPr sz="3200" u="sng" spc="-70" dirty="0">
                <a:uFill>
                  <a:solidFill>
                    <a:srgbClr val="000000"/>
                  </a:solidFill>
                </a:uFill>
                <a:latin typeface="Calibri"/>
                <a:cs typeface="Calibri"/>
              </a:rPr>
              <a:t> </a:t>
            </a:r>
            <a:r>
              <a:rPr sz="3200" u="sng" spc="-25" dirty="0">
                <a:uFill>
                  <a:solidFill>
                    <a:srgbClr val="000000"/>
                  </a:solidFill>
                </a:uFill>
                <a:latin typeface="Calibri"/>
                <a:cs typeface="Calibri"/>
              </a:rPr>
              <a:t>rạc</a:t>
            </a:r>
            <a:endParaRPr sz="3200">
              <a:latin typeface="Calibri"/>
              <a:cs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32740" y="138215"/>
            <a:ext cx="8173084" cy="3440429"/>
          </a:xfrm>
          <a:prstGeom prst="rect">
            <a:avLst/>
          </a:prstGeom>
        </p:spPr>
        <p:txBody>
          <a:bodyPr vert="horz" wrap="square" lIns="0" tIns="110489" rIns="0" bIns="0" rtlCol="0">
            <a:spAutoFit/>
          </a:bodyPr>
          <a:lstStyle/>
          <a:p>
            <a:pPr marL="63500">
              <a:lnSpc>
                <a:spcPct val="100000"/>
              </a:lnSpc>
              <a:spcBef>
                <a:spcPts val="869"/>
              </a:spcBef>
              <a:tabLst>
                <a:tab pos="1410335" algn="l"/>
              </a:tabLst>
            </a:pPr>
            <a:r>
              <a:rPr sz="3200" b="1" dirty="0">
                <a:latin typeface="Calibri"/>
                <a:cs typeface="Calibri"/>
              </a:rPr>
              <a:t>Ví</a:t>
            </a:r>
            <a:r>
              <a:rPr sz="3200" b="1" spc="-15" dirty="0">
                <a:latin typeface="Calibri"/>
                <a:cs typeface="Calibri"/>
              </a:rPr>
              <a:t> </a:t>
            </a:r>
            <a:r>
              <a:rPr sz="3200" b="1" dirty="0">
                <a:latin typeface="Calibri"/>
                <a:cs typeface="Calibri"/>
              </a:rPr>
              <a:t>dụ</a:t>
            </a:r>
            <a:r>
              <a:rPr sz="3200" b="1" spc="-15" dirty="0">
                <a:latin typeface="Calibri"/>
                <a:cs typeface="Calibri"/>
              </a:rPr>
              <a:t> </a:t>
            </a:r>
            <a:r>
              <a:rPr sz="3200" b="1" spc="-50" dirty="0">
                <a:latin typeface="Calibri"/>
                <a:cs typeface="Calibri"/>
              </a:rPr>
              <a:t>:</a:t>
            </a:r>
            <a:r>
              <a:rPr sz="3200" b="1" dirty="0">
                <a:latin typeface="Calibri"/>
                <a:cs typeface="Calibri"/>
              </a:rPr>
              <a:t>	</a:t>
            </a:r>
            <a:r>
              <a:rPr sz="3200" dirty="0">
                <a:latin typeface="Calibri"/>
                <a:cs typeface="Calibri"/>
              </a:rPr>
              <a:t>giả</a:t>
            </a:r>
            <a:r>
              <a:rPr sz="3200" spc="-35" dirty="0">
                <a:latin typeface="Calibri"/>
                <a:cs typeface="Calibri"/>
              </a:rPr>
              <a:t> </a:t>
            </a:r>
            <a:r>
              <a:rPr sz="3200" dirty="0">
                <a:latin typeface="Calibri"/>
                <a:cs typeface="Calibri"/>
              </a:rPr>
              <a:t>sử</a:t>
            </a:r>
            <a:r>
              <a:rPr sz="3200" spc="-30" dirty="0">
                <a:latin typeface="Calibri"/>
                <a:cs typeface="Calibri"/>
              </a:rPr>
              <a:t> </a:t>
            </a:r>
            <a:r>
              <a:rPr sz="3200" dirty="0">
                <a:latin typeface="Calibri"/>
                <a:cs typeface="Calibri"/>
              </a:rPr>
              <a:t>ta</a:t>
            </a:r>
            <a:r>
              <a:rPr sz="3200" spc="-35" dirty="0">
                <a:latin typeface="Calibri"/>
                <a:cs typeface="Calibri"/>
              </a:rPr>
              <a:t> </a:t>
            </a:r>
            <a:r>
              <a:rPr sz="3200" dirty="0">
                <a:latin typeface="Calibri"/>
                <a:cs typeface="Calibri"/>
              </a:rPr>
              <a:t>có</a:t>
            </a:r>
            <a:r>
              <a:rPr sz="3200" spc="-30" dirty="0">
                <a:latin typeface="Calibri"/>
                <a:cs typeface="Calibri"/>
              </a:rPr>
              <a:t> </a:t>
            </a:r>
            <a:r>
              <a:rPr sz="3200" dirty="0">
                <a:latin typeface="Calibri"/>
                <a:cs typeface="Calibri"/>
              </a:rPr>
              <a:t>suy</a:t>
            </a:r>
            <a:r>
              <a:rPr sz="3200" spc="-30" dirty="0">
                <a:latin typeface="Calibri"/>
                <a:cs typeface="Calibri"/>
              </a:rPr>
              <a:t> </a:t>
            </a:r>
            <a:r>
              <a:rPr sz="3200" spc="-10" dirty="0">
                <a:latin typeface="Calibri"/>
                <a:cs typeface="Calibri"/>
              </a:rPr>
              <a:t>luận:</a:t>
            </a:r>
            <a:endParaRPr sz="3200">
              <a:latin typeface="Calibri"/>
              <a:cs typeface="Calibri"/>
            </a:endParaRPr>
          </a:p>
          <a:p>
            <a:pPr marL="63500" marR="55880">
              <a:lnSpc>
                <a:spcPct val="100000"/>
              </a:lnSpc>
              <a:spcBef>
                <a:spcPts val="770"/>
              </a:spcBef>
              <a:tabLst>
                <a:tab pos="5865495" algn="l"/>
              </a:tabLst>
            </a:pPr>
            <a:r>
              <a:rPr sz="3200" dirty="0">
                <a:latin typeface="Calibri"/>
                <a:cs typeface="Calibri"/>
              </a:rPr>
              <a:t>P</a:t>
            </a:r>
            <a:r>
              <a:rPr sz="3150" baseline="-21164" dirty="0">
                <a:latin typeface="Calibri"/>
                <a:cs typeface="Calibri"/>
              </a:rPr>
              <a:t>1</a:t>
            </a:r>
            <a:r>
              <a:rPr sz="3150" spc="345" baseline="-21164"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Nếu</a:t>
            </a:r>
            <a:r>
              <a:rPr sz="3200" spc="-30" dirty="0">
                <a:latin typeface="Calibri"/>
                <a:cs typeface="Calibri"/>
              </a:rPr>
              <a:t> </a:t>
            </a:r>
            <a:r>
              <a:rPr sz="3200" u="sng" dirty="0">
                <a:uFill>
                  <a:solidFill>
                    <a:srgbClr val="000000"/>
                  </a:solidFill>
                </a:uFill>
                <a:latin typeface="Calibri"/>
                <a:cs typeface="Calibri"/>
              </a:rPr>
              <a:t>Dũng</a:t>
            </a:r>
            <a:r>
              <a:rPr sz="3200" u="sng" spc="-10" dirty="0">
                <a:uFill>
                  <a:solidFill>
                    <a:srgbClr val="000000"/>
                  </a:solidFill>
                </a:uFill>
                <a:latin typeface="Calibri"/>
                <a:cs typeface="Calibri"/>
              </a:rPr>
              <a:t> </a:t>
            </a:r>
            <a:r>
              <a:rPr sz="3200" u="sng" dirty="0">
                <a:uFill>
                  <a:solidFill>
                    <a:srgbClr val="000000"/>
                  </a:solidFill>
                </a:uFill>
                <a:latin typeface="Calibri"/>
                <a:cs typeface="Calibri"/>
              </a:rPr>
              <a:t>đi</a:t>
            </a:r>
            <a:r>
              <a:rPr sz="3200" u="sng" spc="-20" dirty="0">
                <a:uFill>
                  <a:solidFill>
                    <a:srgbClr val="000000"/>
                  </a:solidFill>
                </a:uFill>
                <a:latin typeface="Calibri"/>
                <a:cs typeface="Calibri"/>
              </a:rPr>
              <a:t> </a:t>
            </a:r>
            <a:r>
              <a:rPr sz="3200" u="sng" dirty="0">
                <a:uFill>
                  <a:solidFill>
                    <a:srgbClr val="000000"/>
                  </a:solidFill>
                </a:uFill>
                <a:latin typeface="Calibri"/>
                <a:cs typeface="Calibri"/>
              </a:rPr>
              <a:t>học</a:t>
            </a:r>
            <a:r>
              <a:rPr sz="3200" u="sng" spc="-20" dirty="0">
                <a:uFill>
                  <a:solidFill>
                    <a:srgbClr val="000000"/>
                  </a:solidFill>
                </a:uFill>
                <a:latin typeface="Calibri"/>
                <a:cs typeface="Calibri"/>
              </a:rPr>
              <a:t> </a:t>
            </a:r>
            <a:r>
              <a:rPr sz="3200" u="sng" dirty="0">
                <a:uFill>
                  <a:solidFill>
                    <a:srgbClr val="000000"/>
                  </a:solidFill>
                </a:uFill>
                <a:latin typeface="Calibri"/>
                <a:cs typeface="Calibri"/>
              </a:rPr>
              <a:t>đều</a:t>
            </a:r>
            <a:r>
              <a:rPr sz="3200" spc="-35" dirty="0">
                <a:latin typeface="Calibri"/>
                <a:cs typeface="Calibri"/>
              </a:rPr>
              <a:t> </a:t>
            </a:r>
            <a:r>
              <a:rPr sz="3200" dirty="0">
                <a:latin typeface="Calibri"/>
                <a:cs typeface="Calibri"/>
              </a:rPr>
              <a:t>thì</a:t>
            </a:r>
            <a:r>
              <a:rPr sz="3200" spc="-5" dirty="0">
                <a:latin typeface="Calibri"/>
                <a:cs typeface="Calibri"/>
              </a:rPr>
              <a:t> </a:t>
            </a:r>
            <a:r>
              <a:rPr sz="3200" u="sng" spc="-20" dirty="0">
                <a:uFill>
                  <a:solidFill>
                    <a:srgbClr val="000000"/>
                  </a:solidFill>
                </a:uFill>
                <a:latin typeface="Calibri"/>
                <a:cs typeface="Calibri"/>
              </a:rPr>
              <a:t>Dũng</a:t>
            </a:r>
            <a:r>
              <a:rPr sz="3200" u="sng" dirty="0">
                <a:uFill>
                  <a:solidFill>
                    <a:srgbClr val="000000"/>
                  </a:solidFill>
                </a:uFill>
                <a:latin typeface="Calibri"/>
                <a:cs typeface="Calibri"/>
              </a:rPr>
              <a:t>	đạt</a:t>
            </a:r>
            <a:r>
              <a:rPr sz="3200" u="sng" spc="-60" dirty="0">
                <a:uFill>
                  <a:solidFill>
                    <a:srgbClr val="000000"/>
                  </a:solidFill>
                </a:uFill>
                <a:latin typeface="Calibri"/>
                <a:cs typeface="Calibri"/>
              </a:rPr>
              <a:t> </a:t>
            </a:r>
            <a:r>
              <a:rPr sz="3200" u="sng" dirty="0">
                <a:uFill>
                  <a:solidFill>
                    <a:srgbClr val="000000"/>
                  </a:solidFill>
                </a:uFill>
                <a:latin typeface="Calibri"/>
                <a:cs typeface="Calibri"/>
              </a:rPr>
              <a:t>môn</a:t>
            </a:r>
            <a:r>
              <a:rPr sz="3200" u="sng" spc="-65" dirty="0">
                <a:uFill>
                  <a:solidFill>
                    <a:srgbClr val="000000"/>
                  </a:solidFill>
                </a:uFill>
                <a:latin typeface="Calibri"/>
                <a:cs typeface="Calibri"/>
              </a:rPr>
              <a:t> </a:t>
            </a:r>
            <a:r>
              <a:rPr sz="3200" u="sng" spc="-20" dirty="0">
                <a:uFill>
                  <a:solidFill>
                    <a:srgbClr val="000000"/>
                  </a:solidFill>
                </a:uFill>
                <a:latin typeface="Calibri"/>
                <a:cs typeface="Calibri"/>
              </a:rPr>
              <a:t>toán</a:t>
            </a:r>
            <a:r>
              <a:rPr sz="3200" spc="-20" dirty="0">
                <a:latin typeface="Calibri"/>
                <a:cs typeface="Calibri"/>
              </a:rPr>
              <a:t> </a:t>
            </a:r>
            <a:r>
              <a:rPr sz="3200" u="sng" dirty="0">
                <a:uFill>
                  <a:solidFill>
                    <a:srgbClr val="000000"/>
                  </a:solidFill>
                </a:uFill>
                <a:latin typeface="Calibri"/>
                <a:cs typeface="Calibri"/>
              </a:rPr>
              <a:t>rời</a:t>
            </a:r>
            <a:r>
              <a:rPr sz="3200" u="sng" spc="-75" dirty="0">
                <a:uFill>
                  <a:solidFill>
                    <a:srgbClr val="000000"/>
                  </a:solidFill>
                </a:uFill>
                <a:latin typeface="Calibri"/>
                <a:cs typeface="Calibri"/>
              </a:rPr>
              <a:t> </a:t>
            </a:r>
            <a:r>
              <a:rPr sz="3200" u="sng" spc="-25" dirty="0">
                <a:uFill>
                  <a:solidFill>
                    <a:srgbClr val="000000"/>
                  </a:solidFill>
                </a:uFill>
                <a:latin typeface="Calibri"/>
                <a:cs typeface="Calibri"/>
              </a:rPr>
              <a:t>rạc</a:t>
            </a:r>
            <a:endParaRPr sz="3200">
              <a:latin typeface="Calibri"/>
              <a:cs typeface="Calibri"/>
            </a:endParaRPr>
          </a:p>
          <a:p>
            <a:pPr marL="63500">
              <a:lnSpc>
                <a:spcPct val="100000"/>
              </a:lnSpc>
              <a:spcBef>
                <a:spcPts val="770"/>
              </a:spcBef>
            </a:pPr>
            <a:r>
              <a:rPr sz="3200" dirty="0">
                <a:latin typeface="Calibri"/>
                <a:cs typeface="Calibri"/>
              </a:rPr>
              <a:t>P</a:t>
            </a:r>
            <a:r>
              <a:rPr sz="3150" baseline="-21164" dirty="0">
                <a:latin typeface="Calibri"/>
                <a:cs typeface="Calibri"/>
              </a:rPr>
              <a:t>2</a:t>
            </a:r>
            <a:r>
              <a:rPr sz="3150" spc="-15" baseline="-21164" dirty="0">
                <a:latin typeface="Calibri"/>
                <a:cs typeface="Calibri"/>
              </a:rPr>
              <a:t> </a:t>
            </a:r>
            <a:r>
              <a:rPr sz="3200" dirty="0">
                <a:latin typeface="Calibri"/>
                <a:cs typeface="Calibri"/>
              </a:rPr>
              <a:t>:</a:t>
            </a:r>
            <a:r>
              <a:rPr sz="3200" spc="-20" dirty="0">
                <a:latin typeface="Calibri"/>
                <a:cs typeface="Calibri"/>
              </a:rPr>
              <a:t> </a:t>
            </a:r>
            <a:r>
              <a:rPr sz="3200" u="sng" dirty="0">
                <a:uFill>
                  <a:solidFill>
                    <a:srgbClr val="000000"/>
                  </a:solidFill>
                </a:uFill>
                <a:latin typeface="Calibri"/>
                <a:cs typeface="Calibri"/>
              </a:rPr>
              <a:t>Dũng</a:t>
            </a:r>
            <a:r>
              <a:rPr sz="3200" u="sng" spc="-20" dirty="0">
                <a:uFill>
                  <a:solidFill>
                    <a:srgbClr val="000000"/>
                  </a:solidFill>
                </a:uFill>
                <a:latin typeface="Calibri"/>
                <a:cs typeface="Calibri"/>
              </a:rPr>
              <a:t> </a:t>
            </a:r>
            <a:r>
              <a:rPr sz="3200" u="sng" dirty="0">
                <a:uFill>
                  <a:solidFill>
                    <a:srgbClr val="000000"/>
                  </a:solidFill>
                </a:uFill>
                <a:latin typeface="Calibri"/>
                <a:cs typeface="Calibri"/>
              </a:rPr>
              <a:t>không</a:t>
            </a:r>
            <a:r>
              <a:rPr sz="3200" u="sng" spc="-15" dirty="0">
                <a:uFill>
                  <a:solidFill>
                    <a:srgbClr val="000000"/>
                  </a:solidFill>
                </a:uFill>
                <a:latin typeface="Calibri"/>
                <a:cs typeface="Calibri"/>
              </a:rPr>
              <a:t> </a:t>
            </a:r>
            <a:r>
              <a:rPr sz="3200" u="sng" dirty="0">
                <a:uFill>
                  <a:solidFill>
                    <a:srgbClr val="000000"/>
                  </a:solidFill>
                </a:uFill>
                <a:latin typeface="Calibri"/>
                <a:cs typeface="Calibri"/>
              </a:rPr>
              <a:t>đạt</a:t>
            </a:r>
            <a:r>
              <a:rPr sz="3200" u="sng" spc="-25" dirty="0">
                <a:uFill>
                  <a:solidFill>
                    <a:srgbClr val="000000"/>
                  </a:solidFill>
                </a:uFill>
                <a:latin typeface="Calibri"/>
                <a:cs typeface="Calibri"/>
              </a:rPr>
              <a:t> TRR</a:t>
            </a:r>
            <a:endParaRPr sz="3200">
              <a:latin typeface="Calibri"/>
              <a:cs typeface="Calibri"/>
            </a:endParaRPr>
          </a:p>
          <a:p>
            <a:pPr>
              <a:lnSpc>
                <a:spcPct val="100000"/>
              </a:lnSpc>
              <a:spcBef>
                <a:spcPts val="1470"/>
              </a:spcBef>
            </a:pPr>
            <a:endParaRPr sz="3200">
              <a:latin typeface="Calibri"/>
              <a:cs typeface="Calibri"/>
            </a:endParaRPr>
          </a:p>
          <a:p>
            <a:pPr marL="63500">
              <a:lnSpc>
                <a:spcPct val="100000"/>
              </a:lnSpc>
              <a:tabLst>
                <a:tab pos="2163445" algn="l"/>
              </a:tabLst>
            </a:pPr>
            <a:r>
              <a:rPr sz="3200" dirty="0">
                <a:latin typeface="Calibri"/>
                <a:cs typeface="Calibri"/>
              </a:rPr>
              <a:t>Kết</a:t>
            </a:r>
            <a:r>
              <a:rPr sz="3200" spc="-65" dirty="0">
                <a:latin typeface="Calibri"/>
                <a:cs typeface="Calibri"/>
              </a:rPr>
              <a:t> </a:t>
            </a:r>
            <a:r>
              <a:rPr sz="3200" dirty="0">
                <a:latin typeface="Calibri"/>
                <a:cs typeface="Calibri"/>
              </a:rPr>
              <a:t>luận</a:t>
            </a:r>
            <a:r>
              <a:rPr sz="3200" spc="-55" dirty="0">
                <a:latin typeface="Calibri"/>
                <a:cs typeface="Calibri"/>
              </a:rPr>
              <a:t> </a:t>
            </a:r>
            <a:r>
              <a:rPr sz="3200" dirty="0">
                <a:latin typeface="Calibri"/>
                <a:cs typeface="Calibri"/>
              </a:rPr>
              <a:t>Q</a:t>
            </a:r>
            <a:r>
              <a:rPr sz="3200" spc="-65" dirty="0">
                <a:latin typeface="Calibri"/>
                <a:cs typeface="Calibri"/>
              </a:rPr>
              <a:t> </a:t>
            </a:r>
            <a:r>
              <a:rPr sz="3200" spc="-50" dirty="0">
                <a:latin typeface="Calibri"/>
                <a:cs typeface="Calibri"/>
              </a:rPr>
              <a:t>:</a:t>
            </a:r>
            <a:r>
              <a:rPr sz="3200" dirty="0">
                <a:latin typeface="Calibri"/>
                <a:cs typeface="Calibri"/>
              </a:rPr>
              <a:t>	</a:t>
            </a:r>
            <a:r>
              <a:rPr sz="3200" u="sng" dirty="0">
                <a:uFill>
                  <a:solidFill>
                    <a:srgbClr val="000000"/>
                  </a:solidFill>
                </a:uFill>
                <a:latin typeface="Calibri"/>
                <a:cs typeface="Calibri"/>
              </a:rPr>
              <a:t>Dũng</a:t>
            </a:r>
            <a:r>
              <a:rPr sz="3200" u="sng" spc="-10" dirty="0">
                <a:uFill>
                  <a:solidFill>
                    <a:srgbClr val="000000"/>
                  </a:solidFill>
                </a:uFill>
                <a:latin typeface="Calibri"/>
                <a:cs typeface="Calibri"/>
              </a:rPr>
              <a:t> </a:t>
            </a:r>
            <a:r>
              <a:rPr sz="3200" u="sng" dirty="0">
                <a:uFill>
                  <a:solidFill>
                    <a:srgbClr val="000000"/>
                  </a:solidFill>
                </a:uFill>
                <a:latin typeface="Calibri"/>
                <a:cs typeface="Calibri"/>
              </a:rPr>
              <a:t>không</a:t>
            </a:r>
            <a:r>
              <a:rPr sz="3200" u="sng" spc="-5" dirty="0">
                <a:uFill>
                  <a:solidFill>
                    <a:srgbClr val="000000"/>
                  </a:solidFill>
                </a:uFill>
                <a:latin typeface="Calibri"/>
                <a:cs typeface="Calibri"/>
              </a:rPr>
              <a:t> </a:t>
            </a:r>
            <a:r>
              <a:rPr sz="3200" u="sng" dirty="0">
                <a:uFill>
                  <a:solidFill>
                    <a:srgbClr val="000000"/>
                  </a:solidFill>
                </a:uFill>
                <a:latin typeface="Calibri"/>
                <a:cs typeface="Calibri"/>
              </a:rPr>
              <a:t>đi</a:t>
            </a:r>
            <a:r>
              <a:rPr sz="3200" u="sng" spc="-30" dirty="0">
                <a:uFill>
                  <a:solidFill>
                    <a:srgbClr val="000000"/>
                  </a:solidFill>
                </a:uFill>
                <a:latin typeface="Calibri"/>
                <a:cs typeface="Calibri"/>
              </a:rPr>
              <a:t> </a:t>
            </a:r>
            <a:r>
              <a:rPr sz="3200" u="sng" dirty="0">
                <a:uFill>
                  <a:solidFill>
                    <a:srgbClr val="000000"/>
                  </a:solidFill>
                </a:uFill>
                <a:latin typeface="Calibri"/>
                <a:cs typeface="Calibri"/>
              </a:rPr>
              <a:t>học</a:t>
            </a:r>
            <a:r>
              <a:rPr sz="3200" u="sng" spc="-50" dirty="0">
                <a:uFill>
                  <a:solidFill>
                    <a:srgbClr val="000000"/>
                  </a:solidFill>
                </a:uFill>
                <a:latin typeface="Calibri"/>
                <a:cs typeface="Calibri"/>
              </a:rPr>
              <a:t> </a:t>
            </a:r>
            <a:r>
              <a:rPr sz="3200" u="sng" spc="-25" dirty="0">
                <a:uFill>
                  <a:solidFill>
                    <a:srgbClr val="000000"/>
                  </a:solidFill>
                </a:uFill>
                <a:latin typeface="Calibri"/>
                <a:cs typeface="Calibri"/>
              </a:rPr>
              <a:t>đều</a:t>
            </a:r>
            <a:endParaRPr sz="3200">
              <a:latin typeface="Calibri"/>
              <a:cs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58140" y="135164"/>
            <a:ext cx="4948555" cy="1784985"/>
          </a:xfrm>
          <a:prstGeom prst="rect">
            <a:avLst/>
          </a:prstGeom>
        </p:spPr>
        <p:txBody>
          <a:bodyPr vert="horz" wrap="square" lIns="0" tIns="113664" rIns="0" bIns="0" rtlCol="0">
            <a:spAutoFit/>
          </a:bodyPr>
          <a:lstStyle/>
          <a:p>
            <a:pPr marL="38100">
              <a:lnSpc>
                <a:spcPct val="100000"/>
              </a:lnSpc>
              <a:spcBef>
                <a:spcPts val="894"/>
              </a:spcBef>
            </a:pPr>
            <a:r>
              <a:rPr sz="3200" b="1" dirty="0">
                <a:latin typeface="Calibri"/>
                <a:cs typeface="Calibri"/>
              </a:rPr>
              <a:t>Bước</a:t>
            </a:r>
            <a:r>
              <a:rPr sz="3200" b="1" spc="-15" dirty="0">
                <a:latin typeface="Calibri"/>
                <a:cs typeface="Calibri"/>
              </a:rPr>
              <a:t> </a:t>
            </a:r>
            <a:r>
              <a:rPr sz="3200" b="1" dirty="0">
                <a:latin typeface="Calibri"/>
                <a:cs typeface="Calibri"/>
              </a:rPr>
              <a:t>2</a:t>
            </a:r>
            <a:r>
              <a:rPr sz="3200" b="1" spc="-15" dirty="0">
                <a:latin typeface="Calibri"/>
                <a:cs typeface="Calibri"/>
              </a:rPr>
              <a:t> </a:t>
            </a:r>
            <a:r>
              <a:rPr sz="3200" b="1" spc="-50" dirty="0">
                <a:latin typeface="Calibri"/>
                <a:cs typeface="Calibri"/>
              </a:rPr>
              <a:t>:</a:t>
            </a:r>
            <a:endParaRPr sz="3200">
              <a:latin typeface="Calibri"/>
              <a:cs typeface="Calibri"/>
            </a:endParaRPr>
          </a:p>
          <a:p>
            <a:pPr marL="1327150">
              <a:lnSpc>
                <a:spcPct val="100000"/>
              </a:lnSpc>
              <a:spcBef>
                <a:spcPts val="795"/>
              </a:spcBef>
            </a:pPr>
            <a:r>
              <a:rPr sz="3200" b="1" dirty="0">
                <a:latin typeface="Calibri"/>
                <a:cs typeface="Calibri"/>
              </a:rPr>
              <a:t>[(p</a:t>
            </a:r>
            <a:r>
              <a:rPr sz="3200" b="1" spc="-30" dirty="0">
                <a:latin typeface="Calibri"/>
                <a:cs typeface="Calibri"/>
              </a:rPr>
              <a:t> </a:t>
            </a:r>
            <a:r>
              <a:rPr sz="3200" dirty="0">
                <a:latin typeface="Symbol"/>
                <a:cs typeface="Symbol"/>
              </a:rPr>
              <a:t></a:t>
            </a:r>
            <a:r>
              <a:rPr sz="3200" b="1" dirty="0">
                <a:latin typeface="Calibri"/>
                <a:cs typeface="Calibri"/>
              </a:rPr>
              <a:t>q)</a:t>
            </a:r>
            <a:r>
              <a:rPr sz="3200" b="1" spc="-25" dirty="0">
                <a:latin typeface="Calibri"/>
                <a:cs typeface="Calibri"/>
              </a:rPr>
              <a:t> </a:t>
            </a:r>
            <a:r>
              <a:rPr sz="3200" dirty="0">
                <a:latin typeface="Symbol"/>
                <a:cs typeface="Symbol"/>
              </a:rPr>
              <a:t></a:t>
            </a:r>
            <a:r>
              <a:rPr sz="3200" spc="-85" dirty="0">
                <a:latin typeface="Times New Roman"/>
                <a:cs typeface="Times New Roman"/>
              </a:rPr>
              <a:t> </a:t>
            </a:r>
            <a:r>
              <a:rPr sz="3200" dirty="0">
                <a:latin typeface="Symbol"/>
                <a:cs typeface="Symbol"/>
              </a:rPr>
              <a:t></a:t>
            </a:r>
            <a:r>
              <a:rPr sz="3200" b="1" dirty="0">
                <a:latin typeface="Calibri"/>
                <a:cs typeface="Calibri"/>
              </a:rPr>
              <a:t>q]</a:t>
            </a:r>
            <a:r>
              <a:rPr sz="3200" b="1" spc="-35" dirty="0">
                <a:latin typeface="Calibri"/>
                <a:cs typeface="Calibri"/>
              </a:rPr>
              <a:t> </a:t>
            </a:r>
            <a:r>
              <a:rPr sz="3200" dirty="0">
                <a:latin typeface="Symbol"/>
                <a:cs typeface="Symbol"/>
              </a:rPr>
              <a:t></a:t>
            </a:r>
            <a:r>
              <a:rPr sz="3200" spc="-95" dirty="0">
                <a:latin typeface="Times New Roman"/>
                <a:cs typeface="Times New Roman"/>
              </a:rPr>
              <a:t> </a:t>
            </a:r>
            <a:r>
              <a:rPr sz="3200" spc="-25" dirty="0">
                <a:latin typeface="Symbol"/>
                <a:cs typeface="Symbol"/>
              </a:rPr>
              <a:t></a:t>
            </a:r>
            <a:r>
              <a:rPr sz="3200" b="1" spc="-25" dirty="0">
                <a:latin typeface="Calibri"/>
                <a:cs typeface="Calibri"/>
              </a:rPr>
              <a:t>p</a:t>
            </a:r>
            <a:r>
              <a:rPr sz="3200" spc="-25" dirty="0">
                <a:latin typeface="Calibri"/>
                <a:cs typeface="Calibri"/>
              </a:rPr>
              <a:t>.</a:t>
            </a:r>
            <a:endParaRPr sz="3200">
              <a:latin typeface="Calibri"/>
              <a:cs typeface="Calibri"/>
            </a:endParaRPr>
          </a:p>
          <a:p>
            <a:pPr marL="1327150">
              <a:lnSpc>
                <a:spcPct val="100000"/>
              </a:lnSpc>
              <a:spcBef>
                <a:spcPts val="740"/>
              </a:spcBef>
            </a:pPr>
            <a:r>
              <a:rPr sz="3200" b="1" dirty="0">
                <a:latin typeface="Calibri"/>
                <a:cs typeface="Calibri"/>
              </a:rPr>
              <a:t>P</a:t>
            </a:r>
            <a:r>
              <a:rPr sz="3150" b="1" baseline="-21164" dirty="0">
                <a:latin typeface="Calibri"/>
                <a:cs typeface="Calibri"/>
              </a:rPr>
              <a:t>1</a:t>
            </a:r>
            <a:r>
              <a:rPr sz="3150" b="1" spc="359" baseline="-21164" dirty="0">
                <a:latin typeface="Calibri"/>
                <a:cs typeface="Calibri"/>
              </a:rPr>
              <a:t> </a:t>
            </a:r>
            <a:r>
              <a:rPr sz="3200" dirty="0">
                <a:latin typeface="Calibri"/>
                <a:cs typeface="Calibri"/>
              </a:rPr>
              <a:t>=</a:t>
            </a:r>
            <a:r>
              <a:rPr sz="3200" spc="-10" dirty="0">
                <a:latin typeface="Calibri"/>
                <a:cs typeface="Calibri"/>
              </a:rPr>
              <a:t> </a:t>
            </a:r>
            <a:r>
              <a:rPr sz="3200" dirty="0">
                <a:latin typeface="Calibri"/>
                <a:cs typeface="Calibri"/>
              </a:rPr>
              <a:t>?</a:t>
            </a:r>
            <a:r>
              <a:rPr sz="3200" spc="-10" dirty="0">
                <a:latin typeface="Calibri"/>
                <a:cs typeface="Calibri"/>
              </a:rPr>
              <a:t> </a:t>
            </a:r>
            <a:r>
              <a:rPr sz="3200" dirty="0">
                <a:latin typeface="Calibri"/>
                <a:cs typeface="Calibri"/>
              </a:rPr>
              <a:t>,</a:t>
            </a:r>
            <a:r>
              <a:rPr sz="3200" spc="-5" dirty="0">
                <a:latin typeface="Calibri"/>
                <a:cs typeface="Calibri"/>
              </a:rPr>
              <a:t> </a:t>
            </a:r>
            <a:r>
              <a:rPr sz="3200" b="1" dirty="0">
                <a:latin typeface="Calibri"/>
                <a:cs typeface="Calibri"/>
              </a:rPr>
              <a:t>P</a:t>
            </a:r>
            <a:r>
              <a:rPr sz="3150" b="1" baseline="-21164" dirty="0">
                <a:latin typeface="Calibri"/>
                <a:cs typeface="Calibri"/>
              </a:rPr>
              <a:t>2</a:t>
            </a:r>
            <a:r>
              <a:rPr sz="3150" b="1" spc="345" baseline="-21164" dirty="0">
                <a:latin typeface="Calibri"/>
                <a:cs typeface="Calibri"/>
              </a:rPr>
              <a:t> </a:t>
            </a:r>
            <a:r>
              <a:rPr sz="3200" dirty="0">
                <a:latin typeface="Calibri"/>
                <a:cs typeface="Calibri"/>
              </a:rPr>
              <a:t>=</a:t>
            </a:r>
            <a:r>
              <a:rPr sz="3200" spc="-10" dirty="0">
                <a:latin typeface="Calibri"/>
                <a:cs typeface="Calibri"/>
              </a:rPr>
              <a:t> </a:t>
            </a:r>
            <a:r>
              <a:rPr sz="3200" dirty="0">
                <a:latin typeface="Calibri"/>
                <a:cs typeface="Calibri"/>
              </a:rPr>
              <a:t>?,</a:t>
            </a:r>
            <a:r>
              <a:rPr sz="3200" spc="-5" dirty="0">
                <a:latin typeface="Calibri"/>
                <a:cs typeface="Calibri"/>
              </a:rPr>
              <a:t> </a:t>
            </a:r>
            <a:r>
              <a:rPr sz="3200" b="1" dirty="0">
                <a:latin typeface="Calibri"/>
                <a:cs typeface="Calibri"/>
              </a:rPr>
              <a:t>Q</a:t>
            </a:r>
            <a:r>
              <a:rPr sz="3200" b="1" spc="-5" dirty="0">
                <a:latin typeface="Calibri"/>
                <a:cs typeface="Calibri"/>
              </a:rPr>
              <a:t> </a:t>
            </a:r>
            <a:r>
              <a:rPr sz="3200" dirty="0">
                <a:latin typeface="Calibri"/>
                <a:cs typeface="Calibri"/>
              </a:rPr>
              <a:t>=</a:t>
            </a:r>
            <a:r>
              <a:rPr sz="3200" spc="-10" dirty="0">
                <a:latin typeface="Calibri"/>
                <a:cs typeface="Calibri"/>
              </a:rPr>
              <a:t> </a:t>
            </a:r>
            <a:r>
              <a:rPr sz="3200" spc="-25" dirty="0">
                <a:latin typeface="Calibri"/>
                <a:cs typeface="Calibri"/>
              </a:rPr>
              <a:t>?.</a:t>
            </a:r>
            <a:endParaRPr sz="3200">
              <a:latin typeface="Calibri"/>
              <a:cs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45440" y="138215"/>
            <a:ext cx="8147684" cy="2855595"/>
          </a:xfrm>
          <a:prstGeom prst="rect">
            <a:avLst/>
          </a:prstGeom>
        </p:spPr>
        <p:txBody>
          <a:bodyPr vert="horz" wrap="square" lIns="0" tIns="110489" rIns="0" bIns="0" rtlCol="0">
            <a:spAutoFit/>
          </a:bodyPr>
          <a:lstStyle/>
          <a:p>
            <a:pPr marL="50800">
              <a:lnSpc>
                <a:spcPct val="100000"/>
              </a:lnSpc>
              <a:spcBef>
                <a:spcPts val="869"/>
              </a:spcBef>
              <a:tabLst>
                <a:tab pos="1397635" algn="l"/>
              </a:tabLst>
            </a:pPr>
            <a:r>
              <a:rPr sz="3200" b="1" dirty="0">
                <a:latin typeface="Calibri"/>
                <a:cs typeface="Calibri"/>
              </a:rPr>
              <a:t>Ví</a:t>
            </a:r>
            <a:r>
              <a:rPr sz="3200" b="1" spc="-15" dirty="0">
                <a:latin typeface="Calibri"/>
                <a:cs typeface="Calibri"/>
              </a:rPr>
              <a:t> </a:t>
            </a:r>
            <a:r>
              <a:rPr sz="3200" b="1" dirty="0">
                <a:latin typeface="Calibri"/>
                <a:cs typeface="Calibri"/>
              </a:rPr>
              <a:t>dụ</a:t>
            </a:r>
            <a:r>
              <a:rPr sz="3200" b="1" spc="-15" dirty="0">
                <a:latin typeface="Calibri"/>
                <a:cs typeface="Calibri"/>
              </a:rPr>
              <a:t> </a:t>
            </a:r>
            <a:r>
              <a:rPr sz="3200" b="1" spc="-50" dirty="0">
                <a:latin typeface="Calibri"/>
                <a:cs typeface="Calibri"/>
              </a:rPr>
              <a:t>:</a:t>
            </a:r>
            <a:r>
              <a:rPr sz="3200" b="1" dirty="0">
                <a:latin typeface="Calibri"/>
                <a:cs typeface="Calibri"/>
              </a:rPr>
              <a:t>	</a:t>
            </a:r>
            <a:r>
              <a:rPr sz="3200" dirty="0">
                <a:latin typeface="Calibri"/>
                <a:cs typeface="Calibri"/>
              </a:rPr>
              <a:t>Kiểm</a:t>
            </a:r>
            <a:r>
              <a:rPr sz="3200" spc="-55" dirty="0">
                <a:latin typeface="Calibri"/>
                <a:cs typeface="Calibri"/>
              </a:rPr>
              <a:t> </a:t>
            </a:r>
            <a:r>
              <a:rPr sz="3200" dirty="0">
                <a:latin typeface="Calibri"/>
                <a:cs typeface="Calibri"/>
              </a:rPr>
              <a:t>tra</a:t>
            </a:r>
            <a:r>
              <a:rPr sz="3200" spc="-40" dirty="0">
                <a:latin typeface="Calibri"/>
                <a:cs typeface="Calibri"/>
              </a:rPr>
              <a:t> </a:t>
            </a:r>
            <a:r>
              <a:rPr sz="3200" dirty="0">
                <a:latin typeface="Calibri"/>
                <a:cs typeface="Calibri"/>
              </a:rPr>
              <a:t>suy</a:t>
            </a:r>
            <a:r>
              <a:rPr sz="3200" spc="-40" dirty="0">
                <a:latin typeface="Calibri"/>
                <a:cs typeface="Calibri"/>
              </a:rPr>
              <a:t> </a:t>
            </a:r>
            <a:r>
              <a:rPr sz="3200" spc="-10" dirty="0">
                <a:latin typeface="Calibri"/>
                <a:cs typeface="Calibri"/>
              </a:rPr>
              <a:t>luận:</a:t>
            </a:r>
            <a:endParaRPr sz="3200">
              <a:latin typeface="Calibri"/>
              <a:cs typeface="Calibri"/>
            </a:endParaRPr>
          </a:p>
          <a:p>
            <a:pPr marL="50800" marR="43180">
              <a:lnSpc>
                <a:spcPct val="100000"/>
              </a:lnSpc>
              <a:spcBef>
                <a:spcPts val="770"/>
              </a:spcBef>
              <a:tabLst>
                <a:tab pos="5852795" algn="l"/>
              </a:tabLst>
            </a:pPr>
            <a:r>
              <a:rPr sz="3200" dirty="0">
                <a:latin typeface="Calibri"/>
                <a:cs typeface="Calibri"/>
              </a:rPr>
              <a:t>P</a:t>
            </a:r>
            <a:r>
              <a:rPr sz="3150" baseline="-21164" dirty="0">
                <a:latin typeface="Calibri"/>
                <a:cs typeface="Calibri"/>
              </a:rPr>
              <a:t>1</a:t>
            </a:r>
            <a:r>
              <a:rPr sz="3150" spc="345" baseline="-21164"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Nếu</a:t>
            </a:r>
            <a:r>
              <a:rPr sz="3200" spc="-30" dirty="0">
                <a:latin typeface="Calibri"/>
                <a:cs typeface="Calibri"/>
              </a:rPr>
              <a:t> </a:t>
            </a:r>
            <a:r>
              <a:rPr sz="3200" u="sng" dirty="0">
                <a:uFill>
                  <a:solidFill>
                    <a:srgbClr val="000000"/>
                  </a:solidFill>
                </a:uFill>
                <a:latin typeface="Calibri"/>
                <a:cs typeface="Calibri"/>
              </a:rPr>
              <a:t>Dũng</a:t>
            </a:r>
            <a:r>
              <a:rPr sz="3200" u="sng" spc="-10" dirty="0">
                <a:uFill>
                  <a:solidFill>
                    <a:srgbClr val="000000"/>
                  </a:solidFill>
                </a:uFill>
                <a:latin typeface="Calibri"/>
                <a:cs typeface="Calibri"/>
              </a:rPr>
              <a:t> </a:t>
            </a:r>
            <a:r>
              <a:rPr sz="3200" u="sng" dirty="0">
                <a:uFill>
                  <a:solidFill>
                    <a:srgbClr val="000000"/>
                  </a:solidFill>
                </a:uFill>
                <a:latin typeface="Calibri"/>
                <a:cs typeface="Calibri"/>
              </a:rPr>
              <a:t>đi</a:t>
            </a:r>
            <a:r>
              <a:rPr sz="3200" u="sng" spc="-20" dirty="0">
                <a:uFill>
                  <a:solidFill>
                    <a:srgbClr val="000000"/>
                  </a:solidFill>
                </a:uFill>
                <a:latin typeface="Calibri"/>
                <a:cs typeface="Calibri"/>
              </a:rPr>
              <a:t> </a:t>
            </a:r>
            <a:r>
              <a:rPr sz="3200" u="sng" dirty="0">
                <a:uFill>
                  <a:solidFill>
                    <a:srgbClr val="000000"/>
                  </a:solidFill>
                </a:uFill>
                <a:latin typeface="Calibri"/>
                <a:cs typeface="Calibri"/>
              </a:rPr>
              <a:t>học</a:t>
            </a:r>
            <a:r>
              <a:rPr sz="3200" u="sng" spc="-20" dirty="0">
                <a:uFill>
                  <a:solidFill>
                    <a:srgbClr val="000000"/>
                  </a:solidFill>
                </a:uFill>
                <a:latin typeface="Calibri"/>
                <a:cs typeface="Calibri"/>
              </a:rPr>
              <a:t> </a:t>
            </a:r>
            <a:r>
              <a:rPr sz="3200" u="sng" dirty="0">
                <a:uFill>
                  <a:solidFill>
                    <a:srgbClr val="000000"/>
                  </a:solidFill>
                </a:uFill>
                <a:latin typeface="Calibri"/>
                <a:cs typeface="Calibri"/>
              </a:rPr>
              <a:t>đều</a:t>
            </a:r>
            <a:r>
              <a:rPr sz="3200" spc="-35" dirty="0">
                <a:latin typeface="Calibri"/>
                <a:cs typeface="Calibri"/>
              </a:rPr>
              <a:t> </a:t>
            </a:r>
            <a:r>
              <a:rPr sz="3200" dirty="0">
                <a:latin typeface="Calibri"/>
                <a:cs typeface="Calibri"/>
              </a:rPr>
              <a:t>thì</a:t>
            </a:r>
            <a:r>
              <a:rPr sz="3200" spc="-5" dirty="0">
                <a:latin typeface="Calibri"/>
                <a:cs typeface="Calibri"/>
              </a:rPr>
              <a:t> </a:t>
            </a:r>
            <a:r>
              <a:rPr sz="3200" u="sng" spc="-20" dirty="0">
                <a:uFill>
                  <a:solidFill>
                    <a:srgbClr val="000000"/>
                  </a:solidFill>
                </a:uFill>
                <a:latin typeface="Calibri"/>
                <a:cs typeface="Calibri"/>
              </a:rPr>
              <a:t>Dũng</a:t>
            </a:r>
            <a:r>
              <a:rPr sz="3200" u="sng" dirty="0">
                <a:uFill>
                  <a:solidFill>
                    <a:srgbClr val="000000"/>
                  </a:solidFill>
                </a:uFill>
                <a:latin typeface="Calibri"/>
                <a:cs typeface="Calibri"/>
              </a:rPr>
              <a:t>	đạt</a:t>
            </a:r>
            <a:r>
              <a:rPr sz="3200" u="sng" spc="-60" dirty="0">
                <a:uFill>
                  <a:solidFill>
                    <a:srgbClr val="000000"/>
                  </a:solidFill>
                </a:uFill>
                <a:latin typeface="Calibri"/>
                <a:cs typeface="Calibri"/>
              </a:rPr>
              <a:t> </a:t>
            </a:r>
            <a:r>
              <a:rPr sz="3200" u="sng" dirty="0">
                <a:uFill>
                  <a:solidFill>
                    <a:srgbClr val="000000"/>
                  </a:solidFill>
                </a:uFill>
                <a:latin typeface="Calibri"/>
                <a:cs typeface="Calibri"/>
              </a:rPr>
              <a:t>môn</a:t>
            </a:r>
            <a:r>
              <a:rPr sz="3200" u="sng" spc="-65" dirty="0">
                <a:uFill>
                  <a:solidFill>
                    <a:srgbClr val="000000"/>
                  </a:solidFill>
                </a:uFill>
                <a:latin typeface="Calibri"/>
                <a:cs typeface="Calibri"/>
              </a:rPr>
              <a:t> </a:t>
            </a:r>
            <a:r>
              <a:rPr sz="3200" u="sng" spc="-20" dirty="0">
                <a:uFill>
                  <a:solidFill>
                    <a:srgbClr val="000000"/>
                  </a:solidFill>
                </a:uFill>
                <a:latin typeface="Calibri"/>
                <a:cs typeface="Calibri"/>
              </a:rPr>
              <a:t>toán</a:t>
            </a:r>
            <a:r>
              <a:rPr sz="3200" spc="-20" dirty="0">
                <a:latin typeface="Calibri"/>
                <a:cs typeface="Calibri"/>
              </a:rPr>
              <a:t> </a:t>
            </a:r>
            <a:r>
              <a:rPr sz="3200" u="sng" dirty="0">
                <a:uFill>
                  <a:solidFill>
                    <a:srgbClr val="000000"/>
                  </a:solidFill>
                </a:uFill>
                <a:latin typeface="Calibri"/>
                <a:cs typeface="Calibri"/>
              </a:rPr>
              <a:t>rời</a:t>
            </a:r>
            <a:r>
              <a:rPr sz="3200" u="sng" spc="-80" dirty="0">
                <a:uFill>
                  <a:solidFill>
                    <a:srgbClr val="000000"/>
                  </a:solidFill>
                </a:uFill>
                <a:latin typeface="Calibri"/>
                <a:cs typeface="Calibri"/>
              </a:rPr>
              <a:t> </a:t>
            </a:r>
            <a:r>
              <a:rPr sz="3200" u="sng" spc="-20" dirty="0">
                <a:uFill>
                  <a:solidFill>
                    <a:srgbClr val="000000"/>
                  </a:solidFill>
                </a:uFill>
                <a:latin typeface="Calibri"/>
                <a:cs typeface="Calibri"/>
              </a:rPr>
              <a:t>rạc</a:t>
            </a:r>
            <a:r>
              <a:rPr sz="3200" spc="-20" dirty="0">
                <a:latin typeface="Calibri"/>
                <a:cs typeface="Calibri"/>
              </a:rPr>
              <a:t>.</a:t>
            </a:r>
            <a:endParaRPr sz="3200">
              <a:latin typeface="Calibri"/>
              <a:cs typeface="Calibri"/>
            </a:endParaRPr>
          </a:p>
          <a:p>
            <a:pPr marL="50800">
              <a:lnSpc>
                <a:spcPct val="100000"/>
              </a:lnSpc>
              <a:spcBef>
                <a:spcPts val="770"/>
              </a:spcBef>
            </a:pPr>
            <a:r>
              <a:rPr sz="3200" dirty="0">
                <a:latin typeface="Calibri"/>
                <a:cs typeface="Calibri"/>
              </a:rPr>
              <a:t>P</a:t>
            </a:r>
            <a:r>
              <a:rPr sz="3150" baseline="-21164" dirty="0">
                <a:latin typeface="Calibri"/>
                <a:cs typeface="Calibri"/>
              </a:rPr>
              <a:t>2</a:t>
            </a:r>
            <a:r>
              <a:rPr sz="3150" spc="-15" baseline="-21164" dirty="0">
                <a:latin typeface="Calibri"/>
                <a:cs typeface="Calibri"/>
              </a:rPr>
              <a:t> </a:t>
            </a:r>
            <a:r>
              <a:rPr sz="3200" dirty="0">
                <a:latin typeface="Calibri"/>
                <a:cs typeface="Calibri"/>
              </a:rPr>
              <a:t>:</a:t>
            </a:r>
            <a:r>
              <a:rPr sz="3200" spc="-15" dirty="0">
                <a:latin typeface="Calibri"/>
                <a:cs typeface="Calibri"/>
              </a:rPr>
              <a:t> </a:t>
            </a:r>
            <a:r>
              <a:rPr sz="3200" u="sng" dirty="0">
                <a:uFill>
                  <a:solidFill>
                    <a:srgbClr val="000000"/>
                  </a:solidFill>
                </a:uFill>
                <a:latin typeface="Calibri"/>
                <a:cs typeface="Calibri"/>
              </a:rPr>
              <a:t>Dũng</a:t>
            </a:r>
            <a:r>
              <a:rPr sz="3200" u="sng" spc="-15" dirty="0">
                <a:uFill>
                  <a:solidFill>
                    <a:srgbClr val="000000"/>
                  </a:solidFill>
                </a:uFill>
                <a:latin typeface="Calibri"/>
                <a:cs typeface="Calibri"/>
              </a:rPr>
              <a:t> </a:t>
            </a:r>
            <a:r>
              <a:rPr sz="3200" u="sng" dirty="0">
                <a:uFill>
                  <a:solidFill>
                    <a:srgbClr val="000000"/>
                  </a:solidFill>
                </a:uFill>
                <a:latin typeface="Calibri"/>
                <a:cs typeface="Calibri"/>
              </a:rPr>
              <a:t>đạt</a:t>
            </a:r>
            <a:r>
              <a:rPr sz="3200" u="sng" spc="-20" dirty="0">
                <a:uFill>
                  <a:solidFill>
                    <a:srgbClr val="000000"/>
                  </a:solidFill>
                </a:uFill>
                <a:latin typeface="Calibri"/>
                <a:cs typeface="Calibri"/>
              </a:rPr>
              <a:t> </a:t>
            </a:r>
            <a:r>
              <a:rPr sz="3200" u="sng" dirty="0">
                <a:uFill>
                  <a:solidFill>
                    <a:srgbClr val="000000"/>
                  </a:solidFill>
                </a:uFill>
                <a:latin typeface="Calibri"/>
                <a:cs typeface="Calibri"/>
              </a:rPr>
              <a:t>TRR</a:t>
            </a:r>
            <a:r>
              <a:rPr sz="3200" u="sng" spc="-30" dirty="0">
                <a:uFill>
                  <a:solidFill>
                    <a:srgbClr val="000000"/>
                  </a:solidFill>
                </a:uFill>
                <a:latin typeface="Calibri"/>
                <a:cs typeface="Calibri"/>
              </a:rPr>
              <a:t> </a:t>
            </a:r>
            <a:r>
              <a:rPr sz="3200" spc="-50" dirty="0">
                <a:latin typeface="Calibri"/>
                <a:cs typeface="Calibri"/>
              </a:rPr>
              <a:t>.</a:t>
            </a:r>
            <a:endParaRPr sz="3200">
              <a:latin typeface="Calibri"/>
              <a:cs typeface="Calibri"/>
            </a:endParaRPr>
          </a:p>
          <a:p>
            <a:pPr marL="50800">
              <a:lnSpc>
                <a:spcPct val="100000"/>
              </a:lnSpc>
              <a:spcBef>
                <a:spcPts val="770"/>
              </a:spcBef>
              <a:tabLst>
                <a:tab pos="2150745" algn="l"/>
              </a:tabLst>
            </a:pPr>
            <a:r>
              <a:rPr sz="3200" dirty="0">
                <a:latin typeface="Calibri"/>
                <a:cs typeface="Calibri"/>
              </a:rPr>
              <a:t>Kết</a:t>
            </a:r>
            <a:r>
              <a:rPr sz="3200" spc="-65" dirty="0">
                <a:latin typeface="Calibri"/>
                <a:cs typeface="Calibri"/>
              </a:rPr>
              <a:t> </a:t>
            </a:r>
            <a:r>
              <a:rPr sz="3200" dirty="0">
                <a:latin typeface="Calibri"/>
                <a:cs typeface="Calibri"/>
              </a:rPr>
              <a:t>luận</a:t>
            </a:r>
            <a:r>
              <a:rPr sz="3200" spc="-50" dirty="0">
                <a:latin typeface="Calibri"/>
                <a:cs typeface="Calibri"/>
              </a:rPr>
              <a:t> </a:t>
            </a:r>
            <a:r>
              <a:rPr sz="3200" dirty="0">
                <a:latin typeface="Calibri"/>
                <a:cs typeface="Calibri"/>
              </a:rPr>
              <a:t>Q</a:t>
            </a:r>
            <a:r>
              <a:rPr sz="3200" spc="-65" dirty="0">
                <a:latin typeface="Calibri"/>
                <a:cs typeface="Calibri"/>
              </a:rPr>
              <a:t> </a:t>
            </a:r>
            <a:r>
              <a:rPr sz="3200" spc="-50" dirty="0">
                <a:latin typeface="Calibri"/>
                <a:cs typeface="Calibri"/>
              </a:rPr>
              <a:t>:</a:t>
            </a:r>
            <a:r>
              <a:rPr sz="3200" dirty="0">
                <a:latin typeface="Calibri"/>
                <a:cs typeface="Calibri"/>
              </a:rPr>
              <a:t>	</a:t>
            </a:r>
            <a:r>
              <a:rPr sz="3200" u="sng" dirty="0">
                <a:uFill>
                  <a:solidFill>
                    <a:srgbClr val="000000"/>
                  </a:solidFill>
                </a:uFill>
                <a:latin typeface="Calibri"/>
                <a:cs typeface="Calibri"/>
              </a:rPr>
              <a:t>Dũng</a:t>
            </a:r>
            <a:r>
              <a:rPr sz="3200" u="sng" spc="-20" dirty="0">
                <a:uFill>
                  <a:solidFill>
                    <a:srgbClr val="000000"/>
                  </a:solidFill>
                </a:uFill>
                <a:latin typeface="Calibri"/>
                <a:cs typeface="Calibri"/>
              </a:rPr>
              <a:t> </a:t>
            </a:r>
            <a:r>
              <a:rPr sz="3200" u="sng" dirty="0">
                <a:uFill>
                  <a:solidFill>
                    <a:srgbClr val="000000"/>
                  </a:solidFill>
                </a:uFill>
                <a:latin typeface="Calibri"/>
                <a:cs typeface="Calibri"/>
              </a:rPr>
              <a:t>đi</a:t>
            </a:r>
            <a:r>
              <a:rPr sz="3200" u="sng" spc="-35" dirty="0">
                <a:uFill>
                  <a:solidFill>
                    <a:srgbClr val="000000"/>
                  </a:solidFill>
                </a:uFill>
                <a:latin typeface="Calibri"/>
                <a:cs typeface="Calibri"/>
              </a:rPr>
              <a:t> </a:t>
            </a:r>
            <a:r>
              <a:rPr sz="3200" u="sng" dirty="0">
                <a:uFill>
                  <a:solidFill>
                    <a:srgbClr val="000000"/>
                  </a:solidFill>
                </a:uFill>
                <a:latin typeface="Calibri"/>
                <a:cs typeface="Calibri"/>
              </a:rPr>
              <a:t>học</a:t>
            </a:r>
            <a:r>
              <a:rPr sz="3200" u="sng" spc="-30" dirty="0">
                <a:uFill>
                  <a:solidFill>
                    <a:srgbClr val="000000"/>
                  </a:solidFill>
                </a:uFill>
                <a:latin typeface="Calibri"/>
                <a:cs typeface="Calibri"/>
              </a:rPr>
              <a:t> </a:t>
            </a:r>
            <a:r>
              <a:rPr sz="3200" u="sng" spc="-20" dirty="0">
                <a:uFill>
                  <a:solidFill>
                    <a:srgbClr val="000000"/>
                  </a:solidFill>
                </a:uFill>
                <a:latin typeface="Calibri"/>
                <a:cs typeface="Calibri"/>
              </a:rPr>
              <a:t>đều</a:t>
            </a:r>
            <a:r>
              <a:rPr sz="3200" spc="-20" dirty="0">
                <a:latin typeface="Calibri"/>
                <a:cs typeface="Calibri"/>
              </a:rPr>
              <a:t>.</a:t>
            </a:r>
            <a:endParaRPr sz="3200">
              <a:latin typeface="Calibri"/>
              <a:cs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235407"/>
            <a:ext cx="7985125" cy="6075045"/>
          </a:xfrm>
          <a:prstGeom prst="rect">
            <a:avLst/>
          </a:prstGeom>
        </p:spPr>
        <p:txBody>
          <a:bodyPr vert="horz" wrap="square" lIns="0" tIns="13335" rIns="0" bIns="0" rtlCol="0">
            <a:spAutoFit/>
          </a:bodyPr>
          <a:lstStyle/>
          <a:p>
            <a:pPr marL="12700" marR="62230">
              <a:lnSpc>
                <a:spcPct val="100000"/>
              </a:lnSpc>
              <a:spcBef>
                <a:spcPts val="105"/>
              </a:spcBef>
            </a:pPr>
            <a:r>
              <a:rPr sz="3200" b="1" dirty="0">
                <a:latin typeface="Calibri"/>
                <a:cs typeface="Calibri"/>
              </a:rPr>
              <a:t>Bước</a:t>
            </a:r>
            <a:r>
              <a:rPr sz="3200" b="1" spc="-45" dirty="0">
                <a:latin typeface="Calibri"/>
                <a:cs typeface="Calibri"/>
              </a:rPr>
              <a:t> </a:t>
            </a:r>
            <a:r>
              <a:rPr sz="3200" b="1" dirty="0">
                <a:latin typeface="Calibri"/>
                <a:cs typeface="Calibri"/>
              </a:rPr>
              <a:t>1:</a:t>
            </a:r>
            <a:r>
              <a:rPr sz="3200" b="1" spc="-40" dirty="0">
                <a:latin typeface="Calibri"/>
                <a:cs typeface="Calibri"/>
              </a:rPr>
              <a:t> </a:t>
            </a:r>
            <a:r>
              <a:rPr sz="3200" dirty="0">
                <a:latin typeface="Calibri"/>
                <a:cs typeface="Calibri"/>
              </a:rPr>
              <a:t>trừu</a:t>
            </a:r>
            <a:r>
              <a:rPr sz="3200" spc="-35" dirty="0">
                <a:latin typeface="Calibri"/>
                <a:cs typeface="Calibri"/>
              </a:rPr>
              <a:t> </a:t>
            </a:r>
            <a:r>
              <a:rPr sz="3200" dirty="0">
                <a:latin typeface="Calibri"/>
                <a:cs typeface="Calibri"/>
              </a:rPr>
              <a:t>tượng</a:t>
            </a:r>
            <a:r>
              <a:rPr sz="3200" spc="-40" dirty="0">
                <a:latin typeface="Calibri"/>
                <a:cs typeface="Calibri"/>
              </a:rPr>
              <a:t> </a:t>
            </a:r>
            <a:r>
              <a:rPr sz="3200" dirty="0">
                <a:latin typeface="Calibri"/>
                <a:cs typeface="Calibri"/>
              </a:rPr>
              <a:t>hóa</a:t>
            </a:r>
            <a:r>
              <a:rPr sz="3200" spc="-30" dirty="0">
                <a:latin typeface="Calibri"/>
                <a:cs typeface="Calibri"/>
              </a:rPr>
              <a:t> </a:t>
            </a:r>
            <a:r>
              <a:rPr sz="3200" dirty="0">
                <a:latin typeface="Calibri"/>
                <a:cs typeface="Calibri"/>
              </a:rPr>
              <a:t>các</a:t>
            </a:r>
            <a:r>
              <a:rPr sz="3200" spc="-50" dirty="0">
                <a:latin typeface="Calibri"/>
                <a:cs typeface="Calibri"/>
              </a:rPr>
              <a:t> </a:t>
            </a:r>
            <a:r>
              <a:rPr sz="3200" dirty="0">
                <a:latin typeface="Calibri"/>
                <a:cs typeface="Calibri"/>
              </a:rPr>
              <a:t>mệnh</a:t>
            </a:r>
            <a:r>
              <a:rPr sz="3200" spc="-30" dirty="0">
                <a:latin typeface="Calibri"/>
                <a:cs typeface="Calibri"/>
              </a:rPr>
              <a:t> </a:t>
            </a:r>
            <a:r>
              <a:rPr sz="3200" dirty="0">
                <a:latin typeface="Calibri"/>
                <a:cs typeface="Calibri"/>
              </a:rPr>
              <a:t>đề</a:t>
            </a:r>
            <a:r>
              <a:rPr sz="3200" spc="-50" dirty="0">
                <a:latin typeface="Calibri"/>
                <a:cs typeface="Calibri"/>
              </a:rPr>
              <a:t> </a:t>
            </a:r>
            <a:r>
              <a:rPr sz="3200" dirty="0">
                <a:latin typeface="Calibri"/>
                <a:cs typeface="Calibri"/>
              </a:rPr>
              <a:t>trong</a:t>
            </a:r>
            <a:r>
              <a:rPr sz="3200" spc="-40" dirty="0">
                <a:latin typeface="Calibri"/>
                <a:cs typeface="Calibri"/>
              </a:rPr>
              <a:t> </a:t>
            </a:r>
            <a:r>
              <a:rPr sz="3200" spc="-20" dirty="0">
                <a:latin typeface="Calibri"/>
                <a:cs typeface="Calibri"/>
              </a:rPr>
              <a:t>tiền </a:t>
            </a:r>
            <a:r>
              <a:rPr sz="3200" spc="-25" dirty="0">
                <a:latin typeface="Calibri"/>
                <a:cs typeface="Calibri"/>
              </a:rPr>
              <a:t>đề.</a:t>
            </a:r>
            <a:endParaRPr sz="3200">
              <a:latin typeface="Calibri"/>
              <a:cs typeface="Calibri"/>
            </a:endParaRPr>
          </a:p>
          <a:p>
            <a:pPr marL="228600" indent="-215900">
              <a:lnSpc>
                <a:spcPct val="100000"/>
              </a:lnSpc>
              <a:spcBef>
                <a:spcPts val="770"/>
              </a:spcBef>
              <a:buChar char="-"/>
              <a:tabLst>
                <a:tab pos="228600" algn="l"/>
              </a:tabLst>
            </a:pPr>
            <a:r>
              <a:rPr sz="3200" dirty="0">
                <a:latin typeface="Calibri"/>
                <a:cs typeface="Calibri"/>
              </a:rPr>
              <a:t>p</a:t>
            </a:r>
            <a:r>
              <a:rPr sz="3200" spc="-25"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Dũng đi</a:t>
            </a:r>
            <a:r>
              <a:rPr sz="3200" spc="-20" dirty="0">
                <a:latin typeface="Calibri"/>
                <a:cs typeface="Calibri"/>
              </a:rPr>
              <a:t> </a:t>
            </a:r>
            <a:r>
              <a:rPr sz="3200" dirty="0">
                <a:latin typeface="Calibri"/>
                <a:cs typeface="Calibri"/>
              </a:rPr>
              <a:t>học</a:t>
            </a:r>
            <a:r>
              <a:rPr sz="3200" spc="-15" dirty="0">
                <a:latin typeface="Calibri"/>
                <a:cs typeface="Calibri"/>
              </a:rPr>
              <a:t> </a:t>
            </a:r>
            <a:r>
              <a:rPr sz="3200" spc="-20" dirty="0">
                <a:latin typeface="Calibri"/>
                <a:cs typeface="Calibri"/>
              </a:rPr>
              <a:t>đều,</a:t>
            </a:r>
            <a:endParaRPr sz="3200">
              <a:latin typeface="Calibri"/>
              <a:cs typeface="Calibri"/>
            </a:endParaRPr>
          </a:p>
          <a:p>
            <a:pPr marL="228600" indent="-215900">
              <a:lnSpc>
                <a:spcPct val="100000"/>
              </a:lnSpc>
              <a:spcBef>
                <a:spcPts val="770"/>
              </a:spcBef>
              <a:buChar char="-"/>
              <a:tabLst>
                <a:tab pos="228600" algn="l"/>
                <a:tab pos="1791970" algn="l"/>
              </a:tabLst>
            </a:pPr>
            <a:r>
              <a:rPr sz="3200" dirty="0">
                <a:latin typeface="Calibri"/>
                <a:cs typeface="Calibri"/>
              </a:rPr>
              <a:t>q</a:t>
            </a:r>
            <a:r>
              <a:rPr sz="3200" spc="-20" dirty="0">
                <a:latin typeface="Calibri"/>
                <a:cs typeface="Calibri"/>
              </a:rPr>
              <a:t> </a:t>
            </a:r>
            <a:r>
              <a:rPr sz="3200" dirty="0">
                <a:latin typeface="Calibri"/>
                <a:cs typeface="Calibri"/>
              </a:rPr>
              <a:t>:</a:t>
            </a:r>
            <a:r>
              <a:rPr sz="3200" spc="-15" dirty="0">
                <a:latin typeface="Calibri"/>
                <a:cs typeface="Calibri"/>
              </a:rPr>
              <a:t> </a:t>
            </a:r>
            <a:r>
              <a:rPr sz="3200" spc="-20" dirty="0">
                <a:latin typeface="Calibri"/>
                <a:cs typeface="Calibri"/>
              </a:rPr>
              <a:t>Dũng</a:t>
            </a:r>
            <a:r>
              <a:rPr sz="3200" dirty="0">
                <a:latin typeface="Calibri"/>
                <a:cs typeface="Calibri"/>
              </a:rPr>
              <a:t>	đạt</a:t>
            </a:r>
            <a:r>
              <a:rPr sz="3200" spc="-70" dirty="0">
                <a:latin typeface="Calibri"/>
                <a:cs typeface="Calibri"/>
              </a:rPr>
              <a:t> </a:t>
            </a:r>
            <a:r>
              <a:rPr sz="3200" dirty="0">
                <a:latin typeface="Calibri"/>
                <a:cs typeface="Calibri"/>
              </a:rPr>
              <a:t>môn</a:t>
            </a:r>
            <a:r>
              <a:rPr sz="3200" spc="-70" dirty="0">
                <a:latin typeface="Calibri"/>
                <a:cs typeface="Calibri"/>
              </a:rPr>
              <a:t> </a:t>
            </a:r>
            <a:r>
              <a:rPr sz="3200" dirty="0">
                <a:latin typeface="Calibri"/>
                <a:cs typeface="Calibri"/>
              </a:rPr>
              <a:t>toán</a:t>
            </a:r>
            <a:r>
              <a:rPr sz="3200" spc="-50" dirty="0">
                <a:latin typeface="Calibri"/>
                <a:cs typeface="Calibri"/>
              </a:rPr>
              <a:t> </a:t>
            </a:r>
            <a:r>
              <a:rPr sz="3200" dirty="0">
                <a:latin typeface="Calibri"/>
                <a:cs typeface="Calibri"/>
              </a:rPr>
              <a:t>rời</a:t>
            </a:r>
            <a:r>
              <a:rPr sz="3200" spc="-65" dirty="0">
                <a:latin typeface="Calibri"/>
                <a:cs typeface="Calibri"/>
              </a:rPr>
              <a:t> </a:t>
            </a:r>
            <a:r>
              <a:rPr sz="3200" spc="-20" dirty="0">
                <a:latin typeface="Calibri"/>
                <a:cs typeface="Calibri"/>
              </a:rPr>
              <a:t>rạc,</a:t>
            </a:r>
            <a:endParaRPr sz="3200">
              <a:latin typeface="Calibri"/>
              <a:cs typeface="Calibri"/>
            </a:endParaRPr>
          </a:p>
          <a:p>
            <a:pPr>
              <a:lnSpc>
                <a:spcPct val="100000"/>
              </a:lnSpc>
              <a:spcBef>
                <a:spcPts val="1470"/>
              </a:spcBef>
            </a:pPr>
            <a:endParaRPr sz="3200">
              <a:latin typeface="Calibri"/>
              <a:cs typeface="Calibri"/>
            </a:endParaRPr>
          </a:p>
          <a:p>
            <a:pPr marL="12700" marR="5080">
              <a:lnSpc>
                <a:spcPct val="100000"/>
              </a:lnSpc>
            </a:pPr>
            <a:r>
              <a:rPr sz="3200" b="1" dirty="0">
                <a:latin typeface="Calibri"/>
                <a:cs typeface="Calibri"/>
              </a:rPr>
              <a:t>Bước</a:t>
            </a:r>
            <a:r>
              <a:rPr sz="3200" b="1" spc="-15" dirty="0">
                <a:latin typeface="Calibri"/>
                <a:cs typeface="Calibri"/>
              </a:rPr>
              <a:t> </a:t>
            </a:r>
            <a:r>
              <a:rPr sz="3200" b="1" dirty="0">
                <a:latin typeface="Calibri"/>
                <a:cs typeface="Calibri"/>
              </a:rPr>
              <a:t>2:</a:t>
            </a:r>
            <a:r>
              <a:rPr sz="3200" b="1" spc="-20" dirty="0">
                <a:latin typeface="Calibri"/>
                <a:cs typeface="Calibri"/>
              </a:rPr>
              <a:t> </a:t>
            </a:r>
            <a:r>
              <a:rPr sz="3200" dirty="0">
                <a:latin typeface="Calibri"/>
                <a:cs typeface="Calibri"/>
              </a:rPr>
              <a:t>viết</a:t>
            </a:r>
            <a:r>
              <a:rPr sz="3200" spc="-20" dirty="0">
                <a:latin typeface="Calibri"/>
                <a:cs typeface="Calibri"/>
              </a:rPr>
              <a:t> </a:t>
            </a:r>
            <a:r>
              <a:rPr sz="3200" dirty="0">
                <a:latin typeface="Calibri"/>
                <a:cs typeface="Calibri"/>
              </a:rPr>
              <a:t>suy</a:t>
            </a:r>
            <a:r>
              <a:rPr sz="3200" spc="-20" dirty="0">
                <a:latin typeface="Calibri"/>
                <a:cs typeface="Calibri"/>
              </a:rPr>
              <a:t> </a:t>
            </a:r>
            <a:r>
              <a:rPr sz="3200" dirty="0">
                <a:latin typeface="Calibri"/>
                <a:cs typeface="Calibri"/>
              </a:rPr>
              <a:t>diễn</a:t>
            </a:r>
            <a:r>
              <a:rPr sz="3200" spc="-20" dirty="0">
                <a:latin typeface="Calibri"/>
                <a:cs typeface="Calibri"/>
              </a:rPr>
              <a:t> </a:t>
            </a:r>
            <a:r>
              <a:rPr sz="3200" dirty="0">
                <a:latin typeface="Calibri"/>
                <a:cs typeface="Calibri"/>
              </a:rPr>
              <a:t>đã</a:t>
            </a:r>
            <a:r>
              <a:rPr sz="3200" spc="-20" dirty="0">
                <a:latin typeface="Calibri"/>
                <a:cs typeface="Calibri"/>
              </a:rPr>
              <a:t> </a:t>
            </a:r>
            <a:r>
              <a:rPr sz="3200" dirty="0">
                <a:latin typeface="Calibri"/>
                <a:cs typeface="Calibri"/>
              </a:rPr>
              <a:t>cho</a:t>
            </a:r>
            <a:r>
              <a:rPr sz="3200" spc="-20" dirty="0">
                <a:latin typeface="Calibri"/>
                <a:cs typeface="Calibri"/>
              </a:rPr>
              <a:t> </a:t>
            </a:r>
            <a:r>
              <a:rPr sz="3200" dirty="0">
                <a:latin typeface="Calibri"/>
                <a:cs typeface="Calibri"/>
              </a:rPr>
              <a:t>dưới</a:t>
            </a:r>
            <a:r>
              <a:rPr sz="3200" spc="-20" dirty="0">
                <a:latin typeface="Calibri"/>
                <a:cs typeface="Calibri"/>
              </a:rPr>
              <a:t> </a:t>
            </a:r>
            <a:r>
              <a:rPr sz="3200" dirty="0">
                <a:latin typeface="Calibri"/>
                <a:cs typeface="Calibri"/>
              </a:rPr>
              <a:t>dạng</a:t>
            </a:r>
            <a:r>
              <a:rPr sz="3200" spc="-20" dirty="0">
                <a:latin typeface="Calibri"/>
                <a:cs typeface="Calibri"/>
              </a:rPr>
              <a:t> </a:t>
            </a:r>
            <a:r>
              <a:rPr sz="3200" dirty="0">
                <a:latin typeface="Calibri"/>
                <a:cs typeface="Calibri"/>
              </a:rPr>
              <a:t>suy</a:t>
            </a:r>
            <a:r>
              <a:rPr sz="3200" spc="-10" dirty="0">
                <a:latin typeface="Calibri"/>
                <a:cs typeface="Calibri"/>
              </a:rPr>
              <a:t> </a:t>
            </a:r>
            <a:r>
              <a:rPr sz="3200" spc="-20" dirty="0">
                <a:latin typeface="Calibri"/>
                <a:cs typeface="Calibri"/>
              </a:rPr>
              <a:t>diễn </a:t>
            </a:r>
            <a:r>
              <a:rPr sz="3200" dirty="0">
                <a:latin typeface="Calibri"/>
                <a:cs typeface="Calibri"/>
              </a:rPr>
              <a:t>hình</a:t>
            </a:r>
            <a:r>
              <a:rPr sz="3200" spc="-60" dirty="0">
                <a:latin typeface="Calibri"/>
                <a:cs typeface="Calibri"/>
              </a:rPr>
              <a:t> </a:t>
            </a:r>
            <a:r>
              <a:rPr sz="3200" spc="-10" dirty="0">
                <a:latin typeface="Calibri"/>
                <a:cs typeface="Calibri"/>
              </a:rPr>
              <a:t>thức.</a:t>
            </a:r>
            <a:endParaRPr sz="3200">
              <a:latin typeface="Calibri"/>
              <a:cs typeface="Calibri"/>
            </a:endParaRPr>
          </a:p>
          <a:p>
            <a:pPr marL="314325" algn="ctr">
              <a:lnSpc>
                <a:spcPct val="100000"/>
              </a:lnSpc>
              <a:spcBef>
                <a:spcPts val="795"/>
              </a:spcBef>
            </a:pPr>
            <a:r>
              <a:rPr sz="3200" b="1" dirty="0">
                <a:latin typeface="Calibri"/>
                <a:cs typeface="Calibri"/>
              </a:rPr>
              <a:t>[(p</a:t>
            </a:r>
            <a:r>
              <a:rPr sz="3200" b="1" spc="-25" dirty="0">
                <a:latin typeface="Calibri"/>
                <a:cs typeface="Calibri"/>
              </a:rPr>
              <a:t> </a:t>
            </a:r>
            <a:r>
              <a:rPr sz="3200" dirty="0">
                <a:latin typeface="Symbol"/>
                <a:cs typeface="Symbol"/>
              </a:rPr>
              <a:t></a:t>
            </a:r>
            <a:r>
              <a:rPr sz="3200" b="1" dirty="0">
                <a:latin typeface="Calibri"/>
                <a:cs typeface="Calibri"/>
              </a:rPr>
              <a:t>q)</a:t>
            </a:r>
            <a:r>
              <a:rPr sz="3200" b="1" spc="-20" dirty="0">
                <a:latin typeface="Calibri"/>
                <a:cs typeface="Calibri"/>
              </a:rPr>
              <a:t> </a:t>
            </a:r>
            <a:r>
              <a:rPr sz="3200" dirty="0">
                <a:latin typeface="Symbol"/>
                <a:cs typeface="Symbol"/>
              </a:rPr>
              <a:t></a:t>
            </a:r>
            <a:r>
              <a:rPr sz="3200" spc="-80" dirty="0">
                <a:latin typeface="Times New Roman"/>
                <a:cs typeface="Times New Roman"/>
              </a:rPr>
              <a:t> </a:t>
            </a:r>
            <a:r>
              <a:rPr sz="3200" b="1" dirty="0">
                <a:latin typeface="Calibri"/>
                <a:cs typeface="Calibri"/>
              </a:rPr>
              <a:t>q]</a:t>
            </a:r>
            <a:r>
              <a:rPr sz="3200" b="1" spc="-30" dirty="0">
                <a:latin typeface="Calibri"/>
                <a:cs typeface="Calibri"/>
              </a:rPr>
              <a:t> </a:t>
            </a:r>
            <a:r>
              <a:rPr sz="3200" dirty="0">
                <a:latin typeface="Symbol"/>
                <a:cs typeface="Symbol"/>
              </a:rPr>
              <a:t></a:t>
            </a:r>
            <a:r>
              <a:rPr sz="3200" spc="-85" dirty="0">
                <a:latin typeface="Times New Roman"/>
                <a:cs typeface="Times New Roman"/>
              </a:rPr>
              <a:t> </a:t>
            </a:r>
            <a:r>
              <a:rPr sz="3200" b="1" dirty="0">
                <a:latin typeface="Calibri"/>
                <a:cs typeface="Calibri"/>
              </a:rPr>
              <a:t>p</a:t>
            </a:r>
            <a:r>
              <a:rPr sz="3200" b="1" spc="-10" dirty="0">
                <a:latin typeface="Calibri"/>
                <a:cs typeface="Calibri"/>
              </a:rPr>
              <a:t> </a:t>
            </a:r>
            <a:r>
              <a:rPr sz="3200" b="1" spc="-25" dirty="0">
                <a:latin typeface="Calibri"/>
                <a:cs typeface="Calibri"/>
              </a:rPr>
              <a:t>(*)</a:t>
            </a:r>
            <a:endParaRPr sz="3200">
              <a:latin typeface="Calibri"/>
              <a:cs typeface="Calibri"/>
            </a:endParaRPr>
          </a:p>
          <a:p>
            <a:pPr>
              <a:lnSpc>
                <a:spcPct val="100000"/>
              </a:lnSpc>
              <a:spcBef>
                <a:spcPts val="1445"/>
              </a:spcBef>
            </a:pPr>
            <a:endParaRPr sz="3200">
              <a:latin typeface="Calibri"/>
              <a:cs typeface="Calibri"/>
            </a:endParaRPr>
          </a:p>
          <a:p>
            <a:pPr marL="12700" marR="603885">
              <a:lnSpc>
                <a:spcPct val="100000"/>
              </a:lnSpc>
              <a:spcBef>
                <a:spcPts val="5"/>
              </a:spcBef>
            </a:pPr>
            <a:r>
              <a:rPr sz="3200" b="1" dirty="0">
                <a:latin typeface="Calibri"/>
                <a:cs typeface="Calibri"/>
              </a:rPr>
              <a:t>Bước</a:t>
            </a:r>
            <a:r>
              <a:rPr sz="3200" b="1" spc="-30" dirty="0">
                <a:latin typeface="Calibri"/>
                <a:cs typeface="Calibri"/>
              </a:rPr>
              <a:t> </a:t>
            </a:r>
            <a:r>
              <a:rPr sz="3200" b="1" dirty="0">
                <a:latin typeface="Calibri"/>
                <a:cs typeface="Calibri"/>
              </a:rPr>
              <a:t>3:</a:t>
            </a:r>
            <a:r>
              <a:rPr sz="3200" b="1" spc="-35" dirty="0">
                <a:latin typeface="Calibri"/>
                <a:cs typeface="Calibri"/>
              </a:rPr>
              <a:t> </a:t>
            </a:r>
            <a:r>
              <a:rPr sz="3200" dirty="0">
                <a:latin typeface="Calibri"/>
                <a:cs typeface="Calibri"/>
              </a:rPr>
              <a:t>Suy</a:t>
            </a:r>
            <a:r>
              <a:rPr sz="3200" spc="-25" dirty="0">
                <a:latin typeface="Calibri"/>
                <a:cs typeface="Calibri"/>
              </a:rPr>
              <a:t> </a:t>
            </a:r>
            <a:r>
              <a:rPr sz="3200" dirty="0">
                <a:latin typeface="Calibri"/>
                <a:cs typeface="Calibri"/>
              </a:rPr>
              <a:t>luận</a:t>
            </a:r>
            <a:r>
              <a:rPr sz="3200" spc="-35" dirty="0">
                <a:latin typeface="Calibri"/>
                <a:cs typeface="Calibri"/>
              </a:rPr>
              <a:t> </a:t>
            </a:r>
            <a:r>
              <a:rPr sz="3200" dirty="0">
                <a:latin typeface="Calibri"/>
                <a:cs typeface="Calibri"/>
              </a:rPr>
              <a:t>đã</a:t>
            </a:r>
            <a:r>
              <a:rPr sz="3200" spc="-35" dirty="0">
                <a:latin typeface="Calibri"/>
                <a:cs typeface="Calibri"/>
              </a:rPr>
              <a:t> </a:t>
            </a:r>
            <a:r>
              <a:rPr sz="3200" dirty="0">
                <a:latin typeface="Calibri"/>
                <a:cs typeface="Calibri"/>
              </a:rPr>
              <a:t>cho</a:t>
            </a:r>
            <a:r>
              <a:rPr sz="3200" spc="-40" dirty="0">
                <a:latin typeface="Calibri"/>
                <a:cs typeface="Calibri"/>
              </a:rPr>
              <a:t> </a:t>
            </a:r>
            <a:r>
              <a:rPr sz="3200" dirty="0">
                <a:latin typeface="Calibri"/>
                <a:cs typeface="Calibri"/>
              </a:rPr>
              <a:t>là</a:t>
            </a:r>
            <a:r>
              <a:rPr sz="3200" spc="-35" dirty="0">
                <a:latin typeface="Calibri"/>
                <a:cs typeface="Calibri"/>
              </a:rPr>
              <a:t> </a:t>
            </a:r>
            <a:r>
              <a:rPr sz="3200" dirty="0">
                <a:latin typeface="Calibri"/>
                <a:cs typeface="Calibri"/>
              </a:rPr>
              <a:t>không</a:t>
            </a:r>
            <a:r>
              <a:rPr sz="3200" spc="-35" dirty="0">
                <a:latin typeface="Calibri"/>
                <a:cs typeface="Calibri"/>
              </a:rPr>
              <a:t> </a:t>
            </a:r>
            <a:r>
              <a:rPr sz="3200" dirty="0">
                <a:latin typeface="Calibri"/>
                <a:cs typeface="Calibri"/>
              </a:rPr>
              <a:t>đúng</a:t>
            </a:r>
            <a:r>
              <a:rPr sz="3200" spc="-25" dirty="0">
                <a:latin typeface="Calibri"/>
                <a:cs typeface="Calibri"/>
              </a:rPr>
              <a:t> </a:t>
            </a:r>
            <a:r>
              <a:rPr sz="3200" dirty="0">
                <a:latin typeface="Calibri"/>
                <a:cs typeface="Calibri"/>
              </a:rPr>
              <a:t>vì</a:t>
            </a:r>
            <a:r>
              <a:rPr sz="3200" spc="-35" dirty="0">
                <a:latin typeface="Calibri"/>
                <a:cs typeface="Calibri"/>
              </a:rPr>
              <a:t> </a:t>
            </a:r>
            <a:r>
              <a:rPr sz="3200" spc="-25" dirty="0">
                <a:latin typeface="Calibri"/>
                <a:cs typeface="Calibri"/>
              </a:rPr>
              <a:t>(*) </a:t>
            </a:r>
            <a:r>
              <a:rPr sz="3200" dirty="0">
                <a:latin typeface="Calibri"/>
                <a:cs typeface="Calibri"/>
              </a:rPr>
              <a:t>không</a:t>
            </a:r>
            <a:r>
              <a:rPr sz="3200" spc="-55" dirty="0">
                <a:latin typeface="Calibri"/>
                <a:cs typeface="Calibri"/>
              </a:rPr>
              <a:t> </a:t>
            </a:r>
            <a:r>
              <a:rPr sz="3200" dirty="0">
                <a:latin typeface="Calibri"/>
                <a:cs typeface="Calibri"/>
              </a:rPr>
              <a:t>là</a:t>
            </a:r>
            <a:r>
              <a:rPr sz="3200" spc="-45" dirty="0">
                <a:latin typeface="Calibri"/>
                <a:cs typeface="Calibri"/>
              </a:rPr>
              <a:t> </a:t>
            </a:r>
            <a:r>
              <a:rPr sz="3200" dirty="0">
                <a:latin typeface="Calibri"/>
                <a:cs typeface="Calibri"/>
              </a:rPr>
              <a:t>hằng</a:t>
            </a:r>
            <a:r>
              <a:rPr sz="3200" spc="-40" dirty="0">
                <a:latin typeface="Calibri"/>
                <a:cs typeface="Calibri"/>
              </a:rPr>
              <a:t> </a:t>
            </a:r>
            <a:r>
              <a:rPr sz="3200" spc="-10" dirty="0">
                <a:latin typeface="Calibri"/>
                <a:cs typeface="Calibri"/>
              </a:rPr>
              <a:t>đúng.</a:t>
            </a:r>
            <a:endParaRPr sz="3200">
              <a:latin typeface="Calibri"/>
              <a:cs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235407"/>
            <a:ext cx="7556500" cy="5200650"/>
          </a:xfrm>
          <a:prstGeom prst="rect">
            <a:avLst/>
          </a:prstGeom>
        </p:spPr>
        <p:txBody>
          <a:bodyPr vert="horz" wrap="square" lIns="0" tIns="13335" rIns="0" bIns="0" rtlCol="0">
            <a:spAutoFit/>
          </a:bodyPr>
          <a:lstStyle/>
          <a:p>
            <a:pPr marL="12700">
              <a:lnSpc>
                <a:spcPct val="100000"/>
              </a:lnSpc>
              <a:spcBef>
                <a:spcPts val="105"/>
              </a:spcBef>
            </a:pPr>
            <a:r>
              <a:rPr sz="3200" b="1" dirty="0">
                <a:latin typeface="Calibri"/>
                <a:cs typeface="Calibri"/>
              </a:rPr>
              <a:t>Một</a:t>
            </a:r>
            <a:r>
              <a:rPr sz="3200" b="1" spc="-15" dirty="0">
                <a:latin typeface="Calibri"/>
                <a:cs typeface="Calibri"/>
              </a:rPr>
              <a:t> </a:t>
            </a:r>
            <a:r>
              <a:rPr sz="3200" b="1" dirty="0">
                <a:latin typeface="Calibri"/>
                <a:cs typeface="Calibri"/>
              </a:rPr>
              <a:t>số</a:t>
            </a:r>
            <a:r>
              <a:rPr sz="3200" b="1" spc="-10" dirty="0">
                <a:latin typeface="Calibri"/>
                <a:cs typeface="Calibri"/>
              </a:rPr>
              <a:t> </a:t>
            </a:r>
            <a:r>
              <a:rPr sz="3200" b="1" dirty="0">
                <a:latin typeface="Calibri"/>
                <a:cs typeface="Calibri"/>
              </a:rPr>
              <a:t>qui</a:t>
            </a:r>
            <a:r>
              <a:rPr sz="3200" b="1" spc="-30" dirty="0">
                <a:latin typeface="Calibri"/>
                <a:cs typeface="Calibri"/>
              </a:rPr>
              <a:t> </a:t>
            </a:r>
            <a:r>
              <a:rPr sz="3200" b="1" dirty="0">
                <a:latin typeface="Calibri"/>
                <a:cs typeface="Calibri"/>
              </a:rPr>
              <a:t>tắc</a:t>
            </a:r>
            <a:r>
              <a:rPr sz="3200" b="1" spc="-25" dirty="0">
                <a:latin typeface="Calibri"/>
                <a:cs typeface="Calibri"/>
              </a:rPr>
              <a:t> </a:t>
            </a:r>
            <a:r>
              <a:rPr sz="3200" b="1" dirty="0">
                <a:latin typeface="Calibri"/>
                <a:cs typeface="Calibri"/>
              </a:rPr>
              <a:t>suy</a:t>
            </a:r>
            <a:r>
              <a:rPr sz="3200" b="1" spc="-25" dirty="0">
                <a:latin typeface="Calibri"/>
                <a:cs typeface="Calibri"/>
              </a:rPr>
              <a:t> </a:t>
            </a:r>
            <a:r>
              <a:rPr sz="3200" b="1" dirty="0">
                <a:latin typeface="Calibri"/>
                <a:cs typeface="Calibri"/>
              </a:rPr>
              <a:t>diễn</a:t>
            </a:r>
            <a:r>
              <a:rPr sz="3200" b="1" spc="-25" dirty="0">
                <a:latin typeface="Calibri"/>
                <a:cs typeface="Calibri"/>
              </a:rPr>
              <a:t> </a:t>
            </a:r>
            <a:r>
              <a:rPr sz="3200" b="1" dirty="0">
                <a:latin typeface="Calibri"/>
                <a:cs typeface="Calibri"/>
              </a:rPr>
              <a:t>thường</a:t>
            </a:r>
            <a:r>
              <a:rPr sz="3200" b="1" spc="-40" dirty="0">
                <a:latin typeface="Calibri"/>
                <a:cs typeface="Calibri"/>
              </a:rPr>
              <a:t> </a:t>
            </a:r>
            <a:r>
              <a:rPr sz="3200" b="1" spc="-10" dirty="0">
                <a:latin typeface="Calibri"/>
                <a:cs typeface="Calibri"/>
              </a:rPr>
              <a:t>dùng.</a:t>
            </a:r>
            <a:endParaRPr sz="3200">
              <a:latin typeface="Calibri"/>
              <a:cs typeface="Calibri"/>
            </a:endParaRPr>
          </a:p>
          <a:p>
            <a:pPr>
              <a:lnSpc>
                <a:spcPct val="100000"/>
              </a:lnSpc>
              <a:spcBef>
                <a:spcPts val="1470"/>
              </a:spcBef>
            </a:pPr>
            <a:endParaRPr sz="3200">
              <a:latin typeface="Calibri"/>
              <a:cs typeface="Calibri"/>
            </a:endParaRPr>
          </a:p>
          <a:p>
            <a:pPr marL="12700">
              <a:lnSpc>
                <a:spcPct val="100000"/>
              </a:lnSpc>
            </a:pPr>
            <a:r>
              <a:rPr sz="3200" b="1" u="sng" dirty="0">
                <a:uFill>
                  <a:solidFill>
                    <a:srgbClr val="000000"/>
                  </a:solidFill>
                </a:uFill>
                <a:latin typeface="Calibri"/>
                <a:cs typeface="Calibri"/>
              </a:rPr>
              <a:t>1.</a:t>
            </a:r>
            <a:r>
              <a:rPr sz="3200" b="1" u="sng" spc="-25" dirty="0">
                <a:uFill>
                  <a:solidFill>
                    <a:srgbClr val="000000"/>
                  </a:solidFill>
                </a:uFill>
                <a:latin typeface="Calibri"/>
                <a:cs typeface="Calibri"/>
              </a:rPr>
              <a:t> </a:t>
            </a:r>
            <a:r>
              <a:rPr sz="3200" b="1" u="sng" dirty="0">
                <a:uFill>
                  <a:solidFill>
                    <a:srgbClr val="000000"/>
                  </a:solidFill>
                </a:uFill>
                <a:latin typeface="Calibri"/>
                <a:cs typeface="Calibri"/>
              </a:rPr>
              <a:t>Phương</a:t>
            </a:r>
            <a:r>
              <a:rPr sz="3200" b="1" u="sng" spc="-35" dirty="0">
                <a:uFill>
                  <a:solidFill>
                    <a:srgbClr val="000000"/>
                  </a:solidFill>
                </a:uFill>
                <a:latin typeface="Calibri"/>
                <a:cs typeface="Calibri"/>
              </a:rPr>
              <a:t> </a:t>
            </a:r>
            <a:r>
              <a:rPr sz="3200" b="1" u="sng" dirty="0">
                <a:uFill>
                  <a:solidFill>
                    <a:srgbClr val="000000"/>
                  </a:solidFill>
                </a:uFill>
                <a:latin typeface="Calibri"/>
                <a:cs typeface="Calibri"/>
              </a:rPr>
              <a:t>pháp</a:t>
            </a:r>
            <a:r>
              <a:rPr sz="3200" b="1" u="sng" spc="-35" dirty="0">
                <a:uFill>
                  <a:solidFill>
                    <a:srgbClr val="000000"/>
                  </a:solidFill>
                </a:uFill>
                <a:latin typeface="Calibri"/>
                <a:cs typeface="Calibri"/>
              </a:rPr>
              <a:t> </a:t>
            </a:r>
            <a:r>
              <a:rPr sz="3200" b="1" u="sng" dirty="0">
                <a:uFill>
                  <a:solidFill>
                    <a:srgbClr val="000000"/>
                  </a:solidFill>
                </a:uFill>
                <a:latin typeface="Calibri"/>
                <a:cs typeface="Calibri"/>
              </a:rPr>
              <a:t>khẳng</a:t>
            </a:r>
            <a:r>
              <a:rPr sz="3200" b="1" u="sng" spc="-35" dirty="0">
                <a:uFill>
                  <a:solidFill>
                    <a:srgbClr val="000000"/>
                  </a:solidFill>
                </a:uFill>
                <a:latin typeface="Calibri"/>
                <a:cs typeface="Calibri"/>
              </a:rPr>
              <a:t> </a:t>
            </a:r>
            <a:r>
              <a:rPr sz="3200" b="1" u="sng" dirty="0">
                <a:uFill>
                  <a:solidFill>
                    <a:srgbClr val="000000"/>
                  </a:solidFill>
                </a:uFill>
                <a:latin typeface="Calibri"/>
                <a:cs typeface="Calibri"/>
              </a:rPr>
              <a:t>định</a:t>
            </a:r>
            <a:r>
              <a:rPr sz="3200" b="1" u="sng" spc="-40" dirty="0">
                <a:uFill>
                  <a:solidFill>
                    <a:srgbClr val="000000"/>
                  </a:solidFill>
                </a:uFill>
                <a:latin typeface="Calibri"/>
                <a:cs typeface="Calibri"/>
              </a:rPr>
              <a:t> </a:t>
            </a:r>
            <a:r>
              <a:rPr sz="3200" b="1" u="sng" dirty="0">
                <a:uFill>
                  <a:solidFill>
                    <a:srgbClr val="000000"/>
                  </a:solidFill>
                </a:uFill>
                <a:latin typeface="Calibri"/>
                <a:cs typeface="Calibri"/>
              </a:rPr>
              <a:t>(Modus</a:t>
            </a:r>
            <a:r>
              <a:rPr sz="3200" b="1" u="sng" spc="-10" dirty="0">
                <a:uFill>
                  <a:solidFill>
                    <a:srgbClr val="000000"/>
                  </a:solidFill>
                </a:uFill>
                <a:latin typeface="Calibri"/>
                <a:cs typeface="Calibri"/>
              </a:rPr>
              <a:t> Ponens)</a:t>
            </a:r>
            <a:endParaRPr sz="3200">
              <a:latin typeface="Calibri"/>
              <a:cs typeface="Calibri"/>
            </a:endParaRPr>
          </a:p>
          <a:p>
            <a:pPr>
              <a:lnSpc>
                <a:spcPct val="100000"/>
              </a:lnSpc>
              <a:spcBef>
                <a:spcPts val="1495"/>
              </a:spcBef>
            </a:pPr>
            <a:endParaRPr sz="3200">
              <a:latin typeface="Calibri"/>
              <a:cs typeface="Calibri"/>
            </a:endParaRPr>
          </a:p>
          <a:p>
            <a:pPr marL="742950" algn="ctr">
              <a:lnSpc>
                <a:spcPct val="100000"/>
              </a:lnSpc>
              <a:spcBef>
                <a:spcPts val="5"/>
              </a:spcBef>
              <a:tabLst>
                <a:tab pos="3975735" algn="l"/>
              </a:tabLst>
            </a:pPr>
            <a:r>
              <a:rPr sz="3200" dirty="0">
                <a:latin typeface="Calibri"/>
                <a:cs typeface="Calibri"/>
              </a:rPr>
              <a:t>[</a:t>
            </a:r>
            <a:r>
              <a:rPr sz="3200" spc="-25" dirty="0">
                <a:latin typeface="Calibri"/>
                <a:cs typeface="Calibri"/>
              </a:rPr>
              <a:t> </a:t>
            </a:r>
            <a:r>
              <a:rPr sz="3200" dirty="0">
                <a:latin typeface="Calibri"/>
                <a:cs typeface="Calibri"/>
              </a:rPr>
              <a:t>(p</a:t>
            </a:r>
            <a:r>
              <a:rPr sz="3200" spc="-10" dirty="0">
                <a:latin typeface="Calibri"/>
                <a:cs typeface="Calibri"/>
              </a:rPr>
              <a:t> </a:t>
            </a:r>
            <a:r>
              <a:rPr sz="3200" dirty="0">
                <a:latin typeface="Symbol"/>
                <a:cs typeface="Symbol"/>
              </a:rPr>
              <a:t></a:t>
            </a:r>
            <a:r>
              <a:rPr sz="3200" dirty="0">
                <a:latin typeface="Calibri"/>
                <a:cs typeface="Calibri"/>
              </a:rPr>
              <a:t>q)</a:t>
            </a:r>
            <a:r>
              <a:rPr sz="3200" spc="-10" dirty="0">
                <a:latin typeface="Calibri"/>
                <a:cs typeface="Calibri"/>
              </a:rPr>
              <a:t> </a:t>
            </a:r>
            <a:r>
              <a:rPr sz="3200" dirty="0">
                <a:latin typeface="Symbol"/>
                <a:cs typeface="Symbol"/>
              </a:rPr>
              <a:t></a:t>
            </a:r>
            <a:r>
              <a:rPr sz="3200" spc="-110" dirty="0">
                <a:latin typeface="Times New Roman"/>
                <a:cs typeface="Times New Roman"/>
              </a:rPr>
              <a:t> </a:t>
            </a:r>
            <a:r>
              <a:rPr sz="3200" dirty="0">
                <a:latin typeface="Calibri"/>
                <a:cs typeface="Calibri"/>
              </a:rPr>
              <a:t>p</a:t>
            </a:r>
            <a:r>
              <a:rPr sz="3200" spc="-30" dirty="0">
                <a:latin typeface="Calibri"/>
                <a:cs typeface="Calibri"/>
              </a:rPr>
              <a:t> </a:t>
            </a:r>
            <a:r>
              <a:rPr sz="3200" dirty="0">
                <a:latin typeface="Calibri"/>
                <a:cs typeface="Calibri"/>
              </a:rPr>
              <a:t>]</a:t>
            </a:r>
            <a:r>
              <a:rPr sz="3200" spc="-20" dirty="0">
                <a:latin typeface="Calibri"/>
                <a:cs typeface="Calibri"/>
              </a:rPr>
              <a:t> </a:t>
            </a:r>
            <a:r>
              <a:rPr sz="3200" dirty="0">
                <a:latin typeface="Symbol"/>
                <a:cs typeface="Symbol"/>
              </a:rPr>
              <a:t></a:t>
            </a:r>
            <a:r>
              <a:rPr sz="3200" spc="-100" dirty="0">
                <a:latin typeface="Times New Roman"/>
                <a:cs typeface="Times New Roman"/>
              </a:rPr>
              <a:t> </a:t>
            </a:r>
            <a:r>
              <a:rPr sz="3200" spc="-50" dirty="0">
                <a:latin typeface="Calibri"/>
                <a:cs typeface="Calibri"/>
              </a:rPr>
              <a:t>q</a:t>
            </a:r>
            <a:r>
              <a:rPr sz="3200" dirty="0">
                <a:latin typeface="Calibri"/>
                <a:cs typeface="Calibri"/>
              </a:rPr>
              <a:t>	là</a:t>
            </a:r>
            <a:r>
              <a:rPr sz="3200" spc="-45" dirty="0">
                <a:latin typeface="Calibri"/>
                <a:cs typeface="Calibri"/>
              </a:rPr>
              <a:t> </a:t>
            </a:r>
            <a:r>
              <a:rPr sz="3200" dirty="0">
                <a:latin typeface="Calibri"/>
                <a:cs typeface="Calibri"/>
              </a:rPr>
              <a:t>hằng</a:t>
            </a:r>
            <a:r>
              <a:rPr sz="3200" spc="-25" dirty="0">
                <a:latin typeface="Calibri"/>
                <a:cs typeface="Calibri"/>
              </a:rPr>
              <a:t> </a:t>
            </a:r>
            <a:r>
              <a:rPr sz="3200" spc="-20" dirty="0">
                <a:latin typeface="Calibri"/>
                <a:cs typeface="Calibri"/>
              </a:rPr>
              <a:t>đúng</a:t>
            </a:r>
            <a:endParaRPr sz="3200">
              <a:latin typeface="Calibri"/>
              <a:cs typeface="Calibri"/>
            </a:endParaRPr>
          </a:p>
          <a:p>
            <a:pPr>
              <a:lnSpc>
                <a:spcPct val="100000"/>
              </a:lnSpc>
              <a:spcBef>
                <a:spcPts val="1445"/>
              </a:spcBef>
            </a:pPr>
            <a:endParaRPr sz="3200">
              <a:latin typeface="Calibri"/>
              <a:cs typeface="Calibri"/>
            </a:endParaRPr>
          </a:p>
          <a:p>
            <a:pPr marL="12700">
              <a:lnSpc>
                <a:spcPct val="100000"/>
              </a:lnSpc>
            </a:pPr>
            <a:r>
              <a:rPr sz="3200" spc="-25" dirty="0">
                <a:latin typeface="Calibri"/>
                <a:cs typeface="Calibri"/>
              </a:rPr>
              <a:t>Hay</a:t>
            </a:r>
            <a:endParaRPr sz="3200">
              <a:latin typeface="Calibri"/>
              <a:cs typeface="Calibri"/>
            </a:endParaRPr>
          </a:p>
          <a:p>
            <a:pPr>
              <a:lnSpc>
                <a:spcPct val="100000"/>
              </a:lnSpc>
              <a:spcBef>
                <a:spcPts val="1495"/>
              </a:spcBef>
            </a:pPr>
            <a:endParaRPr sz="3200">
              <a:latin typeface="Calibri"/>
              <a:cs typeface="Calibri"/>
            </a:endParaRPr>
          </a:p>
          <a:p>
            <a:pPr marL="744220" algn="ctr">
              <a:lnSpc>
                <a:spcPct val="100000"/>
              </a:lnSpc>
              <a:spcBef>
                <a:spcPts val="5"/>
              </a:spcBef>
            </a:pPr>
            <a:r>
              <a:rPr sz="3200" dirty="0">
                <a:latin typeface="Calibri"/>
                <a:cs typeface="Calibri"/>
              </a:rPr>
              <a:t>[</a:t>
            </a:r>
            <a:r>
              <a:rPr sz="3200" spc="-25" dirty="0">
                <a:latin typeface="Calibri"/>
                <a:cs typeface="Calibri"/>
              </a:rPr>
              <a:t> </a:t>
            </a:r>
            <a:r>
              <a:rPr sz="3200" dirty="0">
                <a:latin typeface="Calibri"/>
                <a:cs typeface="Calibri"/>
              </a:rPr>
              <a:t>(p</a:t>
            </a:r>
            <a:r>
              <a:rPr sz="3200" spc="-10" dirty="0">
                <a:latin typeface="Calibri"/>
                <a:cs typeface="Calibri"/>
              </a:rPr>
              <a:t> </a:t>
            </a:r>
            <a:r>
              <a:rPr sz="3200" dirty="0">
                <a:latin typeface="Symbol"/>
                <a:cs typeface="Symbol"/>
              </a:rPr>
              <a:t></a:t>
            </a:r>
            <a:r>
              <a:rPr sz="3200" dirty="0">
                <a:latin typeface="Calibri"/>
                <a:cs typeface="Calibri"/>
              </a:rPr>
              <a:t>q)</a:t>
            </a:r>
            <a:r>
              <a:rPr sz="3200" spc="-10" dirty="0">
                <a:latin typeface="Calibri"/>
                <a:cs typeface="Calibri"/>
              </a:rPr>
              <a:t> </a:t>
            </a:r>
            <a:r>
              <a:rPr sz="3200" dirty="0">
                <a:latin typeface="Symbol"/>
                <a:cs typeface="Symbol"/>
              </a:rPr>
              <a:t></a:t>
            </a:r>
            <a:r>
              <a:rPr sz="3200" spc="-105" dirty="0">
                <a:latin typeface="Times New Roman"/>
                <a:cs typeface="Times New Roman"/>
              </a:rPr>
              <a:t> </a:t>
            </a:r>
            <a:r>
              <a:rPr sz="3200" dirty="0">
                <a:latin typeface="Calibri"/>
                <a:cs typeface="Calibri"/>
              </a:rPr>
              <a:t>p</a:t>
            </a:r>
            <a:r>
              <a:rPr sz="3200" spc="-30" dirty="0">
                <a:latin typeface="Calibri"/>
                <a:cs typeface="Calibri"/>
              </a:rPr>
              <a:t> </a:t>
            </a:r>
            <a:r>
              <a:rPr sz="3200" dirty="0">
                <a:latin typeface="Calibri"/>
                <a:cs typeface="Calibri"/>
              </a:rPr>
              <a:t>]</a:t>
            </a:r>
            <a:r>
              <a:rPr sz="3200" spc="-25" dirty="0">
                <a:latin typeface="Calibri"/>
                <a:cs typeface="Calibri"/>
              </a:rPr>
              <a:t> </a:t>
            </a:r>
            <a:r>
              <a:rPr sz="3200" dirty="0">
                <a:latin typeface="Symbol"/>
                <a:cs typeface="Symbol"/>
              </a:rPr>
              <a:t></a:t>
            </a:r>
            <a:r>
              <a:rPr sz="3200" spc="-100" dirty="0">
                <a:latin typeface="Times New Roman"/>
                <a:cs typeface="Times New Roman"/>
              </a:rPr>
              <a:t> </a:t>
            </a:r>
            <a:r>
              <a:rPr sz="3200" spc="-50" dirty="0">
                <a:latin typeface="Calibri"/>
                <a:cs typeface="Calibri"/>
              </a:rPr>
              <a:t>q</a:t>
            </a:r>
            <a:endParaRPr sz="3200">
              <a:latin typeface="Calibri"/>
              <a:cs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010278" y="5521718"/>
            <a:ext cx="1047750" cy="0"/>
          </a:xfrm>
          <a:custGeom>
            <a:avLst/>
            <a:gdLst/>
            <a:ahLst/>
            <a:cxnLst/>
            <a:rect l="l" t="t" r="r" b="b"/>
            <a:pathLst>
              <a:path w="1047750">
                <a:moveTo>
                  <a:pt x="0" y="0"/>
                </a:moveTo>
                <a:lnTo>
                  <a:pt x="1047427" y="0"/>
                </a:lnTo>
              </a:path>
            </a:pathLst>
          </a:custGeom>
          <a:ln w="25527">
            <a:solidFill>
              <a:srgbClr val="000000"/>
            </a:solidFill>
            <a:prstDash val="dash"/>
          </a:ln>
        </p:spPr>
        <p:txBody>
          <a:bodyPr wrap="square" lIns="0" tIns="0" rIns="0" bIns="0" rtlCol="0"/>
          <a:lstStyle/>
          <a:p>
            <a:endParaRPr/>
          </a:p>
        </p:txBody>
      </p:sp>
      <p:sp>
        <p:nvSpPr>
          <p:cNvPr id="3" name="object 3"/>
          <p:cNvSpPr txBox="1"/>
          <p:nvPr/>
        </p:nvSpPr>
        <p:spPr>
          <a:xfrm>
            <a:off x="383540" y="191211"/>
            <a:ext cx="7497445" cy="6021070"/>
          </a:xfrm>
          <a:prstGeom prst="rect">
            <a:avLst/>
          </a:prstGeom>
        </p:spPr>
        <p:txBody>
          <a:bodyPr vert="horz" wrap="square" lIns="0" tIns="12700" rIns="0" bIns="0" rtlCol="0">
            <a:spAutoFit/>
          </a:bodyPr>
          <a:lstStyle/>
          <a:p>
            <a:pPr marL="12700">
              <a:lnSpc>
                <a:spcPct val="100000"/>
              </a:lnSpc>
              <a:spcBef>
                <a:spcPts val="100"/>
              </a:spcBef>
            </a:pPr>
            <a:r>
              <a:rPr sz="3000" b="1" dirty="0">
                <a:latin typeface="Calibri"/>
                <a:cs typeface="Calibri"/>
              </a:rPr>
              <a:t>Một</a:t>
            </a:r>
            <a:r>
              <a:rPr sz="3000" b="1" spc="-40" dirty="0">
                <a:latin typeface="Calibri"/>
                <a:cs typeface="Calibri"/>
              </a:rPr>
              <a:t> </a:t>
            </a:r>
            <a:r>
              <a:rPr sz="3000" b="1" dirty="0">
                <a:latin typeface="Calibri"/>
                <a:cs typeface="Calibri"/>
              </a:rPr>
              <a:t>số</a:t>
            </a:r>
            <a:r>
              <a:rPr sz="3000" b="1" spc="-50" dirty="0">
                <a:latin typeface="Calibri"/>
                <a:cs typeface="Calibri"/>
              </a:rPr>
              <a:t> </a:t>
            </a:r>
            <a:r>
              <a:rPr sz="3000" b="1" dirty="0">
                <a:latin typeface="Calibri"/>
                <a:cs typeface="Calibri"/>
              </a:rPr>
              <a:t>qui</a:t>
            </a:r>
            <a:r>
              <a:rPr sz="3000" b="1" spc="-35" dirty="0">
                <a:latin typeface="Calibri"/>
                <a:cs typeface="Calibri"/>
              </a:rPr>
              <a:t> </a:t>
            </a:r>
            <a:r>
              <a:rPr sz="3000" b="1" dirty="0">
                <a:latin typeface="Calibri"/>
                <a:cs typeface="Calibri"/>
              </a:rPr>
              <a:t>tắc</a:t>
            </a:r>
            <a:r>
              <a:rPr sz="3000" b="1" spc="-70" dirty="0">
                <a:latin typeface="Calibri"/>
                <a:cs typeface="Calibri"/>
              </a:rPr>
              <a:t> </a:t>
            </a:r>
            <a:r>
              <a:rPr sz="3000" b="1" dirty="0">
                <a:latin typeface="Calibri"/>
                <a:cs typeface="Calibri"/>
              </a:rPr>
              <a:t>suy</a:t>
            </a:r>
            <a:r>
              <a:rPr sz="3000" b="1" spc="-30" dirty="0">
                <a:latin typeface="Calibri"/>
                <a:cs typeface="Calibri"/>
              </a:rPr>
              <a:t> </a:t>
            </a:r>
            <a:r>
              <a:rPr sz="3000" b="1" dirty="0">
                <a:latin typeface="Calibri"/>
                <a:cs typeface="Calibri"/>
              </a:rPr>
              <a:t>diễn</a:t>
            </a:r>
            <a:r>
              <a:rPr sz="3000" b="1" spc="-35" dirty="0">
                <a:latin typeface="Calibri"/>
                <a:cs typeface="Calibri"/>
              </a:rPr>
              <a:t> </a:t>
            </a:r>
            <a:r>
              <a:rPr sz="3000" b="1" dirty="0">
                <a:latin typeface="Calibri"/>
                <a:cs typeface="Calibri"/>
              </a:rPr>
              <a:t>thường</a:t>
            </a:r>
            <a:r>
              <a:rPr sz="3000" b="1" spc="-35" dirty="0">
                <a:latin typeface="Calibri"/>
                <a:cs typeface="Calibri"/>
              </a:rPr>
              <a:t> </a:t>
            </a:r>
            <a:r>
              <a:rPr sz="3000" b="1" spc="-10" dirty="0">
                <a:latin typeface="Calibri"/>
                <a:cs typeface="Calibri"/>
              </a:rPr>
              <a:t>dùng.</a:t>
            </a:r>
            <a:endParaRPr sz="3000">
              <a:latin typeface="Calibri"/>
              <a:cs typeface="Calibri"/>
            </a:endParaRPr>
          </a:p>
          <a:p>
            <a:pPr>
              <a:lnSpc>
                <a:spcPct val="100000"/>
              </a:lnSpc>
              <a:spcBef>
                <a:spcPts val="660"/>
              </a:spcBef>
            </a:pPr>
            <a:endParaRPr sz="3000">
              <a:latin typeface="Calibri"/>
              <a:cs typeface="Calibri"/>
            </a:endParaRPr>
          </a:p>
          <a:p>
            <a:pPr marL="12700">
              <a:lnSpc>
                <a:spcPct val="100000"/>
              </a:lnSpc>
            </a:pPr>
            <a:r>
              <a:rPr sz="3000" b="1" u="sng" dirty="0">
                <a:uFill>
                  <a:solidFill>
                    <a:srgbClr val="000000"/>
                  </a:solidFill>
                </a:uFill>
                <a:latin typeface="Calibri"/>
                <a:cs typeface="Calibri"/>
              </a:rPr>
              <a:t>2.</a:t>
            </a:r>
            <a:r>
              <a:rPr sz="3000" b="1" u="sng" spc="-55" dirty="0">
                <a:uFill>
                  <a:solidFill>
                    <a:srgbClr val="000000"/>
                  </a:solidFill>
                </a:uFill>
                <a:latin typeface="Calibri"/>
                <a:cs typeface="Calibri"/>
              </a:rPr>
              <a:t> </a:t>
            </a:r>
            <a:r>
              <a:rPr sz="3000" b="1" u="sng" dirty="0">
                <a:uFill>
                  <a:solidFill>
                    <a:srgbClr val="000000"/>
                  </a:solidFill>
                </a:uFill>
                <a:latin typeface="Calibri"/>
                <a:cs typeface="Calibri"/>
              </a:rPr>
              <a:t>Phương</a:t>
            </a:r>
            <a:r>
              <a:rPr sz="3000" b="1" u="sng" spc="-40" dirty="0">
                <a:uFill>
                  <a:solidFill>
                    <a:srgbClr val="000000"/>
                  </a:solidFill>
                </a:uFill>
                <a:latin typeface="Calibri"/>
                <a:cs typeface="Calibri"/>
              </a:rPr>
              <a:t> </a:t>
            </a:r>
            <a:r>
              <a:rPr sz="3000" b="1" u="sng" dirty="0">
                <a:uFill>
                  <a:solidFill>
                    <a:srgbClr val="000000"/>
                  </a:solidFill>
                </a:uFill>
                <a:latin typeface="Calibri"/>
                <a:cs typeface="Calibri"/>
              </a:rPr>
              <a:t>pháp</a:t>
            </a:r>
            <a:r>
              <a:rPr sz="3000" b="1" u="sng" spc="-50" dirty="0">
                <a:uFill>
                  <a:solidFill>
                    <a:srgbClr val="000000"/>
                  </a:solidFill>
                </a:uFill>
                <a:latin typeface="Calibri"/>
                <a:cs typeface="Calibri"/>
              </a:rPr>
              <a:t> </a:t>
            </a:r>
            <a:r>
              <a:rPr sz="3000" b="1" u="sng" dirty="0">
                <a:uFill>
                  <a:solidFill>
                    <a:srgbClr val="000000"/>
                  </a:solidFill>
                </a:uFill>
                <a:latin typeface="Calibri"/>
                <a:cs typeface="Calibri"/>
              </a:rPr>
              <a:t>tam</a:t>
            </a:r>
            <a:r>
              <a:rPr sz="3000" b="1" u="sng" spc="-75" dirty="0">
                <a:uFill>
                  <a:solidFill>
                    <a:srgbClr val="000000"/>
                  </a:solidFill>
                </a:uFill>
                <a:latin typeface="Calibri"/>
                <a:cs typeface="Calibri"/>
              </a:rPr>
              <a:t> </a:t>
            </a:r>
            <a:r>
              <a:rPr sz="3000" b="1" u="sng" dirty="0">
                <a:uFill>
                  <a:solidFill>
                    <a:srgbClr val="000000"/>
                  </a:solidFill>
                </a:uFill>
                <a:latin typeface="Calibri"/>
                <a:cs typeface="Calibri"/>
              </a:rPr>
              <a:t>đoạn</a:t>
            </a:r>
            <a:r>
              <a:rPr sz="3000" b="1" u="sng" spc="-45" dirty="0">
                <a:uFill>
                  <a:solidFill>
                    <a:srgbClr val="000000"/>
                  </a:solidFill>
                </a:uFill>
                <a:latin typeface="Calibri"/>
                <a:cs typeface="Calibri"/>
              </a:rPr>
              <a:t> </a:t>
            </a:r>
            <a:r>
              <a:rPr sz="3000" b="1" u="sng" dirty="0">
                <a:uFill>
                  <a:solidFill>
                    <a:srgbClr val="000000"/>
                  </a:solidFill>
                </a:uFill>
                <a:latin typeface="Calibri"/>
                <a:cs typeface="Calibri"/>
              </a:rPr>
              <a:t>luận</a:t>
            </a:r>
            <a:r>
              <a:rPr sz="3000" b="1" u="sng" spc="-50" dirty="0">
                <a:uFill>
                  <a:solidFill>
                    <a:srgbClr val="000000"/>
                  </a:solidFill>
                </a:uFill>
                <a:latin typeface="Calibri"/>
                <a:cs typeface="Calibri"/>
              </a:rPr>
              <a:t> </a:t>
            </a:r>
            <a:r>
              <a:rPr sz="3000" b="1" u="sng" spc="-10" dirty="0">
                <a:uFill>
                  <a:solidFill>
                    <a:srgbClr val="000000"/>
                  </a:solidFill>
                </a:uFill>
                <a:latin typeface="Calibri"/>
                <a:cs typeface="Calibri"/>
              </a:rPr>
              <a:t>(Syllogism)</a:t>
            </a:r>
            <a:endParaRPr sz="3000">
              <a:latin typeface="Calibri"/>
              <a:cs typeface="Calibri"/>
            </a:endParaRPr>
          </a:p>
          <a:p>
            <a:pPr>
              <a:lnSpc>
                <a:spcPct val="100000"/>
              </a:lnSpc>
              <a:spcBef>
                <a:spcPts val="695"/>
              </a:spcBef>
            </a:pPr>
            <a:endParaRPr sz="3000">
              <a:latin typeface="Calibri"/>
              <a:cs typeface="Calibri"/>
            </a:endParaRPr>
          </a:p>
          <a:p>
            <a:pPr marL="803275" algn="ctr">
              <a:lnSpc>
                <a:spcPct val="100000"/>
              </a:lnSpc>
              <a:spcBef>
                <a:spcPts val="5"/>
              </a:spcBef>
              <a:tabLst>
                <a:tab pos="5478780" algn="l"/>
              </a:tabLst>
            </a:pPr>
            <a:r>
              <a:rPr sz="3000" dirty="0">
                <a:latin typeface="Calibri"/>
                <a:cs typeface="Calibri"/>
              </a:rPr>
              <a:t>[</a:t>
            </a:r>
            <a:r>
              <a:rPr sz="3000" spc="-30" dirty="0">
                <a:latin typeface="Calibri"/>
                <a:cs typeface="Calibri"/>
              </a:rPr>
              <a:t> </a:t>
            </a:r>
            <a:r>
              <a:rPr sz="3000" dirty="0">
                <a:latin typeface="Calibri"/>
                <a:cs typeface="Calibri"/>
              </a:rPr>
              <a:t>(p</a:t>
            </a:r>
            <a:r>
              <a:rPr sz="3000" spc="-30" dirty="0">
                <a:latin typeface="Calibri"/>
                <a:cs typeface="Calibri"/>
              </a:rPr>
              <a:t> </a:t>
            </a:r>
            <a:r>
              <a:rPr sz="3000" dirty="0">
                <a:latin typeface="Symbol"/>
                <a:cs typeface="Symbol"/>
              </a:rPr>
              <a:t></a:t>
            </a:r>
            <a:r>
              <a:rPr sz="3000" dirty="0">
                <a:latin typeface="Calibri"/>
                <a:cs typeface="Calibri"/>
              </a:rPr>
              <a:t>q)</a:t>
            </a:r>
            <a:r>
              <a:rPr sz="3000" spc="-35" dirty="0">
                <a:latin typeface="Calibri"/>
                <a:cs typeface="Calibri"/>
              </a:rPr>
              <a:t> </a:t>
            </a:r>
            <a:r>
              <a:rPr sz="3000" dirty="0">
                <a:latin typeface="Symbol"/>
                <a:cs typeface="Symbol"/>
              </a:rPr>
              <a:t></a:t>
            </a:r>
            <a:r>
              <a:rPr sz="3000" spc="-100" dirty="0">
                <a:latin typeface="Times New Roman"/>
                <a:cs typeface="Times New Roman"/>
              </a:rPr>
              <a:t> </a:t>
            </a:r>
            <a:r>
              <a:rPr sz="3000" dirty="0">
                <a:latin typeface="Calibri"/>
                <a:cs typeface="Calibri"/>
              </a:rPr>
              <a:t>(q</a:t>
            </a:r>
            <a:r>
              <a:rPr sz="3000" spc="-35" dirty="0">
                <a:latin typeface="Calibri"/>
                <a:cs typeface="Calibri"/>
              </a:rPr>
              <a:t> </a:t>
            </a:r>
            <a:r>
              <a:rPr sz="3000" dirty="0">
                <a:latin typeface="Symbol"/>
                <a:cs typeface="Symbol"/>
              </a:rPr>
              <a:t></a:t>
            </a:r>
            <a:r>
              <a:rPr sz="3000" dirty="0">
                <a:latin typeface="Calibri"/>
                <a:cs typeface="Calibri"/>
              </a:rPr>
              <a:t>r)</a:t>
            </a:r>
            <a:r>
              <a:rPr sz="3000" spc="-35" dirty="0">
                <a:latin typeface="Calibri"/>
                <a:cs typeface="Calibri"/>
              </a:rPr>
              <a:t> </a:t>
            </a:r>
            <a:r>
              <a:rPr sz="3000" dirty="0">
                <a:latin typeface="Calibri"/>
                <a:cs typeface="Calibri"/>
              </a:rPr>
              <a:t>]</a:t>
            </a:r>
            <a:r>
              <a:rPr sz="3000" spc="-25" dirty="0">
                <a:latin typeface="Calibri"/>
                <a:cs typeface="Calibri"/>
              </a:rPr>
              <a:t> </a:t>
            </a:r>
            <a:r>
              <a:rPr sz="3000" dirty="0">
                <a:latin typeface="Symbol"/>
                <a:cs typeface="Symbol"/>
              </a:rPr>
              <a:t></a:t>
            </a:r>
            <a:r>
              <a:rPr sz="3000" spc="-105" dirty="0">
                <a:latin typeface="Times New Roman"/>
                <a:cs typeface="Times New Roman"/>
              </a:rPr>
              <a:t> </a:t>
            </a:r>
            <a:r>
              <a:rPr sz="3000" dirty="0">
                <a:latin typeface="Calibri"/>
                <a:cs typeface="Calibri"/>
              </a:rPr>
              <a:t>(p</a:t>
            </a:r>
            <a:r>
              <a:rPr sz="3000" spc="-25" dirty="0">
                <a:latin typeface="Calibri"/>
                <a:cs typeface="Calibri"/>
              </a:rPr>
              <a:t> </a:t>
            </a:r>
            <a:r>
              <a:rPr sz="3000" spc="-25" dirty="0">
                <a:latin typeface="Symbol"/>
                <a:cs typeface="Symbol"/>
              </a:rPr>
              <a:t></a:t>
            </a:r>
            <a:r>
              <a:rPr sz="3000" spc="-25" dirty="0">
                <a:latin typeface="Calibri"/>
                <a:cs typeface="Calibri"/>
              </a:rPr>
              <a:t>r)</a:t>
            </a:r>
            <a:r>
              <a:rPr sz="3000" dirty="0">
                <a:latin typeface="Calibri"/>
                <a:cs typeface="Calibri"/>
              </a:rPr>
              <a:t>	là</a:t>
            </a:r>
            <a:r>
              <a:rPr sz="3000" spc="-10" dirty="0">
                <a:latin typeface="Calibri"/>
                <a:cs typeface="Calibri"/>
              </a:rPr>
              <a:t> </a:t>
            </a:r>
            <a:r>
              <a:rPr sz="3000" dirty="0">
                <a:latin typeface="Calibri"/>
                <a:cs typeface="Calibri"/>
              </a:rPr>
              <a:t>hằng </a:t>
            </a:r>
            <a:r>
              <a:rPr sz="3000" spc="-20" dirty="0">
                <a:latin typeface="Calibri"/>
                <a:cs typeface="Calibri"/>
              </a:rPr>
              <a:t>đúng</a:t>
            </a:r>
            <a:endParaRPr sz="3000">
              <a:latin typeface="Calibri"/>
              <a:cs typeface="Calibri"/>
            </a:endParaRPr>
          </a:p>
          <a:p>
            <a:pPr marL="12700">
              <a:lnSpc>
                <a:spcPct val="100000"/>
              </a:lnSpc>
              <a:spcBef>
                <a:spcPts val="320"/>
              </a:spcBef>
            </a:pPr>
            <a:r>
              <a:rPr sz="3000" spc="-25" dirty="0">
                <a:latin typeface="Calibri"/>
                <a:cs typeface="Calibri"/>
              </a:rPr>
              <a:t>Hay</a:t>
            </a:r>
            <a:endParaRPr sz="3000">
              <a:latin typeface="Calibri"/>
              <a:cs typeface="Calibri"/>
            </a:endParaRPr>
          </a:p>
          <a:p>
            <a:pPr marL="1898014">
              <a:lnSpc>
                <a:spcPct val="100000"/>
              </a:lnSpc>
              <a:spcBef>
                <a:spcPts val="400"/>
              </a:spcBef>
            </a:pPr>
            <a:r>
              <a:rPr sz="3000" dirty="0">
                <a:latin typeface="Calibri"/>
                <a:cs typeface="Calibri"/>
              </a:rPr>
              <a:t>[</a:t>
            </a:r>
            <a:r>
              <a:rPr sz="3000" spc="-30" dirty="0">
                <a:latin typeface="Calibri"/>
                <a:cs typeface="Calibri"/>
              </a:rPr>
              <a:t> </a:t>
            </a:r>
            <a:r>
              <a:rPr sz="3000" dirty="0">
                <a:latin typeface="Calibri"/>
                <a:cs typeface="Calibri"/>
              </a:rPr>
              <a:t>(p</a:t>
            </a:r>
            <a:r>
              <a:rPr sz="3000" spc="-30" dirty="0">
                <a:latin typeface="Calibri"/>
                <a:cs typeface="Calibri"/>
              </a:rPr>
              <a:t> </a:t>
            </a:r>
            <a:r>
              <a:rPr sz="3000" dirty="0">
                <a:latin typeface="Symbol"/>
                <a:cs typeface="Symbol"/>
              </a:rPr>
              <a:t></a:t>
            </a:r>
            <a:r>
              <a:rPr sz="3000" dirty="0">
                <a:latin typeface="Calibri"/>
                <a:cs typeface="Calibri"/>
              </a:rPr>
              <a:t>q)</a:t>
            </a:r>
            <a:r>
              <a:rPr sz="3000" spc="-35" dirty="0">
                <a:latin typeface="Calibri"/>
                <a:cs typeface="Calibri"/>
              </a:rPr>
              <a:t> </a:t>
            </a:r>
            <a:r>
              <a:rPr sz="3000" dirty="0">
                <a:latin typeface="Symbol"/>
                <a:cs typeface="Symbol"/>
              </a:rPr>
              <a:t></a:t>
            </a:r>
            <a:r>
              <a:rPr sz="3000" spc="-95" dirty="0">
                <a:latin typeface="Times New Roman"/>
                <a:cs typeface="Times New Roman"/>
              </a:rPr>
              <a:t> </a:t>
            </a:r>
            <a:r>
              <a:rPr sz="3000" dirty="0">
                <a:latin typeface="Calibri"/>
                <a:cs typeface="Calibri"/>
              </a:rPr>
              <a:t>(q</a:t>
            </a:r>
            <a:r>
              <a:rPr sz="3000" spc="-35" dirty="0">
                <a:latin typeface="Calibri"/>
                <a:cs typeface="Calibri"/>
              </a:rPr>
              <a:t> </a:t>
            </a:r>
            <a:r>
              <a:rPr sz="3000" dirty="0">
                <a:latin typeface="Symbol"/>
                <a:cs typeface="Symbol"/>
              </a:rPr>
              <a:t></a:t>
            </a:r>
            <a:r>
              <a:rPr sz="3000" dirty="0">
                <a:latin typeface="Calibri"/>
                <a:cs typeface="Calibri"/>
              </a:rPr>
              <a:t>r)</a:t>
            </a:r>
            <a:r>
              <a:rPr sz="3000" spc="-35" dirty="0">
                <a:latin typeface="Calibri"/>
                <a:cs typeface="Calibri"/>
              </a:rPr>
              <a:t> </a:t>
            </a:r>
            <a:r>
              <a:rPr sz="3000" dirty="0">
                <a:latin typeface="Calibri"/>
                <a:cs typeface="Calibri"/>
              </a:rPr>
              <a:t>]</a:t>
            </a:r>
            <a:r>
              <a:rPr sz="3000" spc="-25" dirty="0">
                <a:latin typeface="Calibri"/>
                <a:cs typeface="Calibri"/>
              </a:rPr>
              <a:t> </a:t>
            </a:r>
            <a:r>
              <a:rPr sz="3000" dirty="0">
                <a:latin typeface="Symbol"/>
                <a:cs typeface="Symbol"/>
              </a:rPr>
              <a:t></a:t>
            </a:r>
            <a:r>
              <a:rPr sz="3000" spc="-105" dirty="0">
                <a:latin typeface="Times New Roman"/>
                <a:cs typeface="Times New Roman"/>
              </a:rPr>
              <a:t> </a:t>
            </a:r>
            <a:r>
              <a:rPr sz="3000" dirty="0">
                <a:latin typeface="Calibri"/>
                <a:cs typeface="Calibri"/>
              </a:rPr>
              <a:t>(p</a:t>
            </a:r>
            <a:r>
              <a:rPr sz="3000" spc="-25" dirty="0">
                <a:latin typeface="Calibri"/>
                <a:cs typeface="Calibri"/>
              </a:rPr>
              <a:t> </a:t>
            </a:r>
            <a:r>
              <a:rPr sz="3000" spc="-25" dirty="0">
                <a:latin typeface="Symbol"/>
                <a:cs typeface="Symbol"/>
              </a:rPr>
              <a:t></a:t>
            </a:r>
            <a:r>
              <a:rPr sz="3000" spc="-25" dirty="0">
                <a:latin typeface="Calibri"/>
                <a:cs typeface="Calibri"/>
              </a:rPr>
              <a:t>r)</a:t>
            </a:r>
            <a:endParaRPr sz="3000">
              <a:latin typeface="Calibri"/>
              <a:cs typeface="Calibri"/>
            </a:endParaRPr>
          </a:p>
          <a:p>
            <a:pPr marL="12700">
              <a:lnSpc>
                <a:spcPct val="100000"/>
              </a:lnSpc>
              <a:spcBef>
                <a:spcPts val="325"/>
              </a:spcBef>
            </a:pPr>
            <a:r>
              <a:rPr sz="3000" spc="-25" dirty="0">
                <a:latin typeface="Calibri"/>
                <a:cs typeface="Calibri"/>
              </a:rPr>
              <a:t>Hay</a:t>
            </a:r>
            <a:endParaRPr sz="3000">
              <a:latin typeface="Calibri"/>
              <a:cs typeface="Calibri"/>
            </a:endParaRPr>
          </a:p>
          <a:p>
            <a:pPr marL="803910" algn="ctr">
              <a:lnSpc>
                <a:spcPct val="100000"/>
              </a:lnSpc>
              <a:spcBef>
                <a:spcPts val="395"/>
              </a:spcBef>
            </a:pPr>
            <a:r>
              <a:rPr sz="3000" dirty="0">
                <a:latin typeface="Calibri"/>
                <a:cs typeface="Calibri"/>
              </a:rPr>
              <a:t>p</a:t>
            </a:r>
            <a:r>
              <a:rPr sz="3000" spc="-10" dirty="0">
                <a:latin typeface="Calibri"/>
                <a:cs typeface="Calibri"/>
              </a:rPr>
              <a:t> </a:t>
            </a:r>
            <a:r>
              <a:rPr sz="3000" spc="-35" dirty="0">
                <a:latin typeface="Symbol"/>
                <a:cs typeface="Symbol"/>
              </a:rPr>
              <a:t></a:t>
            </a:r>
            <a:r>
              <a:rPr sz="3000" spc="-35" dirty="0">
                <a:latin typeface="Calibri"/>
                <a:cs typeface="Calibri"/>
              </a:rPr>
              <a:t>q</a:t>
            </a:r>
            <a:endParaRPr sz="3000">
              <a:latin typeface="Calibri"/>
              <a:cs typeface="Calibri"/>
            </a:endParaRPr>
          </a:p>
          <a:p>
            <a:pPr marL="803275" algn="ctr">
              <a:lnSpc>
                <a:spcPct val="100000"/>
              </a:lnSpc>
              <a:spcBef>
                <a:spcPts val="365"/>
              </a:spcBef>
            </a:pPr>
            <a:r>
              <a:rPr sz="3000" dirty="0">
                <a:latin typeface="Calibri"/>
                <a:cs typeface="Calibri"/>
              </a:rPr>
              <a:t>q</a:t>
            </a:r>
            <a:r>
              <a:rPr sz="3000" spc="-10" dirty="0">
                <a:latin typeface="Calibri"/>
                <a:cs typeface="Calibri"/>
              </a:rPr>
              <a:t> </a:t>
            </a:r>
            <a:r>
              <a:rPr sz="3000" spc="-35" dirty="0">
                <a:latin typeface="Symbol"/>
                <a:cs typeface="Symbol"/>
              </a:rPr>
              <a:t></a:t>
            </a:r>
            <a:r>
              <a:rPr sz="3000" spc="-35" dirty="0">
                <a:latin typeface="Calibri"/>
                <a:cs typeface="Calibri"/>
              </a:rPr>
              <a:t>r</a:t>
            </a:r>
            <a:endParaRPr sz="3000">
              <a:latin typeface="Calibri"/>
              <a:cs typeface="Calibri"/>
            </a:endParaRPr>
          </a:p>
          <a:p>
            <a:pPr>
              <a:lnSpc>
                <a:spcPct val="100000"/>
              </a:lnSpc>
              <a:spcBef>
                <a:spcPts val="655"/>
              </a:spcBef>
            </a:pPr>
            <a:endParaRPr sz="3000">
              <a:latin typeface="Calibri"/>
              <a:cs typeface="Calibri"/>
            </a:endParaRPr>
          </a:p>
          <a:p>
            <a:pPr marL="803275" algn="ctr">
              <a:lnSpc>
                <a:spcPct val="100000"/>
              </a:lnSpc>
            </a:pPr>
            <a:r>
              <a:rPr sz="3000" dirty="0">
                <a:latin typeface="Symbol"/>
                <a:cs typeface="Symbol"/>
              </a:rPr>
              <a:t></a:t>
            </a:r>
            <a:r>
              <a:rPr sz="3000" dirty="0">
                <a:latin typeface="Calibri"/>
                <a:cs typeface="Calibri"/>
              </a:rPr>
              <a:t>p</a:t>
            </a:r>
            <a:r>
              <a:rPr sz="3000" spc="-10" dirty="0">
                <a:latin typeface="Calibri"/>
                <a:cs typeface="Calibri"/>
              </a:rPr>
              <a:t> </a:t>
            </a:r>
            <a:r>
              <a:rPr sz="3000" spc="-25" dirty="0">
                <a:latin typeface="Symbol"/>
                <a:cs typeface="Symbol"/>
              </a:rPr>
              <a:t></a:t>
            </a:r>
            <a:r>
              <a:rPr sz="3000" spc="-25" dirty="0">
                <a:latin typeface="Calibri"/>
                <a:cs typeface="Calibri"/>
              </a:rPr>
              <a:t>r</a:t>
            </a:r>
            <a:endParaRPr sz="3000">
              <a:latin typeface="Calibri"/>
              <a:cs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138215"/>
            <a:ext cx="7927975" cy="6367145"/>
          </a:xfrm>
          <a:prstGeom prst="rect">
            <a:avLst/>
          </a:prstGeom>
        </p:spPr>
        <p:txBody>
          <a:bodyPr vert="horz" wrap="square" lIns="0" tIns="110489" rIns="0" bIns="0" rtlCol="0">
            <a:spAutoFit/>
          </a:bodyPr>
          <a:lstStyle/>
          <a:p>
            <a:pPr marL="12700">
              <a:lnSpc>
                <a:spcPct val="100000"/>
              </a:lnSpc>
              <a:spcBef>
                <a:spcPts val="869"/>
              </a:spcBef>
            </a:pPr>
            <a:r>
              <a:rPr sz="3200" b="1" dirty="0">
                <a:latin typeface="Calibri"/>
                <a:cs typeface="Calibri"/>
              </a:rPr>
              <a:t>Ví</a:t>
            </a:r>
            <a:r>
              <a:rPr sz="3200" b="1" spc="-15" dirty="0">
                <a:latin typeface="Calibri"/>
                <a:cs typeface="Calibri"/>
              </a:rPr>
              <a:t> </a:t>
            </a:r>
            <a:r>
              <a:rPr sz="3200" b="1" dirty="0">
                <a:latin typeface="Calibri"/>
                <a:cs typeface="Calibri"/>
              </a:rPr>
              <a:t>dụ</a:t>
            </a:r>
            <a:r>
              <a:rPr sz="3200" b="1" spc="-15" dirty="0">
                <a:latin typeface="Calibri"/>
                <a:cs typeface="Calibri"/>
              </a:rPr>
              <a:t> </a:t>
            </a:r>
            <a:r>
              <a:rPr sz="3200" b="1" spc="-50" dirty="0">
                <a:latin typeface="Calibri"/>
                <a:cs typeface="Calibri"/>
              </a:rPr>
              <a:t>:</a:t>
            </a:r>
            <a:endParaRPr sz="3200">
              <a:latin typeface="Calibri"/>
              <a:cs typeface="Calibri"/>
            </a:endParaRPr>
          </a:p>
          <a:p>
            <a:pPr marL="12700" marR="5080">
              <a:lnSpc>
                <a:spcPct val="110000"/>
              </a:lnSpc>
              <a:spcBef>
                <a:spcPts val="385"/>
              </a:spcBef>
            </a:pPr>
            <a:r>
              <a:rPr sz="3200" dirty="0">
                <a:solidFill>
                  <a:srgbClr val="006FC0"/>
                </a:solidFill>
                <a:latin typeface="Calibri"/>
                <a:cs typeface="Calibri"/>
              </a:rPr>
              <a:t>Nếu</a:t>
            </a:r>
            <a:r>
              <a:rPr sz="3200" spc="-50" dirty="0">
                <a:solidFill>
                  <a:srgbClr val="006FC0"/>
                </a:solidFill>
                <a:latin typeface="Calibri"/>
                <a:cs typeface="Calibri"/>
              </a:rPr>
              <a:t> </a:t>
            </a:r>
            <a:r>
              <a:rPr sz="3200" u="sng" dirty="0">
                <a:solidFill>
                  <a:srgbClr val="006FC0"/>
                </a:solidFill>
                <a:uFill>
                  <a:solidFill>
                    <a:srgbClr val="006FC0"/>
                  </a:solidFill>
                </a:uFill>
                <a:latin typeface="Calibri"/>
                <a:cs typeface="Calibri"/>
              </a:rPr>
              <a:t>Bình</a:t>
            </a:r>
            <a:r>
              <a:rPr sz="3200" u="sng" spc="-30" dirty="0">
                <a:solidFill>
                  <a:srgbClr val="006FC0"/>
                </a:solidFill>
                <a:uFill>
                  <a:solidFill>
                    <a:srgbClr val="006FC0"/>
                  </a:solidFill>
                </a:uFill>
                <a:latin typeface="Calibri"/>
                <a:cs typeface="Calibri"/>
              </a:rPr>
              <a:t> </a:t>
            </a:r>
            <a:r>
              <a:rPr sz="3200" u="sng" dirty="0">
                <a:solidFill>
                  <a:srgbClr val="006FC0"/>
                </a:solidFill>
                <a:uFill>
                  <a:solidFill>
                    <a:srgbClr val="006FC0"/>
                  </a:solidFill>
                </a:uFill>
                <a:latin typeface="Calibri"/>
                <a:cs typeface="Calibri"/>
              </a:rPr>
              <a:t>đi</a:t>
            </a:r>
            <a:r>
              <a:rPr sz="3200" u="sng" spc="-45" dirty="0">
                <a:solidFill>
                  <a:srgbClr val="006FC0"/>
                </a:solidFill>
                <a:uFill>
                  <a:solidFill>
                    <a:srgbClr val="006FC0"/>
                  </a:solidFill>
                </a:uFill>
                <a:latin typeface="Calibri"/>
                <a:cs typeface="Calibri"/>
              </a:rPr>
              <a:t> </a:t>
            </a:r>
            <a:r>
              <a:rPr sz="3200" u="sng" dirty="0">
                <a:solidFill>
                  <a:srgbClr val="006FC0"/>
                </a:solidFill>
                <a:uFill>
                  <a:solidFill>
                    <a:srgbClr val="006FC0"/>
                  </a:solidFill>
                </a:uFill>
                <a:latin typeface="Calibri"/>
                <a:cs typeface="Calibri"/>
              </a:rPr>
              <a:t>chơi</a:t>
            </a:r>
            <a:r>
              <a:rPr sz="3200" u="sng" spc="-55" dirty="0">
                <a:solidFill>
                  <a:srgbClr val="006FC0"/>
                </a:solidFill>
                <a:uFill>
                  <a:solidFill>
                    <a:srgbClr val="006FC0"/>
                  </a:solidFill>
                </a:uFill>
                <a:latin typeface="Calibri"/>
                <a:cs typeface="Calibri"/>
              </a:rPr>
              <a:t> </a:t>
            </a:r>
            <a:r>
              <a:rPr sz="3200" dirty="0">
                <a:solidFill>
                  <a:srgbClr val="006FC0"/>
                </a:solidFill>
                <a:latin typeface="Calibri"/>
                <a:cs typeface="Calibri"/>
              </a:rPr>
              <a:t>thì</a:t>
            </a:r>
            <a:r>
              <a:rPr sz="3200" spc="-40" dirty="0">
                <a:solidFill>
                  <a:srgbClr val="006FC0"/>
                </a:solidFill>
                <a:latin typeface="Calibri"/>
                <a:cs typeface="Calibri"/>
              </a:rPr>
              <a:t> </a:t>
            </a:r>
            <a:r>
              <a:rPr sz="3200" u="sng" dirty="0">
                <a:solidFill>
                  <a:srgbClr val="006FC0"/>
                </a:solidFill>
                <a:uFill>
                  <a:solidFill>
                    <a:srgbClr val="006FC0"/>
                  </a:solidFill>
                </a:uFill>
                <a:latin typeface="Calibri"/>
                <a:cs typeface="Calibri"/>
              </a:rPr>
              <a:t>Bình</a:t>
            </a:r>
            <a:r>
              <a:rPr sz="3200" u="sng" spc="-30" dirty="0">
                <a:solidFill>
                  <a:srgbClr val="006FC0"/>
                </a:solidFill>
                <a:uFill>
                  <a:solidFill>
                    <a:srgbClr val="006FC0"/>
                  </a:solidFill>
                </a:uFill>
                <a:latin typeface="Calibri"/>
                <a:cs typeface="Calibri"/>
              </a:rPr>
              <a:t> </a:t>
            </a:r>
            <a:r>
              <a:rPr sz="3200" u="sng" dirty="0">
                <a:solidFill>
                  <a:srgbClr val="006FC0"/>
                </a:solidFill>
                <a:uFill>
                  <a:solidFill>
                    <a:srgbClr val="006FC0"/>
                  </a:solidFill>
                </a:uFill>
                <a:latin typeface="Calibri"/>
                <a:cs typeface="Calibri"/>
              </a:rPr>
              <a:t>không</a:t>
            </a:r>
            <a:r>
              <a:rPr sz="3200" u="sng" spc="-45" dirty="0">
                <a:solidFill>
                  <a:srgbClr val="006FC0"/>
                </a:solidFill>
                <a:uFill>
                  <a:solidFill>
                    <a:srgbClr val="006FC0"/>
                  </a:solidFill>
                </a:uFill>
                <a:latin typeface="Calibri"/>
                <a:cs typeface="Calibri"/>
              </a:rPr>
              <a:t> </a:t>
            </a:r>
            <a:r>
              <a:rPr sz="3200" u="sng" dirty="0">
                <a:solidFill>
                  <a:srgbClr val="006FC0"/>
                </a:solidFill>
                <a:uFill>
                  <a:solidFill>
                    <a:srgbClr val="006FC0"/>
                  </a:solidFill>
                </a:uFill>
                <a:latin typeface="Calibri"/>
                <a:cs typeface="Calibri"/>
              </a:rPr>
              <a:t>học</a:t>
            </a:r>
            <a:r>
              <a:rPr sz="3200" u="sng" spc="-45" dirty="0">
                <a:solidFill>
                  <a:srgbClr val="006FC0"/>
                </a:solidFill>
                <a:uFill>
                  <a:solidFill>
                    <a:srgbClr val="006FC0"/>
                  </a:solidFill>
                </a:uFill>
                <a:latin typeface="Calibri"/>
                <a:cs typeface="Calibri"/>
              </a:rPr>
              <a:t> </a:t>
            </a:r>
            <a:r>
              <a:rPr sz="3200" u="sng" dirty="0">
                <a:solidFill>
                  <a:srgbClr val="006FC0"/>
                </a:solidFill>
                <a:uFill>
                  <a:solidFill>
                    <a:srgbClr val="006FC0"/>
                  </a:solidFill>
                </a:uFill>
                <a:latin typeface="Calibri"/>
                <a:cs typeface="Calibri"/>
              </a:rPr>
              <a:t>toán</a:t>
            </a:r>
            <a:r>
              <a:rPr sz="3200" u="sng" spc="-30" dirty="0">
                <a:solidFill>
                  <a:srgbClr val="006FC0"/>
                </a:solidFill>
                <a:uFill>
                  <a:solidFill>
                    <a:srgbClr val="006FC0"/>
                  </a:solidFill>
                </a:uFill>
                <a:latin typeface="Calibri"/>
                <a:cs typeface="Calibri"/>
              </a:rPr>
              <a:t> </a:t>
            </a:r>
            <a:r>
              <a:rPr sz="3200" u="sng" dirty="0">
                <a:solidFill>
                  <a:srgbClr val="006FC0"/>
                </a:solidFill>
                <a:uFill>
                  <a:solidFill>
                    <a:srgbClr val="006FC0"/>
                  </a:solidFill>
                </a:uFill>
                <a:latin typeface="Calibri"/>
                <a:cs typeface="Calibri"/>
              </a:rPr>
              <a:t>rời</a:t>
            </a:r>
            <a:r>
              <a:rPr sz="3200" u="sng" spc="-45" dirty="0">
                <a:solidFill>
                  <a:srgbClr val="006FC0"/>
                </a:solidFill>
                <a:uFill>
                  <a:solidFill>
                    <a:srgbClr val="006FC0"/>
                  </a:solidFill>
                </a:uFill>
                <a:latin typeface="Calibri"/>
                <a:cs typeface="Calibri"/>
              </a:rPr>
              <a:t> </a:t>
            </a:r>
            <a:r>
              <a:rPr sz="3200" u="sng" spc="-25" dirty="0">
                <a:solidFill>
                  <a:srgbClr val="006FC0"/>
                </a:solidFill>
                <a:uFill>
                  <a:solidFill>
                    <a:srgbClr val="006FC0"/>
                  </a:solidFill>
                </a:uFill>
                <a:latin typeface="Calibri"/>
                <a:cs typeface="Calibri"/>
              </a:rPr>
              <a:t>rạc</a:t>
            </a:r>
            <a:r>
              <a:rPr sz="3200" spc="-25" dirty="0">
                <a:solidFill>
                  <a:srgbClr val="006FC0"/>
                </a:solidFill>
                <a:latin typeface="Calibri"/>
                <a:cs typeface="Calibri"/>
              </a:rPr>
              <a:t> </a:t>
            </a:r>
            <a:r>
              <a:rPr sz="3200" dirty="0">
                <a:solidFill>
                  <a:srgbClr val="006FC0"/>
                </a:solidFill>
                <a:latin typeface="Calibri"/>
                <a:cs typeface="Calibri"/>
              </a:rPr>
              <a:t>Nếu</a:t>
            </a:r>
            <a:r>
              <a:rPr sz="3200" spc="-65" dirty="0">
                <a:solidFill>
                  <a:srgbClr val="006FC0"/>
                </a:solidFill>
                <a:latin typeface="Calibri"/>
                <a:cs typeface="Calibri"/>
              </a:rPr>
              <a:t> </a:t>
            </a:r>
            <a:r>
              <a:rPr sz="3200" dirty="0">
                <a:solidFill>
                  <a:srgbClr val="006FC0"/>
                </a:solidFill>
                <a:latin typeface="Calibri"/>
                <a:cs typeface="Calibri"/>
              </a:rPr>
              <a:t>Bình</a:t>
            </a:r>
            <a:r>
              <a:rPr sz="3200" spc="-45" dirty="0">
                <a:solidFill>
                  <a:srgbClr val="006FC0"/>
                </a:solidFill>
                <a:latin typeface="Calibri"/>
                <a:cs typeface="Calibri"/>
              </a:rPr>
              <a:t> </a:t>
            </a:r>
            <a:r>
              <a:rPr sz="3200" dirty="0">
                <a:solidFill>
                  <a:srgbClr val="006FC0"/>
                </a:solidFill>
                <a:latin typeface="Calibri"/>
                <a:cs typeface="Calibri"/>
              </a:rPr>
              <a:t>không</a:t>
            </a:r>
            <a:r>
              <a:rPr sz="3200" spc="-50" dirty="0">
                <a:solidFill>
                  <a:srgbClr val="006FC0"/>
                </a:solidFill>
                <a:latin typeface="Calibri"/>
                <a:cs typeface="Calibri"/>
              </a:rPr>
              <a:t> </a:t>
            </a:r>
            <a:r>
              <a:rPr sz="3200" dirty="0">
                <a:solidFill>
                  <a:srgbClr val="006FC0"/>
                </a:solidFill>
                <a:latin typeface="Calibri"/>
                <a:cs typeface="Calibri"/>
              </a:rPr>
              <a:t>học</a:t>
            </a:r>
            <a:r>
              <a:rPr sz="3200" spc="-50" dirty="0">
                <a:solidFill>
                  <a:srgbClr val="006FC0"/>
                </a:solidFill>
                <a:latin typeface="Calibri"/>
                <a:cs typeface="Calibri"/>
              </a:rPr>
              <a:t> </a:t>
            </a:r>
            <a:r>
              <a:rPr sz="3200" dirty="0">
                <a:solidFill>
                  <a:srgbClr val="006FC0"/>
                </a:solidFill>
                <a:latin typeface="Calibri"/>
                <a:cs typeface="Calibri"/>
              </a:rPr>
              <a:t>toán</a:t>
            </a:r>
            <a:r>
              <a:rPr sz="3200" spc="-35" dirty="0">
                <a:solidFill>
                  <a:srgbClr val="006FC0"/>
                </a:solidFill>
                <a:latin typeface="Calibri"/>
                <a:cs typeface="Calibri"/>
              </a:rPr>
              <a:t> </a:t>
            </a:r>
            <a:r>
              <a:rPr sz="3200" dirty="0">
                <a:solidFill>
                  <a:srgbClr val="006FC0"/>
                </a:solidFill>
                <a:latin typeface="Calibri"/>
                <a:cs typeface="Calibri"/>
              </a:rPr>
              <a:t>rời</a:t>
            </a:r>
            <a:r>
              <a:rPr sz="3200" spc="-55" dirty="0">
                <a:solidFill>
                  <a:srgbClr val="006FC0"/>
                </a:solidFill>
                <a:latin typeface="Calibri"/>
                <a:cs typeface="Calibri"/>
              </a:rPr>
              <a:t> </a:t>
            </a:r>
            <a:r>
              <a:rPr sz="3200" dirty="0">
                <a:solidFill>
                  <a:srgbClr val="006FC0"/>
                </a:solidFill>
                <a:latin typeface="Calibri"/>
                <a:cs typeface="Calibri"/>
              </a:rPr>
              <a:t>rạc</a:t>
            </a:r>
            <a:r>
              <a:rPr sz="3200" spc="-65" dirty="0">
                <a:solidFill>
                  <a:srgbClr val="006FC0"/>
                </a:solidFill>
                <a:latin typeface="Calibri"/>
                <a:cs typeface="Calibri"/>
              </a:rPr>
              <a:t> </a:t>
            </a:r>
            <a:r>
              <a:rPr sz="3200" dirty="0">
                <a:solidFill>
                  <a:srgbClr val="006FC0"/>
                </a:solidFill>
                <a:latin typeface="Calibri"/>
                <a:cs typeface="Calibri"/>
              </a:rPr>
              <a:t>thì</a:t>
            </a:r>
            <a:r>
              <a:rPr sz="3200" spc="-40" dirty="0">
                <a:solidFill>
                  <a:srgbClr val="006FC0"/>
                </a:solidFill>
                <a:latin typeface="Calibri"/>
                <a:cs typeface="Calibri"/>
              </a:rPr>
              <a:t> </a:t>
            </a:r>
            <a:r>
              <a:rPr sz="3200" u="sng" dirty="0">
                <a:solidFill>
                  <a:srgbClr val="006FC0"/>
                </a:solidFill>
                <a:uFill>
                  <a:solidFill>
                    <a:srgbClr val="006FC0"/>
                  </a:solidFill>
                </a:uFill>
                <a:latin typeface="Calibri"/>
                <a:cs typeface="Calibri"/>
              </a:rPr>
              <a:t>Bình</a:t>
            </a:r>
            <a:r>
              <a:rPr sz="3200" u="sng" spc="-45" dirty="0">
                <a:solidFill>
                  <a:srgbClr val="006FC0"/>
                </a:solidFill>
                <a:uFill>
                  <a:solidFill>
                    <a:srgbClr val="006FC0"/>
                  </a:solidFill>
                </a:uFill>
                <a:latin typeface="Calibri"/>
                <a:cs typeface="Calibri"/>
              </a:rPr>
              <a:t> </a:t>
            </a:r>
            <a:r>
              <a:rPr sz="3200" u="sng" spc="-10" dirty="0">
                <a:solidFill>
                  <a:srgbClr val="006FC0"/>
                </a:solidFill>
                <a:uFill>
                  <a:solidFill>
                    <a:srgbClr val="006FC0"/>
                  </a:solidFill>
                </a:uFill>
                <a:latin typeface="Calibri"/>
                <a:cs typeface="Calibri"/>
              </a:rPr>
              <a:t>trượt</a:t>
            </a:r>
            <a:r>
              <a:rPr sz="3200" spc="-10" dirty="0">
                <a:solidFill>
                  <a:srgbClr val="006FC0"/>
                </a:solidFill>
                <a:latin typeface="Calibri"/>
                <a:cs typeface="Calibri"/>
              </a:rPr>
              <a:t> </a:t>
            </a:r>
            <a:r>
              <a:rPr sz="3200" u="sng" dirty="0">
                <a:solidFill>
                  <a:srgbClr val="006FC0"/>
                </a:solidFill>
                <a:uFill>
                  <a:solidFill>
                    <a:srgbClr val="006FC0"/>
                  </a:solidFill>
                </a:uFill>
                <a:latin typeface="Calibri"/>
                <a:cs typeface="Calibri"/>
              </a:rPr>
              <a:t>toán</a:t>
            </a:r>
            <a:r>
              <a:rPr sz="3200" u="sng" spc="-80" dirty="0">
                <a:solidFill>
                  <a:srgbClr val="006FC0"/>
                </a:solidFill>
                <a:uFill>
                  <a:solidFill>
                    <a:srgbClr val="006FC0"/>
                  </a:solidFill>
                </a:uFill>
                <a:latin typeface="Calibri"/>
                <a:cs typeface="Calibri"/>
              </a:rPr>
              <a:t> </a:t>
            </a:r>
            <a:r>
              <a:rPr sz="3200" u="sng" dirty="0">
                <a:solidFill>
                  <a:srgbClr val="006FC0"/>
                </a:solidFill>
                <a:uFill>
                  <a:solidFill>
                    <a:srgbClr val="006FC0"/>
                  </a:solidFill>
                </a:uFill>
                <a:latin typeface="Calibri"/>
                <a:cs typeface="Calibri"/>
              </a:rPr>
              <a:t>rời</a:t>
            </a:r>
            <a:r>
              <a:rPr sz="3200" u="sng" spc="-100" dirty="0">
                <a:solidFill>
                  <a:srgbClr val="006FC0"/>
                </a:solidFill>
                <a:uFill>
                  <a:solidFill>
                    <a:srgbClr val="006FC0"/>
                  </a:solidFill>
                </a:uFill>
                <a:latin typeface="Calibri"/>
                <a:cs typeface="Calibri"/>
              </a:rPr>
              <a:t> </a:t>
            </a:r>
            <a:r>
              <a:rPr sz="3200" u="sng" spc="-25" dirty="0">
                <a:solidFill>
                  <a:srgbClr val="006FC0"/>
                </a:solidFill>
                <a:uFill>
                  <a:solidFill>
                    <a:srgbClr val="006FC0"/>
                  </a:solidFill>
                </a:uFill>
                <a:latin typeface="Calibri"/>
                <a:cs typeface="Calibri"/>
              </a:rPr>
              <a:t>rạc</a:t>
            </a:r>
            <a:endParaRPr sz="3200">
              <a:latin typeface="Calibri"/>
              <a:cs typeface="Calibri"/>
            </a:endParaRPr>
          </a:p>
          <a:p>
            <a:pPr marL="12700">
              <a:lnSpc>
                <a:spcPct val="100000"/>
              </a:lnSpc>
              <a:spcBef>
                <a:spcPts val="770"/>
              </a:spcBef>
            </a:pPr>
            <a:r>
              <a:rPr sz="3200" spc="-40" dirty="0">
                <a:latin typeface="Calibri"/>
                <a:cs typeface="Calibri"/>
              </a:rPr>
              <a:t>Vậy</a:t>
            </a:r>
            <a:r>
              <a:rPr sz="3200" spc="-55" dirty="0">
                <a:latin typeface="Calibri"/>
                <a:cs typeface="Calibri"/>
              </a:rPr>
              <a:t> </a:t>
            </a:r>
            <a:r>
              <a:rPr sz="3200" dirty="0">
                <a:solidFill>
                  <a:srgbClr val="FF0000"/>
                </a:solidFill>
                <a:latin typeface="Calibri"/>
                <a:cs typeface="Calibri"/>
              </a:rPr>
              <a:t>nếu</a:t>
            </a:r>
            <a:r>
              <a:rPr sz="3200" spc="-55" dirty="0">
                <a:solidFill>
                  <a:srgbClr val="FF0000"/>
                </a:solidFill>
                <a:latin typeface="Calibri"/>
                <a:cs typeface="Calibri"/>
              </a:rPr>
              <a:t> </a:t>
            </a:r>
            <a:r>
              <a:rPr sz="3200" u="sng" dirty="0">
                <a:solidFill>
                  <a:srgbClr val="FF0000"/>
                </a:solidFill>
                <a:uFill>
                  <a:solidFill>
                    <a:srgbClr val="FF0000"/>
                  </a:solidFill>
                </a:uFill>
                <a:latin typeface="Calibri"/>
                <a:cs typeface="Calibri"/>
              </a:rPr>
              <a:t>Bình</a:t>
            </a:r>
            <a:r>
              <a:rPr sz="3200" u="sng" spc="-45" dirty="0">
                <a:solidFill>
                  <a:srgbClr val="FF0000"/>
                </a:solidFill>
                <a:uFill>
                  <a:solidFill>
                    <a:srgbClr val="FF0000"/>
                  </a:solidFill>
                </a:uFill>
                <a:latin typeface="Calibri"/>
                <a:cs typeface="Calibri"/>
              </a:rPr>
              <a:t> </a:t>
            </a:r>
            <a:r>
              <a:rPr sz="3200" u="sng" dirty="0">
                <a:solidFill>
                  <a:srgbClr val="FF0000"/>
                </a:solidFill>
                <a:uFill>
                  <a:solidFill>
                    <a:srgbClr val="FF0000"/>
                  </a:solidFill>
                </a:uFill>
                <a:latin typeface="Calibri"/>
                <a:cs typeface="Calibri"/>
              </a:rPr>
              <a:t>đi</a:t>
            </a:r>
            <a:r>
              <a:rPr sz="3200" u="sng" spc="-75" dirty="0">
                <a:solidFill>
                  <a:srgbClr val="FF0000"/>
                </a:solidFill>
                <a:uFill>
                  <a:solidFill>
                    <a:srgbClr val="FF0000"/>
                  </a:solidFill>
                </a:uFill>
                <a:latin typeface="Calibri"/>
                <a:cs typeface="Calibri"/>
              </a:rPr>
              <a:t> </a:t>
            </a:r>
            <a:r>
              <a:rPr sz="3200" u="sng" dirty="0">
                <a:solidFill>
                  <a:srgbClr val="FF0000"/>
                </a:solidFill>
                <a:uFill>
                  <a:solidFill>
                    <a:srgbClr val="FF0000"/>
                  </a:solidFill>
                </a:uFill>
                <a:latin typeface="Calibri"/>
                <a:cs typeface="Calibri"/>
              </a:rPr>
              <a:t>chơi</a:t>
            </a:r>
            <a:r>
              <a:rPr sz="3200" u="sng" spc="-60" dirty="0">
                <a:solidFill>
                  <a:srgbClr val="FF0000"/>
                </a:solidFill>
                <a:uFill>
                  <a:solidFill>
                    <a:srgbClr val="FF0000"/>
                  </a:solidFill>
                </a:uFill>
                <a:latin typeface="Calibri"/>
                <a:cs typeface="Calibri"/>
              </a:rPr>
              <a:t> </a:t>
            </a:r>
            <a:r>
              <a:rPr sz="3200" dirty="0">
                <a:solidFill>
                  <a:srgbClr val="FF0000"/>
                </a:solidFill>
                <a:latin typeface="Calibri"/>
                <a:cs typeface="Calibri"/>
              </a:rPr>
              <a:t>thì</a:t>
            </a:r>
            <a:r>
              <a:rPr sz="3200" spc="-50" dirty="0">
                <a:solidFill>
                  <a:srgbClr val="FF0000"/>
                </a:solidFill>
                <a:latin typeface="Calibri"/>
                <a:cs typeface="Calibri"/>
              </a:rPr>
              <a:t> </a:t>
            </a:r>
            <a:r>
              <a:rPr sz="3200" u="sng" dirty="0">
                <a:solidFill>
                  <a:srgbClr val="FF0000"/>
                </a:solidFill>
                <a:uFill>
                  <a:solidFill>
                    <a:srgbClr val="FF0000"/>
                  </a:solidFill>
                </a:uFill>
                <a:latin typeface="Calibri"/>
                <a:cs typeface="Calibri"/>
              </a:rPr>
              <a:t>Bình</a:t>
            </a:r>
            <a:r>
              <a:rPr sz="3200" u="sng" spc="-60" dirty="0">
                <a:solidFill>
                  <a:srgbClr val="FF0000"/>
                </a:solidFill>
                <a:uFill>
                  <a:solidFill>
                    <a:srgbClr val="FF0000"/>
                  </a:solidFill>
                </a:uFill>
                <a:latin typeface="Calibri"/>
                <a:cs typeface="Calibri"/>
              </a:rPr>
              <a:t> </a:t>
            </a:r>
            <a:r>
              <a:rPr sz="3200" u="sng" dirty="0">
                <a:solidFill>
                  <a:srgbClr val="FF0000"/>
                </a:solidFill>
                <a:uFill>
                  <a:solidFill>
                    <a:srgbClr val="FF0000"/>
                  </a:solidFill>
                </a:uFill>
                <a:latin typeface="Calibri"/>
                <a:cs typeface="Calibri"/>
              </a:rPr>
              <a:t>trượt</a:t>
            </a:r>
            <a:r>
              <a:rPr sz="3200" u="sng" spc="-70" dirty="0">
                <a:solidFill>
                  <a:srgbClr val="FF0000"/>
                </a:solidFill>
                <a:uFill>
                  <a:solidFill>
                    <a:srgbClr val="FF0000"/>
                  </a:solidFill>
                </a:uFill>
                <a:latin typeface="Calibri"/>
                <a:cs typeface="Calibri"/>
              </a:rPr>
              <a:t> </a:t>
            </a:r>
            <a:r>
              <a:rPr sz="3200" u="sng" dirty="0">
                <a:solidFill>
                  <a:srgbClr val="FF0000"/>
                </a:solidFill>
                <a:uFill>
                  <a:solidFill>
                    <a:srgbClr val="FF0000"/>
                  </a:solidFill>
                </a:uFill>
                <a:latin typeface="Calibri"/>
                <a:cs typeface="Calibri"/>
              </a:rPr>
              <a:t>toán</a:t>
            </a:r>
            <a:r>
              <a:rPr sz="3200" u="sng" spc="-45" dirty="0">
                <a:solidFill>
                  <a:srgbClr val="FF0000"/>
                </a:solidFill>
                <a:uFill>
                  <a:solidFill>
                    <a:srgbClr val="FF0000"/>
                  </a:solidFill>
                </a:uFill>
                <a:latin typeface="Calibri"/>
                <a:cs typeface="Calibri"/>
              </a:rPr>
              <a:t> </a:t>
            </a:r>
            <a:r>
              <a:rPr sz="3200" u="sng" dirty="0">
                <a:solidFill>
                  <a:srgbClr val="FF0000"/>
                </a:solidFill>
                <a:uFill>
                  <a:solidFill>
                    <a:srgbClr val="FF0000"/>
                  </a:solidFill>
                </a:uFill>
                <a:latin typeface="Calibri"/>
                <a:cs typeface="Calibri"/>
              </a:rPr>
              <a:t>rời</a:t>
            </a:r>
            <a:r>
              <a:rPr sz="3200" u="sng" spc="-60" dirty="0">
                <a:solidFill>
                  <a:srgbClr val="FF0000"/>
                </a:solidFill>
                <a:uFill>
                  <a:solidFill>
                    <a:srgbClr val="FF0000"/>
                  </a:solidFill>
                </a:uFill>
                <a:latin typeface="Calibri"/>
                <a:cs typeface="Calibri"/>
              </a:rPr>
              <a:t> </a:t>
            </a:r>
            <a:r>
              <a:rPr sz="3200" u="sng" spc="-20" dirty="0">
                <a:solidFill>
                  <a:srgbClr val="FF0000"/>
                </a:solidFill>
                <a:uFill>
                  <a:solidFill>
                    <a:srgbClr val="FF0000"/>
                  </a:solidFill>
                </a:uFill>
                <a:latin typeface="Calibri"/>
                <a:cs typeface="Calibri"/>
              </a:rPr>
              <a:t>rạc</a:t>
            </a:r>
            <a:r>
              <a:rPr sz="3200" spc="-20" dirty="0">
                <a:latin typeface="Calibri"/>
                <a:cs typeface="Calibri"/>
              </a:rPr>
              <a:t>.</a:t>
            </a:r>
            <a:endParaRPr sz="3200">
              <a:latin typeface="Calibri"/>
              <a:cs typeface="Calibri"/>
            </a:endParaRPr>
          </a:p>
          <a:p>
            <a:pPr>
              <a:lnSpc>
                <a:spcPct val="100000"/>
              </a:lnSpc>
              <a:spcBef>
                <a:spcPts val="1470"/>
              </a:spcBef>
            </a:pPr>
            <a:endParaRPr sz="3200">
              <a:latin typeface="Calibri"/>
              <a:cs typeface="Calibri"/>
            </a:endParaRPr>
          </a:p>
          <a:p>
            <a:pPr marL="12700">
              <a:lnSpc>
                <a:spcPct val="100000"/>
              </a:lnSpc>
            </a:pPr>
            <a:r>
              <a:rPr sz="3200" dirty="0">
                <a:latin typeface="Calibri"/>
                <a:cs typeface="Calibri"/>
              </a:rPr>
              <a:t>Đặt</a:t>
            </a:r>
            <a:r>
              <a:rPr sz="3200" spc="-75" dirty="0">
                <a:latin typeface="Calibri"/>
                <a:cs typeface="Calibri"/>
              </a:rPr>
              <a:t> </a:t>
            </a:r>
            <a:r>
              <a:rPr sz="3200" spc="-50" dirty="0">
                <a:latin typeface="Calibri"/>
                <a:cs typeface="Calibri"/>
              </a:rPr>
              <a:t>:</a:t>
            </a:r>
            <a:endParaRPr sz="3200">
              <a:latin typeface="Calibri"/>
              <a:cs typeface="Calibri"/>
            </a:endParaRPr>
          </a:p>
          <a:p>
            <a:pPr marL="12700">
              <a:lnSpc>
                <a:spcPct val="100000"/>
              </a:lnSpc>
              <a:spcBef>
                <a:spcPts val="770"/>
              </a:spcBef>
            </a:pPr>
            <a:r>
              <a:rPr sz="3200" dirty="0">
                <a:latin typeface="Calibri"/>
                <a:cs typeface="Calibri"/>
              </a:rPr>
              <a:t>p:</a:t>
            </a:r>
            <a:r>
              <a:rPr sz="3200" spc="-35" dirty="0">
                <a:latin typeface="Calibri"/>
                <a:cs typeface="Calibri"/>
              </a:rPr>
              <a:t> </a:t>
            </a:r>
            <a:r>
              <a:rPr sz="3200" dirty="0">
                <a:latin typeface="Calibri"/>
                <a:cs typeface="Calibri"/>
              </a:rPr>
              <a:t>Bình</a:t>
            </a:r>
            <a:r>
              <a:rPr sz="3200" spc="-20" dirty="0">
                <a:latin typeface="Calibri"/>
                <a:cs typeface="Calibri"/>
              </a:rPr>
              <a:t> </a:t>
            </a:r>
            <a:r>
              <a:rPr sz="3200" dirty="0">
                <a:latin typeface="Calibri"/>
                <a:cs typeface="Calibri"/>
              </a:rPr>
              <a:t>đi</a:t>
            </a:r>
            <a:r>
              <a:rPr sz="3200" spc="-35" dirty="0">
                <a:latin typeface="Calibri"/>
                <a:cs typeface="Calibri"/>
              </a:rPr>
              <a:t> </a:t>
            </a:r>
            <a:r>
              <a:rPr sz="3200" spc="-20" dirty="0">
                <a:latin typeface="Calibri"/>
                <a:cs typeface="Calibri"/>
              </a:rPr>
              <a:t>chơi</a:t>
            </a:r>
            <a:endParaRPr sz="3200">
              <a:latin typeface="Calibri"/>
              <a:cs typeface="Calibri"/>
            </a:endParaRPr>
          </a:p>
          <a:p>
            <a:pPr marL="12700" marR="2948305">
              <a:lnSpc>
                <a:spcPct val="120000"/>
              </a:lnSpc>
            </a:pPr>
            <a:r>
              <a:rPr sz="3200" dirty="0">
                <a:latin typeface="Calibri"/>
                <a:cs typeface="Calibri"/>
              </a:rPr>
              <a:t>q:</a:t>
            </a:r>
            <a:r>
              <a:rPr sz="3200" spc="-55" dirty="0">
                <a:latin typeface="Calibri"/>
                <a:cs typeface="Calibri"/>
              </a:rPr>
              <a:t> </a:t>
            </a:r>
            <a:r>
              <a:rPr sz="3200" dirty="0">
                <a:latin typeface="Calibri"/>
                <a:cs typeface="Calibri"/>
              </a:rPr>
              <a:t>Bình</a:t>
            </a:r>
            <a:r>
              <a:rPr sz="3200" spc="-45" dirty="0">
                <a:latin typeface="Calibri"/>
                <a:cs typeface="Calibri"/>
              </a:rPr>
              <a:t> </a:t>
            </a:r>
            <a:r>
              <a:rPr sz="3200" dirty="0">
                <a:latin typeface="Calibri"/>
                <a:cs typeface="Calibri"/>
              </a:rPr>
              <a:t>không</a:t>
            </a:r>
            <a:r>
              <a:rPr sz="3200" spc="-60" dirty="0">
                <a:latin typeface="Calibri"/>
                <a:cs typeface="Calibri"/>
              </a:rPr>
              <a:t> </a:t>
            </a:r>
            <a:r>
              <a:rPr sz="3200" dirty="0">
                <a:latin typeface="Calibri"/>
                <a:cs typeface="Calibri"/>
              </a:rPr>
              <a:t>học</a:t>
            </a:r>
            <a:r>
              <a:rPr sz="3200" spc="-60" dirty="0">
                <a:latin typeface="Calibri"/>
                <a:cs typeface="Calibri"/>
              </a:rPr>
              <a:t> </a:t>
            </a:r>
            <a:r>
              <a:rPr sz="3200" dirty="0">
                <a:latin typeface="Calibri"/>
                <a:cs typeface="Calibri"/>
              </a:rPr>
              <a:t>toán</a:t>
            </a:r>
            <a:r>
              <a:rPr sz="3200" spc="-45" dirty="0">
                <a:latin typeface="Calibri"/>
                <a:cs typeface="Calibri"/>
              </a:rPr>
              <a:t> </a:t>
            </a:r>
            <a:r>
              <a:rPr sz="3200" dirty="0">
                <a:latin typeface="Calibri"/>
                <a:cs typeface="Calibri"/>
              </a:rPr>
              <a:t>rời</a:t>
            </a:r>
            <a:r>
              <a:rPr sz="3200" spc="-70" dirty="0">
                <a:latin typeface="Calibri"/>
                <a:cs typeface="Calibri"/>
              </a:rPr>
              <a:t> </a:t>
            </a:r>
            <a:r>
              <a:rPr sz="3200" spc="-25" dirty="0">
                <a:latin typeface="Calibri"/>
                <a:cs typeface="Calibri"/>
              </a:rPr>
              <a:t>rạc </a:t>
            </a:r>
            <a:r>
              <a:rPr sz="3200" dirty="0">
                <a:latin typeface="Calibri"/>
                <a:cs typeface="Calibri"/>
              </a:rPr>
              <a:t>r</a:t>
            </a:r>
            <a:r>
              <a:rPr sz="3200" spc="-50" dirty="0">
                <a:latin typeface="Calibri"/>
                <a:cs typeface="Calibri"/>
              </a:rPr>
              <a:t> </a:t>
            </a:r>
            <a:r>
              <a:rPr sz="3200" dirty="0">
                <a:latin typeface="Calibri"/>
                <a:cs typeface="Calibri"/>
              </a:rPr>
              <a:t>:</a:t>
            </a:r>
            <a:r>
              <a:rPr sz="3200" spc="-60" dirty="0">
                <a:latin typeface="Calibri"/>
                <a:cs typeface="Calibri"/>
              </a:rPr>
              <a:t> </a:t>
            </a:r>
            <a:r>
              <a:rPr sz="3200" dirty="0">
                <a:latin typeface="Calibri"/>
                <a:cs typeface="Calibri"/>
              </a:rPr>
              <a:t>Bình</a:t>
            </a:r>
            <a:r>
              <a:rPr sz="3200" spc="-40" dirty="0">
                <a:latin typeface="Calibri"/>
                <a:cs typeface="Calibri"/>
              </a:rPr>
              <a:t> </a:t>
            </a:r>
            <a:r>
              <a:rPr sz="3200" dirty="0">
                <a:latin typeface="Calibri"/>
                <a:cs typeface="Calibri"/>
              </a:rPr>
              <a:t>trượt</a:t>
            </a:r>
            <a:r>
              <a:rPr sz="3200" spc="-50" dirty="0">
                <a:latin typeface="Calibri"/>
                <a:cs typeface="Calibri"/>
              </a:rPr>
              <a:t> </a:t>
            </a:r>
            <a:r>
              <a:rPr sz="3200" dirty="0">
                <a:latin typeface="Calibri"/>
                <a:cs typeface="Calibri"/>
              </a:rPr>
              <a:t>toán</a:t>
            </a:r>
            <a:r>
              <a:rPr sz="3200" spc="-35" dirty="0">
                <a:latin typeface="Calibri"/>
                <a:cs typeface="Calibri"/>
              </a:rPr>
              <a:t> </a:t>
            </a:r>
            <a:r>
              <a:rPr sz="3200" dirty="0">
                <a:latin typeface="Calibri"/>
                <a:cs typeface="Calibri"/>
              </a:rPr>
              <a:t>rời</a:t>
            </a:r>
            <a:r>
              <a:rPr sz="3200" spc="-60" dirty="0">
                <a:latin typeface="Calibri"/>
                <a:cs typeface="Calibri"/>
              </a:rPr>
              <a:t> </a:t>
            </a:r>
            <a:r>
              <a:rPr sz="3200" spc="-25" dirty="0">
                <a:latin typeface="Calibri"/>
                <a:cs typeface="Calibri"/>
              </a:rPr>
              <a:t>rạc</a:t>
            </a:r>
            <a:endParaRPr sz="3200">
              <a:latin typeface="Calibri"/>
              <a:cs typeface="Calibri"/>
            </a:endParaRPr>
          </a:p>
          <a:p>
            <a:pPr marL="12700">
              <a:lnSpc>
                <a:spcPct val="100000"/>
              </a:lnSpc>
              <a:spcBef>
                <a:spcPts val="770"/>
              </a:spcBef>
            </a:pPr>
            <a:r>
              <a:rPr sz="3200" spc="-90" dirty="0">
                <a:latin typeface="Calibri"/>
                <a:cs typeface="Calibri"/>
              </a:rPr>
              <a:t>Ta</a:t>
            </a:r>
            <a:r>
              <a:rPr sz="3200" spc="-55" dirty="0">
                <a:latin typeface="Calibri"/>
                <a:cs typeface="Calibri"/>
              </a:rPr>
              <a:t> </a:t>
            </a:r>
            <a:r>
              <a:rPr sz="3200" dirty="0">
                <a:latin typeface="Calibri"/>
                <a:cs typeface="Calibri"/>
              </a:rPr>
              <a:t>có</a:t>
            </a:r>
            <a:r>
              <a:rPr sz="3200" spc="-60" dirty="0">
                <a:latin typeface="Calibri"/>
                <a:cs typeface="Calibri"/>
              </a:rPr>
              <a:t> </a:t>
            </a:r>
            <a:r>
              <a:rPr sz="3200" dirty="0">
                <a:latin typeface="Calibri"/>
                <a:cs typeface="Calibri"/>
              </a:rPr>
              <a:t>suy</a:t>
            </a:r>
            <a:r>
              <a:rPr sz="3200" spc="-55" dirty="0">
                <a:latin typeface="Calibri"/>
                <a:cs typeface="Calibri"/>
              </a:rPr>
              <a:t> </a:t>
            </a:r>
            <a:r>
              <a:rPr sz="3200" dirty="0">
                <a:latin typeface="Calibri"/>
                <a:cs typeface="Calibri"/>
              </a:rPr>
              <a:t>luận</a:t>
            </a:r>
            <a:r>
              <a:rPr sz="3200" spc="-25" dirty="0">
                <a:latin typeface="Calibri"/>
                <a:cs typeface="Calibri"/>
              </a:rPr>
              <a:t> </a:t>
            </a:r>
            <a:r>
              <a:rPr sz="3200" dirty="0">
                <a:latin typeface="Calibri"/>
                <a:cs typeface="Calibri"/>
              </a:rPr>
              <a:t>trên</a:t>
            </a:r>
            <a:r>
              <a:rPr sz="3200" spc="-50" dirty="0">
                <a:latin typeface="Calibri"/>
                <a:cs typeface="Calibri"/>
              </a:rPr>
              <a:t> </a:t>
            </a:r>
            <a:r>
              <a:rPr sz="3200" dirty="0">
                <a:latin typeface="Calibri"/>
                <a:cs typeface="Calibri"/>
              </a:rPr>
              <a:t>là</a:t>
            </a:r>
            <a:r>
              <a:rPr sz="3200" spc="-50" dirty="0">
                <a:latin typeface="Calibri"/>
                <a:cs typeface="Calibri"/>
              </a:rPr>
              <a:t> </a:t>
            </a:r>
            <a:r>
              <a:rPr sz="3200" dirty="0">
                <a:latin typeface="Calibri"/>
                <a:cs typeface="Calibri"/>
              </a:rPr>
              <a:t>dạng</a:t>
            </a:r>
            <a:r>
              <a:rPr sz="3200" spc="-30" dirty="0">
                <a:latin typeface="Calibri"/>
                <a:cs typeface="Calibri"/>
              </a:rPr>
              <a:t> </a:t>
            </a:r>
            <a:r>
              <a:rPr sz="3200" dirty="0">
                <a:latin typeface="Calibri"/>
                <a:cs typeface="Calibri"/>
              </a:rPr>
              <a:t>tam</a:t>
            </a:r>
            <a:r>
              <a:rPr sz="3200" spc="-55" dirty="0">
                <a:latin typeface="Calibri"/>
                <a:cs typeface="Calibri"/>
              </a:rPr>
              <a:t> </a:t>
            </a:r>
            <a:r>
              <a:rPr sz="3200" dirty="0">
                <a:latin typeface="Calibri"/>
                <a:cs typeface="Calibri"/>
              </a:rPr>
              <a:t>đoạn</a:t>
            </a:r>
            <a:r>
              <a:rPr sz="3200" spc="-50" dirty="0">
                <a:latin typeface="Calibri"/>
                <a:cs typeface="Calibri"/>
              </a:rPr>
              <a:t> </a:t>
            </a:r>
            <a:r>
              <a:rPr sz="3200" spc="-10" dirty="0">
                <a:latin typeface="Calibri"/>
                <a:cs typeface="Calibri"/>
              </a:rPr>
              <a:t>luận.</a:t>
            </a:r>
            <a:endParaRPr sz="3200">
              <a:latin typeface="Calibri"/>
              <a:cs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235407"/>
            <a:ext cx="7303770" cy="1002030"/>
          </a:xfrm>
          <a:prstGeom prst="rect">
            <a:avLst/>
          </a:prstGeom>
        </p:spPr>
        <p:txBody>
          <a:bodyPr vert="horz" wrap="square" lIns="0" tIns="13335" rIns="0" bIns="0" rtlCol="0">
            <a:spAutoFit/>
          </a:bodyPr>
          <a:lstStyle/>
          <a:p>
            <a:pPr marL="12700" marR="5080">
              <a:lnSpc>
                <a:spcPct val="100000"/>
              </a:lnSpc>
              <a:spcBef>
                <a:spcPts val="105"/>
              </a:spcBef>
            </a:pPr>
            <a:r>
              <a:rPr sz="3200" b="1" dirty="0">
                <a:latin typeface="Calibri"/>
                <a:cs typeface="Calibri"/>
              </a:rPr>
              <a:t>Ví</a:t>
            </a:r>
            <a:r>
              <a:rPr sz="3200" b="1" spc="-45" dirty="0">
                <a:latin typeface="Calibri"/>
                <a:cs typeface="Calibri"/>
              </a:rPr>
              <a:t> </a:t>
            </a:r>
            <a:r>
              <a:rPr sz="3200" b="1" dirty="0">
                <a:latin typeface="Calibri"/>
                <a:cs typeface="Calibri"/>
              </a:rPr>
              <a:t>dụ</a:t>
            </a:r>
            <a:r>
              <a:rPr sz="3200" b="1" spc="-45" dirty="0">
                <a:latin typeface="Calibri"/>
                <a:cs typeface="Calibri"/>
              </a:rPr>
              <a:t> </a:t>
            </a:r>
            <a:r>
              <a:rPr sz="3200" b="1" dirty="0">
                <a:latin typeface="Calibri"/>
                <a:cs typeface="Calibri"/>
              </a:rPr>
              <a:t>:</a:t>
            </a:r>
            <a:r>
              <a:rPr sz="3200" b="1" spc="-25" dirty="0">
                <a:latin typeface="Calibri"/>
                <a:cs typeface="Calibri"/>
              </a:rPr>
              <a:t> </a:t>
            </a:r>
            <a:r>
              <a:rPr sz="3200" dirty="0"/>
              <a:t>Suy</a:t>
            </a:r>
            <a:r>
              <a:rPr sz="3200" spc="-30" dirty="0"/>
              <a:t> </a:t>
            </a:r>
            <a:r>
              <a:rPr sz="3200" dirty="0"/>
              <a:t>luận</a:t>
            </a:r>
            <a:r>
              <a:rPr sz="3200" spc="-10" dirty="0"/>
              <a:t> </a:t>
            </a:r>
            <a:r>
              <a:rPr sz="3200" dirty="0"/>
              <a:t>sau</a:t>
            </a:r>
            <a:r>
              <a:rPr sz="3200" spc="-30" dirty="0"/>
              <a:t> </a:t>
            </a:r>
            <a:r>
              <a:rPr sz="3200" dirty="0"/>
              <a:t>có</a:t>
            </a:r>
            <a:r>
              <a:rPr sz="3200" spc="-40" dirty="0"/>
              <a:t> </a:t>
            </a:r>
            <a:r>
              <a:rPr sz="3200" dirty="0"/>
              <a:t>phải</a:t>
            </a:r>
            <a:r>
              <a:rPr sz="3200" spc="-15" dirty="0"/>
              <a:t> </a:t>
            </a:r>
            <a:r>
              <a:rPr sz="3200" dirty="0"/>
              <a:t>là</a:t>
            </a:r>
            <a:r>
              <a:rPr sz="3200" spc="-30" dirty="0"/>
              <a:t> </a:t>
            </a:r>
            <a:r>
              <a:rPr sz="3200" dirty="0"/>
              <a:t>suy</a:t>
            </a:r>
            <a:r>
              <a:rPr sz="3200" spc="-30" dirty="0"/>
              <a:t> </a:t>
            </a:r>
            <a:r>
              <a:rPr sz="3200" dirty="0"/>
              <a:t>luận</a:t>
            </a:r>
            <a:r>
              <a:rPr sz="3200" spc="-30" dirty="0"/>
              <a:t> </a:t>
            </a:r>
            <a:r>
              <a:rPr sz="3200" spc="-20" dirty="0"/>
              <a:t>đúng </a:t>
            </a:r>
            <a:r>
              <a:rPr sz="3200" dirty="0"/>
              <a:t>không</a:t>
            </a:r>
            <a:r>
              <a:rPr sz="3200" spc="-85" dirty="0"/>
              <a:t> </a:t>
            </a:r>
            <a:r>
              <a:rPr sz="3200" spc="-50" dirty="0"/>
              <a:t>?</a:t>
            </a:r>
            <a:endParaRPr sz="3200">
              <a:latin typeface="Calibri"/>
              <a:cs typeface="Calibri"/>
            </a:endParaRPr>
          </a:p>
        </p:txBody>
      </p:sp>
      <p:sp>
        <p:nvSpPr>
          <p:cNvPr id="3" name="object 3"/>
          <p:cNvSpPr txBox="1"/>
          <p:nvPr/>
        </p:nvSpPr>
        <p:spPr>
          <a:xfrm>
            <a:off x="383540" y="1211554"/>
            <a:ext cx="7927975" cy="1684655"/>
          </a:xfrm>
          <a:prstGeom prst="rect">
            <a:avLst/>
          </a:prstGeom>
        </p:spPr>
        <p:txBody>
          <a:bodyPr vert="horz" wrap="square" lIns="0" tIns="110489" rIns="0" bIns="0" rtlCol="0">
            <a:spAutoFit/>
          </a:bodyPr>
          <a:lstStyle/>
          <a:p>
            <a:pPr marL="12700">
              <a:lnSpc>
                <a:spcPct val="100000"/>
              </a:lnSpc>
              <a:spcBef>
                <a:spcPts val="869"/>
              </a:spcBef>
            </a:pPr>
            <a:r>
              <a:rPr sz="3200" dirty="0">
                <a:solidFill>
                  <a:srgbClr val="006FC0"/>
                </a:solidFill>
                <a:latin typeface="Calibri"/>
                <a:cs typeface="Calibri"/>
              </a:rPr>
              <a:t>Nếu</a:t>
            </a:r>
            <a:r>
              <a:rPr sz="3200" spc="-50" dirty="0">
                <a:solidFill>
                  <a:srgbClr val="006FC0"/>
                </a:solidFill>
                <a:latin typeface="Calibri"/>
                <a:cs typeface="Calibri"/>
              </a:rPr>
              <a:t> </a:t>
            </a:r>
            <a:r>
              <a:rPr sz="3200" u="sng" dirty="0">
                <a:solidFill>
                  <a:srgbClr val="006FC0"/>
                </a:solidFill>
                <a:uFill>
                  <a:solidFill>
                    <a:srgbClr val="006FC0"/>
                  </a:solidFill>
                </a:uFill>
                <a:latin typeface="Calibri"/>
                <a:cs typeface="Calibri"/>
              </a:rPr>
              <a:t>Bình</a:t>
            </a:r>
            <a:r>
              <a:rPr sz="3200" u="sng" spc="-30" dirty="0">
                <a:solidFill>
                  <a:srgbClr val="006FC0"/>
                </a:solidFill>
                <a:uFill>
                  <a:solidFill>
                    <a:srgbClr val="006FC0"/>
                  </a:solidFill>
                </a:uFill>
                <a:latin typeface="Calibri"/>
                <a:cs typeface="Calibri"/>
              </a:rPr>
              <a:t> </a:t>
            </a:r>
            <a:r>
              <a:rPr sz="3200" u="sng" dirty="0">
                <a:solidFill>
                  <a:srgbClr val="006FC0"/>
                </a:solidFill>
                <a:uFill>
                  <a:solidFill>
                    <a:srgbClr val="006FC0"/>
                  </a:solidFill>
                </a:uFill>
                <a:latin typeface="Calibri"/>
                <a:cs typeface="Calibri"/>
              </a:rPr>
              <a:t>đi</a:t>
            </a:r>
            <a:r>
              <a:rPr sz="3200" u="sng" spc="-45" dirty="0">
                <a:solidFill>
                  <a:srgbClr val="006FC0"/>
                </a:solidFill>
                <a:uFill>
                  <a:solidFill>
                    <a:srgbClr val="006FC0"/>
                  </a:solidFill>
                </a:uFill>
                <a:latin typeface="Calibri"/>
                <a:cs typeface="Calibri"/>
              </a:rPr>
              <a:t> </a:t>
            </a:r>
            <a:r>
              <a:rPr sz="3200" u="sng" dirty="0">
                <a:solidFill>
                  <a:srgbClr val="006FC0"/>
                </a:solidFill>
                <a:uFill>
                  <a:solidFill>
                    <a:srgbClr val="006FC0"/>
                  </a:solidFill>
                </a:uFill>
                <a:latin typeface="Calibri"/>
                <a:cs typeface="Calibri"/>
              </a:rPr>
              <a:t>chơi</a:t>
            </a:r>
            <a:r>
              <a:rPr sz="3200" spc="-50" dirty="0">
                <a:solidFill>
                  <a:srgbClr val="006FC0"/>
                </a:solidFill>
                <a:latin typeface="Calibri"/>
                <a:cs typeface="Calibri"/>
              </a:rPr>
              <a:t> </a:t>
            </a:r>
            <a:r>
              <a:rPr sz="3200" dirty="0">
                <a:solidFill>
                  <a:srgbClr val="006FC0"/>
                </a:solidFill>
                <a:latin typeface="Calibri"/>
                <a:cs typeface="Calibri"/>
              </a:rPr>
              <a:t>thì</a:t>
            </a:r>
            <a:r>
              <a:rPr sz="3200" spc="-35" dirty="0">
                <a:solidFill>
                  <a:srgbClr val="006FC0"/>
                </a:solidFill>
                <a:latin typeface="Calibri"/>
                <a:cs typeface="Calibri"/>
              </a:rPr>
              <a:t> </a:t>
            </a:r>
            <a:r>
              <a:rPr sz="3200" u="sng" dirty="0">
                <a:solidFill>
                  <a:srgbClr val="006FC0"/>
                </a:solidFill>
                <a:uFill>
                  <a:solidFill>
                    <a:srgbClr val="006FC0"/>
                  </a:solidFill>
                </a:uFill>
                <a:latin typeface="Calibri"/>
                <a:cs typeface="Calibri"/>
              </a:rPr>
              <a:t>Bình</a:t>
            </a:r>
            <a:r>
              <a:rPr sz="3200" u="sng" spc="-30" dirty="0">
                <a:solidFill>
                  <a:srgbClr val="006FC0"/>
                </a:solidFill>
                <a:uFill>
                  <a:solidFill>
                    <a:srgbClr val="006FC0"/>
                  </a:solidFill>
                </a:uFill>
                <a:latin typeface="Calibri"/>
                <a:cs typeface="Calibri"/>
              </a:rPr>
              <a:t> </a:t>
            </a:r>
            <a:r>
              <a:rPr sz="3200" u="sng" dirty="0">
                <a:solidFill>
                  <a:srgbClr val="006FC0"/>
                </a:solidFill>
                <a:uFill>
                  <a:solidFill>
                    <a:srgbClr val="006FC0"/>
                  </a:solidFill>
                </a:uFill>
                <a:latin typeface="Calibri"/>
                <a:cs typeface="Calibri"/>
              </a:rPr>
              <a:t>không</a:t>
            </a:r>
            <a:r>
              <a:rPr sz="3200" u="sng" spc="-45" dirty="0">
                <a:solidFill>
                  <a:srgbClr val="006FC0"/>
                </a:solidFill>
                <a:uFill>
                  <a:solidFill>
                    <a:srgbClr val="006FC0"/>
                  </a:solidFill>
                </a:uFill>
                <a:latin typeface="Calibri"/>
                <a:cs typeface="Calibri"/>
              </a:rPr>
              <a:t> </a:t>
            </a:r>
            <a:r>
              <a:rPr sz="3200" u="sng" dirty="0">
                <a:solidFill>
                  <a:srgbClr val="006FC0"/>
                </a:solidFill>
                <a:uFill>
                  <a:solidFill>
                    <a:srgbClr val="006FC0"/>
                  </a:solidFill>
                </a:uFill>
                <a:latin typeface="Calibri"/>
                <a:cs typeface="Calibri"/>
              </a:rPr>
              <a:t>học</a:t>
            </a:r>
            <a:r>
              <a:rPr sz="3200" u="sng" spc="-45" dirty="0">
                <a:solidFill>
                  <a:srgbClr val="006FC0"/>
                </a:solidFill>
                <a:uFill>
                  <a:solidFill>
                    <a:srgbClr val="006FC0"/>
                  </a:solidFill>
                </a:uFill>
                <a:latin typeface="Calibri"/>
                <a:cs typeface="Calibri"/>
              </a:rPr>
              <a:t> </a:t>
            </a:r>
            <a:r>
              <a:rPr sz="3200" u="sng" dirty="0">
                <a:solidFill>
                  <a:srgbClr val="006FC0"/>
                </a:solidFill>
                <a:uFill>
                  <a:solidFill>
                    <a:srgbClr val="006FC0"/>
                  </a:solidFill>
                </a:uFill>
                <a:latin typeface="Calibri"/>
                <a:cs typeface="Calibri"/>
              </a:rPr>
              <a:t>toán</a:t>
            </a:r>
            <a:r>
              <a:rPr sz="3200" u="sng" spc="-30" dirty="0">
                <a:solidFill>
                  <a:srgbClr val="006FC0"/>
                </a:solidFill>
                <a:uFill>
                  <a:solidFill>
                    <a:srgbClr val="006FC0"/>
                  </a:solidFill>
                </a:uFill>
                <a:latin typeface="Calibri"/>
                <a:cs typeface="Calibri"/>
              </a:rPr>
              <a:t> </a:t>
            </a:r>
            <a:r>
              <a:rPr sz="3200" u="sng" dirty="0">
                <a:solidFill>
                  <a:srgbClr val="006FC0"/>
                </a:solidFill>
                <a:uFill>
                  <a:solidFill>
                    <a:srgbClr val="006FC0"/>
                  </a:solidFill>
                </a:uFill>
                <a:latin typeface="Calibri"/>
                <a:cs typeface="Calibri"/>
              </a:rPr>
              <a:t>rời</a:t>
            </a:r>
            <a:r>
              <a:rPr sz="3200" u="sng" spc="-45" dirty="0">
                <a:solidFill>
                  <a:srgbClr val="006FC0"/>
                </a:solidFill>
                <a:uFill>
                  <a:solidFill>
                    <a:srgbClr val="006FC0"/>
                  </a:solidFill>
                </a:uFill>
                <a:latin typeface="Calibri"/>
                <a:cs typeface="Calibri"/>
              </a:rPr>
              <a:t> </a:t>
            </a:r>
            <a:r>
              <a:rPr sz="3200" u="sng" spc="-25" dirty="0">
                <a:solidFill>
                  <a:srgbClr val="006FC0"/>
                </a:solidFill>
                <a:uFill>
                  <a:solidFill>
                    <a:srgbClr val="006FC0"/>
                  </a:solidFill>
                </a:uFill>
                <a:latin typeface="Calibri"/>
                <a:cs typeface="Calibri"/>
              </a:rPr>
              <a:t>rạc</a:t>
            </a:r>
            <a:endParaRPr sz="3200">
              <a:latin typeface="Calibri"/>
              <a:cs typeface="Calibri"/>
            </a:endParaRPr>
          </a:p>
          <a:p>
            <a:pPr marL="12700" marR="237490">
              <a:lnSpc>
                <a:spcPct val="100000"/>
              </a:lnSpc>
              <a:spcBef>
                <a:spcPts val="770"/>
              </a:spcBef>
            </a:pPr>
            <a:r>
              <a:rPr sz="3200" dirty="0">
                <a:solidFill>
                  <a:srgbClr val="006FC0"/>
                </a:solidFill>
                <a:latin typeface="Calibri"/>
                <a:cs typeface="Calibri"/>
              </a:rPr>
              <a:t>Nếu</a:t>
            </a:r>
            <a:r>
              <a:rPr sz="3200" spc="-60" dirty="0">
                <a:solidFill>
                  <a:srgbClr val="006FC0"/>
                </a:solidFill>
                <a:latin typeface="Calibri"/>
                <a:cs typeface="Calibri"/>
              </a:rPr>
              <a:t> </a:t>
            </a:r>
            <a:r>
              <a:rPr sz="3200" u="sng" dirty="0">
                <a:solidFill>
                  <a:srgbClr val="006FC0"/>
                </a:solidFill>
                <a:uFill>
                  <a:solidFill>
                    <a:srgbClr val="006FC0"/>
                  </a:solidFill>
                </a:uFill>
                <a:latin typeface="Calibri"/>
                <a:cs typeface="Calibri"/>
              </a:rPr>
              <a:t>Bình</a:t>
            </a:r>
            <a:r>
              <a:rPr sz="3200" u="sng" spc="-45" dirty="0">
                <a:solidFill>
                  <a:srgbClr val="006FC0"/>
                </a:solidFill>
                <a:uFill>
                  <a:solidFill>
                    <a:srgbClr val="006FC0"/>
                  </a:solidFill>
                </a:uFill>
                <a:latin typeface="Calibri"/>
                <a:cs typeface="Calibri"/>
              </a:rPr>
              <a:t> </a:t>
            </a:r>
            <a:r>
              <a:rPr sz="3200" u="sng" dirty="0">
                <a:solidFill>
                  <a:srgbClr val="006FC0"/>
                </a:solidFill>
                <a:uFill>
                  <a:solidFill>
                    <a:srgbClr val="006FC0"/>
                  </a:solidFill>
                </a:uFill>
                <a:latin typeface="Calibri"/>
                <a:cs typeface="Calibri"/>
              </a:rPr>
              <a:t>không</a:t>
            </a:r>
            <a:r>
              <a:rPr sz="3200" u="sng" spc="-55" dirty="0">
                <a:solidFill>
                  <a:srgbClr val="006FC0"/>
                </a:solidFill>
                <a:uFill>
                  <a:solidFill>
                    <a:srgbClr val="006FC0"/>
                  </a:solidFill>
                </a:uFill>
                <a:latin typeface="Calibri"/>
                <a:cs typeface="Calibri"/>
              </a:rPr>
              <a:t> </a:t>
            </a:r>
            <a:r>
              <a:rPr sz="3200" u="sng" dirty="0">
                <a:solidFill>
                  <a:srgbClr val="006FC0"/>
                </a:solidFill>
                <a:uFill>
                  <a:solidFill>
                    <a:srgbClr val="006FC0"/>
                  </a:solidFill>
                </a:uFill>
                <a:latin typeface="Calibri"/>
                <a:cs typeface="Calibri"/>
              </a:rPr>
              <a:t>học</a:t>
            </a:r>
            <a:r>
              <a:rPr sz="3200" u="sng" spc="-55" dirty="0">
                <a:solidFill>
                  <a:srgbClr val="006FC0"/>
                </a:solidFill>
                <a:uFill>
                  <a:solidFill>
                    <a:srgbClr val="006FC0"/>
                  </a:solidFill>
                </a:uFill>
                <a:latin typeface="Calibri"/>
                <a:cs typeface="Calibri"/>
              </a:rPr>
              <a:t> </a:t>
            </a:r>
            <a:r>
              <a:rPr sz="3200" u="sng" dirty="0">
                <a:solidFill>
                  <a:srgbClr val="006FC0"/>
                </a:solidFill>
                <a:uFill>
                  <a:solidFill>
                    <a:srgbClr val="006FC0"/>
                  </a:solidFill>
                </a:uFill>
                <a:latin typeface="Calibri"/>
                <a:cs typeface="Calibri"/>
              </a:rPr>
              <a:t>toán</a:t>
            </a:r>
            <a:r>
              <a:rPr sz="3200" u="sng" spc="-40" dirty="0">
                <a:solidFill>
                  <a:srgbClr val="006FC0"/>
                </a:solidFill>
                <a:uFill>
                  <a:solidFill>
                    <a:srgbClr val="006FC0"/>
                  </a:solidFill>
                </a:uFill>
                <a:latin typeface="Calibri"/>
                <a:cs typeface="Calibri"/>
              </a:rPr>
              <a:t> </a:t>
            </a:r>
            <a:r>
              <a:rPr sz="3200" u="sng" dirty="0">
                <a:solidFill>
                  <a:srgbClr val="006FC0"/>
                </a:solidFill>
                <a:uFill>
                  <a:solidFill>
                    <a:srgbClr val="006FC0"/>
                  </a:solidFill>
                </a:uFill>
                <a:latin typeface="Calibri"/>
                <a:cs typeface="Calibri"/>
              </a:rPr>
              <a:t>rời</a:t>
            </a:r>
            <a:r>
              <a:rPr sz="3200" u="sng" spc="-55" dirty="0">
                <a:solidFill>
                  <a:srgbClr val="006FC0"/>
                </a:solidFill>
                <a:uFill>
                  <a:solidFill>
                    <a:srgbClr val="006FC0"/>
                  </a:solidFill>
                </a:uFill>
                <a:latin typeface="Calibri"/>
                <a:cs typeface="Calibri"/>
              </a:rPr>
              <a:t> </a:t>
            </a:r>
            <a:r>
              <a:rPr sz="3200" u="sng" dirty="0">
                <a:solidFill>
                  <a:srgbClr val="006FC0"/>
                </a:solidFill>
                <a:uFill>
                  <a:solidFill>
                    <a:srgbClr val="006FC0"/>
                  </a:solidFill>
                </a:uFill>
                <a:latin typeface="Calibri"/>
                <a:cs typeface="Calibri"/>
              </a:rPr>
              <a:t>rạc</a:t>
            </a:r>
            <a:r>
              <a:rPr sz="3200" spc="-65" dirty="0">
                <a:solidFill>
                  <a:srgbClr val="006FC0"/>
                </a:solidFill>
                <a:latin typeface="Calibri"/>
                <a:cs typeface="Calibri"/>
              </a:rPr>
              <a:t> </a:t>
            </a:r>
            <a:r>
              <a:rPr sz="3200" dirty="0">
                <a:solidFill>
                  <a:srgbClr val="006FC0"/>
                </a:solidFill>
                <a:latin typeface="Calibri"/>
                <a:cs typeface="Calibri"/>
              </a:rPr>
              <a:t>thì</a:t>
            </a:r>
            <a:r>
              <a:rPr sz="3200" spc="-50" dirty="0">
                <a:solidFill>
                  <a:srgbClr val="006FC0"/>
                </a:solidFill>
                <a:latin typeface="Calibri"/>
                <a:cs typeface="Calibri"/>
              </a:rPr>
              <a:t> </a:t>
            </a:r>
            <a:r>
              <a:rPr sz="3200" u="sng" dirty="0">
                <a:solidFill>
                  <a:srgbClr val="006FC0"/>
                </a:solidFill>
                <a:uFill>
                  <a:solidFill>
                    <a:srgbClr val="006FC0"/>
                  </a:solidFill>
                </a:uFill>
                <a:latin typeface="Calibri"/>
                <a:cs typeface="Calibri"/>
              </a:rPr>
              <a:t>Bình</a:t>
            </a:r>
            <a:r>
              <a:rPr sz="3200" u="sng" spc="-40" dirty="0">
                <a:solidFill>
                  <a:srgbClr val="006FC0"/>
                </a:solidFill>
                <a:uFill>
                  <a:solidFill>
                    <a:srgbClr val="006FC0"/>
                  </a:solidFill>
                </a:uFill>
                <a:latin typeface="Calibri"/>
                <a:cs typeface="Calibri"/>
              </a:rPr>
              <a:t> </a:t>
            </a:r>
            <a:r>
              <a:rPr sz="3200" u="sng" spc="-10" dirty="0">
                <a:solidFill>
                  <a:srgbClr val="006FC0"/>
                </a:solidFill>
                <a:uFill>
                  <a:solidFill>
                    <a:srgbClr val="006FC0"/>
                  </a:solidFill>
                </a:uFill>
                <a:latin typeface="Calibri"/>
                <a:cs typeface="Calibri"/>
              </a:rPr>
              <a:t>trượt</a:t>
            </a:r>
            <a:r>
              <a:rPr sz="3200" spc="-10" dirty="0">
                <a:solidFill>
                  <a:srgbClr val="006FC0"/>
                </a:solidFill>
                <a:latin typeface="Calibri"/>
                <a:cs typeface="Calibri"/>
              </a:rPr>
              <a:t> </a:t>
            </a:r>
            <a:r>
              <a:rPr sz="3200" u="sng" dirty="0">
                <a:solidFill>
                  <a:srgbClr val="006FC0"/>
                </a:solidFill>
                <a:uFill>
                  <a:solidFill>
                    <a:srgbClr val="006FC0"/>
                  </a:solidFill>
                </a:uFill>
                <a:latin typeface="Calibri"/>
                <a:cs typeface="Calibri"/>
              </a:rPr>
              <a:t>toán</a:t>
            </a:r>
            <a:r>
              <a:rPr sz="3200" u="sng" spc="-80" dirty="0">
                <a:solidFill>
                  <a:srgbClr val="006FC0"/>
                </a:solidFill>
                <a:uFill>
                  <a:solidFill>
                    <a:srgbClr val="006FC0"/>
                  </a:solidFill>
                </a:uFill>
                <a:latin typeface="Calibri"/>
                <a:cs typeface="Calibri"/>
              </a:rPr>
              <a:t> </a:t>
            </a:r>
            <a:r>
              <a:rPr sz="3200" u="sng" dirty="0">
                <a:solidFill>
                  <a:srgbClr val="006FC0"/>
                </a:solidFill>
                <a:uFill>
                  <a:solidFill>
                    <a:srgbClr val="006FC0"/>
                  </a:solidFill>
                </a:uFill>
                <a:latin typeface="Calibri"/>
                <a:cs typeface="Calibri"/>
              </a:rPr>
              <a:t>rời</a:t>
            </a:r>
            <a:r>
              <a:rPr sz="3200" u="sng" spc="-100" dirty="0">
                <a:solidFill>
                  <a:srgbClr val="006FC0"/>
                </a:solidFill>
                <a:uFill>
                  <a:solidFill>
                    <a:srgbClr val="006FC0"/>
                  </a:solidFill>
                </a:uFill>
                <a:latin typeface="Calibri"/>
                <a:cs typeface="Calibri"/>
              </a:rPr>
              <a:t> </a:t>
            </a:r>
            <a:r>
              <a:rPr sz="3200" u="sng" spc="-25" dirty="0">
                <a:solidFill>
                  <a:srgbClr val="006FC0"/>
                </a:solidFill>
                <a:uFill>
                  <a:solidFill>
                    <a:srgbClr val="006FC0"/>
                  </a:solidFill>
                </a:uFill>
                <a:latin typeface="Calibri"/>
                <a:cs typeface="Calibri"/>
              </a:rPr>
              <a:t>rạc</a:t>
            </a:r>
            <a:endParaRPr sz="3200">
              <a:latin typeface="Calibri"/>
              <a:cs typeface="Calibri"/>
            </a:endParaRPr>
          </a:p>
        </p:txBody>
      </p:sp>
      <p:sp>
        <p:nvSpPr>
          <p:cNvPr id="4" name="object 4"/>
          <p:cNvSpPr txBox="1"/>
          <p:nvPr/>
        </p:nvSpPr>
        <p:spPr>
          <a:xfrm>
            <a:off x="383540" y="2869858"/>
            <a:ext cx="4527550" cy="1196975"/>
          </a:xfrm>
          <a:prstGeom prst="rect">
            <a:avLst/>
          </a:prstGeom>
        </p:spPr>
        <p:txBody>
          <a:bodyPr vert="horz" wrap="square" lIns="0" tIns="110489" rIns="0" bIns="0" rtlCol="0">
            <a:spAutoFit/>
          </a:bodyPr>
          <a:lstStyle/>
          <a:p>
            <a:pPr marL="12700">
              <a:lnSpc>
                <a:spcPct val="100000"/>
              </a:lnSpc>
              <a:spcBef>
                <a:spcPts val="869"/>
              </a:spcBef>
            </a:pPr>
            <a:r>
              <a:rPr sz="3200" dirty="0">
                <a:solidFill>
                  <a:srgbClr val="006FC0"/>
                </a:solidFill>
                <a:latin typeface="Calibri"/>
                <a:cs typeface="Calibri"/>
              </a:rPr>
              <a:t>Mà</a:t>
            </a:r>
            <a:r>
              <a:rPr sz="3200" spc="-35" dirty="0">
                <a:solidFill>
                  <a:srgbClr val="006FC0"/>
                </a:solidFill>
                <a:latin typeface="Calibri"/>
                <a:cs typeface="Calibri"/>
              </a:rPr>
              <a:t> </a:t>
            </a:r>
            <a:r>
              <a:rPr sz="3200" u="sng" dirty="0">
                <a:solidFill>
                  <a:srgbClr val="006FC0"/>
                </a:solidFill>
                <a:uFill>
                  <a:solidFill>
                    <a:srgbClr val="006FC0"/>
                  </a:solidFill>
                </a:uFill>
                <a:latin typeface="Calibri"/>
                <a:cs typeface="Calibri"/>
              </a:rPr>
              <a:t>Bình</a:t>
            </a:r>
            <a:r>
              <a:rPr sz="3200" u="sng" spc="-30" dirty="0">
                <a:solidFill>
                  <a:srgbClr val="006FC0"/>
                </a:solidFill>
                <a:uFill>
                  <a:solidFill>
                    <a:srgbClr val="006FC0"/>
                  </a:solidFill>
                </a:uFill>
                <a:latin typeface="Calibri"/>
                <a:cs typeface="Calibri"/>
              </a:rPr>
              <a:t> </a:t>
            </a:r>
            <a:r>
              <a:rPr sz="3200" i="1" u="sng" dirty="0">
                <a:solidFill>
                  <a:srgbClr val="006FC0"/>
                </a:solidFill>
                <a:uFill>
                  <a:solidFill>
                    <a:srgbClr val="006FC0"/>
                  </a:solidFill>
                </a:uFill>
                <a:latin typeface="Calibri"/>
                <a:cs typeface="Calibri"/>
              </a:rPr>
              <a:t>thích</a:t>
            </a:r>
            <a:r>
              <a:rPr sz="3200" i="1" u="sng" spc="-10" dirty="0">
                <a:solidFill>
                  <a:srgbClr val="006FC0"/>
                </a:solidFill>
                <a:uFill>
                  <a:solidFill>
                    <a:srgbClr val="006FC0"/>
                  </a:solidFill>
                </a:uFill>
                <a:latin typeface="Calibri"/>
                <a:cs typeface="Calibri"/>
              </a:rPr>
              <a:t> </a:t>
            </a:r>
            <a:r>
              <a:rPr sz="3200" u="sng" dirty="0">
                <a:solidFill>
                  <a:srgbClr val="006FC0"/>
                </a:solidFill>
                <a:uFill>
                  <a:solidFill>
                    <a:srgbClr val="006FC0"/>
                  </a:solidFill>
                </a:uFill>
                <a:latin typeface="Calibri"/>
                <a:cs typeface="Calibri"/>
              </a:rPr>
              <a:t>đi</a:t>
            </a:r>
            <a:r>
              <a:rPr sz="3200" u="sng" spc="-50" dirty="0">
                <a:solidFill>
                  <a:srgbClr val="006FC0"/>
                </a:solidFill>
                <a:uFill>
                  <a:solidFill>
                    <a:srgbClr val="006FC0"/>
                  </a:solidFill>
                </a:uFill>
                <a:latin typeface="Calibri"/>
                <a:cs typeface="Calibri"/>
              </a:rPr>
              <a:t> </a:t>
            </a:r>
            <a:r>
              <a:rPr sz="3200" u="sng" spc="-20" dirty="0">
                <a:solidFill>
                  <a:srgbClr val="006FC0"/>
                </a:solidFill>
                <a:uFill>
                  <a:solidFill>
                    <a:srgbClr val="006FC0"/>
                  </a:solidFill>
                </a:uFill>
                <a:latin typeface="Calibri"/>
                <a:cs typeface="Calibri"/>
              </a:rPr>
              <a:t>chơi</a:t>
            </a:r>
            <a:endParaRPr sz="3200">
              <a:latin typeface="Calibri"/>
              <a:cs typeface="Calibri"/>
            </a:endParaRPr>
          </a:p>
          <a:p>
            <a:pPr marL="12700">
              <a:lnSpc>
                <a:spcPct val="100000"/>
              </a:lnSpc>
              <a:spcBef>
                <a:spcPts val="770"/>
              </a:spcBef>
            </a:pPr>
            <a:r>
              <a:rPr sz="3200" spc="-40" dirty="0">
                <a:latin typeface="Calibri"/>
                <a:cs typeface="Calibri"/>
              </a:rPr>
              <a:t>Vậy</a:t>
            </a:r>
            <a:r>
              <a:rPr sz="3200" spc="-85" dirty="0">
                <a:latin typeface="Calibri"/>
                <a:cs typeface="Calibri"/>
              </a:rPr>
              <a:t> </a:t>
            </a:r>
            <a:r>
              <a:rPr sz="3200" dirty="0">
                <a:solidFill>
                  <a:srgbClr val="FF0000"/>
                </a:solidFill>
                <a:latin typeface="Calibri"/>
                <a:cs typeface="Calibri"/>
              </a:rPr>
              <a:t>Bình</a:t>
            </a:r>
            <a:r>
              <a:rPr sz="3200" spc="-75" dirty="0">
                <a:solidFill>
                  <a:srgbClr val="FF0000"/>
                </a:solidFill>
                <a:latin typeface="Calibri"/>
                <a:cs typeface="Calibri"/>
              </a:rPr>
              <a:t> </a:t>
            </a:r>
            <a:r>
              <a:rPr sz="3200" dirty="0">
                <a:solidFill>
                  <a:srgbClr val="FF0000"/>
                </a:solidFill>
                <a:latin typeface="Calibri"/>
                <a:cs typeface="Calibri"/>
              </a:rPr>
              <a:t>trượt</a:t>
            </a:r>
            <a:r>
              <a:rPr sz="3200" spc="-85" dirty="0">
                <a:solidFill>
                  <a:srgbClr val="FF0000"/>
                </a:solidFill>
                <a:latin typeface="Calibri"/>
                <a:cs typeface="Calibri"/>
              </a:rPr>
              <a:t> </a:t>
            </a:r>
            <a:r>
              <a:rPr sz="3200" dirty="0">
                <a:solidFill>
                  <a:srgbClr val="FF0000"/>
                </a:solidFill>
                <a:latin typeface="Calibri"/>
                <a:cs typeface="Calibri"/>
              </a:rPr>
              <a:t>toán</a:t>
            </a:r>
            <a:r>
              <a:rPr sz="3200" spc="-80" dirty="0">
                <a:solidFill>
                  <a:srgbClr val="FF0000"/>
                </a:solidFill>
                <a:latin typeface="Calibri"/>
                <a:cs typeface="Calibri"/>
              </a:rPr>
              <a:t> </a:t>
            </a:r>
            <a:r>
              <a:rPr sz="3200" dirty="0">
                <a:solidFill>
                  <a:srgbClr val="FF0000"/>
                </a:solidFill>
                <a:latin typeface="Calibri"/>
                <a:cs typeface="Calibri"/>
              </a:rPr>
              <a:t>rời</a:t>
            </a:r>
            <a:r>
              <a:rPr sz="3200" spc="-85" dirty="0">
                <a:solidFill>
                  <a:srgbClr val="FF0000"/>
                </a:solidFill>
                <a:latin typeface="Calibri"/>
                <a:cs typeface="Calibri"/>
              </a:rPr>
              <a:t> </a:t>
            </a:r>
            <a:r>
              <a:rPr sz="3200" spc="-20" dirty="0">
                <a:solidFill>
                  <a:srgbClr val="FF0000"/>
                </a:solidFill>
                <a:latin typeface="Calibri"/>
                <a:cs typeface="Calibri"/>
              </a:rPr>
              <a:t>rạc</a:t>
            </a:r>
            <a:r>
              <a:rPr sz="3200" spc="-20" dirty="0">
                <a:latin typeface="Calibri"/>
                <a:cs typeface="Calibri"/>
              </a:rPr>
              <a:t>.</a:t>
            </a:r>
            <a:endParaRPr sz="3200">
              <a:latin typeface="Calibri"/>
              <a:cs typeface="Calibri"/>
            </a:endParaRPr>
          </a:p>
        </p:txBody>
      </p:sp>
      <p:sp>
        <p:nvSpPr>
          <p:cNvPr id="5" name="object 5"/>
          <p:cNvSpPr/>
          <p:nvPr/>
        </p:nvSpPr>
        <p:spPr>
          <a:xfrm>
            <a:off x="5760084" y="5262689"/>
            <a:ext cx="1047750" cy="0"/>
          </a:xfrm>
          <a:custGeom>
            <a:avLst/>
            <a:gdLst/>
            <a:ahLst/>
            <a:cxnLst/>
            <a:rect l="l" t="t" r="r" b="b"/>
            <a:pathLst>
              <a:path w="1047750">
                <a:moveTo>
                  <a:pt x="0" y="0"/>
                </a:moveTo>
                <a:lnTo>
                  <a:pt x="1047427" y="0"/>
                </a:lnTo>
              </a:path>
            </a:pathLst>
          </a:custGeom>
          <a:ln w="25527">
            <a:solidFill>
              <a:srgbClr val="000000"/>
            </a:solidFill>
            <a:prstDash val="dash"/>
          </a:ln>
        </p:spPr>
        <p:txBody>
          <a:bodyPr wrap="square" lIns="0" tIns="0" rIns="0" bIns="0" rtlCol="0"/>
          <a:lstStyle/>
          <a:p>
            <a:endParaRPr/>
          </a:p>
        </p:txBody>
      </p:sp>
      <p:sp>
        <p:nvSpPr>
          <p:cNvPr id="6" name="object 6"/>
          <p:cNvSpPr txBox="1"/>
          <p:nvPr/>
        </p:nvSpPr>
        <p:spPr>
          <a:xfrm>
            <a:off x="5410961" y="3124961"/>
            <a:ext cx="3200400" cy="2862580"/>
          </a:xfrm>
          <a:prstGeom prst="rect">
            <a:avLst/>
          </a:prstGeom>
          <a:ln w="25907">
            <a:solidFill>
              <a:srgbClr val="000000"/>
            </a:solidFill>
          </a:ln>
        </p:spPr>
        <p:txBody>
          <a:bodyPr vert="horz" wrap="square" lIns="0" tIns="20955" rIns="0" bIns="0" rtlCol="0">
            <a:spAutoFit/>
          </a:bodyPr>
          <a:lstStyle/>
          <a:p>
            <a:pPr marL="91440">
              <a:lnSpc>
                <a:spcPct val="100000"/>
              </a:lnSpc>
              <a:spcBef>
                <a:spcPts val="165"/>
              </a:spcBef>
            </a:pPr>
            <a:r>
              <a:rPr sz="3000" dirty="0">
                <a:latin typeface="Calibri"/>
                <a:cs typeface="Calibri"/>
              </a:rPr>
              <a:t>Cần</a:t>
            </a:r>
            <a:r>
              <a:rPr sz="3000" spc="-30" dirty="0">
                <a:latin typeface="Calibri"/>
                <a:cs typeface="Calibri"/>
              </a:rPr>
              <a:t> </a:t>
            </a:r>
            <a:r>
              <a:rPr sz="3000" dirty="0">
                <a:latin typeface="Calibri"/>
                <a:cs typeface="Calibri"/>
              </a:rPr>
              <a:t>kiểm</a:t>
            </a:r>
            <a:r>
              <a:rPr sz="3000" spc="-25" dirty="0">
                <a:latin typeface="Calibri"/>
                <a:cs typeface="Calibri"/>
              </a:rPr>
              <a:t> tra</a:t>
            </a:r>
            <a:endParaRPr sz="3000">
              <a:latin typeface="Calibri"/>
              <a:cs typeface="Calibri"/>
            </a:endParaRPr>
          </a:p>
          <a:p>
            <a:pPr marL="435609">
              <a:lnSpc>
                <a:spcPct val="100000"/>
              </a:lnSpc>
              <a:spcBef>
                <a:spcPts val="40"/>
              </a:spcBef>
            </a:pPr>
            <a:r>
              <a:rPr sz="3000" dirty="0">
                <a:latin typeface="Calibri"/>
                <a:cs typeface="Calibri"/>
              </a:rPr>
              <a:t>p</a:t>
            </a:r>
            <a:r>
              <a:rPr sz="3000" spc="-20" dirty="0">
                <a:latin typeface="Calibri"/>
                <a:cs typeface="Calibri"/>
              </a:rPr>
              <a:t> </a:t>
            </a:r>
            <a:r>
              <a:rPr sz="3000" spc="-25" dirty="0">
                <a:latin typeface="Symbol"/>
                <a:cs typeface="Symbol"/>
              </a:rPr>
              <a:t></a:t>
            </a:r>
            <a:r>
              <a:rPr sz="3000" spc="-25" dirty="0">
                <a:latin typeface="Calibri"/>
                <a:cs typeface="Calibri"/>
              </a:rPr>
              <a:t>q</a:t>
            </a:r>
            <a:endParaRPr sz="3000">
              <a:latin typeface="Calibri"/>
              <a:cs typeface="Calibri"/>
            </a:endParaRPr>
          </a:p>
          <a:p>
            <a:pPr marL="435609" marR="1963420">
              <a:lnSpc>
                <a:spcPts val="3560"/>
              </a:lnSpc>
              <a:spcBef>
                <a:spcPts val="150"/>
              </a:spcBef>
            </a:pPr>
            <a:r>
              <a:rPr sz="3000" dirty="0">
                <a:latin typeface="Calibri"/>
                <a:cs typeface="Calibri"/>
              </a:rPr>
              <a:t>q</a:t>
            </a:r>
            <a:r>
              <a:rPr sz="3000" spc="-20" dirty="0">
                <a:latin typeface="Calibri"/>
                <a:cs typeface="Calibri"/>
              </a:rPr>
              <a:t> </a:t>
            </a:r>
            <a:r>
              <a:rPr sz="3000" spc="-25" dirty="0">
                <a:latin typeface="Symbol"/>
                <a:cs typeface="Symbol"/>
              </a:rPr>
              <a:t></a:t>
            </a:r>
            <a:r>
              <a:rPr sz="3000" spc="-25" dirty="0">
                <a:latin typeface="Calibri"/>
                <a:cs typeface="Calibri"/>
              </a:rPr>
              <a:t>r </a:t>
            </a:r>
            <a:r>
              <a:rPr sz="3000" spc="-50" dirty="0">
                <a:latin typeface="Calibri"/>
                <a:cs typeface="Calibri"/>
              </a:rPr>
              <a:t>p</a:t>
            </a:r>
            <a:endParaRPr sz="3000">
              <a:latin typeface="Calibri"/>
              <a:cs typeface="Calibri"/>
            </a:endParaRPr>
          </a:p>
          <a:p>
            <a:pPr marL="91440">
              <a:lnSpc>
                <a:spcPct val="100000"/>
              </a:lnSpc>
              <a:spcBef>
                <a:spcPts val="3529"/>
              </a:spcBef>
            </a:pPr>
            <a:r>
              <a:rPr sz="3000" spc="-25" dirty="0">
                <a:latin typeface="Symbol"/>
                <a:cs typeface="Symbol"/>
              </a:rPr>
              <a:t></a:t>
            </a:r>
            <a:r>
              <a:rPr sz="3000" spc="-25" dirty="0">
                <a:latin typeface="Calibri"/>
                <a:cs typeface="Calibri"/>
              </a:rPr>
              <a:t>r</a:t>
            </a:r>
            <a:endParaRPr sz="3000">
              <a:latin typeface="Calibri"/>
              <a:cs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38215"/>
            <a:ext cx="7926705" cy="2270125"/>
          </a:xfrm>
          <a:prstGeom prst="rect">
            <a:avLst/>
          </a:prstGeom>
        </p:spPr>
        <p:txBody>
          <a:bodyPr vert="horz" wrap="square" lIns="0" tIns="110489" rIns="0" bIns="0" rtlCol="0">
            <a:spAutoFit/>
          </a:bodyPr>
          <a:lstStyle/>
          <a:p>
            <a:pPr marL="12700">
              <a:lnSpc>
                <a:spcPct val="100000"/>
              </a:lnSpc>
              <a:spcBef>
                <a:spcPts val="869"/>
              </a:spcBef>
            </a:pPr>
            <a:r>
              <a:rPr sz="3200" b="1" dirty="0">
                <a:latin typeface="Calibri"/>
                <a:cs typeface="Calibri"/>
              </a:rPr>
              <a:t>Ví</a:t>
            </a:r>
            <a:r>
              <a:rPr sz="3200" b="1" spc="-15" dirty="0">
                <a:latin typeface="Calibri"/>
                <a:cs typeface="Calibri"/>
              </a:rPr>
              <a:t> </a:t>
            </a:r>
            <a:r>
              <a:rPr sz="3200" b="1" dirty="0">
                <a:latin typeface="Calibri"/>
                <a:cs typeface="Calibri"/>
              </a:rPr>
              <a:t>dụ</a:t>
            </a:r>
            <a:r>
              <a:rPr sz="3200" b="1" spc="-15" dirty="0">
                <a:latin typeface="Calibri"/>
                <a:cs typeface="Calibri"/>
              </a:rPr>
              <a:t> </a:t>
            </a:r>
            <a:r>
              <a:rPr sz="3200" b="1" spc="-50" dirty="0">
                <a:latin typeface="Calibri"/>
                <a:cs typeface="Calibri"/>
              </a:rPr>
              <a:t>:</a:t>
            </a:r>
            <a:endParaRPr sz="3200">
              <a:latin typeface="Calibri"/>
              <a:cs typeface="Calibri"/>
            </a:endParaRPr>
          </a:p>
          <a:p>
            <a:pPr marL="12700" marR="5080">
              <a:lnSpc>
                <a:spcPct val="110000"/>
              </a:lnSpc>
              <a:spcBef>
                <a:spcPts val="385"/>
              </a:spcBef>
            </a:pPr>
            <a:r>
              <a:rPr sz="3200" dirty="0"/>
              <a:t>Nếu</a:t>
            </a:r>
            <a:r>
              <a:rPr sz="3200" spc="-60" dirty="0"/>
              <a:t> </a:t>
            </a:r>
            <a:r>
              <a:rPr sz="3200" dirty="0"/>
              <a:t>Bình</a:t>
            </a:r>
            <a:r>
              <a:rPr sz="3200" spc="-35" dirty="0"/>
              <a:t> </a:t>
            </a:r>
            <a:r>
              <a:rPr sz="3200" dirty="0"/>
              <a:t>đi</a:t>
            </a:r>
            <a:r>
              <a:rPr sz="3200" spc="-45" dirty="0"/>
              <a:t> </a:t>
            </a:r>
            <a:r>
              <a:rPr sz="3200" dirty="0"/>
              <a:t>chơi</a:t>
            </a:r>
            <a:r>
              <a:rPr sz="3200" spc="-60" dirty="0"/>
              <a:t> </a:t>
            </a:r>
            <a:r>
              <a:rPr sz="3200" dirty="0"/>
              <a:t>thì</a:t>
            </a:r>
            <a:r>
              <a:rPr sz="3200" spc="-30" dirty="0"/>
              <a:t> </a:t>
            </a:r>
            <a:r>
              <a:rPr sz="3200" dirty="0"/>
              <a:t>Bình</a:t>
            </a:r>
            <a:r>
              <a:rPr sz="3200" spc="-30" dirty="0"/>
              <a:t> </a:t>
            </a:r>
            <a:r>
              <a:rPr sz="3200" dirty="0"/>
              <a:t>không</a:t>
            </a:r>
            <a:r>
              <a:rPr sz="3200" spc="-45" dirty="0"/>
              <a:t> </a:t>
            </a:r>
            <a:r>
              <a:rPr sz="3200" dirty="0"/>
              <a:t>học</a:t>
            </a:r>
            <a:r>
              <a:rPr sz="3200" spc="-50" dirty="0"/>
              <a:t> </a:t>
            </a:r>
            <a:r>
              <a:rPr sz="3200" dirty="0"/>
              <a:t>toán</a:t>
            </a:r>
            <a:r>
              <a:rPr sz="3200" spc="-30" dirty="0"/>
              <a:t> </a:t>
            </a:r>
            <a:r>
              <a:rPr sz="3200" dirty="0"/>
              <a:t>rời</a:t>
            </a:r>
            <a:r>
              <a:rPr sz="3200" spc="-45" dirty="0"/>
              <a:t> </a:t>
            </a:r>
            <a:r>
              <a:rPr sz="3200" spc="-25" dirty="0"/>
              <a:t>rạc </a:t>
            </a:r>
            <a:r>
              <a:rPr sz="3200" dirty="0"/>
              <a:t>Nếu</a:t>
            </a:r>
            <a:r>
              <a:rPr sz="3200" spc="-65" dirty="0"/>
              <a:t> </a:t>
            </a:r>
            <a:r>
              <a:rPr sz="3200" dirty="0"/>
              <a:t>Bình</a:t>
            </a:r>
            <a:r>
              <a:rPr sz="3200" spc="-45" dirty="0"/>
              <a:t> </a:t>
            </a:r>
            <a:r>
              <a:rPr sz="3200" dirty="0"/>
              <a:t>không</a:t>
            </a:r>
            <a:r>
              <a:rPr sz="3200" spc="-50" dirty="0"/>
              <a:t> </a:t>
            </a:r>
            <a:r>
              <a:rPr sz="3200" dirty="0"/>
              <a:t>học</a:t>
            </a:r>
            <a:r>
              <a:rPr sz="3200" spc="-50" dirty="0"/>
              <a:t> </a:t>
            </a:r>
            <a:r>
              <a:rPr sz="3200" dirty="0"/>
              <a:t>toán</a:t>
            </a:r>
            <a:r>
              <a:rPr sz="3200" spc="-35" dirty="0"/>
              <a:t> </a:t>
            </a:r>
            <a:r>
              <a:rPr sz="3200" dirty="0"/>
              <a:t>rời</a:t>
            </a:r>
            <a:r>
              <a:rPr sz="3200" spc="-55" dirty="0"/>
              <a:t> </a:t>
            </a:r>
            <a:r>
              <a:rPr sz="3200" dirty="0"/>
              <a:t>rạc</a:t>
            </a:r>
            <a:r>
              <a:rPr sz="3200" spc="-65" dirty="0"/>
              <a:t> </a:t>
            </a:r>
            <a:r>
              <a:rPr sz="3200" dirty="0"/>
              <a:t>thì</a:t>
            </a:r>
            <a:r>
              <a:rPr sz="3200" spc="-50" dirty="0"/>
              <a:t> </a:t>
            </a:r>
            <a:r>
              <a:rPr sz="3200" dirty="0"/>
              <a:t>Bình</a:t>
            </a:r>
            <a:r>
              <a:rPr sz="3200" spc="-45" dirty="0"/>
              <a:t> </a:t>
            </a:r>
            <a:r>
              <a:rPr sz="3200" spc="-10" dirty="0"/>
              <a:t>trượt </a:t>
            </a:r>
            <a:r>
              <a:rPr sz="3200" dirty="0"/>
              <a:t>toán</a:t>
            </a:r>
            <a:r>
              <a:rPr sz="3200" spc="-75" dirty="0"/>
              <a:t> </a:t>
            </a:r>
            <a:r>
              <a:rPr sz="3200" dirty="0"/>
              <a:t>rời</a:t>
            </a:r>
            <a:r>
              <a:rPr sz="3200" spc="-95" dirty="0"/>
              <a:t> </a:t>
            </a:r>
            <a:r>
              <a:rPr sz="3200" spc="-25" dirty="0"/>
              <a:t>rạc</a:t>
            </a:r>
            <a:endParaRPr sz="3200"/>
          </a:p>
        </p:txBody>
      </p:sp>
      <p:sp>
        <p:nvSpPr>
          <p:cNvPr id="3" name="object 3"/>
          <p:cNvSpPr txBox="1"/>
          <p:nvPr/>
        </p:nvSpPr>
        <p:spPr>
          <a:xfrm>
            <a:off x="383540" y="2479675"/>
            <a:ext cx="7806690" cy="513715"/>
          </a:xfrm>
          <a:prstGeom prst="rect">
            <a:avLst/>
          </a:prstGeom>
        </p:spPr>
        <p:txBody>
          <a:bodyPr vert="horz" wrap="square" lIns="0" tIns="13335" rIns="0" bIns="0" rtlCol="0">
            <a:spAutoFit/>
          </a:bodyPr>
          <a:lstStyle/>
          <a:p>
            <a:pPr marL="12700">
              <a:lnSpc>
                <a:spcPct val="100000"/>
              </a:lnSpc>
              <a:spcBef>
                <a:spcPts val="105"/>
              </a:spcBef>
            </a:pPr>
            <a:r>
              <a:rPr sz="3200" i="1" spc="-10" dirty="0">
                <a:solidFill>
                  <a:srgbClr val="FF0000"/>
                </a:solidFill>
                <a:latin typeface="Calibri"/>
                <a:cs typeface="Calibri"/>
              </a:rPr>
              <a:t>Vậy</a:t>
            </a:r>
            <a:r>
              <a:rPr sz="3200" i="1" spc="-45" dirty="0">
                <a:solidFill>
                  <a:srgbClr val="FF0000"/>
                </a:solidFill>
                <a:latin typeface="Calibri"/>
                <a:cs typeface="Calibri"/>
              </a:rPr>
              <a:t> </a:t>
            </a:r>
            <a:r>
              <a:rPr sz="3200" i="1" dirty="0">
                <a:solidFill>
                  <a:srgbClr val="FF0000"/>
                </a:solidFill>
                <a:latin typeface="Calibri"/>
                <a:cs typeface="Calibri"/>
              </a:rPr>
              <a:t>nếu</a:t>
            </a:r>
            <a:r>
              <a:rPr sz="3200" i="1" spc="-40" dirty="0">
                <a:solidFill>
                  <a:srgbClr val="FF0000"/>
                </a:solidFill>
                <a:latin typeface="Calibri"/>
                <a:cs typeface="Calibri"/>
              </a:rPr>
              <a:t> </a:t>
            </a:r>
            <a:r>
              <a:rPr sz="3200" i="1" dirty="0">
                <a:solidFill>
                  <a:srgbClr val="FF0000"/>
                </a:solidFill>
                <a:latin typeface="Calibri"/>
                <a:cs typeface="Calibri"/>
              </a:rPr>
              <a:t>Bình</a:t>
            </a:r>
            <a:r>
              <a:rPr sz="3200" i="1" spc="-40" dirty="0">
                <a:solidFill>
                  <a:srgbClr val="FF0000"/>
                </a:solidFill>
                <a:latin typeface="Calibri"/>
                <a:cs typeface="Calibri"/>
              </a:rPr>
              <a:t> </a:t>
            </a:r>
            <a:r>
              <a:rPr sz="3200" i="1" dirty="0">
                <a:solidFill>
                  <a:srgbClr val="FF0000"/>
                </a:solidFill>
                <a:latin typeface="Calibri"/>
                <a:cs typeface="Calibri"/>
              </a:rPr>
              <a:t>đi</a:t>
            </a:r>
            <a:r>
              <a:rPr sz="3200" i="1" spc="-45" dirty="0">
                <a:solidFill>
                  <a:srgbClr val="FF0000"/>
                </a:solidFill>
                <a:latin typeface="Calibri"/>
                <a:cs typeface="Calibri"/>
              </a:rPr>
              <a:t> </a:t>
            </a:r>
            <a:r>
              <a:rPr sz="3200" i="1" dirty="0">
                <a:solidFill>
                  <a:srgbClr val="FF0000"/>
                </a:solidFill>
                <a:latin typeface="Calibri"/>
                <a:cs typeface="Calibri"/>
              </a:rPr>
              <a:t>chơi</a:t>
            </a:r>
            <a:r>
              <a:rPr sz="3200" i="1" spc="-45" dirty="0">
                <a:solidFill>
                  <a:srgbClr val="FF0000"/>
                </a:solidFill>
                <a:latin typeface="Calibri"/>
                <a:cs typeface="Calibri"/>
              </a:rPr>
              <a:t> </a:t>
            </a:r>
            <a:r>
              <a:rPr sz="3200" i="1" dirty="0">
                <a:solidFill>
                  <a:srgbClr val="FF0000"/>
                </a:solidFill>
                <a:latin typeface="Calibri"/>
                <a:cs typeface="Calibri"/>
              </a:rPr>
              <a:t>thì</a:t>
            </a:r>
            <a:r>
              <a:rPr sz="3200" i="1" spc="-40" dirty="0">
                <a:solidFill>
                  <a:srgbClr val="FF0000"/>
                </a:solidFill>
                <a:latin typeface="Calibri"/>
                <a:cs typeface="Calibri"/>
              </a:rPr>
              <a:t> </a:t>
            </a:r>
            <a:r>
              <a:rPr sz="3200" i="1" dirty="0">
                <a:solidFill>
                  <a:srgbClr val="FF0000"/>
                </a:solidFill>
                <a:latin typeface="Calibri"/>
                <a:cs typeface="Calibri"/>
              </a:rPr>
              <a:t>Bình</a:t>
            </a:r>
            <a:r>
              <a:rPr sz="3200" i="1" spc="-35" dirty="0">
                <a:solidFill>
                  <a:srgbClr val="FF0000"/>
                </a:solidFill>
                <a:latin typeface="Calibri"/>
                <a:cs typeface="Calibri"/>
              </a:rPr>
              <a:t> </a:t>
            </a:r>
            <a:r>
              <a:rPr sz="3200" i="1" dirty="0">
                <a:solidFill>
                  <a:srgbClr val="FF0000"/>
                </a:solidFill>
                <a:latin typeface="Calibri"/>
                <a:cs typeface="Calibri"/>
              </a:rPr>
              <a:t>trượt</a:t>
            </a:r>
            <a:r>
              <a:rPr sz="3200" i="1" spc="-45" dirty="0">
                <a:solidFill>
                  <a:srgbClr val="FF0000"/>
                </a:solidFill>
                <a:latin typeface="Calibri"/>
                <a:cs typeface="Calibri"/>
              </a:rPr>
              <a:t> </a:t>
            </a:r>
            <a:r>
              <a:rPr sz="3200" i="1" dirty="0">
                <a:solidFill>
                  <a:srgbClr val="FF0000"/>
                </a:solidFill>
                <a:latin typeface="Calibri"/>
                <a:cs typeface="Calibri"/>
              </a:rPr>
              <a:t>toán</a:t>
            </a:r>
            <a:r>
              <a:rPr sz="3200" i="1" spc="-45" dirty="0">
                <a:solidFill>
                  <a:srgbClr val="FF0000"/>
                </a:solidFill>
                <a:latin typeface="Calibri"/>
                <a:cs typeface="Calibri"/>
              </a:rPr>
              <a:t> </a:t>
            </a:r>
            <a:r>
              <a:rPr sz="3200" i="1" dirty="0">
                <a:solidFill>
                  <a:srgbClr val="FF0000"/>
                </a:solidFill>
                <a:latin typeface="Calibri"/>
                <a:cs typeface="Calibri"/>
              </a:rPr>
              <a:t>rời</a:t>
            </a:r>
            <a:r>
              <a:rPr sz="3200" i="1" spc="-65" dirty="0">
                <a:solidFill>
                  <a:srgbClr val="FF0000"/>
                </a:solidFill>
                <a:latin typeface="Calibri"/>
                <a:cs typeface="Calibri"/>
              </a:rPr>
              <a:t> </a:t>
            </a:r>
            <a:r>
              <a:rPr sz="3200" i="1" spc="-20" dirty="0">
                <a:solidFill>
                  <a:srgbClr val="FF0000"/>
                </a:solidFill>
                <a:latin typeface="Calibri"/>
                <a:cs typeface="Calibri"/>
              </a:rPr>
              <a:t>rạc.</a:t>
            </a:r>
            <a:endParaRPr sz="3200">
              <a:latin typeface="Calibri"/>
              <a:cs typeface="Calibri"/>
            </a:endParaRPr>
          </a:p>
        </p:txBody>
      </p:sp>
      <p:sp>
        <p:nvSpPr>
          <p:cNvPr id="4" name="object 4"/>
          <p:cNvSpPr txBox="1"/>
          <p:nvPr/>
        </p:nvSpPr>
        <p:spPr>
          <a:xfrm>
            <a:off x="383540" y="2967393"/>
            <a:ext cx="4523740" cy="1196975"/>
          </a:xfrm>
          <a:prstGeom prst="rect">
            <a:avLst/>
          </a:prstGeom>
        </p:spPr>
        <p:txBody>
          <a:bodyPr vert="horz" wrap="square" lIns="0" tIns="110489" rIns="0" bIns="0" rtlCol="0">
            <a:spAutoFit/>
          </a:bodyPr>
          <a:lstStyle/>
          <a:p>
            <a:pPr marL="12700">
              <a:lnSpc>
                <a:spcPct val="100000"/>
              </a:lnSpc>
              <a:spcBef>
                <a:spcPts val="869"/>
              </a:spcBef>
            </a:pPr>
            <a:r>
              <a:rPr sz="3200" dirty="0">
                <a:latin typeface="Calibri"/>
                <a:cs typeface="Calibri"/>
              </a:rPr>
              <a:t>Mà</a:t>
            </a:r>
            <a:r>
              <a:rPr sz="3200" spc="-35" dirty="0">
                <a:latin typeface="Calibri"/>
                <a:cs typeface="Calibri"/>
              </a:rPr>
              <a:t> </a:t>
            </a:r>
            <a:r>
              <a:rPr sz="3200" dirty="0">
                <a:latin typeface="Calibri"/>
                <a:cs typeface="Calibri"/>
              </a:rPr>
              <a:t>Bình</a:t>
            </a:r>
            <a:r>
              <a:rPr sz="3200" spc="-15" dirty="0">
                <a:latin typeface="Calibri"/>
                <a:cs typeface="Calibri"/>
              </a:rPr>
              <a:t> </a:t>
            </a:r>
            <a:r>
              <a:rPr sz="3200" i="1" dirty="0">
                <a:latin typeface="Calibri"/>
                <a:cs typeface="Calibri"/>
              </a:rPr>
              <a:t>thích</a:t>
            </a:r>
            <a:r>
              <a:rPr sz="3200" i="1" spc="-10" dirty="0">
                <a:latin typeface="Calibri"/>
                <a:cs typeface="Calibri"/>
              </a:rPr>
              <a:t> </a:t>
            </a:r>
            <a:r>
              <a:rPr sz="3200" dirty="0">
                <a:latin typeface="Calibri"/>
                <a:cs typeface="Calibri"/>
              </a:rPr>
              <a:t>đi</a:t>
            </a:r>
            <a:r>
              <a:rPr sz="3200" spc="-45" dirty="0">
                <a:latin typeface="Calibri"/>
                <a:cs typeface="Calibri"/>
              </a:rPr>
              <a:t> </a:t>
            </a:r>
            <a:r>
              <a:rPr sz="3200" spc="-20" dirty="0">
                <a:latin typeface="Calibri"/>
                <a:cs typeface="Calibri"/>
              </a:rPr>
              <a:t>chơi</a:t>
            </a:r>
            <a:endParaRPr sz="3200">
              <a:latin typeface="Calibri"/>
              <a:cs typeface="Calibri"/>
            </a:endParaRPr>
          </a:p>
          <a:p>
            <a:pPr marL="12700">
              <a:lnSpc>
                <a:spcPct val="100000"/>
              </a:lnSpc>
              <a:spcBef>
                <a:spcPts val="770"/>
              </a:spcBef>
            </a:pPr>
            <a:r>
              <a:rPr sz="3200" spc="-45" dirty="0">
                <a:latin typeface="Calibri"/>
                <a:cs typeface="Calibri"/>
              </a:rPr>
              <a:t>Vậy</a:t>
            </a:r>
            <a:r>
              <a:rPr sz="3200" spc="-85" dirty="0">
                <a:latin typeface="Calibri"/>
                <a:cs typeface="Calibri"/>
              </a:rPr>
              <a:t> </a:t>
            </a:r>
            <a:r>
              <a:rPr sz="3200" dirty="0">
                <a:latin typeface="Calibri"/>
                <a:cs typeface="Calibri"/>
              </a:rPr>
              <a:t>Bình</a:t>
            </a:r>
            <a:r>
              <a:rPr sz="3200" spc="-75" dirty="0">
                <a:latin typeface="Calibri"/>
                <a:cs typeface="Calibri"/>
              </a:rPr>
              <a:t> </a:t>
            </a:r>
            <a:r>
              <a:rPr sz="3200" dirty="0">
                <a:latin typeface="Calibri"/>
                <a:cs typeface="Calibri"/>
              </a:rPr>
              <a:t>trượt</a:t>
            </a:r>
            <a:r>
              <a:rPr sz="3200" spc="-85" dirty="0">
                <a:latin typeface="Calibri"/>
                <a:cs typeface="Calibri"/>
              </a:rPr>
              <a:t> </a:t>
            </a:r>
            <a:r>
              <a:rPr sz="3200" dirty="0">
                <a:latin typeface="Calibri"/>
                <a:cs typeface="Calibri"/>
              </a:rPr>
              <a:t>toán</a:t>
            </a:r>
            <a:r>
              <a:rPr sz="3200" spc="-75" dirty="0">
                <a:latin typeface="Calibri"/>
                <a:cs typeface="Calibri"/>
              </a:rPr>
              <a:t> </a:t>
            </a:r>
            <a:r>
              <a:rPr sz="3200" dirty="0">
                <a:latin typeface="Calibri"/>
                <a:cs typeface="Calibri"/>
              </a:rPr>
              <a:t>rời</a:t>
            </a:r>
            <a:r>
              <a:rPr sz="3200" spc="-80" dirty="0">
                <a:latin typeface="Calibri"/>
                <a:cs typeface="Calibri"/>
              </a:rPr>
              <a:t> </a:t>
            </a:r>
            <a:r>
              <a:rPr sz="3200" spc="-20" dirty="0">
                <a:latin typeface="Calibri"/>
                <a:cs typeface="Calibri"/>
              </a:rPr>
              <a:t>rạc.</a:t>
            </a:r>
            <a:endParaRPr sz="3200">
              <a:latin typeface="Calibri"/>
              <a:cs typeface="Calibri"/>
            </a:endParaRPr>
          </a:p>
        </p:txBody>
      </p:sp>
      <p:sp>
        <p:nvSpPr>
          <p:cNvPr id="5" name="object 5"/>
          <p:cNvSpPr/>
          <p:nvPr/>
        </p:nvSpPr>
        <p:spPr>
          <a:xfrm>
            <a:off x="6598666" y="4424108"/>
            <a:ext cx="1047750" cy="0"/>
          </a:xfrm>
          <a:custGeom>
            <a:avLst/>
            <a:gdLst/>
            <a:ahLst/>
            <a:cxnLst/>
            <a:rect l="l" t="t" r="r" b="b"/>
            <a:pathLst>
              <a:path w="1047750">
                <a:moveTo>
                  <a:pt x="0" y="0"/>
                </a:moveTo>
                <a:lnTo>
                  <a:pt x="1047427" y="0"/>
                </a:lnTo>
              </a:path>
            </a:pathLst>
          </a:custGeom>
          <a:ln w="25527">
            <a:solidFill>
              <a:srgbClr val="000000"/>
            </a:solidFill>
            <a:prstDash val="dash"/>
          </a:ln>
        </p:spPr>
        <p:txBody>
          <a:bodyPr wrap="square" lIns="0" tIns="0" rIns="0" bIns="0" rtlCol="0"/>
          <a:lstStyle/>
          <a:p>
            <a:endParaRPr/>
          </a:p>
        </p:txBody>
      </p:sp>
      <p:sp>
        <p:nvSpPr>
          <p:cNvPr id="6" name="object 6"/>
          <p:cNvSpPr/>
          <p:nvPr/>
        </p:nvSpPr>
        <p:spPr>
          <a:xfrm>
            <a:off x="6598666" y="5796038"/>
            <a:ext cx="1047750" cy="0"/>
          </a:xfrm>
          <a:custGeom>
            <a:avLst/>
            <a:gdLst/>
            <a:ahLst/>
            <a:cxnLst/>
            <a:rect l="l" t="t" r="r" b="b"/>
            <a:pathLst>
              <a:path w="1047750">
                <a:moveTo>
                  <a:pt x="0" y="0"/>
                </a:moveTo>
                <a:lnTo>
                  <a:pt x="1047427" y="0"/>
                </a:lnTo>
              </a:path>
            </a:pathLst>
          </a:custGeom>
          <a:ln w="25527">
            <a:solidFill>
              <a:srgbClr val="000000"/>
            </a:solidFill>
            <a:prstDash val="dash"/>
          </a:ln>
        </p:spPr>
        <p:txBody>
          <a:bodyPr wrap="square" lIns="0" tIns="0" rIns="0" bIns="0" rtlCol="0"/>
          <a:lstStyle/>
          <a:p>
            <a:endParaRPr/>
          </a:p>
        </p:txBody>
      </p:sp>
      <p:sp>
        <p:nvSpPr>
          <p:cNvPr id="7" name="object 7"/>
          <p:cNvSpPr txBox="1"/>
          <p:nvPr/>
        </p:nvSpPr>
        <p:spPr>
          <a:xfrm>
            <a:off x="6249161" y="3201161"/>
            <a:ext cx="2133600" cy="3324225"/>
          </a:xfrm>
          <a:prstGeom prst="rect">
            <a:avLst/>
          </a:prstGeom>
          <a:ln w="25907">
            <a:solidFill>
              <a:srgbClr val="000000"/>
            </a:solidFill>
          </a:ln>
        </p:spPr>
        <p:txBody>
          <a:bodyPr vert="horz" wrap="square" lIns="0" tIns="26034" rIns="0" bIns="0" rtlCol="0">
            <a:spAutoFit/>
          </a:bodyPr>
          <a:lstStyle/>
          <a:p>
            <a:pPr marL="436245">
              <a:lnSpc>
                <a:spcPct val="100000"/>
              </a:lnSpc>
              <a:spcBef>
                <a:spcPts val="204"/>
              </a:spcBef>
            </a:pPr>
            <a:r>
              <a:rPr sz="3000" dirty="0">
                <a:latin typeface="Calibri"/>
                <a:cs typeface="Calibri"/>
              </a:rPr>
              <a:t>p</a:t>
            </a:r>
            <a:r>
              <a:rPr sz="3000" spc="-25" dirty="0">
                <a:latin typeface="Calibri"/>
                <a:cs typeface="Calibri"/>
              </a:rPr>
              <a:t> </a:t>
            </a:r>
            <a:r>
              <a:rPr sz="3000" spc="-25" dirty="0">
                <a:latin typeface="Symbol"/>
                <a:cs typeface="Symbol"/>
              </a:rPr>
              <a:t></a:t>
            </a:r>
            <a:r>
              <a:rPr sz="3000" spc="-25" dirty="0">
                <a:latin typeface="Calibri"/>
                <a:cs typeface="Calibri"/>
              </a:rPr>
              <a:t>q</a:t>
            </a:r>
            <a:endParaRPr sz="3000">
              <a:latin typeface="Calibri"/>
              <a:cs typeface="Calibri"/>
            </a:endParaRPr>
          </a:p>
          <a:p>
            <a:pPr marL="436245">
              <a:lnSpc>
                <a:spcPct val="100000"/>
              </a:lnSpc>
            </a:pPr>
            <a:r>
              <a:rPr sz="3000" dirty="0">
                <a:latin typeface="Calibri"/>
                <a:cs typeface="Calibri"/>
              </a:rPr>
              <a:t>q</a:t>
            </a:r>
            <a:r>
              <a:rPr sz="3000" spc="-25" dirty="0">
                <a:latin typeface="Calibri"/>
                <a:cs typeface="Calibri"/>
              </a:rPr>
              <a:t> </a:t>
            </a:r>
            <a:r>
              <a:rPr sz="3000" spc="-25" dirty="0">
                <a:latin typeface="Symbol"/>
                <a:cs typeface="Symbol"/>
              </a:rPr>
              <a:t></a:t>
            </a:r>
            <a:r>
              <a:rPr sz="3000" spc="-25" dirty="0">
                <a:latin typeface="Calibri"/>
                <a:cs typeface="Calibri"/>
              </a:rPr>
              <a:t>r</a:t>
            </a:r>
            <a:endParaRPr sz="3000">
              <a:latin typeface="Calibri"/>
              <a:cs typeface="Calibri"/>
            </a:endParaRPr>
          </a:p>
          <a:p>
            <a:pPr marL="91440">
              <a:lnSpc>
                <a:spcPts val="3585"/>
              </a:lnSpc>
              <a:spcBef>
                <a:spcPts val="3600"/>
              </a:spcBef>
            </a:pPr>
            <a:r>
              <a:rPr sz="3000" dirty="0">
                <a:solidFill>
                  <a:srgbClr val="FF0000"/>
                </a:solidFill>
                <a:latin typeface="Symbol"/>
                <a:cs typeface="Symbol"/>
              </a:rPr>
              <a:t></a:t>
            </a:r>
            <a:r>
              <a:rPr sz="3000" dirty="0">
                <a:solidFill>
                  <a:srgbClr val="FF0000"/>
                </a:solidFill>
                <a:latin typeface="Calibri"/>
                <a:cs typeface="Calibri"/>
              </a:rPr>
              <a:t>p</a:t>
            </a:r>
            <a:r>
              <a:rPr sz="3000" spc="-15" dirty="0">
                <a:solidFill>
                  <a:srgbClr val="FF0000"/>
                </a:solidFill>
                <a:latin typeface="Calibri"/>
                <a:cs typeface="Calibri"/>
              </a:rPr>
              <a:t> </a:t>
            </a:r>
            <a:r>
              <a:rPr sz="3000" spc="-25" dirty="0">
                <a:solidFill>
                  <a:srgbClr val="FF0000"/>
                </a:solidFill>
                <a:latin typeface="Symbol"/>
                <a:cs typeface="Symbol"/>
              </a:rPr>
              <a:t></a:t>
            </a:r>
            <a:r>
              <a:rPr sz="3000" spc="-25" dirty="0">
                <a:solidFill>
                  <a:srgbClr val="FF0000"/>
                </a:solidFill>
                <a:latin typeface="Calibri"/>
                <a:cs typeface="Calibri"/>
              </a:rPr>
              <a:t>r</a:t>
            </a:r>
            <a:endParaRPr sz="3000">
              <a:latin typeface="Calibri"/>
              <a:cs typeface="Calibri"/>
            </a:endParaRPr>
          </a:p>
          <a:p>
            <a:pPr marL="436245">
              <a:lnSpc>
                <a:spcPts val="3585"/>
              </a:lnSpc>
            </a:pPr>
            <a:r>
              <a:rPr sz="3000" spc="-50" dirty="0">
                <a:latin typeface="Calibri"/>
                <a:cs typeface="Calibri"/>
              </a:rPr>
              <a:t>p</a:t>
            </a:r>
            <a:endParaRPr sz="3000">
              <a:latin typeface="Calibri"/>
              <a:cs typeface="Calibri"/>
            </a:endParaRPr>
          </a:p>
          <a:p>
            <a:pPr marL="91440">
              <a:lnSpc>
                <a:spcPct val="100000"/>
              </a:lnSpc>
              <a:spcBef>
                <a:spcPts val="3635"/>
              </a:spcBef>
            </a:pPr>
            <a:r>
              <a:rPr sz="3000" spc="-25" dirty="0">
                <a:latin typeface="Symbol"/>
                <a:cs typeface="Symbol"/>
              </a:rPr>
              <a:t></a:t>
            </a:r>
            <a:r>
              <a:rPr sz="3000" spc="-25" dirty="0">
                <a:latin typeface="Calibri"/>
                <a:cs typeface="Calibri"/>
              </a:rPr>
              <a:t>r</a:t>
            </a:r>
            <a:endParaRPr sz="3000">
              <a:latin typeface="Calibri"/>
              <a:cs typeface="Calibri"/>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235407"/>
            <a:ext cx="7137400" cy="2858770"/>
          </a:xfrm>
          <a:prstGeom prst="rect">
            <a:avLst/>
          </a:prstGeom>
        </p:spPr>
        <p:txBody>
          <a:bodyPr vert="horz" wrap="square" lIns="0" tIns="13335" rIns="0" bIns="0" rtlCol="0">
            <a:spAutoFit/>
          </a:bodyPr>
          <a:lstStyle/>
          <a:p>
            <a:pPr marL="12700">
              <a:lnSpc>
                <a:spcPct val="100000"/>
              </a:lnSpc>
              <a:spcBef>
                <a:spcPts val="105"/>
              </a:spcBef>
            </a:pPr>
            <a:r>
              <a:rPr sz="3200" b="1" dirty="0">
                <a:latin typeface="Calibri"/>
                <a:cs typeface="Calibri"/>
              </a:rPr>
              <a:t>Một</a:t>
            </a:r>
            <a:r>
              <a:rPr sz="3200" b="1" spc="-15" dirty="0">
                <a:latin typeface="Calibri"/>
                <a:cs typeface="Calibri"/>
              </a:rPr>
              <a:t> </a:t>
            </a:r>
            <a:r>
              <a:rPr sz="3200" b="1" dirty="0">
                <a:latin typeface="Calibri"/>
                <a:cs typeface="Calibri"/>
              </a:rPr>
              <a:t>số</a:t>
            </a:r>
            <a:r>
              <a:rPr sz="3200" b="1" spc="-10" dirty="0">
                <a:latin typeface="Calibri"/>
                <a:cs typeface="Calibri"/>
              </a:rPr>
              <a:t> </a:t>
            </a:r>
            <a:r>
              <a:rPr sz="3200" b="1" dirty="0">
                <a:latin typeface="Calibri"/>
                <a:cs typeface="Calibri"/>
              </a:rPr>
              <a:t>qui</a:t>
            </a:r>
            <a:r>
              <a:rPr sz="3200" b="1" spc="-30" dirty="0">
                <a:latin typeface="Calibri"/>
                <a:cs typeface="Calibri"/>
              </a:rPr>
              <a:t> </a:t>
            </a:r>
            <a:r>
              <a:rPr sz="3200" b="1" dirty="0">
                <a:latin typeface="Calibri"/>
                <a:cs typeface="Calibri"/>
              </a:rPr>
              <a:t>tắc</a:t>
            </a:r>
            <a:r>
              <a:rPr sz="3200" b="1" spc="-25" dirty="0">
                <a:latin typeface="Calibri"/>
                <a:cs typeface="Calibri"/>
              </a:rPr>
              <a:t> </a:t>
            </a:r>
            <a:r>
              <a:rPr sz="3200" b="1" dirty="0">
                <a:latin typeface="Calibri"/>
                <a:cs typeface="Calibri"/>
              </a:rPr>
              <a:t>suy</a:t>
            </a:r>
            <a:r>
              <a:rPr sz="3200" b="1" spc="-25" dirty="0">
                <a:latin typeface="Calibri"/>
                <a:cs typeface="Calibri"/>
              </a:rPr>
              <a:t> </a:t>
            </a:r>
            <a:r>
              <a:rPr sz="3200" b="1" dirty="0">
                <a:latin typeface="Calibri"/>
                <a:cs typeface="Calibri"/>
              </a:rPr>
              <a:t>diễn</a:t>
            </a:r>
            <a:r>
              <a:rPr sz="3200" b="1" spc="-25" dirty="0">
                <a:latin typeface="Calibri"/>
                <a:cs typeface="Calibri"/>
              </a:rPr>
              <a:t> </a:t>
            </a:r>
            <a:r>
              <a:rPr sz="3200" b="1" dirty="0">
                <a:latin typeface="Calibri"/>
                <a:cs typeface="Calibri"/>
              </a:rPr>
              <a:t>thường</a:t>
            </a:r>
            <a:r>
              <a:rPr sz="3200" b="1" spc="-40" dirty="0">
                <a:latin typeface="Calibri"/>
                <a:cs typeface="Calibri"/>
              </a:rPr>
              <a:t> </a:t>
            </a:r>
            <a:r>
              <a:rPr sz="3200" b="1" spc="-10" dirty="0">
                <a:latin typeface="Calibri"/>
                <a:cs typeface="Calibri"/>
              </a:rPr>
              <a:t>dùng.</a:t>
            </a:r>
            <a:endParaRPr sz="3200">
              <a:latin typeface="Calibri"/>
              <a:cs typeface="Calibri"/>
            </a:endParaRPr>
          </a:p>
          <a:p>
            <a:pPr>
              <a:lnSpc>
                <a:spcPct val="100000"/>
              </a:lnSpc>
              <a:spcBef>
                <a:spcPts val="1470"/>
              </a:spcBef>
            </a:pPr>
            <a:endParaRPr sz="3200">
              <a:latin typeface="Calibri"/>
              <a:cs typeface="Calibri"/>
            </a:endParaRPr>
          </a:p>
          <a:p>
            <a:pPr marL="12700">
              <a:lnSpc>
                <a:spcPct val="100000"/>
              </a:lnSpc>
            </a:pPr>
            <a:r>
              <a:rPr sz="3200" b="1" u="sng" dirty="0">
                <a:uFill>
                  <a:solidFill>
                    <a:srgbClr val="000000"/>
                  </a:solidFill>
                </a:uFill>
                <a:latin typeface="Calibri"/>
                <a:cs typeface="Calibri"/>
              </a:rPr>
              <a:t>3.</a:t>
            </a:r>
            <a:r>
              <a:rPr sz="3200" b="1" u="sng" spc="-25" dirty="0">
                <a:uFill>
                  <a:solidFill>
                    <a:srgbClr val="000000"/>
                  </a:solidFill>
                </a:uFill>
                <a:latin typeface="Calibri"/>
                <a:cs typeface="Calibri"/>
              </a:rPr>
              <a:t> </a:t>
            </a:r>
            <a:r>
              <a:rPr sz="3200" b="1" u="sng" dirty="0">
                <a:uFill>
                  <a:solidFill>
                    <a:srgbClr val="000000"/>
                  </a:solidFill>
                </a:uFill>
                <a:latin typeface="Calibri"/>
                <a:cs typeface="Calibri"/>
              </a:rPr>
              <a:t>Phương</a:t>
            </a:r>
            <a:r>
              <a:rPr sz="3200" b="1" u="sng" spc="-35" dirty="0">
                <a:uFill>
                  <a:solidFill>
                    <a:srgbClr val="000000"/>
                  </a:solidFill>
                </a:uFill>
                <a:latin typeface="Calibri"/>
                <a:cs typeface="Calibri"/>
              </a:rPr>
              <a:t> </a:t>
            </a:r>
            <a:r>
              <a:rPr sz="3200" b="1" u="sng" dirty="0">
                <a:uFill>
                  <a:solidFill>
                    <a:srgbClr val="000000"/>
                  </a:solidFill>
                </a:uFill>
                <a:latin typeface="Calibri"/>
                <a:cs typeface="Calibri"/>
              </a:rPr>
              <a:t>pháp</a:t>
            </a:r>
            <a:r>
              <a:rPr sz="3200" b="1" u="sng" spc="-35" dirty="0">
                <a:uFill>
                  <a:solidFill>
                    <a:srgbClr val="000000"/>
                  </a:solidFill>
                </a:uFill>
                <a:latin typeface="Calibri"/>
                <a:cs typeface="Calibri"/>
              </a:rPr>
              <a:t> </a:t>
            </a:r>
            <a:r>
              <a:rPr sz="3200" b="1" u="sng" dirty="0">
                <a:uFill>
                  <a:solidFill>
                    <a:srgbClr val="000000"/>
                  </a:solidFill>
                </a:uFill>
                <a:latin typeface="Calibri"/>
                <a:cs typeface="Calibri"/>
              </a:rPr>
              <a:t>phủ</a:t>
            </a:r>
            <a:r>
              <a:rPr sz="3200" b="1" u="sng" spc="-30" dirty="0">
                <a:uFill>
                  <a:solidFill>
                    <a:srgbClr val="000000"/>
                  </a:solidFill>
                </a:uFill>
                <a:latin typeface="Calibri"/>
                <a:cs typeface="Calibri"/>
              </a:rPr>
              <a:t> </a:t>
            </a:r>
            <a:r>
              <a:rPr sz="3200" b="1" u="sng" dirty="0">
                <a:uFill>
                  <a:solidFill>
                    <a:srgbClr val="000000"/>
                  </a:solidFill>
                </a:uFill>
                <a:latin typeface="Calibri"/>
                <a:cs typeface="Calibri"/>
              </a:rPr>
              <a:t>định</a:t>
            </a:r>
            <a:r>
              <a:rPr sz="3200" b="1" u="sng" spc="-30" dirty="0">
                <a:uFill>
                  <a:solidFill>
                    <a:srgbClr val="000000"/>
                  </a:solidFill>
                </a:uFill>
                <a:latin typeface="Calibri"/>
                <a:cs typeface="Calibri"/>
              </a:rPr>
              <a:t> </a:t>
            </a:r>
            <a:r>
              <a:rPr sz="3200" b="1" u="sng" dirty="0">
                <a:uFill>
                  <a:solidFill>
                    <a:srgbClr val="000000"/>
                  </a:solidFill>
                </a:uFill>
                <a:latin typeface="Calibri"/>
                <a:cs typeface="Calibri"/>
              </a:rPr>
              <a:t>(Modus</a:t>
            </a:r>
            <a:r>
              <a:rPr sz="3200" b="1" u="sng" spc="-30" dirty="0">
                <a:uFill>
                  <a:solidFill>
                    <a:srgbClr val="000000"/>
                  </a:solidFill>
                </a:uFill>
                <a:latin typeface="Calibri"/>
                <a:cs typeface="Calibri"/>
              </a:rPr>
              <a:t> </a:t>
            </a:r>
            <a:r>
              <a:rPr sz="3200" b="1" u="sng" spc="-10" dirty="0">
                <a:uFill>
                  <a:solidFill>
                    <a:srgbClr val="000000"/>
                  </a:solidFill>
                </a:uFill>
                <a:latin typeface="Calibri"/>
                <a:cs typeface="Calibri"/>
              </a:rPr>
              <a:t>Tollens)</a:t>
            </a:r>
            <a:endParaRPr sz="3200">
              <a:latin typeface="Calibri"/>
              <a:cs typeface="Calibri"/>
            </a:endParaRPr>
          </a:p>
          <a:p>
            <a:pPr>
              <a:lnSpc>
                <a:spcPct val="100000"/>
              </a:lnSpc>
              <a:spcBef>
                <a:spcPts val="1495"/>
              </a:spcBef>
            </a:pPr>
            <a:endParaRPr sz="3200">
              <a:latin typeface="Calibri"/>
              <a:cs typeface="Calibri"/>
            </a:endParaRPr>
          </a:p>
          <a:p>
            <a:pPr marL="1177290">
              <a:lnSpc>
                <a:spcPct val="100000"/>
              </a:lnSpc>
              <a:spcBef>
                <a:spcPts val="5"/>
              </a:spcBef>
              <a:tabLst>
                <a:tab pos="4991100" algn="l"/>
              </a:tabLst>
            </a:pPr>
            <a:r>
              <a:rPr sz="3200" dirty="0">
                <a:latin typeface="Calibri"/>
                <a:cs typeface="Calibri"/>
              </a:rPr>
              <a:t>[</a:t>
            </a:r>
            <a:r>
              <a:rPr sz="3200" spc="-30" dirty="0">
                <a:latin typeface="Calibri"/>
                <a:cs typeface="Calibri"/>
              </a:rPr>
              <a:t> </a:t>
            </a:r>
            <a:r>
              <a:rPr sz="3200" dirty="0">
                <a:latin typeface="Calibri"/>
                <a:cs typeface="Calibri"/>
              </a:rPr>
              <a:t>(p</a:t>
            </a:r>
            <a:r>
              <a:rPr sz="3200" spc="-15" dirty="0">
                <a:latin typeface="Calibri"/>
                <a:cs typeface="Calibri"/>
              </a:rPr>
              <a:t> </a:t>
            </a:r>
            <a:r>
              <a:rPr sz="3200" dirty="0">
                <a:latin typeface="Symbol"/>
                <a:cs typeface="Symbol"/>
              </a:rPr>
              <a:t></a:t>
            </a:r>
            <a:r>
              <a:rPr sz="3200" dirty="0">
                <a:latin typeface="Calibri"/>
                <a:cs typeface="Calibri"/>
              </a:rPr>
              <a:t>q)</a:t>
            </a:r>
            <a:r>
              <a:rPr sz="3200" spc="-10" dirty="0">
                <a:latin typeface="Calibri"/>
                <a:cs typeface="Calibri"/>
              </a:rPr>
              <a:t> </a:t>
            </a:r>
            <a:r>
              <a:rPr sz="3200" dirty="0">
                <a:latin typeface="Symbol"/>
                <a:cs typeface="Symbol"/>
              </a:rPr>
              <a:t></a:t>
            </a:r>
            <a:r>
              <a:rPr sz="3200" spc="-114" dirty="0">
                <a:latin typeface="Times New Roman"/>
                <a:cs typeface="Times New Roman"/>
              </a:rPr>
              <a:t> </a:t>
            </a:r>
            <a:r>
              <a:rPr sz="3200" dirty="0">
                <a:latin typeface="Symbol"/>
                <a:cs typeface="Symbol"/>
              </a:rPr>
              <a:t></a:t>
            </a:r>
            <a:r>
              <a:rPr sz="3200" dirty="0">
                <a:latin typeface="Calibri"/>
                <a:cs typeface="Calibri"/>
              </a:rPr>
              <a:t>q</a:t>
            </a:r>
            <a:r>
              <a:rPr sz="3200" spc="-30" dirty="0">
                <a:latin typeface="Calibri"/>
                <a:cs typeface="Calibri"/>
              </a:rPr>
              <a:t> </a:t>
            </a:r>
            <a:r>
              <a:rPr sz="3200" dirty="0">
                <a:latin typeface="Calibri"/>
                <a:cs typeface="Calibri"/>
              </a:rPr>
              <a:t>]</a:t>
            </a:r>
            <a:r>
              <a:rPr sz="3200" spc="-15" dirty="0">
                <a:latin typeface="Calibri"/>
                <a:cs typeface="Calibri"/>
              </a:rPr>
              <a:t> </a:t>
            </a:r>
            <a:r>
              <a:rPr sz="3200" dirty="0">
                <a:latin typeface="Symbol"/>
                <a:cs typeface="Symbol"/>
              </a:rPr>
              <a:t></a:t>
            </a:r>
            <a:r>
              <a:rPr sz="3200" spc="-105" dirty="0">
                <a:latin typeface="Times New Roman"/>
                <a:cs typeface="Times New Roman"/>
              </a:rPr>
              <a:t> </a:t>
            </a:r>
            <a:r>
              <a:rPr sz="3200" spc="-25" dirty="0">
                <a:latin typeface="Symbol"/>
                <a:cs typeface="Symbol"/>
              </a:rPr>
              <a:t></a:t>
            </a:r>
            <a:r>
              <a:rPr sz="3200" spc="-25" dirty="0">
                <a:latin typeface="Calibri"/>
                <a:cs typeface="Calibri"/>
              </a:rPr>
              <a:t>p</a:t>
            </a:r>
            <a:r>
              <a:rPr sz="3200" dirty="0">
                <a:latin typeface="Calibri"/>
                <a:cs typeface="Calibri"/>
              </a:rPr>
              <a:t>	là</a:t>
            </a:r>
            <a:r>
              <a:rPr sz="3200" spc="-45" dirty="0">
                <a:latin typeface="Calibri"/>
                <a:cs typeface="Calibri"/>
              </a:rPr>
              <a:t> </a:t>
            </a:r>
            <a:r>
              <a:rPr sz="3200" dirty="0">
                <a:latin typeface="Calibri"/>
                <a:cs typeface="Calibri"/>
              </a:rPr>
              <a:t>hằng</a:t>
            </a:r>
            <a:r>
              <a:rPr sz="3200" spc="-30" dirty="0">
                <a:latin typeface="Calibri"/>
                <a:cs typeface="Calibri"/>
              </a:rPr>
              <a:t> </a:t>
            </a:r>
            <a:r>
              <a:rPr sz="3200" spc="-20" dirty="0">
                <a:latin typeface="Calibri"/>
                <a:cs typeface="Calibri"/>
              </a:rPr>
              <a:t>đúng</a:t>
            </a:r>
            <a:endParaRPr sz="3200">
              <a:latin typeface="Calibri"/>
              <a:cs typeface="Calibri"/>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186639"/>
            <a:ext cx="6868795" cy="5246370"/>
          </a:xfrm>
          <a:prstGeom prst="rect">
            <a:avLst/>
          </a:prstGeom>
        </p:spPr>
        <p:txBody>
          <a:bodyPr vert="horz" wrap="square" lIns="0" tIns="13335" rIns="0" bIns="0" rtlCol="0">
            <a:spAutoFit/>
          </a:bodyPr>
          <a:lstStyle/>
          <a:p>
            <a:pPr marL="12700">
              <a:lnSpc>
                <a:spcPct val="100000"/>
              </a:lnSpc>
              <a:spcBef>
                <a:spcPts val="105"/>
              </a:spcBef>
            </a:pPr>
            <a:r>
              <a:rPr sz="3200" b="1" dirty="0">
                <a:latin typeface="Calibri"/>
                <a:cs typeface="Calibri"/>
              </a:rPr>
              <a:t>Một</a:t>
            </a:r>
            <a:r>
              <a:rPr sz="3200" b="1" spc="-15" dirty="0">
                <a:latin typeface="Calibri"/>
                <a:cs typeface="Calibri"/>
              </a:rPr>
              <a:t> </a:t>
            </a:r>
            <a:r>
              <a:rPr sz="3200" b="1" dirty="0">
                <a:latin typeface="Calibri"/>
                <a:cs typeface="Calibri"/>
              </a:rPr>
              <a:t>số</a:t>
            </a:r>
            <a:r>
              <a:rPr sz="3200" b="1" spc="-10" dirty="0">
                <a:latin typeface="Calibri"/>
                <a:cs typeface="Calibri"/>
              </a:rPr>
              <a:t> </a:t>
            </a:r>
            <a:r>
              <a:rPr sz="3200" b="1" dirty="0">
                <a:latin typeface="Calibri"/>
                <a:cs typeface="Calibri"/>
              </a:rPr>
              <a:t>qui</a:t>
            </a:r>
            <a:r>
              <a:rPr sz="3200" b="1" spc="-30" dirty="0">
                <a:latin typeface="Calibri"/>
                <a:cs typeface="Calibri"/>
              </a:rPr>
              <a:t> </a:t>
            </a:r>
            <a:r>
              <a:rPr sz="3200" b="1" dirty="0">
                <a:latin typeface="Calibri"/>
                <a:cs typeface="Calibri"/>
              </a:rPr>
              <a:t>tắc</a:t>
            </a:r>
            <a:r>
              <a:rPr sz="3200" b="1" spc="-25" dirty="0">
                <a:latin typeface="Calibri"/>
                <a:cs typeface="Calibri"/>
              </a:rPr>
              <a:t> </a:t>
            </a:r>
            <a:r>
              <a:rPr sz="3200" b="1" dirty="0">
                <a:latin typeface="Calibri"/>
                <a:cs typeface="Calibri"/>
              </a:rPr>
              <a:t>suy</a:t>
            </a:r>
            <a:r>
              <a:rPr sz="3200" b="1" spc="-25" dirty="0">
                <a:latin typeface="Calibri"/>
                <a:cs typeface="Calibri"/>
              </a:rPr>
              <a:t> </a:t>
            </a:r>
            <a:r>
              <a:rPr sz="3200" b="1" dirty="0">
                <a:latin typeface="Calibri"/>
                <a:cs typeface="Calibri"/>
              </a:rPr>
              <a:t>diễn</a:t>
            </a:r>
            <a:r>
              <a:rPr sz="3200" b="1" spc="-25" dirty="0">
                <a:latin typeface="Calibri"/>
                <a:cs typeface="Calibri"/>
              </a:rPr>
              <a:t> </a:t>
            </a:r>
            <a:r>
              <a:rPr sz="3200" b="1" dirty="0">
                <a:latin typeface="Calibri"/>
                <a:cs typeface="Calibri"/>
              </a:rPr>
              <a:t>thường</a:t>
            </a:r>
            <a:r>
              <a:rPr sz="3200" b="1" spc="-40" dirty="0">
                <a:latin typeface="Calibri"/>
                <a:cs typeface="Calibri"/>
              </a:rPr>
              <a:t> </a:t>
            </a:r>
            <a:r>
              <a:rPr sz="3200" b="1" spc="-10" dirty="0">
                <a:latin typeface="Calibri"/>
                <a:cs typeface="Calibri"/>
              </a:rPr>
              <a:t>dùng.</a:t>
            </a:r>
            <a:endParaRPr sz="3200">
              <a:latin typeface="Calibri"/>
              <a:cs typeface="Calibri"/>
            </a:endParaRPr>
          </a:p>
          <a:p>
            <a:pPr>
              <a:lnSpc>
                <a:spcPct val="100000"/>
              </a:lnSpc>
              <a:spcBef>
                <a:spcPts val="1135"/>
              </a:spcBef>
            </a:pPr>
            <a:endParaRPr sz="3200">
              <a:latin typeface="Calibri"/>
              <a:cs typeface="Calibri"/>
            </a:endParaRPr>
          </a:p>
          <a:p>
            <a:pPr marL="12700" marR="5080">
              <a:lnSpc>
                <a:spcPts val="3460"/>
              </a:lnSpc>
            </a:pPr>
            <a:r>
              <a:rPr sz="3200" b="1" u="sng" dirty="0">
                <a:uFill>
                  <a:solidFill>
                    <a:srgbClr val="000000"/>
                  </a:solidFill>
                </a:uFill>
                <a:latin typeface="Calibri"/>
                <a:cs typeface="Calibri"/>
              </a:rPr>
              <a:t>4.</a:t>
            </a:r>
            <a:r>
              <a:rPr sz="3200" b="1" u="sng" spc="-25" dirty="0">
                <a:uFill>
                  <a:solidFill>
                    <a:srgbClr val="000000"/>
                  </a:solidFill>
                </a:uFill>
                <a:latin typeface="Calibri"/>
                <a:cs typeface="Calibri"/>
              </a:rPr>
              <a:t> </a:t>
            </a:r>
            <a:r>
              <a:rPr sz="3200" b="1" u="sng" dirty="0">
                <a:uFill>
                  <a:solidFill>
                    <a:srgbClr val="000000"/>
                  </a:solidFill>
                </a:uFill>
                <a:latin typeface="Calibri"/>
                <a:cs typeface="Calibri"/>
              </a:rPr>
              <a:t>Qui</a:t>
            </a:r>
            <a:r>
              <a:rPr sz="3200" b="1" u="sng" spc="-25" dirty="0">
                <a:uFill>
                  <a:solidFill>
                    <a:srgbClr val="000000"/>
                  </a:solidFill>
                </a:uFill>
                <a:latin typeface="Calibri"/>
                <a:cs typeface="Calibri"/>
              </a:rPr>
              <a:t> </a:t>
            </a:r>
            <a:r>
              <a:rPr sz="3200" b="1" u="sng" dirty="0">
                <a:uFill>
                  <a:solidFill>
                    <a:srgbClr val="000000"/>
                  </a:solidFill>
                </a:uFill>
                <a:latin typeface="Calibri"/>
                <a:cs typeface="Calibri"/>
              </a:rPr>
              <a:t>tắc</a:t>
            </a:r>
            <a:r>
              <a:rPr sz="3200" b="1" u="sng" spc="-40" dirty="0">
                <a:uFill>
                  <a:solidFill>
                    <a:srgbClr val="000000"/>
                  </a:solidFill>
                </a:uFill>
                <a:latin typeface="Calibri"/>
                <a:cs typeface="Calibri"/>
              </a:rPr>
              <a:t> </a:t>
            </a:r>
            <a:r>
              <a:rPr sz="3200" b="1" i="1" u="sng" dirty="0">
                <a:uFill>
                  <a:solidFill>
                    <a:srgbClr val="000000"/>
                  </a:solidFill>
                </a:uFill>
                <a:latin typeface="Calibri"/>
                <a:cs typeface="Calibri"/>
              </a:rPr>
              <a:t>tam</a:t>
            </a:r>
            <a:r>
              <a:rPr sz="3200" b="1" i="1" u="sng" spc="-35" dirty="0">
                <a:uFill>
                  <a:solidFill>
                    <a:srgbClr val="000000"/>
                  </a:solidFill>
                </a:uFill>
                <a:latin typeface="Calibri"/>
                <a:cs typeface="Calibri"/>
              </a:rPr>
              <a:t> </a:t>
            </a:r>
            <a:r>
              <a:rPr sz="3200" b="1" i="1" u="sng" dirty="0">
                <a:uFill>
                  <a:solidFill>
                    <a:srgbClr val="000000"/>
                  </a:solidFill>
                </a:uFill>
                <a:latin typeface="Calibri"/>
                <a:cs typeface="Calibri"/>
              </a:rPr>
              <a:t>đoạn</a:t>
            </a:r>
            <a:r>
              <a:rPr sz="3200" b="1" i="1" u="sng" spc="-30" dirty="0">
                <a:uFill>
                  <a:solidFill>
                    <a:srgbClr val="000000"/>
                  </a:solidFill>
                </a:uFill>
                <a:latin typeface="Calibri"/>
                <a:cs typeface="Calibri"/>
              </a:rPr>
              <a:t> </a:t>
            </a:r>
            <a:r>
              <a:rPr sz="3200" b="1" i="1" u="sng" dirty="0">
                <a:uFill>
                  <a:solidFill>
                    <a:srgbClr val="000000"/>
                  </a:solidFill>
                </a:uFill>
                <a:latin typeface="Calibri"/>
                <a:cs typeface="Calibri"/>
              </a:rPr>
              <a:t>luận</a:t>
            </a:r>
            <a:r>
              <a:rPr sz="3200" b="1" i="1" u="sng" spc="-45" dirty="0">
                <a:uFill>
                  <a:solidFill>
                    <a:srgbClr val="000000"/>
                  </a:solidFill>
                </a:uFill>
                <a:latin typeface="Calibri"/>
                <a:cs typeface="Calibri"/>
              </a:rPr>
              <a:t> </a:t>
            </a:r>
            <a:r>
              <a:rPr sz="3200" b="1" i="1" u="sng" dirty="0">
                <a:uFill>
                  <a:solidFill>
                    <a:srgbClr val="000000"/>
                  </a:solidFill>
                </a:uFill>
                <a:latin typeface="Calibri"/>
                <a:cs typeface="Calibri"/>
              </a:rPr>
              <a:t>rời</a:t>
            </a:r>
            <a:r>
              <a:rPr sz="3200" b="1" i="1" u="sng" spc="-10" dirty="0">
                <a:uFill>
                  <a:solidFill>
                    <a:srgbClr val="000000"/>
                  </a:solidFill>
                </a:uFill>
                <a:latin typeface="Calibri"/>
                <a:cs typeface="Calibri"/>
              </a:rPr>
              <a:t> </a:t>
            </a:r>
            <a:r>
              <a:rPr sz="3200" b="1" u="sng" spc="-10" dirty="0">
                <a:uFill>
                  <a:solidFill>
                    <a:srgbClr val="000000"/>
                  </a:solidFill>
                </a:uFill>
                <a:latin typeface="Calibri"/>
                <a:cs typeface="Calibri"/>
              </a:rPr>
              <a:t>(Disjunctive</a:t>
            </a:r>
            <a:r>
              <a:rPr sz="3200" b="1" spc="-10" dirty="0">
                <a:latin typeface="Calibri"/>
                <a:cs typeface="Calibri"/>
              </a:rPr>
              <a:t> </a:t>
            </a:r>
            <a:r>
              <a:rPr sz="3200" b="1" u="sng" spc="-10" dirty="0">
                <a:uFill>
                  <a:solidFill>
                    <a:srgbClr val="000000"/>
                  </a:solidFill>
                </a:uFill>
                <a:latin typeface="Calibri"/>
                <a:cs typeface="Calibri"/>
              </a:rPr>
              <a:t>syllogism)</a:t>
            </a:r>
            <a:endParaRPr sz="3200">
              <a:latin typeface="Calibri"/>
              <a:cs typeface="Calibri"/>
            </a:endParaRPr>
          </a:p>
          <a:p>
            <a:pPr marL="12700" marR="53340" indent="1479550">
              <a:lnSpc>
                <a:spcPts val="8430"/>
              </a:lnSpc>
              <a:spcBef>
                <a:spcPts val="1035"/>
              </a:spcBef>
            </a:pPr>
            <a:r>
              <a:rPr sz="3200" dirty="0">
                <a:latin typeface="Calibri"/>
                <a:cs typeface="Calibri"/>
              </a:rPr>
              <a:t>[(p</a:t>
            </a:r>
            <a:r>
              <a:rPr sz="3200" spc="-15" dirty="0">
                <a:latin typeface="Calibri"/>
                <a:cs typeface="Calibri"/>
              </a:rPr>
              <a:t> </a:t>
            </a:r>
            <a:r>
              <a:rPr sz="3200" dirty="0">
                <a:latin typeface="Symbol"/>
                <a:cs typeface="Symbol"/>
              </a:rPr>
              <a:t></a:t>
            </a:r>
            <a:r>
              <a:rPr sz="3200" spc="-114" dirty="0">
                <a:latin typeface="Times New Roman"/>
                <a:cs typeface="Times New Roman"/>
              </a:rPr>
              <a:t> </a:t>
            </a:r>
            <a:r>
              <a:rPr sz="3200" dirty="0">
                <a:latin typeface="Calibri"/>
                <a:cs typeface="Calibri"/>
              </a:rPr>
              <a:t>q)</a:t>
            </a:r>
            <a:r>
              <a:rPr sz="3200" spc="-15" dirty="0">
                <a:latin typeface="Calibri"/>
                <a:cs typeface="Calibri"/>
              </a:rPr>
              <a:t> </a:t>
            </a:r>
            <a:r>
              <a:rPr sz="3200" dirty="0">
                <a:latin typeface="Symbol"/>
                <a:cs typeface="Symbol"/>
              </a:rPr>
              <a:t></a:t>
            </a:r>
            <a:r>
              <a:rPr sz="3200" spc="-114" dirty="0">
                <a:latin typeface="Times New Roman"/>
                <a:cs typeface="Times New Roman"/>
              </a:rPr>
              <a:t> </a:t>
            </a:r>
            <a:r>
              <a:rPr sz="3200" dirty="0">
                <a:latin typeface="Symbol"/>
                <a:cs typeface="Symbol"/>
              </a:rPr>
              <a:t></a:t>
            </a:r>
            <a:r>
              <a:rPr sz="3200" dirty="0">
                <a:latin typeface="Calibri"/>
                <a:cs typeface="Calibri"/>
              </a:rPr>
              <a:t>p]</a:t>
            </a:r>
            <a:r>
              <a:rPr sz="3200" spc="-15" dirty="0">
                <a:latin typeface="Calibri"/>
                <a:cs typeface="Calibri"/>
              </a:rPr>
              <a:t> </a:t>
            </a:r>
            <a:r>
              <a:rPr sz="3200" dirty="0">
                <a:latin typeface="Symbol"/>
                <a:cs typeface="Symbol"/>
              </a:rPr>
              <a:t></a:t>
            </a:r>
            <a:r>
              <a:rPr sz="3200" spc="-114" dirty="0">
                <a:latin typeface="Times New Roman"/>
                <a:cs typeface="Times New Roman"/>
              </a:rPr>
              <a:t> </a:t>
            </a:r>
            <a:r>
              <a:rPr sz="3200" dirty="0">
                <a:latin typeface="Calibri"/>
                <a:cs typeface="Calibri"/>
              </a:rPr>
              <a:t>q</a:t>
            </a:r>
            <a:r>
              <a:rPr sz="3200" spc="-15" dirty="0">
                <a:latin typeface="Calibri"/>
                <a:cs typeface="Calibri"/>
              </a:rPr>
              <a:t> </a:t>
            </a:r>
            <a:r>
              <a:rPr sz="3200" dirty="0">
                <a:latin typeface="Calibri"/>
                <a:cs typeface="Calibri"/>
              </a:rPr>
              <a:t>là</a:t>
            </a:r>
            <a:r>
              <a:rPr sz="3200" spc="-30" dirty="0">
                <a:latin typeface="Calibri"/>
                <a:cs typeface="Calibri"/>
              </a:rPr>
              <a:t> </a:t>
            </a:r>
            <a:r>
              <a:rPr sz="3200" dirty="0">
                <a:latin typeface="Calibri"/>
                <a:cs typeface="Calibri"/>
              </a:rPr>
              <a:t>hằng</a:t>
            </a:r>
            <a:r>
              <a:rPr sz="3200" spc="-20" dirty="0">
                <a:latin typeface="Calibri"/>
                <a:cs typeface="Calibri"/>
              </a:rPr>
              <a:t> đúng </a:t>
            </a:r>
            <a:r>
              <a:rPr sz="3200" dirty="0">
                <a:latin typeface="Calibri"/>
                <a:cs typeface="Calibri"/>
              </a:rPr>
              <a:t>VD</a:t>
            </a:r>
            <a:r>
              <a:rPr sz="3200" spc="-45" dirty="0">
                <a:latin typeface="Calibri"/>
                <a:cs typeface="Calibri"/>
              </a:rPr>
              <a:t> </a:t>
            </a:r>
            <a:r>
              <a:rPr sz="3200" dirty="0">
                <a:latin typeface="Calibri"/>
                <a:cs typeface="Calibri"/>
              </a:rPr>
              <a:t>:</a:t>
            </a:r>
            <a:r>
              <a:rPr sz="3200" spc="-40" dirty="0">
                <a:latin typeface="Calibri"/>
                <a:cs typeface="Calibri"/>
              </a:rPr>
              <a:t> </a:t>
            </a:r>
            <a:r>
              <a:rPr sz="3200" dirty="0">
                <a:latin typeface="Calibri"/>
                <a:cs typeface="Calibri"/>
              </a:rPr>
              <a:t>Dũng</a:t>
            </a:r>
            <a:r>
              <a:rPr sz="3200" spc="-10" dirty="0">
                <a:latin typeface="Calibri"/>
                <a:cs typeface="Calibri"/>
              </a:rPr>
              <a:t> </a:t>
            </a:r>
            <a:r>
              <a:rPr sz="3200" dirty="0">
                <a:latin typeface="Calibri"/>
                <a:cs typeface="Calibri"/>
              </a:rPr>
              <a:t>sẽ</a:t>
            </a:r>
            <a:r>
              <a:rPr sz="3200" spc="-40" dirty="0">
                <a:latin typeface="Calibri"/>
                <a:cs typeface="Calibri"/>
              </a:rPr>
              <a:t> </a:t>
            </a:r>
            <a:r>
              <a:rPr sz="3200" dirty="0">
                <a:latin typeface="Calibri"/>
                <a:cs typeface="Calibri"/>
              </a:rPr>
              <a:t>học</a:t>
            </a:r>
            <a:r>
              <a:rPr sz="3200" spc="-40" dirty="0">
                <a:latin typeface="Calibri"/>
                <a:cs typeface="Calibri"/>
              </a:rPr>
              <a:t> </a:t>
            </a:r>
            <a:r>
              <a:rPr sz="3200" dirty="0">
                <a:latin typeface="Calibri"/>
                <a:cs typeface="Calibri"/>
              </a:rPr>
              <a:t>Luật</a:t>
            </a:r>
            <a:r>
              <a:rPr sz="3200" spc="-35" dirty="0">
                <a:latin typeface="Calibri"/>
                <a:cs typeface="Calibri"/>
              </a:rPr>
              <a:t> </a:t>
            </a:r>
            <a:r>
              <a:rPr sz="3200" dirty="0">
                <a:latin typeface="Calibri"/>
                <a:cs typeface="Calibri"/>
              </a:rPr>
              <a:t>hay</a:t>
            </a:r>
            <a:r>
              <a:rPr sz="3200" spc="-25" dirty="0">
                <a:latin typeface="Calibri"/>
                <a:cs typeface="Calibri"/>
              </a:rPr>
              <a:t> </a:t>
            </a:r>
            <a:r>
              <a:rPr sz="3200" dirty="0">
                <a:latin typeface="Calibri"/>
                <a:cs typeface="Calibri"/>
              </a:rPr>
              <a:t>học</a:t>
            </a:r>
            <a:r>
              <a:rPr sz="3200" spc="-40" dirty="0">
                <a:latin typeface="Calibri"/>
                <a:cs typeface="Calibri"/>
              </a:rPr>
              <a:t> </a:t>
            </a:r>
            <a:r>
              <a:rPr sz="3200" dirty="0">
                <a:latin typeface="Calibri"/>
                <a:cs typeface="Calibri"/>
              </a:rPr>
              <a:t>Tin</a:t>
            </a:r>
            <a:r>
              <a:rPr sz="3200" spc="-40" dirty="0">
                <a:latin typeface="Calibri"/>
                <a:cs typeface="Calibri"/>
              </a:rPr>
              <a:t> </a:t>
            </a:r>
            <a:r>
              <a:rPr sz="3200" spc="-20" dirty="0">
                <a:latin typeface="Calibri"/>
                <a:cs typeface="Calibri"/>
              </a:rPr>
              <a:t>học,</a:t>
            </a:r>
            <a:endParaRPr sz="3200">
              <a:latin typeface="Calibri"/>
              <a:cs typeface="Calibri"/>
            </a:endParaRPr>
          </a:p>
          <a:p>
            <a:pPr marL="842010">
              <a:lnSpc>
                <a:spcPts val="3175"/>
              </a:lnSpc>
            </a:pPr>
            <a:r>
              <a:rPr sz="3200" dirty="0">
                <a:latin typeface="Calibri"/>
                <a:cs typeface="Calibri"/>
              </a:rPr>
              <a:t>Mà</a:t>
            </a:r>
            <a:r>
              <a:rPr sz="3200" spc="-50" dirty="0">
                <a:latin typeface="Calibri"/>
                <a:cs typeface="Calibri"/>
              </a:rPr>
              <a:t> </a:t>
            </a:r>
            <a:r>
              <a:rPr sz="3200" dirty="0">
                <a:latin typeface="Calibri"/>
                <a:cs typeface="Calibri"/>
              </a:rPr>
              <a:t>Dũng</a:t>
            </a:r>
            <a:r>
              <a:rPr sz="3200" spc="-15" dirty="0">
                <a:latin typeface="Calibri"/>
                <a:cs typeface="Calibri"/>
              </a:rPr>
              <a:t> </a:t>
            </a:r>
            <a:r>
              <a:rPr sz="3200" dirty="0">
                <a:latin typeface="Calibri"/>
                <a:cs typeface="Calibri"/>
              </a:rPr>
              <a:t>không</a:t>
            </a:r>
            <a:r>
              <a:rPr sz="3200" spc="-40" dirty="0">
                <a:latin typeface="Calibri"/>
                <a:cs typeface="Calibri"/>
              </a:rPr>
              <a:t> </a:t>
            </a:r>
            <a:r>
              <a:rPr sz="3200" dirty="0">
                <a:latin typeface="Calibri"/>
                <a:cs typeface="Calibri"/>
              </a:rPr>
              <a:t>học</a:t>
            </a:r>
            <a:r>
              <a:rPr sz="3200" spc="-40" dirty="0">
                <a:latin typeface="Calibri"/>
                <a:cs typeface="Calibri"/>
              </a:rPr>
              <a:t> </a:t>
            </a:r>
            <a:r>
              <a:rPr sz="3200" spc="-10" dirty="0">
                <a:latin typeface="Calibri"/>
                <a:cs typeface="Calibri"/>
              </a:rPr>
              <a:t>luật,</a:t>
            </a:r>
            <a:endParaRPr sz="3200">
              <a:latin typeface="Calibri"/>
              <a:cs typeface="Calibri"/>
            </a:endParaRPr>
          </a:p>
          <a:p>
            <a:pPr marL="842010">
              <a:lnSpc>
                <a:spcPct val="100000"/>
              </a:lnSpc>
              <a:spcBef>
                <a:spcPts val="390"/>
              </a:spcBef>
            </a:pPr>
            <a:r>
              <a:rPr sz="3200" spc="-45" dirty="0">
                <a:latin typeface="Calibri"/>
                <a:cs typeface="Calibri"/>
              </a:rPr>
              <a:t>Vậy</a:t>
            </a:r>
            <a:r>
              <a:rPr sz="3200" spc="-70" dirty="0">
                <a:latin typeface="Calibri"/>
                <a:cs typeface="Calibri"/>
              </a:rPr>
              <a:t> </a:t>
            </a:r>
            <a:r>
              <a:rPr sz="3200" dirty="0">
                <a:latin typeface="Calibri"/>
                <a:cs typeface="Calibri"/>
              </a:rPr>
              <a:t>Dũng</a:t>
            </a:r>
            <a:r>
              <a:rPr sz="3200" spc="-40" dirty="0">
                <a:latin typeface="Calibri"/>
                <a:cs typeface="Calibri"/>
              </a:rPr>
              <a:t> </a:t>
            </a:r>
            <a:r>
              <a:rPr sz="3200" dirty="0">
                <a:latin typeface="Calibri"/>
                <a:cs typeface="Calibri"/>
              </a:rPr>
              <a:t>học</a:t>
            </a:r>
            <a:r>
              <a:rPr sz="3200" spc="-70" dirty="0">
                <a:latin typeface="Calibri"/>
                <a:cs typeface="Calibri"/>
              </a:rPr>
              <a:t> </a:t>
            </a:r>
            <a:r>
              <a:rPr sz="3200" dirty="0">
                <a:latin typeface="Calibri"/>
                <a:cs typeface="Calibri"/>
              </a:rPr>
              <a:t>tin</a:t>
            </a:r>
            <a:r>
              <a:rPr sz="3200" spc="-50" dirty="0">
                <a:latin typeface="Calibri"/>
                <a:cs typeface="Calibri"/>
              </a:rPr>
              <a:t> </a:t>
            </a:r>
            <a:r>
              <a:rPr sz="3200" spc="-20" dirty="0">
                <a:latin typeface="Calibri"/>
                <a:cs typeface="Calibri"/>
              </a:rPr>
              <a:t>học.</a:t>
            </a:r>
            <a:endParaRPr sz="3200">
              <a:latin typeface="Calibri"/>
              <a:cs typeface="Calibri"/>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235407"/>
            <a:ext cx="6367145" cy="4026535"/>
          </a:xfrm>
          <a:prstGeom prst="rect">
            <a:avLst/>
          </a:prstGeom>
        </p:spPr>
        <p:txBody>
          <a:bodyPr vert="horz" wrap="square" lIns="0" tIns="13335" rIns="0" bIns="0" rtlCol="0">
            <a:spAutoFit/>
          </a:bodyPr>
          <a:lstStyle/>
          <a:p>
            <a:pPr marL="12700">
              <a:lnSpc>
                <a:spcPct val="100000"/>
              </a:lnSpc>
              <a:spcBef>
                <a:spcPts val="105"/>
              </a:spcBef>
            </a:pPr>
            <a:r>
              <a:rPr sz="3200" b="1" dirty="0">
                <a:latin typeface="Calibri"/>
                <a:cs typeface="Calibri"/>
              </a:rPr>
              <a:t>Một</a:t>
            </a:r>
            <a:r>
              <a:rPr sz="3200" b="1" spc="-15" dirty="0">
                <a:latin typeface="Calibri"/>
                <a:cs typeface="Calibri"/>
              </a:rPr>
              <a:t> </a:t>
            </a:r>
            <a:r>
              <a:rPr sz="3200" b="1" dirty="0">
                <a:latin typeface="Calibri"/>
                <a:cs typeface="Calibri"/>
              </a:rPr>
              <a:t>số</a:t>
            </a:r>
            <a:r>
              <a:rPr sz="3200" b="1" spc="-10" dirty="0">
                <a:latin typeface="Calibri"/>
                <a:cs typeface="Calibri"/>
              </a:rPr>
              <a:t> </a:t>
            </a:r>
            <a:r>
              <a:rPr sz="3200" b="1" dirty="0">
                <a:latin typeface="Calibri"/>
                <a:cs typeface="Calibri"/>
              </a:rPr>
              <a:t>qui</a:t>
            </a:r>
            <a:r>
              <a:rPr sz="3200" b="1" spc="-30" dirty="0">
                <a:latin typeface="Calibri"/>
                <a:cs typeface="Calibri"/>
              </a:rPr>
              <a:t> </a:t>
            </a:r>
            <a:r>
              <a:rPr sz="3200" b="1" dirty="0">
                <a:latin typeface="Calibri"/>
                <a:cs typeface="Calibri"/>
              </a:rPr>
              <a:t>tắc</a:t>
            </a:r>
            <a:r>
              <a:rPr sz="3200" b="1" spc="-25" dirty="0">
                <a:latin typeface="Calibri"/>
                <a:cs typeface="Calibri"/>
              </a:rPr>
              <a:t> </a:t>
            </a:r>
            <a:r>
              <a:rPr sz="3200" b="1" dirty="0">
                <a:latin typeface="Calibri"/>
                <a:cs typeface="Calibri"/>
              </a:rPr>
              <a:t>suy</a:t>
            </a:r>
            <a:r>
              <a:rPr sz="3200" b="1" spc="-25" dirty="0">
                <a:latin typeface="Calibri"/>
                <a:cs typeface="Calibri"/>
              </a:rPr>
              <a:t> </a:t>
            </a:r>
            <a:r>
              <a:rPr sz="3200" b="1" dirty="0">
                <a:latin typeface="Calibri"/>
                <a:cs typeface="Calibri"/>
              </a:rPr>
              <a:t>diễn</a:t>
            </a:r>
            <a:r>
              <a:rPr sz="3200" b="1" spc="-25" dirty="0">
                <a:latin typeface="Calibri"/>
                <a:cs typeface="Calibri"/>
              </a:rPr>
              <a:t> </a:t>
            </a:r>
            <a:r>
              <a:rPr sz="3200" b="1" dirty="0">
                <a:latin typeface="Calibri"/>
                <a:cs typeface="Calibri"/>
              </a:rPr>
              <a:t>thường</a:t>
            </a:r>
            <a:r>
              <a:rPr sz="3200" b="1" spc="-40" dirty="0">
                <a:latin typeface="Calibri"/>
                <a:cs typeface="Calibri"/>
              </a:rPr>
              <a:t> </a:t>
            </a:r>
            <a:r>
              <a:rPr sz="3200" b="1" spc="-10" dirty="0">
                <a:latin typeface="Calibri"/>
                <a:cs typeface="Calibri"/>
              </a:rPr>
              <a:t>dùng.</a:t>
            </a:r>
            <a:endParaRPr sz="3200">
              <a:latin typeface="Calibri"/>
              <a:cs typeface="Calibri"/>
            </a:endParaRPr>
          </a:p>
          <a:p>
            <a:pPr>
              <a:lnSpc>
                <a:spcPct val="100000"/>
              </a:lnSpc>
              <a:spcBef>
                <a:spcPts val="1470"/>
              </a:spcBef>
            </a:pPr>
            <a:endParaRPr sz="3200">
              <a:latin typeface="Calibri"/>
              <a:cs typeface="Calibri"/>
            </a:endParaRPr>
          </a:p>
          <a:p>
            <a:pPr marL="12700">
              <a:lnSpc>
                <a:spcPct val="100000"/>
              </a:lnSpc>
            </a:pPr>
            <a:r>
              <a:rPr sz="3200" b="1" u="sng" dirty="0">
                <a:uFill>
                  <a:solidFill>
                    <a:srgbClr val="000000"/>
                  </a:solidFill>
                </a:uFill>
                <a:latin typeface="Calibri"/>
                <a:cs typeface="Calibri"/>
              </a:rPr>
              <a:t>5.</a:t>
            </a:r>
            <a:r>
              <a:rPr sz="3200" b="1" u="sng" spc="-25" dirty="0">
                <a:uFill>
                  <a:solidFill>
                    <a:srgbClr val="000000"/>
                  </a:solidFill>
                </a:uFill>
                <a:latin typeface="Calibri"/>
                <a:cs typeface="Calibri"/>
              </a:rPr>
              <a:t> </a:t>
            </a:r>
            <a:r>
              <a:rPr sz="3200" b="1" u="sng" dirty="0">
                <a:uFill>
                  <a:solidFill>
                    <a:srgbClr val="000000"/>
                  </a:solidFill>
                </a:uFill>
                <a:latin typeface="Calibri"/>
                <a:cs typeface="Calibri"/>
              </a:rPr>
              <a:t>Qui</a:t>
            </a:r>
            <a:r>
              <a:rPr sz="3200" b="1" u="sng" spc="-15" dirty="0">
                <a:uFill>
                  <a:solidFill>
                    <a:srgbClr val="000000"/>
                  </a:solidFill>
                </a:uFill>
                <a:latin typeface="Calibri"/>
                <a:cs typeface="Calibri"/>
              </a:rPr>
              <a:t> </a:t>
            </a:r>
            <a:r>
              <a:rPr sz="3200" b="1" u="sng" dirty="0">
                <a:uFill>
                  <a:solidFill>
                    <a:srgbClr val="000000"/>
                  </a:solidFill>
                </a:uFill>
                <a:latin typeface="Calibri"/>
                <a:cs typeface="Calibri"/>
              </a:rPr>
              <a:t>tắc</a:t>
            </a:r>
            <a:r>
              <a:rPr sz="3200" b="1" u="sng" spc="-35" dirty="0">
                <a:uFill>
                  <a:solidFill>
                    <a:srgbClr val="000000"/>
                  </a:solidFill>
                </a:uFill>
                <a:latin typeface="Calibri"/>
                <a:cs typeface="Calibri"/>
              </a:rPr>
              <a:t> </a:t>
            </a:r>
            <a:r>
              <a:rPr sz="3200" b="1" i="1" u="sng" dirty="0">
                <a:uFill>
                  <a:solidFill>
                    <a:srgbClr val="000000"/>
                  </a:solidFill>
                </a:uFill>
                <a:latin typeface="Calibri"/>
                <a:cs typeface="Calibri"/>
              </a:rPr>
              <a:t>đơn</a:t>
            </a:r>
            <a:r>
              <a:rPr sz="3200" b="1" i="1" u="sng" spc="-25" dirty="0">
                <a:uFill>
                  <a:solidFill>
                    <a:srgbClr val="000000"/>
                  </a:solidFill>
                </a:uFill>
                <a:latin typeface="Calibri"/>
                <a:cs typeface="Calibri"/>
              </a:rPr>
              <a:t> </a:t>
            </a:r>
            <a:r>
              <a:rPr sz="3200" b="1" i="1" u="sng" dirty="0">
                <a:uFill>
                  <a:solidFill>
                    <a:srgbClr val="000000"/>
                  </a:solidFill>
                </a:uFill>
                <a:latin typeface="Calibri"/>
                <a:cs typeface="Calibri"/>
              </a:rPr>
              <a:t>giản</a:t>
            </a:r>
            <a:r>
              <a:rPr sz="3200" b="1" i="1" u="sng" spc="-25" dirty="0">
                <a:uFill>
                  <a:solidFill>
                    <a:srgbClr val="000000"/>
                  </a:solidFill>
                </a:uFill>
                <a:latin typeface="Calibri"/>
                <a:cs typeface="Calibri"/>
              </a:rPr>
              <a:t> </a:t>
            </a:r>
            <a:r>
              <a:rPr sz="3200" b="1" u="sng" spc="-10" dirty="0">
                <a:uFill>
                  <a:solidFill>
                    <a:srgbClr val="000000"/>
                  </a:solidFill>
                </a:uFill>
                <a:latin typeface="Calibri"/>
                <a:cs typeface="Calibri"/>
              </a:rPr>
              <a:t>(Simplification)</a:t>
            </a:r>
            <a:endParaRPr sz="3200">
              <a:latin typeface="Calibri"/>
              <a:cs typeface="Calibri"/>
            </a:endParaRPr>
          </a:p>
          <a:p>
            <a:pPr>
              <a:lnSpc>
                <a:spcPct val="100000"/>
              </a:lnSpc>
              <a:spcBef>
                <a:spcPts val="750"/>
              </a:spcBef>
            </a:pPr>
            <a:endParaRPr sz="3200">
              <a:latin typeface="Calibri"/>
              <a:cs typeface="Calibri"/>
            </a:endParaRPr>
          </a:p>
          <a:p>
            <a:pPr marL="12700" marR="143510" indent="2072639">
              <a:lnSpc>
                <a:spcPct val="119400"/>
              </a:lnSpc>
              <a:spcBef>
                <a:spcPts val="5"/>
              </a:spcBef>
            </a:pPr>
            <a:r>
              <a:rPr sz="3200" dirty="0">
                <a:latin typeface="Calibri"/>
                <a:cs typeface="Calibri"/>
              </a:rPr>
              <a:t>(p</a:t>
            </a:r>
            <a:r>
              <a:rPr sz="3200" spc="-25" dirty="0">
                <a:latin typeface="Calibri"/>
                <a:cs typeface="Calibri"/>
              </a:rPr>
              <a:t> </a:t>
            </a:r>
            <a:r>
              <a:rPr sz="3200" dirty="0">
                <a:latin typeface="Symbol"/>
                <a:cs typeface="Symbol"/>
              </a:rPr>
              <a:t></a:t>
            </a:r>
            <a:r>
              <a:rPr sz="3200" spc="-110" dirty="0">
                <a:latin typeface="Times New Roman"/>
                <a:cs typeface="Times New Roman"/>
              </a:rPr>
              <a:t> </a:t>
            </a:r>
            <a:r>
              <a:rPr sz="3200" dirty="0">
                <a:latin typeface="Calibri"/>
                <a:cs typeface="Calibri"/>
              </a:rPr>
              <a:t>q)</a:t>
            </a:r>
            <a:r>
              <a:rPr sz="3200" spc="-25" dirty="0">
                <a:latin typeface="Calibri"/>
                <a:cs typeface="Calibri"/>
              </a:rPr>
              <a:t> </a:t>
            </a:r>
            <a:r>
              <a:rPr sz="3200" dirty="0">
                <a:latin typeface="Symbol"/>
                <a:cs typeface="Symbol"/>
              </a:rPr>
              <a:t></a:t>
            </a:r>
            <a:r>
              <a:rPr sz="3200" spc="-105" dirty="0">
                <a:latin typeface="Times New Roman"/>
                <a:cs typeface="Times New Roman"/>
              </a:rPr>
              <a:t> </a:t>
            </a:r>
            <a:r>
              <a:rPr sz="3200" dirty="0">
                <a:latin typeface="Calibri"/>
                <a:cs typeface="Calibri"/>
              </a:rPr>
              <a:t>p</a:t>
            </a:r>
            <a:r>
              <a:rPr sz="3200" spc="-30" dirty="0">
                <a:latin typeface="Calibri"/>
                <a:cs typeface="Calibri"/>
              </a:rPr>
              <a:t> </a:t>
            </a:r>
            <a:r>
              <a:rPr sz="3200" dirty="0">
                <a:latin typeface="Calibri"/>
                <a:cs typeface="Calibri"/>
              </a:rPr>
              <a:t>là</a:t>
            </a:r>
            <a:r>
              <a:rPr sz="3200" spc="-25" dirty="0">
                <a:latin typeface="Calibri"/>
                <a:cs typeface="Calibri"/>
              </a:rPr>
              <a:t> </a:t>
            </a:r>
            <a:r>
              <a:rPr sz="3200" dirty="0">
                <a:latin typeface="Calibri"/>
                <a:cs typeface="Calibri"/>
              </a:rPr>
              <a:t>hằng</a:t>
            </a:r>
            <a:r>
              <a:rPr sz="3200" spc="-10" dirty="0">
                <a:latin typeface="Calibri"/>
                <a:cs typeface="Calibri"/>
              </a:rPr>
              <a:t> </a:t>
            </a:r>
            <a:r>
              <a:rPr sz="3200" spc="-20" dirty="0">
                <a:latin typeface="Calibri"/>
                <a:cs typeface="Calibri"/>
              </a:rPr>
              <a:t>đúng </a:t>
            </a:r>
            <a:r>
              <a:rPr sz="3200" dirty="0">
                <a:latin typeface="Calibri"/>
                <a:cs typeface="Calibri"/>
              </a:rPr>
              <a:t>VD</a:t>
            </a:r>
            <a:r>
              <a:rPr sz="3200" spc="-35"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15</a:t>
            </a:r>
            <a:r>
              <a:rPr sz="3200" spc="-10" dirty="0">
                <a:latin typeface="Calibri"/>
                <a:cs typeface="Calibri"/>
              </a:rPr>
              <a:t> </a:t>
            </a:r>
            <a:r>
              <a:rPr sz="3200" dirty="0">
                <a:latin typeface="Calibri"/>
                <a:cs typeface="Calibri"/>
              </a:rPr>
              <a:t>là</a:t>
            </a:r>
            <a:r>
              <a:rPr sz="3200" spc="-25" dirty="0">
                <a:latin typeface="Calibri"/>
                <a:cs typeface="Calibri"/>
              </a:rPr>
              <a:t> </a:t>
            </a:r>
            <a:r>
              <a:rPr sz="3200" dirty="0">
                <a:latin typeface="Calibri"/>
                <a:cs typeface="Calibri"/>
              </a:rPr>
              <a:t>số</a:t>
            </a:r>
            <a:r>
              <a:rPr sz="3200" spc="-20" dirty="0">
                <a:latin typeface="Calibri"/>
                <a:cs typeface="Calibri"/>
              </a:rPr>
              <a:t> </a:t>
            </a:r>
            <a:r>
              <a:rPr sz="3200" dirty="0">
                <a:latin typeface="Calibri"/>
                <a:cs typeface="Calibri"/>
              </a:rPr>
              <a:t>lẻ</a:t>
            </a:r>
            <a:r>
              <a:rPr sz="3200" spc="-20" dirty="0">
                <a:latin typeface="Calibri"/>
                <a:cs typeface="Calibri"/>
              </a:rPr>
              <a:t> </a:t>
            </a:r>
            <a:r>
              <a:rPr sz="3200" dirty="0">
                <a:latin typeface="Calibri"/>
                <a:cs typeface="Calibri"/>
              </a:rPr>
              <a:t>và</a:t>
            </a:r>
            <a:r>
              <a:rPr sz="3200" spc="-25" dirty="0">
                <a:latin typeface="Calibri"/>
                <a:cs typeface="Calibri"/>
              </a:rPr>
              <a:t> </a:t>
            </a:r>
            <a:r>
              <a:rPr sz="3200" dirty="0">
                <a:latin typeface="Calibri"/>
                <a:cs typeface="Calibri"/>
              </a:rPr>
              <a:t>chia</a:t>
            </a:r>
            <a:r>
              <a:rPr sz="3200" spc="-5" dirty="0">
                <a:latin typeface="Calibri"/>
                <a:cs typeface="Calibri"/>
              </a:rPr>
              <a:t> </a:t>
            </a:r>
            <a:r>
              <a:rPr sz="3200" dirty="0">
                <a:latin typeface="Calibri"/>
                <a:cs typeface="Calibri"/>
              </a:rPr>
              <a:t>hết</a:t>
            </a:r>
            <a:r>
              <a:rPr sz="3200" spc="-25" dirty="0">
                <a:latin typeface="Calibri"/>
                <a:cs typeface="Calibri"/>
              </a:rPr>
              <a:t> </a:t>
            </a:r>
            <a:r>
              <a:rPr sz="3200" dirty="0">
                <a:latin typeface="Calibri"/>
                <a:cs typeface="Calibri"/>
              </a:rPr>
              <a:t>cho</a:t>
            </a:r>
            <a:r>
              <a:rPr sz="3200" spc="-25" dirty="0">
                <a:latin typeface="Calibri"/>
                <a:cs typeface="Calibri"/>
              </a:rPr>
              <a:t> 5,</a:t>
            </a:r>
            <a:endParaRPr sz="3200">
              <a:latin typeface="Calibri"/>
              <a:cs typeface="Calibri"/>
            </a:endParaRPr>
          </a:p>
          <a:p>
            <a:pPr marL="842010">
              <a:lnSpc>
                <a:spcPct val="100000"/>
              </a:lnSpc>
              <a:spcBef>
                <a:spcPts val="770"/>
              </a:spcBef>
            </a:pPr>
            <a:r>
              <a:rPr sz="3200" spc="-45" dirty="0">
                <a:latin typeface="Calibri"/>
                <a:cs typeface="Calibri"/>
              </a:rPr>
              <a:t>Vậy</a:t>
            </a:r>
            <a:r>
              <a:rPr sz="3200" spc="-55" dirty="0">
                <a:latin typeface="Calibri"/>
                <a:cs typeface="Calibri"/>
              </a:rPr>
              <a:t> </a:t>
            </a:r>
            <a:r>
              <a:rPr sz="3200" dirty="0">
                <a:latin typeface="Calibri"/>
                <a:cs typeface="Calibri"/>
              </a:rPr>
              <a:t>15</a:t>
            </a:r>
            <a:r>
              <a:rPr sz="3200" spc="-50" dirty="0">
                <a:latin typeface="Calibri"/>
                <a:cs typeface="Calibri"/>
              </a:rPr>
              <a:t> </a:t>
            </a:r>
            <a:r>
              <a:rPr sz="3200" dirty="0">
                <a:latin typeface="Calibri"/>
                <a:cs typeface="Calibri"/>
              </a:rPr>
              <a:t>chia</a:t>
            </a:r>
            <a:r>
              <a:rPr sz="3200" spc="-50" dirty="0">
                <a:latin typeface="Calibri"/>
                <a:cs typeface="Calibri"/>
              </a:rPr>
              <a:t> </a:t>
            </a:r>
            <a:r>
              <a:rPr sz="3200" dirty="0">
                <a:latin typeface="Calibri"/>
                <a:cs typeface="Calibri"/>
              </a:rPr>
              <a:t>hết</a:t>
            </a:r>
            <a:r>
              <a:rPr sz="3200" spc="-55" dirty="0">
                <a:latin typeface="Calibri"/>
                <a:cs typeface="Calibri"/>
              </a:rPr>
              <a:t> </a:t>
            </a:r>
            <a:r>
              <a:rPr sz="3200" dirty="0">
                <a:latin typeface="Calibri"/>
                <a:cs typeface="Calibri"/>
              </a:rPr>
              <a:t>cho</a:t>
            </a:r>
            <a:r>
              <a:rPr sz="3200" spc="-55" dirty="0">
                <a:latin typeface="Calibri"/>
                <a:cs typeface="Calibri"/>
              </a:rPr>
              <a:t> </a:t>
            </a:r>
            <a:r>
              <a:rPr sz="3200" spc="-25" dirty="0">
                <a:latin typeface="Calibri"/>
                <a:cs typeface="Calibri"/>
              </a:rPr>
              <a:t>5.</a:t>
            </a:r>
            <a:endParaRPr sz="3200">
              <a:latin typeface="Calibri"/>
              <a:cs typeface="Calibri"/>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135164"/>
            <a:ext cx="8137525" cy="5687695"/>
          </a:xfrm>
          <a:prstGeom prst="rect">
            <a:avLst/>
          </a:prstGeom>
        </p:spPr>
        <p:txBody>
          <a:bodyPr vert="horz" wrap="square" lIns="0" tIns="113664" rIns="0" bIns="0" rtlCol="0">
            <a:spAutoFit/>
          </a:bodyPr>
          <a:lstStyle/>
          <a:p>
            <a:pPr marL="624840" lvl="1" indent="-612140">
              <a:lnSpc>
                <a:spcPct val="100000"/>
              </a:lnSpc>
              <a:spcBef>
                <a:spcPts val="894"/>
              </a:spcBef>
              <a:buAutoNum type="arabicPeriod" startAt="8"/>
              <a:tabLst>
                <a:tab pos="624840" algn="l"/>
              </a:tabLst>
            </a:pPr>
            <a:r>
              <a:rPr sz="3200" b="1" dirty="0">
                <a:latin typeface="Calibri"/>
                <a:cs typeface="Calibri"/>
              </a:rPr>
              <a:t>Vị</a:t>
            </a:r>
            <a:r>
              <a:rPr sz="3200" b="1" spc="-35" dirty="0">
                <a:latin typeface="Calibri"/>
                <a:cs typeface="Calibri"/>
              </a:rPr>
              <a:t> </a:t>
            </a:r>
            <a:r>
              <a:rPr sz="3200" b="1" dirty="0">
                <a:latin typeface="Calibri"/>
                <a:cs typeface="Calibri"/>
              </a:rPr>
              <a:t>từ</a:t>
            </a:r>
            <a:r>
              <a:rPr sz="3200" b="1" spc="-25" dirty="0">
                <a:latin typeface="Calibri"/>
                <a:cs typeface="Calibri"/>
              </a:rPr>
              <a:t> </a:t>
            </a:r>
            <a:r>
              <a:rPr sz="3200" b="1" dirty="0">
                <a:latin typeface="Calibri"/>
                <a:cs typeface="Calibri"/>
              </a:rPr>
              <a:t>và</a:t>
            </a:r>
            <a:r>
              <a:rPr sz="3200" b="1" spc="-25" dirty="0">
                <a:latin typeface="Calibri"/>
                <a:cs typeface="Calibri"/>
              </a:rPr>
              <a:t> </a:t>
            </a:r>
            <a:r>
              <a:rPr sz="3200" b="1" dirty="0">
                <a:latin typeface="Calibri"/>
                <a:cs typeface="Calibri"/>
              </a:rPr>
              <a:t>lượng</a:t>
            </a:r>
            <a:r>
              <a:rPr sz="3200" b="1" spc="-35" dirty="0">
                <a:latin typeface="Calibri"/>
                <a:cs typeface="Calibri"/>
              </a:rPr>
              <a:t> </a:t>
            </a:r>
            <a:r>
              <a:rPr sz="3200" b="1" spc="-25" dirty="0">
                <a:latin typeface="Calibri"/>
                <a:cs typeface="Calibri"/>
              </a:rPr>
              <a:t>từ:</a:t>
            </a:r>
            <a:endParaRPr sz="3200">
              <a:latin typeface="Calibri"/>
              <a:cs typeface="Calibri"/>
            </a:endParaRPr>
          </a:p>
          <a:p>
            <a:pPr marL="938530" lvl="2" indent="-925830">
              <a:lnSpc>
                <a:spcPct val="100000"/>
              </a:lnSpc>
              <a:spcBef>
                <a:spcPts val="795"/>
              </a:spcBef>
              <a:buAutoNum type="arabicPeriod"/>
              <a:tabLst>
                <a:tab pos="938530" algn="l"/>
              </a:tabLst>
            </a:pPr>
            <a:r>
              <a:rPr sz="3200" b="1" dirty="0">
                <a:latin typeface="Calibri"/>
                <a:cs typeface="Calibri"/>
              </a:rPr>
              <a:t>Định</a:t>
            </a:r>
            <a:r>
              <a:rPr sz="3200" b="1" spc="-25" dirty="0">
                <a:latin typeface="Calibri"/>
                <a:cs typeface="Calibri"/>
              </a:rPr>
              <a:t> </a:t>
            </a:r>
            <a:r>
              <a:rPr sz="3200" b="1" dirty="0">
                <a:latin typeface="Calibri"/>
                <a:cs typeface="Calibri"/>
              </a:rPr>
              <a:t>nghĩa:</a:t>
            </a:r>
            <a:r>
              <a:rPr sz="3200" b="1" spc="-55" dirty="0">
                <a:latin typeface="Calibri"/>
                <a:cs typeface="Calibri"/>
              </a:rPr>
              <a:t> </a:t>
            </a:r>
            <a:r>
              <a:rPr sz="3200" dirty="0">
                <a:latin typeface="Calibri"/>
                <a:cs typeface="Calibri"/>
              </a:rPr>
              <a:t>vị</a:t>
            </a:r>
            <a:r>
              <a:rPr sz="3200" spc="-20" dirty="0">
                <a:latin typeface="Calibri"/>
                <a:cs typeface="Calibri"/>
              </a:rPr>
              <a:t> </a:t>
            </a:r>
            <a:r>
              <a:rPr sz="3200" dirty="0">
                <a:latin typeface="Calibri"/>
                <a:cs typeface="Calibri"/>
              </a:rPr>
              <a:t>từ</a:t>
            </a:r>
            <a:r>
              <a:rPr sz="3200" spc="-20" dirty="0">
                <a:latin typeface="Calibri"/>
                <a:cs typeface="Calibri"/>
              </a:rPr>
              <a:t> </a:t>
            </a:r>
            <a:r>
              <a:rPr sz="3200" dirty="0">
                <a:latin typeface="Calibri"/>
                <a:cs typeface="Calibri"/>
              </a:rPr>
              <a:t>P(x,</a:t>
            </a:r>
            <a:r>
              <a:rPr sz="3200" spc="-20" dirty="0">
                <a:latin typeface="Calibri"/>
                <a:cs typeface="Calibri"/>
              </a:rPr>
              <a:t> </a:t>
            </a:r>
            <a:r>
              <a:rPr sz="3200" spc="-55" dirty="0">
                <a:latin typeface="Calibri"/>
                <a:cs typeface="Calibri"/>
              </a:rPr>
              <a:t>y,</a:t>
            </a:r>
            <a:r>
              <a:rPr sz="3200" spc="-25"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a:t>
            </a:r>
            <a:r>
              <a:rPr sz="3200" spc="-5" dirty="0">
                <a:latin typeface="Calibri"/>
                <a:cs typeface="Calibri"/>
              </a:rPr>
              <a:t> </a:t>
            </a:r>
            <a:r>
              <a:rPr sz="3200" dirty="0">
                <a:latin typeface="Calibri"/>
                <a:cs typeface="Calibri"/>
              </a:rPr>
              <a:t>x</a:t>
            </a:r>
            <a:r>
              <a:rPr sz="3200" dirty="0">
                <a:latin typeface="Symbol"/>
                <a:cs typeface="Symbol"/>
              </a:rPr>
              <a:t></a:t>
            </a:r>
            <a:r>
              <a:rPr sz="3200" spc="-95" dirty="0">
                <a:latin typeface="Times New Roman"/>
                <a:cs typeface="Times New Roman"/>
              </a:rPr>
              <a:t> </a:t>
            </a:r>
            <a:r>
              <a:rPr sz="3200" dirty="0">
                <a:latin typeface="Calibri"/>
                <a:cs typeface="Calibri"/>
              </a:rPr>
              <a:t>A,</a:t>
            </a:r>
            <a:r>
              <a:rPr sz="3200" spc="-25" dirty="0">
                <a:latin typeface="Calibri"/>
                <a:cs typeface="Calibri"/>
              </a:rPr>
              <a:t> </a:t>
            </a:r>
            <a:r>
              <a:rPr sz="3200" dirty="0">
                <a:latin typeface="Calibri"/>
                <a:cs typeface="Calibri"/>
              </a:rPr>
              <a:t>y</a:t>
            </a:r>
            <a:r>
              <a:rPr sz="3200" dirty="0">
                <a:latin typeface="Symbol"/>
                <a:cs typeface="Symbol"/>
              </a:rPr>
              <a:t></a:t>
            </a:r>
            <a:r>
              <a:rPr sz="3200" spc="-95" dirty="0">
                <a:latin typeface="Times New Roman"/>
                <a:cs typeface="Times New Roman"/>
              </a:rPr>
              <a:t> </a:t>
            </a:r>
            <a:r>
              <a:rPr sz="3200" dirty="0">
                <a:latin typeface="Calibri"/>
                <a:cs typeface="Calibri"/>
              </a:rPr>
              <a:t>B,</a:t>
            </a:r>
            <a:r>
              <a:rPr sz="3200" spc="-20"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a:t>
            </a:r>
            <a:r>
              <a:rPr sz="3200" spc="-25" dirty="0">
                <a:latin typeface="Calibri"/>
                <a:cs typeface="Calibri"/>
              </a:rPr>
              <a:t> </a:t>
            </a:r>
            <a:r>
              <a:rPr sz="3200" spc="-50" dirty="0">
                <a:latin typeface="Calibri"/>
                <a:cs typeface="Calibri"/>
              </a:rPr>
              <a:t>.</a:t>
            </a:r>
            <a:endParaRPr sz="3200">
              <a:latin typeface="Calibri"/>
              <a:cs typeface="Calibri"/>
            </a:endParaRPr>
          </a:p>
          <a:p>
            <a:pPr marL="12700" marR="542290" lvl="3" indent="215900">
              <a:lnSpc>
                <a:spcPct val="100000"/>
              </a:lnSpc>
              <a:spcBef>
                <a:spcPts val="740"/>
              </a:spcBef>
              <a:buFont typeface="Calibri"/>
              <a:buChar char="-"/>
              <a:tabLst>
                <a:tab pos="228600" algn="l"/>
              </a:tabLst>
            </a:pPr>
            <a:r>
              <a:rPr sz="3200" dirty="0">
                <a:latin typeface="Calibri"/>
                <a:cs typeface="Calibri"/>
              </a:rPr>
              <a:t>P</a:t>
            </a:r>
            <a:r>
              <a:rPr sz="3200" spc="-30" dirty="0">
                <a:latin typeface="Calibri"/>
                <a:cs typeface="Calibri"/>
              </a:rPr>
              <a:t> </a:t>
            </a:r>
            <a:r>
              <a:rPr sz="3200" dirty="0">
                <a:latin typeface="Calibri"/>
                <a:cs typeface="Calibri"/>
              </a:rPr>
              <a:t>chưa</a:t>
            </a:r>
            <a:r>
              <a:rPr sz="3200" spc="-35" dirty="0">
                <a:latin typeface="Calibri"/>
                <a:cs typeface="Calibri"/>
              </a:rPr>
              <a:t> </a:t>
            </a:r>
            <a:r>
              <a:rPr sz="3200" dirty="0">
                <a:latin typeface="Calibri"/>
                <a:cs typeface="Calibri"/>
              </a:rPr>
              <a:t>phải</a:t>
            </a:r>
            <a:r>
              <a:rPr sz="3200" spc="-20" dirty="0">
                <a:latin typeface="Calibri"/>
                <a:cs typeface="Calibri"/>
              </a:rPr>
              <a:t> </a:t>
            </a:r>
            <a:r>
              <a:rPr sz="3200" dirty="0">
                <a:latin typeface="Calibri"/>
                <a:cs typeface="Calibri"/>
              </a:rPr>
              <a:t>là</a:t>
            </a:r>
            <a:r>
              <a:rPr sz="3200" spc="-25" dirty="0">
                <a:latin typeface="Calibri"/>
                <a:cs typeface="Calibri"/>
              </a:rPr>
              <a:t> </a:t>
            </a:r>
            <a:r>
              <a:rPr sz="3200" dirty="0">
                <a:latin typeface="Calibri"/>
                <a:cs typeface="Calibri"/>
              </a:rPr>
              <a:t>mệnh</a:t>
            </a:r>
            <a:r>
              <a:rPr sz="3200" spc="-40" dirty="0">
                <a:latin typeface="Calibri"/>
                <a:cs typeface="Calibri"/>
              </a:rPr>
              <a:t> </a:t>
            </a:r>
            <a:r>
              <a:rPr sz="3200" dirty="0">
                <a:latin typeface="Calibri"/>
                <a:cs typeface="Calibri"/>
              </a:rPr>
              <a:t>đề</a:t>
            </a:r>
            <a:r>
              <a:rPr sz="3200" spc="-20" dirty="0">
                <a:latin typeface="Calibri"/>
                <a:cs typeface="Calibri"/>
              </a:rPr>
              <a:t> </a:t>
            </a:r>
            <a:r>
              <a:rPr sz="3200" dirty="0">
                <a:latin typeface="Calibri"/>
                <a:cs typeface="Calibri"/>
              </a:rPr>
              <a:t>(chưa</a:t>
            </a:r>
            <a:r>
              <a:rPr sz="3200" spc="-25" dirty="0">
                <a:latin typeface="Calibri"/>
                <a:cs typeface="Calibri"/>
              </a:rPr>
              <a:t> </a:t>
            </a:r>
            <a:r>
              <a:rPr sz="3200" dirty="0">
                <a:latin typeface="Calibri"/>
                <a:cs typeface="Calibri"/>
              </a:rPr>
              <a:t>xác</a:t>
            </a:r>
            <a:r>
              <a:rPr sz="3200" spc="-25" dirty="0">
                <a:latin typeface="Calibri"/>
                <a:cs typeface="Calibri"/>
              </a:rPr>
              <a:t> </a:t>
            </a:r>
            <a:r>
              <a:rPr sz="3200" dirty="0">
                <a:latin typeface="Calibri"/>
                <a:cs typeface="Calibri"/>
              </a:rPr>
              <a:t>định</a:t>
            </a:r>
            <a:r>
              <a:rPr sz="3200" spc="-25" dirty="0">
                <a:latin typeface="Calibri"/>
                <a:cs typeface="Calibri"/>
              </a:rPr>
              <a:t> </a:t>
            </a:r>
            <a:r>
              <a:rPr sz="3200" spc="-20" dirty="0">
                <a:latin typeface="Calibri"/>
                <a:cs typeface="Calibri"/>
              </a:rPr>
              <a:t>được </a:t>
            </a:r>
            <a:r>
              <a:rPr sz="3200" dirty="0">
                <a:latin typeface="Calibri"/>
                <a:cs typeface="Calibri"/>
              </a:rPr>
              <a:t>chân</a:t>
            </a:r>
            <a:r>
              <a:rPr sz="3200" spc="-85" dirty="0">
                <a:latin typeface="Calibri"/>
                <a:cs typeface="Calibri"/>
              </a:rPr>
              <a:t> </a:t>
            </a:r>
            <a:r>
              <a:rPr sz="3200" spc="-10" dirty="0">
                <a:latin typeface="Calibri"/>
                <a:cs typeface="Calibri"/>
              </a:rPr>
              <a:t>trị),</a:t>
            </a:r>
            <a:endParaRPr sz="3200">
              <a:latin typeface="Calibri"/>
              <a:cs typeface="Calibri"/>
            </a:endParaRPr>
          </a:p>
          <a:p>
            <a:pPr marL="12700" marR="149860" lvl="3" indent="215900">
              <a:lnSpc>
                <a:spcPts val="3820"/>
              </a:lnSpc>
              <a:spcBef>
                <a:spcPts val="940"/>
              </a:spcBef>
              <a:buChar char="-"/>
              <a:tabLst>
                <a:tab pos="228600" algn="l"/>
              </a:tabLst>
            </a:pPr>
            <a:r>
              <a:rPr sz="3200" dirty="0">
                <a:latin typeface="Calibri"/>
                <a:cs typeface="Calibri"/>
              </a:rPr>
              <a:t>Khi</a:t>
            </a:r>
            <a:r>
              <a:rPr sz="3200" spc="-30" dirty="0">
                <a:latin typeface="Calibri"/>
                <a:cs typeface="Calibri"/>
              </a:rPr>
              <a:t> </a:t>
            </a:r>
            <a:r>
              <a:rPr sz="3200" dirty="0">
                <a:latin typeface="Calibri"/>
                <a:cs typeface="Calibri"/>
              </a:rPr>
              <a:t>thay</a:t>
            </a:r>
            <a:r>
              <a:rPr sz="3200" spc="-25" dirty="0">
                <a:latin typeface="Calibri"/>
                <a:cs typeface="Calibri"/>
              </a:rPr>
              <a:t> </a:t>
            </a:r>
            <a:r>
              <a:rPr sz="3200" dirty="0">
                <a:latin typeface="Calibri"/>
                <a:cs typeface="Calibri"/>
              </a:rPr>
              <a:t>x</a:t>
            </a:r>
            <a:r>
              <a:rPr sz="3200" spc="-20"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a</a:t>
            </a:r>
            <a:r>
              <a:rPr sz="3200" spc="-10"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Calibri"/>
                <a:cs typeface="Calibri"/>
              </a:rPr>
              <a:t>A,</a:t>
            </a:r>
            <a:r>
              <a:rPr sz="3200" spc="-25" dirty="0">
                <a:latin typeface="Calibri"/>
                <a:cs typeface="Calibri"/>
              </a:rPr>
              <a:t> </a:t>
            </a:r>
            <a:r>
              <a:rPr sz="3200" dirty="0">
                <a:latin typeface="Calibri"/>
                <a:cs typeface="Calibri"/>
              </a:rPr>
              <a:t>y</a:t>
            </a:r>
            <a:r>
              <a:rPr sz="3200" spc="-25"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b</a:t>
            </a:r>
            <a:r>
              <a:rPr sz="3200" spc="-15"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Calibri"/>
                <a:cs typeface="Calibri"/>
              </a:rPr>
              <a:t>B,</a:t>
            </a:r>
            <a:r>
              <a:rPr sz="3200" spc="-25"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a:t>
            </a:r>
            <a:r>
              <a:rPr sz="3200" spc="-5" dirty="0">
                <a:latin typeface="Calibri"/>
                <a:cs typeface="Calibri"/>
              </a:rPr>
              <a:t> </a:t>
            </a:r>
            <a:r>
              <a:rPr sz="3200" dirty="0">
                <a:latin typeface="Calibri"/>
                <a:cs typeface="Calibri"/>
              </a:rPr>
              <a:t>thì</a:t>
            </a:r>
            <a:r>
              <a:rPr sz="3200" spc="-20" dirty="0">
                <a:latin typeface="Calibri"/>
                <a:cs typeface="Calibri"/>
              </a:rPr>
              <a:t> </a:t>
            </a:r>
            <a:r>
              <a:rPr sz="3200" dirty="0">
                <a:latin typeface="Calibri"/>
                <a:cs typeface="Calibri"/>
              </a:rPr>
              <a:t>ta</a:t>
            </a:r>
            <a:r>
              <a:rPr sz="3200" spc="-30" dirty="0">
                <a:latin typeface="Calibri"/>
                <a:cs typeface="Calibri"/>
              </a:rPr>
              <a:t> </a:t>
            </a:r>
            <a:r>
              <a:rPr sz="3200" dirty="0">
                <a:latin typeface="Calibri"/>
                <a:cs typeface="Calibri"/>
              </a:rPr>
              <a:t>có</a:t>
            </a:r>
            <a:r>
              <a:rPr sz="3200" spc="-35" dirty="0">
                <a:latin typeface="Calibri"/>
                <a:cs typeface="Calibri"/>
              </a:rPr>
              <a:t> </a:t>
            </a:r>
            <a:r>
              <a:rPr sz="3200" b="1" spc="-20" dirty="0">
                <a:latin typeface="Calibri"/>
                <a:cs typeface="Calibri"/>
              </a:rPr>
              <a:t>mệnh </a:t>
            </a:r>
            <a:r>
              <a:rPr sz="3200" b="1" dirty="0">
                <a:latin typeface="Calibri"/>
                <a:cs typeface="Calibri"/>
              </a:rPr>
              <a:t>đề</a:t>
            </a:r>
            <a:r>
              <a:rPr sz="3200" b="1" spc="-30" dirty="0">
                <a:latin typeface="Calibri"/>
                <a:cs typeface="Calibri"/>
              </a:rPr>
              <a:t> </a:t>
            </a:r>
            <a:r>
              <a:rPr sz="3200" dirty="0">
                <a:latin typeface="Calibri"/>
                <a:cs typeface="Calibri"/>
              </a:rPr>
              <a:t>P(a,b,</a:t>
            </a:r>
            <a:r>
              <a:rPr sz="3200" spc="-30" dirty="0">
                <a:latin typeface="Calibri"/>
                <a:cs typeface="Calibri"/>
              </a:rPr>
              <a:t> </a:t>
            </a:r>
            <a:r>
              <a:rPr sz="3200" dirty="0">
                <a:latin typeface="Calibri"/>
                <a:cs typeface="Calibri"/>
              </a:rPr>
              <a:t>.</a:t>
            </a:r>
            <a:r>
              <a:rPr sz="3200" spc="-35" dirty="0">
                <a:latin typeface="Calibri"/>
                <a:cs typeface="Calibri"/>
              </a:rPr>
              <a:t> </a:t>
            </a:r>
            <a:r>
              <a:rPr sz="3200" dirty="0">
                <a:latin typeface="Calibri"/>
                <a:cs typeface="Calibri"/>
              </a:rPr>
              <a:t>.</a:t>
            </a:r>
            <a:r>
              <a:rPr sz="3200" spc="-35"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(Xác</a:t>
            </a:r>
            <a:r>
              <a:rPr sz="3200" spc="-30" dirty="0">
                <a:latin typeface="Calibri"/>
                <a:cs typeface="Calibri"/>
              </a:rPr>
              <a:t> </a:t>
            </a:r>
            <a:r>
              <a:rPr sz="3200" dirty="0">
                <a:latin typeface="Calibri"/>
                <a:cs typeface="Calibri"/>
              </a:rPr>
              <a:t>định</a:t>
            </a:r>
            <a:r>
              <a:rPr sz="3200" spc="-25" dirty="0">
                <a:latin typeface="Calibri"/>
                <a:cs typeface="Calibri"/>
              </a:rPr>
              <a:t> </a:t>
            </a:r>
            <a:r>
              <a:rPr sz="3200" dirty="0">
                <a:latin typeface="Calibri"/>
                <a:cs typeface="Calibri"/>
              </a:rPr>
              <a:t>được</a:t>
            </a:r>
            <a:r>
              <a:rPr sz="3200" spc="-45" dirty="0">
                <a:latin typeface="Calibri"/>
                <a:cs typeface="Calibri"/>
              </a:rPr>
              <a:t> </a:t>
            </a:r>
            <a:r>
              <a:rPr sz="3200" dirty="0">
                <a:latin typeface="Calibri"/>
                <a:cs typeface="Calibri"/>
              </a:rPr>
              <a:t>chân</a:t>
            </a:r>
            <a:r>
              <a:rPr sz="3200" spc="-30" dirty="0">
                <a:latin typeface="Calibri"/>
                <a:cs typeface="Calibri"/>
              </a:rPr>
              <a:t> </a:t>
            </a:r>
            <a:r>
              <a:rPr sz="3200" spc="-10" dirty="0">
                <a:latin typeface="Calibri"/>
                <a:cs typeface="Calibri"/>
              </a:rPr>
              <a:t>trị).</a:t>
            </a:r>
            <a:endParaRPr sz="3200">
              <a:latin typeface="Calibri"/>
              <a:cs typeface="Calibri"/>
            </a:endParaRPr>
          </a:p>
          <a:p>
            <a:pPr lvl="3">
              <a:lnSpc>
                <a:spcPct val="100000"/>
              </a:lnSpc>
              <a:spcBef>
                <a:spcPts val="1370"/>
              </a:spcBef>
              <a:buFont typeface="Calibri"/>
              <a:buChar char="-"/>
            </a:pPr>
            <a:endParaRPr sz="3200">
              <a:latin typeface="Calibri"/>
              <a:cs typeface="Calibri"/>
            </a:endParaRPr>
          </a:p>
          <a:p>
            <a:pPr marL="12700">
              <a:lnSpc>
                <a:spcPct val="100000"/>
              </a:lnSpc>
              <a:tabLst>
                <a:tab pos="2573020" algn="l"/>
              </a:tabLst>
            </a:pPr>
            <a:r>
              <a:rPr sz="3200" b="1" dirty="0">
                <a:latin typeface="Calibri"/>
                <a:cs typeface="Calibri"/>
              </a:rPr>
              <a:t>Ví</a:t>
            </a:r>
            <a:r>
              <a:rPr sz="3200" b="1" spc="-20" dirty="0">
                <a:latin typeface="Calibri"/>
                <a:cs typeface="Calibri"/>
              </a:rPr>
              <a:t> </a:t>
            </a:r>
            <a:r>
              <a:rPr sz="3200" b="1" dirty="0">
                <a:latin typeface="Calibri"/>
                <a:cs typeface="Calibri"/>
              </a:rPr>
              <a:t>dụ</a:t>
            </a:r>
            <a:r>
              <a:rPr sz="3200" b="1" spc="-20" dirty="0">
                <a:latin typeface="Calibri"/>
                <a:cs typeface="Calibri"/>
              </a:rPr>
              <a:t> </a:t>
            </a:r>
            <a:r>
              <a:rPr sz="3200" b="1" dirty="0">
                <a:latin typeface="Calibri"/>
                <a:cs typeface="Calibri"/>
              </a:rPr>
              <a:t>: </a:t>
            </a:r>
            <a:r>
              <a:rPr sz="3200" dirty="0">
                <a:latin typeface="Calibri"/>
                <a:cs typeface="Calibri"/>
              </a:rPr>
              <a:t>P(x,</a:t>
            </a:r>
            <a:r>
              <a:rPr sz="3200" spc="-10" dirty="0">
                <a:latin typeface="Calibri"/>
                <a:cs typeface="Calibri"/>
              </a:rPr>
              <a:t> </a:t>
            </a:r>
            <a:r>
              <a:rPr sz="3200" dirty="0">
                <a:latin typeface="Calibri"/>
                <a:cs typeface="Calibri"/>
              </a:rPr>
              <a:t>y)</a:t>
            </a:r>
            <a:r>
              <a:rPr sz="3200" spc="-5" dirty="0">
                <a:latin typeface="Calibri"/>
                <a:cs typeface="Calibri"/>
              </a:rPr>
              <a:t> </a:t>
            </a:r>
            <a:r>
              <a:rPr sz="3200" spc="-50" dirty="0">
                <a:latin typeface="Calibri"/>
                <a:cs typeface="Calibri"/>
              </a:rPr>
              <a:t>:</a:t>
            </a:r>
            <a:r>
              <a:rPr sz="3200" dirty="0">
                <a:latin typeface="Calibri"/>
                <a:cs typeface="Calibri"/>
              </a:rPr>
              <a:t>	</a:t>
            </a:r>
            <a:r>
              <a:rPr sz="3200" spc="-40" dirty="0">
                <a:latin typeface="Calibri"/>
                <a:cs typeface="Calibri"/>
              </a:rPr>
              <a:t>“x+y=2”,</a:t>
            </a:r>
            <a:r>
              <a:rPr sz="3200" spc="-30" dirty="0">
                <a:latin typeface="Calibri"/>
                <a:cs typeface="Calibri"/>
              </a:rPr>
              <a:t> </a:t>
            </a:r>
            <a:r>
              <a:rPr sz="3200" dirty="0">
                <a:latin typeface="Calibri"/>
                <a:cs typeface="Calibri"/>
              </a:rPr>
              <a:t>x,</a:t>
            </a:r>
            <a:r>
              <a:rPr sz="3200" spc="-40" dirty="0">
                <a:latin typeface="Calibri"/>
                <a:cs typeface="Calibri"/>
              </a:rPr>
              <a:t> </a:t>
            </a:r>
            <a:r>
              <a:rPr sz="3200" dirty="0">
                <a:latin typeface="Calibri"/>
                <a:cs typeface="Calibri"/>
              </a:rPr>
              <a:t>y</a:t>
            </a:r>
            <a:r>
              <a:rPr sz="3200" spc="-40" dirty="0">
                <a:latin typeface="Calibri"/>
                <a:cs typeface="Calibri"/>
              </a:rPr>
              <a:t> </a:t>
            </a:r>
            <a:r>
              <a:rPr sz="3200" dirty="0">
                <a:latin typeface="Symbol"/>
                <a:cs typeface="Symbol"/>
              </a:rPr>
              <a:t></a:t>
            </a:r>
            <a:r>
              <a:rPr sz="3200" spc="-114" dirty="0">
                <a:latin typeface="Times New Roman"/>
                <a:cs typeface="Times New Roman"/>
              </a:rPr>
              <a:t> </a:t>
            </a:r>
            <a:r>
              <a:rPr sz="3200" spc="-25" dirty="0">
                <a:latin typeface="Calibri"/>
                <a:cs typeface="Calibri"/>
              </a:rPr>
              <a:t>Z.</a:t>
            </a:r>
            <a:endParaRPr sz="3200">
              <a:latin typeface="Calibri"/>
              <a:cs typeface="Calibri"/>
            </a:endParaRPr>
          </a:p>
          <a:p>
            <a:pPr marL="469900" lvl="3" indent="-457200">
              <a:lnSpc>
                <a:spcPct val="100000"/>
              </a:lnSpc>
              <a:spcBef>
                <a:spcPts val="745"/>
              </a:spcBef>
              <a:buChar char="-"/>
              <a:tabLst>
                <a:tab pos="469900" algn="l"/>
              </a:tabLst>
            </a:pPr>
            <a:r>
              <a:rPr sz="3200" dirty="0">
                <a:latin typeface="Calibri"/>
                <a:cs typeface="Calibri"/>
              </a:rPr>
              <a:t>P(x,</a:t>
            </a:r>
            <a:r>
              <a:rPr sz="3200" spc="-30" dirty="0">
                <a:latin typeface="Calibri"/>
                <a:cs typeface="Calibri"/>
              </a:rPr>
              <a:t> </a:t>
            </a:r>
            <a:r>
              <a:rPr sz="3200" dirty="0">
                <a:latin typeface="Calibri"/>
                <a:cs typeface="Calibri"/>
              </a:rPr>
              <a:t>y)</a:t>
            </a:r>
            <a:r>
              <a:rPr sz="3200" spc="-30" dirty="0">
                <a:latin typeface="Calibri"/>
                <a:cs typeface="Calibri"/>
              </a:rPr>
              <a:t> </a:t>
            </a:r>
            <a:r>
              <a:rPr sz="3200" dirty="0">
                <a:latin typeface="Calibri"/>
                <a:cs typeface="Calibri"/>
              </a:rPr>
              <a:t>chưa</a:t>
            </a:r>
            <a:r>
              <a:rPr sz="3200" spc="-30" dirty="0">
                <a:latin typeface="Calibri"/>
                <a:cs typeface="Calibri"/>
              </a:rPr>
              <a:t> </a:t>
            </a:r>
            <a:r>
              <a:rPr sz="3200" dirty="0">
                <a:latin typeface="Calibri"/>
                <a:cs typeface="Calibri"/>
              </a:rPr>
              <a:t>là</a:t>
            </a:r>
            <a:r>
              <a:rPr sz="3200" spc="-25" dirty="0">
                <a:latin typeface="Calibri"/>
                <a:cs typeface="Calibri"/>
              </a:rPr>
              <a:t> </a:t>
            </a:r>
            <a:r>
              <a:rPr sz="3200" dirty="0">
                <a:latin typeface="Calibri"/>
                <a:cs typeface="Calibri"/>
              </a:rPr>
              <a:t>mệnh</a:t>
            </a:r>
            <a:r>
              <a:rPr sz="3200" spc="-25" dirty="0">
                <a:latin typeface="Calibri"/>
                <a:cs typeface="Calibri"/>
              </a:rPr>
              <a:t> đề,</a:t>
            </a:r>
            <a:endParaRPr sz="3200">
              <a:latin typeface="Calibri"/>
              <a:cs typeface="Calibri"/>
            </a:endParaRPr>
          </a:p>
          <a:p>
            <a:pPr marL="469900" lvl="3" indent="-457200">
              <a:lnSpc>
                <a:spcPct val="100000"/>
              </a:lnSpc>
              <a:spcBef>
                <a:spcPts val="770"/>
              </a:spcBef>
              <a:buChar char="-"/>
              <a:tabLst>
                <a:tab pos="469900" algn="l"/>
              </a:tabLst>
            </a:pPr>
            <a:r>
              <a:rPr sz="3200" dirty="0">
                <a:latin typeface="Calibri"/>
                <a:cs typeface="Calibri"/>
              </a:rPr>
              <a:t>P(4,</a:t>
            </a:r>
            <a:r>
              <a:rPr sz="3200" spc="-35" dirty="0">
                <a:latin typeface="Calibri"/>
                <a:cs typeface="Calibri"/>
              </a:rPr>
              <a:t> </a:t>
            </a:r>
            <a:r>
              <a:rPr sz="3200" dirty="0">
                <a:latin typeface="Calibri"/>
                <a:cs typeface="Calibri"/>
              </a:rPr>
              <a:t>2)</a:t>
            </a:r>
            <a:r>
              <a:rPr sz="3200" spc="-30"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a:t>
            </a:r>
            <a:r>
              <a:rPr sz="3200" spc="-35" dirty="0">
                <a:latin typeface="Calibri"/>
                <a:cs typeface="Calibri"/>
              </a:rPr>
              <a:t> </a:t>
            </a:r>
            <a:r>
              <a:rPr sz="3200" dirty="0">
                <a:latin typeface="Calibri"/>
                <a:cs typeface="Calibri"/>
              </a:rPr>
              <a:t>4+2=2”</a:t>
            </a:r>
            <a:r>
              <a:rPr sz="3200" spc="-30" dirty="0">
                <a:latin typeface="Calibri"/>
                <a:cs typeface="Calibri"/>
              </a:rPr>
              <a:t> </a:t>
            </a:r>
            <a:r>
              <a:rPr sz="3200" dirty="0">
                <a:latin typeface="Calibri"/>
                <a:cs typeface="Calibri"/>
              </a:rPr>
              <a:t>là</a:t>
            </a:r>
            <a:r>
              <a:rPr sz="3200" spc="-30" dirty="0">
                <a:latin typeface="Calibri"/>
                <a:cs typeface="Calibri"/>
              </a:rPr>
              <a:t> </a:t>
            </a:r>
            <a:r>
              <a:rPr sz="3200" dirty="0">
                <a:latin typeface="Calibri"/>
                <a:cs typeface="Calibri"/>
              </a:rPr>
              <a:t>mệnh</a:t>
            </a:r>
            <a:r>
              <a:rPr sz="3200" spc="-20" dirty="0">
                <a:latin typeface="Calibri"/>
                <a:cs typeface="Calibri"/>
              </a:rPr>
              <a:t> </a:t>
            </a:r>
            <a:r>
              <a:rPr sz="3200" dirty="0">
                <a:latin typeface="Calibri"/>
                <a:cs typeface="Calibri"/>
              </a:rPr>
              <a:t>đề</a:t>
            </a:r>
            <a:r>
              <a:rPr sz="3200" spc="-55" dirty="0">
                <a:latin typeface="Calibri"/>
                <a:cs typeface="Calibri"/>
              </a:rPr>
              <a:t> </a:t>
            </a:r>
            <a:r>
              <a:rPr sz="3200" dirty="0">
                <a:latin typeface="Calibri"/>
                <a:cs typeface="Calibri"/>
              </a:rPr>
              <a:t>có</a:t>
            </a:r>
            <a:r>
              <a:rPr sz="3200" spc="-35" dirty="0">
                <a:latin typeface="Calibri"/>
                <a:cs typeface="Calibri"/>
              </a:rPr>
              <a:t> </a:t>
            </a:r>
            <a:r>
              <a:rPr sz="3200" dirty="0">
                <a:latin typeface="Calibri"/>
                <a:cs typeface="Calibri"/>
              </a:rPr>
              <a:t>chân</a:t>
            </a:r>
            <a:r>
              <a:rPr sz="3200" spc="-35" dirty="0">
                <a:latin typeface="Calibri"/>
                <a:cs typeface="Calibri"/>
              </a:rPr>
              <a:t> </a:t>
            </a:r>
            <a:r>
              <a:rPr sz="3200" dirty="0">
                <a:latin typeface="Calibri"/>
                <a:cs typeface="Calibri"/>
              </a:rPr>
              <a:t>trị</a:t>
            </a:r>
            <a:r>
              <a:rPr sz="3200" spc="-35" dirty="0">
                <a:latin typeface="Calibri"/>
                <a:cs typeface="Calibri"/>
              </a:rPr>
              <a:t> </a:t>
            </a:r>
            <a:r>
              <a:rPr sz="3200" spc="-20" dirty="0">
                <a:latin typeface="Calibri"/>
                <a:cs typeface="Calibri"/>
              </a:rPr>
              <a:t>SAI.</a:t>
            </a:r>
            <a:endParaRPr sz="3200">
              <a:latin typeface="Calibri"/>
              <a:cs typeface="Calibri"/>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315213"/>
            <a:ext cx="8188325" cy="4220845"/>
          </a:xfrm>
          <a:prstGeom prst="rect">
            <a:avLst/>
          </a:prstGeom>
        </p:spPr>
        <p:txBody>
          <a:bodyPr vert="horz" wrap="square" lIns="0" tIns="31115" rIns="0" bIns="0" rtlCol="0">
            <a:spAutoFit/>
          </a:bodyPr>
          <a:lstStyle/>
          <a:p>
            <a:pPr marL="12700" marR="347345">
              <a:lnSpc>
                <a:spcPts val="3820"/>
              </a:lnSpc>
              <a:spcBef>
                <a:spcPts val="245"/>
              </a:spcBef>
            </a:pPr>
            <a:r>
              <a:rPr sz="3200" b="1" dirty="0">
                <a:latin typeface="Calibri"/>
                <a:cs typeface="Calibri"/>
              </a:rPr>
              <a:t>1.8.2</a:t>
            </a:r>
            <a:r>
              <a:rPr sz="3200" b="1" spc="-30" dirty="0">
                <a:latin typeface="Calibri"/>
                <a:cs typeface="Calibri"/>
              </a:rPr>
              <a:t> </a:t>
            </a:r>
            <a:r>
              <a:rPr sz="3200" b="1" dirty="0">
                <a:latin typeface="Calibri"/>
                <a:cs typeface="Calibri"/>
              </a:rPr>
              <a:t>Định</a:t>
            </a:r>
            <a:r>
              <a:rPr sz="3200" b="1" spc="-25" dirty="0">
                <a:latin typeface="Calibri"/>
                <a:cs typeface="Calibri"/>
              </a:rPr>
              <a:t> </a:t>
            </a:r>
            <a:r>
              <a:rPr sz="3200" b="1" dirty="0">
                <a:latin typeface="Calibri"/>
                <a:cs typeface="Calibri"/>
              </a:rPr>
              <a:t>nghĩa</a:t>
            </a:r>
            <a:r>
              <a:rPr sz="3200" b="1" spc="-70" dirty="0">
                <a:latin typeface="Calibri"/>
                <a:cs typeface="Calibri"/>
              </a:rPr>
              <a:t> </a:t>
            </a:r>
            <a:r>
              <a:rPr sz="3200" b="1" dirty="0">
                <a:latin typeface="Calibri"/>
                <a:cs typeface="Calibri"/>
              </a:rPr>
              <a:t>1:</a:t>
            </a:r>
            <a:r>
              <a:rPr sz="3200" b="1" spc="-20" dirty="0">
                <a:latin typeface="Calibri"/>
                <a:cs typeface="Calibri"/>
              </a:rPr>
              <a:t> </a:t>
            </a:r>
            <a:r>
              <a:rPr sz="3200" dirty="0">
                <a:latin typeface="Calibri"/>
                <a:cs typeface="Calibri"/>
              </a:rPr>
              <a:t>Cho</a:t>
            </a:r>
            <a:r>
              <a:rPr sz="3200" spc="-15" dirty="0">
                <a:latin typeface="Calibri"/>
                <a:cs typeface="Calibri"/>
              </a:rPr>
              <a:t> </a:t>
            </a:r>
            <a:r>
              <a:rPr sz="3200" dirty="0">
                <a:latin typeface="Calibri"/>
                <a:cs typeface="Calibri"/>
              </a:rPr>
              <a:t>p(x),</a:t>
            </a:r>
            <a:r>
              <a:rPr sz="3200" spc="-30" dirty="0">
                <a:latin typeface="Calibri"/>
                <a:cs typeface="Calibri"/>
              </a:rPr>
              <a:t> </a:t>
            </a:r>
            <a:r>
              <a:rPr sz="3200" dirty="0">
                <a:latin typeface="Calibri"/>
                <a:cs typeface="Calibri"/>
              </a:rPr>
              <a:t>q(x) ,</a:t>
            </a:r>
            <a:r>
              <a:rPr sz="3200" spc="-30" dirty="0">
                <a:latin typeface="Calibri"/>
                <a:cs typeface="Calibri"/>
              </a:rPr>
              <a:t> </a:t>
            </a:r>
            <a:r>
              <a:rPr sz="3200" dirty="0">
                <a:latin typeface="Calibri"/>
                <a:cs typeface="Calibri"/>
              </a:rPr>
              <a:t>x</a:t>
            </a:r>
            <a:r>
              <a:rPr sz="3200" dirty="0">
                <a:latin typeface="Symbol"/>
                <a:cs typeface="Symbol"/>
              </a:rPr>
              <a:t></a:t>
            </a:r>
            <a:r>
              <a:rPr sz="3200" dirty="0">
                <a:latin typeface="Calibri"/>
                <a:cs typeface="Calibri"/>
              </a:rPr>
              <a:t>A</a:t>
            </a:r>
            <a:r>
              <a:rPr sz="3200" spc="-35" dirty="0">
                <a:latin typeface="Calibri"/>
                <a:cs typeface="Calibri"/>
              </a:rPr>
              <a:t> </a:t>
            </a:r>
            <a:r>
              <a:rPr sz="3200" dirty="0">
                <a:latin typeface="Calibri"/>
                <a:cs typeface="Calibri"/>
              </a:rPr>
              <a:t>là</a:t>
            </a:r>
            <a:r>
              <a:rPr sz="3200" spc="-30" dirty="0">
                <a:latin typeface="Calibri"/>
                <a:cs typeface="Calibri"/>
              </a:rPr>
              <a:t> </a:t>
            </a:r>
            <a:r>
              <a:rPr sz="3200" dirty="0">
                <a:latin typeface="Calibri"/>
                <a:cs typeface="Calibri"/>
              </a:rPr>
              <a:t>các</a:t>
            </a:r>
            <a:r>
              <a:rPr sz="3200" spc="-25" dirty="0">
                <a:latin typeface="Calibri"/>
                <a:cs typeface="Calibri"/>
              </a:rPr>
              <a:t> vị </a:t>
            </a:r>
            <a:r>
              <a:rPr sz="3200" dirty="0">
                <a:latin typeface="Calibri"/>
                <a:cs typeface="Calibri"/>
              </a:rPr>
              <a:t>từ.</a:t>
            </a:r>
            <a:r>
              <a:rPr sz="3200" spc="-35" dirty="0">
                <a:latin typeface="Calibri"/>
                <a:cs typeface="Calibri"/>
              </a:rPr>
              <a:t> </a:t>
            </a:r>
            <a:r>
              <a:rPr sz="3200" dirty="0">
                <a:latin typeface="Calibri"/>
                <a:cs typeface="Calibri"/>
              </a:rPr>
              <a:t>Khi</a:t>
            </a:r>
            <a:r>
              <a:rPr sz="3200" spc="-25" dirty="0">
                <a:latin typeface="Calibri"/>
                <a:cs typeface="Calibri"/>
              </a:rPr>
              <a:t> ấy:</a:t>
            </a:r>
            <a:endParaRPr sz="3200">
              <a:latin typeface="Calibri"/>
              <a:cs typeface="Calibri"/>
            </a:endParaRPr>
          </a:p>
          <a:p>
            <a:pPr marL="506095" indent="-493395">
              <a:lnSpc>
                <a:spcPct val="100000"/>
              </a:lnSpc>
              <a:spcBef>
                <a:spcPts val="665"/>
              </a:spcBef>
              <a:buClr>
                <a:srgbClr val="000000"/>
              </a:buClr>
              <a:buFont typeface="Calibri"/>
              <a:buAutoNum type="romanLcParenR"/>
              <a:tabLst>
                <a:tab pos="506095" algn="l"/>
              </a:tabLst>
            </a:pPr>
            <a:r>
              <a:rPr sz="3200" dirty="0">
                <a:solidFill>
                  <a:srgbClr val="FF0000"/>
                </a:solidFill>
                <a:latin typeface="Symbol"/>
                <a:cs typeface="Symbol"/>
              </a:rPr>
              <a:t></a:t>
            </a:r>
            <a:r>
              <a:rPr sz="3200" b="1" dirty="0">
                <a:solidFill>
                  <a:srgbClr val="FF0000"/>
                </a:solidFill>
                <a:latin typeface="Calibri"/>
                <a:cs typeface="Calibri"/>
              </a:rPr>
              <a:t>p</a:t>
            </a:r>
            <a:r>
              <a:rPr sz="3200" dirty="0">
                <a:latin typeface="Calibri"/>
                <a:cs typeface="Calibri"/>
              </a:rPr>
              <a:t>(x)</a:t>
            </a:r>
            <a:r>
              <a:rPr sz="3200" spc="-45" dirty="0">
                <a:latin typeface="Calibri"/>
                <a:cs typeface="Calibri"/>
              </a:rPr>
              <a:t> </a:t>
            </a:r>
            <a:r>
              <a:rPr sz="3200" dirty="0">
                <a:latin typeface="Calibri"/>
                <a:cs typeface="Calibri"/>
              </a:rPr>
              <a:t>là</a:t>
            </a:r>
            <a:r>
              <a:rPr sz="3200" spc="-45" dirty="0">
                <a:latin typeface="Calibri"/>
                <a:cs typeface="Calibri"/>
              </a:rPr>
              <a:t> </a:t>
            </a:r>
            <a:r>
              <a:rPr sz="3200" dirty="0">
                <a:latin typeface="Calibri"/>
                <a:cs typeface="Calibri"/>
              </a:rPr>
              <a:t>vị</a:t>
            </a:r>
            <a:r>
              <a:rPr sz="3200" spc="-40" dirty="0">
                <a:latin typeface="Calibri"/>
                <a:cs typeface="Calibri"/>
              </a:rPr>
              <a:t> </a:t>
            </a:r>
            <a:r>
              <a:rPr sz="3200" dirty="0">
                <a:latin typeface="Calibri"/>
                <a:cs typeface="Calibri"/>
              </a:rPr>
              <a:t>từ,</a:t>
            </a:r>
            <a:r>
              <a:rPr sz="3200" spc="-45" dirty="0">
                <a:latin typeface="Calibri"/>
                <a:cs typeface="Calibri"/>
              </a:rPr>
              <a:t> </a:t>
            </a:r>
            <a:r>
              <a:rPr sz="3200" dirty="0">
                <a:latin typeface="Calibri"/>
                <a:cs typeface="Calibri"/>
              </a:rPr>
              <a:t>khi</a:t>
            </a:r>
            <a:r>
              <a:rPr sz="3200" spc="-40" dirty="0">
                <a:latin typeface="Calibri"/>
                <a:cs typeface="Calibri"/>
              </a:rPr>
              <a:t> </a:t>
            </a:r>
            <a:r>
              <a:rPr sz="3200" dirty="0">
                <a:latin typeface="Calibri"/>
                <a:cs typeface="Calibri"/>
              </a:rPr>
              <a:t>thay</a:t>
            </a:r>
            <a:r>
              <a:rPr sz="3200" spc="-30" dirty="0">
                <a:latin typeface="Calibri"/>
                <a:cs typeface="Calibri"/>
              </a:rPr>
              <a:t> </a:t>
            </a:r>
            <a:r>
              <a:rPr sz="3200" dirty="0">
                <a:latin typeface="Calibri"/>
                <a:cs typeface="Calibri"/>
              </a:rPr>
              <a:t>x=a</a:t>
            </a:r>
            <a:r>
              <a:rPr sz="3200" spc="-40" dirty="0">
                <a:latin typeface="Calibri"/>
                <a:cs typeface="Calibri"/>
              </a:rPr>
              <a:t> </a:t>
            </a:r>
            <a:r>
              <a:rPr sz="3200" dirty="0">
                <a:latin typeface="Calibri"/>
                <a:cs typeface="Calibri"/>
              </a:rPr>
              <a:t>có</a:t>
            </a:r>
            <a:r>
              <a:rPr sz="3200" spc="-60" dirty="0">
                <a:latin typeface="Calibri"/>
                <a:cs typeface="Calibri"/>
              </a:rPr>
              <a:t> </a:t>
            </a:r>
            <a:r>
              <a:rPr sz="3200" dirty="0">
                <a:latin typeface="Calibri"/>
                <a:cs typeface="Calibri"/>
              </a:rPr>
              <a:t>chân</a:t>
            </a:r>
            <a:r>
              <a:rPr sz="3200" spc="-35" dirty="0">
                <a:latin typeface="Calibri"/>
                <a:cs typeface="Calibri"/>
              </a:rPr>
              <a:t> </a:t>
            </a:r>
            <a:r>
              <a:rPr sz="3200" dirty="0">
                <a:latin typeface="Calibri"/>
                <a:cs typeface="Calibri"/>
              </a:rPr>
              <a:t>trị</a:t>
            </a:r>
            <a:r>
              <a:rPr sz="3200" spc="-60" dirty="0">
                <a:latin typeface="Calibri"/>
                <a:cs typeface="Calibri"/>
              </a:rPr>
              <a:t> </a:t>
            </a:r>
            <a:r>
              <a:rPr sz="3200" spc="-25" dirty="0">
                <a:latin typeface="Calibri"/>
                <a:cs typeface="Calibri"/>
              </a:rPr>
              <a:t>là</a:t>
            </a:r>
            <a:endParaRPr sz="3200">
              <a:latin typeface="Calibri"/>
              <a:cs typeface="Calibri"/>
            </a:endParaRPr>
          </a:p>
          <a:p>
            <a:pPr marL="12700">
              <a:lnSpc>
                <a:spcPct val="100000"/>
              </a:lnSpc>
              <a:spcBef>
                <a:spcPts val="5"/>
              </a:spcBef>
            </a:pPr>
            <a:r>
              <a:rPr sz="3200" spc="-10" dirty="0">
                <a:latin typeface="Symbol"/>
                <a:cs typeface="Symbol"/>
              </a:rPr>
              <a:t></a:t>
            </a:r>
            <a:r>
              <a:rPr sz="3200" spc="-10" dirty="0">
                <a:latin typeface="Calibri"/>
                <a:cs typeface="Calibri"/>
              </a:rPr>
              <a:t>(p(a)).</a:t>
            </a:r>
            <a:endParaRPr sz="3200">
              <a:latin typeface="Calibri"/>
              <a:cs typeface="Calibri"/>
            </a:endParaRPr>
          </a:p>
          <a:p>
            <a:pPr marL="12700" marR="250190" indent="586105">
              <a:lnSpc>
                <a:spcPct val="100000"/>
              </a:lnSpc>
              <a:spcBef>
                <a:spcPts val="765"/>
              </a:spcBef>
              <a:buAutoNum type="romanLcParenR" startAt="2"/>
              <a:tabLst>
                <a:tab pos="598805" algn="l"/>
              </a:tabLst>
            </a:pPr>
            <a:r>
              <a:rPr sz="3200" dirty="0">
                <a:latin typeface="Calibri"/>
                <a:cs typeface="Calibri"/>
              </a:rPr>
              <a:t>(p</a:t>
            </a:r>
            <a:r>
              <a:rPr sz="3200" spc="-15" dirty="0">
                <a:latin typeface="Calibri"/>
                <a:cs typeface="Calibri"/>
              </a:rPr>
              <a:t> </a:t>
            </a:r>
            <a:r>
              <a:rPr sz="3200" dirty="0">
                <a:latin typeface="Symbol"/>
                <a:cs typeface="Symbol"/>
              </a:rPr>
              <a:t></a:t>
            </a:r>
            <a:r>
              <a:rPr sz="3200" spc="-120" dirty="0">
                <a:latin typeface="Times New Roman"/>
                <a:cs typeface="Times New Roman"/>
              </a:rPr>
              <a:t> </a:t>
            </a:r>
            <a:r>
              <a:rPr sz="3200" dirty="0">
                <a:latin typeface="Calibri"/>
                <a:cs typeface="Calibri"/>
              </a:rPr>
              <a:t>q)(x),</a:t>
            </a:r>
            <a:r>
              <a:rPr sz="3200" spc="-20" dirty="0">
                <a:latin typeface="Calibri"/>
                <a:cs typeface="Calibri"/>
              </a:rPr>
              <a:t> </a:t>
            </a:r>
            <a:r>
              <a:rPr sz="3200" dirty="0">
                <a:latin typeface="Calibri"/>
                <a:cs typeface="Calibri"/>
              </a:rPr>
              <a:t>(p</a:t>
            </a:r>
            <a:r>
              <a:rPr sz="3200" spc="-35" dirty="0">
                <a:latin typeface="Calibri"/>
                <a:cs typeface="Calibri"/>
              </a:rPr>
              <a:t> </a:t>
            </a:r>
            <a:r>
              <a:rPr sz="3200" dirty="0">
                <a:latin typeface="Symbol"/>
                <a:cs typeface="Symbol"/>
              </a:rPr>
              <a:t></a:t>
            </a:r>
            <a:r>
              <a:rPr sz="3200" spc="-120" dirty="0">
                <a:latin typeface="Times New Roman"/>
                <a:cs typeface="Times New Roman"/>
              </a:rPr>
              <a:t> </a:t>
            </a:r>
            <a:r>
              <a:rPr sz="3200" dirty="0">
                <a:latin typeface="Calibri"/>
                <a:cs typeface="Calibri"/>
              </a:rPr>
              <a:t>q)(x)</a:t>
            </a:r>
            <a:r>
              <a:rPr sz="3200" spc="-30" dirty="0">
                <a:latin typeface="Calibri"/>
                <a:cs typeface="Calibri"/>
              </a:rPr>
              <a:t> </a:t>
            </a:r>
            <a:r>
              <a:rPr sz="3200" dirty="0">
                <a:latin typeface="Calibri"/>
                <a:cs typeface="Calibri"/>
              </a:rPr>
              <a:t>là</a:t>
            </a:r>
            <a:r>
              <a:rPr sz="3200" spc="-30" dirty="0">
                <a:latin typeface="Calibri"/>
                <a:cs typeface="Calibri"/>
              </a:rPr>
              <a:t> </a:t>
            </a:r>
            <a:r>
              <a:rPr sz="3200" dirty="0">
                <a:latin typeface="Calibri"/>
                <a:cs typeface="Calibri"/>
              </a:rPr>
              <a:t>hai</a:t>
            </a:r>
            <a:r>
              <a:rPr sz="3200" spc="-20" dirty="0">
                <a:latin typeface="Calibri"/>
                <a:cs typeface="Calibri"/>
              </a:rPr>
              <a:t> </a:t>
            </a:r>
            <a:r>
              <a:rPr sz="3200" dirty="0">
                <a:latin typeface="Calibri"/>
                <a:cs typeface="Calibri"/>
              </a:rPr>
              <a:t>vị</a:t>
            </a:r>
            <a:r>
              <a:rPr sz="3200" spc="-35" dirty="0">
                <a:latin typeface="Calibri"/>
                <a:cs typeface="Calibri"/>
              </a:rPr>
              <a:t> </a:t>
            </a:r>
            <a:r>
              <a:rPr sz="3200" dirty="0">
                <a:latin typeface="Calibri"/>
                <a:cs typeface="Calibri"/>
              </a:rPr>
              <a:t>từ</a:t>
            </a:r>
            <a:r>
              <a:rPr sz="3200" spc="-35" dirty="0">
                <a:latin typeface="Calibri"/>
                <a:cs typeface="Calibri"/>
              </a:rPr>
              <a:t> </a:t>
            </a:r>
            <a:r>
              <a:rPr sz="3200" dirty="0">
                <a:latin typeface="Calibri"/>
                <a:cs typeface="Calibri"/>
              </a:rPr>
              <a:t>,</a:t>
            </a:r>
            <a:r>
              <a:rPr sz="3200" spc="-35" dirty="0">
                <a:latin typeface="Calibri"/>
                <a:cs typeface="Calibri"/>
              </a:rPr>
              <a:t> </a:t>
            </a:r>
            <a:r>
              <a:rPr sz="3200" dirty="0">
                <a:latin typeface="Calibri"/>
                <a:cs typeface="Calibri"/>
              </a:rPr>
              <a:t>khi</a:t>
            </a:r>
            <a:r>
              <a:rPr sz="3200" spc="-35" dirty="0">
                <a:latin typeface="Calibri"/>
                <a:cs typeface="Calibri"/>
              </a:rPr>
              <a:t> </a:t>
            </a:r>
            <a:r>
              <a:rPr sz="3200" dirty="0">
                <a:latin typeface="Calibri"/>
                <a:cs typeface="Calibri"/>
              </a:rPr>
              <a:t>thay</a:t>
            </a:r>
            <a:r>
              <a:rPr sz="3200" spc="-20" dirty="0">
                <a:latin typeface="Calibri"/>
                <a:cs typeface="Calibri"/>
              </a:rPr>
              <a:t> </a:t>
            </a:r>
            <a:r>
              <a:rPr sz="3200" spc="-25" dirty="0">
                <a:latin typeface="Calibri"/>
                <a:cs typeface="Calibri"/>
              </a:rPr>
              <a:t>x=a </a:t>
            </a:r>
            <a:r>
              <a:rPr sz="3200" dirty="0">
                <a:latin typeface="Calibri"/>
                <a:cs typeface="Calibri"/>
              </a:rPr>
              <a:t>có</a:t>
            </a:r>
            <a:r>
              <a:rPr sz="3200" spc="-55" dirty="0">
                <a:latin typeface="Calibri"/>
                <a:cs typeface="Calibri"/>
              </a:rPr>
              <a:t> </a:t>
            </a:r>
            <a:r>
              <a:rPr sz="3200" dirty="0">
                <a:latin typeface="Calibri"/>
                <a:cs typeface="Calibri"/>
              </a:rPr>
              <a:t>chân</a:t>
            </a:r>
            <a:r>
              <a:rPr sz="3200" spc="-30" dirty="0">
                <a:latin typeface="Calibri"/>
                <a:cs typeface="Calibri"/>
              </a:rPr>
              <a:t> </a:t>
            </a:r>
            <a:r>
              <a:rPr sz="3200" dirty="0">
                <a:latin typeface="Calibri"/>
                <a:cs typeface="Calibri"/>
              </a:rPr>
              <a:t>trị</a:t>
            </a:r>
            <a:r>
              <a:rPr sz="3200" spc="-50" dirty="0">
                <a:latin typeface="Calibri"/>
                <a:cs typeface="Calibri"/>
              </a:rPr>
              <a:t> </a:t>
            </a:r>
            <a:r>
              <a:rPr sz="3200" dirty="0">
                <a:latin typeface="Calibri"/>
                <a:cs typeface="Calibri"/>
              </a:rPr>
              <a:t>là</a:t>
            </a:r>
            <a:r>
              <a:rPr sz="3200" spc="-35" dirty="0">
                <a:latin typeface="Calibri"/>
                <a:cs typeface="Calibri"/>
              </a:rPr>
              <a:t> </a:t>
            </a:r>
            <a:r>
              <a:rPr sz="3200" dirty="0">
                <a:latin typeface="Calibri"/>
                <a:cs typeface="Calibri"/>
              </a:rPr>
              <a:t>p(a)</a:t>
            </a:r>
            <a:r>
              <a:rPr sz="3200" spc="-10" dirty="0">
                <a:latin typeface="Calibri"/>
                <a:cs typeface="Calibri"/>
              </a:rPr>
              <a:t> </a:t>
            </a:r>
            <a:r>
              <a:rPr sz="3200" dirty="0">
                <a:latin typeface="Symbol"/>
                <a:cs typeface="Symbol"/>
              </a:rPr>
              <a:t></a:t>
            </a:r>
            <a:r>
              <a:rPr sz="3200" spc="-125" dirty="0">
                <a:latin typeface="Times New Roman"/>
                <a:cs typeface="Times New Roman"/>
              </a:rPr>
              <a:t> </a:t>
            </a:r>
            <a:r>
              <a:rPr sz="3200" dirty="0">
                <a:latin typeface="Calibri"/>
                <a:cs typeface="Calibri"/>
              </a:rPr>
              <a:t>q(a),</a:t>
            </a:r>
            <a:r>
              <a:rPr sz="3200" spc="-20" dirty="0">
                <a:latin typeface="Calibri"/>
                <a:cs typeface="Calibri"/>
              </a:rPr>
              <a:t> </a:t>
            </a:r>
            <a:r>
              <a:rPr sz="3200" dirty="0">
                <a:latin typeface="Calibri"/>
                <a:cs typeface="Calibri"/>
              </a:rPr>
              <a:t>p(a)</a:t>
            </a:r>
            <a:r>
              <a:rPr sz="3200" spc="-35" dirty="0">
                <a:latin typeface="Calibri"/>
                <a:cs typeface="Calibri"/>
              </a:rPr>
              <a:t> </a:t>
            </a:r>
            <a:r>
              <a:rPr sz="3200" dirty="0">
                <a:latin typeface="Symbol"/>
                <a:cs typeface="Symbol"/>
              </a:rPr>
              <a:t></a:t>
            </a:r>
            <a:r>
              <a:rPr sz="3200" spc="-120" dirty="0">
                <a:latin typeface="Times New Roman"/>
                <a:cs typeface="Times New Roman"/>
              </a:rPr>
              <a:t> </a:t>
            </a:r>
            <a:r>
              <a:rPr sz="3200" spc="-10" dirty="0">
                <a:latin typeface="Calibri"/>
                <a:cs typeface="Calibri"/>
              </a:rPr>
              <a:t>q(a).</a:t>
            </a:r>
            <a:endParaRPr sz="3200">
              <a:latin typeface="Calibri"/>
              <a:cs typeface="Calibri"/>
            </a:endParaRPr>
          </a:p>
          <a:p>
            <a:pPr marL="12700" marR="5080" indent="680085">
              <a:lnSpc>
                <a:spcPct val="100000"/>
              </a:lnSpc>
              <a:spcBef>
                <a:spcPts val="770"/>
              </a:spcBef>
              <a:buAutoNum type="romanLcParenR" startAt="2"/>
              <a:tabLst>
                <a:tab pos="692785" algn="l"/>
              </a:tabLst>
            </a:pPr>
            <a:r>
              <a:rPr sz="3200" dirty="0">
                <a:latin typeface="Calibri"/>
                <a:cs typeface="Calibri"/>
              </a:rPr>
              <a:t>(p</a:t>
            </a:r>
            <a:r>
              <a:rPr sz="3200" spc="-30" dirty="0">
                <a:latin typeface="Calibri"/>
                <a:cs typeface="Calibri"/>
              </a:rPr>
              <a:t> </a:t>
            </a:r>
            <a:r>
              <a:rPr sz="3200" dirty="0">
                <a:latin typeface="Symbol"/>
                <a:cs typeface="Symbol"/>
              </a:rPr>
              <a:t></a:t>
            </a:r>
            <a:r>
              <a:rPr sz="3200" spc="-120" dirty="0">
                <a:latin typeface="Times New Roman"/>
                <a:cs typeface="Times New Roman"/>
              </a:rPr>
              <a:t> </a:t>
            </a:r>
            <a:r>
              <a:rPr sz="3200" dirty="0">
                <a:latin typeface="Calibri"/>
                <a:cs typeface="Calibri"/>
              </a:rPr>
              <a:t>q)(x)</a:t>
            </a:r>
            <a:r>
              <a:rPr sz="3200" spc="-25" dirty="0">
                <a:latin typeface="Calibri"/>
                <a:cs typeface="Calibri"/>
              </a:rPr>
              <a:t> </a:t>
            </a:r>
            <a:r>
              <a:rPr sz="3200" dirty="0">
                <a:latin typeface="Calibri"/>
                <a:cs typeface="Calibri"/>
              </a:rPr>
              <a:t>,</a:t>
            </a:r>
            <a:r>
              <a:rPr sz="3200" spc="-45" dirty="0">
                <a:latin typeface="Calibri"/>
                <a:cs typeface="Calibri"/>
              </a:rPr>
              <a:t> </a:t>
            </a:r>
            <a:r>
              <a:rPr sz="3200" dirty="0">
                <a:latin typeface="Calibri"/>
                <a:cs typeface="Calibri"/>
              </a:rPr>
              <a:t>(p</a:t>
            </a:r>
            <a:r>
              <a:rPr sz="3200" dirty="0">
                <a:latin typeface="Symbol"/>
                <a:cs typeface="Symbol"/>
              </a:rPr>
              <a:t></a:t>
            </a:r>
            <a:r>
              <a:rPr sz="3200" dirty="0">
                <a:latin typeface="Calibri"/>
                <a:cs typeface="Calibri"/>
              </a:rPr>
              <a:t>q)(x)</a:t>
            </a:r>
            <a:r>
              <a:rPr sz="3200" spc="-25" dirty="0">
                <a:latin typeface="Calibri"/>
                <a:cs typeface="Calibri"/>
              </a:rPr>
              <a:t> </a:t>
            </a:r>
            <a:r>
              <a:rPr sz="3200" dirty="0">
                <a:latin typeface="Calibri"/>
                <a:cs typeface="Calibri"/>
              </a:rPr>
              <a:t>là</a:t>
            </a:r>
            <a:r>
              <a:rPr sz="3200" spc="-45" dirty="0">
                <a:latin typeface="Calibri"/>
                <a:cs typeface="Calibri"/>
              </a:rPr>
              <a:t> </a:t>
            </a:r>
            <a:r>
              <a:rPr sz="3200" dirty="0">
                <a:latin typeface="Calibri"/>
                <a:cs typeface="Calibri"/>
              </a:rPr>
              <a:t>hai</a:t>
            </a:r>
            <a:r>
              <a:rPr sz="3200" spc="-30" dirty="0">
                <a:latin typeface="Calibri"/>
                <a:cs typeface="Calibri"/>
              </a:rPr>
              <a:t> </a:t>
            </a:r>
            <a:r>
              <a:rPr sz="3200" dirty="0">
                <a:latin typeface="Calibri"/>
                <a:cs typeface="Calibri"/>
              </a:rPr>
              <a:t>vị</a:t>
            </a:r>
            <a:r>
              <a:rPr sz="3200" spc="-40" dirty="0">
                <a:latin typeface="Calibri"/>
                <a:cs typeface="Calibri"/>
              </a:rPr>
              <a:t> </a:t>
            </a:r>
            <a:r>
              <a:rPr sz="3200" dirty="0">
                <a:latin typeface="Calibri"/>
                <a:cs typeface="Calibri"/>
              </a:rPr>
              <a:t>từ,</a:t>
            </a:r>
            <a:r>
              <a:rPr sz="3200" spc="-45" dirty="0">
                <a:latin typeface="Calibri"/>
                <a:cs typeface="Calibri"/>
              </a:rPr>
              <a:t> </a:t>
            </a:r>
            <a:r>
              <a:rPr sz="3200" dirty="0">
                <a:latin typeface="Calibri"/>
                <a:cs typeface="Calibri"/>
              </a:rPr>
              <a:t>khi</a:t>
            </a:r>
            <a:r>
              <a:rPr sz="3200" spc="-40" dirty="0">
                <a:latin typeface="Calibri"/>
                <a:cs typeface="Calibri"/>
              </a:rPr>
              <a:t> </a:t>
            </a:r>
            <a:r>
              <a:rPr sz="3200" dirty="0">
                <a:latin typeface="Calibri"/>
                <a:cs typeface="Calibri"/>
              </a:rPr>
              <a:t>thay</a:t>
            </a:r>
            <a:r>
              <a:rPr sz="3200" spc="-45" dirty="0">
                <a:latin typeface="Calibri"/>
                <a:cs typeface="Calibri"/>
              </a:rPr>
              <a:t> </a:t>
            </a:r>
            <a:r>
              <a:rPr sz="3200" spc="-25" dirty="0">
                <a:latin typeface="Calibri"/>
                <a:cs typeface="Calibri"/>
              </a:rPr>
              <a:t>x=a </a:t>
            </a:r>
            <a:r>
              <a:rPr sz="3200" dirty="0">
                <a:latin typeface="Calibri"/>
                <a:cs typeface="Calibri"/>
              </a:rPr>
              <a:t>có</a:t>
            </a:r>
            <a:r>
              <a:rPr sz="3200" spc="-55" dirty="0">
                <a:latin typeface="Calibri"/>
                <a:cs typeface="Calibri"/>
              </a:rPr>
              <a:t> </a:t>
            </a:r>
            <a:r>
              <a:rPr sz="3200" dirty="0">
                <a:latin typeface="Calibri"/>
                <a:cs typeface="Calibri"/>
              </a:rPr>
              <a:t>chân</a:t>
            </a:r>
            <a:r>
              <a:rPr sz="3200" spc="-20" dirty="0">
                <a:latin typeface="Calibri"/>
                <a:cs typeface="Calibri"/>
              </a:rPr>
              <a:t> </a:t>
            </a:r>
            <a:r>
              <a:rPr sz="3200" dirty="0">
                <a:latin typeface="Calibri"/>
                <a:cs typeface="Calibri"/>
              </a:rPr>
              <a:t>trị</a:t>
            </a:r>
            <a:r>
              <a:rPr sz="3200" spc="-55" dirty="0">
                <a:latin typeface="Calibri"/>
                <a:cs typeface="Calibri"/>
              </a:rPr>
              <a:t> </a:t>
            </a:r>
            <a:r>
              <a:rPr sz="3200" dirty="0">
                <a:latin typeface="Calibri"/>
                <a:cs typeface="Calibri"/>
              </a:rPr>
              <a:t>là</a:t>
            </a:r>
            <a:r>
              <a:rPr sz="3200" spc="-25" dirty="0">
                <a:latin typeface="Calibri"/>
                <a:cs typeface="Calibri"/>
              </a:rPr>
              <a:t> </a:t>
            </a:r>
            <a:r>
              <a:rPr sz="3200" dirty="0">
                <a:latin typeface="Calibri"/>
                <a:cs typeface="Calibri"/>
              </a:rPr>
              <a:t>p(a)</a:t>
            </a:r>
            <a:r>
              <a:rPr sz="3200" spc="-20" dirty="0">
                <a:latin typeface="Calibri"/>
                <a:cs typeface="Calibri"/>
              </a:rPr>
              <a:t> </a:t>
            </a:r>
            <a:r>
              <a:rPr sz="3200" dirty="0">
                <a:latin typeface="Symbol"/>
                <a:cs typeface="Symbol"/>
              </a:rPr>
              <a:t></a:t>
            </a:r>
            <a:r>
              <a:rPr sz="3200" spc="-110" dirty="0">
                <a:latin typeface="Times New Roman"/>
                <a:cs typeface="Times New Roman"/>
              </a:rPr>
              <a:t> </a:t>
            </a:r>
            <a:r>
              <a:rPr sz="3200" dirty="0">
                <a:latin typeface="Calibri"/>
                <a:cs typeface="Calibri"/>
              </a:rPr>
              <a:t>q(a)</a:t>
            </a:r>
            <a:r>
              <a:rPr sz="3200" spc="-25" dirty="0">
                <a:latin typeface="Calibri"/>
                <a:cs typeface="Calibri"/>
              </a:rPr>
              <a:t> </a:t>
            </a:r>
            <a:r>
              <a:rPr sz="3200" dirty="0">
                <a:latin typeface="Calibri"/>
                <a:cs typeface="Calibri"/>
              </a:rPr>
              <a:t>,</a:t>
            </a:r>
            <a:r>
              <a:rPr sz="3200" spc="-35" dirty="0">
                <a:latin typeface="Calibri"/>
                <a:cs typeface="Calibri"/>
              </a:rPr>
              <a:t> </a:t>
            </a:r>
            <a:r>
              <a:rPr sz="3200" spc="-10" dirty="0">
                <a:latin typeface="Calibri"/>
                <a:cs typeface="Calibri"/>
              </a:rPr>
              <a:t>p(a)</a:t>
            </a:r>
            <a:r>
              <a:rPr sz="3200" spc="-10" dirty="0">
                <a:latin typeface="Symbol"/>
                <a:cs typeface="Symbol"/>
              </a:rPr>
              <a:t></a:t>
            </a:r>
            <a:r>
              <a:rPr sz="3200" spc="-10" dirty="0">
                <a:latin typeface="Calibri"/>
                <a:cs typeface="Calibri"/>
              </a:rPr>
              <a:t>q(a).</a:t>
            </a:r>
            <a:endParaRPr sz="3200">
              <a:latin typeface="Calibri"/>
              <a:cs typeface="Calibri"/>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315213"/>
            <a:ext cx="8206740" cy="5196840"/>
          </a:xfrm>
          <a:prstGeom prst="rect">
            <a:avLst/>
          </a:prstGeom>
        </p:spPr>
        <p:txBody>
          <a:bodyPr vert="horz" wrap="square" lIns="0" tIns="31115" rIns="0" bIns="0" rtlCol="0">
            <a:spAutoFit/>
          </a:bodyPr>
          <a:lstStyle/>
          <a:p>
            <a:pPr marL="12700" marR="5080">
              <a:lnSpc>
                <a:spcPts val="3820"/>
              </a:lnSpc>
              <a:spcBef>
                <a:spcPts val="245"/>
              </a:spcBef>
            </a:pPr>
            <a:r>
              <a:rPr sz="3200" b="1" dirty="0">
                <a:latin typeface="Calibri"/>
                <a:cs typeface="Calibri"/>
              </a:rPr>
              <a:t>1.8.3</a:t>
            </a:r>
            <a:r>
              <a:rPr sz="3200" b="1" spc="-20" dirty="0">
                <a:latin typeface="Calibri"/>
                <a:cs typeface="Calibri"/>
              </a:rPr>
              <a:t> </a:t>
            </a:r>
            <a:r>
              <a:rPr sz="3200" b="1" dirty="0">
                <a:latin typeface="Calibri"/>
                <a:cs typeface="Calibri"/>
              </a:rPr>
              <a:t>Định</a:t>
            </a:r>
            <a:r>
              <a:rPr sz="3200" b="1" spc="-25" dirty="0">
                <a:latin typeface="Calibri"/>
                <a:cs typeface="Calibri"/>
              </a:rPr>
              <a:t> </a:t>
            </a:r>
            <a:r>
              <a:rPr sz="3200" b="1" dirty="0">
                <a:latin typeface="Calibri"/>
                <a:cs typeface="Calibri"/>
              </a:rPr>
              <a:t>nghĩa</a:t>
            </a:r>
            <a:r>
              <a:rPr sz="3200" b="1" spc="-70" dirty="0">
                <a:latin typeface="Calibri"/>
                <a:cs typeface="Calibri"/>
              </a:rPr>
              <a:t> </a:t>
            </a:r>
            <a:r>
              <a:rPr sz="3200" b="1" dirty="0">
                <a:latin typeface="Calibri"/>
                <a:cs typeface="Calibri"/>
              </a:rPr>
              <a:t>2</a:t>
            </a:r>
            <a:r>
              <a:rPr sz="3200" b="1" spc="-20" dirty="0">
                <a:latin typeface="Calibri"/>
                <a:cs typeface="Calibri"/>
              </a:rPr>
              <a:t> </a:t>
            </a:r>
            <a:r>
              <a:rPr sz="3200" b="1" dirty="0">
                <a:latin typeface="Calibri"/>
                <a:cs typeface="Calibri"/>
              </a:rPr>
              <a:t>:</a:t>
            </a:r>
            <a:r>
              <a:rPr sz="3200" b="1" spc="-10" dirty="0">
                <a:latin typeface="Calibri"/>
                <a:cs typeface="Calibri"/>
              </a:rPr>
              <a:t> </a:t>
            </a:r>
            <a:r>
              <a:rPr sz="3200" dirty="0">
                <a:latin typeface="Calibri"/>
                <a:cs typeface="Calibri"/>
              </a:rPr>
              <a:t>Cho</a:t>
            </a:r>
            <a:r>
              <a:rPr sz="3200" spc="-30" dirty="0">
                <a:latin typeface="Calibri"/>
                <a:cs typeface="Calibri"/>
              </a:rPr>
              <a:t> </a:t>
            </a:r>
            <a:r>
              <a:rPr sz="3200" dirty="0">
                <a:latin typeface="Calibri"/>
                <a:cs typeface="Calibri"/>
              </a:rPr>
              <a:t>p(x,</a:t>
            </a:r>
            <a:r>
              <a:rPr sz="3200" spc="-15" dirty="0">
                <a:latin typeface="Calibri"/>
                <a:cs typeface="Calibri"/>
              </a:rPr>
              <a:t> </a:t>
            </a:r>
            <a:r>
              <a:rPr sz="3200" dirty="0">
                <a:latin typeface="Calibri"/>
                <a:cs typeface="Calibri"/>
              </a:rPr>
              <a:t>y),</a:t>
            </a:r>
            <a:r>
              <a:rPr sz="3200" spc="-25" dirty="0">
                <a:latin typeface="Calibri"/>
                <a:cs typeface="Calibri"/>
              </a:rPr>
              <a:t> </a:t>
            </a:r>
            <a:r>
              <a:rPr sz="3200" dirty="0">
                <a:latin typeface="Calibri"/>
                <a:cs typeface="Calibri"/>
              </a:rPr>
              <a:t>q(x,</a:t>
            </a:r>
            <a:r>
              <a:rPr sz="3200" spc="-25" dirty="0">
                <a:latin typeface="Calibri"/>
                <a:cs typeface="Calibri"/>
              </a:rPr>
              <a:t> </a:t>
            </a:r>
            <a:r>
              <a:rPr sz="3200" dirty="0">
                <a:latin typeface="Calibri"/>
                <a:cs typeface="Calibri"/>
              </a:rPr>
              <a:t>y)</a:t>
            </a:r>
            <a:r>
              <a:rPr sz="3200" spc="-2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x</a:t>
            </a:r>
            <a:r>
              <a:rPr sz="3200" dirty="0">
                <a:latin typeface="Symbol"/>
                <a:cs typeface="Symbol"/>
              </a:rPr>
              <a:t></a:t>
            </a:r>
            <a:r>
              <a:rPr sz="3200" dirty="0">
                <a:latin typeface="Calibri"/>
                <a:cs typeface="Calibri"/>
              </a:rPr>
              <a:t>A,</a:t>
            </a:r>
            <a:r>
              <a:rPr sz="3200" spc="-25" dirty="0">
                <a:latin typeface="Calibri"/>
                <a:cs typeface="Calibri"/>
              </a:rPr>
              <a:t> y</a:t>
            </a:r>
            <a:r>
              <a:rPr sz="3200" spc="-25" dirty="0">
                <a:latin typeface="Symbol"/>
                <a:cs typeface="Symbol"/>
              </a:rPr>
              <a:t></a:t>
            </a:r>
            <a:r>
              <a:rPr sz="3200" spc="-25" dirty="0">
                <a:latin typeface="Calibri"/>
                <a:cs typeface="Calibri"/>
              </a:rPr>
              <a:t>B </a:t>
            </a:r>
            <a:r>
              <a:rPr sz="3200" dirty="0">
                <a:latin typeface="Calibri"/>
                <a:cs typeface="Calibri"/>
              </a:rPr>
              <a:t>là</a:t>
            </a:r>
            <a:r>
              <a:rPr sz="3200" spc="-25" dirty="0">
                <a:latin typeface="Calibri"/>
                <a:cs typeface="Calibri"/>
              </a:rPr>
              <a:t> </a:t>
            </a:r>
            <a:r>
              <a:rPr sz="3200" dirty="0">
                <a:latin typeface="Calibri"/>
                <a:cs typeface="Calibri"/>
              </a:rPr>
              <a:t>các</a:t>
            </a:r>
            <a:r>
              <a:rPr sz="3200" spc="-40" dirty="0">
                <a:latin typeface="Calibri"/>
                <a:cs typeface="Calibri"/>
              </a:rPr>
              <a:t> </a:t>
            </a:r>
            <a:r>
              <a:rPr sz="3200" dirty="0">
                <a:latin typeface="Calibri"/>
                <a:cs typeface="Calibri"/>
              </a:rPr>
              <a:t>vị</a:t>
            </a:r>
            <a:r>
              <a:rPr sz="3200" spc="-20" dirty="0">
                <a:latin typeface="Calibri"/>
                <a:cs typeface="Calibri"/>
              </a:rPr>
              <a:t> </a:t>
            </a:r>
            <a:r>
              <a:rPr sz="3200" dirty="0">
                <a:latin typeface="Calibri"/>
                <a:cs typeface="Calibri"/>
              </a:rPr>
              <a:t>từ.</a:t>
            </a:r>
            <a:r>
              <a:rPr sz="3200" spc="-30" dirty="0">
                <a:latin typeface="Calibri"/>
                <a:cs typeface="Calibri"/>
              </a:rPr>
              <a:t> </a:t>
            </a:r>
            <a:r>
              <a:rPr sz="3200" dirty="0">
                <a:latin typeface="Calibri"/>
                <a:cs typeface="Calibri"/>
              </a:rPr>
              <a:t>Khi</a:t>
            </a:r>
            <a:r>
              <a:rPr sz="3200" spc="-25" dirty="0">
                <a:latin typeface="Calibri"/>
                <a:cs typeface="Calibri"/>
              </a:rPr>
              <a:t> ấy:</a:t>
            </a:r>
            <a:endParaRPr sz="3200">
              <a:latin typeface="Calibri"/>
              <a:cs typeface="Calibri"/>
            </a:endParaRPr>
          </a:p>
          <a:p>
            <a:pPr marL="414655" indent="-401955">
              <a:lnSpc>
                <a:spcPct val="100000"/>
              </a:lnSpc>
              <a:spcBef>
                <a:spcPts val="665"/>
              </a:spcBef>
              <a:buFont typeface="Calibri"/>
              <a:buAutoNum type="romanLcParenR"/>
              <a:tabLst>
                <a:tab pos="414655" algn="l"/>
                <a:tab pos="5998210" algn="l"/>
              </a:tabLst>
            </a:pPr>
            <a:r>
              <a:rPr sz="3200" dirty="0">
                <a:latin typeface="Symbol"/>
                <a:cs typeface="Symbol"/>
              </a:rPr>
              <a:t></a:t>
            </a:r>
            <a:r>
              <a:rPr sz="3200" dirty="0">
                <a:latin typeface="Calibri"/>
                <a:cs typeface="Calibri"/>
              </a:rPr>
              <a:t>p(x,y)</a:t>
            </a:r>
            <a:r>
              <a:rPr sz="3200" spc="-55" dirty="0">
                <a:latin typeface="Calibri"/>
                <a:cs typeface="Calibri"/>
              </a:rPr>
              <a:t> </a:t>
            </a:r>
            <a:r>
              <a:rPr sz="3200" dirty="0">
                <a:latin typeface="Calibri"/>
                <a:cs typeface="Calibri"/>
              </a:rPr>
              <a:t>là</a:t>
            </a:r>
            <a:r>
              <a:rPr sz="3200" spc="-55" dirty="0">
                <a:latin typeface="Calibri"/>
                <a:cs typeface="Calibri"/>
              </a:rPr>
              <a:t> </a:t>
            </a:r>
            <a:r>
              <a:rPr sz="3200" dirty="0">
                <a:latin typeface="Calibri"/>
                <a:cs typeface="Calibri"/>
              </a:rPr>
              <a:t>vị</a:t>
            </a:r>
            <a:r>
              <a:rPr sz="3200" spc="-55" dirty="0">
                <a:latin typeface="Calibri"/>
                <a:cs typeface="Calibri"/>
              </a:rPr>
              <a:t> </a:t>
            </a:r>
            <a:r>
              <a:rPr sz="3200" dirty="0">
                <a:latin typeface="Calibri"/>
                <a:cs typeface="Calibri"/>
              </a:rPr>
              <a:t>từ,</a:t>
            </a:r>
            <a:r>
              <a:rPr sz="3200" spc="-55" dirty="0">
                <a:latin typeface="Calibri"/>
                <a:cs typeface="Calibri"/>
              </a:rPr>
              <a:t> </a:t>
            </a:r>
            <a:r>
              <a:rPr sz="3200" dirty="0">
                <a:latin typeface="Calibri"/>
                <a:cs typeface="Calibri"/>
              </a:rPr>
              <a:t>khi</a:t>
            </a:r>
            <a:r>
              <a:rPr sz="3200" spc="-55" dirty="0">
                <a:latin typeface="Calibri"/>
                <a:cs typeface="Calibri"/>
              </a:rPr>
              <a:t> </a:t>
            </a:r>
            <a:r>
              <a:rPr sz="3200" dirty="0">
                <a:latin typeface="Calibri"/>
                <a:cs typeface="Calibri"/>
              </a:rPr>
              <a:t>thay</a:t>
            </a:r>
            <a:r>
              <a:rPr sz="3200" spc="-45" dirty="0">
                <a:latin typeface="Calibri"/>
                <a:cs typeface="Calibri"/>
              </a:rPr>
              <a:t> </a:t>
            </a:r>
            <a:r>
              <a:rPr sz="3200" dirty="0">
                <a:latin typeface="Calibri"/>
                <a:cs typeface="Calibri"/>
              </a:rPr>
              <a:t>x=a,</a:t>
            </a:r>
            <a:r>
              <a:rPr sz="3200" spc="-55" dirty="0">
                <a:latin typeface="Calibri"/>
                <a:cs typeface="Calibri"/>
              </a:rPr>
              <a:t> </a:t>
            </a:r>
            <a:r>
              <a:rPr sz="3200" spc="-25" dirty="0">
                <a:latin typeface="Calibri"/>
                <a:cs typeface="Calibri"/>
              </a:rPr>
              <a:t>y=b</a:t>
            </a:r>
            <a:r>
              <a:rPr sz="3200" dirty="0">
                <a:latin typeface="Calibri"/>
                <a:cs typeface="Calibri"/>
              </a:rPr>
              <a:t>	có</a:t>
            </a:r>
            <a:r>
              <a:rPr sz="3200" spc="-55" dirty="0">
                <a:latin typeface="Calibri"/>
                <a:cs typeface="Calibri"/>
              </a:rPr>
              <a:t> </a:t>
            </a:r>
            <a:r>
              <a:rPr sz="3200" dirty="0">
                <a:latin typeface="Calibri"/>
                <a:cs typeface="Calibri"/>
              </a:rPr>
              <a:t>chân</a:t>
            </a:r>
            <a:r>
              <a:rPr sz="3200" spc="-40" dirty="0">
                <a:latin typeface="Calibri"/>
                <a:cs typeface="Calibri"/>
              </a:rPr>
              <a:t> </a:t>
            </a:r>
            <a:r>
              <a:rPr sz="3200" dirty="0">
                <a:latin typeface="Calibri"/>
                <a:cs typeface="Calibri"/>
              </a:rPr>
              <a:t>trị</a:t>
            </a:r>
            <a:r>
              <a:rPr sz="3200" spc="-40" dirty="0">
                <a:latin typeface="Calibri"/>
                <a:cs typeface="Calibri"/>
              </a:rPr>
              <a:t> </a:t>
            </a:r>
            <a:r>
              <a:rPr sz="3200" spc="-25" dirty="0">
                <a:latin typeface="Calibri"/>
                <a:cs typeface="Calibri"/>
              </a:rPr>
              <a:t>là</a:t>
            </a:r>
            <a:endParaRPr sz="3200">
              <a:latin typeface="Calibri"/>
              <a:cs typeface="Calibri"/>
            </a:endParaRPr>
          </a:p>
          <a:p>
            <a:pPr marL="12700">
              <a:lnSpc>
                <a:spcPct val="100000"/>
              </a:lnSpc>
              <a:spcBef>
                <a:spcPts val="5"/>
              </a:spcBef>
            </a:pPr>
            <a:r>
              <a:rPr sz="3200" dirty="0">
                <a:latin typeface="Symbol"/>
                <a:cs typeface="Symbol"/>
              </a:rPr>
              <a:t></a:t>
            </a:r>
            <a:r>
              <a:rPr sz="3200" dirty="0">
                <a:latin typeface="Calibri"/>
                <a:cs typeface="Calibri"/>
              </a:rPr>
              <a:t>(p(a,</a:t>
            </a:r>
            <a:r>
              <a:rPr sz="3200" spc="-65" dirty="0">
                <a:latin typeface="Calibri"/>
                <a:cs typeface="Calibri"/>
              </a:rPr>
              <a:t> </a:t>
            </a:r>
            <a:r>
              <a:rPr sz="3200" spc="-20" dirty="0">
                <a:latin typeface="Calibri"/>
                <a:cs typeface="Calibri"/>
              </a:rPr>
              <a:t>b)).</a:t>
            </a:r>
            <a:endParaRPr sz="3200">
              <a:latin typeface="Calibri"/>
              <a:cs typeface="Calibri"/>
            </a:endParaRPr>
          </a:p>
          <a:p>
            <a:pPr marL="12700" marR="272415" indent="494030">
              <a:lnSpc>
                <a:spcPct val="99700"/>
              </a:lnSpc>
              <a:spcBef>
                <a:spcPts val="780"/>
              </a:spcBef>
              <a:buAutoNum type="romanLcParenR" startAt="2"/>
              <a:tabLst>
                <a:tab pos="506730" algn="l"/>
                <a:tab pos="1566545" algn="l"/>
              </a:tabLst>
            </a:pPr>
            <a:r>
              <a:rPr sz="3200" dirty="0">
                <a:latin typeface="Calibri"/>
                <a:cs typeface="Calibri"/>
              </a:rPr>
              <a:t>(p</a:t>
            </a:r>
            <a:r>
              <a:rPr sz="3200" spc="-20" dirty="0">
                <a:latin typeface="Calibri"/>
                <a:cs typeface="Calibri"/>
              </a:rPr>
              <a:t> </a:t>
            </a:r>
            <a:r>
              <a:rPr sz="3200" dirty="0">
                <a:latin typeface="Symbol"/>
                <a:cs typeface="Symbol"/>
              </a:rPr>
              <a:t></a:t>
            </a:r>
            <a:r>
              <a:rPr sz="3200" spc="-110" dirty="0">
                <a:latin typeface="Times New Roman"/>
                <a:cs typeface="Times New Roman"/>
              </a:rPr>
              <a:t> </a:t>
            </a:r>
            <a:r>
              <a:rPr sz="3200" dirty="0">
                <a:latin typeface="Calibri"/>
                <a:cs typeface="Calibri"/>
              </a:rPr>
              <a:t>q)(x,</a:t>
            </a:r>
            <a:r>
              <a:rPr sz="3200" spc="-10" dirty="0">
                <a:latin typeface="Calibri"/>
                <a:cs typeface="Calibri"/>
              </a:rPr>
              <a:t> </a:t>
            </a:r>
            <a:r>
              <a:rPr sz="3200" dirty="0">
                <a:latin typeface="Calibri"/>
                <a:cs typeface="Calibri"/>
              </a:rPr>
              <a:t>y),</a:t>
            </a:r>
            <a:r>
              <a:rPr sz="3200" spc="-30" dirty="0">
                <a:latin typeface="Calibri"/>
                <a:cs typeface="Calibri"/>
              </a:rPr>
              <a:t> </a:t>
            </a:r>
            <a:r>
              <a:rPr sz="3200" dirty="0">
                <a:latin typeface="Calibri"/>
                <a:cs typeface="Calibri"/>
              </a:rPr>
              <a:t>(p</a:t>
            </a:r>
            <a:r>
              <a:rPr sz="3200" spc="-25" dirty="0">
                <a:latin typeface="Calibri"/>
                <a:cs typeface="Calibri"/>
              </a:rPr>
              <a:t> </a:t>
            </a:r>
            <a:r>
              <a:rPr sz="3200" dirty="0">
                <a:latin typeface="Symbol"/>
                <a:cs typeface="Symbol"/>
              </a:rPr>
              <a:t></a:t>
            </a:r>
            <a:r>
              <a:rPr sz="3200" spc="-110" dirty="0">
                <a:latin typeface="Times New Roman"/>
                <a:cs typeface="Times New Roman"/>
              </a:rPr>
              <a:t> </a:t>
            </a:r>
            <a:r>
              <a:rPr sz="3200" dirty="0">
                <a:latin typeface="Calibri"/>
                <a:cs typeface="Calibri"/>
              </a:rPr>
              <a:t>q)(x,</a:t>
            </a:r>
            <a:r>
              <a:rPr sz="3200" spc="-10" dirty="0">
                <a:latin typeface="Calibri"/>
                <a:cs typeface="Calibri"/>
              </a:rPr>
              <a:t> </a:t>
            </a:r>
            <a:r>
              <a:rPr sz="3200" dirty="0">
                <a:latin typeface="Calibri"/>
                <a:cs typeface="Calibri"/>
              </a:rPr>
              <a:t>y)</a:t>
            </a:r>
            <a:r>
              <a:rPr sz="3200" spc="-25" dirty="0">
                <a:latin typeface="Calibri"/>
                <a:cs typeface="Calibri"/>
              </a:rPr>
              <a:t> </a:t>
            </a:r>
            <a:r>
              <a:rPr sz="3200" dirty="0">
                <a:latin typeface="Calibri"/>
                <a:cs typeface="Calibri"/>
              </a:rPr>
              <a:t>là</a:t>
            </a:r>
            <a:r>
              <a:rPr sz="3200" spc="-25" dirty="0">
                <a:latin typeface="Calibri"/>
                <a:cs typeface="Calibri"/>
              </a:rPr>
              <a:t> </a:t>
            </a:r>
            <a:r>
              <a:rPr sz="3200" dirty="0">
                <a:latin typeface="Calibri"/>
                <a:cs typeface="Calibri"/>
              </a:rPr>
              <a:t>hai</a:t>
            </a:r>
            <a:r>
              <a:rPr sz="3200" spc="-25" dirty="0">
                <a:latin typeface="Calibri"/>
                <a:cs typeface="Calibri"/>
              </a:rPr>
              <a:t> </a:t>
            </a:r>
            <a:r>
              <a:rPr sz="3200" dirty="0">
                <a:latin typeface="Calibri"/>
                <a:cs typeface="Calibri"/>
              </a:rPr>
              <a:t>vị</a:t>
            </a:r>
            <a:r>
              <a:rPr sz="3200" spc="-25" dirty="0">
                <a:latin typeface="Calibri"/>
                <a:cs typeface="Calibri"/>
              </a:rPr>
              <a:t> </a:t>
            </a:r>
            <a:r>
              <a:rPr sz="3200" dirty="0">
                <a:latin typeface="Calibri"/>
                <a:cs typeface="Calibri"/>
              </a:rPr>
              <a:t>từ</a:t>
            </a:r>
            <a:r>
              <a:rPr sz="3200" spc="-25"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khi</a:t>
            </a:r>
            <a:r>
              <a:rPr sz="3200" spc="-15" dirty="0">
                <a:latin typeface="Calibri"/>
                <a:cs typeface="Calibri"/>
              </a:rPr>
              <a:t> </a:t>
            </a:r>
            <a:r>
              <a:rPr sz="3200" spc="-20" dirty="0">
                <a:latin typeface="Calibri"/>
                <a:cs typeface="Calibri"/>
              </a:rPr>
              <a:t>thay </a:t>
            </a:r>
            <a:r>
              <a:rPr sz="3200" dirty="0">
                <a:latin typeface="Calibri"/>
                <a:cs typeface="Calibri"/>
              </a:rPr>
              <a:t>x=a,</a:t>
            </a:r>
            <a:r>
              <a:rPr sz="3200" spc="-55" dirty="0">
                <a:latin typeface="Calibri"/>
                <a:cs typeface="Calibri"/>
              </a:rPr>
              <a:t> </a:t>
            </a:r>
            <a:r>
              <a:rPr sz="3200" spc="-25" dirty="0">
                <a:latin typeface="Calibri"/>
                <a:cs typeface="Calibri"/>
              </a:rPr>
              <a:t>y=b</a:t>
            </a:r>
            <a:r>
              <a:rPr sz="3200" dirty="0">
                <a:latin typeface="Calibri"/>
                <a:cs typeface="Calibri"/>
              </a:rPr>
              <a:t>	có</a:t>
            </a:r>
            <a:r>
              <a:rPr sz="3200" spc="-65" dirty="0">
                <a:latin typeface="Calibri"/>
                <a:cs typeface="Calibri"/>
              </a:rPr>
              <a:t> </a:t>
            </a:r>
            <a:r>
              <a:rPr sz="3200" dirty="0">
                <a:latin typeface="Calibri"/>
                <a:cs typeface="Calibri"/>
              </a:rPr>
              <a:t>chân</a:t>
            </a:r>
            <a:r>
              <a:rPr sz="3200" spc="-45" dirty="0">
                <a:latin typeface="Calibri"/>
                <a:cs typeface="Calibri"/>
              </a:rPr>
              <a:t> </a:t>
            </a:r>
            <a:r>
              <a:rPr sz="3200" dirty="0">
                <a:latin typeface="Calibri"/>
                <a:cs typeface="Calibri"/>
              </a:rPr>
              <a:t>trị</a:t>
            </a:r>
            <a:r>
              <a:rPr sz="3200" spc="-40" dirty="0">
                <a:latin typeface="Calibri"/>
                <a:cs typeface="Calibri"/>
              </a:rPr>
              <a:t> </a:t>
            </a:r>
            <a:r>
              <a:rPr sz="3200" dirty="0">
                <a:latin typeface="Calibri"/>
                <a:cs typeface="Calibri"/>
              </a:rPr>
              <a:t>là</a:t>
            </a:r>
            <a:r>
              <a:rPr sz="3200" spc="-45" dirty="0">
                <a:latin typeface="Calibri"/>
                <a:cs typeface="Calibri"/>
              </a:rPr>
              <a:t> </a:t>
            </a:r>
            <a:r>
              <a:rPr sz="3200" dirty="0">
                <a:latin typeface="Calibri"/>
                <a:cs typeface="Calibri"/>
              </a:rPr>
              <a:t>p(a,b)</a:t>
            </a:r>
            <a:r>
              <a:rPr sz="3200" spc="-20" dirty="0">
                <a:latin typeface="Calibri"/>
                <a:cs typeface="Calibri"/>
              </a:rPr>
              <a:t> </a:t>
            </a:r>
            <a:r>
              <a:rPr sz="3200" dirty="0">
                <a:latin typeface="Symbol"/>
                <a:cs typeface="Symbol"/>
              </a:rPr>
              <a:t></a:t>
            </a:r>
            <a:r>
              <a:rPr sz="3200" spc="-140" dirty="0">
                <a:latin typeface="Times New Roman"/>
                <a:cs typeface="Times New Roman"/>
              </a:rPr>
              <a:t> </a:t>
            </a:r>
            <a:r>
              <a:rPr sz="3200" dirty="0">
                <a:latin typeface="Calibri"/>
                <a:cs typeface="Calibri"/>
              </a:rPr>
              <a:t>q(a,</a:t>
            </a:r>
            <a:r>
              <a:rPr sz="3200" spc="-45" dirty="0">
                <a:latin typeface="Calibri"/>
                <a:cs typeface="Calibri"/>
              </a:rPr>
              <a:t> </a:t>
            </a:r>
            <a:r>
              <a:rPr sz="3200" dirty="0">
                <a:latin typeface="Calibri"/>
                <a:cs typeface="Calibri"/>
              </a:rPr>
              <a:t>b),</a:t>
            </a:r>
            <a:r>
              <a:rPr sz="3200" spc="-40" dirty="0">
                <a:latin typeface="Calibri"/>
                <a:cs typeface="Calibri"/>
              </a:rPr>
              <a:t> </a:t>
            </a:r>
            <a:r>
              <a:rPr sz="3200" dirty="0">
                <a:latin typeface="Calibri"/>
                <a:cs typeface="Calibri"/>
              </a:rPr>
              <a:t>p(a,b)</a:t>
            </a:r>
            <a:r>
              <a:rPr sz="3200" spc="-30" dirty="0">
                <a:latin typeface="Calibri"/>
                <a:cs typeface="Calibri"/>
              </a:rPr>
              <a:t> </a:t>
            </a:r>
            <a:r>
              <a:rPr sz="3200" spc="-50" dirty="0">
                <a:latin typeface="Symbol"/>
                <a:cs typeface="Symbol"/>
              </a:rPr>
              <a:t></a:t>
            </a:r>
            <a:r>
              <a:rPr sz="3200" spc="-50" dirty="0">
                <a:latin typeface="Times New Roman"/>
                <a:cs typeface="Times New Roman"/>
              </a:rPr>
              <a:t> </a:t>
            </a:r>
            <a:r>
              <a:rPr sz="3200" dirty="0">
                <a:latin typeface="Calibri"/>
                <a:cs typeface="Calibri"/>
              </a:rPr>
              <a:t>q(a,</a:t>
            </a:r>
            <a:r>
              <a:rPr sz="3200" spc="-40" dirty="0">
                <a:latin typeface="Calibri"/>
                <a:cs typeface="Calibri"/>
              </a:rPr>
              <a:t> </a:t>
            </a:r>
            <a:r>
              <a:rPr sz="3200" spc="-25" dirty="0">
                <a:latin typeface="Calibri"/>
                <a:cs typeface="Calibri"/>
              </a:rPr>
              <a:t>b).</a:t>
            </a:r>
            <a:endParaRPr sz="3200">
              <a:latin typeface="Calibri"/>
              <a:cs typeface="Calibri"/>
            </a:endParaRPr>
          </a:p>
          <a:p>
            <a:pPr marL="12700" marR="119380">
              <a:lnSpc>
                <a:spcPct val="100000"/>
              </a:lnSpc>
              <a:spcBef>
                <a:spcPts val="790"/>
              </a:spcBef>
              <a:tabLst>
                <a:tab pos="1566545" algn="l"/>
              </a:tabLst>
            </a:pPr>
            <a:r>
              <a:rPr sz="3200" dirty="0">
                <a:latin typeface="Calibri"/>
                <a:cs typeface="Calibri"/>
              </a:rPr>
              <a:t>ii</a:t>
            </a:r>
            <a:r>
              <a:rPr sz="3200" spc="-4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(p</a:t>
            </a:r>
            <a:r>
              <a:rPr sz="3200" spc="-20" dirty="0">
                <a:latin typeface="Calibri"/>
                <a:cs typeface="Calibri"/>
              </a:rPr>
              <a:t> </a:t>
            </a:r>
            <a:r>
              <a:rPr sz="3200" dirty="0">
                <a:latin typeface="Symbol"/>
                <a:cs typeface="Symbol"/>
              </a:rPr>
              <a:t></a:t>
            </a:r>
            <a:r>
              <a:rPr sz="3200" spc="-105" dirty="0">
                <a:latin typeface="Times New Roman"/>
                <a:cs typeface="Times New Roman"/>
              </a:rPr>
              <a:t> </a:t>
            </a:r>
            <a:r>
              <a:rPr sz="3200" dirty="0">
                <a:latin typeface="Calibri"/>
                <a:cs typeface="Calibri"/>
              </a:rPr>
              <a:t>q)(x,</a:t>
            </a:r>
            <a:r>
              <a:rPr sz="3200" spc="-15" dirty="0">
                <a:latin typeface="Calibri"/>
                <a:cs typeface="Calibri"/>
              </a:rPr>
              <a:t> </a:t>
            </a:r>
            <a:r>
              <a:rPr sz="3200" dirty="0">
                <a:latin typeface="Calibri"/>
                <a:cs typeface="Calibri"/>
              </a:rPr>
              <a:t>y)</a:t>
            </a:r>
            <a:r>
              <a:rPr sz="3200" spc="-25"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(p</a:t>
            </a:r>
            <a:r>
              <a:rPr sz="3200" dirty="0">
                <a:latin typeface="Symbol"/>
                <a:cs typeface="Symbol"/>
              </a:rPr>
              <a:t></a:t>
            </a:r>
            <a:r>
              <a:rPr sz="3200" dirty="0">
                <a:latin typeface="Calibri"/>
                <a:cs typeface="Calibri"/>
              </a:rPr>
              <a:t>q)(x,</a:t>
            </a:r>
            <a:r>
              <a:rPr sz="3200" spc="-5" dirty="0">
                <a:latin typeface="Calibri"/>
                <a:cs typeface="Calibri"/>
              </a:rPr>
              <a:t> </a:t>
            </a:r>
            <a:r>
              <a:rPr sz="3200" dirty="0">
                <a:latin typeface="Calibri"/>
                <a:cs typeface="Calibri"/>
              </a:rPr>
              <a:t>y)</a:t>
            </a:r>
            <a:r>
              <a:rPr sz="3200" spc="-30" dirty="0">
                <a:latin typeface="Calibri"/>
                <a:cs typeface="Calibri"/>
              </a:rPr>
              <a:t> </a:t>
            </a:r>
            <a:r>
              <a:rPr sz="3200" dirty="0">
                <a:latin typeface="Calibri"/>
                <a:cs typeface="Calibri"/>
              </a:rPr>
              <a:t>là</a:t>
            </a:r>
            <a:r>
              <a:rPr sz="3200" spc="-30" dirty="0">
                <a:latin typeface="Calibri"/>
                <a:cs typeface="Calibri"/>
              </a:rPr>
              <a:t> </a:t>
            </a:r>
            <a:r>
              <a:rPr sz="3200" dirty="0">
                <a:latin typeface="Calibri"/>
                <a:cs typeface="Calibri"/>
              </a:rPr>
              <a:t>hai</a:t>
            </a:r>
            <a:r>
              <a:rPr sz="3200" spc="-15" dirty="0">
                <a:latin typeface="Calibri"/>
                <a:cs typeface="Calibri"/>
              </a:rPr>
              <a:t> </a:t>
            </a:r>
            <a:r>
              <a:rPr sz="3200" dirty="0">
                <a:latin typeface="Calibri"/>
                <a:cs typeface="Calibri"/>
              </a:rPr>
              <a:t>vị</a:t>
            </a:r>
            <a:r>
              <a:rPr sz="3200" spc="-30" dirty="0">
                <a:latin typeface="Calibri"/>
                <a:cs typeface="Calibri"/>
              </a:rPr>
              <a:t> </a:t>
            </a:r>
            <a:r>
              <a:rPr sz="3200" dirty="0">
                <a:latin typeface="Calibri"/>
                <a:cs typeface="Calibri"/>
              </a:rPr>
              <a:t>từ,</a:t>
            </a:r>
            <a:r>
              <a:rPr sz="3200" spc="-30" dirty="0">
                <a:latin typeface="Calibri"/>
                <a:cs typeface="Calibri"/>
              </a:rPr>
              <a:t> </a:t>
            </a:r>
            <a:r>
              <a:rPr sz="3200" dirty="0">
                <a:latin typeface="Calibri"/>
                <a:cs typeface="Calibri"/>
              </a:rPr>
              <a:t>khi</a:t>
            </a:r>
            <a:r>
              <a:rPr sz="3200" spc="-25" dirty="0">
                <a:latin typeface="Calibri"/>
                <a:cs typeface="Calibri"/>
              </a:rPr>
              <a:t> </a:t>
            </a:r>
            <a:r>
              <a:rPr sz="3200" spc="-20" dirty="0">
                <a:latin typeface="Calibri"/>
                <a:cs typeface="Calibri"/>
              </a:rPr>
              <a:t>thay </a:t>
            </a:r>
            <a:r>
              <a:rPr sz="3200" dirty="0">
                <a:latin typeface="Calibri"/>
                <a:cs typeface="Calibri"/>
              </a:rPr>
              <a:t>x=a,</a:t>
            </a:r>
            <a:r>
              <a:rPr sz="3200" spc="-55" dirty="0">
                <a:latin typeface="Calibri"/>
                <a:cs typeface="Calibri"/>
              </a:rPr>
              <a:t> </a:t>
            </a:r>
            <a:r>
              <a:rPr sz="3200" spc="-25" dirty="0">
                <a:latin typeface="Calibri"/>
                <a:cs typeface="Calibri"/>
              </a:rPr>
              <a:t>y=b</a:t>
            </a:r>
            <a:r>
              <a:rPr sz="3200" dirty="0">
                <a:latin typeface="Calibri"/>
                <a:cs typeface="Calibri"/>
              </a:rPr>
              <a:t>	có</a:t>
            </a:r>
            <a:r>
              <a:rPr sz="3200" spc="-55" dirty="0">
                <a:latin typeface="Calibri"/>
                <a:cs typeface="Calibri"/>
              </a:rPr>
              <a:t> </a:t>
            </a:r>
            <a:r>
              <a:rPr sz="3200" dirty="0">
                <a:latin typeface="Calibri"/>
                <a:cs typeface="Calibri"/>
              </a:rPr>
              <a:t>chân</a:t>
            </a:r>
            <a:r>
              <a:rPr sz="3200" spc="-40" dirty="0">
                <a:latin typeface="Calibri"/>
                <a:cs typeface="Calibri"/>
              </a:rPr>
              <a:t> </a:t>
            </a:r>
            <a:r>
              <a:rPr sz="3200" dirty="0">
                <a:latin typeface="Calibri"/>
                <a:cs typeface="Calibri"/>
              </a:rPr>
              <a:t>trị</a:t>
            </a:r>
            <a:r>
              <a:rPr sz="3200" spc="-35" dirty="0">
                <a:latin typeface="Calibri"/>
                <a:cs typeface="Calibri"/>
              </a:rPr>
              <a:t> </a:t>
            </a:r>
            <a:r>
              <a:rPr sz="3200" dirty="0">
                <a:latin typeface="Calibri"/>
                <a:cs typeface="Calibri"/>
              </a:rPr>
              <a:t>là</a:t>
            </a:r>
            <a:r>
              <a:rPr sz="3200" spc="-40" dirty="0">
                <a:latin typeface="Calibri"/>
                <a:cs typeface="Calibri"/>
              </a:rPr>
              <a:t> </a:t>
            </a:r>
            <a:r>
              <a:rPr sz="3200" dirty="0">
                <a:latin typeface="Calibri"/>
                <a:cs typeface="Calibri"/>
              </a:rPr>
              <a:t>p(a,b)</a:t>
            </a:r>
            <a:r>
              <a:rPr sz="3200" spc="-10" dirty="0">
                <a:latin typeface="Calibri"/>
                <a:cs typeface="Calibri"/>
              </a:rPr>
              <a:t> </a:t>
            </a:r>
            <a:r>
              <a:rPr sz="3200" dirty="0">
                <a:latin typeface="Symbol"/>
                <a:cs typeface="Symbol"/>
              </a:rPr>
              <a:t></a:t>
            </a:r>
            <a:r>
              <a:rPr sz="3200" spc="-114" dirty="0">
                <a:latin typeface="Times New Roman"/>
                <a:cs typeface="Times New Roman"/>
              </a:rPr>
              <a:t> </a:t>
            </a:r>
            <a:r>
              <a:rPr sz="3200" dirty="0">
                <a:latin typeface="Calibri"/>
                <a:cs typeface="Calibri"/>
              </a:rPr>
              <a:t>q(a,</a:t>
            </a:r>
            <a:r>
              <a:rPr sz="3200" spc="-40" dirty="0">
                <a:latin typeface="Calibri"/>
                <a:cs typeface="Calibri"/>
              </a:rPr>
              <a:t> </a:t>
            </a:r>
            <a:r>
              <a:rPr sz="3200" dirty="0">
                <a:latin typeface="Calibri"/>
                <a:cs typeface="Calibri"/>
              </a:rPr>
              <a:t>b)</a:t>
            </a:r>
            <a:r>
              <a:rPr sz="3200" spc="-30" dirty="0">
                <a:latin typeface="Calibri"/>
                <a:cs typeface="Calibri"/>
              </a:rPr>
              <a:t> </a:t>
            </a:r>
            <a:r>
              <a:rPr sz="3200" spc="-50" dirty="0">
                <a:latin typeface="Calibri"/>
                <a:cs typeface="Calibri"/>
              </a:rPr>
              <a:t>, </a:t>
            </a:r>
            <a:r>
              <a:rPr sz="3200" dirty="0">
                <a:latin typeface="Calibri"/>
                <a:cs typeface="Calibri"/>
              </a:rPr>
              <a:t>p(a,b)</a:t>
            </a:r>
            <a:r>
              <a:rPr sz="3200" dirty="0">
                <a:latin typeface="Symbol"/>
                <a:cs typeface="Symbol"/>
              </a:rPr>
              <a:t></a:t>
            </a:r>
            <a:r>
              <a:rPr sz="3200" dirty="0">
                <a:latin typeface="Calibri"/>
                <a:cs typeface="Calibri"/>
              </a:rPr>
              <a:t>q(a,</a:t>
            </a:r>
            <a:r>
              <a:rPr sz="3200" spc="-125" dirty="0">
                <a:latin typeface="Calibri"/>
                <a:cs typeface="Calibri"/>
              </a:rPr>
              <a:t> </a:t>
            </a:r>
            <a:r>
              <a:rPr sz="3200" spc="-25" dirty="0">
                <a:latin typeface="Calibri"/>
                <a:cs typeface="Calibri"/>
              </a:rPr>
              <a:t>b).</a:t>
            </a:r>
            <a:endParaRPr sz="3200">
              <a:latin typeface="Calibri"/>
              <a:cs typeface="Calibri"/>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212191"/>
            <a:ext cx="7165975" cy="5885180"/>
          </a:xfrm>
          <a:prstGeom prst="rect">
            <a:avLst/>
          </a:prstGeom>
        </p:spPr>
        <p:txBody>
          <a:bodyPr vert="horz" wrap="square" lIns="0" tIns="113030" rIns="0" bIns="0" rtlCol="0">
            <a:spAutoFit/>
          </a:bodyPr>
          <a:lstStyle/>
          <a:p>
            <a:pPr marL="469900" indent="-457200">
              <a:lnSpc>
                <a:spcPct val="100000"/>
              </a:lnSpc>
              <a:spcBef>
                <a:spcPts val="890"/>
              </a:spcBef>
              <a:buFont typeface="Wingdings"/>
              <a:buChar char=""/>
              <a:tabLst>
                <a:tab pos="469900" algn="l"/>
              </a:tabLst>
            </a:pPr>
            <a:r>
              <a:rPr sz="3200" spc="-105" dirty="0">
                <a:latin typeface="Calibri"/>
                <a:cs typeface="Calibri"/>
              </a:rPr>
              <a:t>Ta</a:t>
            </a:r>
            <a:r>
              <a:rPr sz="3200" spc="-60" dirty="0">
                <a:latin typeface="Calibri"/>
                <a:cs typeface="Calibri"/>
              </a:rPr>
              <a:t> </a:t>
            </a:r>
            <a:r>
              <a:rPr sz="3200" dirty="0">
                <a:latin typeface="Calibri"/>
                <a:cs typeface="Calibri"/>
              </a:rPr>
              <a:t>cũng</a:t>
            </a:r>
            <a:r>
              <a:rPr sz="3200" spc="-60" dirty="0">
                <a:latin typeface="Calibri"/>
                <a:cs typeface="Calibri"/>
              </a:rPr>
              <a:t> </a:t>
            </a:r>
            <a:r>
              <a:rPr sz="3200" spc="-20" dirty="0">
                <a:latin typeface="Calibri"/>
                <a:cs typeface="Calibri"/>
              </a:rPr>
              <a:t>viết</a:t>
            </a:r>
            <a:endParaRPr sz="3200">
              <a:latin typeface="Calibri"/>
              <a:cs typeface="Calibri"/>
            </a:endParaRPr>
          </a:p>
          <a:p>
            <a:pPr marL="469900" indent="-457200">
              <a:lnSpc>
                <a:spcPct val="100000"/>
              </a:lnSpc>
              <a:spcBef>
                <a:spcPts val="790"/>
              </a:spcBef>
              <a:buChar char="-"/>
              <a:tabLst>
                <a:tab pos="469900" algn="l"/>
              </a:tabLst>
            </a:pPr>
            <a:r>
              <a:rPr sz="3200" dirty="0">
                <a:latin typeface="Calibri"/>
                <a:cs typeface="Calibri"/>
              </a:rPr>
              <a:t>p(x)</a:t>
            </a:r>
            <a:r>
              <a:rPr sz="3200" spc="-45" dirty="0">
                <a:latin typeface="Calibri"/>
                <a:cs typeface="Calibri"/>
              </a:rPr>
              <a:t> </a:t>
            </a:r>
            <a:r>
              <a:rPr sz="3200" dirty="0">
                <a:latin typeface="Symbol"/>
                <a:cs typeface="Symbol"/>
              </a:rPr>
              <a:t></a:t>
            </a:r>
            <a:r>
              <a:rPr sz="3200" spc="-135" dirty="0">
                <a:latin typeface="Times New Roman"/>
                <a:cs typeface="Times New Roman"/>
              </a:rPr>
              <a:t> </a:t>
            </a:r>
            <a:r>
              <a:rPr sz="3200" dirty="0">
                <a:latin typeface="Calibri"/>
                <a:cs typeface="Calibri"/>
              </a:rPr>
              <a:t>q(x),</a:t>
            </a:r>
            <a:r>
              <a:rPr sz="3200" spc="-40" dirty="0">
                <a:latin typeface="Calibri"/>
                <a:cs typeface="Calibri"/>
              </a:rPr>
              <a:t> </a:t>
            </a:r>
            <a:r>
              <a:rPr sz="3200" dirty="0">
                <a:latin typeface="Calibri"/>
                <a:cs typeface="Calibri"/>
              </a:rPr>
              <a:t>p(x)</a:t>
            </a:r>
            <a:r>
              <a:rPr sz="3200" spc="-45" dirty="0">
                <a:latin typeface="Calibri"/>
                <a:cs typeface="Calibri"/>
              </a:rPr>
              <a:t> </a:t>
            </a:r>
            <a:r>
              <a:rPr sz="3200" dirty="0">
                <a:latin typeface="Symbol"/>
                <a:cs typeface="Symbol"/>
              </a:rPr>
              <a:t></a:t>
            </a:r>
            <a:r>
              <a:rPr sz="3200" spc="-140" dirty="0">
                <a:latin typeface="Times New Roman"/>
                <a:cs typeface="Times New Roman"/>
              </a:rPr>
              <a:t> </a:t>
            </a:r>
            <a:r>
              <a:rPr sz="3200" dirty="0">
                <a:latin typeface="Calibri"/>
                <a:cs typeface="Calibri"/>
              </a:rPr>
              <a:t>q(x)</a:t>
            </a:r>
            <a:r>
              <a:rPr sz="3200" spc="-45" dirty="0">
                <a:latin typeface="Calibri"/>
                <a:cs typeface="Calibri"/>
              </a:rPr>
              <a:t> </a:t>
            </a:r>
            <a:r>
              <a:rPr sz="3200" dirty="0">
                <a:latin typeface="Calibri"/>
                <a:cs typeface="Calibri"/>
              </a:rPr>
              <a:t>thay</a:t>
            </a:r>
            <a:r>
              <a:rPr sz="3200" spc="-40" dirty="0">
                <a:latin typeface="Calibri"/>
                <a:cs typeface="Calibri"/>
              </a:rPr>
              <a:t> </a:t>
            </a:r>
            <a:r>
              <a:rPr sz="3200" spc="-25" dirty="0">
                <a:latin typeface="Calibri"/>
                <a:cs typeface="Calibri"/>
              </a:rPr>
              <a:t>cho</a:t>
            </a:r>
            <a:endParaRPr sz="3200">
              <a:latin typeface="Calibri"/>
              <a:cs typeface="Calibri"/>
            </a:endParaRPr>
          </a:p>
          <a:p>
            <a:pPr marL="473075">
              <a:lnSpc>
                <a:spcPct val="100000"/>
              </a:lnSpc>
              <a:spcBef>
                <a:spcPts val="770"/>
              </a:spcBef>
            </a:pPr>
            <a:r>
              <a:rPr sz="3200" dirty="0">
                <a:latin typeface="Calibri"/>
                <a:cs typeface="Calibri"/>
              </a:rPr>
              <a:t>(p</a:t>
            </a:r>
            <a:r>
              <a:rPr sz="3200" spc="-30" dirty="0">
                <a:latin typeface="Calibri"/>
                <a:cs typeface="Calibri"/>
              </a:rPr>
              <a:t> </a:t>
            </a:r>
            <a:r>
              <a:rPr sz="3200" dirty="0">
                <a:latin typeface="Symbol"/>
                <a:cs typeface="Symbol"/>
              </a:rPr>
              <a:t></a:t>
            </a:r>
            <a:r>
              <a:rPr sz="3200" spc="-110" dirty="0">
                <a:latin typeface="Times New Roman"/>
                <a:cs typeface="Times New Roman"/>
              </a:rPr>
              <a:t> </a:t>
            </a:r>
            <a:r>
              <a:rPr sz="3200" dirty="0">
                <a:latin typeface="Calibri"/>
                <a:cs typeface="Calibri"/>
              </a:rPr>
              <a:t>q)(x),</a:t>
            </a:r>
            <a:r>
              <a:rPr sz="3200" spc="-15" dirty="0">
                <a:latin typeface="Calibri"/>
                <a:cs typeface="Calibri"/>
              </a:rPr>
              <a:t> </a:t>
            </a:r>
            <a:r>
              <a:rPr sz="3200" dirty="0">
                <a:latin typeface="Calibri"/>
                <a:cs typeface="Calibri"/>
              </a:rPr>
              <a:t>(p</a:t>
            </a:r>
            <a:r>
              <a:rPr sz="3200" spc="-20" dirty="0">
                <a:latin typeface="Calibri"/>
                <a:cs typeface="Calibri"/>
              </a:rPr>
              <a:t> </a:t>
            </a:r>
            <a:r>
              <a:rPr sz="3200" dirty="0">
                <a:latin typeface="Symbol"/>
                <a:cs typeface="Symbol"/>
              </a:rPr>
              <a:t></a:t>
            </a:r>
            <a:r>
              <a:rPr sz="3200" spc="-120" dirty="0">
                <a:latin typeface="Times New Roman"/>
                <a:cs typeface="Times New Roman"/>
              </a:rPr>
              <a:t> </a:t>
            </a:r>
            <a:r>
              <a:rPr sz="3200" spc="-10" dirty="0">
                <a:latin typeface="Calibri"/>
                <a:cs typeface="Calibri"/>
              </a:rPr>
              <a:t>q)(x).</a:t>
            </a:r>
            <a:endParaRPr sz="3200">
              <a:latin typeface="Calibri"/>
              <a:cs typeface="Calibri"/>
            </a:endParaRPr>
          </a:p>
          <a:p>
            <a:pPr marL="469900" indent="-457200">
              <a:lnSpc>
                <a:spcPct val="100000"/>
              </a:lnSpc>
              <a:spcBef>
                <a:spcPts val="770"/>
              </a:spcBef>
              <a:buChar char="-"/>
              <a:tabLst>
                <a:tab pos="469900" algn="l"/>
              </a:tabLst>
            </a:pPr>
            <a:r>
              <a:rPr sz="3200" dirty="0">
                <a:latin typeface="Calibri"/>
                <a:cs typeface="Calibri"/>
              </a:rPr>
              <a:t>p(x)</a:t>
            </a:r>
            <a:r>
              <a:rPr sz="3200" spc="-60" dirty="0">
                <a:latin typeface="Calibri"/>
                <a:cs typeface="Calibri"/>
              </a:rPr>
              <a:t> </a:t>
            </a:r>
            <a:r>
              <a:rPr sz="3200" dirty="0">
                <a:latin typeface="Symbol"/>
                <a:cs typeface="Symbol"/>
              </a:rPr>
              <a:t></a:t>
            </a:r>
            <a:r>
              <a:rPr sz="3200" spc="-145" dirty="0">
                <a:latin typeface="Times New Roman"/>
                <a:cs typeface="Times New Roman"/>
              </a:rPr>
              <a:t> </a:t>
            </a:r>
            <a:r>
              <a:rPr sz="3200" dirty="0">
                <a:latin typeface="Calibri"/>
                <a:cs typeface="Calibri"/>
              </a:rPr>
              <a:t>q(x)</a:t>
            </a:r>
            <a:r>
              <a:rPr sz="3200" spc="-65" dirty="0">
                <a:latin typeface="Calibri"/>
                <a:cs typeface="Calibri"/>
              </a:rPr>
              <a:t> </a:t>
            </a:r>
            <a:r>
              <a:rPr sz="3200" dirty="0">
                <a:latin typeface="Calibri"/>
                <a:cs typeface="Calibri"/>
              </a:rPr>
              <a:t>,</a:t>
            </a:r>
            <a:r>
              <a:rPr sz="3200" spc="-65" dirty="0">
                <a:latin typeface="Calibri"/>
                <a:cs typeface="Calibri"/>
              </a:rPr>
              <a:t> </a:t>
            </a:r>
            <a:r>
              <a:rPr sz="3200" dirty="0">
                <a:latin typeface="Calibri"/>
                <a:cs typeface="Calibri"/>
              </a:rPr>
              <a:t>p(x)</a:t>
            </a:r>
            <a:r>
              <a:rPr sz="3200" dirty="0">
                <a:latin typeface="Symbol"/>
                <a:cs typeface="Symbol"/>
              </a:rPr>
              <a:t></a:t>
            </a:r>
            <a:r>
              <a:rPr sz="3200" dirty="0">
                <a:latin typeface="Calibri"/>
                <a:cs typeface="Calibri"/>
              </a:rPr>
              <a:t>q(x)</a:t>
            </a:r>
            <a:r>
              <a:rPr sz="3200" spc="-50" dirty="0">
                <a:latin typeface="Calibri"/>
                <a:cs typeface="Calibri"/>
              </a:rPr>
              <a:t> </a:t>
            </a:r>
            <a:r>
              <a:rPr sz="3200" dirty="0">
                <a:latin typeface="Calibri"/>
                <a:cs typeface="Calibri"/>
              </a:rPr>
              <a:t>thay</a:t>
            </a:r>
            <a:r>
              <a:rPr sz="3200" spc="-55" dirty="0">
                <a:latin typeface="Calibri"/>
                <a:cs typeface="Calibri"/>
              </a:rPr>
              <a:t> </a:t>
            </a:r>
            <a:r>
              <a:rPr sz="3200" spc="-25" dirty="0">
                <a:latin typeface="Calibri"/>
                <a:cs typeface="Calibri"/>
              </a:rPr>
              <a:t>cho</a:t>
            </a:r>
            <a:endParaRPr sz="3200">
              <a:latin typeface="Calibri"/>
              <a:cs typeface="Calibri"/>
            </a:endParaRPr>
          </a:p>
          <a:p>
            <a:pPr marL="473075">
              <a:lnSpc>
                <a:spcPct val="100000"/>
              </a:lnSpc>
              <a:spcBef>
                <a:spcPts val="770"/>
              </a:spcBef>
            </a:pPr>
            <a:r>
              <a:rPr sz="3200" dirty="0">
                <a:latin typeface="Calibri"/>
                <a:cs typeface="Calibri"/>
              </a:rPr>
              <a:t>(p</a:t>
            </a:r>
            <a:r>
              <a:rPr sz="3200" spc="-50" dirty="0">
                <a:latin typeface="Calibri"/>
                <a:cs typeface="Calibri"/>
              </a:rPr>
              <a:t> </a:t>
            </a:r>
            <a:r>
              <a:rPr sz="3200" dirty="0">
                <a:latin typeface="Symbol"/>
                <a:cs typeface="Symbol"/>
              </a:rPr>
              <a:t></a:t>
            </a:r>
            <a:r>
              <a:rPr sz="3200" spc="-130" dirty="0">
                <a:latin typeface="Times New Roman"/>
                <a:cs typeface="Times New Roman"/>
              </a:rPr>
              <a:t> </a:t>
            </a:r>
            <a:r>
              <a:rPr sz="3200" dirty="0">
                <a:latin typeface="Calibri"/>
                <a:cs typeface="Calibri"/>
              </a:rPr>
              <a:t>q)(x)</a:t>
            </a:r>
            <a:r>
              <a:rPr sz="3200" spc="-35" dirty="0">
                <a:latin typeface="Calibri"/>
                <a:cs typeface="Calibri"/>
              </a:rPr>
              <a:t> </a:t>
            </a:r>
            <a:r>
              <a:rPr sz="3200" dirty="0">
                <a:latin typeface="Calibri"/>
                <a:cs typeface="Calibri"/>
              </a:rPr>
              <a:t>,</a:t>
            </a:r>
            <a:r>
              <a:rPr sz="3200" spc="-50" dirty="0">
                <a:latin typeface="Calibri"/>
                <a:cs typeface="Calibri"/>
              </a:rPr>
              <a:t> </a:t>
            </a:r>
            <a:r>
              <a:rPr sz="3200" dirty="0">
                <a:latin typeface="Calibri"/>
                <a:cs typeface="Calibri"/>
              </a:rPr>
              <a:t>(p</a:t>
            </a:r>
            <a:r>
              <a:rPr sz="3200" dirty="0">
                <a:latin typeface="Symbol"/>
                <a:cs typeface="Symbol"/>
              </a:rPr>
              <a:t></a:t>
            </a:r>
            <a:r>
              <a:rPr sz="3200" dirty="0">
                <a:latin typeface="Calibri"/>
                <a:cs typeface="Calibri"/>
              </a:rPr>
              <a:t>q)(x)</a:t>
            </a:r>
            <a:r>
              <a:rPr sz="3200" spc="-35" dirty="0">
                <a:latin typeface="Calibri"/>
                <a:cs typeface="Calibri"/>
              </a:rPr>
              <a:t> </a:t>
            </a:r>
            <a:r>
              <a:rPr sz="3200" spc="-50" dirty="0">
                <a:latin typeface="Calibri"/>
                <a:cs typeface="Calibri"/>
              </a:rPr>
              <a:t>.</a:t>
            </a:r>
            <a:endParaRPr sz="3200">
              <a:latin typeface="Calibri"/>
              <a:cs typeface="Calibri"/>
            </a:endParaRPr>
          </a:p>
          <a:p>
            <a:pPr>
              <a:lnSpc>
                <a:spcPct val="100000"/>
              </a:lnSpc>
              <a:spcBef>
                <a:spcPts val="1470"/>
              </a:spcBef>
            </a:pPr>
            <a:endParaRPr sz="3200">
              <a:latin typeface="Calibri"/>
              <a:cs typeface="Calibri"/>
            </a:endParaRPr>
          </a:p>
          <a:p>
            <a:pPr marL="469900" indent="-457200">
              <a:lnSpc>
                <a:spcPct val="100000"/>
              </a:lnSpc>
              <a:buChar char="-"/>
              <a:tabLst>
                <a:tab pos="469900" algn="l"/>
              </a:tabLst>
            </a:pPr>
            <a:r>
              <a:rPr sz="3200" dirty="0">
                <a:latin typeface="Calibri"/>
                <a:cs typeface="Calibri"/>
              </a:rPr>
              <a:t>p(x,y)</a:t>
            </a:r>
            <a:r>
              <a:rPr sz="3200" spc="-35" dirty="0">
                <a:latin typeface="Calibri"/>
                <a:cs typeface="Calibri"/>
              </a:rPr>
              <a:t> </a:t>
            </a:r>
            <a:r>
              <a:rPr sz="3200" dirty="0">
                <a:latin typeface="Symbol"/>
                <a:cs typeface="Symbol"/>
              </a:rPr>
              <a:t></a:t>
            </a:r>
            <a:r>
              <a:rPr sz="3200" spc="-145" dirty="0">
                <a:latin typeface="Times New Roman"/>
                <a:cs typeface="Times New Roman"/>
              </a:rPr>
              <a:t> </a:t>
            </a:r>
            <a:r>
              <a:rPr sz="3200" dirty="0">
                <a:latin typeface="Calibri"/>
                <a:cs typeface="Calibri"/>
              </a:rPr>
              <a:t>q(x,</a:t>
            </a:r>
            <a:r>
              <a:rPr sz="3200" spc="-40" dirty="0">
                <a:latin typeface="Calibri"/>
                <a:cs typeface="Calibri"/>
              </a:rPr>
              <a:t> </a:t>
            </a:r>
            <a:r>
              <a:rPr sz="3200" dirty="0">
                <a:latin typeface="Calibri"/>
                <a:cs typeface="Calibri"/>
              </a:rPr>
              <a:t>y),</a:t>
            </a:r>
            <a:r>
              <a:rPr sz="3200" spc="-50" dirty="0">
                <a:latin typeface="Calibri"/>
                <a:cs typeface="Calibri"/>
              </a:rPr>
              <a:t> </a:t>
            </a:r>
            <a:r>
              <a:rPr sz="3200" dirty="0">
                <a:latin typeface="Calibri"/>
                <a:cs typeface="Calibri"/>
              </a:rPr>
              <a:t>p(x,y)</a:t>
            </a:r>
            <a:r>
              <a:rPr sz="3200" spc="-40" dirty="0">
                <a:latin typeface="Calibri"/>
                <a:cs typeface="Calibri"/>
              </a:rPr>
              <a:t> </a:t>
            </a:r>
            <a:r>
              <a:rPr sz="3200" dirty="0">
                <a:latin typeface="Symbol"/>
                <a:cs typeface="Symbol"/>
              </a:rPr>
              <a:t></a:t>
            </a:r>
            <a:r>
              <a:rPr sz="3200" spc="-135" dirty="0">
                <a:latin typeface="Times New Roman"/>
                <a:cs typeface="Times New Roman"/>
              </a:rPr>
              <a:t> </a:t>
            </a:r>
            <a:r>
              <a:rPr sz="3200" dirty="0">
                <a:latin typeface="Calibri"/>
                <a:cs typeface="Calibri"/>
              </a:rPr>
              <a:t>q(x,</a:t>
            </a:r>
            <a:r>
              <a:rPr sz="3200" spc="-50" dirty="0">
                <a:latin typeface="Calibri"/>
                <a:cs typeface="Calibri"/>
              </a:rPr>
              <a:t> </a:t>
            </a:r>
            <a:r>
              <a:rPr sz="3200" dirty="0">
                <a:latin typeface="Calibri"/>
                <a:cs typeface="Calibri"/>
              </a:rPr>
              <a:t>y)</a:t>
            </a:r>
            <a:r>
              <a:rPr sz="3200" spc="-50" dirty="0">
                <a:latin typeface="Calibri"/>
                <a:cs typeface="Calibri"/>
              </a:rPr>
              <a:t> </a:t>
            </a:r>
            <a:r>
              <a:rPr sz="3200" dirty="0">
                <a:latin typeface="Calibri"/>
                <a:cs typeface="Calibri"/>
              </a:rPr>
              <a:t>thay</a:t>
            </a:r>
            <a:r>
              <a:rPr sz="3200" spc="-50" dirty="0">
                <a:latin typeface="Calibri"/>
                <a:cs typeface="Calibri"/>
              </a:rPr>
              <a:t> </a:t>
            </a:r>
            <a:r>
              <a:rPr sz="3200" spc="-25" dirty="0">
                <a:latin typeface="Calibri"/>
                <a:cs typeface="Calibri"/>
              </a:rPr>
              <a:t>cho</a:t>
            </a:r>
            <a:endParaRPr sz="3200">
              <a:latin typeface="Calibri"/>
              <a:cs typeface="Calibri"/>
            </a:endParaRPr>
          </a:p>
          <a:p>
            <a:pPr marL="473075">
              <a:lnSpc>
                <a:spcPct val="100000"/>
              </a:lnSpc>
              <a:spcBef>
                <a:spcPts val="770"/>
              </a:spcBef>
            </a:pPr>
            <a:r>
              <a:rPr sz="3200" dirty="0">
                <a:latin typeface="Calibri"/>
                <a:cs typeface="Calibri"/>
              </a:rPr>
              <a:t>(p</a:t>
            </a:r>
            <a:r>
              <a:rPr sz="3200" spc="-35" dirty="0">
                <a:latin typeface="Calibri"/>
                <a:cs typeface="Calibri"/>
              </a:rPr>
              <a:t> </a:t>
            </a:r>
            <a:r>
              <a:rPr sz="3200" dirty="0">
                <a:latin typeface="Symbol"/>
                <a:cs typeface="Symbol"/>
              </a:rPr>
              <a:t></a:t>
            </a:r>
            <a:r>
              <a:rPr sz="3200" spc="-114" dirty="0">
                <a:latin typeface="Times New Roman"/>
                <a:cs typeface="Times New Roman"/>
              </a:rPr>
              <a:t> </a:t>
            </a:r>
            <a:r>
              <a:rPr sz="3200" dirty="0">
                <a:latin typeface="Calibri"/>
                <a:cs typeface="Calibri"/>
              </a:rPr>
              <a:t>q)(x,</a:t>
            </a:r>
            <a:r>
              <a:rPr sz="3200" spc="-25" dirty="0">
                <a:latin typeface="Calibri"/>
                <a:cs typeface="Calibri"/>
              </a:rPr>
              <a:t> </a:t>
            </a:r>
            <a:r>
              <a:rPr sz="3200" dirty="0">
                <a:latin typeface="Calibri"/>
                <a:cs typeface="Calibri"/>
              </a:rPr>
              <a:t>y),</a:t>
            </a:r>
            <a:r>
              <a:rPr sz="3200" spc="-30" dirty="0">
                <a:latin typeface="Calibri"/>
                <a:cs typeface="Calibri"/>
              </a:rPr>
              <a:t> </a:t>
            </a:r>
            <a:r>
              <a:rPr sz="3200" dirty="0">
                <a:latin typeface="Calibri"/>
                <a:cs typeface="Calibri"/>
              </a:rPr>
              <a:t>(p</a:t>
            </a:r>
            <a:r>
              <a:rPr sz="3200" spc="-20" dirty="0">
                <a:latin typeface="Calibri"/>
                <a:cs typeface="Calibri"/>
              </a:rPr>
              <a:t> </a:t>
            </a:r>
            <a:r>
              <a:rPr sz="3200" dirty="0">
                <a:latin typeface="Symbol"/>
                <a:cs typeface="Symbol"/>
              </a:rPr>
              <a:t></a:t>
            </a:r>
            <a:r>
              <a:rPr sz="3200" spc="-125" dirty="0">
                <a:latin typeface="Times New Roman"/>
                <a:cs typeface="Times New Roman"/>
              </a:rPr>
              <a:t> </a:t>
            </a:r>
            <a:r>
              <a:rPr sz="3200" dirty="0">
                <a:latin typeface="Calibri"/>
                <a:cs typeface="Calibri"/>
              </a:rPr>
              <a:t>q)(x,</a:t>
            </a:r>
            <a:r>
              <a:rPr sz="3200" spc="-25" dirty="0">
                <a:latin typeface="Calibri"/>
                <a:cs typeface="Calibri"/>
              </a:rPr>
              <a:t> y).</a:t>
            </a:r>
            <a:endParaRPr sz="3200">
              <a:latin typeface="Calibri"/>
              <a:cs typeface="Calibri"/>
            </a:endParaRPr>
          </a:p>
          <a:p>
            <a:pPr marL="469900" indent="-457200">
              <a:lnSpc>
                <a:spcPct val="100000"/>
              </a:lnSpc>
              <a:spcBef>
                <a:spcPts val="770"/>
              </a:spcBef>
              <a:buChar char="-"/>
              <a:tabLst>
                <a:tab pos="469900" algn="l"/>
              </a:tabLst>
            </a:pPr>
            <a:r>
              <a:rPr sz="3200" dirty="0">
                <a:latin typeface="Calibri"/>
                <a:cs typeface="Calibri"/>
              </a:rPr>
              <a:t>p(x,y)</a:t>
            </a:r>
            <a:r>
              <a:rPr sz="3200" spc="-45" dirty="0">
                <a:latin typeface="Calibri"/>
                <a:cs typeface="Calibri"/>
              </a:rPr>
              <a:t> </a:t>
            </a:r>
            <a:r>
              <a:rPr sz="3200" dirty="0">
                <a:latin typeface="Symbol"/>
                <a:cs typeface="Symbol"/>
              </a:rPr>
              <a:t></a:t>
            </a:r>
            <a:r>
              <a:rPr sz="3200" spc="-140" dirty="0">
                <a:latin typeface="Times New Roman"/>
                <a:cs typeface="Times New Roman"/>
              </a:rPr>
              <a:t> </a:t>
            </a:r>
            <a:r>
              <a:rPr sz="3200" dirty="0">
                <a:latin typeface="Calibri"/>
                <a:cs typeface="Calibri"/>
              </a:rPr>
              <a:t>q(x,</a:t>
            </a:r>
            <a:r>
              <a:rPr sz="3200" spc="-65" dirty="0">
                <a:latin typeface="Calibri"/>
                <a:cs typeface="Calibri"/>
              </a:rPr>
              <a:t> </a:t>
            </a:r>
            <a:r>
              <a:rPr sz="3200" dirty="0">
                <a:latin typeface="Calibri"/>
                <a:cs typeface="Calibri"/>
              </a:rPr>
              <a:t>y)</a:t>
            </a:r>
            <a:r>
              <a:rPr sz="3200" spc="-55" dirty="0">
                <a:latin typeface="Calibri"/>
                <a:cs typeface="Calibri"/>
              </a:rPr>
              <a:t> </a:t>
            </a:r>
            <a:r>
              <a:rPr sz="3200" dirty="0">
                <a:latin typeface="Calibri"/>
                <a:cs typeface="Calibri"/>
              </a:rPr>
              <a:t>,</a:t>
            </a:r>
            <a:r>
              <a:rPr sz="3200" spc="-65" dirty="0">
                <a:latin typeface="Calibri"/>
                <a:cs typeface="Calibri"/>
              </a:rPr>
              <a:t> </a:t>
            </a:r>
            <a:r>
              <a:rPr sz="3200" dirty="0">
                <a:latin typeface="Calibri"/>
                <a:cs typeface="Calibri"/>
              </a:rPr>
              <a:t>p(x,y)</a:t>
            </a:r>
            <a:r>
              <a:rPr sz="3200" dirty="0">
                <a:latin typeface="Symbol"/>
                <a:cs typeface="Symbol"/>
              </a:rPr>
              <a:t></a:t>
            </a:r>
            <a:r>
              <a:rPr sz="3200" dirty="0">
                <a:latin typeface="Calibri"/>
                <a:cs typeface="Calibri"/>
              </a:rPr>
              <a:t>q(x,</a:t>
            </a:r>
            <a:r>
              <a:rPr sz="3200" spc="-50" dirty="0">
                <a:latin typeface="Calibri"/>
                <a:cs typeface="Calibri"/>
              </a:rPr>
              <a:t> </a:t>
            </a:r>
            <a:r>
              <a:rPr sz="3200" dirty="0">
                <a:latin typeface="Calibri"/>
                <a:cs typeface="Calibri"/>
              </a:rPr>
              <a:t>y)</a:t>
            </a:r>
            <a:r>
              <a:rPr sz="3200" spc="-60" dirty="0">
                <a:latin typeface="Calibri"/>
                <a:cs typeface="Calibri"/>
              </a:rPr>
              <a:t> </a:t>
            </a:r>
            <a:r>
              <a:rPr sz="3200" dirty="0">
                <a:latin typeface="Calibri"/>
                <a:cs typeface="Calibri"/>
              </a:rPr>
              <a:t>thay</a:t>
            </a:r>
            <a:r>
              <a:rPr sz="3200" spc="-50" dirty="0">
                <a:latin typeface="Calibri"/>
                <a:cs typeface="Calibri"/>
              </a:rPr>
              <a:t> </a:t>
            </a:r>
            <a:r>
              <a:rPr sz="3200" spc="-25" dirty="0">
                <a:latin typeface="Calibri"/>
                <a:cs typeface="Calibri"/>
              </a:rPr>
              <a:t>cho</a:t>
            </a:r>
            <a:endParaRPr sz="3200">
              <a:latin typeface="Calibri"/>
              <a:cs typeface="Calibri"/>
            </a:endParaRPr>
          </a:p>
          <a:p>
            <a:pPr marL="473075">
              <a:lnSpc>
                <a:spcPct val="100000"/>
              </a:lnSpc>
              <a:spcBef>
                <a:spcPts val="765"/>
              </a:spcBef>
            </a:pPr>
            <a:r>
              <a:rPr sz="3200" dirty="0">
                <a:latin typeface="Calibri"/>
                <a:cs typeface="Calibri"/>
              </a:rPr>
              <a:t>(p</a:t>
            </a:r>
            <a:r>
              <a:rPr sz="3200" spc="-40" dirty="0">
                <a:latin typeface="Calibri"/>
                <a:cs typeface="Calibri"/>
              </a:rPr>
              <a:t> </a:t>
            </a:r>
            <a:r>
              <a:rPr sz="3200" dirty="0">
                <a:latin typeface="Symbol"/>
                <a:cs typeface="Symbol"/>
              </a:rPr>
              <a:t></a:t>
            </a:r>
            <a:r>
              <a:rPr sz="3200" spc="-114" dirty="0">
                <a:latin typeface="Times New Roman"/>
                <a:cs typeface="Times New Roman"/>
              </a:rPr>
              <a:t> </a:t>
            </a:r>
            <a:r>
              <a:rPr sz="3200" dirty="0">
                <a:latin typeface="Calibri"/>
                <a:cs typeface="Calibri"/>
              </a:rPr>
              <a:t>q)(x,</a:t>
            </a:r>
            <a:r>
              <a:rPr sz="3200" spc="-25" dirty="0">
                <a:latin typeface="Calibri"/>
                <a:cs typeface="Calibri"/>
              </a:rPr>
              <a:t> </a:t>
            </a:r>
            <a:r>
              <a:rPr sz="3200" dirty="0">
                <a:latin typeface="Calibri"/>
                <a:cs typeface="Calibri"/>
              </a:rPr>
              <a:t>y)</a:t>
            </a:r>
            <a:r>
              <a:rPr sz="3200" spc="-35" dirty="0">
                <a:latin typeface="Calibri"/>
                <a:cs typeface="Calibri"/>
              </a:rPr>
              <a:t> </a:t>
            </a:r>
            <a:r>
              <a:rPr sz="3200" dirty="0">
                <a:latin typeface="Calibri"/>
                <a:cs typeface="Calibri"/>
              </a:rPr>
              <a:t>,</a:t>
            </a:r>
            <a:r>
              <a:rPr sz="3200" spc="-40" dirty="0">
                <a:latin typeface="Calibri"/>
                <a:cs typeface="Calibri"/>
              </a:rPr>
              <a:t> </a:t>
            </a:r>
            <a:r>
              <a:rPr sz="3200" dirty="0">
                <a:latin typeface="Calibri"/>
                <a:cs typeface="Calibri"/>
              </a:rPr>
              <a:t>(p</a:t>
            </a:r>
            <a:r>
              <a:rPr sz="3200" dirty="0">
                <a:latin typeface="Symbol"/>
                <a:cs typeface="Symbol"/>
              </a:rPr>
              <a:t></a:t>
            </a:r>
            <a:r>
              <a:rPr sz="3200" dirty="0">
                <a:latin typeface="Calibri"/>
                <a:cs typeface="Calibri"/>
              </a:rPr>
              <a:t>q)(x,</a:t>
            </a:r>
            <a:r>
              <a:rPr sz="3200" spc="-20" dirty="0">
                <a:latin typeface="Calibri"/>
                <a:cs typeface="Calibri"/>
              </a:rPr>
              <a:t> </a:t>
            </a:r>
            <a:r>
              <a:rPr sz="3200" dirty="0">
                <a:latin typeface="Calibri"/>
                <a:cs typeface="Calibri"/>
              </a:rPr>
              <a:t>y)</a:t>
            </a:r>
            <a:r>
              <a:rPr sz="3200" spc="-40" dirty="0">
                <a:latin typeface="Calibri"/>
                <a:cs typeface="Calibri"/>
              </a:rPr>
              <a:t> </a:t>
            </a:r>
            <a:r>
              <a:rPr sz="3200" spc="-50" dirty="0">
                <a:latin typeface="Calibri"/>
                <a:cs typeface="Calibri"/>
              </a:rPr>
              <a:t>.</a:t>
            </a:r>
            <a:endParaRPr sz="3200">
              <a:latin typeface="Calibri"/>
              <a:cs typeface="Calibri"/>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212191"/>
            <a:ext cx="7448550" cy="4128770"/>
          </a:xfrm>
          <a:prstGeom prst="rect">
            <a:avLst/>
          </a:prstGeom>
        </p:spPr>
        <p:txBody>
          <a:bodyPr vert="horz" wrap="square" lIns="0" tIns="113030" rIns="0" bIns="0" rtlCol="0">
            <a:spAutoFit/>
          </a:bodyPr>
          <a:lstStyle/>
          <a:p>
            <a:pPr marL="12700">
              <a:lnSpc>
                <a:spcPct val="100000"/>
              </a:lnSpc>
              <a:spcBef>
                <a:spcPts val="890"/>
              </a:spcBef>
            </a:pPr>
            <a:r>
              <a:rPr sz="3200" b="1" dirty="0">
                <a:latin typeface="Calibri"/>
                <a:cs typeface="Calibri"/>
              </a:rPr>
              <a:t>Ví</a:t>
            </a:r>
            <a:r>
              <a:rPr sz="3200" b="1" spc="-10" dirty="0">
                <a:latin typeface="Calibri"/>
                <a:cs typeface="Calibri"/>
              </a:rPr>
              <a:t> </a:t>
            </a:r>
            <a:r>
              <a:rPr sz="3200" b="1" dirty="0">
                <a:latin typeface="Calibri"/>
                <a:cs typeface="Calibri"/>
              </a:rPr>
              <a:t>dụ</a:t>
            </a:r>
            <a:r>
              <a:rPr sz="3200" b="1" spc="-15" dirty="0">
                <a:latin typeface="Calibri"/>
                <a:cs typeface="Calibri"/>
              </a:rPr>
              <a:t> </a:t>
            </a:r>
            <a:r>
              <a:rPr sz="3200" b="1" spc="-50" dirty="0">
                <a:latin typeface="Calibri"/>
                <a:cs typeface="Calibri"/>
              </a:rPr>
              <a:t>:</a:t>
            </a:r>
            <a:endParaRPr sz="3200">
              <a:latin typeface="Calibri"/>
              <a:cs typeface="Calibri"/>
            </a:endParaRPr>
          </a:p>
          <a:p>
            <a:pPr marL="12700">
              <a:lnSpc>
                <a:spcPct val="100000"/>
              </a:lnSpc>
              <a:spcBef>
                <a:spcPts val="790"/>
              </a:spcBef>
            </a:pPr>
            <a:r>
              <a:rPr sz="3200" dirty="0">
                <a:latin typeface="Calibri"/>
                <a:cs typeface="Calibri"/>
              </a:rPr>
              <a:t>p(x)</a:t>
            </a:r>
            <a:r>
              <a:rPr sz="3200" spc="-15"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x</a:t>
            </a:r>
            <a:r>
              <a:rPr sz="3200" spc="-20" dirty="0">
                <a:latin typeface="Calibri"/>
                <a:cs typeface="Calibri"/>
              </a:rPr>
              <a:t> </a:t>
            </a:r>
            <a:r>
              <a:rPr sz="3200" dirty="0">
                <a:latin typeface="Calibri"/>
                <a:cs typeface="Calibri"/>
              </a:rPr>
              <a:t>&gt;</a:t>
            </a:r>
            <a:r>
              <a:rPr sz="3200" spc="-15" dirty="0">
                <a:latin typeface="Calibri"/>
                <a:cs typeface="Calibri"/>
              </a:rPr>
              <a:t> </a:t>
            </a:r>
            <a:r>
              <a:rPr sz="3200" dirty="0">
                <a:latin typeface="Calibri"/>
                <a:cs typeface="Calibri"/>
              </a:rPr>
              <a:t>2,</a:t>
            </a:r>
            <a:r>
              <a:rPr sz="3200" spc="-20" dirty="0">
                <a:latin typeface="Calibri"/>
                <a:cs typeface="Calibri"/>
              </a:rPr>
              <a:t> </a:t>
            </a:r>
            <a:r>
              <a:rPr sz="3200" dirty="0">
                <a:latin typeface="Calibri"/>
                <a:cs typeface="Calibri"/>
              </a:rPr>
              <a:t>x</a:t>
            </a:r>
            <a:r>
              <a:rPr sz="3200" spc="-5" dirty="0">
                <a:latin typeface="Calibri"/>
                <a:cs typeface="Calibri"/>
              </a:rPr>
              <a:t> </a:t>
            </a:r>
            <a:r>
              <a:rPr sz="3200" dirty="0">
                <a:latin typeface="Symbol"/>
                <a:cs typeface="Symbol"/>
              </a:rPr>
              <a:t></a:t>
            </a:r>
            <a:r>
              <a:rPr sz="3200" spc="-95" dirty="0">
                <a:latin typeface="Times New Roman"/>
                <a:cs typeface="Times New Roman"/>
              </a:rPr>
              <a:t> </a:t>
            </a:r>
            <a:r>
              <a:rPr sz="3200" spc="-25" dirty="0">
                <a:latin typeface="Calibri"/>
                <a:cs typeface="Calibri"/>
              </a:rPr>
              <a:t>Z,</a:t>
            </a:r>
            <a:endParaRPr sz="3200">
              <a:latin typeface="Calibri"/>
              <a:cs typeface="Calibri"/>
            </a:endParaRPr>
          </a:p>
          <a:p>
            <a:pPr marL="12700">
              <a:lnSpc>
                <a:spcPct val="100000"/>
              </a:lnSpc>
              <a:spcBef>
                <a:spcPts val="745"/>
              </a:spcBef>
            </a:pPr>
            <a:r>
              <a:rPr sz="3200" dirty="0">
                <a:latin typeface="Calibri"/>
                <a:cs typeface="Calibri"/>
              </a:rPr>
              <a:t>q(x)</a:t>
            </a:r>
            <a:r>
              <a:rPr sz="3200" spc="-25"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x</a:t>
            </a:r>
            <a:r>
              <a:rPr sz="3200" spc="-15" dirty="0">
                <a:latin typeface="Calibri"/>
                <a:cs typeface="Calibri"/>
              </a:rPr>
              <a:t> </a:t>
            </a:r>
            <a:r>
              <a:rPr sz="3200" dirty="0">
                <a:latin typeface="Calibri"/>
                <a:cs typeface="Calibri"/>
              </a:rPr>
              <a:t>chia</a:t>
            </a:r>
            <a:r>
              <a:rPr sz="3200" spc="-5" dirty="0">
                <a:latin typeface="Calibri"/>
                <a:cs typeface="Calibri"/>
              </a:rPr>
              <a:t> </a:t>
            </a:r>
            <a:r>
              <a:rPr sz="3200" dirty="0">
                <a:latin typeface="Calibri"/>
                <a:cs typeface="Calibri"/>
              </a:rPr>
              <a:t>hết</a:t>
            </a:r>
            <a:r>
              <a:rPr sz="3200" spc="-35" dirty="0">
                <a:latin typeface="Calibri"/>
                <a:cs typeface="Calibri"/>
              </a:rPr>
              <a:t> </a:t>
            </a:r>
            <a:r>
              <a:rPr sz="3200" dirty="0">
                <a:latin typeface="Calibri"/>
                <a:cs typeface="Calibri"/>
              </a:rPr>
              <a:t>cho</a:t>
            </a:r>
            <a:r>
              <a:rPr sz="3200" spc="-20" dirty="0">
                <a:latin typeface="Calibri"/>
                <a:cs typeface="Calibri"/>
              </a:rPr>
              <a:t> </a:t>
            </a:r>
            <a:r>
              <a:rPr sz="3200" spc="-25" dirty="0">
                <a:latin typeface="Calibri"/>
                <a:cs typeface="Calibri"/>
              </a:rPr>
              <a:t>2,</a:t>
            </a:r>
            <a:endParaRPr sz="3200">
              <a:latin typeface="Calibri"/>
              <a:cs typeface="Calibri"/>
            </a:endParaRPr>
          </a:p>
          <a:p>
            <a:pPr marL="584200" indent="-571500">
              <a:lnSpc>
                <a:spcPct val="100000"/>
              </a:lnSpc>
              <a:spcBef>
                <a:spcPts val="795"/>
              </a:spcBef>
              <a:buFont typeface="Calibri"/>
              <a:buAutoNum type="romanLcParenR"/>
              <a:tabLst>
                <a:tab pos="584200" algn="l"/>
              </a:tabLst>
            </a:pPr>
            <a:r>
              <a:rPr sz="3200" dirty="0">
                <a:latin typeface="Symbol"/>
                <a:cs typeface="Symbol"/>
              </a:rPr>
              <a:t></a:t>
            </a:r>
            <a:r>
              <a:rPr sz="3200" dirty="0">
                <a:latin typeface="Calibri"/>
                <a:cs typeface="Calibri"/>
              </a:rPr>
              <a:t>p(3)</a:t>
            </a:r>
            <a:r>
              <a:rPr sz="3200" spc="-35" dirty="0">
                <a:latin typeface="Calibri"/>
                <a:cs typeface="Calibri"/>
              </a:rPr>
              <a:t> </a:t>
            </a:r>
            <a:r>
              <a:rPr sz="3200" dirty="0">
                <a:latin typeface="Calibri"/>
                <a:cs typeface="Calibri"/>
              </a:rPr>
              <a:t>có</a:t>
            </a:r>
            <a:r>
              <a:rPr sz="3200" spc="-65" dirty="0">
                <a:latin typeface="Calibri"/>
                <a:cs typeface="Calibri"/>
              </a:rPr>
              <a:t> </a:t>
            </a:r>
            <a:r>
              <a:rPr sz="3200" dirty="0">
                <a:latin typeface="Calibri"/>
                <a:cs typeface="Calibri"/>
              </a:rPr>
              <a:t>chân</a:t>
            </a:r>
            <a:r>
              <a:rPr sz="3200" spc="-60" dirty="0">
                <a:latin typeface="Calibri"/>
                <a:cs typeface="Calibri"/>
              </a:rPr>
              <a:t> </a:t>
            </a:r>
            <a:r>
              <a:rPr sz="3200" dirty="0">
                <a:latin typeface="Calibri"/>
                <a:cs typeface="Calibri"/>
              </a:rPr>
              <a:t>trị</a:t>
            </a:r>
            <a:r>
              <a:rPr sz="3200" spc="-50" dirty="0">
                <a:latin typeface="Calibri"/>
                <a:cs typeface="Calibri"/>
              </a:rPr>
              <a:t> </a:t>
            </a:r>
            <a:r>
              <a:rPr sz="3200" dirty="0">
                <a:latin typeface="Calibri"/>
                <a:cs typeface="Calibri"/>
              </a:rPr>
              <a:t>của</a:t>
            </a:r>
            <a:r>
              <a:rPr sz="3200" spc="-40" dirty="0">
                <a:latin typeface="Calibri"/>
                <a:cs typeface="Calibri"/>
              </a:rPr>
              <a:t> </a:t>
            </a:r>
            <a:r>
              <a:rPr sz="3200" dirty="0">
                <a:latin typeface="Symbol"/>
                <a:cs typeface="Symbol"/>
              </a:rPr>
              <a:t></a:t>
            </a:r>
            <a:r>
              <a:rPr sz="3200" dirty="0">
                <a:latin typeface="Calibri"/>
                <a:cs typeface="Calibri"/>
              </a:rPr>
              <a:t>(p(3)),</a:t>
            </a:r>
            <a:r>
              <a:rPr sz="3200" spc="-25" dirty="0">
                <a:latin typeface="Calibri"/>
                <a:cs typeface="Calibri"/>
              </a:rPr>
              <a:t> </a:t>
            </a:r>
            <a:r>
              <a:rPr sz="3200" dirty="0">
                <a:latin typeface="Calibri"/>
                <a:cs typeface="Calibri"/>
              </a:rPr>
              <a:t>chân</a:t>
            </a:r>
            <a:r>
              <a:rPr sz="3200" spc="-60" dirty="0">
                <a:latin typeface="Calibri"/>
                <a:cs typeface="Calibri"/>
              </a:rPr>
              <a:t> </a:t>
            </a:r>
            <a:r>
              <a:rPr sz="3200" dirty="0">
                <a:latin typeface="Calibri"/>
                <a:cs typeface="Calibri"/>
              </a:rPr>
              <a:t>trị</a:t>
            </a:r>
            <a:r>
              <a:rPr sz="3200" spc="-50" dirty="0">
                <a:latin typeface="Calibri"/>
                <a:cs typeface="Calibri"/>
              </a:rPr>
              <a:t> </a:t>
            </a:r>
            <a:r>
              <a:rPr sz="3200" spc="-20" dirty="0">
                <a:latin typeface="Calibri"/>
                <a:cs typeface="Calibri"/>
              </a:rPr>
              <a:t>sai.</a:t>
            </a:r>
            <a:endParaRPr sz="3200">
              <a:latin typeface="Calibri"/>
              <a:cs typeface="Calibri"/>
            </a:endParaRPr>
          </a:p>
          <a:p>
            <a:pPr marL="584200" indent="-571500">
              <a:lnSpc>
                <a:spcPct val="100000"/>
              </a:lnSpc>
              <a:spcBef>
                <a:spcPts val="770"/>
              </a:spcBef>
              <a:buAutoNum type="romanLcParenR"/>
              <a:tabLst>
                <a:tab pos="584200" algn="l"/>
              </a:tabLst>
            </a:pPr>
            <a:r>
              <a:rPr sz="3200" dirty="0">
                <a:latin typeface="Calibri"/>
                <a:cs typeface="Calibri"/>
              </a:rPr>
              <a:t>(p</a:t>
            </a:r>
            <a:r>
              <a:rPr sz="3200" spc="-35" dirty="0">
                <a:latin typeface="Calibri"/>
                <a:cs typeface="Calibri"/>
              </a:rPr>
              <a:t> </a:t>
            </a:r>
            <a:r>
              <a:rPr sz="3200" dirty="0">
                <a:latin typeface="Symbol"/>
                <a:cs typeface="Symbol"/>
              </a:rPr>
              <a:t></a:t>
            </a:r>
            <a:r>
              <a:rPr sz="3200" spc="-125" dirty="0">
                <a:latin typeface="Times New Roman"/>
                <a:cs typeface="Times New Roman"/>
              </a:rPr>
              <a:t> </a:t>
            </a:r>
            <a:r>
              <a:rPr sz="3200" dirty="0">
                <a:latin typeface="Calibri"/>
                <a:cs typeface="Calibri"/>
              </a:rPr>
              <a:t>q)(4)</a:t>
            </a:r>
            <a:r>
              <a:rPr sz="3200" spc="-25" dirty="0">
                <a:latin typeface="Calibri"/>
                <a:cs typeface="Calibri"/>
              </a:rPr>
              <a:t> </a:t>
            </a:r>
            <a:r>
              <a:rPr sz="3200" dirty="0">
                <a:latin typeface="Calibri"/>
                <a:cs typeface="Calibri"/>
              </a:rPr>
              <a:t>có</a:t>
            </a:r>
            <a:r>
              <a:rPr sz="3200" spc="-45" dirty="0">
                <a:latin typeface="Calibri"/>
                <a:cs typeface="Calibri"/>
              </a:rPr>
              <a:t> </a:t>
            </a:r>
            <a:r>
              <a:rPr sz="3200" dirty="0">
                <a:latin typeface="Calibri"/>
                <a:cs typeface="Calibri"/>
              </a:rPr>
              <a:t>chân</a:t>
            </a:r>
            <a:r>
              <a:rPr sz="3200" spc="-45" dirty="0">
                <a:latin typeface="Calibri"/>
                <a:cs typeface="Calibri"/>
              </a:rPr>
              <a:t> </a:t>
            </a:r>
            <a:r>
              <a:rPr sz="3200" dirty="0">
                <a:latin typeface="Calibri"/>
                <a:cs typeface="Calibri"/>
              </a:rPr>
              <a:t>trị</a:t>
            </a:r>
            <a:r>
              <a:rPr sz="3200" spc="-35" dirty="0">
                <a:latin typeface="Calibri"/>
                <a:cs typeface="Calibri"/>
              </a:rPr>
              <a:t> </a:t>
            </a:r>
            <a:r>
              <a:rPr sz="3200" dirty="0">
                <a:latin typeface="Calibri"/>
                <a:cs typeface="Calibri"/>
              </a:rPr>
              <a:t>p(4)</a:t>
            </a:r>
            <a:r>
              <a:rPr sz="3200" spc="-15" dirty="0">
                <a:latin typeface="Calibri"/>
                <a:cs typeface="Calibri"/>
              </a:rPr>
              <a:t> </a:t>
            </a:r>
            <a:r>
              <a:rPr sz="3200" dirty="0">
                <a:latin typeface="Symbol"/>
                <a:cs typeface="Symbol"/>
              </a:rPr>
              <a:t></a:t>
            </a:r>
            <a:r>
              <a:rPr sz="3200" spc="-125" dirty="0">
                <a:latin typeface="Times New Roman"/>
                <a:cs typeface="Times New Roman"/>
              </a:rPr>
              <a:t> </a:t>
            </a:r>
            <a:r>
              <a:rPr sz="3200" dirty="0">
                <a:latin typeface="Calibri"/>
                <a:cs typeface="Calibri"/>
              </a:rPr>
              <a:t>q(4),</a:t>
            </a:r>
            <a:r>
              <a:rPr sz="3200" spc="-20" dirty="0">
                <a:latin typeface="Calibri"/>
                <a:cs typeface="Calibri"/>
              </a:rPr>
              <a:t> </a:t>
            </a:r>
            <a:r>
              <a:rPr sz="3200" spc="-10" dirty="0">
                <a:latin typeface="Calibri"/>
                <a:cs typeface="Calibri"/>
              </a:rPr>
              <a:t>đúng.</a:t>
            </a:r>
            <a:endParaRPr sz="3200">
              <a:latin typeface="Calibri"/>
              <a:cs typeface="Calibri"/>
            </a:endParaRPr>
          </a:p>
          <a:p>
            <a:pPr marL="584200" indent="-571500">
              <a:lnSpc>
                <a:spcPct val="100000"/>
              </a:lnSpc>
              <a:spcBef>
                <a:spcPts val="770"/>
              </a:spcBef>
              <a:buAutoNum type="romanLcParenR"/>
              <a:tabLst>
                <a:tab pos="584200" algn="l"/>
                <a:tab pos="2482850" algn="l"/>
              </a:tabLst>
            </a:pPr>
            <a:r>
              <a:rPr sz="3200" dirty="0">
                <a:latin typeface="Calibri"/>
                <a:cs typeface="Calibri"/>
              </a:rPr>
              <a:t>(p</a:t>
            </a:r>
            <a:r>
              <a:rPr sz="3200" spc="-30" dirty="0">
                <a:latin typeface="Calibri"/>
                <a:cs typeface="Calibri"/>
              </a:rPr>
              <a:t> </a:t>
            </a:r>
            <a:r>
              <a:rPr sz="3200" dirty="0">
                <a:latin typeface="Symbol"/>
                <a:cs typeface="Symbol"/>
              </a:rPr>
              <a:t></a:t>
            </a:r>
            <a:r>
              <a:rPr sz="3200" spc="-105" dirty="0">
                <a:latin typeface="Times New Roman"/>
                <a:cs typeface="Times New Roman"/>
              </a:rPr>
              <a:t> </a:t>
            </a:r>
            <a:r>
              <a:rPr sz="3200" spc="-10" dirty="0">
                <a:latin typeface="Calibri"/>
                <a:cs typeface="Calibri"/>
              </a:rPr>
              <a:t>q)(5)</a:t>
            </a:r>
            <a:r>
              <a:rPr sz="3200" dirty="0">
                <a:latin typeface="Calibri"/>
                <a:cs typeface="Calibri"/>
              </a:rPr>
              <a:t>	có</a:t>
            </a:r>
            <a:r>
              <a:rPr sz="3200" spc="-60" dirty="0">
                <a:latin typeface="Calibri"/>
                <a:cs typeface="Calibri"/>
              </a:rPr>
              <a:t> </a:t>
            </a:r>
            <a:r>
              <a:rPr sz="3200" dirty="0">
                <a:latin typeface="Calibri"/>
                <a:cs typeface="Calibri"/>
              </a:rPr>
              <a:t>chân</a:t>
            </a:r>
            <a:r>
              <a:rPr sz="3200" spc="-30" dirty="0">
                <a:latin typeface="Calibri"/>
                <a:cs typeface="Calibri"/>
              </a:rPr>
              <a:t> </a:t>
            </a:r>
            <a:r>
              <a:rPr sz="3200" dirty="0">
                <a:latin typeface="Calibri"/>
                <a:cs typeface="Calibri"/>
              </a:rPr>
              <a:t>trị</a:t>
            </a:r>
            <a:r>
              <a:rPr sz="3200" spc="-55" dirty="0">
                <a:latin typeface="Calibri"/>
                <a:cs typeface="Calibri"/>
              </a:rPr>
              <a:t> </a:t>
            </a:r>
            <a:r>
              <a:rPr sz="3200" dirty="0">
                <a:latin typeface="Calibri"/>
                <a:cs typeface="Calibri"/>
              </a:rPr>
              <a:t>p(5)</a:t>
            </a:r>
            <a:r>
              <a:rPr sz="3200" spc="-10" dirty="0">
                <a:latin typeface="Calibri"/>
                <a:cs typeface="Calibri"/>
              </a:rPr>
              <a:t> </a:t>
            </a:r>
            <a:r>
              <a:rPr sz="3200" dirty="0">
                <a:latin typeface="Symbol"/>
                <a:cs typeface="Symbol"/>
              </a:rPr>
              <a:t></a:t>
            </a:r>
            <a:r>
              <a:rPr sz="3200" spc="-114" dirty="0">
                <a:latin typeface="Times New Roman"/>
                <a:cs typeface="Times New Roman"/>
              </a:rPr>
              <a:t> </a:t>
            </a:r>
            <a:r>
              <a:rPr sz="3200" dirty="0">
                <a:latin typeface="Calibri"/>
                <a:cs typeface="Calibri"/>
              </a:rPr>
              <a:t>q(5),</a:t>
            </a:r>
            <a:r>
              <a:rPr sz="3200" spc="-45" dirty="0">
                <a:latin typeface="Calibri"/>
                <a:cs typeface="Calibri"/>
              </a:rPr>
              <a:t> </a:t>
            </a:r>
            <a:r>
              <a:rPr sz="3200" spc="-20" dirty="0">
                <a:latin typeface="Calibri"/>
                <a:cs typeface="Calibri"/>
              </a:rPr>
              <a:t>sai.</a:t>
            </a:r>
            <a:endParaRPr sz="3200">
              <a:latin typeface="Calibri"/>
              <a:cs typeface="Calibri"/>
            </a:endParaRPr>
          </a:p>
          <a:p>
            <a:pPr marL="584200" indent="-571500">
              <a:lnSpc>
                <a:spcPct val="100000"/>
              </a:lnSpc>
              <a:spcBef>
                <a:spcPts val="765"/>
              </a:spcBef>
              <a:buAutoNum type="romanLcParenR"/>
              <a:tabLst>
                <a:tab pos="584200" algn="l"/>
              </a:tabLst>
            </a:pPr>
            <a:r>
              <a:rPr sz="3200" dirty="0">
                <a:latin typeface="Calibri"/>
                <a:cs typeface="Calibri"/>
              </a:rPr>
              <a:t>(p</a:t>
            </a:r>
            <a:r>
              <a:rPr sz="3200" dirty="0">
                <a:latin typeface="Symbol"/>
                <a:cs typeface="Symbol"/>
              </a:rPr>
              <a:t></a:t>
            </a:r>
            <a:r>
              <a:rPr sz="3200" dirty="0">
                <a:latin typeface="Calibri"/>
                <a:cs typeface="Calibri"/>
              </a:rPr>
              <a:t>q)(1)</a:t>
            </a:r>
            <a:r>
              <a:rPr sz="3200" spc="-50" dirty="0">
                <a:latin typeface="Calibri"/>
                <a:cs typeface="Calibri"/>
              </a:rPr>
              <a:t> </a:t>
            </a:r>
            <a:r>
              <a:rPr sz="3200" dirty="0">
                <a:latin typeface="Calibri"/>
                <a:cs typeface="Calibri"/>
              </a:rPr>
              <a:t>có</a:t>
            </a:r>
            <a:r>
              <a:rPr sz="3200" spc="-75" dirty="0">
                <a:latin typeface="Calibri"/>
                <a:cs typeface="Calibri"/>
              </a:rPr>
              <a:t> </a:t>
            </a:r>
            <a:r>
              <a:rPr sz="3200" dirty="0">
                <a:latin typeface="Calibri"/>
                <a:cs typeface="Calibri"/>
              </a:rPr>
              <a:t>chân</a:t>
            </a:r>
            <a:r>
              <a:rPr sz="3200" spc="-75" dirty="0">
                <a:latin typeface="Calibri"/>
                <a:cs typeface="Calibri"/>
              </a:rPr>
              <a:t> </a:t>
            </a:r>
            <a:r>
              <a:rPr sz="3200" dirty="0">
                <a:latin typeface="Calibri"/>
                <a:cs typeface="Calibri"/>
              </a:rPr>
              <a:t>trị</a:t>
            </a:r>
            <a:r>
              <a:rPr sz="3200" spc="-70" dirty="0">
                <a:latin typeface="Calibri"/>
                <a:cs typeface="Calibri"/>
              </a:rPr>
              <a:t> </a:t>
            </a:r>
            <a:r>
              <a:rPr sz="3200" dirty="0">
                <a:latin typeface="Calibri"/>
                <a:cs typeface="Calibri"/>
              </a:rPr>
              <a:t>p(1)</a:t>
            </a:r>
            <a:r>
              <a:rPr sz="3200" dirty="0">
                <a:latin typeface="Symbol"/>
                <a:cs typeface="Symbol"/>
              </a:rPr>
              <a:t></a:t>
            </a:r>
            <a:r>
              <a:rPr sz="3200" dirty="0">
                <a:latin typeface="Calibri"/>
                <a:cs typeface="Calibri"/>
              </a:rPr>
              <a:t>q(1),</a:t>
            </a:r>
            <a:r>
              <a:rPr sz="3200" spc="-45" dirty="0">
                <a:latin typeface="Calibri"/>
                <a:cs typeface="Calibri"/>
              </a:rPr>
              <a:t> </a:t>
            </a:r>
            <a:r>
              <a:rPr sz="3200" spc="-10" dirty="0">
                <a:latin typeface="Calibri"/>
                <a:cs typeface="Calibri"/>
              </a:rPr>
              <a:t>đúng.</a:t>
            </a:r>
            <a:endParaRPr sz="3200">
              <a:latin typeface="Calibri"/>
              <a:cs typeface="Calibri"/>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263397"/>
            <a:ext cx="8077834" cy="5687695"/>
          </a:xfrm>
          <a:prstGeom prst="rect">
            <a:avLst/>
          </a:prstGeom>
        </p:spPr>
        <p:txBody>
          <a:bodyPr vert="horz" wrap="square" lIns="0" tIns="12700" rIns="0" bIns="0" rtlCol="0">
            <a:spAutoFit/>
          </a:bodyPr>
          <a:lstStyle/>
          <a:p>
            <a:pPr marL="12700">
              <a:lnSpc>
                <a:spcPts val="3660"/>
              </a:lnSpc>
              <a:spcBef>
                <a:spcPts val="100"/>
              </a:spcBef>
            </a:pPr>
            <a:r>
              <a:rPr sz="3200" b="1" dirty="0">
                <a:latin typeface="Calibri"/>
                <a:cs typeface="Calibri"/>
              </a:rPr>
              <a:t>1.8.4</a:t>
            </a:r>
            <a:r>
              <a:rPr sz="3200" b="1" spc="-30" dirty="0">
                <a:latin typeface="Calibri"/>
                <a:cs typeface="Calibri"/>
              </a:rPr>
              <a:t> </a:t>
            </a:r>
            <a:r>
              <a:rPr sz="3200" b="1" dirty="0">
                <a:latin typeface="Calibri"/>
                <a:cs typeface="Calibri"/>
              </a:rPr>
              <a:t>Định</a:t>
            </a:r>
            <a:r>
              <a:rPr sz="3200" b="1" spc="-30" dirty="0">
                <a:latin typeface="Calibri"/>
                <a:cs typeface="Calibri"/>
              </a:rPr>
              <a:t> </a:t>
            </a:r>
            <a:r>
              <a:rPr sz="3200" b="1" dirty="0">
                <a:latin typeface="Calibri"/>
                <a:cs typeface="Calibri"/>
              </a:rPr>
              <a:t>nghĩa</a:t>
            </a:r>
            <a:r>
              <a:rPr sz="3200" b="1" spc="-65" dirty="0">
                <a:latin typeface="Calibri"/>
                <a:cs typeface="Calibri"/>
              </a:rPr>
              <a:t> </a:t>
            </a:r>
            <a:r>
              <a:rPr sz="3200" b="1" dirty="0">
                <a:latin typeface="Calibri"/>
                <a:cs typeface="Calibri"/>
              </a:rPr>
              <a:t>3</a:t>
            </a:r>
            <a:r>
              <a:rPr sz="3200" b="1" spc="-25" dirty="0">
                <a:latin typeface="Calibri"/>
                <a:cs typeface="Calibri"/>
              </a:rPr>
              <a:t> </a:t>
            </a:r>
            <a:r>
              <a:rPr sz="3200" b="1" dirty="0">
                <a:latin typeface="Calibri"/>
                <a:cs typeface="Calibri"/>
              </a:rPr>
              <a:t>:</a:t>
            </a:r>
            <a:r>
              <a:rPr sz="3200" b="1" spc="-10" dirty="0">
                <a:latin typeface="Calibri"/>
                <a:cs typeface="Calibri"/>
              </a:rPr>
              <a:t> </a:t>
            </a:r>
            <a:r>
              <a:rPr sz="3200" dirty="0">
                <a:latin typeface="Calibri"/>
                <a:cs typeface="Calibri"/>
              </a:rPr>
              <a:t>cho</a:t>
            </a:r>
            <a:r>
              <a:rPr sz="3200" spc="-30" dirty="0">
                <a:latin typeface="Calibri"/>
                <a:cs typeface="Calibri"/>
              </a:rPr>
              <a:t> </a:t>
            </a:r>
            <a:r>
              <a:rPr sz="3200" dirty="0">
                <a:latin typeface="Calibri"/>
                <a:cs typeface="Calibri"/>
              </a:rPr>
              <a:t>p(x)</a:t>
            </a:r>
            <a:r>
              <a:rPr sz="3200" spc="-20" dirty="0">
                <a:latin typeface="Calibri"/>
                <a:cs typeface="Calibri"/>
              </a:rPr>
              <a:t> </a:t>
            </a:r>
            <a:r>
              <a:rPr sz="3200" dirty="0">
                <a:latin typeface="Calibri"/>
                <a:cs typeface="Calibri"/>
              </a:rPr>
              <a:t>và</a:t>
            </a:r>
            <a:r>
              <a:rPr sz="3200" spc="-30" dirty="0">
                <a:latin typeface="Calibri"/>
                <a:cs typeface="Calibri"/>
              </a:rPr>
              <a:t> </a:t>
            </a:r>
            <a:r>
              <a:rPr sz="3200" dirty="0">
                <a:latin typeface="Calibri"/>
                <a:cs typeface="Calibri"/>
              </a:rPr>
              <a:t>q(x)</a:t>
            </a:r>
            <a:r>
              <a:rPr sz="3200" spc="-10" dirty="0">
                <a:latin typeface="Calibri"/>
                <a:cs typeface="Calibri"/>
              </a:rPr>
              <a:t> </a:t>
            </a:r>
            <a:r>
              <a:rPr sz="3200" dirty="0">
                <a:latin typeface="Calibri"/>
                <a:cs typeface="Calibri"/>
              </a:rPr>
              <a:t>là</a:t>
            </a:r>
            <a:r>
              <a:rPr sz="3200" spc="-25" dirty="0">
                <a:latin typeface="Calibri"/>
                <a:cs typeface="Calibri"/>
              </a:rPr>
              <a:t> </a:t>
            </a:r>
            <a:r>
              <a:rPr sz="3200" dirty="0">
                <a:latin typeface="Calibri"/>
                <a:cs typeface="Calibri"/>
              </a:rPr>
              <a:t>hai</a:t>
            </a:r>
            <a:r>
              <a:rPr sz="3200" spc="-25" dirty="0">
                <a:latin typeface="Calibri"/>
                <a:cs typeface="Calibri"/>
              </a:rPr>
              <a:t> </a:t>
            </a:r>
            <a:r>
              <a:rPr sz="3200" dirty="0">
                <a:latin typeface="Calibri"/>
                <a:cs typeface="Calibri"/>
              </a:rPr>
              <a:t>vị</a:t>
            </a:r>
            <a:r>
              <a:rPr sz="3200" spc="-25" dirty="0">
                <a:latin typeface="Calibri"/>
                <a:cs typeface="Calibri"/>
              </a:rPr>
              <a:t> </a:t>
            </a:r>
            <a:r>
              <a:rPr sz="3200" dirty="0">
                <a:latin typeface="Calibri"/>
                <a:cs typeface="Calibri"/>
              </a:rPr>
              <a:t>từ,</a:t>
            </a:r>
            <a:r>
              <a:rPr sz="3200" spc="-25" dirty="0">
                <a:latin typeface="Calibri"/>
                <a:cs typeface="Calibri"/>
              </a:rPr>
              <a:t> </a:t>
            </a:r>
            <a:r>
              <a:rPr sz="3200" spc="-50" dirty="0">
                <a:latin typeface="Calibri"/>
                <a:cs typeface="Calibri"/>
              </a:rPr>
              <a:t>x</a:t>
            </a:r>
            <a:endParaRPr sz="3200">
              <a:latin typeface="Calibri"/>
              <a:cs typeface="Calibri"/>
            </a:endParaRPr>
          </a:p>
          <a:p>
            <a:pPr marL="12700">
              <a:lnSpc>
                <a:spcPts val="3660"/>
              </a:lnSpc>
            </a:pPr>
            <a:r>
              <a:rPr sz="3200" dirty="0">
                <a:latin typeface="Symbol"/>
                <a:cs typeface="Symbol"/>
              </a:rPr>
              <a:t></a:t>
            </a:r>
            <a:r>
              <a:rPr sz="3200" spc="-95" dirty="0">
                <a:latin typeface="Times New Roman"/>
                <a:cs typeface="Times New Roman"/>
              </a:rPr>
              <a:t> </a:t>
            </a:r>
            <a:r>
              <a:rPr sz="3200" spc="-35" dirty="0">
                <a:latin typeface="Calibri"/>
                <a:cs typeface="Calibri"/>
              </a:rPr>
              <a:t>A.</a:t>
            </a:r>
            <a:endParaRPr sz="3200">
              <a:latin typeface="Calibri"/>
              <a:cs typeface="Calibri"/>
            </a:endParaRPr>
          </a:p>
          <a:p>
            <a:pPr marL="12700">
              <a:lnSpc>
                <a:spcPts val="3635"/>
              </a:lnSpc>
              <a:spcBef>
                <a:spcPts val="385"/>
              </a:spcBef>
              <a:tabLst>
                <a:tab pos="844550" algn="l"/>
              </a:tabLst>
            </a:pPr>
            <a:r>
              <a:rPr sz="3200" spc="-20" dirty="0">
                <a:latin typeface="Calibri"/>
                <a:cs typeface="Calibri"/>
              </a:rPr>
              <a:t>p(x)</a:t>
            </a:r>
            <a:r>
              <a:rPr sz="3200" dirty="0">
                <a:latin typeface="Calibri"/>
                <a:cs typeface="Calibri"/>
              </a:rPr>
              <a:t>	</a:t>
            </a:r>
            <a:r>
              <a:rPr sz="3200" dirty="0">
                <a:latin typeface="Symbol"/>
                <a:cs typeface="Symbol"/>
              </a:rPr>
              <a:t></a:t>
            </a:r>
            <a:r>
              <a:rPr sz="3200" spc="-114" dirty="0">
                <a:latin typeface="Times New Roman"/>
                <a:cs typeface="Times New Roman"/>
              </a:rPr>
              <a:t> </a:t>
            </a:r>
            <a:r>
              <a:rPr sz="3200" dirty="0">
                <a:latin typeface="Calibri"/>
                <a:cs typeface="Calibri"/>
              </a:rPr>
              <a:t>q(x)</a:t>
            </a:r>
            <a:r>
              <a:rPr sz="3200" spc="-40" dirty="0">
                <a:latin typeface="Calibri"/>
                <a:cs typeface="Calibri"/>
              </a:rPr>
              <a:t> </a:t>
            </a:r>
            <a:r>
              <a:rPr sz="3200" dirty="0">
                <a:latin typeface="Calibri"/>
                <a:cs typeface="Calibri"/>
              </a:rPr>
              <a:t>nếu</a:t>
            </a:r>
            <a:r>
              <a:rPr sz="3200" spc="-40" dirty="0">
                <a:latin typeface="Calibri"/>
                <a:cs typeface="Calibri"/>
              </a:rPr>
              <a:t> </a:t>
            </a:r>
            <a:r>
              <a:rPr sz="3200" dirty="0">
                <a:latin typeface="Calibri"/>
                <a:cs typeface="Calibri"/>
              </a:rPr>
              <a:t>khi</a:t>
            </a:r>
            <a:r>
              <a:rPr sz="3200" spc="-35" dirty="0">
                <a:latin typeface="Calibri"/>
                <a:cs typeface="Calibri"/>
              </a:rPr>
              <a:t> </a:t>
            </a:r>
            <a:r>
              <a:rPr sz="3200" dirty="0">
                <a:latin typeface="Calibri"/>
                <a:cs typeface="Calibri"/>
              </a:rPr>
              <a:t>thay</a:t>
            </a:r>
            <a:r>
              <a:rPr sz="3200" spc="-40" dirty="0">
                <a:latin typeface="Calibri"/>
                <a:cs typeface="Calibri"/>
              </a:rPr>
              <a:t> </a:t>
            </a:r>
            <a:r>
              <a:rPr sz="3200" dirty="0">
                <a:latin typeface="Calibri"/>
                <a:cs typeface="Calibri"/>
              </a:rPr>
              <a:t>x</a:t>
            </a:r>
            <a:r>
              <a:rPr sz="3200" spc="-40" dirty="0">
                <a:latin typeface="Calibri"/>
                <a:cs typeface="Calibri"/>
              </a:rPr>
              <a:t> </a:t>
            </a:r>
            <a:r>
              <a:rPr sz="3200" dirty="0">
                <a:latin typeface="Calibri"/>
                <a:cs typeface="Calibri"/>
              </a:rPr>
              <a:t>bởi</a:t>
            </a:r>
            <a:r>
              <a:rPr sz="3200" spc="-25" dirty="0">
                <a:latin typeface="Calibri"/>
                <a:cs typeface="Calibri"/>
              </a:rPr>
              <a:t> </a:t>
            </a:r>
            <a:r>
              <a:rPr sz="3200" dirty="0">
                <a:latin typeface="Calibri"/>
                <a:cs typeface="Calibri"/>
              </a:rPr>
              <a:t>phần</a:t>
            </a:r>
            <a:r>
              <a:rPr sz="3200" spc="-30" dirty="0">
                <a:latin typeface="Calibri"/>
                <a:cs typeface="Calibri"/>
              </a:rPr>
              <a:t> </a:t>
            </a:r>
            <a:r>
              <a:rPr sz="3200" dirty="0">
                <a:latin typeface="Calibri"/>
                <a:cs typeface="Calibri"/>
              </a:rPr>
              <a:t>tử</a:t>
            </a:r>
            <a:r>
              <a:rPr sz="3200" spc="-40" dirty="0">
                <a:latin typeface="Calibri"/>
                <a:cs typeface="Calibri"/>
              </a:rPr>
              <a:t> </a:t>
            </a:r>
            <a:r>
              <a:rPr sz="3200" dirty="0">
                <a:latin typeface="Calibri"/>
                <a:cs typeface="Calibri"/>
              </a:rPr>
              <a:t>a</a:t>
            </a:r>
            <a:r>
              <a:rPr sz="3200" spc="-40" dirty="0">
                <a:latin typeface="Calibri"/>
                <a:cs typeface="Calibri"/>
              </a:rPr>
              <a:t> </a:t>
            </a:r>
            <a:r>
              <a:rPr sz="3200" dirty="0">
                <a:latin typeface="Calibri"/>
                <a:cs typeface="Calibri"/>
              </a:rPr>
              <a:t>bất</a:t>
            </a:r>
            <a:r>
              <a:rPr sz="3200" spc="-30" dirty="0">
                <a:latin typeface="Calibri"/>
                <a:cs typeface="Calibri"/>
              </a:rPr>
              <a:t> </a:t>
            </a:r>
            <a:r>
              <a:rPr sz="3200" dirty="0">
                <a:latin typeface="Calibri"/>
                <a:cs typeface="Calibri"/>
              </a:rPr>
              <a:t>kỳ</a:t>
            </a:r>
            <a:r>
              <a:rPr sz="3200" spc="-25" dirty="0">
                <a:latin typeface="Calibri"/>
                <a:cs typeface="Calibri"/>
              </a:rPr>
              <a:t> </a:t>
            </a:r>
            <a:r>
              <a:rPr sz="3200" spc="-50" dirty="0">
                <a:latin typeface="Symbol"/>
                <a:cs typeface="Symbol"/>
              </a:rPr>
              <a:t></a:t>
            </a:r>
            <a:endParaRPr sz="3200">
              <a:latin typeface="Symbol"/>
              <a:cs typeface="Symbol"/>
            </a:endParaRPr>
          </a:p>
          <a:p>
            <a:pPr marL="12700">
              <a:lnSpc>
                <a:spcPts val="3635"/>
              </a:lnSpc>
            </a:pPr>
            <a:r>
              <a:rPr sz="3200" dirty="0">
                <a:latin typeface="Calibri"/>
                <a:cs typeface="Calibri"/>
              </a:rPr>
              <a:t>A,</a:t>
            </a:r>
            <a:r>
              <a:rPr sz="3200" spc="-40" dirty="0">
                <a:latin typeface="Calibri"/>
                <a:cs typeface="Calibri"/>
              </a:rPr>
              <a:t> </a:t>
            </a:r>
            <a:r>
              <a:rPr sz="3200" dirty="0">
                <a:latin typeface="Calibri"/>
                <a:cs typeface="Calibri"/>
              </a:rPr>
              <a:t>ta</a:t>
            </a:r>
            <a:r>
              <a:rPr sz="3200" spc="-40" dirty="0">
                <a:latin typeface="Calibri"/>
                <a:cs typeface="Calibri"/>
              </a:rPr>
              <a:t> </a:t>
            </a:r>
            <a:r>
              <a:rPr sz="3200" dirty="0">
                <a:latin typeface="Calibri"/>
                <a:cs typeface="Calibri"/>
              </a:rPr>
              <a:t>có</a:t>
            </a:r>
            <a:r>
              <a:rPr sz="3200" spc="-55" dirty="0">
                <a:latin typeface="Calibri"/>
                <a:cs typeface="Calibri"/>
              </a:rPr>
              <a:t> </a:t>
            </a:r>
            <a:r>
              <a:rPr sz="3200" dirty="0">
                <a:latin typeface="Calibri"/>
                <a:cs typeface="Calibri"/>
              </a:rPr>
              <a:t>p(a)</a:t>
            </a:r>
            <a:r>
              <a:rPr sz="3200" spc="-30" dirty="0">
                <a:latin typeface="Calibri"/>
                <a:cs typeface="Calibri"/>
              </a:rPr>
              <a:t> </a:t>
            </a:r>
            <a:r>
              <a:rPr sz="3200" dirty="0">
                <a:latin typeface="Calibri"/>
                <a:cs typeface="Calibri"/>
              </a:rPr>
              <a:t>cùng</a:t>
            </a:r>
            <a:r>
              <a:rPr sz="3200" spc="-40" dirty="0">
                <a:latin typeface="Calibri"/>
                <a:cs typeface="Calibri"/>
              </a:rPr>
              <a:t> </a:t>
            </a:r>
            <a:r>
              <a:rPr sz="3200" dirty="0">
                <a:latin typeface="Calibri"/>
                <a:cs typeface="Calibri"/>
              </a:rPr>
              <a:t>chân</a:t>
            </a:r>
            <a:r>
              <a:rPr sz="3200" spc="-30" dirty="0">
                <a:latin typeface="Calibri"/>
                <a:cs typeface="Calibri"/>
              </a:rPr>
              <a:t> </a:t>
            </a:r>
            <a:r>
              <a:rPr sz="3200" dirty="0">
                <a:latin typeface="Calibri"/>
                <a:cs typeface="Calibri"/>
              </a:rPr>
              <a:t>trị</a:t>
            </a:r>
            <a:r>
              <a:rPr sz="3200" spc="-55" dirty="0">
                <a:latin typeface="Calibri"/>
                <a:cs typeface="Calibri"/>
              </a:rPr>
              <a:t> </a:t>
            </a:r>
            <a:r>
              <a:rPr sz="3200" dirty="0">
                <a:latin typeface="Calibri"/>
                <a:cs typeface="Calibri"/>
              </a:rPr>
              <a:t>với</a:t>
            </a:r>
            <a:r>
              <a:rPr sz="3200" spc="-50" dirty="0">
                <a:latin typeface="Calibri"/>
                <a:cs typeface="Calibri"/>
              </a:rPr>
              <a:t> </a:t>
            </a:r>
            <a:r>
              <a:rPr sz="3200" spc="-10" dirty="0">
                <a:latin typeface="Calibri"/>
                <a:cs typeface="Calibri"/>
              </a:rPr>
              <a:t>q(a).</a:t>
            </a:r>
            <a:endParaRPr sz="3200">
              <a:latin typeface="Calibri"/>
              <a:cs typeface="Calibri"/>
            </a:endParaRPr>
          </a:p>
          <a:p>
            <a:pPr>
              <a:lnSpc>
                <a:spcPct val="100000"/>
              </a:lnSpc>
              <a:spcBef>
                <a:spcPts val="705"/>
              </a:spcBef>
            </a:pPr>
            <a:endParaRPr sz="3200">
              <a:latin typeface="Calibri"/>
              <a:cs typeface="Calibri"/>
            </a:endParaRPr>
          </a:p>
          <a:p>
            <a:pPr marL="12700">
              <a:lnSpc>
                <a:spcPct val="100000"/>
              </a:lnSpc>
            </a:pPr>
            <a:r>
              <a:rPr sz="3200" b="1" dirty="0">
                <a:latin typeface="Calibri"/>
                <a:cs typeface="Calibri"/>
              </a:rPr>
              <a:t>Ví</a:t>
            </a:r>
            <a:r>
              <a:rPr sz="3200" b="1" spc="-10" dirty="0">
                <a:latin typeface="Calibri"/>
                <a:cs typeface="Calibri"/>
              </a:rPr>
              <a:t> </a:t>
            </a:r>
            <a:r>
              <a:rPr sz="3200" b="1" spc="-25" dirty="0">
                <a:latin typeface="Calibri"/>
                <a:cs typeface="Calibri"/>
              </a:rPr>
              <a:t>dụ:</a:t>
            </a:r>
            <a:endParaRPr sz="3200">
              <a:latin typeface="Calibri"/>
              <a:cs typeface="Calibri"/>
            </a:endParaRPr>
          </a:p>
          <a:p>
            <a:pPr marL="12700" marR="1164590" indent="297815">
              <a:lnSpc>
                <a:spcPct val="109400"/>
              </a:lnSpc>
              <a:spcBef>
                <a:spcPts val="50"/>
              </a:spcBef>
              <a:buAutoNum type="arabicPlain"/>
              <a:tabLst>
                <a:tab pos="310515" algn="l"/>
                <a:tab pos="5962015" algn="l"/>
              </a:tabLst>
            </a:pPr>
            <a:r>
              <a:rPr sz="3200" dirty="0">
                <a:latin typeface="Calibri"/>
                <a:cs typeface="Calibri"/>
              </a:rPr>
              <a:t>)</a:t>
            </a:r>
            <a:r>
              <a:rPr sz="3200" spc="-25" dirty="0">
                <a:latin typeface="Calibri"/>
                <a:cs typeface="Calibri"/>
              </a:rPr>
              <a:t> </a:t>
            </a:r>
            <a:r>
              <a:rPr sz="3200" dirty="0">
                <a:latin typeface="Calibri"/>
                <a:cs typeface="Calibri"/>
              </a:rPr>
              <a:t>p(x)</a:t>
            </a:r>
            <a:r>
              <a:rPr sz="3200" spc="-10"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“x</a:t>
            </a:r>
            <a:r>
              <a:rPr sz="3200" spc="-40" dirty="0">
                <a:latin typeface="Calibri"/>
                <a:cs typeface="Calibri"/>
              </a:rPr>
              <a:t> </a:t>
            </a:r>
            <a:r>
              <a:rPr sz="3200" dirty="0">
                <a:latin typeface="Calibri"/>
                <a:cs typeface="Calibri"/>
              </a:rPr>
              <a:t>&gt;</a:t>
            </a:r>
            <a:r>
              <a:rPr sz="3200" spc="-10" dirty="0">
                <a:latin typeface="Calibri"/>
                <a:cs typeface="Calibri"/>
              </a:rPr>
              <a:t> </a:t>
            </a:r>
            <a:r>
              <a:rPr sz="3200" dirty="0">
                <a:latin typeface="Calibri"/>
                <a:cs typeface="Calibri"/>
              </a:rPr>
              <a:t>2</a:t>
            </a:r>
            <a:r>
              <a:rPr sz="3200" spc="-25" dirty="0">
                <a:latin typeface="Calibri"/>
                <a:cs typeface="Calibri"/>
              </a:rPr>
              <a:t> </a:t>
            </a:r>
            <a:r>
              <a:rPr sz="3200" b="1" dirty="0">
                <a:latin typeface="Calibri"/>
                <a:cs typeface="Calibri"/>
              </a:rPr>
              <a:t>và</a:t>
            </a:r>
            <a:r>
              <a:rPr sz="3200" b="1" spc="-25" dirty="0">
                <a:latin typeface="Calibri"/>
                <a:cs typeface="Calibri"/>
              </a:rPr>
              <a:t> </a:t>
            </a:r>
            <a:r>
              <a:rPr sz="3200" dirty="0">
                <a:latin typeface="Calibri"/>
                <a:cs typeface="Calibri"/>
              </a:rPr>
              <a:t>x</a:t>
            </a:r>
            <a:r>
              <a:rPr sz="3200" spc="-25" dirty="0">
                <a:latin typeface="Calibri"/>
                <a:cs typeface="Calibri"/>
              </a:rPr>
              <a:t> </a:t>
            </a:r>
            <a:r>
              <a:rPr sz="3200" dirty="0">
                <a:latin typeface="Calibri"/>
                <a:cs typeface="Calibri"/>
              </a:rPr>
              <a:t>chia</a:t>
            </a:r>
            <a:r>
              <a:rPr sz="3200" spc="-20" dirty="0">
                <a:latin typeface="Calibri"/>
                <a:cs typeface="Calibri"/>
              </a:rPr>
              <a:t> </a:t>
            </a:r>
            <a:r>
              <a:rPr sz="3200" dirty="0">
                <a:latin typeface="Calibri"/>
                <a:cs typeface="Calibri"/>
              </a:rPr>
              <a:t>hết</a:t>
            </a:r>
            <a:r>
              <a:rPr sz="3200" spc="-25" dirty="0">
                <a:latin typeface="Calibri"/>
                <a:cs typeface="Calibri"/>
              </a:rPr>
              <a:t> </a:t>
            </a:r>
            <a:r>
              <a:rPr sz="3200" dirty="0">
                <a:latin typeface="Calibri"/>
                <a:cs typeface="Calibri"/>
              </a:rPr>
              <a:t>cho</a:t>
            </a:r>
            <a:r>
              <a:rPr sz="3200" spc="-25" dirty="0">
                <a:latin typeface="Calibri"/>
                <a:cs typeface="Calibri"/>
              </a:rPr>
              <a:t> 2”,</a:t>
            </a:r>
            <a:r>
              <a:rPr sz="3200" dirty="0">
                <a:latin typeface="Calibri"/>
                <a:cs typeface="Calibri"/>
              </a:rPr>
              <a:t>	x</a:t>
            </a:r>
            <a:r>
              <a:rPr sz="3200" spc="-15" dirty="0">
                <a:latin typeface="Calibri"/>
                <a:cs typeface="Calibri"/>
              </a:rPr>
              <a:t> </a:t>
            </a:r>
            <a:r>
              <a:rPr sz="3200" dirty="0">
                <a:latin typeface="Symbol"/>
                <a:cs typeface="Symbol"/>
              </a:rPr>
              <a:t></a:t>
            </a:r>
            <a:r>
              <a:rPr sz="3200" spc="-85" dirty="0">
                <a:latin typeface="Times New Roman"/>
                <a:cs typeface="Times New Roman"/>
              </a:rPr>
              <a:t> </a:t>
            </a:r>
            <a:r>
              <a:rPr sz="3200" spc="-25" dirty="0">
                <a:latin typeface="Calibri"/>
                <a:cs typeface="Calibri"/>
              </a:rPr>
              <a:t>Z, </a:t>
            </a:r>
            <a:r>
              <a:rPr sz="3200" dirty="0">
                <a:latin typeface="Calibri"/>
                <a:cs typeface="Calibri"/>
              </a:rPr>
              <a:t>Đặt</a:t>
            </a:r>
            <a:r>
              <a:rPr sz="3200" spc="-25" dirty="0">
                <a:latin typeface="Calibri"/>
                <a:cs typeface="Calibri"/>
              </a:rPr>
              <a:t> </a:t>
            </a:r>
            <a:r>
              <a:rPr sz="3200" dirty="0">
                <a:latin typeface="Calibri"/>
                <a:cs typeface="Calibri"/>
              </a:rPr>
              <a:t>q(x)</a:t>
            </a:r>
            <a:r>
              <a:rPr sz="3200" spc="-25" dirty="0">
                <a:latin typeface="Calibri"/>
                <a:cs typeface="Calibri"/>
              </a:rPr>
              <a:t> </a:t>
            </a:r>
            <a:r>
              <a:rPr sz="3200" dirty="0">
                <a:latin typeface="Calibri"/>
                <a:cs typeface="Calibri"/>
              </a:rPr>
              <a:t>:</a:t>
            </a:r>
            <a:r>
              <a:rPr sz="3200" spc="-5" dirty="0">
                <a:latin typeface="Calibri"/>
                <a:cs typeface="Calibri"/>
              </a:rPr>
              <a:t> </a:t>
            </a:r>
            <a:r>
              <a:rPr sz="3200" dirty="0">
                <a:latin typeface="Calibri"/>
                <a:cs typeface="Calibri"/>
              </a:rPr>
              <a:t>“x</a:t>
            </a:r>
            <a:r>
              <a:rPr sz="3200" spc="-40" dirty="0">
                <a:latin typeface="Calibri"/>
                <a:cs typeface="Calibri"/>
              </a:rPr>
              <a:t> </a:t>
            </a:r>
            <a:r>
              <a:rPr sz="3200" dirty="0">
                <a:latin typeface="Calibri"/>
                <a:cs typeface="Calibri"/>
              </a:rPr>
              <a:t>&gt;</a:t>
            </a:r>
            <a:r>
              <a:rPr sz="3200" spc="-15" dirty="0">
                <a:latin typeface="Calibri"/>
                <a:cs typeface="Calibri"/>
              </a:rPr>
              <a:t> </a:t>
            </a:r>
            <a:r>
              <a:rPr sz="3200" dirty="0">
                <a:latin typeface="Calibri"/>
                <a:cs typeface="Calibri"/>
              </a:rPr>
              <a:t>2”</a:t>
            </a:r>
            <a:r>
              <a:rPr sz="3200" spc="-30"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r(x)</a:t>
            </a:r>
            <a:r>
              <a:rPr sz="3200" spc="-25"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“x</a:t>
            </a:r>
            <a:r>
              <a:rPr sz="3200" spc="-40" dirty="0">
                <a:latin typeface="Calibri"/>
                <a:cs typeface="Calibri"/>
              </a:rPr>
              <a:t> </a:t>
            </a:r>
            <a:r>
              <a:rPr sz="3200" dirty="0">
                <a:latin typeface="Calibri"/>
                <a:cs typeface="Calibri"/>
              </a:rPr>
              <a:t>chia</a:t>
            </a:r>
            <a:r>
              <a:rPr sz="3200" spc="-15" dirty="0">
                <a:latin typeface="Calibri"/>
                <a:cs typeface="Calibri"/>
              </a:rPr>
              <a:t> </a:t>
            </a:r>
            <a:r>
              <a:rPr sz="3200" dirty="0">
                <a:latin typeface="Calibri"/>
                <a:cs typeface="Calibri"/>
              </a:rPr>
              <a:t>hết</a:t>
            </a:r>
            <a:r>
              <a:rPr sz="3200" spc="-25" dirty="0">
                <a:latin typeface="Calibri"/>
                <a:cs typeface="Calibri"/>
              </a:rPr>
              <a:t> </a:t>
            </a:r>
            <a:r>
              <a:rPr sz="3200" dirty="0">
                <a:latin typeface="Calibri"/>
                <a:cs typeface="Calibri"/>
              </a:rPr>
              <a:t>cho</a:t>
            </a:r>
            <a:r>
              <a:rPr sz="3200" spc="-25" dirty="0">
                <a:latin typeface="Calibri"/>
                <a:cs typeface="Calibri"/>
              </a:rPr>
              <a:t> 2”,</a:t>
            </a:r>
            <a:endParaRPr sz="3200">
              <a:latin typeface="Calibri"/>
              <a:cs typeface="Calibri"/>
            </a:endParaRPr>
          </a:p>
          <a:p>
            <a:pPr marL="103505">
              <a:lnSpc>
                <a:spcPct val="100000"/>
              </a:lnSpc>
              <a:spcBef>
                <a:spcPts val="409"/>
              </a:spcBef>
              <a:tabLst>
                <a:tab pos="1325880" algn="l"/>
              </a:tabLst>
            </a:pPr>
            <a:r>
              <a:rPr sz="3200" spc="-90" dirty="0">
                <a:latin typeface="Calibri"/>
                <a:cs typeface="Calibri"/>
              </a:rPr>
              <a:t>Ta</a:t>
            </a:r>
            <a:r>
              <a:rPr sz="3200" spc="-60" dirty="0">
                <a:latin typeface="Calibri"/>
                <a:cs typeface="Calibri"/>
              </a:rPr>
              <a:t> </a:t>
            </a:r>
            <a:r>
              <a:rPr sz="3200" dirty="0">
                <a:latin typeface="Calibri"/>
                <a:cs typeface="Calibri"/>
              </a:rPr>
              <a:t>có</a:t>
            </a:r>
            <a:r>
              <a:rPr sz="3200" spc="-55" dirty="0">
                <a:latin typeface="Calibri"/>
                <a:cs typeface="Calibri"/>
              </a:rPr>
              <a:t> </a:t>
            </a:r>
            <a:r>
              <a:rPr sz="3200" spc="-50" dirty="0">
                <a:latin typeface="Calibri"/>
                <a:cs typeface="Calibri"/>
              </a:rPr>
              <a:t>:</a:t>
            </a:r>
            <a:r>
              <a:rPr sz="3200" dirty="0">
                <a:latin typeface="Calibri"/>
                <a:cs typeface="Calibri"/>
              </a:rPr>
              <a:t>	p(x)</a:t>
            </a:r>
            <a:r>
              <a:rPr sz="3200" spc="-15" dirty="0">
                <a:latin typeface="Calibri"/>
                <a:cs typeface="Calibri"/>
              </a:rPr>
              <a:t> </a:t>
            </a:r>
            <a:r>
              <a:rPr sz="3200" dirty="0">
                <a:latin typeface="Symbol"/>
                <a:cs typeface="Symbol"/>
              </a:rPr>
              <a:t></a:t>
            </a:r>
            <a:r>
              <a:rPr sz="3200" spc="-110" dirty="0">
                <a:latin typeface="Times New Roman"/>
                <a:cs typeface="Times New Roman"/>
              </a:rPr>
              <a:t> </a:t>
            </a:r>
            <a:r>
              <a:rPr sz="3200" dirty="0">
                <a:latin typeface="Calibri"/>
                <a:cs typeface="Calibri"/>
              </a:rPr>
              <a:t>(q</a:t>
            </a:r>
            <a:r>
              <a:rPr sz="3200" spc="-35" dirty="0">
                <a:latin typeface="Calibri"/>
                <a:cs typeface="Calibri"/>
              </a:rPr>
              <a:t> </a:t>
            </a:r>
            <a:r>
              <a:rPr sz="3200" dirty="0">
                <a:latin typeface="Symbol"/>
                <a:cs typeface="Symbol"/>
              </a:rPr>
              <a:t></a:t>
            </a:r>
            <a:r>
              <a:rPr sz="3200" spc="-120" dirty="0">
                <a:latin typeface="Times New Roman"/>
                <a:cs typeface="Times New Roman"/>
              </a:rPr>
              <a:t> </a:t>
            </a:r>
            <a:r>
              <a:rPr sz="3200" dirty="0">
                <a:latin typeface="Calibri"/>
                <a:cs typeface="Calibri"/>
              </a:rPr>
              <a:t>r)(x)</a:t>
            </a:r>
            <a:r>
              <a:rPr sz="3200" spc="-30"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Calibri"/>
                <a:cs typeface="Calibri"/>
              </a:rPr>
              <a:t>q(x)</a:t>
            </a:r>
            <a:r>
              <a:rPr sz="3200" spc="-30" dirty="0">
                <a:latin typeface="Calibri"/>
                <a:cs typeface="Calibri"/>
              </a:rPr>
              <a:t> </a:t>
            </a:r>
            <a:r>
              <a:rPr sz="3200" dirty="0">
                <a:latin typeface="Symbol"/>
                <a:cs typeface="Symbol"/>
              </a:rPr>
              <a:t></a:t>
            </a:r>
            <a:r>
              <a:rPr sz="3200" spc="-120" dirty="0">
                <a:latin typeface="Times New Roman"/>
                <a:cs typeface="Times New Roman"/>
              </a:rPr>
              <a:t> </a:t>
            </a:r>
            <a:r>
              <a:rPr sz="3200" spc="-20" dirty="0">
                <a:latin typeface="Calibri"/>
                <a:cs typeface="Calibri"/>
              </a:rPr>
              <a:t>r(x)</a:t>
            </a:r>
            <a:endParaRPr sz="3200">
              <a:latin typeface="Calibri"/>
              <a:cs typeface="Calibri"/>
            </a:endParaRPr>
          </a:p>
          <a:p>
            <a:pPr marL="103505" marR="358140" indent="-91440">
              <a:lnSpc>
                <a:spcPct val="110000"/>
              </a:lnSpc>
              <a:buAutoNum type="arabicPlain" startAt="2"/>
              <a:tabLst>
                <a:tab pos="103505" algn="l"/>
                <a:tab pos="309880" algn="l"/>
                <a:tab pos="6767830" algn="l"/>
              </a:tabLst>
            </a:pPr>
            <a:r>
              <a:rPr sz="3200" dirty="0">
                <a:latin typeface="Calibri"/>
                <a:cs typeface="Calibri"/>
              </a:rPr>
              <a:t>	)</a:t>
            </a:r>
            <a:r>
              <a:rPr sz="3200" spc="-20" dirty="0">
                <a:latin typeface="Calibri"/>
                <a:cs typeface="Calibri"/>
              </a:rPr>
              <a:t> </a:t>
            </a:r>
            <a:r>
              <a:rPr sz="3200" dirty="0">
                <a:latin typeface="Calibri"/>
                <a:cs typeface="Calibri"/>
              </a:rPr>
              <a:t>p(x)</a:t>
            </a:r>
            <a:r>
              <a:rPr sz="3200" spc="-5" dirty="0">
                <a:latin typeface="Calibri"/>
                <a:cs typeface="Calibri"/>
              </a:rPr>
              <a:t> </a:t>
            </a:r>
            <a:r>
              <a:rPr sz="3200" dirty="0">
                <a:latin typeface="Calibri"/>
                <a:cs typeface="Calibri"/>
              </a:rPr>
              <a:t>:”</a:t>
            </a:r>
            <a:r>
              <a:rPr sz="3200" b="1" dirty="0">
                <a:latin typeface="Calibri"/>
                <a:cs typeface="Calibri"/>
              </a:rPr>
              <a:t>nếu</a:t>
            </a:r>
            <a:r>
              <a:rPr sz="3200" b="1" spc="-30" dirty="0">
                <a:latin typeface="Calibri"/>
                <a:cs typeface="Calibri"/>
              </a:rPr>
              <a:t> </a:t>
            </a:r>
            <a:r>
              <a:rPr sz="3200" dirty="0">
                <a:latin typeface="Calibri"/>
                <a:cs typeface="Calibri"/>
              </a:rPr>
              <a:t>x</a:t>
            </a:r>
            <a:r>
              <a:rPr sz="3200" spc="-20" dirty="0">
                <a:latin typeface="Calibri"/>
                <a:cs typeface="Calibri"/>
              </a:rPr>
              <a:t> </a:t>
            </a:r>
            <a:r>
              <a:rPr sz="3200" dirty="0">
                <a:latin typeface="Calibri"/>
                <a:cs typeface="Calibri"/>
              </a:rPr>
              <a:t>&gt;</a:t>
            </a:r>
            <a:r>
              <a:rPr sz="3200" spc="-20" dirty="0">
                <a:latin typeface="Calibri"/>
                <a:cs typeface="Calibri"/>
              </a:rPr>
              <a:t> </a:t>
            </a:r>
            <a:r>
              <a:rPr sz="3200" dirty="0">
                <a:latin typeface="Calibri"/>
                <a:cs typeface="Calibri"/>
              </a:rPr>
              <a:t>2</a:t>
            </a:r>
            <a:r>
              <a:rPr sz="3200" spc="-10" dirty="0">
                <a:latin typeface="Calibri"/>
                <a:cs typeface="Calibri"/>
              </a:rPr>
              <a:t> </a:t>
            </a:r>
            <a:r>
              <a:rPr sz="3200" b="1" dirty="0">
                <a:latin typeface="Calibri"/>
                <a:cs typeface="Calibri"/>
              </a:rPr>
              <a:t>thì</a:t>
            </a:r>
            <a:r>
              <a:rPr sz="3200" b="1" spc="-35" dirty="0">
                <a:latin typeface="Calibri"/>
                <a:cs typeface="Calibri"/>
              </a:rPr>
              <a:t> </a:t>
            </a:r>
            <a:r>
              <a:rPr sz="3200" dirty="0">
                <a:latin typeface="Calibri"/>
                <a:cs typeface="Calibri"/>
              </a:rPr>
              <a:t>x</a:t>
            </a:r>
            <a:r>
              <a:rPr sz="3200" spc="-20" dirty="0">
                <a:latin typeface="Calibri"/>
                <a:cs typeface="Calibri"/>
              </a:rPr>
              <a:t> </a:t>
            </a:r>
            <a:r>
              <a:rPr sz="3200" dirty="0">
                <a:latin typeface="Calibri"/>
                <a:cs typeface="Calibri"/>
              </a:rPr>
              <a:t>chia</a:t>
            </a:r>
            <a:r>
              <a:rPr sz="3200" spc="-20" dirty="0">
                <a:latin typeface="Calibri"/>
                <a:cs typeface="Calibri"/>
              </a:rPr>
              <a:t> </a:t>
            </a:r>
            <a:r>
              <a:rPr sz="3200" dirty="0">
                <a:latin typeface="Calibri"/>
                <a:cs typeface="Calibri"/>
              </a:rPr>
              <a:t>hết</a:t>
            </a:r>
            <a:r>
              <a:rPr sz="3200" spc="-20" dirty="0">
                <a:latin typeface="Calibri"/>
                <a:cs typeface="Calibri"/>
              </a:rPr>
              <a:t> </a:t>
            </a:r>
            <a:r>
              <a:rPr sz="3200" dirty="0">
                <a:latin typeface="Calibri"/>
                <a:cs typeface="Calibri"/>
              </a:rPr>
              <a:t>cho</a:t>
            </a:r>
            <a:r>
              <a:rPr sz="3200" spc="-15" dirty="0">
                <a:latin typeface="Calibri"/>
                <a:cs typeface="Calibri"/>
              </a:rPr>
              <a:t> </a:t>
            </a:r>
            <a:r>
              <a:rPr sz="3200" dirty="0">
                <a:latin typeface="Calibri"/>
                <a:cs typeface="Calibri"/>
              </a:rPr>
              <a:t>2</a:t>
            </a:r>
            <a:r>
              <a:rPr sz="3200" spc="-20" dirty="0">
                <a:latin typeface="Calibri"/>
                <a:cs typeface="Calibri"/>
              </a:rPr>
              <a:t> </a:t>
            </a:r>
            <a:r>
              <a:rPr sz="3200" spc="-35" dirty="0">
                <a:latin typeface="Calibri"/>
                <a:cs typeface="Calibri"/>
              </a:rPr>
              <a:t>“,</a:t>
            </a:r>
            <a:r>
              <a:rPr sz="3200" dirty="0">
                <a:latin typeface="Calibri"/>
                <a:cs typeface="Calibri"/>
              </a:rPr>
              <a:t>	x</a:t>
            </a:r>
            <a:r>
              <a:rPr sz="3200" spc="-15" dirty="0">
                <a:latin typeface="Calibri"/>
                <a:cs typeface="Calibri"/>
              </a:rPr>
              <a:t> </a:t>
            </a:r>
            <a:r>
              <a:rPr sz="3200" dirty="0">
                <a:latin typeface="Symbol"/>
                <a:cs typeface="Symbol"/>
              </a:rPr>
              <a:t></a:t>
            </a:r>
            <a:r>
              <a:rPr sz="3200" spc="-85" dirty="0">
                <a:latin typeface="Times New Roman"/>
                <a:cs typeface="Times New Roman"/>
              </a:rPr>
              <a:t> </a:t>
            </a:r>
            <a:r>
              <a:rPr sz="3200" spc="-25" dirty="0">
                <a:latin typeface="Calibri"/>
                <a:cs typeface="Calibri"/>
              </a:rPr>
              <a:t>Z, </a:t>
            </a:r>
            <a:r>
              <a:rPr sz="3200" spc="-105" dirty="0">
                <a:latin typeface="Calibri"/>
                <a:cs typeface="Calibri"/>
              </a:rPr>
              <a:t>Ta</a:t>
            </a:r>
            <a:r>
              <a:rPr sz="3200" spc="-45" dirty="0">
                <a:latin typeface="Calibri"/>
                <a:cs typeface="Calibri"/>
              </a:rPr>
              <a:t> </a:t>
            </a:r>
            <a:r>
              <a:rPr sz="3200" dirty="0">
                <a:latin typeface="Calibri"/>
                <a:cs typeface="Calibri"/>
              </a:rPr>
              <a:t>có</a:t>
            </a:r>
            <a:r>
              <a:rPr sz="3200" spc="-40" dirty="0">
                <a:latin typeface="Calibri"/>
                <a:cs typeface="Calibri"/>
              </a:rPr>
              <a:t> </a:t>
            </a:r>
            <a:r>
              <a:rPr sz="3200" dirty="0">
                <a:latin typeface="Calibri"/>
                <a:cs typeface="Calibri"/>
              </a:rPr>
              <a:t>p(x)</a:t>
            </a:r>
            <a:r>
              <a:rPr sz="3200" spc="-40" dirty="0">
                <a:latin typeface="Calibri"/>
                <a:cs typeface="Calibri"/>
              </a:rPr>
              <a:t> </a:t>
            </a:r>
            <a:r>
              <a:rPr sz="3200" dirty="0">
                <a:latin typeface="Symbol"/>
                <a:cs typeface="Symbol"/>
              </a:rPr>
              <a:t></a:t>
            </a:r>
            <a:r>
              <a:rPr sz="3200" spc="-114" dirty="0">
                <a:latin typeface="Times New Roman"/>
                <a:cs typeface="Times New Roman"/>
              </a:rPr>
              <a:t> </a:t>
            </a:r>
            <a:r>
              <a:rPr sz="3200" dirty="0">
                <a:latin typeface="Calibri"/>
                <a:cs typeface="Calibri"/>
              </a:rPr>
              <a:t>(q</a:t>
            </a:r>
            <a:r>
              <a:rPr sz="3200" spc="-35" dirty="0">
                <a:latin typeface="Calibri"/>
                <a:cs typeface="Calibri"/>
              </a:rPr>
              <a:t> </a:t>
            </a:r>
            <a:r>
              <a:rPr sz="3200" dirty="0">
                <a:latin typeface="Symbol"/>
                <a:cs typeface="Symbol"/>
              </a:rPr>
              <a:t></a:t>
            </a:r>
            <a:r>
              <a:rPr sz="3200" spc="-120" dirty="0">
                <a:latin typeface="Times New Roman"/>
                <a:cs typeface="Times New Roman"/>
              </a:rPr>
              <a:t> </a:t>
            </a:r>
            <a:r>
              <a:rPr sz="3200" dirty="0">
                <a:latin typeface="Calibri"/>
                <a:cs typeface="Calibri"/>
              </a:rPr>
              <a:t>r)(x)</a:t>
            </a:r>
            <a:r>
              <a:rPr sz="3200" spc="-25" dirty="0">
                <a:latin typeface="Calibri"/>
                <a:cs typeface="Calibri"/>
              </a:rPr>
              <a:t> </a:t>
            </a:r>
            <a:r>
              <a:rPr sz="3200" dirty="0">
                <a:latin typeface="Symbol"/>
                <a:cs typeface="Symbol"/>
              </a:rPr>
              <a:t></a:t>
            </a:r>
            <a:r>
              <a:rPr sz="3200" spc="-120" dirty="0">
                <a:latin typeface="Times New Roman"/>
                <a:cs typeface="Times New Roman"/>
              </a:rPr>
              <a:t> </a:t>
            </a:r>
            <a:r>
              <a:rPr sz="3200" dirty="0">
                <a:latin typeface="Calibri"/>
                <a:cs typeface="Calibri"/>
              </a:rPr>
              <a:t>q(x)</a:t>
            </a:r>
            <a:r>
              <a:rPr sz="3200" spc="-30" dirty="0">
                <a:latin typeface="Calibri"/>
                <a:cs typeface="Calibri"/>
              </a:rPr>
              <a:t> </a:t>
            </a:r>
            <a:r>
              <a:rPr sz="3200" dirty="0">
                <a:latin typeface="Symbol"/>
                <a:cs typeface="Symbol"/>
              </a:rPr>
              <a:t></a:t>
            </a:r>
            <a:r>
              <a:rPr sz="3200" spc="-120" dirty="0">
                <a:latin typeface="Times New Roman"/>
                <a:cs typeface="Times New Roman"/>
              </a:rPr>
              <a:t> </a:t>
            </a:r>
            <a:r>
              <a:rPr sz="3200" spc="-20" dirty="0">
                <a:latin typeface="Calibri"/>
                <a:cs typeface="Calibri"/>
              </a:rPr>
              <a:t>r(x)</a:t>
            </a:r>
            <a:endParaRPr sz="3200">
              <a:latin typeface="Calibri"/>
              <a:cs typeface="Calibri"/>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312165"/>
            <a:ext cx="1259205" cy="513715"/>
          </a:xfrm>
          <a:prstGeom prst="rect">
            <a:avLst/>
          </a:prstGeom>
        </p:spPr>
        <p:txBody>
          <a:bodyPr vert="horz" wrap="square" lIns="0" tIns="12700" rIns="0" bIns="0" rtlCol="0">
            <a:spAutoFit/>
          </a:bodyPr>
          <a:lstStyle/>
          <a:p>
            <a:pPr marL="12700">
              <a:lnSpc>
                <a:spcPct val="100000"/>
              </a:lnSpc>
              <a:spcBef>
                <a:spcPts val="100"/>
              </a:spcBef>
              <a:tabLst>
                <a:tab pos="1133475" algn="l"/>
              </a:tabLst>
            </a:pPr>
            <a:r>
              <a:rPr sz="3200" b="1" dirty="0">
                <a:latin typeface="Calibri"/>
                <a:cs typeface="Calibri"/>
              </a:rPr>
              <a:t>Lưu </a:t>
            </a:r>
            <a:r>
              <a:rPr sz="3200" b="1" spc="-50" dirty="0">
                <a:latin typeface="Calibri"/>
                <a:cs typeface="Calibri"/>
              </a:rPr>
              <a:t>ý</a:t>
            </a:r>
            <a:r>
              <a:rPr sz="3200" b="1" dirty="0">
                <a:latin typeface="Calibri"/>
                <a:cs typeface="Calibri"/>
              </a:rPr>
              <a:t>	</a:t>
            </a:r>
            <a:r>
              <a:rPr sz="3200" b="1" spc="-50" dirty="0">
                <a:latin typeface="Calibri"/>
                <a:cs typeface="Calibri"/>
              </a:rPr>
              <a:t>:</a:t>
            </a:r>
            <a:endParaRPr sz="3200">
              <a:latin typeface="Calibri"/>
              <a:cs typeface="Calibri"/>
            </a:endParaRPr>
          </a:p>
        </p:txBody>
      </p:sp>
      <p:sp>
        <p:nvSpPr>
          <p:cNvPr id="3" name="object 3"/>
          <p:cNvSpPr txBox="1">
            <a:spLocks noGrp="1"/>
          </p:cNvSpPr>
          <p:nvPr>
            <p:ph type="title"/>
          </p:nvPr>
        </p:nvSpPr>
        <p:spPr>
          <a:xfrm>
            <a:off x="459740" y="797787"/>
            <a:ext cx="8209915" cy="1202055"/>
          </a:xfrm>
          <a:prstGeom prst="rect">
            <a:avLst/>
          </a:prstGeom>
        </p:spPr>
        <p:txBody>
          <a:bodyPr vert="horz" wrap="square" lIns="0" tIns="12065" rIns="0" bIns="0" rtlCol="0">
            <a:spAutoFit/>
          </a:bodyPr>
          <a:lstStyle/>
          <a:p>
            <a:pPr marL="12700" marR="5080">
              <a:lnSpc>
                <a:spcPct val="120600"/>
              </a:lnSpc>
              <a:spcBef>
                <a:spcPts val="95"/>
              </a:spcBef>
            </a:pPr>
            <a:r>
              <a:rPr sz="3200" dirty="0"/>
              <a:t>-</a:t>
            </a:r>
            <a:r>
              <a:rPr sz="3200" spc="-55" dirty="0"/>
              <a:t> </a:t>
            </a:r>
            <a:r>
              <a:rPr sz="3200" spc="-45" dirty="0"/>
              <a:t>Trong </a:t>
            </a:r>
            <a:r>
              <a:rPr sz="3200" dirty="0"/>
              <a:t>vị</a:t>
            </a:r>
            <a:r>
              <a:rPr sz="3200" spc="-45" dirty="0"/>
              <a:t> </a:t>
            </a:r>
            <a:r>
              <a:rPr sz="3200" dirty="0"/>
              <a:t>từ</a:t>
            </a:r>
            <a:r>
              <a:rPr sz="3200" spc="-40" dirty="0"/>
              <a:t> </a:t>
            </a:r>
            <a:r>
              <a:rPr sz="3200" dirty="0"/>
              <a:t>p(x,</a:t>
            </a:r>
            <a:r>
              <a:rPr sz="3200" spc="-45" dirty="0"/>
              <a:t> </a:t>
            </a:r>
            <a:r>
              <a:rPr sz="3200" spc="-55" dirty="0"/>
              <a:t>y,</a:t>
            </a:r>
            <a:r>
              <a:rPr sz="3200" spc="-50" dirty="0"/>
              <a:t> </a:t>
            </a:r>
            <a:r>
              <a:rPr sz="3200" dirty="0"/>
              <a:t>...)</a:t>
            </a:r>
            <a:r>
              <a:rPr sz="3200" spc="-20" dirty="0"/>
              <a:t> </a:t>
            </a:r>
            <a:r>
              <a:rPr sz="3200" dirty="0"/>
              <a:t>ta</a:t>
            </a:r>
            <a:r>
              <a:rPr sz="3200" spc="-50" dirty="0"/>
              <a:t> </a:t>
            </a:r>
            <a:r>
              <a:rPr sz="3200" dirty="0"/>
              <a:t>có</a:t>
            </a:r>
            <a:r>
              <a:rPr sz="3200" spc="-60" dirty="0"/>
              <a:t> </a:t>
            </a:r>
            <a:r>
              <a:rPr sz="3200" dirty="0"/>
              <a:t>thể</a:t>
            </a:r>
            <a:r>
              <a:rPr sz="3200" spc="-45" dirty="0"/>
              <a:t> </a:t>
            </a:r>
            <a:r>
              <a:rPr sz="3200" dirty="0"/>
              <a:t>sử</a:t>
            </a:r>
            <a:r>
              <a:rPr sz="3200" spc="-50" dirty="0"/>
              <a:t> </a:t>
            </a:r>
            <a:r>
              <a:rPr sz="3200" dirty="0"/>
              <a:t>dụng</a:t>
            </a:r>
            <a:r>
              <a:rPr sz="3200" spc="-30" dirty="0"/>
              <a:t> </a:t>
            </a:r>
            <a:r>
              <a:rPr sz="3200" dirty="0"/>
              <a:t>phép</a:t>
            </a:r>
            <a:r>
              <a:rPr sz="3200" spc="-45" dirty="0"/>
              <a:t> </a:t>
            </a:r>
            <a:r>
              <a:rPr sz="3200" spc="-20" dirty="0"/>
              <a:t>nối. </a:t>
            </a:r>
            <a:r>
              <a:rPr sz="3200" dirty="0"/>
              <a:t>VD</a:t>
            </a:r>
            <a:r>
              <a:rPr sz="3200" spc="-35" dirty="0"/>
              <a:t> </a:t>
            </a:r>
            <a:r>
              <a:rPr sz="3200" dirty="0"/>
              <a:t>:</a:t>
            </a:r>
            <a:r>
              <a:rPr sz="3200" spc="-20" dirty="0"/>
              <a:t> </a:t>
            </a:r>
            <a:r>
              <a:rPr sz="3200" dirty="0"/>
              <a:t>p(x,</a:t>
            </a:r>
            <a:r>
              <a:rPr sz="3200" spc="-15" dirty="0"/>
              <a:t> </a:t>
            </a:r>
            <a:r>
              <a:rPr sz="3200" dirty="0"/>
              <a:t>y)</a:t>
            </a:r>
            <a:r>
              <a:rPr sz="3200" spc="-20" dirty="0"/>
              <a:t> </a:t>
            </a:r>
            <a:r>
              <a:rPr sz="3200" dirty="0"/>
              <a:t>:</a:t>
            </a:r>
            <a:r>
              <a:rPr sz="3200" spc="-10" dirty="0"/>
              <a:t> </a:t>
            </a:r>
            <a:r>
              <a:rPr sz="3200" dirty="0"/>
              <a:t>“</a:t>
            </a:r>
            <a:r>
              <a:rPr sz="3200" spc="-25" dirty="0"/>
              <a:t> </a:t>
            </a:r>
            <a:r>
              <a:rPr sz="3200" dirty="0"/>
              <a:t>[(x</a:t>
            </a:r>
            <a:r>
              <a:rPr sz="3200" spc="-20" dirty="0"/>
              <a:t> </a:t>
            </a:r>
            <a:r>
              <a:rPr sz="3200" dirty="0"/>
              <a:t>&gt;</a:t>
            </a:r>
            <a:r>
              <a:rPr sz="3200" spc="-20" dirty="0"/>
              <a:t> </a:t>
            </a:r>
            <a:r>
              <a:rPr sz="3200" dirty="0"/>
              <a:t>1)</a:t>
            </a:r>
            <a:r>
              <a:rPr sz="3200" spc="-10" dirty="0"/>
              <a:t> </a:t>
            </a:r>
            <a:r>
              <a:rPr sz="3200" dirty="0">
                <a:latin typeface="Symbol"/>
                <a:cs typeface="Symbol"/>
              </a:rPr>
              <a:t></a:t>
            </a:r>
            <a:r>
              <a:rPr sz="3200" spc="-105" dirty="0">
                <a:latin typeface="Times New Roman"/>
                <a:cs typeface="Times New Roman"/>
              </a:rPr>
              <a:t> </a:t>
            </a:r>
            <a:r>
              <a:rPr sz="3200" dirty="0"/>
              <a:t>(y</a:t>
            </a:r>
            <a:r>
              <a:rPr sz="3200" spc="-20" dirty="0"/>
              <a:t> </a:t>
            </a:r>
            <a:r>
              <a:rPr sz="3200" dirty="0"/>
              <a:t>&gt;</a:t>
            </a:r>
            <a:r>
              <a:rPr sz="3200" spc="-20" dirty="0"/>
              <a:t> </a:t>
            </a:r>
            <a:r>
              <a:rPr sz="3200" dirty="0"/>
              <a:t>1)]</a:t>
            </a:r>
            <a:r>
              <a:rPr sz="3200" spc="-20" dirty="0"/>
              <a:t> </a:t>
            </a:r>
            <a:r>
              <a:rPr sz="3200" dirty="0">
                <a:latin typeface="Symbol"/>
                <a:cs typeface="Symbol"/>
              </a:rPr>
              <a:t></a:t>
            </a:r>
            <a:r>
              <a:rPr sz="3200" spc="-95" dirty="0">
                <a:latin typeface="Times New Roman"/>
                <a:cs typeface="Times New Roman"/>
              </a:rPr>
              <a:t> </a:t>
            </a:r>
            <a:r>
              <a:rPr sz="3200" dirty="0"/>
              <a:t>(x+y</a:t>
            </a:r>
            <a:r>
              <a:rPr sz="3200" spc="-20" dirty="0"/>
              <a:t> </a:t>
            </a:r>
            <a:r>
              <a:rPr sz="3200" dirty="0"/>
              <a:t>&gt;</a:t>
            </a:r>
            <a:r>
              <a:rPr sz="3200" spc="-20" dirty="0"/>
              <a:t> </a:t>
            </a:r>
            <a:r>
              <a:rPr sz="3200" spc="-25" dirty="0"/>
              <a:t>1)”</a:t>
            </a:r>
            <a:endParaRPr sz="3200">
              <a:latin typeface="Times New Roman"/>
              <a:cs typeface="Times New Roman"/>
            </a:endParaRPr>
          </a:p>
        </p:txBody>
      </p:sp>
      <p:sp>
        <p:nvSpPr>
          <p:cNvPr id="4" name="object 4"/>
          <p:cNvSpPr txBox="1"/>
          <p:nvPr/>
        </p:nvSpPr>
        <p:spPr>
          <a:xfrm>
            <a:off x="459740" y="2556230"/>
            <a:ext cx="6279515" cy="2646045"/>
          </a:xfrm>
          <a:prstGeom prst="rect">
            <a:avLst/>
          </a:prstGeom>
        </p:spPr>
        <p:txBody>
          <a:bodyPr vert="horz" wrap="square" lIns="0" tIns="12065" rIns="0" bIns="0" rtlCol="0">
            <a:spAutoFit/>
          </a:bodyPr>
          <a:lstStyle/>
          <a:p>
            <a:pPr marL="12700" marR="5080">
              <a:lnSpc>
                <a:spcPct val="120100"/>
              </a:lnSpc>
              <a:spcBef>
                <a:spcPts val="95"/>
              </a:spcBef>
            </a:pPr>
            <a:r>
              <a:rPr sz="3200" dirty="0">
                <a:latin typeface="Calibri"/>
                <a:cs typeface="Calibri"/>
              </a:rPr>
              <a:t>-</a:t>
            </a:r>
            <a:r>
              <a:rPr sz="3200" spc="-55" dirty="0">
                <a:latin typeface="Calibri"/>
                <a:cs typeface="Calibri"/>
              </a:rPr>
              <a:t> </a:t>
            </a:r>
            <a:r>
              <a:rPr sz="3200" dirty="0">
                <a:latin typeface="Calibri"/>
                <a:cs typeface="Calibri"/>
              </a:rPr>
              <a:t>Các</a:t>
            </a:r>
            <a:r>
              <a:rPr sz="3200" spc="-45" dirty="0">
                <a:latin typeface="Calibri"/>
                <a:cs typeface="Calibri"/>
              </a:rPr>
              <a:t> </a:t>
            </a:r>
            <a:r>
              <a:rPr sz="3200" dirty="0">
                <a:latin typeface="Calibri"/>
                <a:cs typeface="Calibri"/>
              </a:rPr>
              <a:t>qui</a:t>
            </a:r>
            <a:r>
              <a:rPr sz="3200" spc="-30" dirty="0">
                <a:latin typeface="Calibri"/>
                <a:cs typeface="Calibri"/>
              </a:rPr>
              <a:t> </a:t>
            </a:r>
            <a:r>
              <a:rPr sz="3200" dirty="0">
                <a:latin typeface="Calibri"/>
                <a:cs typeface="Calibri"/>
              </a:rPr>
              <a:t>luật</a:t>
            </a:r>
            <a:r>
              <a:rPr sz="3200" spc="-45" dirty="0">
                <a:latin typeface="Calibri"/>
                <a:cs typeface="Calibri"/>
              </a:rPr>
              <a:t> </a:t>
            </a:r>
            <a:r>
              <a:rPr sz="3200" dirty="0">
                <a:latin typeface="Calibri"/>
                <a:cs typeface="Calibri"/>
              </a:rPr>
              <a:t>logic</a:t>
            </a:r>
            <a:r>
              <a:rPr sz="3200" spc="-45" dirty="0">
                <a:latin typeface="Calibri"/>
                <a:cs typeface="Calibri"/>
              </a:rPr>
              <a:t> </a:t>
            </a:r>
            <a:r>
              <a:rPr sz="3200" dirty="0">
                <a:latin typeface="Calibri"/>
                <a:cs typeface="Calibri"/>
              </a:rPr>
              <a:t>vẫn</a:t>
            </a:r>
            <a:r>
              <a:rPr sz="3200" spc="-50" dirty="0">
                <a:latin typeface="Calibri"/>
                <a:cs typeface="Calibri"/>
              </a:rPr>
              <a:t> </a:t>
            </a:r>
            <a:r>
              <a:rPr sz="3200" dirty="0">
                <a:latin typeface="Calibri"/>
                <a:cs typeface="Calibri"/>
              </a:rPr>
              <a:t>đúng</a:t>
            </a:r>
            <a:r>
              <a:rPr sz="3200" spc="-40" dirty="0">
                <a:latin typeface="Calibri"/>
                <a:cs typeface="Calibri"/>
              </a:rPr>
              <a:t> </a:t>
            </a:r>
            <a:r>
              <a:rPr sz="3200" dirty="0">
                <a:latin typeface="Calibri"/>
                <a:cs typeface="Calibri"/>
              </a:rPr>
              <a:t>cho</a:t>
            </a:r>
            <a:r>
              <a:rPr sz="3200" spc="-40" dirty="0">
                <a:latin typeface="Calibri"/>
                <a:cs typeface="Calibri"/>
              </a:rPr>
              <a:t> </a:t>
            </a:r>
            <a:r>
              <a:rPr sz="3200" dirty="0">
                <a:latin typeface="Calibri"/>
                <a:cs typeface="Calibri"/>
              </a:rPr>
              <a:t>vị</a:t>
            </a:r>
            <a:r>
              <a:rPr sz="3200" spc="-45" dirty="0">
                <a:latin typeface="Calibri"/>
                <a:cs typeface="Calibri"/>
              </a:rPr>
              <a:t> </a:t>
            </a:r>
            <a:r>
              <a:rPr sz="3200" spc="-25" dirty="0">
                <a:latin typeface="Calibri"/>
                <a:cs typeface="Calibri"/>
              </a:rPr>
              <a:t>từ. </a:t>
            </a:r>
            <a:r>
              <a:rPr sz="3200" dirty="0">
                <a:latin typeface="Calibri"/>
                <a:cs typeface="Calibri"/>
              </a:rPr>
              <a:t>VD</a:t>
            </a:r>
            <a:r>
              <a:rPr sz="3200" spc="-45" dirty="0">
                <a:latin typeface="Calibri"/>
                <a:cs typeface="Calibri"/>
              </a:rPr>
              <a:t> </a:t>
            </a:r>
            <a:r>
              <a:rPr sz="3200" dirty="0">
                <a:latin typeface="Calibri"/>
                <a:cs typeface="Calibri"/>
              </a:rPr>
              <a:t>:</a:t>
            </a:r>
            <a:r>
              <a:rPr sz="3200" spc="-35" dirty="0">
                <a:latin typeface="Calibri"/>
                <a:cs typeface="Calibri"/>
              </a:rPr>
              <a:t> </a:t>
            </a:r>
            <a:r>
              <a:rPr sz="3200" dirty="0">
                <a:latin typeface="Calibri"/>
                <a:cs typeface="Calibri"/>
              </a:rPr>
              <a:t>Qui</a:t>
            </a:r>
            <a:r>
              <a:rPr sz="3200" spc="-40" dirty="0">
                <a:latin typeface="Calibri"/>
                <a:cs typeface="Calibri"/>
              </a:rPr>
              <a:t> </a:t>
            </a:r>
            <a:r>
              <a:rPr sz="3200" dirty="0">
                <a:latin typeface="Calibri"/>
                <a:cs typeface="Calibri"/>
              </a:rPr>
              <a:t>luật</a:t>
            </a:r>
            <a:r>
              <a:rPr sz="3200" spc="-30" dirty="0">
                <a:latin typeface="Calibri"/>
                <a:cs typeface="Calibri"/>
              </a:rPr>
              <a:t> </a:t>
            </a:r>
            <a:r>
              <a:rPr sz="3200" dirty="0">
                <a:latin typeface="Calibri"/>
                <a:cs typeface="Calibri"/>
              </a:rPr>
              <a:t>De</a:t>
            </a:r>
            <a:r>
              <a:rPr sz="3200" spc="-35" dirty="0">
                <a:latin typeface="Calibri"/>
                <a:cs typeface="Calibri"/>
              </a:rPr>
              <a:t> </a:t>
            </a:r>
            <a:r>
              <a:rPr sz="3200" dirty="0">
                <a:latin typeface="Calibri"/>
                <a:cs typeface="Calibri"/>
              </a:rPr>
              <a:t>Morgan</a:t>
            </a:r>
            <a:r>
              <a:rPr sz="3200" spc="-45" dirty="0">
                <a:latin typeface="Calibri"/>
                <a:cs typeface="Calibri"/>
              </a:rPr>
              <a:t> </a:t>
            </a:r>
            <a:r>
              <a:rPr sz="3200" dirty="0">
                <a:latin typeface="Calibri"/>
                <a:cs typeface="Calibri"/>
              </a:rPr>
              <a:t>cho</a:t>
            </a:r>
            <a:r>
              <a:rPr sz="3200" spc="-40" dirty="0">
                <a:latin typeface="Calibri"/>
                <a:cs typeface="Calibri"/>
              </a:rPr>
              <a:t> </a:t>
            </a:r>
            <a:r>
              <a:rPr sz="3200" dirty="0">
                <a:latin typeface="Calibri"/>
                <a:cs typeface="Calibri"/>
              </a:rPr>
              <a:t>vị</a:t>
            </a:r>
            <a:r>
              <a:rPr sz="3200" spc="-30" dirty="0">
                <a:latin typeface="Calibri"/>
                <a:cs typeface="Calibri"/>
              </a:rPr>
              <a:t> </a:t>
            </a:r>
            <a:r>
              <a:rPr sz="3200" dirty="0">
                <a:latin typeface="Calibri"/>
                <a:cs typeface="Calibri"/>
              </a:rPr>
              <a:t>từ</a:t>
            </a:r>
            <a:r>
              <a:rPr sz="3200" spc="-35" dirty="0">
                <a:latin typeface="Calibri"/>
                <a:cs typeface="Calibri"/>
              </a:rPr>
              <a:t> </a:t>
            </a:r>
            <a:r>
              <a:rPr sz="3200" spc="-50" dirty="0">
                <a:latin typeface="Calibri"/>
                <a:cs typeface="Calibri"/>
              </a:rPr>
              <a:t>:</a:t>
            </a:r>
            <a:endParaRPr sz="3200">
              <a:latin typeface="Calibri"/>
              <a:cs typeface="Calibri"/>
            </a:endParaRPr>
          </a:p>
          <a:p>
            <a:pPr marL="288290">
              <a:lnSpc>
                <a:spcPct val="100000"/>
              </a:lnSpc>
              <a:spcBef>
                <a:spcPts val="795"/>
              </a:spcBef>
            </a:pPr>
            <a:r>
              <a:rPr sz="3200" dirty="0">
                <a:latin typeface="Symbol"/>
                <a:cs typeface="Symbol"/>
              </a:rPr>
              <a:t></a:t>
            </a:r>
            <a:r>
              <a:rPr sz="3200" dirty="0">
                <a:latin typeface="Calibri"/>
                <a:cs typeface="Calibri"/>
              </a:rPr>
              <a:t>(p(x)</a:t>
            </a:r>
            <a:r>
              <a:rPr sz="3200" spc="-30" dirty="0">
                <a:latin typeface="Calibri"/>
                <a:cs typeface="Calibri"/>
              </a:rPr>
              <a:t> </a:t>
            </a:r>
            <a:r>
              <a:rPr sz="3200" dirty="0">
                <a:latin typeface="Symbol"/>
                <a:cs typeface="Symbol"/>
              </a:rPr>
              <a:t></a:t>
            </a:r>
            <a:r>
              <a:rPr sz="3200" spc="-130" dirty="0">
                <a:latin typeface="Times New Roman"/>
                <a:cs typeface="Times New Roman"/>
              </a:rPr>
              <a:t> </a:t>
            </a:r>
            <a:r>
              <a:rPr sz="3200" dirty="0">
                <a:latin typeface="Calibri"/>
                <a:cs typeface="Calibri"/>
              </a:rPr>
              <a:t>q(x))</a:t>
            </a:r>
            <a:r>
              <a:rPr sz="3200" spc="-25" dirty="0">
                <a:latin typeface="Calibri"/>
                <a:cs typeface="Calibri"/>
              </a:rPr>
              <a:t> </a:t>
            </a:r>
            <a:r>
              <a:rPr sz="3200" dirty="0">
                <a:latin typeface="Symbol"/>
                <a:cs typeface="Symbol"/>
              </a:rPr>
              <a:t></a:t>
            </a:r>
            <a:r>
              <a:rPr sz="3200" spc="-125" dirty="0">
                <a:latin typeface="Times New Roman"/>
                <a:cs typeface="Times New Roman"/>
              </a:rPr>
              <a:t> </a:t>
            </a:r>
            <a:r>
              <a:rPr sz="3200" dirty="0">
                <a:latin typeface="Symbol"/>
                <a:cs typeface="Symbol"/>
              </a:rPr>
              <a:t></a:t>
            </a:r>
            <a:r>
              <a:rPr sz="3200" dirty="0">
                <a:latin typeface="Calibri"/>
                <a:cs typeface="Calibri"/>
              </a:rPr>
              <a:t>p(x)</a:t>
            </a:r>
            <a:r>
              <a:rPr sz="3200" spc="-30" dirty="0">
                <a:latin typeface="Calibri"/>
                <a:cs typeface="Calibri"/>
              </a:rPr>
              <a:t> </a:t>
            </a:r>
            <a:r>
              <a:rPr sz="3200" dirty="0">
                <a:latin typeface="Symbol"/>
                <a:cs typeface="Symbol"/>
              </a:rPr>
              <a:t></a:t>
            </a:r>
            <a:r>
              <a:rPr sz="3200" spc="-140" dirty="0">
                <a:latin typeface="Times New Roman"/>
                <a:cs typeface="Times New Roman"/>
              </a:rPr>
              <a:t> </a:t>
            </a:r>
            <a:r>
              <a:rPr sz="3200" spc="-10" dirty="0">
                <a:latin typeface="Symbol"/>
                <a:cs typeface="Symbol"/>
              </a:rPr>
              <a:t></a:t>
            </a:r>
            <a:r>
              <a:rPr sz="3200" spc="-10" dirty="0">
                <a:latin typeface="Calibri"/>
                <a:cs typeface="Calibri"/>
              </a:rPr>
              <a:t>q(x)</a:t>
            </a:r>
            <a:endParaRPr sz="3200">
              <a:latin typeface="Calibri"/>
              <a:cs typeface="Calibri"/>
            </a:endParaRPr>
          </a:p>
          <a:p>
            <a:pPr marL="473075">
              <a:lnSpc>
                <a:spcPct val="100000"/>
              </a:lnSpc>
              <a:spcBef>
                <a:spcPts val="1015"/>
              </a:spcBef>
            </a:pPr>
            <a:r>
              <a:rPr sz="4800" dirty="0">
                <a:latin typeface="Calibri"/>
                <a:cs typeface="Calibri"/>
              </a:rPr>
              <a:t>(</a:t>
            </a:r>
            <a:r>
              <a:rPr sz="4800" spc="-370" dirty="0">
                <a:latin typeface="Calibri"/>
                <a:cs typeface="Calibri"/>
              </a:rPr>
              <a:t> </a:t>
            </a:r>
            <a:r>
              <a:rPr sz="3200" dirty="0">
                <a:latin typeface="Symbol"/>
                <a:cs typeface="Symbol"/>
              </a:rPr>
              <a:t></a:t>
            </a:r>
            <a:r>
              <a:rPr sz="3200" dirty="0">
                <a:latin typeface="Calibri"/>
                <a:cs typeface="Calibri"/>
              </a:rPr>
              <a:t>(p</a:t>
            </a:r>
            <a:r>
              <a:rPr sz="3200" spc="-55" dirty="0">
                <a:latin typeface="Calibri"/>
                <a:cs typeface="Calibri"/>
              </a:rPr>
              <a:t> </a:t>
            </a:r>
            <a:r>
              <a:rPr sz="3200" dirty="0">
                <a:latin typeface="Symbol"/>
                <a:cs typeface="Symbol"/>
              </a:rPr>
              <a:t></a:t>
            </a:r>
            <a:r>
              <a:rPr sz="3200" spc="-120" dirty="0">
                <a:latin typeface="Times New Roman"/>
                <a:cs typeface="Times New Roman"/>
              </a:rPr>
              <a:t> </a:t>
            </a:r>
            <a:r>
              <a:rPr sz="3200" dirty="0">
                <a:latin typeface="Calibri"/>
                <a:cs typeface="Calibri"/>
              </a:rPr>
              <a:t>q)(x)</a:t>
            </a:r>
            <a:r>
              <a:rPr sz="3200" spc="-15" dirty="0">
                <a:latin typeface="Calibri"/>
                <a:cs typeface="Calibri"/>
              </a:rPr>
              <a:t> </a:t>
            </a:r>
            <a:r>
              <a:rPr sz="3200" dirty="0">
                <a:latin typeface="Symbol"/>
                <a:cs typeface="Symbol"/>
              </a:rPr>
              <a:t></a:t>
            </a:r>
            <a:r>
              <a:rPr sz="3200" spc="-110" dirty="0">
                <a:latin typeface="Times New Roman"/>
                <a:cs typeface="Times New Roman"/>
              </a:rPr>
              <a:t> </a:t>
            </a:r>
            <a:r>
              <a:rPr sz="3200" dirty="0">
                <a:latin typeface="Calibri"/>
                <a:cs typeface="Calibri"/>
              </a:rPr>
              <a:t>(</a:t>
            </a:r>
            <a:r>
              <a:rPr sz="3200" dirty="0">
                <a:latin typeface="Symbol"/>
                <a:cs typeface="Symbol"/>
              </a:rPr>
              <a:t></a:t>
            </a:r>
            <a:r>
              <a:rPr sz="3200" dirty="0">
                <a:latin typeface="Calibri"/>
                <a:cs typeface="Calibri"/>
              </a:rPr>
              <a:t>p</a:t>
            </a:r>
            <a:r>
              <a:rPr sz="3200" spc="-20" dirty="0">
                <a:latin typeface="Calibri"/>
                <a:cs typeface="Calibri"/>
              </a:rPr>
              <a:t> </a:t>
            </a:r>
            <a:r>
              <a:rPr sz="3200" dirty="0">
                <a:latin typeface="Symbol"/>
                <a:cs typeface="Symbol"/>
              </a:rPr>
              <a:t></a:t>
            </a:r>
            <a:r>
              <a:rPr sz="3200" spc="-114" dirty="0">
                <a:latin typeface="Times New Roman"/>
                <a:cs typeface="Times New Roman"/>
              </a:rPr>
              <a:t> </a:t>
            </a:r>
            <a:r>
              <a:rPr sz="3200" dirty="0">
                <a:latin typeface="Symbol"/>
                <a:cs typeface="Symbol"/>
              </a:rPr>
              <a:t></a:t>
            </a:r>
            <a:r>
              <a:rPr sz="3200" dirty="0">
                <a:latin typeface="Calibri"/>
                <a:cs typeface="Calibri"/>
              </a:rPr>
              <a:t>q)(x)</a:t>
            </a:r>
            <a:r>
              <a:rPr sz="3200" spc="-15" dirty="0">
                <a:latin typeface="Calibri"/>
                <a:cs typeface="Calibri"/>
              </a:rPr>
              <a:t> </a:t>
            </a:r>
            <a:r>
              <a:rPr sz="4800" spc="-50" dirty="0">
                <a:latin typeface="Calibri"/>
                <a:cs typeface="Calibri"/>
              </a:rPr>
              <a:t>)</a:t>
            </a:r>
            <a:endParaRPr sz="4800">
              <a:latin typeface="Calibri"/>
              <a:cs typeface="Calibri"/>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238455"/>
            <a:ext cx="8055609" cy="4316095"/>
          </a:xfrm>
          <a:prstGeom prst="rect">
            <a:avLst/>
          </a:prstGeom>
        </p:spPr>
        <p:txBody>
          <a:bodyPr vert="horz" wrap="square" lIns="0" tIns="13335" rIns="0" bIns="0" rtlCol="0">
            <a:spAutoFit/>
          </a:bodyPr>
          <a:lstStyle/>
          <a:p>
            <a:pPr marL="12700">
              <a:lnSpc>
                <a:spcPts val="3829"/>
              </a:lnSpc>
              <a:spcBef>
                <a:spcPts val="105"/>
              </a:spcBef>
            </a:pPr>
            <a:r>
              <a:rPr sz="3200" b="1" dirty="0">
                <a:latin typeface="Calibri"/>
                <a:cs typeface="Calibri"/>
              </a:rPr>
              <a:t>1.8.3</a:t>
            </a:r>
            <a:r>
              <a:rPr sz="3200" b="1" spc="-20" dirty="0">
                <a:latin typeface="Calibri"/>
                <a:cs typeface="Calibri"/>
              </a:rPr>
              <a:t> </a:t>
            </a:r>
            <a:r>
              <a:rPr sz="3200" b="1" dirty="0">
                <a:latin typeface="Calibri"/>
                <a:cs typeface="Calibri"/>
              </a:rPr>
              <a:t>Định</a:t>
            </a:r>
            <a:r>
              <a:rPr sz="3200" b="1" spc="-20" dirty="0">
                <a:latin typeface="Calibri"/>
                <a:cs typeface="Calibri"/>
              </a:rPr>
              <a:t> </a:t>
            </a:r>
            <a:r>
              <a:rPr sz="3200" b="1" dirty="0">
                <a:latin typeface="Calibri"/>
                <a:cs typeface="Calibri"/>
              </a:rPr>
              <a:t>nghĩa:</a:t>
            </a:r>
            <a:r>
              <a:rPr sz="3200" b="1" spc="-50" dirty="0">
                <a:latin typeface="Calibri"/>
                <a:cs typeface="Calibri"/>
              </a:rPr>
              <a:t> </a:t>
            </a:r>
            <a:r>
              <a:rPr sz="3200" dirty="0">
                <a:latin typeface="Calibri"/>
                <a:cs typeface="Calibri"/>
              </a:rPr>
              <a:t>Cho</a:t>
            </a:r>
            <a:r>
              <a:rPr sz="3200" spc="-10" dirty="0">
                <a:latin typeface="Calibri"/>
                <a:cs typeface="Calibri"/>
              </a:rPr>
              <a:t> </a:t>
            </a:r>
            <a:r>
              <a:rPr sz="3200" dirty="0">
                <a:latin typeface="Calibri"/>
                <a:cs typeface="Calibri"/>
              </a:rPr>
              <a:t>P(x),</a:t>
            </a:r>
            <a:r>
              <a:rPr sz="3200" spc="-35" dirty="0">
                <a:latin typeface="Calibri"/>
                <a:cs typeface="Calibri"/>
              </a:rPr>
              <a:t> </a:t>
            </a:r>
            <a:r>
              <a:rPr sz="3200" dirty="0">
                <a:latin typeface="Calibri"/>
                <a:cs typeface="Calibri"/>
              </a:rPr>
              <a:t>x</a:t>
            </a:r>
            <a:r>
              <a:rPr sz="3200" dirty="0">
                <a:latin typeface="Symbol"/>
                <a:cs typeface="Symbol"/>
              </a:rPr>
              <a:t></a:t>
            </a:r>
            <a:r>
              <a:rPr sz="3200" dirty="0">
                <a:latin typeface="Calibri"/>
                <a:cs typeface="Calibri"/>
              </a:rPr>
              <a:t>A</a:t>
            </a:r>
            <a:r>
              <a:rPr sz="3200" spc="-15" dirty="0">
                <a:latin typeface="Calibri"/>
                <a:cs typeface="Calibri"/>
              </a:rPr>
              <a:t> </a:t>
            </a:r>
            <a:r>
              <a:rPr sz="3200" dirty="0">
                <a:latin typeface="Calibri"/>
                <a:cs typeface="Calibri"/>
              </a:rPr>
              <a:t>(A</a:t>
            </a:r>
            <a:r>
              <a:rPr sz="3200" spc="-20"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Symbol"/>
                <a:cs typeface="Symbol"/>
              </a:rPr>
              <a:t></a:t>
            </a:r>
            <a:r>
              <a:rPr sz="3200" dirty="0">
                <a:latin typeface="Calibri"/>
                <a:cs typeface="Calibri"/>
              </a:rPr>
              <a:t>)</a:t>
            </a:r>
            <a:r>
              <a:rPr sz="3200" spc="-15" dirty="0">
                <a:latin typeface="Calibri"/>
                <a:cs typeface="Calibri"/>
              </a:rPr>
              <a:t> </a:t>
            </a:r>
            <a:r>
              <a:rPr sz="3200" dirty="0">
                <a:latin typeface="Calibri"/>
                <a:cs typeface="Calibri"/>
              </a:rPr>
              <a:t>là</a:t>
            </a:r>
            <a:r>
              <a:rPr sz="3200" spc="-20" dirty="0">
                <a:latin typeface="Calibri"/>
                <a:cs typeface="Calibri"/>
              </a:rPr>
              <a:t> </a:t>
            </a:r>
            <a:r>
              <a:rPr sz="3200" dirty="0">
                <a:latin typeface="Calibri"/>
                <a:cs typeface="Calibri"/>
              </a:rPr>
              <a:t>vị</a:t>
            </a:r>
            <a:r>
              <a:rPr sz="3200" spc="-20" dirty="0">
                <a:latin typeface="Calibri"/>
                <a:cs typeface="Calibri"/>
              </a:rPr>
              <a:t> </a:t>
            </a:r>
            <a:r>
              <a:rPr sz="3200" spc="-25" dirty="0">
                <a:latin typeface="Calibri"/>
                <a:cs typeface="Calibri"/>
              </a:rPr>
              <a:t>từ.</a:t>
            </a:r>
            <a:endParaRPr sz="3200">
              <a:latin typeface="Calibri"/>
              <a:cs typeface="Calibri"/>
            </a:endParaRPr>
          </a:p>
          <a:p>
            <a:pPr marL="12700">
              <a:lnSpc>
                <a:spcPts val="3829"/>
              </a:lnSpc>
            </a:pPr>
            <a:r>
              <a:rPr sz="3200" i="1" dirty="0">
                <a:latin typeface="Calibri"/>
                <a:cs typeface="Calibri"/>
              </a:rPr>
              <a:t>Lượng</a:t>
            </a:r>
            <a:r>
              <a:rPr sz="3200" i="1" spc="-30" dirty="0">
                <a:latin typeface="Calibri"/>
                <a:cs typeface="Calibri"/>
              </a:rPr>
              <a:t> </a:t>
            </a:r>
            <a:r>
              <a:rPr sz="3200" i="1" dirty="0">
                <a:latin typeface="Calibri"/>
                <a:cs typeface="Calibri"/>
              </a:rPr>
              <a:t>từ</a:t>
            </a:r>
            <a:r>
              <a:rPr sz="3200" i="1" spc="-30" dirty="0">
                <a:latin typeface="Calibri"/>
                <a:cs typeface="Calibri"/>
              </a:rPr>
              <a:t> </a:t>
            </a:r>
            <a:r>
              <a:rPr sz="3200" i="1" dirty="0">
                <a:latin typeface="Calibri"/>
                <a:cs typeface="Calibri"/>
              </a:rPr>
              <a:t>phổ</a:t>
            </a:r>
            <a:r>
              <a:rPr sz="3200" i="1" spc="-30" dirty="0">
                <a:latin typeface="Calibri"/>
                <a:cs typeface="Calibri"/>
              </a:rPr>
              <a:t> </a:t>
            </a:r>
            <a:r>
              <a:rPr sz="3200" i="1" dirty="0">
                <a:latin typeface="Calibri"/>
                <a:cs typeface="Calibri"/>
              </a:rPr>
              <a:t>dụng</a:t>
            </a:r>
            <a:r>
              <a:rPr sz="3200" i="1" spc="-10" dirty="0">
                <a:latin typeface="Calibri"/>
                <a:cs typeface="Calibri"/>
              </a:rPr>
              <a:t> </a:t>
            </a:r>
            <a:r>
              <a:rPr sz="3200" i="1" dirty="0">
                <a:latin typeface="Calibri"/>
                <a:cs typeface="Calibri"/>
              </a:rPr>
              <a:t>một</a:t>
            </a:r>
            <a:r>
              <a:rPr sz="3200" i="1" spc="-30" dirty="0">
                <a:latin typeface="Calibri"/>
                <a:cs typeface="Calibri"/>
              </a:rPr>
              <a:t> </a:t>
            </a:r>
            <a:r>
              <a:rPr sz="3200" i="1" dirty="0">
                <a:latin typeface="Calibri"/>
                <a:cs typeface="Calibri"/>
              </a:rPr>
              <a:t>biến</a:t>
            </a:r>
            <a:r>
              <a:rPr sz="3200" i="1" spc="-10" dirty="0">
                <a:latin typeface="Calibri"/>
                <a:cs typeface="Calibri"/>
              </a:rPr>
              <a:t> </a:t>
            </a:r>
            <a:r>
              <a:rPr sz="3200" dirty="0">
                <a:latin typeface="Calibri"/>
                <a:cs typeface="Calibri"/>
              </a:rPr>
              <a:t>là</a:t>
            </a:r>
            <a:r>
              <a:rPr sz="3200" spc="-25" dirty="0">
                <a:latin typeface="Calibri"/>
                <a:cs typeface="Calibri"/>
              </a:rPr>
              <a:t> </a:t>
            </a:r>
            <a:r>
              <a:rPr sz="3200" b="1" dirty="0">
                <a:latin typeface="Calibri"/>
                <a:cs typeface="Calibri"/>
              </a:rPr>
              <a:t>mệnh</a:t>
            </a:r>
            <a:r>
              <a:rPr sz="3200" b="1" spc="-40" dirty="0">
                <a:latin typeface="Calibri"/>
                <a:cs typeface="Calibri"/>
              </a:rPr>
              <a:t> </a:t>
            </a:r>
            <a:r>
              <a:rPr sz="3200" b="1" spc="-25" dirty="0">
                <a:latin typeface="Calibri"/>
                <a:cs typeface="Calibri"/>
              </a:rPr>
              <a:t>đề</a:t>
            </a:r>
            <a:r>
              <a:rPr sz="3200" spc="-25" dirty="0">
                <a:latin typeface="Calibri"/>
                <a:cs typeface="Calibri"/>
              </a:rPr>
              <a:t>:</a:t>
            </a:r>
            <a:endParaRPr sz="3200">
              <a:latin typeface="Calibri"/>
              <a:cs typeface="Calibri"/>
            </a:endParaRPr>
          </a:p>
          <a:p>
            <a:pPr marL="244475" algn="ctr">
              <a:lnSpc>
                <a:spcPct val="100000"/>
              </a:lnSpc>
              <a:spcBef>
                <a:spcPts val="790"/>
              </a:spcBef>
            </a:pPr>
            <a:r>
              <a:rPr sz="3200" dirty="0">
                <a:latin typeface="Symbol"/>
                <a:cs typeface="Symbol"/>
              </a:rPr>
              <a:t></a:t>
            </a:r>
            <a:r>
              <a:rPr sz="3200" b="1" dirty="0">
                <a:latin typeface="Calibri"/>
                <a:cs typeface="Calibri"/>
              </a:rPr>
              <a:t>x</a:t>
            </a:r>
            <a:r>
              <a:rPr sz="3200" b="1" spc="-10" dirty="0">
                <a:latin typeface="Calibri"/>
                <a:cs typeface="Calibri"/>
              </a:rPr>
              <a:t> </a:t>
            </a:r>
            <a:r>
              <a:rPr sz="3200" dirty="0">
                <a:latin typeface="Symbol"/>
                <a:cs typeface="Symbol"/>
              </a:rPr>
              <a:t></a:t>
            </a:r>
            <a:r>
              <a:rPr sz="3200" spc="-80" dirty="0">
                <a:latin typeface="Times New Roman"/>
                <a:cs typeface="Times New Roman"/>
              </a:rPr>
              <a:t> </a:t>
            </a:r>
            <a:r>
              <a:rPr sz="3200" b="1" dirty="0">
                <a:latin typeface="Calibri"/>
                <a:cs typeface="Calibri"/>
              </a:rPr>
              <a:t>A,</a:t>
            </a:r>
            <a:r>
              <a:rPr sz="3200" b="1" spc="-10" dirty="0">
                <a:latin typeface="Calibri"/>
                <a:cs typeface="Calibri"/>
              </a:rPr>
              <a:t> </a:t>
            </a:r>
            <a:r>
              <a:rPr sz="3200" b="1" spc="-20" dirty="0">
                <a:latin typeface="Calibri"/>
                <a:cs typeface="Calibri"/>
              </a:rPr>
              <a:t>P(x)</a:t>
            </a:r>
            <a:endParaRPr sz="3200">
              <a:latin typeface="Calibri"/>
              <a:cs typeface="Calibri"/>
            </a:endParaRPr>
          </a:p>
          <a:p>
            <a:pPr marL="12700">
              <a:lnSpc>
                <a:spcPct val="100000"/>
              </a:lnSpc>
              <a:spcBef>
                <a:spcPts val="750"/>
              </a:spcBef>
            </a:pPr>
            <a:r>
              <a:rPr sz="3200" dirty="0">
                <a:latin typeface="Calibri"/>
                <a:cs typeface="Calibri"/>
              </a:rPr>
              <a:t>có</a:t>
            </a:r>
            <a:r>
              <a:rPr sz="3200" spc="-50" dirty="0">
                <a:latin typeface="Calibri"/>
                <a:cs typeface="Calibri"/>
              </a:rPr>
              <a:t> </a:t>
            </a:r>
            <a:r>
              <a:rPr sz="3200" dirty="0">
                <a:latin typeface="Calibri"/>
                <a:cs typeface="Calibri"/>
              </a:rPr>
              <a:t>chân</a:t>
            </a:r>
            <a:r>
              <a:rPr sz="3200" spc="-20" dirty="0">
                <a:latin typeface="Calibri"/>
                <a:cs typeface="Calibri"/>
              </a:rPr>
              <a:t> </a:t>
            </a:r>
            <a:r>
              <a:rPr sz="3200" dirty="0">
                <a:latin typeface="Calibri"/>
                <a:cs typeface="Calibri"/>
              </a:rPr>
              <a:t>trị</a:t>
            </a:r>
            <a:r>
              <a:rPr sz="3200" spc="-50" dirty="0">
                <a:latin typeface="Calibri"/>
                <a:cs typeface="Calibri"/>
              </a:rPr>
              <a:t> :</a:t>
            </a:r>
            <a:endParaRPr sz="3200">
              <a:latin typeface="Calibri"/>
              <a:cs typeface="Calibri"/>
            </a:endParaRPr>
          </a:p>
          <a:p>
            <a:pPr marL="469900" marR="206375" indent="-457834">
              <a:lnSpc>
                <a:spcPts val="3820"/>
              </a:lnSpc>
              <a:spcBef>
                <a:spcPts val="935"/>
              </a:spcBef>
              <a:buFont typeface="Calibri"/>
              <a:buChar char="-"/>
              <a:tabLst>
                <a:tab pos="469900" algn="l"/>
              </a:tabLst>
            </a:pPr>
            <a:r>
              <a:rPr sz="3200" b="1" dirty="0">
                <a:latin typeface="Calibri"/>
                <a:cs typeface="Calibri"/>
              </a:rPr>
              <a:t>ĐÚNG</a:t>
            </a:r>
            <a:r>
              <a:rPr sz="3200" b="1" spc="-30"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Nếu</a:t>
            </a:r>
            <a:r>
              <a:rPr sz="3200" spc="-30" dirty="0">
                <a:latin typeface="Calibri"/>
                <a:cs typeface="Calibri"/>
              </a:rPr>
              <a:t> </a:t>
            </a:r>
            <a:r>
              <a:rPr sz="3200" dirty="0">
                <a:latin typeface="Calibri"/>
                <a:cs typeface="Calibri"/>
              </a:rPr>
              <a:t>thay</a:t>
            </a:r>
            <a:r>
              <a:rPr sz="3200" spc="-25" dirty="0">
                <a:latin typeface="Calibri"/>
                <a:cs typeface="Calibri"/>
              </a:rPr>
              <a:t> </a:t>
            </a:r>
            <a:r>
              <a:rPr sz="3200" dirty="0">
                <a:latin typeface="Calibri"/>
                <a:cs typeface="Calibri"/>
              </a:rPr>
              <a:t>x</a:t>
            </a:r>
            <a:r>
              <a:rPr sz="3200" spc="-20" dirty="0">
                <a:latin typeface="Calibri"/>
                <a:cs typeface="Calibri"/>
              </a:rPr>
              <a:t> </a:t>
            </a:r>
            <a:r>
              <a:rPr sz="3200" dirty="0">
                <a:latin typeface="Calibri"/>
                <a:cs typeface="Calibri"/>
              </a:rPr>
              <a:t>bằng</a:t>
            </a:r>
            <a:r>
              <a:rPr sz="3200" spc="-15" dirty="0">
                <a:latin typeface="Calibri"/>
                <a:cs typeface="Calibri"/>
              </a:rPr>
              <a:t> </a:t>
            </a:r>
            <a:r>
              <a:rPr sz="3200" dirty="0">
                <a:latin typeface="Calibri"/>
                <a:cs typeface="Calibri"/>
              </a:rPr>
              <a:t>giá</a:t>
            </a:r>
            <a:r>
              <a:rPr sz="3200" spc="-25" dirty="0">
                <a:latin typeface="Calibri"/>
                <a:cs typeface="Calibri"/>
              </a:rPr>
              <a:t> </a:t>
            </a:r>
            <a:r>
              <a:rPr sz="3200" dirty="0">
                <a:latin typeface="Calibri"/>
                <a:cs typeface="Calibri"/>
              </a:rPr>
              <a:t>trị</a:t>
            </a:r>
            <a:r>
              <a:rPr sz="3200" spc="-10" dirty="0">
                <a:latin typeface="Calibri"/>
                <a:cs typeface="Calibri"/>
              </a:rPr>
              <a:t> </a:t>
            </a:r>
            <a:r>
              <a:rPr sz="3200" b="1" dirty="0">
                <a:latin typeface="Calibri"/>
                <a:cs typeface="Calibri"/>
              </a:rPr>
              <a:t>bất</a:t>
            </a:r>
            <a:r>
              <a:rPr sz="3200" b="1" spc="-25" dirty="0">
                <a:latin typeface="Calibri"/>
                <a:cs typeface="Calibri"/>
              </a:rPr>
              <a:t> </a:t>
            </a:r>
            <a:r>
              <a:rPr sz="3200" b="1" dirty="0">
                <a:latin typeface="Calibri"/>
                <a:cs typeface="Calibri"/>
              </a:rPr>
              <a:t>kỳ</a:t>
            </a:r>
            <a:r>
              <a:rPr sz="3200" b="1" spc="-50" dirty="0">
                <a:latin typeface="Calibri"/>
                <a:cs typeface="Calibri"/>
              </a:rPr>
              <a:t> </a:t>
            </a:r>
            <a:r>
              <a:rPr sz="3200" dirty="0">
                <a:latin typeface="Calibri"/>
                <a:cs typeface="Calibri"/>
              </a:rPr>
              <a:t>a</a:t>
            </a:r>
            <a:r>
              <a:rPr sz="3200" spc="-20"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Calibri"/>
                <a:cs typeface="Calibri"/>
              </a:rPr>
              <a:t>A</a:t>
            </a:r>
            <a:r>
              <a:rPr sz="3200" spc="-25" dirty="0">
                <a:latin typeface="Calibri"/>
                <a:cs typeface="Calibri"/>
              </a:rPr>
              <a:t> </a:t>
            </a:r>
            <a:r>
              <a:rPr sz="3200" spc="-50" dirty="0">
                <a:latin typeface="Calibri"/>
                <a:cs typeface="Calibri"/>
              </a:rPr>
              <a:t>, </a:t>
            </a:r>
            <a:r>
              <a:rPr sz="3200" dirty="0">
                <a:latin typeface="Calibri"/>
                <a:cs typeface="Calibri"/>
              </a:rPr>
              <a:t>P(a)</a:t>
            </a:r>
            <a:r>
              <a:rPr sz="3200" spc="-45" dirty="0">
                <a:latin typeface="Calibri"/>
                <a:cs typeface="Calibri"/>
              </a:rPr>
              <a:t> </a:t>
            </a:r>
            <a:r>
              <a:rPr sz="3200" dirty="0">
                <a:latin typeface="Calibri"/>
                <a:cs typeface="Calibri"/>
              </a:rPr>
              <a:t>có</a:t>
            </a:r>
            <a:r>
              <a:rPr sz="3200" spc="-55" dirty="0">
                <a:latin typeface="Calibri"/>
                <a:cs typeface="Calibri"/>
              </a:rPr>
              <a:t> </a:t>
            </a:r>
            <a:r>
              <a:rPr sz="3200" dirty="0">
                <a:latin typeface="Calibri"/>
                <a:cs typeface="Calibri"/>
              </a:rPr>
              <a:t>chân</a:t>
            </a:r>
            <a:r>
              <a:rPr sz="3200" spc="-40" dirty="0">
                <a:latin typeface="Calibri"/>
                <a:cs typeface="Calibri"/>
              </a:rPr>
              <a:t> </a:t>
            </a:r>
            <a:r>
              <a:rPr sz="3200" dirty="0">
                <a:latin typeface="Calibri"/>
                <a:cs typeface="Calibri"/>
              </a:rPr>
              <a:t>trị</a:t>
            </a:r>
            <a:r>
              <a:rPr sz="3200" spc="-50" dirty="0">
                <a:latin typeface="Calibri"/>
                <a:cs typeface="Calibri"/>
              </a:rPr>
              <a:t> </a:t>
            </a:r>
            <a:r>
              <a:rPr sz="3200" spc="-10" dirty="0">
                <a:latin typeface="Calibri"/>
                <a:cs typeface="Calibri"/>
              </a:rPr>
              <a:t>ĐÚNG.</a:t>
            </a:r>
            <a:endParaRPr sz="3200">
              <a:latin typeface="Calibri"/>
              <a:cs typeface="Calibri"/>
            </a:endParaRPr>
          </a:p>
          <a:p>
            <a:pPr marL="469900" marR="5080" indent="-457834">
              <a:lnSpc>
                <a:spcPts val="3820"/>
              </a:lnSpc>
              <a:spcBef>
                <a:spcPts val="785"/>
              </a:spcBef>
              <a:buFont typeface="Calibri"/>
              <a:buChar char="-"/>
              <a:tabLst>
                <a:tab pos="469900" algn="l"/>
              </a:tabLst>
            </a:pPr>
            <a:r>
              <a:rPr sz="3200" b="1" dirty="0">
                <a:latin typeface="Calibri"/>
                <a:cs typeface="Calibri"/>
              </a:rPr>
              <a:t>SAI</a:t>
            </a:r>
            <a:r>
              <a:rPr sz="3200" b="1" spc="-45" dirty="0">
                <a:latin typeface="Calibri"/>
                <a:cs typeface="Calibri"/>
              </a:rPr>
              <a:t> </a:t>
            </a:r>
            <a:r>
              <a:rPr sz="3200" dirty="0">
                <a:latin typeface="Calibri"/>
                <a:cs typeface="Calibri"/>
              </a:rPr>
              <a:t>:</a:t>
            </a:r>
            <a:r>
              <a:rPr sz="3200" spc="-10" dirty="0">
                <a:latin typeface="Calibri"/>
                <a:cs typeface="Calibri"/>
              </a:rPr>
              <a:t> </a:t>
            </a:r>
            <a:r>
              <a:rPr sz="3200" dirty="0">
                <a:latin typeface="Calibri"/>
                <a:cs typeface="Calibri"/>
              </a:rPr>
              <a:t>Nếu</a:t>
            </a:r>
            <a:r>
              <a:rPr sz="3200" spc="-30" dirty="0">
                <a:latin typeface="Calibri"/>
                <a:cs typeface="Calibri"/>
              </a:rPr>
              <a:t> </a:t>
            </a:r>
            <a:r>
              <a:rPr sz="3200" b="1" dirty="0">
                <a:latin typeface="Calibri"/>
                <a:cs typeface="Calibri"/>
              </a:rPr>
              <a:t>có</a:t>
            </a:r>
            <a:r>
              <a:rPr sz="3200" b="1" spc="-35" dirty="0">
                <a:latin typeface="Calibri"/>
                <a:cs typeface="Calibri"/>
              </a:rPr>
              <a:t> </a:t>
            </a:r>
            <a:r>
              <a:rPr sz="3200" b="1" dirty="0">
                <a:latin typeface="Calibri"/>
                <a:cs typeface="Calibri"/>
              </a:rPr>
              <a:t>một</a:t>
            </a:r>
            <a:r>
              <a:rPr sz="3200" b="1" spc="-25" dirty="0">
                <a:latin typeface="Calibri"/>
                <a:cs typeface="Calibri"/>
              </a:rPr>
              <a:t> </a:t>
            </a:r>
            <a:r>
              <a:rPr sz="3200" dirty="0">
                <a:latin typeface="Calibri"/>
                <a:cs typeface="Calibri"/>
              </a:rPr>
              <a:t>giá</a:t>
            </a:r>
            <a:r>
              <a:rPr sz="3200" spc="-25" dirty="0">
                <a:latin typeface="Calibri"/>
                <a:cs typeface="Calibri"/>
              </a:rPr>
              <a:t> </a:t>
            </a:r>
            <a:r>
              <a:rPr sz="3200" dirty="0">
                <a:latin typeface="Calibri"/>
                <a:cs typeface="Calibri"/>
              </a:rPr>
              <a:t>trị</a:t>
            </a:r>
            <a:r>
              <a:rPr sz="3200" spc="-20" dirty="0">
                <a:latin typeface="Calibri"/>
                <a:cs typeface="Calibri"/>
              </a:rPr>
              <a:t> </a:t>
            </a:r>
            <a:r>
              <a:rPr sz="3200" dirty="0">
                <a:latin typeface="Calibri"/>
                <a:cs typeface="Calibri"/>
              </a:rPr>
              <a:t>a</a:t>
            </a:r>
            <a:r>
              <a:rPr sz="3200" spc="-10"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A</a:t>
            </a:r>
            <a:r>
              <a:rPr sz="3200" spc="-4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P(a)</a:t>
            </a:r>
            <a:r>
              <a:rPr sz="3200" spc="-20" dirty="0">
                <a:latin typeface="Calibri"/>
                <a:cs typeface="Calibri"/>
              </a:rPr>
              <a:t> </a:t>
            </a:r>
            <a:r>
              <a:rPr sz="3200" dirty="0">
                <a:latin typeface="Calibri"/>
                <a:cs typeface="Calibri"/>
              </a:rPr>
              <a:t>có</a:t>
            </a:r>
            <a:r>
              <a:rPr sz="3200" spc="-35" dirty="0">
                <a:latin typeface="Calibri"/>
                <a:cs typeface="Calibri"/>
              </a:rPr>
              <a:t> </a:t>
            </a:r>
            <a:r>
              <a:rPr sz="3200" dirty="0">
                <a:latin typeface="Calibri"/>
                <a:cs typeface="Calibri"/>
              </a:rPr>
              <a:t>chân</a:t>
            </a:r>
            <a:r>
              <a:rPr sz="3200" spc="-10" dirty="0">
                <a:latin typeface="Calibri"/>
                <a:cs typeface="Calibri"/>
              </a:rPr>
              <a:t> </a:t>
            </a:r>
            <a:r>
              <a:rPr sz="3200" spc="-25" dirty="0">
                <a:latin typeface="Calibri"/>
                <a:cs typeface="Calibri"/>
              </a:rPr>
              <a:t>trị </a:t>
            </a:r>
            <a:r>
              <a:rPr sz="3200" spc="-20" dirty="0">
                <a:latin typeface="Calibri"/>
                <a:cs typeface="Calibri"/>
              </a:rPr>
              <a:t>SAI.</a:t>
            </a:r>
            <a:endParaRPr sz="3200">
              <a:latin typeface="Calibri"/>
              <a:cs typeface="Calibri"/>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135164"/>
            <a:ext cx="7939405" cy="3934460"/>
          </a:xfrm>
          <a:prstGeom prst="rect">
            <a:avLst/>
          </a:prstGeom>
        </p:spPr>
        <p:txBody>
          <a:bodyPr vert="horz" wrap="square" lIns="0" tIns="113664" rIns="0" bIns="0" rtlCol="0">
            <a:spAutoFit/>
          </a:bodyPr>
          <a:lstStyle/>
          <a:p>
            <a:pPr marL="12700">
              <a:lnSpc>
                <a:spcPct val="100000"/>
              </a:lnSpc>
              <a:spcBef>
                <a:spcPts val="894"/>
              </a:spcBef>
            </a:pPr>
            <a:r>
              <a:rPr sz="3200" b="1" dirty="0">
                <a:latin typeface="Calibri"/>
                <a:cs typeface="Calibri"/>
              </a:rPr>
              <a:t>Qui</a:t>
            </a:r>
            <a:r>
              <a:rPr sz="3200" b="1" spc="-35" dirty="0">
                <a:latin typeface="Calibri"/>
                <a:cs typeface="Calibri"/>
              </a:rPr>
              <a:t> </a:t>
            </a:r>
            <a:r>
              <a:rPr sz="3200" b="1" dirty="0">
                <a:latin typeface="Calibri"/>
                <a:cs typeface="Calibri"/>
              </a:rPr>
              <a:t>tắc</a:t>
            </a:r>
            <a:r>
              <a:rPr sz="3200" b="1" spc="-40" dirty="0">
                <a:latin typeface="Calibri"/>
                <a:cs typeface="Calibri"/>
              </a:rPr>
              <a:t> </a:t>
            </a:r>
            <a:r>
              <a:rPr sz="3200" b="1" dirty="0">
                <a:latin typeface="Calibri"/>
                <a:cs typeface="Calibri"/>
              </a:rPr>
              <a:t>đặc</a:t>
            </a:r>
            <a:r>
              <a:rPr sz="3200" b="1" spc="-30" dirty="0">
                <a:latin typeface="Calibri"/>
                <a:cs typeface="Calibri"/>
              </a:rPr>
              <a:t> </a:t>
            </a:r>
            <a:r>
              <a:rPr sz="3200" b="1" dirty="0">
                <a:latin typeface="Calibri"/>
                <a:cs typeface="Calibri"/>
              </a:rPr>
              <a:t>biệt</a:t>
            </a:r>
            <a:r>
              <a:rPr sz="3200" b="1" spc="-25" dirty="0">
                <a:latin typeface="Calibri"/>
                <a:cs typeface="Calibri"/>
              </a:rPr>
              <a:t> </a:t>
            </a:r>
            <a:r>
              <a:rPr sz="3200" b="1" dirty="0">
                <a:latin typeface="Calibri"/>
                <a:cs typeface="Calibri"/>
              </a:rPr>
              <a:t>hóa</a:t>
            </a:r>
            <a:r>
              <a:rPr sz="3200" b="1" spc="-45" dirty="0">
                <a:latin typeface="Calibri"/>
                <a:cs typeface="Calibri"/>
              </a:rPr>
              <a:t> </a:t>
            </a:r>
            <a:r>
              <a:rPr sz="3200" b="1" dirty="0">
                <a:latin typeface="Calibri"/>
                <a:cs typeface="Calibri"/>
              </a:rPr>
              <a:t>phổ</a:t>
            </a:r>
            <a:r>
              <a:rPr sz="3200" b="1" spc="-40" dirty="0">
                <a:latin typeface="Calibri"/>
                <a:cs typeface="Calibri"/>
              </a:rPr>
              <a:t> </a:t>
            </a:r>
            <a:r>
              <a:rPr sz="3200" b="1" dirty="0">
                <a:latin typeface="Calibri"/>
                <a:cs typeface="Calibri"/>
              </a:rPr>
              <a:t>dụng</a:t>
            </a:r>
            <a:r>
              <a:rPr sz="3200" b="1" spc="-40" dirty="0">
                <a:latin typeface="Calibri"/>
                <a:cs typeface="Calibri"/>
              </a:rPr>
              <a:t> </a:t>
            </a:r>
            <a:r>
              <a:rPr sz="3200" b="1" spc="-50" dirty="0">
                <a:latin typeface="Calibri"/>
                <a:cs typeface="Calibri"/>
              </a:rPr>
              <a:t>:</a:t>
            </a:r>
            <a:endParaRPr sz="3200">
              <a:latin typeface="Calibri"/>
              <a:cs typeface="Calibri"/>
            </a:endParaRPr>
          </a:p>
          <a:p>
            <a:pPr marL="12700" marR="5080">
              <a:lnSpc>
                <a:spcPct val="100000"/>
              </a:lnSpc>
              <a:spcBef>
                <a:spcPts val="795"/>
              </a:spcBef>
            </a:pPr>
            <a:r>
              <a:rPr sz="3200" dirty="0">
                <a:latin typeface="Calibri"/>
                <a:cs typeface="Calibri"/>
              </a:rPr>
              <a:t>Nếu</a:t>
            </a:r>
            <a:r>
              <a:rPr sz="3200" spc="-40" dirty="0">
                <a:latin typeface="Calibri"/>
                <a:cs typeface="Calibri"/>
              </a:rPr>
              <a:t> </a:t>
            </a:r>
            <a:r>
              <a:rPr sz="3200" dirty="0">
                <a:latin typeface="Symbol"/>
                <a:cs typeface="Symbol"/>
              </a:rPr>
              <a:t></a:t>
            </a:r>
            <a:r>
              <a:rPr sz="3200" b="1" dirty="0">
                <a:latin typeface="Calibri"/>
                <a:cs typeface="Calibri"/>
              </a:rPr>
              <a:t>x</a:t>
            </a:r>
            <a:r>
              <a:rPr sz="3200" b="1" spc="-30" dirty="0">
                <a:latin typeface="Calibri"/>
                <a:cs typeface="Calibri"/>
              </a:rPr>
              <a:t> </a:t>
            </a:r>
            <a:r>
              <a:rPr sz="3200" dirty="0">
                <a:latin typeface="Symbol"/>
                <a:cs typeface="Symbol"/>
              </a:rPr>
              <a:t></a:t>
            </a:r>
            <a:r>
              <a:rPr sz="3200" spc="-110" dirty="0">
                <a:latin typeface="Times New Roman"/>
                <a:cs typeface="Times New Roman"/>
              </a:rPr>
              <a:t> </a:t>
            </a:r>
            <a:r>
              <a:rPr sz="3200" b="1" dirty="0">
                <a:latin typeface="Calibri"/>
                <a:cs typeface="Calibri"/>
              </a:rPr>
              <a:t>A,</a:t>
            </a:r>
            <a:r>
              <a:rPr sz="3200" b="1" spc="-30" dirty="0">
                <a:latin typeface="Calibri"/>
                <a:cs typeface="Calibri"/>
              </a:rPr>
              <a:t> </a:t>
            </a:r>
            <a:r>
              <a:rPr sz="3200" b="1" dirty="0">
                <a:latin typeface="Calibri"/>
                <a:cs typeface="Calibri"/>
              </a:rPr>
              <a:t>P(x)</a:t>
            </a:r>
            <a:r>
              <a:rPr sz="3200" b="1" spc="-30" dirty="0">
                <a:latin typeface="Calibri"/>
                <a:cs typeface="Calibri"/>
              </a:rPr>
              <a:t> </a:t>
            </a:r>
            <a:r>
              <a:rPr sz="3200" dirty="0">
                <a:latin typeface="Calibri"/>
                <a:cs typeface="Calibri"/>
              </a:rPr>
              <a:t>là</a:t>
            </a:r>
            <a:r>
              <a:rPr sz="3200" spc="-30" dirty="0">
                <a:latin typeface="Calibri"/>
                <a:cs typeface="Calibri"/>
              </a:rPr>
              <a:t> </a:t>
            </a:r>
            <a:r>
              <a:rPr sz="3200" dirty="0">
                <a:latin typeface="Calibri"/>
                <a:cs typeface="Calibri"/>
              </a:rPr>
              <a:t>mệnh</a:t>
            </a:r>
            <a:r>
              <a:rPr sz="3200" spc="-35" dirty="0">
                <a:latin typeface="Calibri"/>
                <a:cs typeface="Calibri"/>
              </a:rPr>
              <a:t> </a:t>
            </a:r>
            <a:r>
              <a:rPr sz="3200" dirty="0">
                <a:latin typeface="Calibri"/>
                <a:cs typeface="Calibri"/>
              </a:rPr>
              <a:t>đề</a:t>
            </a:r>
            <a:r>
              <a:rPr sz="3200" spc="-35" dirty="0">
                <a:latin typeface="Calibri"/>
                <a:cs typeface="Calibri"/>
              </a:rPr>
              <a:t> </a:t>
            </a:r>
            <a:r>
              <a:rPr sz="3200" dirty="0">
                <a:latin typeface="Calibri"/>
                <a:cs typeface="Calibri"/>
              </a:rPr>
              <a:t>đúng</a:t>
            </a:r>
            <a:r>
              <a:rPr sz="3200" spc="-30" dirty="0">
                <a:latin typeface="Calibri"/>
                <a:cs typeface="Calibri"/>
              </a:rPr>
              <a:t> </a:t>
            </a:r>
            <a:r>
              <a:rPr sz="3200" dirty="0">
                <a:latin typeface="Calibri"/>
                <a:cs typeface="Calibri"/>
              </a:rPr>
              <a:t>thì</a:t>
            </a:r>
            <a:r>
              <a:rPr sz="3200" spc="-10" dirty="0">
                <a:latin typeface="Calibri"/>
                <a:cs typeface="Calibri"/>
              </a:rPr>
              <a:t> </a:t>
            </a:r>
            <a:r>
              <a:rPr sz="3200" dirty="0">
                <a:latin typeface="Calibri"/>
                <a:cs typeface="Calibri"/>
              </a:rPr>
              <a:t>khi</a:t>
            </a:r>
            <a:r>
              <a:rPr sz="3200" spc="-45" dirty="0">
                <a:latin typeface="Calibri"/>
                <a:cs typeface="Calibri"/>
              </a:rPr>
              <a:t> </a:t>
            </a:r>
            <a:r>
              <a:rPr sz="3200" dirty="0">
                <a:latin typeface="Calibri"/>
                <a:cs typeface="Calibri"/>
              </a:rPr>
              <a:t>thay</a:t>
            </a:r>
            <a:r>
              <a:rPr sz="3200" spc="-35" dirty="0">
                <a:latin typeface="Calibri"/>
                <a:cs typeface="Calibri"/>
              </a:rPr>
              <a:t> </a:t>
            </a:r>
            <a:r>
              <a:rPr sz="3200" spc="-50" dirty="0">
                <a:latin typeface="Calibri"/>
                <a:cs typeface="Calibri"/>
              </a:rPr>
              <a:t>x </a:t>
            </a:r>
            <a:r>
              <a:rPr sz="3200" dirty="0">
                <a:latin typeface="Calibri"/>
                <a:cs typeface="Calibri"/>
              </a:rPr>
              <a:t>bởi</a:t>
            </a:r>
            <a:r>
              <a:rPr sz="3200" spc="-30" dirty="0">
                <a:latin typeface="Calibri"/>
                <a:cs typeface="Calibri"/>
              </a:rPr>
              <a:t> </a:t>
            </a:r>
            <a:r>
              <a:rPr sz="3200" dirty="0">
                <a:latin typeface="Calibri"/>
                <a:cs typeface="Calibri"/>
              </a:rPr>
              <a:t>a</a:t>
            </a:r>
            <a:r>
              <a:rPr sz="3200" spc="-40" dirty="0">
                <a:latin typeface="Calibri"/>
                <a:cs typeface="Calibri"/>
              </a:rPr>
              <a:t> </a:t>
            </a:r>
            <a:r>
              <a:rPr sz="3200" dirty="0">
                <a:latin typeface="Symbol"/>
                <a:cs typeface="Symbol"/>
              </a:rPr>
              <a:t></a:t>
            </a:r>
            <a:r>
              <a:rPr sz="3200" spc="-110" dirty="0">
                <a:latin typeface="Times New Roman"/>
                <a:cs typeface="Times New Roman"/>
              </a:rPr>
              <a:t> </a:t>
            </a:r>
            <a:r>
              <a:rPr sz="3200" dirty="0">
                <a:latin typeface="Calibri"/>
                <a:cs typeface="Calibri"/>
              </a:rPr>
              <a:t>A</a:t>
            </a:r>
            <a:r>
              <a:rPr sz="3200" spc="-30" dirty="0">
                <a:latin typeface="Calibri"/>
                <a:cs typeface="Calibri"/>
              </a:rPr>
              <a:t> </a:t>
            </a:r>
            <a:r>
              <a:rPr sz="3200" dirty="0">
                <a:latin typeface="Calibri"/>
                <a:cs typeface="Calibri"/>
              </a:rPr>
              <a:t>ta</a:t>
            </a:r>
            <a:r>
              <a:rPr sz="3200" spc="-35" dirty="0">
                <a:latin typeface="Calibri"/>
                <a:cs typeface="Calibri"/>
              </a:rPr>
              <a:t> </a:t>
            </a:r>
            <a:r>
              <a:rPr sz="3200" dirty="0">
                <a:latin typeface="Calibri"/>
                <a:cs typeface="Calibri"/>
              </a:rPr>
              <a:t>có</a:t>
            </a:r>
            <a:r>
              <a:rPr sz="3200" spc="-45" dirty="0">
                <a:latin typeface="Calibri"/>
                <a:cs typeface="Calibri"/>
              </a:rPr>
              <a:t> </a:t>
            </a:r>
            <a:r>
              <a:rPr sz="3200" dirty="0">
                <a:latin typeface="Calibri"/>
                <a:cs typeface="Calibri"/>
              </a:rPr>
              <a:t>P(a)</a:t>
            </a:r>
            <a:r>
              <a:rPr sz="3200" spc="-30" dirty="0">
                <a:latin typeface="Calibri"/>
                <a:cs typeface="Calibri"/>
              </a:rPr>
              <a:t> </a:t>
            </a:r>
            <a:r>
              <a:rPr sz="3200" spc="-10" dirty="0">
                <a:latin typeface="Calibri"/>
                <a:cs typeface="Calibri"/>
              </a:rPr>
              <a:t>đúng.</a:t>
            </a:r>
            <a:endParaRPr sz="3200">
              <a:latin typeface="Calibri"/>
              <a:cs typeface="Calibri"/>
            </a:endParaRPr>
          </a:p>
          <a:p>
            <a:pPr>
              <a:lnSpc>
                <a:spcPct val="100000"/>
              </a:lnSpc>
              <a:spcBef>
                <a:spcPts val="1445"/>
              </a:spcBef>
            </a:pPr>
            <a:endParaRPr sz="3200">
              <a:latin typeface="Calibri"/>
              <a:cs typeface="Calibri"/>
            </a:endParaRPr>
          </a:p>
          <a:p>
            <a:pPr marL="12700">
              <a:lnSpc>
                <a:spcPct val="100000"/>
              </a:lnSpc>
              <a:tabLst>
                <a:tab pos="3115310" algn="l"/>
              </a:tabLst>
            </a:pPr>
            <a:r>
              <a:rPr sz="3200" b="1" dirty="0">
                <a:latin typeface="Calibri"/>
                <a:cs typeface="Calibri"/>
              </a:rPr>
              <a:t>Qui</a:t>
            </a:r>
            <a:r>
              <a:rPr sz="3200" b="1" spc="-40" dirty="0">
                <a:latin typeface="Calibri"/>
                <a:cs typeface="Calibri"/>
              </a:rPr>
              <a:t> </a:t>
            </a:r>
            <a:r>
              <a:rPr sz="3200" b="1" dirty="0">
                <a:latin typeface="Calibri"/>
                <a:cs typeface="Calibri"/>
              </a:rPr>
              <a:t>tắc</a:t>
            </a:r>
            <a:r>
              <a:rPr sz="3200" b="1" spc="-50" dirty="0">
                <a:latin typeface="Calibri"/>
                <a:cs typeface="Calibri"/>
              </a:rPr>
              <a:t> </a:t>
            </a:r>
            <a:r>
              <a:rPr sz="3200" b="1" dirty="0">
                <a:latin typeface="Calibri"/>
                <a:cs typeface="Calibri"/>
              </a:rPr>
              <a:t>tổng</a:t>
            </a:r>
            <a:r>
              <a:rPr sz="3200" b="1" spc="-50" dirty="0">
                <a:latin typeface="Calibri"/>
                <a:cs typeface="Calibri"/>
              </a:rPr>
              <a:t> </a:t>
            </a:r>
            <a:r>
              <a:rPr sz="3200" b="1" spc="-20" dirty="0">
                <a:latin typeface="Calibri"/>
                <a:cs typeface="Calibri"/>
              </a:rPr>
              <a:t>quát</a:t>
            </a:r>
            <a:r>
              <a:rPr sz="3200" b="1" dirty="0">
                <a:latin typeface="Calibri"/>
                <a:cs typeface="Calibri"/>
              </a:rPr>
              <a:t>	hóa</a:t>
            </a:r>
            <a:r>
              <a:rPr sz="3200" b="1" spc="-40" dirty="0">
                <a:latin typeface="Calibri"/>
                <a:cs typeface="Calibri"/>
              </a:rPr>
              <a:t> </a:t>
            </a:r>
            <a:r>
              <a:rPr sz="3200" b="1" dirty="0">
                <a:latin typeface="Calibri"/>
                <a:cs typeface="Calibri"/>
              </a:rPr>
              <a:t>phổ</a:t>
            </a:r>
            <a:r>
              <a:rPr sz="3200" b="1" spc="-10" dirty="0">
                <a:latin typeface="Calibri"/>
                <a:cs typeface="Calibri"/>
              </a:rPr>
              <a:t> </a:t>
            </a:r>
            <a:r>
              <a:rPr sz="3200" b="1" dirty="0">
                <a:latin typeface="Calibri"/>
                <a:cs typeface="Calibri"/>
              </a:rPr>
              <a:t>dụng</a:t>
            </a:r>
            <a:r>
              <a:rPr sz="3200" b="1" spc="-40" dirty="0">
                <a:latin typeface="Calibri"/>
                <a:cs typeface="Calibri"/>
              </a:rPr>
              <a:t> </a:t>
            </a:r>
            <a:r>
              <a:rPr sz="3200" b="1" spc="-50" dirty="0">
                <a:latin typeface="Calibri"/>
                <a:cs typeface="Calibri"/>
              </a:rPr>
              <a:t>:</a:t>
            </a:r>
            <a:endParaRPr sz="3200">
              <a:latin typeface="Calibri"/>
              <a:cs typeface="Calibri"/>
            </a:endParaRPr>
          </a:p>
          <a:p>
            <a:pPr marL="12700" marR="92075">
              <a:lnSpc>
                <a:spcPct val="100000"/>
              </a:lnSpc>
              <a:spcBef>
                <a:spcPts val="795"/>
              </a:spcBef>
            </a:pPr>
            <a:r>
              <a:rPr sz="3200" dirty="0">
                <a:latin typeface="Calibri"/>
                <a:cs typeface="Calibri"/>
              </a:rPr>
              <a:t>Nếu</a:t>
            </a:r>
            <a:r>
              <a:rPr sz="3200" spc="-50" dirty="0">
                <a:latin typeface="Calibri"/>
                <a:cs typeface="Calibri"/>
              </a:rPr>
              <a:t> </a:t>
            </a:r>
            <a:r>
              <a:rPr sz="3200" dirty="0">
                <a:latin typeface="Calibri"/>
                <a:cs typeface="Calibri"/>
              </a:rPr>
              <a:t>chứng</a:t>
            </a:r>
            <a:r>
              <a:rPr sz="3200" spc="-30" dirty="0">
                <a:latin typeface="Calibri"/>
                <a:cs typeface="Calibri"/>
              </a:rPr>
              <a:t> </a:t>
            </a:r>
            <a:r>
              <a:rPr sz="3200" dirty="0">
                <a:latin typeface="Calibri"/>
                <a:cs typeface="Calibri"/>
              </a:rPr>
              <a:t>minh</a:t>
            </a:r>
            <a:r>
              <a:rPr sz="3200" spc="-20" dirty="0">
                <a:latin typeface="Calibri"/>
                <a:cs typeface="Calibri"/>
              </a:rPr>
              <a:t> </a:t>
            </a:r>
            <a:r>
              <a:rPr sz="3200" dirty="0">
                <a:latin typeface="Calibri"/>
                <a:cs typeface="Calibri"/>
              </a:rPr>
              <a:t>được</a:t>
            </a:r>
            <a:r>
              <a:rPr sz="3200" spc="-50" dirty="0">
                <a:latin typeface="Calibri"/>
                <a:cs typeface="Calibri"/>
              </a:rPr>
              <a:t> </a:t>
            </a:r>
            <a:r>
              <a:rPr sz="3200" dirty="0">
                <a:latin typeface="Calibri"/>
                <a:cs typeface="Calibri"/>
              </a:rPr>
              <a:t>với</a:t>
            </a:r>
            <a:r>
              <a:rPr sz="3200" spc="-40" dirty="0">
                <a:latin typeface="Calibri"/>
                <a:cs typeface="Calibri"/>
              </a:rPr>
              <a:t> </a:t>
            </a:r>
            <a:r>
              <a:rPr sz="3200" dirty="0">
                <a:latin typeface="Calibri"/>
                <a:cs typeface="Calibri"/>
              </a:rPr>
              <a:t>mọi</a:t>
            </a:r>
            <a:r>
              <a:rPr sz="3200" spc="-35" dirty="0">
                <a:latin typeface="Calibri"/>
                <a:cs typeface="Calibri"/>
              </a:rPr>
              <a:t> </a:t>
            </a:r>
            <a:r>
              <a:rPr sz="3200" dirty="0">
                <a:latin typeface="Calibri"/>
                <a:cs typeface="Calibri"/>
              </a:rPr>
              <a:t>a</a:t>
            </a:r>
            <a:r>
              <a:rPr sz="3200" spc="-10" dirty="0">
                <a:latin typeface="Calibri"/>
                <a:cs typeface="Calibri"/>
              </a:rPr>
              <a:t> </a:t>
            </a:r>
            <a:r>
              <a:rPr sz="3200" dirty="0">
                <a:latin typeface="Symbol"/>
                <a:cs typeface="Symbol"/>
              </a:rPr>
              <a:t></a:t>
            </a:r>
            <a:r>
              <a:rPr sz="3200" spc="-110" dirty="0">
                <a:latin typeface="Times New Roman"/>
                <a:cs typeface="Times New Roman"/>
              </a:rPr>
              <a:t> </a:t>
            </a:r>
            <a:r>
              <a:rPr sz="3200" dirty="0">
                <a:latin typeface="Calibri"/>
                <a:cs typeface="Calibri"/>
              </a:rPr>
              <a:t>A,</a:t>
            </a:r>
            <a:r>
              <a:rPr sz="3200" spc="-35" dirty="0">
                <a:latin typeface="Calibri"/>
                <a:cs typeface="Calibri"/>
              </a:rPr>
              <a:t> </a:t>
            </a:r>
            <a:r>
              <a:rPr sz="3200" dirty="0">
                <a:latin typeface="Calibri"/>
                <a:cs typeface="Calibri"/>
              </a:rPr>
              <a:t>p(a)</a:t>
            </a:r>
            <a:r>
              <a:rPr sz="3200" spc="-20" dirty="0">
                <a:latin typeface="Calibri"/>
                <a:cs typeface="Calibri"/>
              </a:rPr>
              <a:t> đúng </a:t>
            </a:r>
            <a:r>
              <a:rPr sz="3200" dirty="0">
                <a:latin typeface="Calibri"/>
                <a:cs typeface="Calibri"/>
              </a:rPr>
              <a:t>thì</a:t>
            </a:r>
            <a:r>
              <a:rPr sz="3200" spc="-25" dirty="0">
                <a:latin typeface="Calibri"/>
                <a:cs typeface="Calibri"/>
              </a:rPr>
              <a:t> </a:t>
            </a:r>
            <a:r>
              <a:rPr sz="3200" dirty="0">
                <a:latin typeface="Calibri"/>
                <a:cs typeface="Calibri"/>
              </a:rPr>
              <a:t>mệnh</a:t>
            </a:r>
            <a:r>
              <a:rPr sz="3200" spc="-25" dirty="0">
                <a:latin typeface="Calibri"/>
                <a:cs typeface="Calibri"/>
              </a:rPr>
              <a:t> </a:t>
            </a:r>
            <a:r>
              <a:rPr sz="3200" dirty="0">
                <a:latin typeface="Calibri"/>
                <a:cs typeface="Calibri"/>
              </a:rPr>
              <a:t>đề</a:t>
            </a:r>
            <a:r>
              <a:rPr sz="3200" spc="-40" dirty="0">
                <a:latin typeface="Calibri"/>
                <a:cs typeface="Calibri"/>
              </a:rPr>
              <a:t> </a:t>
            </a:r>
            <a:r>
              <a:rPr sz="3200" dirty="0">
                <a:latin typeface="Symbol"/>
                <a:cs typeface="Symbol"/>
              </a:rPr>
              <a:t></a:t>
            </a:r>
            <a:r>
              <a:rPr sz="3200" b="1" dirty="0">
                <a:latin typeface="Calibri"/>
                <a:cs typeface="Calibri"/>
              </a:rPr>
              <a:t>x</a:t>
            </a:r>
            <a:r>
              <a:rPr sz="3200" b="1" spc="-30" dirty="0">
                <a:latin typeface="Calibri"/>
                <a:cs typeface="Calibri"/>
              </a:rPr>
              <a:t> </a:t>
            </a:r>
            <a:r>
              <a:rPr sz="3200" dirty="0">
                <a:latin typeface="Symbol"/>
                <a:cs typeface="Symbol"/>
              </a:rPr>
              <a:t></a:t>
            </a:r>
            <a:r>
              <a:rPr sz="3200" spc="-105" dirty="0">
                <a:latin typeface="Times New Roman"/>
                <a:cs typeface="Times New Roman"/>
              </a:rPr>
              <a:t> </a:t>
            </a:r>
            <a:r>
              <a:rPr sz="3200" b="1" dirty="0">
                <a:latin typeface="Calibri"/>
                <a:cs typeface="Calibri"/>
              </a:rPr>
              <a:t>A,</a:t>
            </a:r>
            <a:r>
              <a:rPr sz="3200" b="1" spc="-30" dirty="0">
                <a:latin typeface="Calibri"/>
                <a:cs typeface="Calibri"/>
              </a:rPr>
              <a:t> </a:t>
            </a:r>
            <a:r>
              <a:rPr sz="3200" b="1" dirty="0">
                <a:latin typeface="Calibri"/>
                <a:cs typeface="Calibri"/>
              </a:rPr>
              <a:t>P(x)</a:t>
            </a:r>
            <a:r>
              <a:rPr sz="3200" b="1" spc="-30" dirty="0">
                <a:latin typeface="Calibri"/>
                <a:cs typeface="Calibri"/>
              </a:rPr>
              <a:t> </a:t>
            </a:r>
            <a:r>
              <a:rPr sz="3200" dirty="0">
                <a:latin typeface="Calibri"/>
                <a:cs typeface="Calibri"/>
              </a:rPr>
              <a:t>có</a:t>
            </a:r>
            <a:r>
              <a:rPr sz="3200" spc="-45" dirty="0">
                <a:latin typeface="Calibri"/>
                <a:cs typeface="Calibri"/>
              </a:rPr>
              <a:t> </a:t>
            </a:r>
            <a:r>
              <a:rPr sz="3200" dirty="0">
                <a:latin typeface="Calibri"/>
                <a:cs typeface="Calibri"/>
              </a:rPr>
              <a:t>chân</a:t>
            </a:r>
            <a:r>
              <a:rPr sz="3200" spc="-35" dirty="0">
                <a:latin typeface="Calibri"/>
                <a:cs typeface="Calibri"/>
              </a:rPr>
              <a:t> </a:t>
            </a:r>
            <a:r>
              <a:rPr sz="3200" dirty="0">
                <a:latin typeface="Calibri"/>
                <a:cs typeface="Calibri"/>
              </a:rPr>
              <a:t>trị</a:t>
            </a:r>
            <a:r>
              <a:rPr sz="3200" spc="-20" dirty="0">
                <a:latin typeface="Calibri"/>
                <a:cs typeface="Calibri"/>
              </a:rPr>
              <a:t> đúng.</a:t>
            </a:r>
            <a:endParaRPr sz="3200">
              <a:latin typeface="Calibri"/>
              <a:cs typeface="Calibri"/>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912742" y="2213764"/>
            <a:ext cx="1243330" cy="0"/>
          </a:xfrm>
          <a:custGeom>
            <a:avLst/>
            <a:gdLst/>
            <a:ahLst/>
            <a:cxnLst/>
            <a:rect l="l" t="t" r="r" b="b"/>
            <a:pathLst>
              <a:path w="1243329">
                <a:moveTo>
                  <a:pt x="0" y="0"/>
                </a:moveTo>
                <a:lnTo>
                  <a:pt x="1242759" y="0"/>
                </a:lnTo>
              </a:path>
            </a:pathLst>
          </a:custGeom>
          <a:ln w="27262">
            <a:solidFill>
              <a:srgbClr val="000000"/>
            </a:solidFill>
            <a:prstDash val="dash"/>
          </a:ln>
        </p:spPr>
        <p:txBody>
          <a:bodyPr wrap="square" lIns="0" tIns="0" rIns="0" bIns="0" rtlCol="0"/>
          <a:lstStyle/>
          <a:p>
            <a:endParaRPr/>
          </a:p>
        </p:txBody>
      </p:sp>
      <p:sp>
        <p:nvSpPr>
          <p:cNvPr id="3" name="object 3"/>
          <p:cNvSpPr txBox="1"/>
          <p:nvPr/>
        </p:nvSpPr>
        <p:spPr>
          <a:xfrm>
            <a:off x="345440" y="141262"/>
            <a:ext cx="8358505" cy="4998720"/>
          </a:xfrm>
          <a:prstGeom prst="rect">
            <a:avLst/>
          </a:prstGeom>
        </p:spPr>
        <p:txBody>
          <a:bodyPr vert="horz" wrap="square" lIns="0" tIns="110489" rIns="0" bIns="0" rtlCol="0">
            <a:spAutoFit/>
          </a:bodyPr>
          <a:lstStyle/>
          <a:p>
            <a:pPr marL="3158490">
              <a:lnSpc>
                <a:spcPct val="100000"/>
              </a:lnSpc>
              <a:spcBef>
                <a:spcPts val="869"/>
              </a:spcBef>
            </a:pPr>
            <a:r>
              <a:rPr sz="3200" dirty="0">
                <a:latin typeface="Symbol"/>
                <a:cs typeface="Symbol"/>
              </a:rPr>
              <a:t></a:t>
            </a:r>
            <a:r>
              <a:rPr sz="3200" b="1" dirty="0">
                <a:latin typeface="Calibri"/>
                <a:cs typeface="Calibri"/>
              </a:rPr>
              <a:t>x</a:t>
            </a:r>
            <a:r>
              <a:rPr sz="3200" b="1" spc="-15" dirty="0">
                <a:latin typeface="Calibri"/>
                <a:cs typeface="Calibri"/>
              </a:rPr>
              <a:t> </a:t>
            </a:r>
            <a:r>
              <a:rPr sz="3200" dirty="0">
                <a:latin typeface="Symbol"/>
                <a:cs typeface="Symbol"/>
              </a:rPr>
              <a:t></a:t>
            </a:r>
            <a:r>
              <a:rPr sz="3200" spc="-80" dirty="0">
                <a:latin typeface="Times New Roman"/>
                <a:cs typeface="Times New Roman"/>
              </a:rPr>
              <a:t> </a:t>
            </a:r>
            <a:r>
              <a:rPr sz="3200" b="1" dirty="0">
                <a:latin typeface="Calibri"/>
                <a:cs typeface="Calibri"/>
              </a:rPr>
              <a:t>A,</a:t>
            </a:r>
            <a:r>
              <a:rPr sz="3200" b="1" spc="-10" dirty="0">
                <a:latin typeface="Calibri"/>
                <a:cs typeface="Calibri"/>
              </a:rPr>
              <a:t> </a:t>
            </a:r>
            <a:r>
              <a:rPr sz="3200" b="1" spc="-20" dirty="0">
                <a:latin typeface="Calibri"/>
                <a:cs typeface="Calibri"/>
              </a:rPr>
              <a:t>P(x)</a:t>
            </a:r>
            <a:endParaRPr sz="3200">
              <a:latin typeface="Calibri"/>
              <a:cs typeface="Calibri"/>
            </a:endParaRPr>
          </a:p>
          <a:p>
            <a:pPr marL="508000" marR="471805" indent="-457834">
              <a:lnSpc>
                <a:spcPts val="3820"/>
              </a:lnSpc>
              <a:spcBef>
                <a:spcPts val="915"/>
              </a:spcBef>
              <a:tabLst>
                <a:tab pos="508000" algn="l"/>
              </a:tabLst>
            </a:pPr>
            <a:r>
              <a:rPr sz="3200" spc="-50" dirty="0">
                <a:latin typeface="Calibri"/>
                <a:cs typeface="Calibri"/>
              </a:rPr>
              <a:t>-</a:t>
            </a:r>
            <a:r>
              <a:rPr sz="3200" dirty="0">
                <a:latin typeface="Calibri"/>
                <a:cs typeface="Calibri"/>
              </a:rPr>
              <a:t>	</a:t>
            </a:r>
            <a:r>
              <a:rPr sz="3200" b="1" dirty="0">
                <a:latin typeface="Calibri"/>
                <a:cs typeface="Calibri"/>
              </a:rPr>
              <a:t>ĐÚNG</a:t>
            </a:r>
            <a:r>
              <a:rPr sz="3200" b="1" spc="-30"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Nếu</a:t>
            </a:r>
            <a:r>
              <a:rPr sz="3200" spc="-30" dirty="0">
                <a:latin typeface="Calibri"/>
                <a:cs typeface="Calibri"/>
              </a:rPr>
              <a:t> </a:t>
            </a:r>
            <a:r>
              <a:rPr sz="3200" dirty="0">
                <a:latin typeface="Calibri"/>
                <a:cs typeface="Calibri"/>
              </a:rPr>
              <a:t>thay</a:t>
            </a:r>
            <a:r>
              <a:rPr sz="3200" spc="-25" dirty="0">
                <a:latin typeface="Calibri"/>
                <a:cs typeface="Calibri"/>
              </a:rPr>
              <a:t> </a:t>
            </a:r>
            <a:r>
              <a:rPr sz="3200" dirty="0">
                <a:latin typeface="Calibri"/>
                <a:cs typeface="Calibri"/>
              </a:rPr>
              <a:t>x</a:t>
            </a:r>
            <a:r>
              <a:rPr sz="3200" spc="-20" dirty="0">
                <a:latin typeface="Calibri"/>
                <a:cs typeface="Calibri"/>
              </a:rPr>
              <a:t> </a:t>
            </a:r>
            <a:r>
              <a:rPr sz="3200" dirty="0">
                <a:latin typeface="Calibri"/>
                <a:cs typeface="Calibri"/>
              </a:rPr>
              <a:t>bằng</a:t>
            </a:r>
            <a:r>
              <a:rPr sz="3200" spc="-15" dirty="0">
                <a:latin typeface="Calibri"/>
                <a:cs typeface="Calibri"/>
              </a:rPr>
              <a:t> </a:t>
            </a:r>
            <a:r>
              <a:rPr sz="3200" dirty="0">
                <a:latin typeface="Calibri"/>
                <a:cs typeface="Calibri"/>
              </a:rPr>
              <a:t>giá</a:t>
            </a:r>
            <a:r>
              <a:rPr sz="3200" spc="-25" dirty="0">
                <a:latin typeface="Calibri"/>
                <a:cs typeface="Calibri"/>
              </a:rPr>
              <a:t> </a:t>
            </a:r>
            <a:r>
              <a:rPr sz="3200" dirty="0">
                <a:latin typeface="Calibri"/>
                <a:cs typeface="Calibri"/>
              </a:rPr>
              <a:t>trị</a:t>
            </a:r>
            <a:r>
              <a:rPr sz="3200" spc="-10" dirty="0">
                <a:latin typeface="Calibri"/>
                <a:cs typeface="Calibri"/>
              </a:rPr>
              <a:t> </a:t>
            </a:r>
            <a:r>
              <a:rPr sz="3200" b="1" dirty="0">
                <a:latin typeface="Calibri"/>
                <a:cs typeface="Calibri"/>
              </a:rPr>
              <a:t>bất</a:t>
            </a:r>
            <a:r>
              <a:rPr sz="3200" b="1" spc="-25" dirty="0">
                <a:latin typeface="Calibri"/>
                <a:cs typeface="Calibri"/>
              </a:rPr>
              <a:t> </a:t>
            </a:r>
            <a:r>
              <a:rPr sz="3200" b="1" dirty="0">
                <a:latin typeface="Calibri"/>
                <a:cs typeface="Calibri"/>
              </a:rPr>
              <a:t>kỳ</a:t>
            </a:r>
            <a:r>
              <a:rPr sz="3200" b="1" spc="-50" dirty="0">
                <a:latin typeface="Calibri"/>
                <a:cs typeface="Calibri"/>
              </a:rPr>
              <a:t> </a:t>
            </a:r>
            <a:r>
              <a:rPr sz="3200" dirty="0">
                <a:latin typeface="Calibri"/>
                <a:cs typeface="Calibri"/>
              </a:rPr>
              <a:t>a</a:t>
            </a:r>
            <a:r>
              <a:rPr sz="3200" spc="-20"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Calibri"/>
                <a:cs typeface="Calibri"/>
              </a:rPr>
              <a:t>A</a:t>
            </a:r>
            <a:r>
              <a:rPr sz="3200" spc="-25" dirty="0">
                <a:latin typeface="Calibri"/>
                <a:cs typeface="Calibri"/>
              </a:rPr>
              <a:t> </a:t>
            </a:r>
            <a:r>
              <a:rPr sz="3200" spc="-50" dirty="0">
                <a:latin typeface="Calibri"/>
                <a:cs typeface="Calibri"/>
              </a:rPr>
              <a:t>, </a:t>
            </a:r>
            <a:r>
              <a:rPr sz="3200" dirty="0">
                <a:latin typeface="Calibri"/>
                <a:cs typeface="Calibri"/>
              </a:rPr>
              <a:t>P(a)</a:t>
            </a:r>
            <a:r>
              <a:rPr sz="3200" spc="-40" dirty="0">
                <a:latin typeface="Calibri"/>
                <a:cs typeface="Calibri"/>
              </a:rPr>
              <a:t> </a:t>
            </a:r>
            <a:r>
              <a:rPr sz="3200" dirty="0">
                <a:latin typeface="Calibri"/>
                <a:cs typeface="Calibri"/>
              </a:rPr>
              <a:t>có</a:t>
            </a:r>
            <a:r>
              <a:rPr sz="3200" spc="-55" dirty="0">
                <a:latin typeface="Calibri"/>
                <a:cs typeface="Calibri"/>
              </a:rPr>
              <a:t> </a:t>
            </a:r>
            <a:r>
              <a:rPr sz="3200" dirty="0">
                <a:latin typeface="Calibri"/>
                <a:cs typeface="Calibri"/>
              </a:rPr>
              <a:t>chân</a:t>
            </a:r>
            <a:r>
              <a:rPr sz="3200" spc="-50" dirty="0">
                <a:latin typeface="Calibri"/>
                <a:cs typeface="Calibri"/>
              </a:rPr>
              <a:t> </a:t>
            </a:r>
            <a:r>
              <a:rPr sz="3200" dirty="0">
                <a:latin typeface="Calibri"/>
                <a:cs typeface="Calibri"/>
              </a:rPr>
              <a:t>trị</a:t>
            </a:r>
            <a:r>
              <a:rPr sz="3200" spc="-40" dirty="0">
                <a:latin typeface="Calibri"/>
                <a:cs typeface="Calibri"/>
              </a:rPr>
              <a:t> </a:t>
            </a:r>
            <a:r>
              <a:rPr sz="3200" spc="-10" dirty="0">
                <a:latin typeface="Calibri"/>
                <a:cs typeface="Calibri"/>
              </a:rPr>
              <a:t>ĐÚNG.</a:t>
            </a:r>
            <a:endParaRPr sz="3200">
              <a:latin typeface="Calibri"/>
              <a:cs typeface="Calibri"/>
            </a:endParaRPr>
          </a:p>
          <a:p>
            <a:pPr>
              <a:lnSpc>
                <a:spcPct val="100000"/>
              </a:lnSpc>
              <a:spcBef>
                <a:spcPts val="600"/>
              </a:spcBef>
            </a:pPr>
            <a:endParaRPr sz="3200">
              <a:latin typeface="Calibri"/>
              <a:cs typeface="Calibri"/>
            </a:endParaRPr>
          </a:p>
          <a:p>
            <a:pPr marL="142240" marR="2518410" indent="-91440">
              <a:lnSpc>
                <a:spcPct val="120000"/>
              </a:lnSpc>
              <a:tabLst>
                <a:tab pos="3495040" algn="l"/>
              </a:tabLst>
            </a:pPr>
            <a:r>
              <a:rPr sz="3200" b="1" dirty="0">
                <a:latin typeface="Calibri"/>
                <a:cs typeface="Calibri"/>
              </a:rPr>
              <a:t>Ví</a:t>
            </a:r>
            <a:r>
              <a:rPr sz="3200" b="1" spc="-50" dirty="0">
                <a:latin typeface="Calibri"/>
                <a:cs typeface="Calibri"/>
              </a:rPr>
              <a:t> </a:t>
            </a:r>
            <a:r>
              <a:rPr sz="3200" b="1" dirty="0">
                <a:latin typeface="Calibri"/>
                <a:cs typeface="Calibri"/>
              </a:rPr>
              <a:t>dụ</a:t>
            </a:r>
            <a:r>
              <a:rPr sz="3200" b="1" spc="-50" dirty="0">
                <a:latin typeface="Calibri"/>
                <a:cs typeface="Calibri"/>
              </a:rPr>
              <a:t> </a:t>
            </a:r>
            <a:r>
              <a:rPr sz="3200" b="1" dirty="0">
                <a:latin typeface="Calibri"/>
                <a:cs typeface="Calibri"/>
              </a:rPr>
              <a:t>1:</a:t>
            </a:r>
            <a:r>
              <a:rPr sz="3200" b="1" spc="-30" dirty="0">
                <a:latin typeface="Calibri"/>
                <a:cs typeface="Calibri"/>
              </a:rPr>
              <a:t> </a:t>
            </a:r>
            <a:r>
              <a:rPr sz="3200" dirty="0">
                <a:latin typeface="Calibri"/>
                <a:cs typeface="Calibri"/>
              </a:rPr>
              <a:t>Xét</a:t>
            </a:r>
            <a:r>
              <a:rPr sz="3200" spc="-65" dirty="0">
                <a:latin typeface="Calibri"/>
                <a:cs typeface="Calibri"/>
              </a:rPr>
              <a:t> </a:t>
            </a:r>
            <a:r>
              <a:rPr sz="3200" dirty="0">
                <a:latin typeface="Calibri"/>
                <a:cs typeface="Calibri"/>
              </a:rPr>
              <a:t>chân</a:t>
            </a:r>
            <a:r>
              <a:rPr sz="3200" spc="-20" dirty="0">
                <a:latin typeface="Calibri"/>
                <a:cs typeface="Calibri"/>
              </a:rPr>
              <a:t> </a:t>
            </a:r>
            <a:r>
              <a:rPr sz="3200" spc="-25" dirty="0">
                <a:latin typeface="Calibri"/>
                <a:cs typeface="Calibri"/>
              </a:rPr>
              <a:t>trị</a:t>
            </a:r>
            <a:r>
              <a:rPr sz="3200" dirty="0">
                <a:latin typeface="Calibri"/>
                <a:cs typeface="Calibri"/>
              </a:rPr>
              <a:t>	</a:t>
            </a:r>
            <a:r>
              <a:rPr sz="3200" dirty="0">
                <a:latin typeface="Symbol"/>
                <a:cs typeface="Symbol"/>
              </a:rPr>
              <a:t></a:t>
            </a:r>
            <a:r>
              <a:rPr sz="3200" dirty="0">
                <a:latin typeface="Calibri"/>
                <a:cs typeface="Calibri"/>
              </a:rPr>
              <a:t>x</a:t>
            </a:r>
            <a:r>
              <a:rPr sz="3200" spc="-10" dirty="0">
                <a:latin typeface="Calibri"/>
                <a:cs typeface="Calibri"/>
              </a:rPr>
              <a:t> </a:t>
            </a:r>
            <a:r>
              <a:rPr sz="3200" dirty="0">
                <a:latin typeface="Symbol"/>
                <a:cs typeface="Symbol"/>
              </a:rPr>
              <a:t></a:t>
            </a:r>
            <a:r>
              <a:rPr sz="3200" spc="-90" dirty="0">
                <a:latin typeface="Times New Roman"/>
                <a:cs typeface="Times New Roman"/>
              </a:rPr>
              <a:t> </a:t>
            </a:r>
            <a:r>
              <a:rPr sz="3200" dirty="0">
                <a:latin typeface="Calibri"/>
                <a:cs typeface="Calibri"/>
              </a:rPr>
              <a:t>Z,</a:t>
            </a:r>
            <a:r>
              <a:rPr sz="3200" spc="-15" dirty="0">
                <a:latin typeface="Calibri"/>
                <a:cs typeface="Calibri"/>
              </a:rPr>
              <a:t> </a:t>
            </a:r>
            <a:r>
              <a:rPr sz="3200" dirty="0">
                <a:latin typeface="Calibri"/>
                <a:cs typeface="Calibri"/>
              </a:rPr>
              <a:t>x</a:t>
            </a:r>
            <a:r>
              <a:rPr sz="3150" baseline="25132" dirty="0">
                <a:latin typeface="Calibri"/>
                <a:cs typeface="Calibri"/>
              </a:rPr>
              <a:t>2</a:t>
            </a:r>
            <a:r>
              <a:rPr sz="3150" spc="352" baseline="25132" dirty="0">
                <a:latin typeface="Calibri"/>
                <a:cs typeface="Calibri"/>
              </a:rPr>
              <a:t> </a:t>
            </a:r>
            <a:r>
              <a:rPr sz="3200" dirty="0">
                <a:latin typeface="Calibri"/>
                <a:cs typeface="Calibri"/>
              </a:rPr>
              <a:t>≥</a:t>
            </a:r>
            <a:r>
              <a:rPr sz="3200" spc="-15" dirty="0">
                <a:latin typeface="Calibri"/>
                <a:cs typeface="Calibri"/>
              </a:rPr>
              <a:t> </a:t>
            </a:r>
            <a:r>
              <a:rPr sz="3200" spc="-25" dirty="0">
                <a:latin typeface="Calibri"/>
                <a:cs typeface="Calibri"/>
              </a:rPr>
              <a:t>0. </a:t>
            </a:r>
            <a:r>
              <a:rPr sz="3200" spc="-90" dirty="0">
                <a:latin typeface="Calibri"/>
                <a:cs typeface="Calibri"/>
              </a:rPr>
              <a:t>Ta</a:t>
            </a:r>
            <a:r>
              <a:rPr sz="3200" spc="-30" dirty="0">
                <a:latin typeface="Calibri"/>
                <a:cs typeface="Calibri"/>
              </a:rPr>
              <a:t> </a:t>
            </a:r>
            <a:r>
              <a:rPr sz="3200" dirty="0">
                <a:latin typeface="Calibri"/>
                <a:cs typeface="Calibri"/>
              </a:rPr>
              <a:t>có</a:t>
            </a:r>
            <a:r>
              <a:rPr sz="3200" spc="-25" dirty="0">
                <a:latin typeface="Calibri"/>
                <a:cs typeface="Calibri"/>
              </a:rPr>
              <a:t> </a:t>
            </a:r>
            <a:r>
              <a:rPr sz="3200" dirty="0">
                <a:latin typeface="Calibri"/>
                <a:cs typeface="Calibri"/>
              </a:rPr>
              <a:t>P(x)</a:t>
            </a:r>
            <a:r>
              <a:rPr sz="3200" spc="-25" dirty="0">
                <a:latin typeface="Calibri"/>
                <a:cs typeface="Calibri"/>
              </a:rPr>
              <a:t> </a:t>
            </a:r>
            <a:r>
              <a:rPr sz="3200" dirty="0">
                <a:latin typeface="Calibri"/>
                <a:cs typeface="Calibri"/>
              </a:rPr>
              <a:t>:</a:t>
            </a:r>
            <a:r>
              <a:rPr sz="3200" spc="-45" dirty="0">
                <a:latin typeface="Calibri"/>
                <a:cs typeface="Calibri"/>
              </a:rPr>
              <a:t> </a:t>
            </a:r>
            <a:r>
              <a:rPr sz="3200" dirty="0">
                <a:latin typeface="Calibri"/>
                <a:cs typeface="Calibri"/>
              </a:rPr>
              <a:t>“x</a:t>
            </a:r>
            <a:r>
              <a:rPr sz="3150" baseline="25132" dirty="0">
                <a:latin typeface="Calibri"/>
                <a:cs typeface="Calibri"/>
              </a:rPr>
              <a:t>2</a:t>
            </a:r>
            <a:r>
              <a:rPr sz="3150" spc="322" baseline="25132" dirty="0">
                <a:latin typeface="Calibri"/>
                <a:cs typeface="Calibri"/>
              </a:rPr>
              <a:t> </a:t>
            </a:r>
            <a:r>
              <a:rPr sz="3200" dirty="0">
                <a:latin typeface="Calibri"/>
                <a:cs typeface="Calibri"/>
              </a:rPr>
              <a:t>≥</a:t>
            </a:r>
            <a:r>
              <a:rPr sz="3200" spc="-25" dirty="0">
                <a:latin typeface="Calibri"/>
                <a:cs typeface="Calibri"/>
              </a:rPr>
              <a:t> </a:t>
            </a:r>
            <a:r>
              <a:rPr sz="3200" spc="-75" dirty="0">
                <a:latin typeface="Calibri"/>
                <a:cs typeface="Calibri"/>
              </a:rPr>
              <a:t>0”,</a:t>
            </a:r>
            <a:r>
              <a:rPr sz="3200" spc="-25" dirty="0">
                <a:latin typeface="Calibri"/>
                <a:cs typeface="Calibri"/>
              </a:rPr>
              <a:t> </a:t>
            </a:r>
            <a:r>
              <a:rPr sz="3200" dirty="0">
                <a:latin typeface="Calibri"/>
                <a:cs typeface="Calibri"/>
              </a:rPr>
              <a:t>x</a:t>
            </a:r>
            <a:r>
              <a:rPr sz="3200" spc="-30" dirty="0">
                <a:latin typeface="Calibri"/>
                <a:cs typeface="Calibri"/>
              </a:rPr>
              <a:t> </a:t>
            </a:r>
            <a:r>
              <a:rPr sz="3200" dirty="0">
                <a:latin typeface="Symbol"/>
                <a:cs typeface="Symbol"/>
              </a:rPr>
              <a:t></a:t>
            </a:r>
            <a:r>
              <a:rPr sz="3200" spc="-100" dirty="0">
                <a:latin typeface="Times New Roman"/>
                <a:cs typeface="Times New Roman"/>
              </a:rPr>
              <a:t> </a:t>
            </a:r>
            <a:r>
              <a:rPr sz="3200" spc="-25" dirty="0">
                <a:latin typeface="Calibri"/>
                <a:cs typeface="Calibri"/>
              </a:rPr>
              <a:t>Z.</a:t>
            </a:r>
            <a:endParaRPr sz="3200">
              <a:latin typeface="Calibri"/>
              <a:cs typeface="Calibri"/>
            </a:endParaRPr>
          </a:p>
          <a:p>
            <a:pPr marL="50800" marR="43180">
              <a:lnSpc>
                <a:spcPct val="100000"/>
              </a:lnSpc>
              <a:spcBef>
                <a:spcPts val="745"/>
              </a:spcBef>
            </a:pPr>
            <a:r>
              <a:rPr sz="3200" dirty="0">
                <a:latin typeface="Calibri"/>
                <a:cs typeface="Calibri"/>
              </a:rPr>
              <a:t>Lượng</a:t>
            </a:r>
            <a:r>
              <a:rPr sz="3200" spc="-35" dirty="0">
                <a:latin typeface="Calibri"/>
                <a:cs typeface="Calibri"/>
              </a:rPr>
              <a:t> </a:t>
            </a:r>
            <a:r>
              <a:rPr sz="3200" dirty="0">
                <a:latin typeface="Calibri"/>
                <a:cs typeface="Calibri"/>
              </a:rPr>
              <a:t>từ</a:t>
            </a:r>
            <a:r>
              <a:rPr sz="3200" spc="-30" dirty="0">
                <a:latin typeface="Calibri"/>
                <a:cs typeface="Calibri"/>
              </a:rPr>
              <a:t> </a:t>
            </a:r>
            <a:r>
              <a:rPr sz="3200" dirty="0">
                <a:latin typeface="Calibri"/>
                <a:cs typeface="Calibri"/>
              </a:rPr>
              <a:t>phổ</a:t>
            </a:r>
            <a:r>
              <a:rPr sz="3200" spc="-30" dirty="0">
                <a:latin typeface="Calibri"/>
                <a:cs typeface="Calibri"/>
              </a:rPr>
              <a:t> </a:t>
            </a:r>
            <a:r>
              <a:rPr sz="3200" dirty="0">
                <a:latin typeface="Calibri"/>
                <a:cs typeface="Calibri"/>
              </a:rPr>
              <a:t>dụng</a:t>
            </a:r>
            <a:r>
              <a:rPr sz="3200" spc="-20" dirty="0">
                <a:latin typeface="Calibri"/>
                <a:cs typeface="Calibri"/>
              </a:rPr>
              <a:t> </a:t>
            </a:r>
            <a:r>
              <a:rPr sz="3200" dirty="0">
                <a:latin typeface="Calibri"/>
                <a:cs typeface="Calibri"/>
              </a:rPr>
              <a:t>đã</a:t>
            </a:r>
            <a:r>
              <a:rPr sz="3200" spc="-30" dirty="0">
                <a:latin typeface="Calibri"/>
                <a:cs typeface="Calibri"/>
              </a:rPr>
              <a:t> </a:t>
            </a:r>
            <a:r>
              <a:rPr sz="3200" dirty="0">
                <a:latin typeface="Calibri"/>
                <a:cs typeface="Calibri"/>
              </a:rPr>
              <a:t>cho</a:t>
            </a:r>
            <a:r>
              <a:rPr sz="3200" spc="-40" dirty="0">
                <a:latin typeface="Calibri"/>
                <a:cs typeface="Calibri"/>
              </a:rPr>
              <a:t> </a:t>
            </a:r>
            <a:r>
              <a:rPr sz="3200" dirty="0">
                <a:latin typeface="Calibri"/>
                <a:cs typeface="Calibri"/>
              </a:rPr>
              <a:t>có</a:t>
            </a:r>
            <a:r>
              <a:rPr sz="3200" spc="-45" dirty="0">
                <a:latin typeface="Calibri"/>
                <a:cs typeface="Calibri"/>
              </a:rPr>
              <a:t> </a:t>
            </a:r>
            <a:r>
              <a:rPr sz="3200" dirty="0">
                <a:latin typeface="Calibri"/>
                <a:cs typeface="Calibri"/>
              </a:rPr>
              <a:t>chân</a:t>
            </a:r>
            <a:r>
              <a:rPr sz="3200" spc="-35" dirty="0">
                <a:latin typeface="Calibri"/>
                <a:cs typeface="Calibri"/>
              </a:rPr>
              <a:t> </a:t>
            </a:r>
            <a:r>
              <a:rPr sz="3200" dirty="0">
                <a:latin typeface="Calibri"/>
                <a:cs typeface="Calibri"/>
              </a:rPr>
              <a:t>trị</a:t>
            </a:r>
            <a:r>
              <a:rPr sz="3200" spc="-15" dirty="0">
                <a:latin typeface="Calibri"/>
                <a:cs typeface="Calibri"/>
              </a:rPr>
              <a:t> </a:t>
            </a:r>
            <a:r>
              <a:rPr sz="3200" dirty="0">
                <a:solidFill>
                  <a:srgbClr val="FF0000"/>
                </a:solidFill>
                <a:latin typeface="Calibri"/>
                <a:cs typeface="Calibri"/>
              </a:rPr>
              <a:t>ĐÚNG</a:t>
            </a:r>
            <a:r>
              <a:rPr sz="3200" spc="-45" dirty="0">
                <a:solidFill>
                  <a:srgbClr val="FF0000"/>
                </a:solidFill>
                <a:latin typeface="Calibri"/>
                <a:cs typeface="Calibri"/>
              </a:rPr>
              <a:t> </a:t>
            </a:r>
            <a:r>
              <a:rPr sz="3200" spc="-25" dirty="0">
                <a:latin typeface="Calibri"/>
                <a:cs typeface="Calibri"/>
              </a:rPr>
              <a:t>vì </a:t>
            </a:r>
            <a:r>
              <a:rPr sz="3200" dirty="0">
                <a:solidFill>
                  <a:srgbClr val="FF0000"/>
                </a:solidFill>
                <a:latin typeface="Calibri"/>
                <a:cs typeface="Calibri"/>
              </a:rPr>
              <a:t>thay</a:t>
            </a:r>
            <a:r>
              <a:rPr sz="3200" spc="-15" dirty="0">
                <a:solidFill>
                  <a:srgbClr val="FF0000"/>
                </a:solidFill>
                <a:latin typeface="Calibri"/>
                <a:cs typeface="Calibri"/>
              </a:rPr>
              <a:t> </a:t>
            </a:r>
            <a:r>
              <a:rPr sz="3200" dirty="0">
                <a:solidFill>
                  <a:srgbClr val="FF0000"/>
                </a:solidFill>
                <a:latin typeface="Calibri"/>
                <a:cs typeface="Calibri"/>
              </a:rPr>
              <a:t>x</a:t>
            </a:r>
            <a:r>
              <a:rPr sz="3200" spc="-30" dirty="0">
                <a:solidFill>
                  <a:srgbClr val="FF0000"/>
                </a:solidFill>
                <a:latin typeface="Calibri"/>
                <a:cs typeface="Calibri"/>
              </a:rPr>
              <a:t> </a:t>
            </a:r>
            <a:r>
              <a:rPr sz="3200" dirty="0">
                <a:solidFill>
                  <a:srgbClr val="FF0000"/>
                </a:solidFill>
                <a:latin typeface="Calibri"/>
                <a:cs typeface="Calibri"/>
              </a:rPr>
              <a:t>bằng</a:t>
            </a:r>
            <a:r>
              <a:rPr sz="3200" spc="-15" dirty="0">
                <a:solidFill>
                  <a:srgbClr val="FF0000"/>
                </a:solidFill>
                <a:latin typeface="Calibri"/>
                <a:cs typeface="Calibri"/>
              </a:rPr>
              <a:t> </a:t>
            </a:r>
            <a:r>
              <a:rPr sz="3200" dirty="0">
                <a:solidFill>
                  <a:srgbClr val="FF0000"/>
                </a:solidFill>
                <a:latin typeface="Calibri"/>
                <a:cs typeface="Calibri"/>
              </a:rPr>
              <a:t>giá</a:t>
            </a:r>
            <a:r>
              <a:rPr sz="3200" spc="-30" dirty="0">
                <a:solidFill>
                  <a:srgbClr val="FF0000"/>
                </a:solidFill>
                <a:latin typeface="Calibri"/>
                <a:cs typeface="Calibri"/>
              </a:rPr>
              <a:t> </a:t>
            </a:r>
            <a:r>
              <a:rPr sz="3200" dirty="0">
                <a:solidFill>
                  <a:srgbClr val="FF0000"/>
                </a:solidFill>
                <a:latin typeface="Calibri"/>
                <a:cs typeface="Calibri"/>
              </a:rPr>
              <a:t>trị</a:t>
            </a:r>
            <a:r>
              <a:rPr sz="3200" spc="-30" dirty="0">
                <a:solidFill>
                  <a:srgbClr val="FF0000"/>
                </a:solidFill>
                <a:latin typeface="Calibri"/>
                <a:cs typeface="Calibri"/>
              </a:rPr>
              <a:t> </a:t>
            </a:r>
            <a:r>
              <a:rPr sz="3200" dirty="0">
                <a:solidFill>
                  <a:srgbClr val="FF0000"/>
                </a:solidFill>
                <a:latin typeface="Calibri"/>
                <a:cs typeface="Calibri"/>
              </a:rPr>
              <a:t>bất</a:t>
            </a:r>
            <a:r>
              <a:rPr sz="3200" spc="-30" dirty="0">
                <a:solidFill>
                  <a:srgbClr val="FF0000"/>
                </a:solidFill>
                <a:latin typeface="Calibri"/>
                <a:cs typeface="Calibri"/>
              </a:rPr>
              <a:t> </a:t>
            </a:r>
            <a:r>
              <a:rPr sz="3200" dirty="0">
                <a:solidFill>
                  <a:srgbClr val="FF0000"/>
                </a:solidFill>
                <a:latin typeface="Calibri"/>
                <a:cs typeface="Calibri"/>
              </a:rPr>
              <a:t>kỳ</a:t>
            </a:r>
            <a:r>
              <a:rPr sz="3200" spc="-30" dirty="0">
                <a:solidFill>
                  <a:srgbClr val="FF0000"/>
                </a:solidFill>
                <a:latin typeface="Calibri"/>
                <a:cs typeface="Calibri"/>
              </a:rPr>
              <a:t> </a:t>
            </a:r>
            <a:r>
              <a:rPr sz="3200" dirty="0">
                <a:solidFill>
                  <a:srgbClr val="FF0000"/>
                </a:solidFill>
                <a:latin typeface="Calibri"/>
                <a:cs typeface="Calibri"/>
              </a:rPr>
              <a:t>a</a:t>
            </a:r>
            <a:r>
              <a:rPr sz="3200" spc="-20" dirty="0">
                <a:solidFill>
                  <a:srgbClr val="FF0000"/>
                </a:solidFill>
                <a:latin typeface="Calibri"/>
                <a:cs typeface="Calibri"/>
              </a:rPr>
              <a:t> </a:t>
            </a:r>
            <a:r>
              <a:rPr sz="3200" dirty="0">
                <a:solidFill>
                  <a:srgbClr val="FF0000"/>
                </a:solidFill>
                <a:latin typeface="Symbol"/>
                <a:cs typeface="Symbol"/>
              </a:rPr>
              <a:t></a:t>
            </a:r>
            <a:r>
              <a:rPr sz="3200" spc="-105" dirty="0">
                <a:solidFill>
                  <a:srgbClr val="FF0000"/>
                </a:solidFill>
                <a:latin typeface="Times New Roman"/>
                <a:cs typeface="Times New Roman"/>
              </a:rPr>
              <a:t> </a:t>
            </a:r>
            <a:r>
              <a:rPr sz="3200" dirty="0">
                <a:solidFill>
                  <a:srgbClr val="FF0000"/>
                </a:solidFill>
                <a:latin typeface="Calibri"/>
                <a:cs typeface="Calibri"/>
              </a:rPr>
              <a:t>Z</a:t>
            </a:r>
            <a:r>
              <a:rPr sz="3200" spc="-30" dirty="0">
                <a:solidFill>
                  <a:srgbClr val="FF0000"/>
                </a:solidFill>
                <a:latin typeface="Calibri"/>
                <a:cs typeface="Calibri"/>
              </a:rPr>
              <a:t> </a:t>
            </a:r>
            <a:r>
              <a:rPr sz="3200" dirty="0">
                <a:latin typeface="Calibri"/>
                <a:cs typeface="Calibri"/>
              </a:rPr>
              <a:t>ta</a:t>
            </a:r>
            <a:r>
              <a:rPr sz="3200" spc="-30" dirty="0">
                <a:latin typeface="Calibri"/>
                <a:cs typeface="Calibri"/>
              </a:rPr>
              <a:t> </a:t>
            </a:r>
            <a:r>
              <a:rPr sz="3200" dirty="0">
                <a:latin typeface="Calibri"/>
                <a:cs typeface="Calibri"/>
              </a:rPr>
              <a:t>có</a:t>
            </a:r>
            <a:r>
              <a:rPr sz="3200" spc="-45" dirty="0">
                <a:latin typeface="Calibri"/>
                <a:cs typeface="Calibri"/>
              </a:rPr>
              <a:t> </a:t>
            </a:r>
            <a:r>
              <a:rPr sz="3200" dirty="0">
                <a:solidFill>
                  <a:srgbClr val="FF0000"/>
                </a:solidFill>
                <a:latin typeface="Calibri"/>
                <a:cs typeface="Calibri"/>
              </a:rPr>
              <a:t>a</a:t>
            </a:r>
            <a:r>
              <a:rPr sz="3150" baseline="25132" dirty="0">
                <a:solidFill>
                  <a:srgbClr val="FF0000"/>
                </a:solidFill>
                <a:latin typeface="Calibri"/>
                <a:cs typeface="Calibri"/>
              </a:rPr>
              <a:t>2</a:t>
            </a:r>
            <a:r>
              <a:rPr sz="3150" spc="330" baseline="25132" dirty="0">
                <a:solidFill>
                  <a:srgbClr val="FF0000"/>
                </a:solidFill>
                <a:latin typeface="Calibri"/>
                <a:cs typeface="Calibri"/>
              </a:rPr>
              <a:t> </a:t>
            </a:r>
            <a:r>
              <a:rPr sz="3200" dirty="0">
                <a:solidFill>
                  <a:srgbClr val="FF0000"/>
                </a:solidFill>
                <a:latin typeface="Calibri"/>
                <a:cs typeface="Calibri"/>
              </a:rPr>
              <a:t>≥</a:t>
            </a:r>
            <a:r>
              <a:rPr sz="3200" spc="-30" dirty="0">
                <a:solidFill>
                  <a:srgbClr val="FF0000"/>
                </a:solidFill>
                <a:latin typeface="Calibri"/>
                <a:cs typeface="Calibri"/>
              </a:rPr>
              <a:t> </a:t>
            </a:r>
            <a:r>
              <a:rPr sz="3200" dirty="0">
                <a:solidFill>
                  <a:srgbClr val="FF0000"/>
                </a:solidFill>
                <a:latin typeface="Calibri"/>
                <a:cs typeface="Calibri"/>
              </a:rPr>
              <a:t>0</a:t>
            </a:r>
            <a:r>
              <a:rPr sz="3200" spc="-20" dirty="0">
                <a:solidFill>
                  <a:srgbClr val="FF0000"/>
                </a:solidFill>
                <a:latin typeface="Calibri"/>
                <a:cs typeface="Calibri"/>
              </a:rPr>
              <a:t> </a:t>
            </a:r>
            <a:r>
              <a:rPr sz="3200" dirty="0">
                <a:latin typeface="Calibri"/>
                <a:cs typeface="Calibri"/>
              </a:rPr>
              <a:t>có</a:t>
            </a:r>
            <a:r>
              <a:rPr sz="3200" spc="-40" dirty="0">
                <a:latin typeface="Calibri"/>
                <a:cs typeface="Calibri"/>
              </a:rPr>
              <a:t> </a:t>
            </a:r>
            <a:r>
              <a:rPr sz="3200" spc="-20" dirty="0">
                <a:latin typeface="Calibri"/>
                <a:cs typeface="Calibri"/>
              </a:rPr>
              <a:t>chân </a:t>
            </a:r>
            <a:r>
              <a:rPr sz="3200" dirty="0">
                <a:latin typeface="Calibri"/>
                <a:cs typeface="Calibri"/>
              </a:rPr>
              <a:t>trị</a:t>
            </a:r>
            <a:r>
              <a:rPr sz="3200" spc="-60" dirty="0">
                <a:latin typeface="Calibri"/>
                <a:cs typeface="Calibri"/>
              </a:rPr>
              <a:t> </a:t>
            </a:r>
            <a:r>
              <a:rPr sz="3200" dirty="0">
                <a:latin typeface="Calibri"/>
                <a:cs typeface="Calibri"/>
              </a:rPr>
              <a:t>đúng</a:t>
            </a:r>
            <a:r>
              <a:rPr sz="3200" spc="-20" dirty="0">
                <a:latin typeface="Calibri"/>
                <a:cs typeface="Calibri"/>
              </a:rPr>
              <a:t> </a:t>
            </a:r>
            <a:r>
              <a:rPr sz="3200" dirty="0">
                <a:latin typeface="Calibri"/>
                <a:cs typeface="Calibri"/>
              </a:rPr>
              <a:t>(P(a)</a:t>
            </a:r>
            <a:r>
              <a:rPr sz="3200" spc="-40" dirty="0">
                <a:latin typeface="Calibri"/>
                <a:cs typeface="Calibri"/>
              </a:rPr>
              <a:t> </a:t>
            </a:r>
            <a:r>
              <a:rPr sz="3200" dirty="0">
                <a:latin typeface="Calibri"/>
                <a:cs typeface="Calibri"/>
              </a:rPr>
              <a:t>có</a:t>
            </a:r>
            <a:r>
              <a:rPr sz="3200" spc="-55" dirty="0">
                <a:latin typeface="Calibri"/>
                <a:cs typeface="Calibri"/>
              </a:rPr>
              <a:t> </a:t>
            </a:r>
            <a:r>
              <a:rPr sz="3200" dirty="0">
                <a:latin typeface="Calibri"/>
                <a:cs typeface="Calibri"/>
              </a:rPr>
              <a:t>chân</a:t>
            </a:r>
            <a:r>
              <a:rPr sz="3200" spc="-45" dirty="0">
                <a:latin typeface="Calibri"/>
                <a:cs typeface="Calibri"/>
              </a:rPr>
              <a:t> </a:t>
            </a:r>
            <a:r>
              <a:rPr sz="3200" dirty="0">
                <a:latin typeface="Calibri"/>
                <a:cs typeface="Calibri"/>
              </a:rPr>
              <a:t>trị</a:t>
            </a:r>
            <a:r>
              <a:rPr sz="3200" spc="-45" dirty="0">
                <a:latin typeface="Calibri"/>
                <a:cs typeface="Calibri"/>
              </a:rPr>
              <a:t> </a:t>
            </a:r>
            <a:r>
              <a:rPr sz="3200" spc="-10" dirty="0">
                <a:latin typeface="Calibri"/>
                <a:cs typeface="Calibri"/>
              </a:rPr>
              <a:t>ĐÚNG).</a:t>
            </a:r>
            <a:endParaRPr sz="3200">
              <a:latin typeface="Calibri"/>
              <a:cs typeface="Calibri"/>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912742" y="2798980"/>
            <a:ext cx="1243330" cy="0"/>
          </a:xfrm>
          <a:custGeom>
            <a:avLst/>
            <a:gdLst/>
            <a:ahLst/>
            <a:cxnLst/>
            <a:rect l="l" t="t" r="r" b="b"/>
            <a:pathLst>
              <a:path w="1243329">
                <a:moveTo>
                  <a:pt x="0" y="0"/>
                </a:moveTo>
                <a:lnTo>
                  <a:pt x="1242759" y="0"/>
                </a:lnTo>
              </a:path>
            </a:pathLst>
          </a:custGeom>
          <a:ln w="27262">
            <a:solidFill>
              <a:srgbClr val="000000"/>
            </a:solidFill>
            <a:prstDash val="dash"/>
          </a:ln>
        </p:spPr>
        <p:txBody>
          <a:bodyPr wrap="square" lIns="0" tIns="0" rIns="0" bIns="0" rtlCol="0"/>
          <a:lstStyle/>
          <a:p>
            <a:endParaRPr/>
          </a:p>
        </p:txBody>
      </p:sp>
      <p:sp>
        <p:nvSpPr>
          <p:cNvPr id="3" name="object 3"/>
          <p:cNvSpPr txBox="1"/>
          <p:nvPr/>
        </p:nvSpPr>
        <p:spPr>
          <a:xfrm>
            <a:off x="383540" y="144313"/>
            <a:ext cx="8279765" cy="5581015"/>
          </a:xfrm>
          <a:prstGeom prst="rect">
            <a:avLst/>
          </a:prstGeom>
        </p:spPr>
        <p:txBody>
          <a:bodyPr vert="horz" wrap="square" lIns="0" tIns="107314" rIns="0" bIns="0" rtlCol="0">
            <a:spAutoFit/>
          </a:bodyPr>
          <a:lstStyle/>
          <a:p>
            <a:pPr marL="20320" algn="ctr">
              <a:lnSpc>
                <a:spcPct val="100000"/>
              </a:lnSpc>
              <a:spcBef>
                <a:spcPts val="844"/>
              </a:spcBef>
            </a:pPr>
            <a:r>
              <a:rPr sz="3200" dirty="0">
                <a:latin typeface="Symbol"/>
                <a:cs typeface="Symbol"/>
              </a:rPr>
              <a:t></a:t>
            </a:r>
            <a:r>
              <a:rPr sz="3200" b="1" dirty="0">
                <a:latin typeface="Calibri"/>
                <a:cs typeface="Calibri"/>
              </a:rPr>
              <a:t>x</a:t>
            </a:r>
            <a:r>
              <a:rPr sz="3200" b="1" spc="-15" dirty="0">
                <a:latin typeface="Calibri"/>
                <a:cs typeface="Calibri"/>
              </a:rPr>
              <a:t> </a:t>
            </a:r>
            <a:r>
              <a:rPr sz="3200" dirty="0">
                <a:latin typeface="Symbol"/>
                <a:cs typeface="Symbol"/>
              </a:rPr>
              <a:t></a:t>
            </a:r>
            <a:r>
              <a:rPr sz="3200" spc="-80" dirty="0">
                <a:latin typeface="Times New Roman"/>
                <a:cs typeface="Times New Roman"/>
              </a:rPr>
              <a:t> </a:t>
            </a:r>
            <a:r>
              <a:rPr sz="3200" b="1" dirty="0">
                <a:latin typeface="Calibri"/>
                <a:cs typeface="Calibri"/>
              </a:rPr>
              <a:t>A,</a:t>
            </a:r>
            <a:r>
              <a:rPr sz="3200" b="1" spc="-10" dirty="0">
                <a:latin typeface="Calibri"/>
                <a:cs typeface="Calibri"/>
              </a:rPr>
              <a:t> </a:t>
            </a:r>
            <a:r>
              <a:rPr sz="3200" b="1" spc="-20" dirty="0">
                <a:latin typeface="Calibri"/>
                <a:cs typeface="Calibri"/>
              </a:rPr>
              <a:t>P(x)</a:t>
            </a:r>
            <a:endParaRPr sz="3200">
              <a:latin typeface="Calibri"/>
              <a:cs typeface="Calibri"/>
            </a:endParaRPr>
          </a:p>
          <a:p>
            <a:pPr marL="12700" algn="just">
              <a:lnSpc>
                <a:spcPct val="100000"/>
              </a:lnSpc>
              <a:spcBef>
                <a:spcPts val="745"/>
              </a:spcBef>
            </a:pPr>
            <a:r>
              <a:rPr sz="3200" dirty="0">
                <a:latin typeface="Calibri"/>
                <a:cs typeface="Calibri"/>
              </a:rPr>
              <a:t>cho</a:t>
            </a:r>
            <a:r>
              <a:rPr sz="3200" spc="-35" dirty="0">
                <a:latin typeface="Calibri"/>
                <a:cs typeface="Calibri"/>
              </a:rPr>
              <a:t> </a:t>
            </a:r>
            <a:r>
              <a:rPr sz="3200" dirty="0">
                <a:latin typeface="Calibri"/>
                <a:cs typeface="Calibri"/>
              </a:rPr>
              <a:t>chân</a:t>
            </a:r>
            <a:r>
              <a:rPr sz="3200" spc="-35" dirty="0">
                <a:latin typeface="Calibri"/>
                <a:cs typeface="Calibri"/>
              </a:rPr>
              <a:t> </a:t>
            </a:r>
            <a:r>
              <a:rPr sz="3200" dirty="0">
                <a:latin typeface="Calibri"/>
                <a:cs typeface="Calibri"/>
              </a:rPr>
              <a:t>trị</a:t>
            </a:r>
            <a:r>
              <a:rPr sz="3200" spc="-25" dirty="0">
                <a:latin typeface="Calibri"/>
                <a:cs typeface="Calibri"/>
              </a:rPr>
              <a:t> </a:t>
            </a:r>
            <a:r>
              <a:rPr sz="3200" spc="-50" dirty="0">
                <a:latin typeface="Calibri"/>
                <a:cs typeface="Calibri"/>
              </a:rPr>
              <a:t>:</a:t>
            </a:r>
            <a:endParaRPr sz="3200">
              <a:latin typeface="Calibri"/>
              <a:cs typeface="Calibri"/>
            </a:endParaRPr>
          </a:p>
          <a:p>
            <a:pPr marL="469900" marR="227965" indent="-457834">
              <a:lnSpc>
                <a:spcPts val="3820"/>
              </a:lnSpc>
              <a:spcBef>
                <a:spcPts val="940"/>
              </a:spcBef>
              <a:tabLst>
                <a:tab pos="469900" algn="l"/>
              </a:tabLst>
            </a:pPr>
            <a:r>
              <a:rPr sz="3200" spc="-50" dirty="0">
                <a:latin typeface="Calibri"/>
                <a:cs typeface="Calibri"/>
              </a:rPr>
              <a:t>-</a:t>
            </a:r>
            <a:r>
              <a:rPr sz="3200" dirty="0">
                <a:latin typeface="Calibri"/>
                <a:cs typeface="Calibri"/>
              </a:rPr>
              <a:t>	</a:t>
            </a:r>
            <a:r>
              <a:rPr sz="3200" b="1" dirty="0">
                <a:latin typeface="Calibri"/>
                <a:cs typeface="Calibri"/>
              </a:rPr>
              <a:t>SAI</a:t>
            </a:r>
            <a:r>
              <a:rPr sz="3200" b="1" spc="-45" dirty="0">
                <a:latin typeface="Calibri"/>
                <a:cs typeface="Calibri"/>
              </a:rPr>
              <a:t> </a:t>
            </a:r>
            <a:r>
              <a:rPr sz="3200" dirty="0">
                <a:latin typeface="Calibri"/>
                <a:cs typeface="Calibri"/>
              </a:rPr>
              <a:t>:</a:t>
            </a:r>
            <a:r>
              <a:rPr sz="3200" spc="-10" dirty="0">
                <a:latin typeface="Calibri"/>
                <a:cs typeface="Calibri"/>
              </a:rPr>
              <a:t> </a:t>
            </a:r>
            <a:r>
              <a:rPr sz="3200" dirty="0">
                <a:latin typeface="Calibri"/>
                <a:cs typeface="Calibri"/>
              </a:rPr>
              <a:t>Nếu</a:t>
            </a:r>
            <a:r>
              <a:rPr sz="3200" spc="-35" dirty="0">
                <a:latin typeface="Calibri"/>
                <a:cs typeface="Calibri"/>
              </a:rPr>
              <a:t> </a:t>
            </a:r>
            <a:r>
              <a:rPr sz="3200" b="1" dirty="0">
                <a:latin typeface="Calibri"/>
                <a:cs typeface="Calibri"/>
              </a:rPr>
              <a:t>có</a:t>
            </a:r>
            <a:r>
              <a:rPr sz="3200" b="1" spc="-35" dirty="0">
                <a:latin typeface="Calibri"/>
                <a:cs typeface="Calibri"/>
              </a:rPr>
              <a:t> </a:t>
            </a:r>
            <a:r>
              <a:rPr sz="3200" b="1" dirty="0">
                <a:latin typeface="Calibri"/>
                <a:cs typeface="Calibri"/>
              </a:rPr>
              <a:t>một</a:t>
            </a:r>
            <a:r>
              <a:rPr sz="3200" b="1" spc="-25" dirty="0">
                <a:latin typeface="Calibri"/>
                <a:cs typeface="Calibri"/>
              </a:rPr>
              <a:t> </a:t>
            </a:r>
            <a:r>
              <a:rPr sz="3200" dirty="0">
                <a:latin typeface="Calibri"/>
                <a:cs typeface="Calibri"/>
              </a:rPr>
              <a:t>giá</a:t>
            </a:r>
            <a:r>
              <a:rPr sz="3200" spc="-25" dirty="0">
                <a:latin typeface="Calibri"/>
                <a:cs typeface="Calibri"/>
              </a:rPr>
              <a:t> </a:t>
            </a:r>
            <a:r>
              <a:rPr sz="3200" dirty="0">
                <a:latin typeface="Calibri"/>
                <a:cs typeface="Calibri"/>
              </a:rPr>
              <a:t>trị</a:t>
            </a:r>
            <a:r>
              <a:rPr sz="3200" spc="-30" dirty="0">
                <a:latin typeface="Calibri"/>
                <a:cs typeface="Calibri"/>
              </a:rPr>
              <a:t> </a:t>
            </a:r>
            <a:r>
              <a:rPr sz="3200" dirty="0">
                <a:latin typeface="Calibri"/>
                <a:cs typeface="Calibri"/>
              </a:rPr>
              <a:t>a</a:t>
            </a:r>
            <a:r>
              <a:rPr sz="3200" spc="-10"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A</a:t>
            </a:r>
            <a:r>
              <a:rPr sz="3200" spc="-4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P(a)</a:t>
            </a:r>
            <a:r>
              <a:rPr sz="3200" spc="-20" dirty="0">
                <a:latin typeface="Calibri"/>
                <a:cs typeface="Calibri"/>
              </a:rPr>
              <a:t> </a:t>
            </a:r>
            <a:r>
              <a:rPr sz="3200" dirty="0">
                <a:latin typeface="Calibri"/>
                <a:cs typeface="Calibri"/>
              </a:rPr>
              <a:t>có</a:t>
            </a:r>
            <a:r>
              <a:rPr sz="3200" spc="-40" dirty="0">
                <a:latin typeface="Calibri"/>
                <a:cs typeface="Calibri"/>
              </a:rPr>
              <a:t> </a:t>
            </a:r>
            <a:r>
              <a:rPr sz="3200" dirty="0">
                <a:latin typeface="Calibri"/>
                <a:cs typeface="Calibri"/>
              </a:rPr>
              <a:t>chân</a:t>
            </a:r>
            <a:r>
              <a:rPr sz="3200" spc="-15" dirty="0">
                <a:latin typeface="Calibri"/>
                <a:cs typeface="Calibri"/>
              </a:rPr>
              <a:t> </a:t>
            </a:r>
            <a:r>
              <a:rPr sz="3200" spc="-25" dirty="0">
                <a:latin typeface="Calibri"/>
                <a:cs typeface="Calibri"/>
              </a:rPr>
              <a:t>trị </a:t>
            </a:r>
            <a:r>
              <a:rPr sz="3200" spc="-20" dirty="0">
                <a:latin typeface="Calibri"/>
                <a:cs typeface="Calibri"/>
              </a:rPr>
              <a:t>SAI.</a:t>
            </a:r>
            <a:endParaRPr sz="3200">
              <a:latin typeface="Calibri"/>
              <a:cs typeface="Calibri"/>
            </a:endParaRPr>
          </a:p>
          <a:p>
            <a:pPr>
              <a:lnSpc>
                <a:spcPct val="100000"/>
              </a:lnSpc>
              <a:spcBef>
                <a:spcPts val="595"/>
              </a:spcBef>
            </a:pPr>
            <a:endParaRPr sz="3200">
              <a:latin typeface="Calibri"/>
              <a:cs typeface="Calibri"/>
            </a:endParaRPr>
          </a:p>
          <a:p>
            <a:pPr marL="12700" marR="2021839" algn="just">
              <a:lnSpc>
                <a:spcPct val="120100"/>
              </a:lnSpc>
            </a:pPr>
            <a:r>
              <a:rPr sz="3200" b="1" dirty="0">
                <a:latin typeface="Calibri"/>
                <a:cs typeface="Calibri"/>
              </a:rPr>
              <a:t>Ví</a:t>
            </a:r>
            <a:r>
              <a:rPr sz="3200" b="1" spc="-45" dirty="0">
                <a:latin typeface="Calibri"/>
                <a:cs typeface="Calibri"/>
              </a:rPr>
              <a:t> </a:t>
            </a:r>
            <a:r>
              <a:rPr sz="3200" b="1" dirty="0">
                <a:latin typeface="Calibri"/>
                <a:cs typeface="Calibri"/>
              </a:rPr>
              <a:t>dụ</a:t>
            </a:r>
            <a:r>
              <a:rPr sz="3200" b="1" spc="-35" dirty="0">
                <a:latin typeface="Calibri"/>
                <a:cs typeface="Calibri"/>
              </a:rPr>
              <a:t> </a:t>
            </a:r>
            <a:r>
              <a:rPr sz="3200" b="1" dirty="0">
                <a:latin typeface="Calibri"/>
                <a:cs typeface="Calibri"/>
              </a:rPr>
              <a:t>2:</a:t>
            </a:r>
            <a:r>
              <a:rPr sz="3200" b="1" spc="690" dirty="0">
                <a:latin typeface="Calibri"/>
                <a:cs typeface="Calibri"/>
              </a:rPr>
              <a:t> </a:t>
            </a:r>
            <a:r>
              <a:rPr sz="3200" dirty="0">
                <a:latin typeface="Calibri"/>
                <a:cs typeface="Calibri"/>
              </a:rPr>
              <a:t>Xét</a:t>
            </a:r>
            <a:r>
              <a:rPr sz="3200" spc="-30" dirty="0">
                <a:latin typeface="Calibri"/>
                <a:cs typeface="Calibri"/>
              </a:rPr>
              <a:t> </a:t>
            </a:r>
            <a:r>
              <a:rPr sz="3200" dirty="0">
                <a:latin typeface="Calibri"/>
                <a:cs typeface="Calibri"/>
              </a:rPr>
              <a:t>chân</a:t>
            </a:r>
            <a:r>
              <a:rPr sz="3200" spc="-20" dirty="0">
                <a:latin typeface="Calibri"/>
                <a:cs typeface="Calibri"/>
              </a:rPr>
              <a:t> </a:t>
            </a:r>
            <a:r>
              <a:rPr sz="3200" dirty="0">
                <a:latin typeface="Calibri"/>
                <a:cs typeface="Calibri"/>
              </a:rPr>
              <a:t>trị</a:t>
            </a:r>
            <a:r>
              <a:rPr sz="3200" spc="-15" dirty="0">
                <a:latin typeface="Calibri"/>
                <a:cs typeface="Calibri"/>
              </a:rPr>
              <a:t> </a:t>
            </a:r>
            <a:r>
              <a:rPr sz="3200" dirty="0">
                <a:latin typeface="Symbol"/>
                <a:cs typeface="Symbol"/>
              </a:rPr>
              <a:t></a:t>
            </a:r>
            <a:r>
              <a:rPr sz="3200" dirty="0">
                <a:latin typeface="Calibri"/>
                <a:cs typeface="Calibri"/>
              </a:rPr>
              <a:t>x</a:t>
            </a:r>
            <a:r>
              <a:rPr sz="3200" spc="-10"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Z,</a:t>
            </a:r>
            <a:r>
              <a:rPr sz="3200" spc="-20" dirty="0">
                <a:latin typeface="Calibri"/>
                <a:cs typeface="Calibri"/>
              </a:rPr>
              <a:t> </a:t>
            </a:r>
            <a:r>
              <a:rPr sz="3200" dirty="0">
                <a:latin typeface="Calibri"/>
                <a:cs typeface="Calibri"/>
              </a:rPr>
              <a:t>x</a:t>
            </a:r>
            <a:r>
              <a:rPr sz="3200" spc="-2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1</a:t>
            </a:r>
            <a:r>
              <a:rPr sz="3200" spc="-20" dirty="0">
                <a:latin typeface="Calibri"/>
                <a:cs typeface="Calibri"/>
              </a:rPr>
              <a:t> </a:t>
            </a:r>
            <a:r>
              <a:rPr sz="3200" dirty="0">
                <a:latin typeface="Calibri"/>
                <a:cs typeface="Calibri"/>
              </a:rPr>
              <a:t>≥</a:t>
            </a:r>
            <a:r>
              <a:rPr sz="3200" spc="-15" dirty="0">
                <a:latin typeface="Calibri"/>
                <a:cs typeface="Calibri"/>
              </a:rPr>
              <a:t> </a:t>
            </a:r>
            <a:r>
              <a:rPr sz="3200" spc="-25" dirty="0">
                <a:latin typeface="Calibri"/>
                <a:cs typeface="Calibri"/>
              </a:rPr>
              <a:t>0. </a:t>
            </a:r>
            <a:r>
              <a:rPr sz="3200" spc="-105" dirty="0">
                <a:latin typeface="Calibri"/>
                <a:cs typeface="Calibri"/>
              </a:rPr>
              <a:t>Ta</a:t>
            </a:r>
            <a:r>
              <a:rPr sz="3200" spc="-40" dirty="0">
                <a:latin typeface="Calibri"/>
                <a:cs typeface="Calibri"/>
              </a:rPr>
              <a:t> </a:t>
            </a:r>
            <a:r>
              <a:rPr sz="3200" dirty="0">
                <a:latin typeface="Calibri"/>
                <a:cs typeface="Calibri"/>
              </a:rPr>
              <a:t>có</a:t>
            </a:r>
            <a:r>
              <a:rPr sz="3200" spc="-55" dirty="0">
                <a:latin typeface="Calibri"/>
                <a:cs typeface="Calibri"/>
              </a:rPr>
              <a:t> </a:t>
            </a:r>
            <a:r>
              <a:rPr sz="3200" dirty="0">
                <a:latin typeface="Calibri"/>
                <a:cs typeface="Calibri"/>
              </a:rPr>
              <a:t>P(x)</a:t>
            </a:r>
            <a:r>
              <a:rPr sz="3200" spc="-35"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“x+1</a:t>
            </a:r>
            <a:r>
              <a:rPr sz="3200" spc="-35" dirty="0">
                <a:latin typeface="Calibri"/>
                <a:cs typeface="Calibri"/>
              </a:rPr>
              <a:t> </a:t>
            </a:r>
            <a:r>
              <a:rPr sz="3200" dirty="0">
                <a:latin typeface="Calibri"/>
                <a:cs typeface="Calibri"/>
              </a:rPr>
              <a:t>≥</a:t>
            </a:r>
            <a:r>
              <a:rPr sz="3200" spc="-40" dirty="0">
                <a:latin typeface="Calibri"/>
                <a:cs typeface="Calibri"/>
              </a:rPr>
              <a:t> </a:t>
            </a:r>
            <a:r>
              <a:rPr sz="3200" spc="-90" dirty="0">
                <a:latin typeface="Calibri"/>
                <a:cs typeface="Calibri"/>
              </a:rPr>
              <a:t>0”,</a:t>
            </a:r>
            <a:r>
              <a:rPr sz="3200" spc="-40" dirty="0">
                <a:latin typeface="Calibri"/>
                <a:cs typeface="Calibri"/>
              </a:rPr>
              <a:t> </a:t>
            </a:r>
            <a:r>
              <a:rPr sz="3200" dirty="0">
                <a:latin typeface="Calibri"/>
                <a:cs typeface="Calibri"/>
              </a:rPr>
              <a:t>x</a:t>
            </a:r>
            <a:r>
              <a:rPr sz="3200" spc="-25" dirty="0">
                <a:latin typeface="Calibri"/>
                <a:cs typeface="Calibri"/>
              </a:rPr>
              <a:t> </a:t>
            </a:r>
            <a:r>
              <a:rPr sz="3200" dirty="0">
                <a:latin typeface="Symbol"/>
                <a:cs typeface="Symbol"/>
              </a:rPr>
              <a:t></a:t>
            </a:r>
            <a:r>
              <a:rPr sz="3200" spc="-114" dirty="0">
                <a:latin typeface="Times New Roman"/>
                <a:cs typeface="Times New Roman"/>
              </a:rPr>
              <a:t> </a:t>
            </a:r>
            <a:r>
              <a:rPr sz="3200" spc="-25" dirty="0">
                <a:latin typeface="Calibri"/>
                <a:cs typeface="Calibri"/>
              </a:rPr>
              <a:t>Z.</a:t>
            </a:r>
            <a:endParaRPr sz="3200">
              <a:latin typeface="Calibri"/>
              <a:cs typeface="Calibri"/>
            </a:endParaRPr>
          </a:p>
          <a:p>
            <a:pPr marL="12700" marR="5080" algn="just">
              <a:lnSpc>
                <a:spcPct val="100000"/>
              </a:lnSpc>
              <a:spcBef>
                <a:spcPts val="745"/>
              </a:spcBef>
            </a:pPr>
            <a:r>
              <a:rPr sz="3200" dirty="0">
                <a:latin typeface="Calibri"/>
                <a:cs typeface="Calibri"/>
              </a:rPr>
              <a:t>Lượng</a:t>
            </a:r>
            <a:r>
              <a:rPr sz="3200" spc="-40" dirty="0">
                <a:latin typeface="Calibri"/>
                <a:cs typeface="Calibri"/>
              </a:rPr>
              <a:t> </a:t>
            </a:r>
            <a:r>
              <a:rPr sz="3200" dirty="0">
                <a:latin typeface="Calibri"/>
                <a:cs typeface="Calibri"/>
              </a:rPr>
              <a:t>từ</a:t>
            </a:r>
            <a:r>
              <a:rPr sz="3200" spc="-35" dirty="0">
                <a:latin typeface="Calibri"/>
                <a:cs typeface="Calibri"/>
              </a:rPr>
              <a:t> </a:t>
            </a:r>
            <a:r>
              <a:rPr sz="3200" dirty="0">
                <a:latin typeface="Calibri"/>
                <a:cs typeface="Calibri"/>
              </a:rPr>
              <a:t>phổ</a:t>
            </a:r>
            <a:r>
              <a:rPr sz="3200" spc="-30" dirty="0">
                <a:latin typeface="Calibri"/>
                <a:cs typeface="Calibri"/>
              </a:rPr>
              <a:t> </a:t>
            </a:r>
            <a:r>
              <a:rPr sz="3200" dirty="0">
                <a:latin typeface="Calibri"/>
                <a:cs typeface="Calibri"/>
              </a:rPr>
              <a:t>dụng</a:t>
            </a:r>
            <a:r>
              <a:rPr sz="3200" spc="-25" dirty="0">
                <a:latin typeface="Calibri"/>
                <a:cs typeface="Calibri"/>
              </a:rPr>
              <a:t> </a:t>
            </a:r>
            <a:r>
              <a:rPr sz="3200" dirty="0">
                <a:latin typeface="Calibri"/>
                <a:cs typeface="Calibri"/>
              </a:rPr>
              <a:t>đã</a:t>
            </a:r>
            <a:r>
              <a:rPr sz="3200" spc="-40" dirty="0">
                <a:latin typeface="Calibri"/>
                <a:cs typeface="Calibri"/>
              </a:rPr>
              <a:t> </a:t>
            </a:r>
            <a:r>
              <a:rPr sz="3200" dirty="0">
                <a:latin typeface="Calibri"/>
                <a:cs typeface="Calibri"/>
              </a:rPr>
              <a:t>cho</a:t>
            </a:r>
            <a:r>
              <a:rPr sz="3200" spc="-40" dirty="0">
                <a:latin typeface="Calibri"/>
                <a:cs typeface="Calibri"/>
              </a:rPr>
              <a:t> </a:t>
            </a:r>
            <a:r>
              <a:rPr sz="3200" dirty="0">
                <a:latin typeface="Calibri"/>
                <a:cs typeface="Calibri"/>
              </a:rPr>
              <a:t>có</a:t>
            </a:r>
            <a:r>
              <a:rPr sz="3200" spc="-50" dirty="0">
                <a:latin typeface="Calibri"/>
                <a:cs typeface="Calibri"/>
              </a:rPr>
              <a:t> </a:t>
            </a:r>
            <a:r>
              <a:rPr sz="3200" dirty="0">
                <a:latin typeface="Calibri"/>
                <a:cs typeface="Calibri"/>
              </a:rPr>
              <a:t>chân</a:t>
            </a:r>
            <a:r>
              <a:rPr sz="3200" spc="-40" dirty="0">
                <a:latin typeface="Calibri"/>
                <a:cs typeface="Calibri"/>
              </a:rPr>
              <a:t> </a:t>
            </a:r>
            <a:r>
              <a:rPr sz="3200" dirty="0">
                <a:latin typeface="Calibri"/>
                <a:cs typeface="Calibri"/>
              </a:rPr>
              <a:t>trị</a:t>
            </a:r>
            <a:r>
              <a:rPr sz="3200" spc="-15" dirty="0">
                <a:latin typeface="Calibri"/>
                <a:cs typeface="Calibri"/>
              </a:rPr>
              <a:t> </a:t>
            </a:r>
            <a:r>
              <a:rPr sz="3200" dirty="0">
                <a:solidFill>
                  <a:srgbClr val="FF0000"/>
                </a:solidFill>
                <a:latin typeface="Calibri"/>
                <a:cs typeface="Calibri"/>
              </a:rPr>
              <a:t>SAI</a:t>
            </a:r>
            <a:r>
              <a:rPr sz="3200" spc="-40" dirty="0">
                <a:solidFill>
                  <a:srgbClr val="FF0000"/>
                </a:solidFill>
                <a:latin typeface="Calibri"/>
                <a:cs typeface="Calibri"/>
              </a:rPr>
              <a:t> </a:t>
            </a:r>
            <a:r>
              <a:rPr sz="3200" dirty="0">
                <a:latin typeface="Calibri"/>
                <a:cs typeface="Calibri"/>
              </a:rPr>
              <a:t>vì</a:t>
            </a:r>
            <a:r>
              <a:rPr sz="3200" spc="-35" dirty="0">
                <a:latin typeface="Calibri"/>
                <a:cs typeface="Calibri"/>
              </a:rPr>
              <a:t> </a:t>
            </a:r>
            <a:r>
              <a:rPr sz="3200" dirty="0">
                <a:solidFill>
                  <a:srgbClr val="FF0000"/>
                </a:solidFill>
                <a:latin typeface="Calibri"/>
                <a:cs typeface="Calibri"/>
              </a:rPr>
              <a:t>có</a:t>
            </a:r>
            <a:r>
              <a:rPr sz="3200" spc="-45" dirty="0">
                <a:solidFill>
                  <a:srgbClr val="FF0000"/>
                </a:solidFill>
                <a:latin typeface="Calibri"/>
                <a:cs typeface="Calibri"/>
              </a:rPr>
              <a:t> </a:t>
            </a:r>
            <a:r>
              <a:rPr sz="3200" spc="-25" dirty="0">
                <a:solidFill>
                  <a:srgbClr val="FF0000"/>
                </a:solidFill>
                <a:latin typeface="Calibri"/>
                <a:cs typeface="Calibri"/>
              </a:rPr>
              <a:t>giá </a:t>
            </a:r>
            <a:r>
              <a:rPr sz="3200" dirty="0">
                <a:solidFill>
                  <a:srgbClr val="FF0000"/>
                </a:solidFill>
                <a:latin typeface="Calibri"/>
                <a:cs typeface="Calibri"/>
              </a:rPr>
              <a:t>trị</a:t>
            </a:r>
            <a:r>
              <a:rPr sz="3200" spc="-35" dirty="0">
                <a:solidFill>
                  <a:srgbClr val="FF0000"/>
                </a:solidFill>
                <a:latin typeface="Calibri"/>
                <a:cs typeface="Calibri"/>
              </a:rPr>
              <a:t> </a:t>
            </a:r>
            <a:r>
              <a:rPr sz="3200" dirty="0">
                <a:solidFill>
                  <a:srgbClr val="FF0000"/>
                </a:solidFill>
                <a:latin typeface="Calibri"/>
                <a:cs typeface="Calibri"/>
              </a:rPr>
              <a:t>-2</a:t>
            </a:r>
            <a:r>
              <a:rPr sz="3200" spc="-40" dirty="0">
                <a:solidFill>
                  <a:srgbClr val="FF0000"/>
                </a:solidFill>
                <a:latin typeface="Calibri"/>
                <a:cs typeface="Calibri"/>
              </a:rPr>
              <a:t> </a:t>
            </a:r>
            <a:r>
              <a:rPr sz="3200" dirty="0">
                <a:solidFill>
                  <a:srgbClr val="FF0000"/>
                </a:solidFill>
                <a:latin typeface="Symbol"/>
                <a:cs typeface="Symbol"/>
              </a:rPr>
              <a:t></a:t>
            </a:r>
            <a:r>
              <a:rPr sz="3200" spc="-105" dirty="0">
                <a:solidFill>
                  <a:srgbClr val="FF0000"/>
                </a:solidFill>
                <a:latin typeface="Times New Roman"/>
                <a:cs typeface="Times New Roman"/>
              </a:rPr>
              <a:t> </a:t>
            </a:r>
            <a:r>
              <a:rPr sz="3200" dirty="0">
                <a:solidFill>
                  <a:srgbClr val="FF0000"/>
                </a:solidFill>
                <a:latin typeface="Calibri"/>
                <a:cs typeface="Calibri"/>
              </a:rPr>
              <a:t>Z</a:t>
            </a:r>
            <a:r>
              <a:rPr sz="3200" spc="-20" dirty="0">
                <a:solidFill>
                  <a:srgbClr val="FF0000"/>
                </a:solidFill>
                <a:latin typeface="Calibri"/>
                <a:cs typeface="Calibri"/>
              </a:rPr>
              <a:t> </a:t>
            </a:r>
            <a:r>
              <a:rPr sz="3200" dirty="0">
                <a:latin typeface="Calibri"/>
                <a:cs typeface="Calibri"/>
              </a:rPr>
              <a:t>và</a:t>
            </a:r>
            <a:r>
              <a:rPr sz="3200" spc="-35" dirty="0">
                <a:latin typeface="Calibri"/>
                <a:cs typeface="Calibri"/>
              </a:rPr>
              <a:t> </a:t>
            </a:r>
            <a:r>
              <a:rPr sz="3200" dirty="0">
                <a:solidFill>
                  <a:srgbClr val="FF0000"/>
                </a:solidFill>
                <a:latin typeface="Calibri"/>
                <a:cs typeface="Calibri"/>
              </a:rPr>
              <a:t>-2</a:t>
            </a:r>
            <a:r>
              <a:rPr sz="3200" spc="-30" dirty="0">
                <a:solidFill>
                  <a:srgbClr val="FF0000"/>
                </a:solidFill>
                <a:latin typeface="Calibri"/>
                <a:cs typeface="Calibri"/>
              </a:rPr>
              <a:t> </a:t>
            </a:r>
            <a:r>
              <a:rPr sz="3200" dirty="0">
                <a:solidFill>
                  <a:srgbClr val="FF0000"/>
                </a:solidFill>
                <a:latin typeface="Calibri"/>
                <a:cs typeface="Calibri"/>
              </a:rPr>
              <a:t>+1</a:t>
            </a:r>
            <a:r>
              <a:rPr sz="3200" spc="670" dirty="0">
                <a:solidFill>
                  <a:srgbClr val="FF0000"/>
                </a:solidFill>
                <a:latin typeface="Calibri"/>
                <a:cs typeface="Calibri"/>
              </a:rPr>
              <a:t> </a:t>
            </a:r>
            <a:r>
              <a:rPr sz="3200" dirty="0">
                <a:solidFill>
                  <a:srgbClr val="FF0000"/>
                </a:solidFill>
                <a:latin typeface="Calibri"/>
                <a:cs typeface="Calibri"/>
              </a:rPr>
              <a:t>≥</a:t>
            </a:r>
            <a:r>
              <a:rPr sz="3200" spc="-25" dirty="0">
                <a:solidFill>
                  <a:srgbClr val="FF0000"/>
                </a:solidFill>
                <a:latin typeface="Calibri"/>
                <a:cs typeface="Calibri"/>
              </a:rPr>
              <a:t> </a:t>
            </a:r>
            <a:r>
              <a:rPr sz="3200" dirty="0">
                <a:solidFill>
                  <a:srgbClr val="FF0000"/>
                </a:solidFill>
                <a:latin typeface="Calibri"/>
                <a:cs typeface="Calibri"/>
              </a:rPr>
              <a:t>0</a:t>
            </a:r>
            <a:r>
              <a:rPr sz="3200" spc="-30" dirty="0">
                <a:solidFill>
                  <a:srgbClr val="FF0000"/>
                </a:solidFill>
                <a:latin typeface="Calibri"/>
                <a:cs typeface="Calibri"/>
              </a:rPr>
              <a:t> </a:t>
            </a:r>
            <a:r>
              <a:rPr sz="3200" dirty="0">
                <a:latin typeface="Calibri"/>
                <a:cs typeface="Calibri"/>
              </a:rPr>
              <a:t>có</a:t>
            </a:r>
            <a:r>
              <a:rPr sz="3200" spc="-35" dirty="0">
                <a:latin typeface="Calibri"/>
                <a:cs typeface="Calibri"/>
              </a:rPr>
              <a:t> </a:t>
            </a:r>
            <a:r>
              <a:rPr sz="3200" dirty="0">
                <a:latin typeface="Calibri"/>
                <a:cs typeface="Calibri"/>
              </a:rPr>
              <a:t>chân</a:t>
            </a:r>
            <a:r>
              <a:rPr sz="3200" spc="-30" dirty="0">
                <a:latin typeface="Calibri"/>
                <a:cs typeface="Calibri"/>
              </a:rPr>
              <a:t> </a:t>
            </a:r>
            <a:r>
              <a:rPr sz="3200" dirty="0">
                <a:latin typeface="Calibri"/>
                <a:cs typeface="Calibri"/>
              </a:rPr>
              <a:t>trị</a:t>
            </a:r>
            <a:r>
              <a:rPr sz="3200" spc="-30" dirty="0">
                <a:latin typeface="Calibri"/>
                <a:cs typeface="Calibri"/>
              </a:rPr>
              <a:t> </a:t>
            </a:r>
            <a:r>
              <a:rPr sz="3200" dirty="0">
                <a:latin typeface="Calibri"/>
                <a:cs typeface="Calibri"/>
              </a:rPr>
              <a:t>SAI</a:t>
            </a:r>
            <a:r>
              <a:rPr sz="3200" spc="-40" dirty="0">
                <a:latin typeface="Calibri"/>
                <a:cs typeface="Calibri"/>
              </a:rPr>
              <a:t> </a:t>
            </a:r>
            <a:r>
              <a:rPr sz="3200" dirty="0">
                <a:latin typeface="Calibri"/>
                <a:cs typeface="Calibri"/>
              </a:rPr>
              <a:t>(P(a)</a:t>
            </a:r>
            <a:r>
              <a:rPr sz="3200" spc="-25" dirty="0">
                <a:latin typeface="Calibri"/>
                <a:cs typeface="Calibri"/>
              </a:rPr>
              <a:t> </a:t>
            </a:r>
            <a:r>
              <a:rPr sz="3200" dirty="0">
                <a:latin typeface="Calibri"/>
                <a:cs typeface="Calibri"/>
              </a:rPr>
              <a:t>có</a:t>
            </a:r>
            <a:r>
              <a:rPr sz="3200" spc="-30" dirty="0">
                <a:latin typeface="Calibri"/>
                <a:cs typeface="Calibri"/>
              </a:rPr>
              <a:t> </a:t>
            </a:r>
            <a:r>
              <a:rPr sz="3200" spc="-20" dirty="0">
                <a:latin typeface="Calibri"/>
                <a:cs typeface="Calibri"/>
              </a:rPr>
              <a:t>chân </a:t>
            </a:r>
            <a:r>
              <a:rPr sz="3200" dirty="0">
                <a:latin typeface="Calibri"/>
                <a:cs typeface="Calibri"/>
              </a:rPr>
              <a:t>trị</a:t>
            </a:r>
            <a:r>
              <a:rPr sz="3200" spc="-15" dirty="0">
                <a:latin typeface="Calibri"/>
                <a:cs typeface="Calibri"/>
              </a:rPr>
              <a:t> </a:t>
            </a:r>
            <a:r>
              <a:rPr sz="3200" spc="-10" dirty="0">
                <a:latin typeface="Calibri"/>
                <a:cs typeface="Calibri"/>
              </a:rPr>
              <a:t>SAI).</a:t>
            </a:r>
            <a:endParaRPr sz="3200">
              <a:latin typeface="Calibri"/>
              <a:cs typeface="Calibri"/>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32740" y="144313"/>
            <a:ext cx="8220075" cy="6263640"/>
          </a:xfrm>
          <a:prstGeom prst="rect">
            <a:avLst/>
          </a:prstGeom>
        </p:spPr>
        <p:txBody>
          <a:bodyPr vert="horz" wrap="square" lIns="0" tIns="107314" rIns="0" bIns="0" rtlCol="0">
            <a:spAutoFit/>
          </a:bodyPr>
          <a:lstStyle/>
          <a:p>
            <a:pPr marL="3171190">
              <a:lnSpc>
                <a:spcPct val="100000"/>
              </a:lnSpc>
              <a:spcBef>
                <a:spcPts val="844"/>
              </a:spcBef>
            </a:pPr>
            <a:r>
              <a:rPr sz="3200" dirty="0">
                <a:latin typeface="Symbol"/>
                <a:cs typeface="Symbol"/>
              </a:rPr>
              <a:t></a:t>
            </a:r>
            <a:r>
              <a:rPr sz="3200" b="1" dirty="0">
                <a:latin typeface="Calibri"/>
                <a:cs typeface="Calibri"/>
              </a:rPr>
              <a:t>x</a:t>
            </a:r>
            <a:r>
              <a:rPr sz="3200" b="1" spc="-15" dirty="0">
                <a:latin typeface="Calibri"/>
                <a:cs typeface="Calibri"/>
              </a:rPr>
              <a:t> </a:t>
            </a:r>
            <a:r>
              <a:rPr sz="3200" dirty="0">
                <a:latin typeface="Symbol"/>
                <a:cs typeface="Symbol"/>
              </a:rPr>
              <a:t></a:t>
            </a:r>
            <a:r>
              <a:rPr sz="3200" spc="-80" dirty="0">
                <a:latin typeface="Times New Roman"/>
                <a:cs typeface="Times New Roman"/>
              </a:rPr>
              <a:t> </a:t>
            </a:r>
            <a:r>
              <a:rPr sz="3200" b="1" dirty="0">
                <a:latin typeface="Calibri"/>
                <a:cs typeface="Calibri"/>
              </a:rPr>
              <a:t>A,</a:t>
            </a:r>
            <a:r>
              <a:rPr sz="3200" b="1" spc="-10" dirty="0">
                <a:latin typeface="Calibri"/>
                <a:cs typeface="Calibri"/>
              </a:rPr>
              <a:t> </a:t>
            </a:r>
            <a:r>
              <a:rPr sz="3200" b="1" spc="-20" dirty="0">
                <a:latin typeface="Calibri"/>
                <a:cs typeface="Calibri"/>
              </a:rPr>
              <a:t>P(x)</a:t>
            </a:r>
            <a:endParaRPr sz="3200">
              <a:latin typeface="Calibri"/>
              <a:cs typeface="Calibri"/>
            </a:endParaRPr>
          </a:p>
          <a:p>
            <a:pPr marL="63500" marR="55880">
              <a:lnSpc>
                <a:spcPct val="100600"/>
              </a:lnSpc>
              <a:spcBef>
                <a:spcPts val="725"/>
              </a:spcBef>
              <a:tabLst>
                <a:tab pos="1524635" algn="l"/>
              </a:tabLst>
            </a:pPr>
            <a:r>
              <a:rPr sz="3200" b="1" dirty="0">
                <a:latin typeface="Calibri"/>
                <a:cs typeface="Calibri"/>
              </a:rPr>
              <a:t>Ví</a:t>
            </a:r>
            <a:r>
              <a:rPr sz="3200" b="1" spc="-10" dirty="0">
                <a:latin typeface="Calibri"/>
                <a:cs typeface="Calibri"/>
              </a:rPr>
              <a:t> </a:t>
            </a:r>
            <a:r>
              <a:rPr sz="3200" b="1" dirty="0">
                <a:latin typeface="Calibri"/>
                <a:cs typeface="Calibri"/>
              </a:rPr>
              <a:t>dụ</a:t>
            </a:r>
            <a:r>
              <a:rPr sz="3200" b="1" spc="-15" dirty="0">
                <a:latin typeface="Calibri"/>
                <a:cs typeface="Calibri"/>
              </a:rPr>
              <a:t> </a:t>
            </a:r>
            <a:r>
              <a:rPr sz="3200" b="1" spc="-25" dirty="0">
                <a:latin typeface="Calibri"/>
                <a:cs typeface="Calibri"/>
              </a:rPr>
              <a:t>3:</a:t>
            </a:r>
            <a:r>
              <a:rPr sz="3200" b="1" dirty="0">
                <a:latin typeface="Calibri"/>
                <a:cs typeface="Calibri"/>
              </a:rPr>
              <a:t>	</a:t>
            </a:r>
            <a:r>
              <a:rPr sz="3200" dirty="0">
                <a:latin typeface="Calibri"/>
                <a:cs typeface="Calibri"/>
              </a:rPr>
              <a:t>Cho</a:t>
            </a:r>
            <a:r>
              <a:rPr sz="3200" spc="-15" dirty="0">
                <a:latin typeface="Calibri"/>
                <a:cs typeface="Calibri"/>
              </a:rPr>
              <a:t> </a:t>
            </a:r>
            <a:r>
              <a:rPr sz="3200" dirty="0">
                <a:latin typeface="Calibri"/>
                <a:cs typeface="Calibri"/>
              </a:rPr>
              <a:t>vị</a:t>
            </a:r>
            <a:r>
              <a:rPr sz="3200" spc="-25" dirty="0">
                <a:latin typeface="Calibri"/>
                <a:cs typeface="Calibri"/>
              </a:rPr>
              <a:t> </a:t>
            </a:r>
            <a:r>
              <a:rPr sz="3200" dirty="0">
                <a:latin typeface="Calibri"/>
                <a:cs typeface="Calibri"/>
              </a:rPr>
              <a:t>từ</a:t>
            </a:r>
            <a:r>
              <a:rPr sz="3200" spc="-25" dirty="0">
                <a:latin typeface="Calibri"/>
                <a:cs typeface="Calibri"/>
              </a:rPr>
              <a:t> </a:t>
            </a:r>
            <a:r>
              <a:rPr sz="3200" dirty="0">
                <a:latin typeface="Calibri"/>
                <a:cs typeface="Calibri"/>
              </a:rPr>
              <a:t>q(x)</a:t>
            </a:r>
            <a:r>
              <a:rPr sz="3200" spc="-25"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“x</a:t>
            </a:r>
            <a:r>
              <a:rPr sz="3150" baseline="25132" dirty="0">
                <a:latin typeface="Calibri"/>
                <a:cs typeface="Calibri"/>
              </a:rPr>
              <a:t>2</a:t>
            </a:r>
            <a:r>
              <a:rPr sz="3150" spc="322" baseline="25132" dirty="0">
                <a:latin typeface="Calibri"/>
                <a:cs typeface="Calibri"/>
              </a:rPr>
              <a:t> </a:t>
            </a:r>
            <a:r>
              <a:rPr sz="3200" dirty="0">
                <a:latin typeface="Calibri"/>
                <a:cs typeface="Calibri"/>
              </a:rPr>
              <a:t>≥</a:t>
            </a:r>
            <a:r>
              <a:rPr sz="3200" spc="-25" dirty="0">
                <a:latin typeface="Calibri"/>
                <a:cs typeface="Calibri"/>
              </a:rPr>
              <a:t> </a:t>
            </a:r>
            <a:r>
              <a:rPr sz="3200" spc="-85" dirty="0">
                <a:latin typeface="Calibri"/>
                <a:cs typeface="Calibri"/>
              </a:rPr>
              <a:t>0”,</a:t>
            </a:r>
            <a:r>
              <a:rPr sz="3200" spc="-25" dirty="0">
                <a:latin typeface="Calibri"/>
                <a:cs typeface="Calibri"/>
              </a:rPr>
              <a:t> </a:t>
            </a:r>
            <a:r>
              <a:rPr sz="3200" dirty="0">
                <a:latin typeface="Calibri"/>
                <a:cs typeface="Calibri"/>
              </a:rPr>
              <a:t>r(x)</a:t>
            </a:r>
            <a:r>
              <a:rPr sz="3200" spc="-2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x</a:t>
            </a:r>
            <a:r>
              <a:rPr sz="3200" spc="-25"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1</a:t>
            </a:r>
            <a:r>
              <a:rPr sz="3200" spc="-20" dirty="0">
                <a:latin typeface="Calibri"/>
                <a:cs typeface="Calibri"/>
              </a:rPr>
              <a:t> </a:t>
            </a:r>
            <a:r>
              <a:rPr sz="3200" dirty="0">
                <a:latin typeface="Calibri"/>
                <a:cs typeface="Calibri"/>
              </a:rPr>
              <a:t>≥</a:t>
            </a:r>
            <a:r>
              <a:rPr sz="3200" spc="-25" dirty="0">
                <a:latin typeface="Calibri"/>
                <a:cs typeface="Calibri"/>
              </a:rPr>
              <a:t> 0”, </a:t>
            </a:r>
            <a:r>
              <a:rPr sz="3200" dirty="0">
                <a:latin typeface="Calibri"/>
                <a:cs typeface="Calibri"/>
              </a:rPr>
              <a:t>x</a:t>
            </a:r>
            <a:r>
              <a:rPr sz="3200" spc="-15" dirty="0">
                <a:latin typeface="Calibri"/>
                <a:cs typeface="Calibri"/>
              </a:rPr>
              <a:t> </a:t>
            </a:r>
            <a:r>
              <a:rPr sz="3200" dirty="0">
                <a:latin typeface="Symbol"/>
                <a:cs typeface="Symbol"/>
              </a:rPr>
              <a:t></a:t>
            </a:r>
            <a:r>
              <a:rPr sz="3200" spc="-80" dirty="0">
                <a:latin typeface="Times New Roman"/>
                <a:cs typeface="Times New Roman"/>
              </a:rPr>
              <a:t> </a:t>
            </a:r>
            <a:r>
              <a:rPr sz="3200" spc="-25" dirty="0">
                <a:latin typeface="Calibri"/>
                <a:cs typeface="Calibri"/>
              </a:rPr>
              <a:t>R.</a:t>
            </a:r>
            <a:endParaRPr sz="3200">
              <a:latin typeface="Calibri"/>
              <a:cs typeface="Calibri"/>
            </a:endParaRPr>
          </a:p>
          <a:p>
            <a:pPr marL="63500">
              <a:lnSpc>
                <a:spcPct val="100000"/>
              </a:lnSpc>
              <a:spcBef>
                <a:spcPts val="745"/>
              </a:spcBef>
            </a:pPr>
            <a:r>
              <a:rPr sz="3200" dirty="0">
                <a:latin typeface="Calibri"/>
                <a:cs typeface="Calibri"/>
              </a:rPr>
              <a:t>Xét</a:t>
            </a:r>
            <a:r>
              <a:rPr sz="3200" spc="-80" dirty="0">
                <a:latin typeface="Calibri"/>
                <a:cs typeface="Calibri"/>
              </a:rPr>
              <a:t> </a:t>
            </a:r>
            <a:r>
              <a:rPr sz="3200" dirty="0">
                <a:latin typeface="Calibri"/>
                <a:cs typeface="Calibri"/>
              </a:rPr>
              <a:t>chân</a:t>
            </a:r>
            <a:r>
              <a:rPr sz="3200" spc="-40" dirty="0">
                <a:latin typeface="Calibri"/>
                <a:cs typeface="Calibri"/>
              </a:rPr>
              <a:t> </a:t>
            </a:r>
            <a:r>
              <a:rPr sz="3200" dirty="0">
                <a:latin typeface="Calibri"/>
                <a:cs typeface="Calibri"/>
              </a:rPr>
              <a:t>trị</a:t>
            </a:r>
            <a:r>
              <a:rPr sz="3200" spc="-65" dirty="0">
                <a:latin typeface="Calibri"/>
                <a:cs typeface="Calibri"/>
              </a:rPr>
              <a:t> </a:t>
            </a:r>
            <a:r>
              <a:rPr sz="3200" spc="-25" dirty="0">
                <a:latin typeface="Calibri"/>
                <a:cs typeface="Calibri"/>
              </a:rPr>
              <a:t>của</a:t>
            </a:r>
            <a:endParaRPr sz="3200">
              <a:latin typeface="Calibri"/>
              <a:cs typeface="Calibri"/>
            </a:endParaRPr>
          </a:p>
          <a:p>
            <a:pPr marL="1537335">
              <a:lnSpc>
                <a:spcPct val="100000"/>
              </a:lnSpc>
              <a:spcBef>
                <a:spcPts val="795"/>
              </a:spcBef>
              <a:tabLst>
                <a:tab pos="4984750" algn="l"/>
              </a:tabLst>
            </a:pPr>
            <a:r>
              <a:rPr sz="3200" dirty="0">
                <a:latin typeface="Symbol"/>
                <a:cs typeface="Symbol"/>
              </a:rPr>
              <a:t></a:t>
            </a:r>
            <a:r>
              <a:rPr sz="3200" dirty="0">
                <a:latin typeface="Calibri"/>
                <a:cs typeface="Calibri"/>
              </a:rPr>
              <a:t>x</a:t>
            </a:r>
            <a:r>
              <a:rPr sz="3200" spc="-25"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R,</a:t>
            </a:r>
            <a:r>
              <a:rPr sz="3200" spc="-20" dirty="0">
                <a:latin typeface="Calibri"/>
                <a:cs typeface="Calibri"/>
              </a:rPr>
              <a:t> </a:t>
            </a:r>
            <a:r>
              <a:rPr sz="3200" dirty="0">
                <a:latin typeface="Calibri"/>
                <a:cs typeface="Calibri"/>
              </a:rPr>
              <a:t>q(x)</a:t>
            </a:r>
            <a:r>
              <a:rPr sz="3200" spc="-15" dirty="0">
                <a:latin typeface="Calibri"/>
                <a:cs typeface="Calibri"/>
              </a:rPr>
              <a:t> </a:t>
            </a:r>
            <a:r>
              <a:rPr sz="3200" dirty="0">
                <a:latin typeface="Symbol"/>
                <a:cs typeface="Symbol"/>
              </a:rPr>
              <a:t></a:t>
            </a:r>
            <a:r>
              <a:rPr sz="3200" spc="-105" dirty="0">
                <a:latin typeface="Times New Roman"/>
                <a:cs typeface="Times New Roman"/>
              </a:rPr>
              <a:t> </a:t>
            </a:r>
            <a:r>
              <a:rPr sz="3200" spc="-20" dirty="0">
                <a:latin typeface="Calibri"/>
                <a:cs typeface="Calibri"/>
              </a:rPr>
              <a:t>r(x)</a:t>
            </a:r>
            <a:r>
              <a:rPr sz="3200" dirty="0">
                <a:latin typeface="Calibri"/>
                <a:cs typeface="Calibri"/>
              </a:rPr>
              <a:t>	</a:t>
            </a:r>
            <a:r>
              <a:rPr sz="3200" spc="-25" dirty="0">
                <a:latin typeface="Calibri"/>
                <a:cs typeface="Calibri"/>
              </a:rPr>
              <a:t>(1)</a:t>
            </a:r>
            <a:endParaRPr sz="3200">
              <a:latin typeface="Calibri"/>
              <a:cs typeface="Calibri"/>
            </a:endParaRPr>
          </a:p>
          <a:p>
            <a:pPr marL="63500">
              <a:lnSpc>
                <a:spcPct val="100000"/>
              </a:lnSpc>
              <a:spcBef>
                <a:spcPts val="765"/>
              </a:spcBef>
            </a:pPr>
            <a:r>
              <a:rPr sz="3200" spc="-90" dirty="0">
                <a:latin typeface="Calibri"/>
                <a:cs typeface="Calibri"/>
              </a:rPr>
              <a:t>Ta</a:t>
            </a:r>
            <a:r>
              <a:rPr sz="3200" spc="-25" dirty="0">
                <a:latin typeface="Calibri"/>
                <a:cs typeface="Calibri"/>
              </a:rPr>
              <a:t> </a:t>
            </a:r>
            <a:r>
              <a:rPr sz="3200" dirty="0">
                <a:latin typeface="Calibri"/>
                <a:cs typeface="Calibri"/>
              </a:rPr>
              <a:t>có</a:t>
            </a:r>
            <a:r>
              <a:rPr sz="3200" spc="-35" dirty="0">
                <a:latin typeface="Calibri"/>
                <a:cs typeface="Calibri"/>
              </a:rPr>
              <a:t> </a:t>
            </a:r>
            <a:r>
              <a:rPr sz="3200" b="1" dirty="0">
                <a:latin typeface="Calibri"/>
                <a:cs typeface="Calibri"/>
              </a:rPr>
              <a:t>P(x)</a:t>
            </a:r>
            <a:r>
              <a:rPr sz="3200" b="1" spc="-3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q(x)</a:t>
            </a:r>
            <a:r>
              <a:rPr sz="3200" spc="-15" dirty="0">
                <a:latin typeface="Calibri"/>
                <a:cs typeface="Calibri"/>
              </a:rPr>
              <a:t> </a:t>
            </a:r>
            <a:r>
              <a:rPr sz="3200" dirty="0">
                <a:latin typeface="Symbol"/>
                <a:cs typeface="Symbol"/>
              </a:rPr>
              <a:t></a:t>
            </a:r>
            <a:r>
              <a:rPr sz="3200" spc="-105" dirty="0">
                <a:latin typeface="Times New Roman"/>
                <a:cs typeface="Times New Roman"/>
              </a:rPr>
              <a:t> </a:t>
            </a:r>
            <a:r>
              <a:rPr sz="3200" dirty="0">
                <a:latin typeface="Calibri"/>
                <a:cs typeface="Calibri"/>
              </a:rPr>
              <a:t>r(x)</a:t>
            </a:r>
            <a:r>
              <a:rPr sz="3200" spc="-25"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x</a:t>
            </a:r>
            <a:r>
              <a:rPr sz="3200" spc="-10" dirty="0">
                <a:latin typeface="Calibri"/>
                <a:cs typeface="Calibri"/>
              </a:rPr>
              <a:t> </a:t>
            </a:r>
            <a:r>
              <a:rPr sz="3200" dirty="0">
                <a:latin typeface="Symbol"/>
                <a:cs typeface="Symbol"/>
              </a:rPr>
              <a:t></a:t>
            </a:r>
            <a:r>
              <a:rPr sz="3200" spc="-100" dirty="0">
                <a:latin typeface="Times New Roman"/>
                <a:cs typeface="Times New Roman"/>
              </a:rPr>
              <a:t> </a:t>
            </a:r>
            <a:r>
              <a:rPr sz="3200" spc="-25" dirty="0">
                <a:latin typeface="Calibri"/>
                <a:cs typeface="Calibri"/>
              </a:rPr>
              <a:t>R.</a:t>
            </a:r>
            <a:endParaRPr sz="3200">
              <a:latin typeface="Calibri"/>
              <a:cs typeface="Calibri"/>
            </a:endParaRPr>
          </a:p>
          <a:p>
            <a:pPr>
              <a:lnSpc>
                <a:spcPct val="100000"/>
              </a:lnSpc>
              <a:spcBef>
                <a:spcPts val="1420"/>
              </a:spcBef>
            </a:pPr>
            <a:endParaRPr sz="3200">
              <a:latin typeface="Calibri"/>
              <a:cs typeface="Calibri"/>
            </a:endParaRPr>
          </a:p>
          <a:p>
            <a:pPr marL="63500" marR="430530">
              <a:lnSpc>
                <a:spcPct val="100699"/>
              </a:lnSpc>
            </a:pPr>
            <a:r>
              <a:rPr sz="3200" dirty="0">
                <a:latin typeface="Calibri"/>
                <a:cs typeface="Calibri"/>
              </a:rPr>
              <a:t>Lượng</a:t>
            </a:r>
            <a:r>
              <a:rPr sz="3200" spc="-35" dirty="0">
                <a:latin typeface="Calibri"/>
                <a:cs typeface="Calibri"/>
              </a:rPr>
              <a:t> </a:t>
            </a:r>
            <a:r>
              <a:rPr sz="3200" dirty="0">
                <a:latin typeface="Calibri"/>
                <a:cs typeface="Calibri"/>
              </a:rPr>
              <a:t>từ</a:t>
            </a:r>
            <a:r>
              <a:rPr sz="3200" spc="-30" dirty="0">
                <a:latin typeface="Calibri"/>
                <a:cs typeface="Calibri"/>
              </a:rPr>
              <a:t> </a:t>
            </a:r>
            <a:r>
              <a:rPr sz="3200" dirty="0">
                <a:latin typeface="Calibri"/>
                <a:cs typeface="Calibri"/>
              </a:rPr>
              <a:t>phổ</a:t>
            </a:r>
            <a:r>
              <a:rPr sz="3200" spc="-30" dirty="0">
                <a:latin typeface="Calibri"/>
                <a:cs typeface="Calibri"/>
              </a:rPr>
              <a:t> </a:t>
            </a:r>
            <a:r>
              <a:rPr sz="3200" dirty="0">
                <a:latin typeface="Calibri"/>
                <a:cs typeface="Calibri"/>
              </a:rPr>
              <a:t>dụng</a:t>
            </a:r>
            <a:r>
              <a:rPr sz="3200" spc="-20" dirty="0">
                <a:latin typeface="Calibri"/>
                <a:cs typeface="Calibri"/>
              </a:rPr>
              <a:t> </a:t>
            </a:r>
            <a:r>
              <a:rPr sz="3200" dirty="0">
                <a:latin typeface="Calibri"/>
                <a:cs typeface="Calibri"/>
              </a:rPr>
              <a:t>đã</a:t>
            </a:r>
            <a:r>
              <a:rPr sz="3200" spc="-30" dirty="0">
                <a:latin typeface="Calibri"/>
                <a:cs typeface="Calibri"/>
              </a:rPr>
              <a:t> </a:t>
            </a:r>
            <a:r>
              <a:rPr sz="3200" dirty="0">
                <a:latin typeface="Calibri"/>
                <a:cs typeface="Calibri"/>
              </a:rPr>
              <a:t>cho</a:t>
            </a:r>
            <a:r>
              <a:rPr sz="3200" spc="-40" dirty="0">
                <a:latin typeface="Calibri"/>
                <a:cs typeface="Calibri"/>
              </a:rPr>
              <a:t> </a:t>
            </a:r>
            <a:r>
              <a:rPr sz="3200" dirty="0">
                <a:latin typeface="Calibri"/>
                <a:cs typeface="Calibri"/>
              </a:rPr>
              <a:t>có</a:t>
            </a:r>
            <a:r>
              <a:rPr sz="3200" spc="-45" dirty="0">
                <a:latin typeface="Calibri"/>
                <a:cs typeface="Calibri"/>
              </a:rPr>
              <a:t> </a:t>
            </a:r>
            <a:r>
              <a:rPr sz="3200" dirty="0">
                <a:latin typeface="Calibri"/>
                <a:cs typeface="Calibri"/>
              </a:rPr>
              <a:t>chân</a:t>
            </a:r>
            <a:r>
              <a:rPr sz="3200" spc="-35" dirty="0">
                <a:latin typeface="Calibri"/>
                <a:cs typeface="Calibri"/>
              </a:rPr>
              <a:t> </a:t>
            </a:r>
            <a:r>
              <a:rPr sz="3200" dirty="0">
                <a:latin typeface="Calibri"/>
                <a:cs typeface="Calibri"/>
              </a:rPr>
              <a:t>trị</a:t>
            </a:r>
            <a:r>
              <a:rPr sz="3200" spc="-15" dirty="0">
                <a:latin typeface="Calibri"/>
                <a:cs typeface="Calibri"/>
              </a:rPr>
              <a:t> </a:t>
            </a:r>
            <a:r>
              <a:rPr sz="3200" dirty="0">
                <a:latin typeface="Calibri"/>
                <a:cs typeface="Calibri"/>
              </a:rPr>
              <a:t>ĐÚNG</a:t>
            </a:r>
            <a:r>
              <a:rPr sz="3200" spc="-45" dirty="0">
                <a:latin typeface="Calibri"/>
                <a:cs typeface="Calibri"/>
              </a:rPr>
              <a:t> </a:t>
            </a:r>
            <a:r>
              <a:rPr sz="3200" spc="-25" dirty="0">
                <a:latin typeface="Calibri"/>
                <a:cs typeface="Calibri"/>
              </a:rPr>
              <a:t>vì </a:t>
            </a:r>
            <a:r>
              <a:rPr sz="3200" dirty="0">
                <a:solidFill>
                  <a:srgbClr val="FF0000"/>
                </a:solidFill>
                <a:latin typeface="Calibri"/>
                <a:cs typeface="Calibri"/>
              </a:rPr>
              <a:t>thay</a:t>
            </a:r>
            <a:r>
              <a:rPr sz="3200" spc="-30" dirty="0">
                <a:solidFill>
                  <a:srgbClr val="FF0000"/>
                </a:solidFill>
                <a:latin typeface="Calibri"/>
                <a:cs typeface="Calibri"/>
              </a:rPr>
              <a:t> </a:t>
            </a:r>
            <a:r>
              <a:rPr sz="3200" dirty="0">
                <a:solidFill>
                  <a:srgbClr val="FF0000"/>
                </a:solidFill>
                <a:latin typeface="Calibri"/>
                <a:cs typeface="Calibri"/>
              </a:rPr>
              <a:t>x</a:t>
            </a:r>
            <a:r>
              <a:rPr sz="3200" spc="-45" dirty="0">
                <a:solidFill>
                  <a:srgbClr val="FF0000"/>
                </a:solidFill>
                <a:latin typeface="Calibri"/>
                <a:cs typeface="Calibri"/>
              </a:rPr>
              <a:t> </a:t>
            </a:r>
            <a:r>
              <a:rPr sz="3200" dirty="0">
                <a:solidFill>
                  <a:srgbClr val="FF0000"/>
                </a:solidFill>
                <a:latin typeface="Calibri"/>
                <a:cs typeface="Calibri"/>
              </a:rPr>
              <a:t>bằng</a:t>
            </a:r>
            <a:r>
              <a:rPr sz="3200" spc="-25" dirty="0">
                <a:solidFill>
                  <a:srgbClr val="FF0000"/>
                </a:solidFill>
                <a:latin typeface="Calibri"/>
                <a:cs typeface="Calibri"/>
              </a:rPr>
              <a:t> </a:t>
            </a:r>
            <a:r>
              <a:rPr sz="3200" dirty="0">
                <a:solidFill>
                  <a:srgbClr val="FF0000"/>
                </a:solidFill>
                <a:latin typeface="Calibri"/>
                <a:cs typeface="Calibri"/>
              </a:rPr>
              <a:t>giá</a:t>
            </a:r>
            <a:r>
              <a:rPr sz="3200" spc="-45" dirty="0">
                <a:solidFill>
                  <a:srgbClr val="FF0000"/>
                </a:solidFill>
                <a:latin typeface="Calibri"/>
                <a:cs typeface="Calibri"/>
              </a:rPr>
              <a:t> </a:t>
            </a:r>
            <a:r>
              <a:rPr sz="3200" dirty="0">
                <a:solidFill>
                  <a:srgbClr val="FF0000"/>
                </a:solidFill>
                <a:latin typeface="Calibri"/>
                <a:cs typeface="Calibri"/>
              </a:rPr>
              <a:t>trị</a:t>
            </a:r>
            <a:r>
              <a:rPr sz="3200" spc="-40" dirty="0">
                <a:solidFill>
                  <a:srgbClr val="FF0000"/>
                </a:solidFill>
                <a:latin typeface="Calibri"/>
                <a:cs typeface="Calibri"/>
              </a:rPr>
              <a:t> </a:t>
            </a:r>
            <a:r>
              <a:rPr sz="3200" dirty="0">
                <a:solidFill>
                  <a:srgbClr val="FF0000"/>
                </a:solidFill>
                <a:latin typeface="Calibri"/>
                <a:cs typeface="Calibri"/>
              </a:rPr>
              <a:t>bất</a:t>
            </a:r>
            <a:r>
              <a:rPr sz="3200" spc="-45" dirty="0">
                <a:solidFill>
                  <a:srgbClr val="FF0000"/>
                </a:solidFill>
                <a:latin typeface="Calibri"/>
                <a:cs typeface="Calibri"/>
              </a:rPr>
              <a:t> </a:t>
            </a:r>
            <a:r>
              <a:rPr sz="3200" dirty="0">
                <a:solidFill>
                  <a:srgbClr val="FF0000"/>
                </a:solidFill>
                <a:latin typeface="Calibri"/>
                <a:cs typeface="Calibri"/>
              </a:rPr>
              <a:t>kỳ</a:t>
            </a:r>
            <a:r>
              <a:rPr sz="3200" spc="-40" dirty="0">
                <a:solidFill>
                  <a:srgbClr val="FF0000"/>
                </a:solidFill>
                <a:latin typeface="Calibri"/>
                <a:cs typeface="Calibri"/>
              </a:rPr>
              <a:t> </a:t>
            </a:r>
            <a:r>
              <a:rPr sz="3200" dirty="0">
                <a:solidFill>
                  <a:srgbClr val="FF0000"/>
                </a:solidFill>
                <a:latin typeface="Calibri"/>
                <a:cs typeface="Calibri"/>
              </a:rPr>
              <a:t>a</a:t>
            </a:r>
            <a:r>
              <a:rPr sz="3200" spc="-35" dirty="0">
                <a:solidFill>
                  <a:srgbClr val="FF0000"/>
                </a:solidFill>
                <a:latin typeface="Calibri"/>
                <a:cs typeface="Calibri"/>
              </a:rPr>
              <a:t> </a:t>
            </a:r>
            <a:r>
              <a:rPr sz="3200" dirty="0">
                <a:solidFill>
                  <a:srgbClr val="FF0000"/>
                </a:solidFill>
                <a:latin typeface="Symbol"/>
                <a:cs typeface="Symbol"/>
              </a:rPr>
              <a:t></a:t>
            </a:r>
            <a:r>
              <a:rPr sz="3200" spc="-120" dirty="0">
                <a:solidFill>
                  <a:srgbClr val="FF0000"/>
                </a:solidFill>
                <a:latin typeface="Times New Roman"/>
                <a:cs typeface="Times New Roman"/>
              </a:rPr>
              <a:t> </a:t>
            </a:r>
            <a:r>
              <a:rPr sz="3200" dirty="0">
                <a:solidFill>
                  <a:srgbClr val="FF0000"/>
                </a:solidFill>
                <a:latin typeface="Calibri"/>
                <a:cs typeface="Calibri"/>
              </a:rPr>
              <a:t>R</a:t>
            </a:r>
            <a:r>
              <a:rPr sz="3200" spc="-45" dirty="0">
                <a:solidFill>
                  <a:srgbClr val="FF0000"/>
                </a:solidFill>
                <a:latin typeface="Calibri"/>
                <a:cs typeface="Calibri"/>
              </a:rPr>
              <a:t> </a:t>
            </a:r>
            <a:r>
              <a:rPr sz="3200" dirty="0">
                <a:latin typeface="Calibri"/>
                <a:cs typeface="Calibri"/>
              </a:rPr>
              <a:t>,ta</a:t>
            </a:r>
            <a:r>
              <a:rPr sz="3200" spc="-45" dirty="0">
                <a:latin typeface="Calibri"/>
                <a:cs typeface="Calibri"/>
              </a:rPr>
              <a:t> </a:t>
            </a:r>
            <a:r>
              <a:rPr sz="3200" spc="-25" dirty="0">
                <a:latin typeface="Calibri"/>
                <a:cs typeface="Calibri"/>
              </a:rPr>
              <a:t>có</a:t>
            </a:r>
            <a:endParaRPr sz="3200">
              <a:latin typeface="Calibri"/>
              <a:cs typeface="Calibri"/>
            </a:endParaRPr>
          </a:p>
          <a:p>
            <a:pPr marL="2273935">
              <a:lnSpc>
                <a:spcPct val="100000"/>
              </a:lnSpc>
              <a:spcBef>
                <a:spcPts val="770"/>
              </a:spcBef>
            </a:pPr>
            <a:r>
              <a:rPr sz="3200" dirty="0">
                <a:latin typeface="Calibri"/>
                <a:cs typeface="Calibri"/>
              </a:rPr>
              <a:t>“a</a:t>
            </a:r>
            <a:r>
              <a:rPr sz="3150" baseline="25132" dirty="0">
                <a:latin typeface="Calibri"/>
                <a:cs typeface="Calibri"/>
              </a:rPr>
              <a:t>2</a:t>
            </a:r>
            <a:r>
              <a:rPr sz="3150" spc="330" baseline="25132"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0”</a:t>
            </a:r>
            <a:r>
              <a:rPr sz="3200" spc="-10"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Calibri"/>
                <a:cs typeface="Calibri"/>
              </a:rPr>
              <a:t>“</a:t>
            </a:r>
            <a:r>
              <a:rPr sz="3200" spc="-20" dirty="0">
                <a:latin typeface="Calibri"/>
                <a:cs typeface="Calibri"/>
              </a:rPr>
              <a:t> </a:t>
            </a:r>
            <a:r>
              <a:rPr sz="3200" dirty="0">
                <a:latin typeface="Calibri"/>
                <a:cs typeface="Calibri"/>
              </a:rPr>
              <a:t>a</a:t>
            </a:r>
            <a:r>
              <a:rPr sz="3200" spc="-15"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1</a:t>
            </a:r>
            <a:r>
              <a:rPr sz="3200" spc="-15" dirty="0">
                <a:latin typeface="Calibri"/>
                <a:cs typeface="Calibri"/>
              </a:rPr>
              <a:t> </a:t>
            </a:r>
            <a:r>
              <a:rPr sz="3200" dirty="0">
                <a:latin typeface="Calibri"/>
                <a:cs typeface="Calibri"/>
              </a:rPr>
              <a:t>≥</a:t>
            </a:r>
            <a:r>
              <a:rPr sz="3200" spc="-10" dirty="0">
                <a:latin typeface="Calibri"/>
                <a:cs typeface="Calibri"/>
              </a:rPr>
              <a:t> </a:t>
            </a:r>
            <a:r>
              <a:rPr sz="3200" spc="-25" dirty="0">
                <a:latin typeface="Calibri"/>
                <a:cs typeface="Calibri"/>
              </a:rPr>
              <a:t>0”</a:t>
            </a:r>
            <a:endParaRPr sz="3200">
              <a:latin typeface="Calibri"/>
              <a:cs typeface="Calibri"/>
            </a:endParaRPr>
          </a:p>
          <a:p>
            <a:pPr marL="63500">
              <a:lnSpc>
                <a:spcPct val="100000"/>
              </a:lnSpc>
              <a:spcBef>
                <a:spcPts val="745"/>
              </a:spcBef>
            </a:pPr>
            <a:r>
              <a:rPr sz="3200" dirty="0">
                <a:latin typeface="Calibri"/>
                <a:cs typeface="Calibri"/>
              </a:rPr>
              <a:t>có</a:t>
            </a:r>
            <a:r>
              <a:rPr sz="3200" spc="-55" dirty="0">
                <a:latin typeface="Calibri"/>
                <a:cs typeface="Calibri"/>
              </a:rPr>
              <a:t> </a:t>
            </a:r>
            <a:r>
              <a:rPr sz="3200" dirty="0">
                <a:latin typeface="Calibri"/>
                <a:cs typeface="Calibri"/>
              </a:rPr>
              <a:t>chân</a:t>
            </a:r>
            <a:r>
              <a:rPr sz="3200" spc="-30" dirty="0">
                <a:latin typeface="Calibri"/>
                <a:cs typeface="Calibri"/>
              </a:rPr>
              <a:t> </a:t>
            </a:r>
            <a:r>
              <a:rPr sz="3200" dirty="0">
                <a:latin typeface="Calibri"/>
                <a:cs typeface="Calibri"/>
              </a:rPr>
              <a:t>trị</a:t>
            </a:r>
            <a:r>
              <a:rPr sz="3200" spc="-50" dirty="0">
                <a:latin typeface="Calibri"/>
                <a:cs typeface="Calibri"/>
              </a:rPr>
              <a:t> </a:t>
            </a:r>
            <a:r>
              <a:rPr sz="3200" dirty="0">
                <a:latin typeface="Calibri"/>
                <a:cs typeface="Calibri"/>
              </a:rPr>
              <a:t>ĐÚNG</a:t>
            </a:r>
            <a:r>
              <a:rPr sz="3200" spc="-55" dirty="0">
                <a:latin typeface="Calibri"/>
                <a:cs typeface="Calibri"/>
              </a:rPr>
              <a:t> </a:t>
            </a:r>
            <a:r>
              <a:rPr sz="3200" dirty="0">
                <a:latin typeface="Calibri"/>
                <a:cs typeface="Calibri"/>
              </a:rPr>
              <a:t>(P(a)</a:t>
            </a:r>
            <a:r>
              <a:rPr sz="3200" spc="-35" dirty="0">
                <a:latin typeface="Calibri"/>
                <a:cs typeface="Calibri"/>
              </a:rPr>
              <a:t> </a:t>
            </a:r>
            <a:r>
              <a:rPr sz="3200" dirty="0">
                <a:latin typeface="Calibri"/>
                <a:cs typeface="Calibri"/>
              </a:rPr>
              <a:t>có</a:t>
            </a:r>
            <a:r>
              <a:rPr sz="3200" spc="-50" dirty="0">
                <a:latin typeface="Calibri"/>
                <a:cs typeface="Calibri"/>
              </a:rPr>
              <a:t> </a:t>
            </a:r>
            <a:r>
              <a:rPr sz="3200" dirty="0">
                <a:latin typeface="Calibri"/>
                <a:cs typeface="Calibri"/>
              </a:rPr>
              <a:t>chân</a:t>
            </a:r>
            <a:r>
              <a:rPr sz="3200" spc="-35" dirty="0">
                <a:latin typeface="Calibri"/>
                <a:cs typeface="Calibri"/>
              </a:rPr>
              <a:t> </a:t>
            </a:r>
            <a:r>
              <a:rPr sz="3200" dirty="0">
                <a:latin typeface="Calibri"/>
                <a:cs typeface="Calibri"/>
              </a:rPr>
              <a:t>trị</a:t>
            </a:r>
            <a:r>
              <a:rPr sz="3200" spc="-50" dirty="0">
                <a:latin typeface="Calibri"/>
                <a:cs typeface="Calibri"/>
              </a:rPr>
              <a:t> </a:t>
            </a:r>
            <a:r>
              <a:rPr sz="3200" spc="-10" dirty="0">
                <a:latin typeface="Calibri"/>
                <a:cs typeface="Calibri"/>
              </a:rPr>
              <a:t>ĐÚNG).</a:t>
            </a:r>
            <a:endParaRPr sz="3200">
              <a:latin typeface="Calibri"/>
              <a:cs typeface="Calibri"/>
            </a:endParaRPr>
          </a:p>
        </p:txBody>
      </p:sp>
      <p:sp>
        <p:nvSpPr>
          <p:cNvPr id="5" name="object 5"/>
          <p:cNvSpPr/>
          <p:nvPr/>
        </p:nvSpPr>
        <p:spPr>
          <a:xfrm>
            <a:off x="305562" y="4039362"/>
            <a:ext cx="8458200" cy="2590800"/>
          </a:xfrm>
          <a:custGeom>
            <a:avLst/>
            <a:gdLst/>
            <a:ahLst/>
            <a:cxnLst/>
            <a:rect l="l" t="t" r="r" b="b"/>
            <a:pathLst>
              <a:path w="8458200" h="2590800">
                <a:moveTo>
                  <a:pt x="0" y="2590800"/>
                </a:moveTo>
                <a:lnTo>
                  <a:pt x="8458200" y="2590800"/>
                </a:lnTo>
                <a:lnTo>
                  <a:pt x="8458200" y="0"/>
                </a:lnTo>
                <a:lnTo>
                  <a:pt x="0" y="0"/>
                </a:lnTo>
                <a:lnTo>
                  <a:pt x="0" y="2590800"/>
                </a:lnTo>
                <a:close/>
              </a:path>
            </a:pathLst>
          </a:custGeom>
          <a:ln w="25908">
            <a:solidFill>
              <a:srgbClr val="385D89"/>
            </a:solidFill>
          </a:ln>
        </p:spPr>
        <p:txBody>
          <a:bodyPr wrap="square" lIns="0" tIns="0" rIns="0" bIns="0" rtlCol="0"/>
          <a:lstStyle/>
          <a:p>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32740" y="144313"/>
            <a:ext cx="8089265" cy="4702810"/>
          </a:xfrm>
          <a:prstGeom prst="rect">
            <a:avLst/>
          </a:prstGeom>
        </p:spPr>
        <p:txBody>
          <a:bodyPr vert="horz" wrap="square" lIns="0" tIns="107314" rIns="0" bIns="0" rtlCol="0">
            <a:spAutoFit/>
          </a:bodyPr>
          <a:lstStyle/>
          <a:p>
            <a:pPr marL="3171190">
              <a:lnSpc>
                <a:spcPct val="100000"/>
              </a:lnSpc>
              <a:spcBef>
                <a:spcPts val="844"/>
              </a:spcBef>
            </a:pPr>
            <a:r>
              <a:rPr sz="3200" dirty="0">
                <a:latin typeface="Symbol"/>
                <a:cs typeface="Symbol"/>
              </a:rPr>
              <a:t></a:t>
            </a:r>
            <a:r>
              <a:rPr sz="3200" b="1" dirty="0">
                <a:latin typeface="Calibri"/>
                <a:cs typeface="Calibri"/>
              </a:rPr>
              <a:t>x</a:t>
            </a:r>
            <a:r>
              <a:rPr sz="3200" b="1" spc="-15" dirty="0">
                <a:latin typeface="Calibri"/>
                <a:cs typeface="Calibri"/>
              </a:rPr>
              <a:t> </a:t>
            </a:r>
            <a:r>
              <a:rPr sz="3200" dirty="0">
                <a:latin typeface="Symbol"/>
                <a:cs typeface="Symbol"/>
              </a:rPr>
              <a:t></a:t>
            </a:r>
            <a:r>
              <a:rPr sz="3200" spc="-80" dirty="0">
                <a:latin typeface="Times New Roman"/>
                <a:cs typeface="Times New Roman"/>
              </a:rPr>
              <a:t> </a:t>
            </a:r>
            <a:r>
              <a:rPr sz="3200" b="1" dirty="0">
                <a:latin typeface="Calibri"/>
                <a:cs typeface="Calibri"/>
              </a:rPr>
              <a:t>A,</a:t>
            </a:r>
            <a:r>
              <a:rPr sz="3200" b="1" spc="-10" dirty="0">
                <a:latin typeface="Calibri"/>
                <a:cs typeface="Calibri"/>
              </a:rPr>
              <a:t> </a:t>
            </a:r>
            <a:r>
              <a:rPr sz="3200" b="1" spc="-20" dirty="0">
                <a:latin typeface="Calibri"/>
                <a:cs typeface="Calibri"/>
              </a:rPr>
              <a:t>P(x)</a:t>
            </a:r>
            <a:endParaRPr sz="3200">
              <a:latin typeface="Calibri"/>
              <a:cs typeface="Calibri"/>
            </a:endParaRPr>
          </a:p>
          <a:p>
            <a:pPr marL="63500">
              <a:lnSpc>
                <a:spcPct val="100000"/>
              </a:lnSpc>
              <a:spcBef>
                <a:spcPts val="745"/>
              </a:spcBef>
              <a:tabLst>
                <a:tab pos="1524635" algn="l"/>
              </a:tabLst>
            </a:pPr>
            <a:r>
              <a:rPr sz="3200" b="1" dirty="0">
                <a:latin typeface="Calibri"/>
                <a:cs typeface="Calibri"/>
              </a:rPr>
              <a:t>Ví</a:t>
            </a:r>
            <a:r>
              <a:rPr sz="3200" b="1" spc="-10" dirty="0">
                <a:latin typeface="Calibri"/>
                <a:cs typeface="Calibri"/>
              </a:rPr>
              <a:t> </a:t>
            </a:r>
            <a:r>
              <a:rPr sz="3200" b="1" dirty="0">
                <a:latin typeface="Calibri"/>
                <a:cs typeface="Calibri"/>
              </a:rPr>
              <a:t>dụ</a:t>
            </a:r>
            <a:r>
              <a:rPr sz="3200" b="1" spc="-15" dirty="0">
                <a:latin typeface="Calibri"/>
                <a:cs typeface="Calibri"/>
              </a:rPr>
              <a:t> </a:t>
            </a:r>
            <a:r>
              <a:rPr sz="3200" b="1" spc="-25" dirty="0">
                <a:latin typeface="Calibri"/>
                <a:cs typeface="Calibri"/>
              </a:rPr>
              <a:t>4:</a:t>
            </a:r>
            <a:r>
              <a:rPr sz="3200" b="1" dirty="0">
                <a:latin typeface="Calibri"/>
                <a:cs typeface="Calibri"/>
              </a:rPr>
              <a:t>	Cho vị </a:t>
            </a:r>
            <a:r>
              <a:rPr sz="3200" b="1" spc="-25" dirty="0">
                <a:latin typeface="Calibri"/>
                <a:cs typeface="Calibri"/>
              </a:rPr>
              <a:t>từ</a:t>
            </a:r>
            <a:endParaRPr sz="3200">
              <a:latin typeface="Calibri"/>
              <a:cs typeface="Calibri"/>
            </a:endParaRPr>
          </a:p>
          <a:p>
            <a:pPr marL="1259840">
              <a:lnSpc>
                <a:spcPct val="100000"/>
              </a:lnSpc>
              <a:spcBef>
                <a:spcPts val="795"/>
              </a:spcBef>
            </a:pPr>
            <a:r>
              <a:rPr sz="3200" b="1" dirty="0">
                <a:latin typeface="Calibri"/>
                <a:cs typeface="Calibri"/>
              </a:rPr>
              <a:t>q(x)</a:t>
            </a:r>
            <a:r>
              <a:rPr sz="3200" b="1" spc="-30" dirty="0">
                <a:latin typeface="Calibri"/>
                <a:cs typeface="Calibri"/>
              </a:rPr>
              <a:t> </a:t>
            </a:r>
            <a:r>
              <a:rPr sz="3200" b="1" dirty="0">
                <a:latin typeface="Calibri"/>
                <a:cs typeface="Calibri"/>
              </a:rPr>
              <a:t>:</a:t>
            </a:r>
            <a:r>
              <a:rPr sz="3200" b="1" spc="-20" dirty="0">
                <a:latin typeface="Calibri"/>
                <a:cs typeface="Calibri"/>
              </a:rPr>
              <a:t> </a:t>
            </a:r>
            <a:r>
              <a:rPr sz="3200" b="1" dirty="0">
                <a:latin typeface="Calibri"/>
                <a:cs typeface="Calibri"/>
              </a:rPr>
              <a:t>“x</a:t>
            </a:r>
            <a:r>
              <a:rPr sz="3150" b="1" baseline="25132" dirty="0">
                <a:latin typeface="Calibri"/>
                <a:cs typeface="Calibri"/>
              </a:rPr>
              <a:t>2</a:t>
            </a:r>
            <a:r>
              <a:rPr sz="3150" b="1" spc="330" baseline="25132" dirty="0">
                <a:latin typeface="Calibri"/>
                <a:cs typeface="Calibri"/>
              </a:rPr>
              <a:t> </a:t>
            </a:r>
            <a:r>
              <a:rPr sz="3200" b="1" dirty="0">
                <a:latin typeface="Calibri"/>
                <a:cs typeface="Calibri"/>
              </a:rPr>
              <a:t>-3x</a:t>
            </a:r>
            <a:r>
              <a:rPr sz="3200" b="1" spc="-30" dirty="0">
                <a:latin typeface="Calibri"/>
                <a:cs typeface="Calibri"/>
              </a:rPr>
              <a:t> </a:t>
            </a:r>
            <a:r>
              <a:rPr sz="3200" b="1" dirty="0">
                <a:latin typeface="Calibri"/>
                <a:cs typeface="Calibri"/>
              </a:rPr>
              <a:t>+</a:t>
            </a:r>
            <a:r>
              <a:rPr sz="3200" b="1" spc="-25" dirty="0">
                <a:latin typeface="Calibri"/>
                <a:cs typeface="Calibri"/>
              </a:rPr>
              <a:t> </a:t>
            </a:r>
            <a:r>
              <a:rPr sz="3200" b="1" dirty="0">
                <a:latin typeface="Calibri"/>
                <a:cs typeface="Calibri"/>
              </a:rPr>
              <a:t>2</a:t>
            </a:r>
            <a:r>
              <a:rPr sz="3200" b="1" spc="-25" dirty="0">
                <a:latin typeface="Calibri"/>
                <a:cs typeface="Calibri"/>
              </a:rPr>
              <a:t> </a:t>
            </a:r>
            <a:r>
              <a:rPr sz="3200" b="1" dirty="0">
                <a:latin typeface="Calibri"/>
                <a:cs typeface="Calibri"/>
              </a:rPr>
              <a:t>=</a:t>
            </a:r>
            <a:r>
              <a:rPr sz="3200" b="1" spc="-25" dirty="0">
                <a:latin typeface="Calibri"/>
                <a:cs typeface="Calibri"/>
              </a:rPr>
              <a:t> </a:t>
            </a:r>
            <a:r>
              <a:rPr sz="3200" b="1" spc="-70" dirty="0">
                <a:latin typeface="Calibri"/>
                <a:cs typeface="Calibri"/>
              </a:rPr>
              <a:t>0”,</a:t>
            </a:r>
            <a:r>
              <a:rPr sz="3200" b="1" spc="-20" dirty="0">
                <a:latin typeface="Calibri"/>
                <a:cs typeface="Calibri"/>
              </a:rPr>
              <a:t> </a:t>
            </a:r>
            <a:r>
              <a:rPr sz="3200" b="1" dirty="0">
                <a:latin typeface="Calibri"/>
                <a:cs typeface="Calibri"/>
              </a:rPr>
              <a:t>r(x)</a:t>
            </a:r>
            <a:r>
              <a:rPr sz="3200" b="1" spc="-25" dirty="0">
                <a:latin typeface="Calibri"/>
                <a:cs typeface="Calibri"/>
              </a:rPr>
              <a:t> </a:t>
            </a:r>
            <a:r>
              <a:rPr sz="3200" b="1" dirty="0">
                <a:latin typeface="Calibri"/>
                <a:cs typeface="Calibri"/>
              </a:rPr>
              <a:t>:</a:t>
            </a:r>
            <a:r>
              <a:rPr sz="3200" b="1" spc="-25" dirty="0">
                <a:latin typeface="Calibri"/>
                <a:cs typeface="Calibri"/>
              </a:rPr>
              <a:t> </a:t>
            </a:r>
            <a:r>
              <a:rPr sz="3200" b="1" dirty="0">
                <a:latin typeface="Calibri"/>
                <a:cs typeface="Calibri"/>
              </a:rPr>
              <a:t>“</a:t>
            </a:r>
            <a:r>
              <a:rPr sz="3200" b="1" spc="-25" dirty="0">
                <a:latin typeface="Calibri"/>
                <a:cs typeface="Calibri"/>
              </a:rPr>
              <a:t> </a:t>
            </a:r>
            <a:r>
              <a:rPr sz="3200" b="1" dirty="0">
                <a:latin typeface="Calibri"/>
                <a:cs typeface="Calibri"/>
              </a:rPr>
              <a:t>x&gt;0</a:t>
            </a:r>
            <a:r>
              <a:rPr sz="3200" b="1" spc="-20" dirty="0">
                <a:latin typeface="Calibri"/>
                <a:cs typeface="Calibri"/>
              </a:rPr>
              <a:t> </a:t>
            </a:r>
            <a:r>
              <a:rPr sz="3200" b="1" spc="-145" dirty="0">
                <a:latin typeface="Calibri"/>
                <a:cs typeface="Calibri"/>
              </a:rPr>
              <a:t>”,</a:t>
            </a:r>
            <a:r>
              <a:rPr sz="3200" b="1" spc="-35" dirty="0">
                <a:latin typeface="Calibri"/>
                <a:cs typeface="Calibri"/>
              </a:rPr>
              <a:t> </a:t>
            </a:r>
            <a:r>
              <a:rPr sz="3200" b="1" dirty="0">
                <a:latin typeface="Calibri"/>
                <a:cs typeface="Calibri"/>
              </a:rPr>
              <a:t>x</a:t>
            </a:r>
            <a:r>
              <a:rPr sz="3200" b="1" spc="-30" dirty="0">
                <a:latin typeface="Calibri"/>
                <a:cs typeface="Calibri"/>
              </a:rPr>
              <a:t> </a:t>
            </a:r>
            <a:r>
              <a:rPr sz="3200" dirty="0">
                <a:latin typeface="Symbol"/>
                <a:cs typeface="Symbol"/>
              </a:rPr>
              <a:t></a:t>
            </a:r>
            <a:r>
              <a:rPr sz="3200" spc="-100" dirty="0">
                <a:latin typeface="Times New Roman"/>
                <a:cs typeface="Times New Roman"/>
              </a:rPr>
              <a:t> </a:t>
            </a:r>
            <a:r>
              <a:rPr sz="3200" b="1" spc="-25" dirty="0">
                <a:latin typeface="Calibri"/>
                <a:cs typeface="Calibri"/>
              </a:rPr>
              <a:t>R.</a:t>
            </a:r>
            <a:endParaRPr sz="3200">
              <a:latin typeface="Calibri"/>
              <a:cs typeface="Calibri"/>
            </a:endParaRPr>
          </a:p>
          <a:p>
            <a:pPr marL="63500">
              <a:lnSpc>
                <a:spcPct val="100000"/>
              </a:lnSpc>
              <a:spcBef>
                <a:spcPts val="745"/>
              </a:spcBef>
            </a:pPr>
            <a:r>
              <a:rPr sz="3200" b="1" dirty="0">
                <a:latin typeface="Calibri"/>
                <a:cs typeface="Calibri"/>
              </a:rPr>
              <a:t>Xét</a:t>
            </a:r>
            <a:r>
              <a:rPr sz="3200" b="1" spc="-50" dirty="0">
                <a:latin typeface="Calibri"/>
                <a:cs typeface="Calibri"/>
              </a:rPr>
              <a:t> </a:t>
            </a:r>
            <a:r>
              <a:rPr sz="3200" b="1" dirty="0">
                <a:latin typeface="Calibri"/>
                <a:cs typeface="Calibri"/>
              </a:rPr>
              <a:t>chân</a:t>
            </a:r>
            <a:r>
              <a:rPr sz="3200" b="1" spc="-65" dirty="0">
                <a:latin typeface="Calibri"/>
                <a:cs typeface="Calibri"/>
              </a:rPr>
              <a:t> </a:t>
            </a:r>
            <a:r>
              <a:rPr sz="3200" b="1" dirty="0">
                <a:latin typeface="Calibri"/>
                <a:cs typeface="Calibri"/>
              </a:rPr>
              <a:t>trị</a:t>
            </a:r>
            <a:r>
              <a:rPr sz="3200" b="1" spc="-45" dirty="0">
                <a:latin typeface="Calibri"/>
                <a:cs typeface="Calibri"/>
              </a:rPr>
              <a:t> </a:t>
            </a:r>
            <a:r>
              <a:rPr sz="3200" b="1" spc="-25" dirty="0">
                <a:latin typeface="Calibri"/>
                <a:cs typeface="Calibri"/>
              </a:rPr>
              <a:t>của</a:t>
            </a:r>
            <a:endParaRPr sz="3200">
              <a:latin typeface="Calibri"/>
              <a:cs typeface="Calibri"/>
            </a:endParaRPr>
          </a:p>
          <a:p>
            <a:pPr marL="1537335">
              <a:lnSpc>
                <a:spcPct val="100000"/>
              </a:lnSpc>
              <a:spcBef>
                <a:spcPts val="795"/>
              </a:spcBef>
            </a:pPr>
            <a:r>
              <a:rPr sz="3200" dirty="0">
                <a:latin typeface="Symbol"/>
                <a:cs typeface="Symbol"/>
              </a:rPr>
              <a:t></a:t>
            </a:r>
            <a:r>
              <a:rPr sz="3200" b="1" dirty="0">
                <a:latin typeface="Calibri"/>
                <a:cs typeface="Calibri"/>
              </a:rPr>
              <a:t>x</a:t>
            </a:r>
            <a:r>
              <a:rPr sz="3200" b="1" spc="-30" dirty="0">
                <a:latin typeface="Calibri"/>
                <a:cs typeface="Calibri"/>
              </a:rPr>
              <a:t> </a:t>
            </a:r>
            <a:r>
              <a:rPr sz="3200" dirty="0">
                <a:latin typeface="Symbol"/>
                <a:cs typeface="Symbol"/>
              </a:rPr>
              <a:t></a:t>
            </a:r>
            <a:r>
              <a:rPr sz="3200" spc="-95" dirty="0">
                <a:latin typeface="Times New Roman"/>
                <a:cs typeface="Times New Roman"/>
              </a:rPr>
              <a:t> </a:t>
            </a:r>
            <a:r>
              <a:rPr sz="3200" b="1" dirty="0">
                <a:latin typeface="Calibri"/>
                <a:cs typeface="Calibri"/>
              </a:rPr>
              <a:t>R,</a:t>
            </a:r>
            <a:r>
              <a:rPr sz="3200" b="1" spc="-25" dirty="0">
                <a:latin typeface="Calibri"/>
                <a:cs typeface="Calibri"/>
              </a:rPr>
              <a:t> </a:t>
            </a:r>
            <a:r>
              <a:rPr sz="3200" b="1" dirty="0">
                <a:latin typeface="Calibri"/>
                <a:cs typeface="Calibri"/>
              </a:rPr>
              <a:t>q(x)</a:t>
            </a:r>
            <a:r>
              <a:rPr sz="3200" b="1" spc="-30" dirty="0">
                <a:latin typeface="Calibri"/>
                <a:cs typeface="Calibri"/>
              </a:rPr>
              <a:t> </a:t>
            </a:r>
            <a:r>
              <a:rPr sz="3200" dirty="0">
                <a:latin typeface="Symbol"/>
                <a:cs typeface="Symbol"/>
              </a:rPr>
              <a:t></a:t>
            </a:r>
            <a:r>
              <a:rPr sz="3200" spc="-100" dirty="0">
                <a:latin typeface="Times New Roman"/>
                <a:cs typeface="Times New Roman"/>
              </a:rPr>
              <a:t> </a:t>
            </a:r>
            <a:r>
              <a:rPr sz="3200" b="1" spc="-20" dirty="0">
                <a:latin typeface="Calibri"/>
                <a:cs typeface="Calibri"/>
              </a:rPr>
              <a:t>r(x)</a:t>
            </a:r>
            <a:endParaRPr sz="3200">
              <a:latin typeface="Calibri"/>
              <a:cs typeface="Calibri"/>
            </a:endParaRPr>
          </a:p>
          <a:p>
            <a:pPr marL="63500">
              <a:lnSpc>
                <a:spcPct val="100000"/>
              </a:lnSpc>
              <a:spcBef>
                <a:spcPts val="740"/>
              </a:spcBef>
            </a:pPr>
            <a:r>
              <a:rPr sz="3200" b="1" spc="-65" dirty="0">
                <a:latin typeface="Calibri"/>
                <a:cs typeface="Calibri"/>
              </a:rPr>
              <a:t>Ta</a:t>
            </a:r>
            <a:r>
              <a:rPr sz="3200" b="1" spc="-40" dirty="0">
                <a:latin typeface="Calibri"/>
                <a:cs typeface="Calibri"/>
              </a:rPr>
              <a:t> </a:t>
            </a:r>
            <a:r>
              <a:rPr sz="3200" b="1" dirty="0">
                <a:latin typeface="Calibri"/>
                <a:cs typeface="Calibri"/>
              </a:rPr>
              <a:t>có</a:t>
            </a:r>
            <a:r>
              <a:rPr sz="3200" b="1" spc="-55" dirty="0">
                <a:latin typeface="Calibri"/>
                <a:cs typeface="Calibri"/>
              </a:rPr>
              <a:t> </a:t>
            </a:r>
            <a:r>
              <a:rPr sz="3200" b="1" dirty="0">
                <a:latin typeface="Calibri"/>
                <a:cs typeface="Calibri"/>
              </a:rPr>
              <a:t>P(x)</a:t>
            </a:r>
            <a:r>
              <a:rPr sz="3200" b="1" spc="-40" dirty="0">
                <a:latin typeface="Calibri"/>
                <a:cs typeface="Calibri"/>
              </a:rPr>
              <a:t> </a:t>
            </a:r>
            <a:r>
              <a:rPr sz="3200" b="1" dirty="0">
                <a:latin typeface="Calibri"/>
                <a:cs typeface="Calibri"/>
              </a:rPr>
              <a:t>:</a:t>
            </a:r>
            <a:r>
              <a:rPr sz="3200" b="1" spc="-40" dirty="0">
                <a:latin typeface="Calibri"/>
                <a:cs typeface="Calibri"/>
              </a:rPr>
              <a:t> </a:t>
            </a:r>
            <a:r>
              <a:rPr sz="3200" b="1" spc="-25" dirty="0">
                <a:latin typeface="Calibri"/>
                <a:cs typeface="Calibri"/>
              </a:rPr>
              <a:t>?.</a:t>
            </a:r>
            <a:endParaRPr sz="3200">
              <a:latin typeface="Calibri"/>
              <a:cs typeface="Calibri"/>
            </a:endParaRPr>
          </a:p>
          <a:p>
            <a:pPr>
              <a:lnSpc>
                <a:spcPct val="100000"/>
              </a:lnSpc>
              <a:spcBef>
                <a:spcPts val="1475"/>
              </a:spcBef>
            </a:pPr>
            <a:endParaRPr sz="3200">
              <a:latin typeface="Calibri"/>
              <a:cs typeface="Calibri"/>
            </a:endParaRPr>
          </a:p>
          <a:p>
            <a:pPr marL="63500">
              <a:lnSpc>
                <a:spcPct val="100000"/>
              </a:lnSpc>
            </a:pPr>
            <a:r>
              <a:rPr sz="3200" dirty="0">
                <a:latin typeface="Calibri"/>
                <a:cs typeface="Calibri"/>
              </a:rPr>
              <a:t>Lượng</a:t>
            </a:r>
            <a:r>
              <a:rPr sz="3200" spc="-15" dirty="0">
                <a:latin typeface="Calibri"/>
                <a:cs typeface="Calibri"/>
              </a:rPr>
              <a:t> </a:t>
            </a:r>
            <a:r>
              <a:rPr sz="3200" dirty="0">
                <a:latin typeface="Calibri"/>
                <a:cs typeface="Calibri"/>
              </a:rPr>
              <a:t>từ</a:t>
            </a:r>
            <a:r>
              <a:rPr sz="3200" spc="-25" dirty="0">
                <a:latin typeface="Calibri"/>
                <a:cs typeface="Calibri"/>
              </a:rPr>
              <a:t> </a:t>
            </a:r>
            <a:r>
              <a:rPr sz="3200" dirty="0">
                <a:latin typeface="Calibri"/>
                <a:cs typeface="Calibri"/>
              </a:rPr>
              <a:t>phổ</a:t>
            </a:r>
            <a:r>
              <a:rPr sz="3200" spc="-25" dirty="0">
                <a:latin typeface="Calibri"/>
                <a:cs typeface="Calibri"/>
              </a:rPr>
              <a:t> </a:t>
            </a:r>
            <a:r>
              <a:rPr sz="3200" dirty="0">
                <a:latin typeface="Calibri"/>
                <a:cs typeface="Calibri"/>
              </a:rPr>
              <a:t>dụng</a:t>
            </a:r>
            <a:r>
              <a:rPr sz="3200" spc="-20" dirty="0">
                <a:latin typeface="Calibri"/>
                <a:cs typeface="Calibri"/>
              </a:rPr>
              <a:t> </a:t>
            </a:r>
            <a:r>
              <a:rPr sz="3200" dirty="0">
                <a:latin typeface="Calibri"/>
                <a:cs typeface="Calibri"/>
              </a:rPr>
              <a:t>đã</a:t>
            </a:r>
            <a:r>
              <a:rPr sz="3200" spc="-25" dirty="0">
                <a:latin typeface="Calibri"/>
                <a:cs typeface="Calibri"/>
              </a:rPr>
              <a:t> </a:t>
            </a:r>
            <a:r>
              <a:rPr sz="3200" dirty="0">
                <a:latin typeface="Calibri"/>
                <a:cs typeface="Calibri"/>
              </a:rPr>
              <a:t>cho</a:t>
            </a:r>
            <a:r>
              <a:rPr sz="3200" spc="-25" dirty="0">
                <a:latin typeface="Calibri"/>
                <a:cs typeface="Calibri"/>
              </a:rPr>
              <a:t> </a:t>
            </a:r>
            <a:r>
              <a:rPr sz="3200" dirty="0">
                <a:latin typeface="Calibri"/>
                <a:cs typeface="Calibri"/>
              </a:rPr>
              <a:t>có</a:t>
            </a:r>
            <a:r>
              <a:rPr sz="3200" spc="-40" dirty="0">
                <a:latin typeface="Calibri"/>
                <a:cs typeface="Calibri"/>
              </a:rPr>
              <a:t> </a:t>
            </a:r>
            <a:r>
              <a:rPr sz="3200" dirty="0">
                <a:latin typeface="Calibri"/>
                <a:cs typeface="Calibri"/>
              </a:rPr>
              <a:t>chân</a:t>
            </a:r>
            <a:r>
              <a:rPr sz="3200" spc="-25" dirty="0">
                <a:latin typeface="Calibri"/>
                <a:cs typeface="Calibri"/>
              </a:rPr>
              <a:t> </a:t>
            </a:r>
            <a:r>
              <a:rPr sz="3200" dirty="0">
                <a:latin typeface="Calibri"/>
                <a:cs typeface="Calibri"/>
              </a:rPr>
              <a:t>trị.</a:t>
            </a:r>
            <a:r>
              <a:rPr sz="3200" spc="-20"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 vì</a:t>
            </a:r>
            <a:r>
              <a:rPr sz="3200" spc="-35"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a:t>
            </a:r>
            <a:r>
              <a:rPr sz="3200" spc="-15" dirty="0">
                <a:latin typeface="Calibri"/>
                <a:cs typeface="Calibri"/>
              </a:rPr>
              <a:t> </a:t>
            </a:r>
            <a:r>
              <a:rPr sz="3200" spc="-50" dirty="0">
                <a:latin typeface="Calibri"/>
                <a:cs typeface="Calibri"/>
              </a:rPr>
              <a:t>.</a:t>
            </a:r>
            <a:endParaRPr sz="3200">
              <a:latin typeface="Calibri"/>
              <a:cs typeface="Calibri"/>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32740" y="144313"/>
            <a:ext cx="7950834" cy="5876925"/>
          </a:xfrm>
          <a:prstGeom prst="rect">
            <a:avLst/>
          </a:prstGeom>
        </p:spPr>
        <p:txBody>
          <a:bodyPr vert="horz" wrap="square" lIns="0" tIns="107314" rIns="0" bIns="0" rtlCol="0">
            <a:spAutoFit/>
          </a:bodyPr>
          <a:lstStyle/>
          <a:p>
            <a:pPr marL="3171190">
              <a:lnSpc>
                <a:spcPct val="100000"/>
              </a:lnSpc>
              <a:spcBef>
                <a:spcPts val="844"/>
              </a:spcBef>
            </a:pPr>
            <a:r>
              <a:rPr sz="3200" dirty="0">
                <a:latin typeface="Symbol"/>
                <a:cs typeface="Symbol"/>
              </a:rPr>
              <a:t></a:t>
            </a:r>
            <a:r>
              <a:rPr sz="3200" b="1" dirty="0">
                <a:latin typeface="Calibri"/>
                <a:cs typeface="Calibri"/>
              </a:rPr>
              <a:t>x</a:t>
            </a:r>
            <a:r>
              <a:rPr sz="3200" b="1" spc="-15" dirty="0">
                <a:latin typeface="Calibri"/>
                <a:cs typeface="Calibri"/>
              </a:rPr>
              <a:t> </a:t>
            </a:r>
            <a:r>
              <a:rPr sz="3200" dirty="0">
                <a:latin typeface="Symbol"/>
                <a:cs typeface="Symbol"/>
              </a:rPr>
              <a:t></a:t>
            </a:r>
            <a:r>
              <a:rPr sz="3200" spc="-80" dirty="0">
                <a:latin typeface="Times New Roman"/>
                <a:cs typeface="Times New Roman"/>
              </a:rPr>
              <a:t> </a:t>
            </a:r>
            <a:r>
              <a:rPr sz="3200" b="1" dirty="0">
                <a:latin typeface="Calibri"/>
                <a:cs typeface="Calibri"/>
              </a:rPr>
              <a:t>A,</a:t>
            </a:r>
            <a:r>
              <a:rPr sz="3200" b="1" spc="-10" dirty="0">
                <a:latin typeface="Calibri"/>
                <a:cs typeface="Calibri"/>
              </a:rPr>
              <a:t> </a:t>
            </a:r>
            <a:r>
              <a:rPr sz="3200" b="1" spc="-20" dirty="0">
                <a:latin typeface="Calibri"/>
                <a:cs typeface="Calibri"/>
              </a:rPr>
              <a:t>P(x)</a:t>
            </a:r>
            <a:endParaRPr sz="3200">
              <a:latin typeface="Calibri"/>
              <a:cs typeface="Calibri"/>
            </a:endParaRPr>
          </a:p>
          <a:p>
            <a:pPr marL="63500">
              <a:lnSpc>
                <a:spcPct val="100000"/>
              </a:lnSpc>
              <a:spcBef>
                <a:spcPts val="745"/>
              </a:spcBef>
              <a:tabLst>
                <a:tab pos="1110615" algn="l"/>
              </a:tabLst>
            </a:pPr>
            <a:r>
              <a:rPr sz="3200" b="1" dirty="0">
                <a:latin typeface="Calibri"/>
                <a:cs typeface="Calibri"/>
              </a:rPr>
              <a:t>Giải </a:t>
            </a:r>
            <a:r>
              <a:rPr sz="3200" b="1" spc="-50" dirty="0">
                <a:latin typeface="Calibri"/>
                <a:cs typeface="Calibri"/>
              </a:rPr>
              <a:t>:</a:t>
            </a:r>
            <a:r>
              <a:rPr sz="3200" b="1" dirty="0">
                <a:latin typeface="Calibri"/>
                <a:cs typeface="Calibri"/>
              </a:rPr>
              <a:t>	</a:t>
            </a:r>
            <a:r>
              <a:rPr sz="3200" dirty="0">
                <a:latin typeface="Calibri"/>
                <a:cs typeface="Calibri"/>
              </a:rPr>
              <a:t>Cho</a:t>
            </a:r>
            <a:r>
              <a:rPr sz="3200" spc="-35" dirty="0">
                <a:latin typeface="Calibri"/>
                <a:cs typeface="Calibri"/>
              </a:rPr>
              <a:t> </a:t>
            </a:r>
            <a:r>
              <a:rPr sz="3200" dirty="0">
                <a:latin typeface="Calibri"/>
                <a:cs typeface="Calibri"/>
              </a:rPr>
              <a:t>vị</a:t>
            </a:r>
            <a:r>
              <a:rPr sz="3200" spc="-40" dirty="0">
                <a:latin typeface="Calibri"/>
                <a:cs typeface="Calibri"/>
              </a:rPr>
              <a:t> </a:t>
            </a:r>
            <a:r>
              <a:rPr sz="3200" spc="-25" dirty="0">
                <a:latin typeface="Calibri"/>
                <a:cs typeface="Calibri"/>
              </a:rPr>
              <a:t>từ</a:t>
            </a:r>
            <a:endParaRPr sz="3200">
              <a:latin typeface="Calibri"/>
              <a:cs typeface="Calibri"/>
            </a:endParaRPr>
          </a:p>
          <a:p>
            <a:pPr marL="1259840">
              <a:lnSpc>
                <a:spcPct val="100000"/>
              </a:lnSpc>
              <a:spcBef>
                <a:spcPts val="795"/>
              </a:spcBef>
            </a:pPr>
            <a:r>
              <a:rPr sz="3200" dirty="0">
                <a:latin typeface="Calibri"/>
                <a:cs typeface="Calibri"/>
              </a:rPr>
              <a:t>q(x)</a:t>
            </a:r>
            <a:r>
              <a:rPr sz="3200" spc="-1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“x</a:t>
            </a:r>
            <a:r>
              <a:rPr sz="3150" baseline="25132" dirty="0">
                <a:latin typeface="Calibri"/>
                <a:cs typeface="Calibri"/>
              </a:rPr>
              <a:t>2</a:t>
            </a:r>
            <a:r>
              <a:rPr sz="3150" spc="330" baseline="25132" dirty="0">
                <a:latin typeface="Calibri"/>
                <a:cs typeface="Calibri"/>
              </a:rPr>
              <a:t> </a:t>
            </a:r>
            <a:r>
              <a:rPr sz="3200" dirty="0">
                <a:latin typeface="Calibri"/>
                <a:cs typeface="Calibri"/>
              </a:rPr>
              <a:t>-3x</a:t>
            </a:r>
            <a:r>
              <a:rPr sz="3200" spc="-20" dirty="0">
                <a:latin typeface="Calibri"/>
                <a:cs typeface="Calibri"/>
              </a:rPr>
              <a:t> </a:t>
            </a:r>
            <a:r>
              <a:rPr sz="3200" dirty="0">
                <a:latin typeface="Calibri"/>
                <a:cs typeface="Calibri"/>
              </a:rPr>
              <a:t>+</a:t>
            </a:r>
            <a:r>
              <a:rPr sz="3200" spc="-35" dirty="0">
                <a:latin typeface="Calibri"/>
                <a:cs typeface="Calibri"/>
              </a:rPr>
              <a:t> </a:t>
            </a:r>
            <a:r>
              <a:rPr sz="3200" dirty="0">
                <a:latin typeface="Calibri"/>
                <a:cs typeface="Calibri"/>
              </a:rPr>
              <a:t>2</a:t>
            </a:r>
            <a:r>
              <a:rPr sz="3200" spc="-20" dirty="0">
                <a:latin typeface="Calibri"/>
                <a:cs typeface="Calibri"/>
              </a:rPr>
              <a:t> </a:t>
            </a:r>
            <a:r>
              <a:rPr sz="3200" dirty="0">
                <a:latin typeface="Calibri"/>
                <a:cs typeface="Calibri"/>
              </a:rPr>
              <a:t>=</a:t>
            </a:r>
            <a:r>
              <a:rPr sz="3200" spc="-20" dirty="0">
                <a:latin typeface="Calibri"/>
                <a:cs typeface="Calibri"/>
              </a:rPr>
              <a:t> </a:t>
            </a:r>
            <a:r>
              <a:rPr sz="3200" spc="-75" dirty="0">
                <a:latin typeface="Calibri"/>
                <a:cs typeface="Calibri"/>
              </a:rPr>
              <a:t>0”,</a:t>
            </a:r>
            <a:r>
              <a:rPr sz="3200" spc="-20" dirty="0">
                <a:latin typeface="Calibri"/>
                <a:cs typeface="Calibri"/>
              </a:rPr>
              <a:t> </a:t>
            </a:r>
            <a:r>
              <a:rPr sz="3200" dirty="0">
                <a:latin typeface="Calibri"/>
                <a:cs typeface="Calibri"/>
              </a:rPr>
              <a:t>r(x)</a:t>
            </a:r>
            <a:r>
              <a:rPr sz="3200" spc="-2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x&gt;0</a:t>
            </a:r>
            <a:r>
              <a:rPr sz="3200" spc="-20" dirty="0">
                <a:latin typeface="Calibri"/>
                <a:cs typeface="Calibri"/>
              </a:rPr>
              <a:t> </a:t>
            </a:r>
            <a:r>
              <a:rPr sz="3200" spc="-145" dirty="0">
                <a:latin typeface="Calibri"/>
                <a:cs typeface="Calibri"/>
              </a:rPr>
              <a:t>”,</a:t>
            </a:r>
            <a:r>
              <a:rPr sz="3200" spc="-20" dirty="0">
                <a:latin typeface="Calibri"/>
                <a:cs typeface="Calibri"/>
              </a:rPr>
              <a:t> </a:t>
            </a:r>
            <a:r>
              <a:rPr sz="3200" dirty="0">
                <a:latin typeface="Calibri"/>
                <a:cs typeface="Calibri"/>
              </a:rPr>
              <a:t>x</a:t>
            </a:r>
            <a:r>
              <a:rPr sz="3200" spc="-10" dirty="0">
                <a:latin typeface="Calibri"/>
                <a:cs typeface="Calibri"/>
              </a:rPr>
              <a:t> </a:t>
            </a:r>
            <a:r>
              <a:rPr sz="3200" dirty="0">
                <a:latin typeface="Symbol"/>
                <a:cs typeface="Symbol"/>
              </a:rPr>
              <a:t></a:t>
            </a:r>
            <a:r>
              <a:rPr sz="3200" spc="-95" dirty="0">
                <a:latin typeface="Times New Roman"/>
                <a:cs typeface="Times New Roman"/>
              </a:rPr>
              <a:t> </a:t>
            </a:r>
            <a:r>
              <a:rPr sz="3200" spc="-25" dirty="0">
                <a:latin typeface="Calibri"/>
                <a:cs typeface="Calibri"/>
              </a:rPr>
              <a:t>R.</a:t>
            </a:r>
            <a:endParaRPr sz="3200">
              <a:latin typeface="Calibri"/>
              <a:cs typeface="Calibri"/>
            </a:endParaRPr>
          </a:p>
          <a:p>
            <a:pPr marL="63500">
              <a:lnSpc>
                <a:spcPct val="100000"/>
              </a:lnSpc>
              <a:spcBef>
                <a:spcPts val="745"/>
              </a:spcBef>
            </a:pPr>
            <a:r>
              <a:rPr sz="3200" dirty="0">
                <a:latin typeface="Calibri"/>
                <a:cs typeface="Calibri"/>
              </a:rPr>
              <a:t>Xét</a:t>
            </a:r>
            <a:r>
              <a:rPr sz="3200" spc="-80" dirty="0">
                <a:latin typeface="Calibri"/>
                <a:cs typeface="Calibri"/>
              </a:rPr>
              <a:t> </a:t>
            </a:r>
            <a:r>
              <a:rPr sz="3200" dirty="0">
                <a:latin typeface="Calibri"/>
                <a:cs typeface="Calibri"/>
              </a:rPr>
              <a:t>chân</a:t>
            </a:r>
            <a:r>
              <a:rPr sz="3200" spc="-40" dirty="0">
                <a:latin typeface="Calibri"/>
                <a:cs typeface="Calibri"/>
              </a:rPr>
              <a:t> </a:t>
            </a:r>
            <a:r>
              <a:rPr sz="3200" dirty="0">
                <a:latin typeface="Calibri"/>
                <a:cs typeface="Calibri"/>
              </a:rPr>
              <a:t>trị</a:t>
            </a:r>
            <a:r>
              <a:rPr sz="3200" spc="-65" dirty="0">
                <a:latin typeface="Calibri"/>
                <a:cs typeface="Calibri"/>
              </a:rPr>
              <a:t> </a:t>
            </a:r>
            <a:r>
              <a:rPr sz="3200" spc="-25" dirty="0">
                <a:latin typeface="Calibri"/>
                <a:cs typeface="Calibri"/>
              </a:rPr>
              <a:t>của</a:t>
            </a:r>
            <a:endParaRPr sz="3200">
              <a:latin typeface="Calibri"/>
              <a:cs typeface="Calibri"/>
            </a:endParaRPr>
          </a:p>
          <a:p>
            <a:pPr marL="63500" marR="3261360" indent="1473835">
              <a:lnSpc>
                <a:spcPct val="120000"/>
              </a:lnSpc>
              <a:spcBef>
                <a:spcPts val="25"/>
              </a:spcBef>
            </a:pPr>
            <a:r>
              <a:rPr sz="3200" dirty="0">
                <a:latin typeface="Symbol"/>
                <a:cs typeface="Symbol"/>
              </a:rPr>
              <a:t></a:t>
            </a:r>
            <a:r>
              <a:rPr sz="3200" dirty="0">
                <a:latin typeface="Calibri"/>
                <a:cs typeface="Calibri"/>
              </a:rPr>
              <a:t>x</a:t>
            </a:r>
            <a:r>
              <a:rPr sz="3200" spc="-30"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Calibri"/>
                <a:cs typeface="Calibri"/>
              </a:rPr>
              <a:t>R,</a:t>
            </a:r>
            <a:r>
              <a:rPr sz="3200" spc="-30" dirty="0">
                <a:latin typeface="Calibri"/>
                <a:cs typeface="Calibri"/>
              </a:rPr>
              <a:t> </a:t>
            </a:r>
            <a:r>
              <a:rPr sz="3200" dirty="0">
                <a:latin typeface="Calibri"/>
                <a:cs typeface="Calibri"/>
              </a:rPr>
              <a:t>q(x)</a:t>
            </a:r>
            <a:r>
              <a:rPr sz="3200" spc="-20" dirty="0">
                <a:latin typeface="Calibri"/>
                <a:cs typeface="Calibri"/>
              </a:rPr>
              <a:t> </a:t>
            </a:r>
            <a:r>
              <a:rPr sz="3200" dirty="0">
                <a:latin typeface="Symbol"/>
                <a:cs typeface="Symbol"/>
              </a:rPr>
              <a:t></a:t>
            </a:r>
            <a:r>
              <a:rPr sz="3200" spc="-105" dirty="0">
                <a:latin typeface="Times New Roman"/>
                <a:cs typeface="Times New Roman"/>
              </a:rPr>
              <a:t> </a:t>
            </a:r>
            <a:r>
              <a:rPr sz="3200" spc="-20" dirty="0">
                <a:latin typeface="Calibri"/>
                <a:cs typeface="Calibri"/>
              </a:rPr>
              <a:t>r(x) </a:t>
            </a:r>
            <a:r>
              <a:rPr sz="3200" spc="-90" dirty="0">
                <a:latin typeface="Calibri"/>
                <a:cs typeface="Calibri"/>
              </a:rPr>
              <a:t>Ta</a:t>
            </a:r>
            <a:r>
              <a:rPr sz="3200" spc="-35" dirty="0">
                <a:latin typeface="Calibri"/>
                <a:cs typeface="Calibri"/>
              </a:rPr>
              <a:t> </a:t>
            </a:r>
            <a:r>
              <a:rPr sz="3200" dirty="0">
                <a:latin typeface="Calibri"/>
                <a:cs typeface="Calibri"/>
              </a:rPr>
              <a:t>có</a:t>
            </a:r>
            <a:r>
              <a:rPr sz="3200" spc="-50" dirty="0">
                <a:latin typeface="Calibri"/>
                <a:cs typeface="Calibri"/>
              </a:rPr>
              <a:t> </a:t>
            </a:r>
            <a:r>
              <a:rPr sz="3200" dirty="0">
                <a:latin typeface="Calibri"/>
                <a:cs typeface="Calibri"/>
              </a:rPr>
              <a:t>P(x)</a:t>
            </a:r>
            <a:r>
              <a:rPr sz="3200" spc="-30"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q(x)</a:t>
            </a:r>
            <a:r>
              <a:rPr sz="3200" spc="-20" dirty="0">
                <a:latin typeface="Calibri"/>
                <a:cs typeface="Calibri"/>
              </a:rPr>
              <a:t> </a:t>
            </a:r>
            <a:r>
              <a:rPr sz="3200" dirty="0">
                <a:latin typeface="Symbol"/>
                <a:cs typeface="Symbol"/>
              </a:rPr>
              <a:t></a:t>
            </a:r>
            <a:r>
              <a:rPr sz="3200" spc="-110" dirty="0">
                <a:latin typeface="Times New Roman"/>
                <a:cs typeface="Times New Roman"/>
              </a:rPr>
              <a:t> </a:t>
            </a:r>
            <a:r>
              <a:rPr sz="3200" spc="-10" dirty="0">
                <a:latin typeface="Calibri"/>
                <a:cs typeface="Calibri"/>
              </a:rPr>
              <a:t>r(x).</a:t>
            </a:r>
            <a:endParaRPr sz="3200">
              <a:latin typeface="Calibri"/>
              <a:cs typeface="Calibri"/>
            </a:endParaRPr>
          </a:p>
          <a:p>
            <a:pPr marL="63500">
              <a:lnSpc>
                <a:spcPct val="100000"/>
              </a:lnSpc>
              <a:spcBef>
                <a:spcPts val="745"/>
              </a:spcBef>
            </a:pPr>
            <a:r>
              <a:rPr sz="3200" dirty="0">
                <a:latin typeface="Calibri"/>
                <a:cs typeface="Calibri"/>
              </a:rPr>
              <a:t>Lượng</a:t>
            </a:r>
            <a:r>
              <a:rPr sz="3200" spc="-35" dirty="0">
                <a:latin typeface="Calibri"/>
                <a:cs typeface="Calibri"/>
              </a:rPr>
              <a:t> </a:t>
            </a:r>
            <a:r>
              <a:rPr sz="3200" dirty="0">
                <a:latin typeface="Calibri"/>
                <a:cs typeface="Calibri"/>
              </a:rPr>
              <a:t>từ</a:t>
            </a:r>
            <a:r>
              <a:rPr sz="3200" spc="-30" dirty="0">
                <a:latin typeface="Calibri"/>
                <a:cs typeface="Calibri"/>
              </a:rPr>
              <a:t> </a:t>
            </a:r>
            <a:r>
              <a:rPr sz="3200" dirty="0">
                <a:latin typeface="Calibri"/>
                <a:cs typeface="Calibri"/>
              </a:rPr>
              <a:t>phổ</a:t>
            </a:r>
            <a:r>
              <a:rPr sz="3200" spc="-30" dirty="0">
                <a:latin typeface="Calibri"/>
                <a:cs typeface="Calibri"/>
              </a:rPr>
              <a:t> </a:t>
            </a:r>
            <a:r>
              <a:rPr sz="3200" dirty="0">
                <a:latin typeface="Calibri"/>
                <a:cs typeface="Calibri"/>
              </a:rPr>
              <a:t>dụng</a:t>
            </a:r>
            <a:r>
              <a:rPr sz="3200" spc="-20" dirty="0">
                <a:latin typeface="Calibri"/>
                <a:cs typeface="Calibri"/>
              </a:rPr>
              <a:t> </a:t>
            </a:r>
            <a:r>
              <a:rPr sz="3200" dirty="0">
                <a:latin typeface="Calibri"/>
                <a:cs typeface="Calibri"/>
              </a:rPr>
              <a:t>đã</a:t>
            </a:r>
            <a:r>
              <a:rPr sz="3200" spc="-30" dirty="0">
                <a:latin typeface="Calibri"/>
                <a:cs typeface="Calibri"/>
              </a:rPr>
              <a:t> </a:t>
            </a:r>
            <a:r>
              <a:rPr sz="3200" dirty="0">
                <a:latin typeface="Calibri"/>
                <a:cs typeface="Calibri"/>
              </a:rPr>
              <a:t>cho</a:t>
            </a:r>
            <a:r>
              <a:rPr sz="3200" spc="-40" dirty="0">
                <a:latin typeface="Calibri"/>
                <a:cs typeface="Calibri"/>
              </a:rPr>
              <a:t> </a:t>
            </a:r>
            <a:r>
              <a:rPr sz="3200" dirty="0">
                <a:latin typeface="Calibri"/>
                <a:cs typeface="Calibri"/>
              </a:rPr>
              <a:t>có</a:t>
            </a:r>
            <a:r>
              <a:rPr sz="3200" spc="-45" dirty="0">
                <a:latin typeface="Calibri"/>
                <a:cs typeface="Calibri"/>
              </a:rPr>
              <a:t> </a:t>
            </a:r>
            <a:r>
              <a:rPr sz="3200" dirty="0">
                <a:latin typeface="Calibri"/>
                <a:cs typeface="Calibri"/>
              </a:rPr>
              <a:t>chân</a:t>
            </a:r>
            <a:r>
              <a:rPr sz="3200" spc="-35" dirty="0">
                <a:latin typeface="Calibri"/>
                <a:cs typeface="Calibri"/>
              </a:rPr>
              <a:t> </a:t>
            </a:r>
            <a:r>
              <a:rPr sz="3200" dirty="0">
                <a:latin typeface="Calibri"/>
                <a:cs typeface="Calibri"/>
              </a:rPr>
              <a:t>trị</a:t>
            </a:r>
            <a:r>
              <a:rPr sz="3200" spc="-25" dirty="0">
                <a:latin typeface="Calibri"/>
                <a:cs typeface="Calibri"/>
              </a:rPr>
              <a:t> </a:t>
            </a:r>
            <a:r>
              <a:rPr sz="3200" dirty="0">
                <a:latin typeface="Calibri"/>
                <a:cs typeface="Calibri"/>
              </a:rPr>
              <a:t>ĐÚNG</a:t>
            </a:r>
            <a:r>
              <a:rPr sz="3200" spc="-35" dirty="0">
                <a:latin typeface="Calibri"/>
                <a:cs typeface="Calibri"/>
              </a:rPr>
              <a:t> </a:t>
            </a:r>
            <a:r>
              <a:rPr sz="3200" spc="-25" dirty="0">
                <a:latin typeface="Calibri"/>
                <a:cs typeface="Calibri"/>
              </a:rPr>
              <a:t>vì</a:t>
            </a:r>
            <a:endParaRPr sz="3200">
              <a:latin typeface="Calibri"/>
              <a:cs typeface="Calibri"/>
            </a:endParaRPr>
          </a:p>
          <a:p>
            <a:pPr marL="520700" indent="-457200">
              <a:lnSpc>
                <a:spcPct val="100000"/>
              </a:lnSpc>
              <a:spcBef>
                <a:spcPts val="795"/>
              </a:spcBef>
              <a:buChar char="-"/>
              <a:tabLst>
                <a:tab pos="520700" algn="l"/>
                <a:tab pos="2183130" algn="l"/>
              </a:tabLst>
            </a:pPr>
            <a:r>
              <a:rPr sz="3200" dirty="0">
                <a:latin typeface="Calibri"/>
                <a:cs typeface="Calibri"/>
              </a:rPr>
              <a:t>x=1</a:t>
            </a:r>
            <a:r>
              <a:rPr sz="3200" spc="-60" dirty="0">
                <a:latin typeface="Calibri"/>
                <a:cs typeface="Calibri"/>
              </a:rPr>
              <a:t> </a:t>
            </a:r>
            <a:r>
              <a:rPr sz="3200" dirty="0">
                <a:latin typeface="Calibri"/>
                <a:cs typeface="Calibri"/>
              </a:rPr>
              <a:t>ta</a:t>
            </a:r>
            <a:r>
              <a:rPr sz="3200" spc="-55" dirty="0">
                <a:latin typeface="Calibri"/>
                <a:cs typeface="Calibri"/>
              </a:rPr>
              <a:t> </a:t>
            </a:r>
            <a:r>
              <a:rPr sz="3200" spc="-25" dirty="0">
                <a:latin typeface="Calibri"/>
                <a:cs typeface="Calibri"/>
              </a:rPr>
              <a:t>có</a:t>
            </a:r>
            <a:r>
              <a:rPr sz="3200" dirty="0">
                <a:latin typeface="Calibri"/>
                <a:cs typeface="Calibri"/>
              </a:rPr>
              <a:t>	q(1)</a:t>
            </a:r>
            <a:r>
              <a:rPr sz="3200" spc="-15" dirty="0">
                <a:latin typeface="Calibri"/>
                <a:cs typeface="Calibri"/>
              </a:rPr>
              <a:t> </a:t>
            </a:r>
            <a:r>
              <a:rPr sz="3200" dirty="0">
                <a:latin typeface="Symbol"/>
                <a:cs typeface="Symbol"/>
              </a:rPr>
              <a:t></a:t>
            </a:r>
            <a:r>
              <a:rPr sz="3200" spc="-110" dirty="0">
                <a:latin typeface="Times New Roman"/>
                <a:cs typeface="Times New Roman"/>
              </a:rPr>
              <a:t> </a:t>
            </a:r>
            <a:r>
              <a:rPr sz="3200" dirty="0">
                <a:latin typeface="Calibri"/>
                <a:cs typeface="Calibri"/>
              </a:rPr>
              <a:t>r(1)</a:t>
            </a:r>
            <a:r>
              <a:rPr sz="3200" spc="-25" dirty="0">
                <a:latin typeface="Calibri"/>
                <a:cs typeface="Calibri"/>
              </a:rPr>
              <a:t> </a:t>
            </a:r>
            <a:r>
              <a:rPr sz="3200" spc="-10" dirty="0">
                <a:latin typeface="Calibri"/>
                <a:cs typeface="Calibri"/>
              </a:rPr>
              <a:t>ĐÚNG.</a:t>
            </a:r>
            <a:endParaRPr sz="3200">
              <a:latin typeface="Calibri"/>
              <a:cs typeface="Calibri"/>
            </a:endParaRPr>
          </a:p>
          <a:p>
            <a:pPr marL="520700" indent="-457200">
              <a:lnSpc>
                <a:spcPct val="100000"/>
              </a:lnSpc>
              <a:spcBef>
                <a:spcPts val="770"/>
              </a:spcBef>
              <a:buChar char="-"/>
              <a:tabLst>
                <a:tab pos="520700" algn="l"/>
                <a:tab pos="2183130" algn="l"/>
              </a:tabLst>
            </a:pPr>
            <a:r>
              <a:rPr sz="3200" dirty="0">
                <a:latin typeface="Calibri"/>
                <a:cs typeface="Calibri"/>
              </a:rPr>
              <a:t>x=2</a:t>
            </a:r>
            <a:r>
              <a:rPr sz="3200" spc="-55" dirty="0">
                <a:latin typeface="Calibri"/>
                <a:cs typeface="Calibri"/>
              </a:rPr>
              <a:t> </a:t>
            </a:r>
            <a:r>
              <a:rPr sz="3200" dirty="0">
                <a:latin typeface="Calibri"/>
                <a:cs typeface="Calibri"/>
              </a:rPr>
              <a:t>ta</a:t>
            </a:r>
            <a:r>
              <a:rPr sz="3200" spc="-55" dirty="0">
                <a:latin typeface="Calibri"/>
                <a:cs typeface="Calibri"/>
              </a:rPr>
              <a:t> </a:t>
            </a:r>
            <a:r>
              <a:rPr sz="3200" spc="-25" dirty="0">
                <a:latin typeface="Calibri"/>
                <a:cs typeface="Calibri"/>
              </a:rPr>
              <a:t>có</a:t>
            </a:r>
            <a:r>
              <a:rPr sz="3200" dirty="0">
                <a:latin typeface="Calibri"/>
                <a:cs typeface="Calibri"/>
              </a:rPr>
              <a:t>	q(2)</a:t>
            </a:r>
            <a:r>
              <a:rPr sz="3200" spc="-40" dirty="0">
                <a:latin typeface="Calibri"/>
                <a:cs typeface="Calibri"/>
              </a:rPr>
              <a:t> </a:t>
            </a:r>
            <a:r>
              <a:rPr sz="3200" dirty="0">
                <a:latin typeface="Symbol"/>
                <a:cs typeface="Symbol"/>
              </a:rPr>
              <a:t></a:t>
            </a:r>
            <a:r>
              <a:rPr sz="3200" spc="-130" dirty="0">
                <a:latin typeface="Times New Roman"/>
                <a:cs typeface="Times New Roman"/>
              </a:rPr>
              <a:t> </a:t>
            </a:r>
            <a:r>
              <a:rPr sz="3200" dirty="0">
                <a:latin typeface="Calibri"/>
                <a:cs typeface="Calibri"/>
              </a:rPr>
              <a:t>r(2)</a:t>
            </a:r>
            <a:r>
              <a:rPr sz="3200" spc="-55" dirty="0">
                <a:latin typeface="Calibri"/>
                <a:cs typeface="Calibri"/>
              </a:rPr>
              <a:t> </a:t>
            </a:r>
            <a:r>
              <a:rPr sz="3200" spc="-10" dirty="0">
                <a:latin typeface="Calibri"/>
                <a:cs typeface="Calibri"/>
              </a:rPr>
              <a:t>ĐÚNG.</a:t>
            </a:r>
            <a:endParaRPr sz="3200">
              <a:latin typeface="Calibri"/>
              <a:cs typeface="Calibri"/>
            </a:endParaRPr>
          </a:p>
          <a:p>
            <a:pPr marL="520700" indent="-457200">
              <a:lnSpc>
                <a:spcPct val="100000"/>
              </a:lnSpc>
              <a:spcBef>
                <a:spcPts val="765"/>
              </a:spcBef>
              <a:buChar char="-"/>
              <a:tabLst>
                <a:tab pos="520700" algn="l"/>
              </a:tabLst>
            </a:pPr>
            <a:r>
              <a:rPr sz="3200" dirty="0">
                <a:latin typeface="Calibri"/>
                <a:cs typeface="Calibri"/>
              </a:rPr>
              <a:t>x</a:t>
            </a:r>
            <a:r>
              <a:rPr sz="3200" spc="-35"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1</a:t>
            </a:r>
            <a:r>
              <a:rPr sz="3200" spc="-25"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2</a:t>
            </a:r>
            <a:r>
              <a:rPr sz="3200" spc="-35" dirty="0">
                <a:latin typeface="Calibri"/>
                <a:cs typeface="Calibri"/>
              </a:rPr>
              <a:t> </a:t>
            </a:r>
            <a:r>
              <a:rPr sz="3200" dirty="0">
                <a:latin typeface="Calibri"/>
                <a:cs typeface="Calibri"/>
              </a:rPr>
              <a:t>ta</a:t>
            </a:r>
            <a:r>
              <a:rPr sz="3200" spc="-30" dirty="0">
                <a:latin typeface="Calibri"/>
                <a:cs typeface="Calibri"/>
              </a:rPr>
              <a:t> </a:t>
            </a:r>
            <a:r>
              <a:rPr sz="3200" dirty="0">
                <a:latin typeface="Calibri"/>
                <a:cs typeface="Calibri"/>
              </a:rPr>
              <a:t>có</a:t>
            </a:r>
            <a:r>
              <a:rPr sz="3200" spc="-35" dirty="0">
                <a:latin typeface="Calibri"/>
                <a:cs typeface="Calibri"/>
              </a:rPr>
              <a:t> </a:t>
            </a:r>
            <a:r>
              <a:rPr sz="3200" dirty="0">
                <a:latin typeface="Calibri"/>
                <a:cs typeface="Calibri"/>
              </a:rPr>
              <a:t>q(x)</a:t>
            </a:r>
            <a:r>
              <a:rPr sz="3200" spc="-20" dirty="0">
                <a:latin typeface="Calibri"/>
                <a:cs typeface="Calibri"/>
              </a:rPr>
              <a:t> </a:t>
            </a:r>
            <a:r>
              <a:rPr sz="3200" dirty="0">
                <a:latin typeface="Symbol"/>
                <a:cs typeface="Symbol"/>
              </a:rPr>
              <a:t></a:t>
            </a:r>
            <a:r>
              <a:rPr sz="3200" spc="-105" dirty="0">
                <a:latin typeface="Times New Roman"/>
                <a:cs typeface="Times New Roman"/>
              </a:rPr>
              <a:t> </a:t>
            </a:r>
            <a:r>
              <a:rPr sz="3200" dirty="0">
                <a:latin typeface="Calibri"/>
                <a:cs typeface="Calibri"/>
              </a:rPr>
              <a:t>r(x)</a:t>
            </a:r>
            <a:r>
              <a:rPr sz="3200" spc="-35" dirty="0">
                <a:latin typeface="Calibri"/>
                <a:cs typeface="Calibri"/>
              </a:rPr>
              <a:t> </a:t>
            </a:r>
            <a:r>
              <a:rPr sz="3200" dirty="0">
                <a:latin typeface="Calibri"/>
                <a:cs typeface="Calibri"/>
              </a:rPr>
              <a:t>ĐÚNG</a:t>
            </a:r>
            <a:r>
              <a:rPr sz="3200" spc="-45" dirty="0">
                <a:latin typeface="Calibri"/>
                <a:cs typeface="Calibri"/>
              </a:rPr>
              <a:t> </a:t>
            </a:r>
            <a:r>
              <a:rPr sz="3200" dirty="0">
                <a:latin typeface="Calibri"/>
                <a:cs typeface="Calibri"/>
              </a:rPr>
              <a:t>(do</a:t>
            </a:r>
            <a:r>
              <a:rPr sz="3200" spc="-30" dirty="0">
                <a:latin typeface="Calibri"/>
                <a:cs typeface="Calibri"/>
              </a:rPr>
              <a:t> </a:t>
            </a:r>
            <a:r>
              <a:rPr sz="3200" dirty="0">
                <a:latin typeface="Calibri"/>
                <a:cs typeface="Calibri"/>
              </a:rPr>
              <a:t>q(x)</a:t>
            </a:r>
            <a:r>
              <a:rPr sz="3200" spc="-30" dirty="0">
                <a:latin typeface="Calibri"/>
                <a:cs typeface="Calibri"/>
              </a:rPr>
              <a:t> </a:t>
            </a:r>
            <a:r>
              <a:rPr sz="3200" spc="-10" dirty="0">
                <a:latin typeface="Calibri"/>
                <a:cs typeface="Calibri"/>
              </a:rPr>
              <a:t>SAI).</a:t>
            </a:r>
            <a:endParaRPr sz="3200">
              <a:latin typeface="Calibri"/>
              <a:cs typeface="Calibri"/>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45440" y="144313"/>
            <a:ext cx="7864475" cy="4117340"/>
          </a:xfrm>
          <a:prstGeom prst="rect">
            <a:avLst/>
          </a:prstGeom>
        </p:spPr>
        <p:txBody>
          <a:bodyPr vert="horz" wrap="square" lIns="0" tIns="107314" rIns="0" bIns="0" rtlCol="0">
            <a:spAutoFit/>
          </a:bodyPr>
          <a:lstStyle/>
          <a:p>
            <a:pPr marL="3158490">
              <a:lnSpc>
                <a:spcPct val="100000"/>
              </a:lnSpc>
              <a:spcBef>
                <a:spcPts val="844"/>
              </a:spcBef>
            </a:pPr>
            <a:r>
              <a:rPr sz="3200" dirty="0">
                <a:latin typeface="Symbol"/>
                <a:cs typeface="Symbol"/>
              </a:rPr>
              <a:t></a:t>
            </a:r>
            <a:r>
              <a:rPr sz="3200" b="1" dirty="0">
                <a:latin typeface="Calibri"/>
                <a:cs typeface="Calibri"/>
              </a:rPr>
              <a:t>x</a:t>
            </a:r>
            <a:r>
              <a:rPr sz="3200" b="1" spc="-15" dirty="0">
                <a:latin typeface="Calibri"/>
                <a:cs typeface="Calibri"/>
              </a:rPr>
              <a:t> </a:t>
            </a:r>
            <a:r>
              <a:rPr sz="3200" dirty="0">
                <a:latin typeface="Symbol"/>
                <a:cs typeface="Symbol"/>
              </a:rPr>
              <a:t></a:t>
            </a:r>
            <a:r>
              <a:rPr sz="3200" spc="-80" dirty="0">
                <a:latin typeface="Times New Roman"/>
                <a:cs typeface="Times New Roman"/>
              </a:rPr>
              <a:t> </a:t>
            </a:r>
            <a:r>
              <a:rPr sz="3200" b="1" dirty="0">
                <a:latin typeface="Calibri"/>
                <a:cs typeface="Calibri"/>
              </a:rPr>
              <a:t>A,</a:t>
            </a:r>
            <a:r>
              <a:rPr sz="3200" b="1" spc="-10" dirty="0">
                <a:latin typeface="Calibri"/>
                <a:cs typeface="Calibri"/>
              </a:rPr>
              <a:t> </a:t>
            </a:r>
            <a:r>
              <a:rPr sz="3200" b="1" spc="-20" dirty="0">
                <a:latin typeface="Calibri"/>
                <a:cs typeface="Calibri"/>
              </a:rPr>
              <a:t>P(x)</a:t>
            </a:r>
            <a:endParaRPr sz="3200">
              <a:latin typeface="Calibri"/>
              <a:cs typeface="Calibri"/>
            </a:endParaRPr>
          </a:p>
          <a:p>
            <a:pPr marL="50800">
              <a:lnSpc>
                <a:spcPct val="100000"/>
              </a:lnSpc>
              <a:spcBef>
                <a:spcPts val="745"/>
              </a:spcBef>
              <a:tabLst>
                <a:tab pos="1511935" algn="l"/>
              </a:tabLst>
            </a:pPr>
            <a:r>
              <a:rPr sz="3200" b="1" dirty="0">
                <a:latin typeface="Calibri"/>
                <a:cs typeface="Calibri"/>
              </a:rPr>
              <a:t>Ví</a:t>
            </a:r>
            <a:r>
              <a:rPr sz="3200" b="1" spc="-10" dirty="0">
                <a:latin typeface="Calibri"/>
                <a:cs typeface="Calibri"/>
              </a:rPr>
              <a:t> </a:t>
            </a:r>
            <a:r>
              <a:rPr sz="3200" b="1" dirty="0">
                <a:latin typeface="Calibri"/>
                <a:cs typeface="Calibri"/>
              </a:rPr>
              <a:t>dụ</a:t>
            </a:r>
            <a:r>
              <a:rPr sz="3200" b="1" spc="-15" dirty="0">
                <a:latin typeface="Calibri"/>
                <a:cs typeface="Calibri"/>
              </a:rPr>
              <a:t> </a:t>
            </a:r>
            <a:r>
              <a:rPr sz="3200" b="1" spc="-25" dirty="0">
                <a:latin typeface="Calibri"/>
                <a:cs typeface="Calibri"/>
              </a:rPr>
              <a:t>5:</a:t>
            </a:r>
            <a:r>
              <a:rPr sz="3200" b="1" dirty="0">
                <a:latin typeface="Calibri"/>
                <a:cs typeface="Calibri"/>
              </a:rPr>
              <a:t>	</a:t>
            </a:r>
            <a:r>
              <a:rPr sz="3200" dirty="0">
                <a:latin typeface="Calibri"/>
                <a:cs typeface="Calibri"/>
              </a:rPr>
              <a:t>Cho</a:t>
            </a:r>
            <a:r>
              <a:rPr sz="3200" spc="-35" dirty="0">
                <a:latin typeface="Calibri"/>
                <a:cs typeface="Calibri"/>
              </a:rPr>
              <a:t> </a:t>
            </a:r>
            <a:r>
              <a:rPr sz="3200" dirty="0">
                <a:latin typeface="Calibri"/>
                <a:cs typeface="Calibri"/>
              </a:rPr>
              <a:t>vị</a:t>
            </a:r>
            <a:r>
              <a:rPr sz="3200" spc="-40" dirty="0">
                <a:latin typeface="Calibri"/>
                <a:cs typeface="Calibri"/>
              </a:rPr>
              <a:t> </a:t>
            </a:r>
            <a:r>
              <a:rPr sz="3200" spc="-25" dirty="0">
                <a:latin typeface="Calibri"/>
                <a:cs typeface="Calibri"/>
              </a:rPr>
              <a:t>từ</a:t>
            </a:r>
            <a:endParaRPr sz="3200">
              <a:latin typeface="Calibri"/>
              <a:cs typeface="Calibri"/>
            </a:endParaRPr>
          </a:p>
          <a:p>
            <a:pPr marL="972185" algn="ctr">
              <a:lnSpc>
                <a:spcPct val="100000"/>
              </a:lnSpc>
              <a:spcBef>
                <a:spcPts val="795"/>
              </a:spcBef>
            </a:pPr>
            <a:r>
              <a:rPr sz="3200" dirty="0">
                <a:latin typeface="Calibri"/>
                <a:cs typeface="Calibri"/>
              </a:rPr>
              <a:t>q(x)</a:t>
            </a:r>
            <a:r>
              <a:rPr sz="3200" spc="-1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“x</a:t>
            </a:r>
            <a:r>
              <a:rPr sz="3150" baseline="25132" dirty="0">
                <a:latin typeface="Calibri"/>
                <a:cs typeface="Calibri"/>
              </a:rPr>
              <a:t>2</a:t>
            </a:r>
            <a:r>
              <a:rPr sz="3150" spc="337" baseline="25132" dirty="0">
                <a:latin typeface="Calibri"/>
                <a:cs typeface="Calibri"/>
              </a:rPr>
              <a:t> </a:t>
            </a:r>
            <a:r>
              <a:rPr sz="3200" dirty="0">
                <a:latin typeface="Calibri"/>
                <a:cs typeface="Calibri"/>
              </a:rPr>
              <a:t>-x</a:t>
            </a:r>
            <a:r>
              <a:rPr sz="3200" spc="-35"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2</a:t>
            </a:r>
            <a:r>
              <a:rPr sz="3200" spc="-20" dirty="0">
                <a:latin typeface="Calibri"/>
                <a:cs typeface="Calibri"/>
              </a:rPr>
              <a:t> </a:t>
            </a:r>
            <a:r>
              <a:rPr sz="3200" dirty="0">
                <a:latin typeface="Calibri"/>
                <a:cs typeface="Calibri"/>
              </a:rPr>
              <a:t>=</a:t>
            </a:r>
            <a:r>
              <a:rPr sz="3200" spc="-20" dirty="0">
                <a:latin typeface="Calibri"/>
                <a:cs typeface="Calibri"/>
              </a:rPr>
              <a:t> </a:t>
            </a:r>
            <a:r>
              <a:rPr sz="3200" spc="-75" dirty="0">
                <a:latin typeface="Calibri"/>
                <a:cs typeface="Calibri"/>
              </a:rPr>
              <a:t>0”,</a:t>
            </a:r>
            <a:r>
              <a:rPr sz="3200" spc="-20" dirty="0">
                <a:latin typeface="Calibri"/>
                <a:cs typeface="Calibri"/>
              </a:rPr>
              <a:t> </a:t>
            </a:r>
            <a:r>
              <a:rPr sz="3200" dirty="0">
                <a:latin typeface="Calibri"/>
                <a:cs typeface="Calibri"/>
              </a:rPr>
              <a:t>r(x)</a:t>
            </a:r>
            <a:r>
              <a:rPr sz="3200" spc="-20" dirty="0">
                <a:latin typeface="Calibri"/>
                <a:cs typeface="Calibri"/>
              </a:rPr>
              <a:t> </a:t>
            </a:r>
            <a:r>
              <a:rPr sz="3200" dirty="0">
                <a:latin typeface="Calibri"/>
                <a:cs typeface="Calibri"/>
              </a:rPr>
              <a:t>:</a:t>
            </a:r>
            <a:r>
              <a:rPr sz="3200" spc="-35"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x&gt;0</a:t>
            </a:r>
            <a:r>
              <a:rPr sz="3200" spc="-20" dirty="0">
                <a:latin typeface="Calibri"/>
                <a:cs typeface="Calibri"/>
              </a:rPr>
              <a:t> </a:t>
            </a:r>
            <a:r>
              <a:rPr sz="3200" spc="-135" dirty="0">
                <a:latin typeface="Calibri"/>
                <a:cs typeface="Calibri"/>
              </a:rPr>
              <a:t>”,</a:t>
            </a:r>
            <a:r>
              <a:rPr sz="3200" spc="-20" dirty="0">
                <a:latin typeface="Calibri"/>
                <a:cs typeface="Calibri"/>
              </a:rPr>
              <a:t> </a:t>
            </a:r>
            <a:r>
              <a:rPr sz="3200" dirty="0">
                <a:latin typeface="Calibri"/>
                <a:cs typeface="Calibri"/>
              </a:rPr>
              <a:t>x</a:t>
            </a:r>
            <a:r>
              <a:rPr sz="3200" spc="-15" dirty="0">
                <a:latin typeface="Calibri"/>
                <a:cs typeface="Calibri"/>
              </a:rPr>
              <a:t> </a:t>
            </a:r>
            <a:r>
              <a:rPr sz="3200" dirty="0">
                <a:latin typeface="Symbol"/>
                <a:cs typeface="Symbol"/>
              </a:rPr>
              <a:t></a:t>
            </a:r>
            <a:r>
              <a:rPr sz="3200" spc="-95" dirty="0">
                <a:latin typeface="Times New Roman"/>
                <a:cs typeface="Times New Roman"/>
              </a:rPr>
              <a:t> </a:t>
            </a:r>
            <a:r>
              <a:rPr sz="3200" spc="-25" dirty="0">
                <a:latin typeface="Calibri"/>
                <a:cs typeface="Calibri"/>
              </a:rPr>
              <a:t>R.</a:t>
            </a:r>
            <a:endParaRPr sz="3200">
              <a:latin typeface="Calibri"/>
              <a:cs typeface="Calibri"/>
            </a:endParaRPr>
          </a:p>
          <a:p>
            <a:pPr marL="50800">
              <a:lnSpc>
                <a:spcPct val="100000"/>
              </a:lnSpc>
              <a:spcBef>
                <a:spcPts val="745"/>
              </a:spcBef>
            </a:pPr>
            <a:r>
              <a:rPr sz="3200" dirty="0">
                <a:latin typeface="Calibri"/>
                <a:cs typeface="Calibri"/>
              </a:rPr>
              <a:t>Xét</a:t>
            </a:r>
            <a:r>
              <a:rPr sz="3200" spc="-80" dirty="0">
                <a:latin typeface="Calibri"/>
                <a:cs typeface="Calibri"/>
              </a:rPr>
              <a:t> </a:t>
            </a:r>
            <a:r>
              <a:rPr sz="3200" dirty="0">
                <a:latin typeface="Calibri"/>
                <a:cs typeface="Calibri"/>
              </a:rPr>
              <a:t>chân</a:t>
            </a:r>
            <a:r>
              <a:rPr sz="3200" spc="-40" dirty="0">
                <a:latin typeface="Calibri"/>
                <a:cs typeface="Calibri"/>
              </a:rPr>
              <a:t> </a:t>
            </a:r>
            <a:r>
              <a:rPr sz="3200" dirty="0">
                <a:latin typeface="Calibri"/>
                <a:cs typeface="Calibri"/>
              </a:rPr>
              <a:t>trị</a:t>
            </a:r>
            <a:r>
              <a:rPr sz="3200" spc="-65" dirty="0">
                <a:latin typeface="Calibri"/>
                <a:cs typeface="Calibri"/>
              </a:rPr>
              <a:t> </a:t>
            </a:r>
            <a:r>
              <a:rPr sz="3200" spc="-25" dirty="0">
                <a:latin typeface="Calibri"/>
                <a:cs typeface="Calibri"/>
              </a:rPr>
              <a:t>của</a:t>
            </a:r>
            <a:endParaRPr sz="3200">
              <a:latin typeface="Calibri"/>
              <a:cs typeface="Calibri"/>
            </a:endParaRPr>
          </a:p>
          <a:p>
            <a:pPr marL="1524635">
              <a:lnSpc>
                <a:spcPct val="100000"/>
              </a:lnSpc>
              <a:spcBef>
                <a:spcPts val="795"/>
              </a:spcBef>
            </a:pPr>
            <a:r>
              <a:rPr sz="3200" dirty="0">
                <a:latin typeface="Symbol"/>
                <a:cs typeface="Symbol"/>
              </a:rPr>
              <a:t></a:t>
            </a:r>
            <a:r>
              <a:rPr sz="3200" dirty="0">
                <a:latin typeface="Calibri"/>
                <a:cs typeface="Calibri"/>
              </a:rPr>
              <a:t>x</a:t>
            </a:r>
            <a:r>
              <a:rPr sz="3200" spc="-30"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Calibri"/>
                <a:cs typeface="Calibri"/>
              </a:rPr>
              <a:t>R,</a:t>
            </a:r>
            <a:r>
              <a:rPr sz="3200" spc="-30" dirty="0">
                <a:latin typeface="Calibri"/>
                <a:cs typeface="Calibri"/>
              </a:rPr>
              <a:t> </a:t>
            </a:r>
            <a:r>
              <a:rPr sz="3200" dirty="0">
                <a:latin typeface="Calibri"/>
                <a:cs typeface="Calibri"/>
              </a:rPr>
              <a:t>q(x)</a:t>
            </a:r>
            <a:r>
              <a:rPr sz="3200" spc="-20" dirty="0">
                <a:latin typeface="Calibri"/>
                <a:cs typeface="Calibri"/>
              </a:rPr>
              <a:t> </a:t>
            </a:r>
            <a:r>
              <a:rPr sz="3200" dirty="0">
                <a:latin typeface="Symbol"/>
                <a:cs typeface="Symbol"/>
              </a:rPr>
              <a:t></a:t>
            </a:r>
            <a:r>
              <a:rPr sz="3200" spc="-105" dirty="0">
                <a:latin typeface="Times New Roman"/>
                <a:cs typeface="Times New Roman"/>
              </a:rPr>
              <a:t> </a:t>
            </a:r>
            <a:r>
              <a:rPr sz="3200" spc="-20" dirty="0">
                <a:latin typeface="Calibri"/>
                <a:cs typeface="Calibri"/>
              </a:rPr>
              <a:t>r(x)</a:t>
            </a:r>
            <a:endParaRPr sz="3200">
              <a:latin typeface="Calibri"/>
              <a:cs typeface="Calibri"/>
            </a:endParaRPr>
          </a:p>
          <a:p>
            <a:pPr marL="50800">
              <a:lnSpc>
                <a:spcPct val="100000"/>
              </a:lnSpc>
              <a:spcBef>
                <a:spcPts val="740"/>
              </a:spcBef>
            </a:pPr>
            <a:r>
              <a:rPr sz="3200" spc="-90" dirty="0">
                <a:latin typeface="Calibri"/>
                <a:cs typeface="Calibri"/>
              </a:rPr>
              <a:t>Ta</a:t>
            </a:r>
            <a:r>
              <a:rPr sz="3200" spc="-35" dirty="0">
                <a:latin typeface="Calibri"/>
                <a:cs typeface="Calibri"/>
              </a:rPr>
              <a:t> </a:t>
            </a:r>
            <a:r>
              <a:rPr sz="3200" dirty="0">
                <a:latin typeface="Calibri"/>
                <a:cs typeface="Calibri"/>
              </a:rPr>
              <a:t>có</a:t>
            </a:r>
            <a:r>
              <a:rPr sz="3200" spc="-50" dirty="0">
                <a:latin typeface="Calibri"/>
                <a:cs typeface="Calibri"/>
              </a:rPr>
              <a:t> </a:t>
            </a:r>
            <a:r>
              <a:rPr sz="3200" dirty="0">
                <a:latin typeface="Calibri"/>
                <a:cs typeface="Calibri"/>
              </a:rPr>
              <a:t>P(x)</a:t>
            </a:r>
            <a:r>
              <a:rPr sz="3200" spc="-35" dirty="0">
                <a:latin typeface="Calibri"/>
                <a:cs typeface="Calibri"/>
              </a:rPr>
              <a:t> </a:t>
            </a:r>
            <a:r>
              <a:rPr sz="3200" dirty="0">
                <a:latin typeface="Calibri"/>
                <a:cs typeface="Calibri"/>
              </a:rPr>
              <a:t>:</a:t>
            </a:r>
            <a:r>
              <a:rPr sz="3200" spc="-25" dirty="0">
                <a:latin typeface="Calibri"/>
                <a:cs typeface="Calibri"/>
              </a:rPr>
              <a:t> ?.</a:t>
            </a:r>
            <a:endParaRPr sz="3200">
              <a:latin typeface="Calibri"/>
              <a:cs typeface="Calibri"/>
            </a:endParaRPr>
          </a:p>
          <a:p>
            <a:pPr marL="50800">
              <a:lnSpc>
                <a:spcPct val="100000"/>
              </a:lnSpc>
              <a:spcBef>
                <a:spcPts val="770"/>
              </a:spcBef>
            </a:pPr>
            <a:r>
              <a:rPr sz="3200" dirty="0">
                <a:latin typeface="Calibri"/>
                <a:cs typeface="Calibri"/>
              </a:rPr>
              <a:t>Lượng</a:t>
            </a:r>
            <a:r>
              <a:rPr sz="3200" spc="-30" dirty="0">
                <a:latin typeface="Calibri"/>
                <a:cs typeface="Calibri"/>
              </a:rPr>
              <a:t> </a:t>
            </a:r>
            <a:r>
              <a:rPr sz="3200" dirty="0">
                <a:latin typeface="Calibri"/>
                <a:cs typeface="Calibri"/>
              </a:rPr>
              <a:t>từ</a:t>
            </a:r>
            <a:r>
              <a:rPr sz="3200" spc="-25" dirty="0">
                <a:latin typeface="Calibri"/>
                <a:cs typeface="Calibri"/>
              </a:rPr>
              <a:t> </a:t>
            </a:r>
            <a:r>
              <a:rPr sz="3200" dirty="0">
                <a:latin typeface="Calibri"/>
                <a:cs typeface="Calibri"/>
              </a:rPr>
              <a:t>phổ</a:t>
            </a:r>
            <a:r>
              <a:rPr sz="3200" spc="-20" dirty="0">
                <a:latin typeface="Calibri"/>
                <a:cs typeface="Calibri"/>
              </a:rPr>
              <a:t> </a:t>
            </a:r>
            <a:r>
              <a:rPr sz="3200" dirty="0">
                <a:latin typeface="Calibri"/>
                <a:cs typeface="Calibri"/>
              </a:rPr>
              <a:t>dụng</a:t>
            </a:r>
            <a:r>
              <a:rPr sz="3200" spc="-15" dirty="0">
                <a:latin typeface="Calibri"/>
                <a:cs typeface="Calibri"/>
              </a:rPr>
              <a:t> </a:t>
            </a:r>
            <a:r>
              <a:rPr sz="3200" dirty="0">
                <a:latin typeface="Calibri"/>
                <a:cs typeface="Calibri"/>
              </a:rPr>
              <a:t>đã</a:t>
            </a:r>
            <a:r>
              <a:rPr sz="3200" spc="-25" dirty="0">
                <a:latin typeface="Calibri"/>
                <a:cs typeface="Calibri"/>
              </a:rPr>
              <a:t> </a:t>
            </a:r>
            <a:r>
              <a:rPr sz="3200" dirty="0">
                <a:latin typeface="Calibri"/>
                <a:cs typeface="Calibri"/>
              </a:rPr>
              <a:t>cho</a:t>
            </a:r>
            <a:r>
              <a:rPr sz="3200" spc="-30" dirty="0">
                <a:latin typeface="Calibri"/>
                <a:cs typeface="Calibri"/>
              </a:rPr>
              <a:t> </a:t>
            </a:r>
            <a:r>
              <a:rPr sz="3200" dirty="0">
                <a:latin typeface="Calibri"/>
                <a:cs typeface="Calibri"/>
              </a:rPr>
              <a:t>có</a:t>
            </a:r>
            <a:r>
              <a:rPr sz="3200" spc="-40" dirty="0">
                <a:latin typeface="Calibri"/>
                <a:cs typeface="Calibri"/>
              </a:rPr>
              <a:t> </a:t>
            </a:r>
            <a:r>
              <a:rPr sz="3200" dirty="0">
                <a:latin typeface="Calibri"/>
                <a:cs typeface="Calibri"/>
              </a:rPr>
              <a:t>chân</a:t>
            </a:r>
            <a:r>
              <a:rPr sz="3200" spc="-30" dirty="0">
                <a:latin typeface="Calibri"/>
                <a:cs typeface="Calibri"/>
              </a:rPr>
              <a:t> </a:t>
            </a:r>
            <a:r>
              <a:rPr sz="3200" dirty="0">
                <a:latin typeface="Calibri"/>
                <a:cs typeface="Calibri"/>
              </a:rPr>
              <a:t>trị</a:t>
            </a:r>
            <a:r>
              <a:rPr sz="3200" spc="-15"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a:t>
            </a:r>
            <a:r>
              <a:rPr sz="3200" spc="-5" dirty="0">
                <a:latin typeface="Calibri"/>
                <a:cs typeface="Calibri"/>
              </a:rPr>
              <a:t> </a:t>
            </a:r>
            <a:r>
              <a:rPr sz="3200" dirty="0">
                <a:latin typeface="Calibri"/>
                <a:cs typeface="Calibri"/>
              </a:rPr>
              <a:t>vì</a:t>
            </a:r>
            <a:r>
              <a:rPr sz="3200" spc="-20"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a:t>
            </a:r>
            <a:r>
              <a:rPr sz="3200" spc="-30" dirty="0">
                <a:latin typeface="Calibri"/>
                <a:cs typeface="Calibri"/>
              </a:rPr>
              <a:t> </a:t>
            </a:r>
            <a:r>
              <a:rPr sz="3200" spc="-50" dirty="0">
                <a:latin typeface="Calibri"/>
                <a:cs typeface="Calibri"/>
              </a:rPr>
              <a:t>.</a:t>
            </a:r>
            <a:endParaRPr sz="3200">
              <a:latin typeface="Calibri"/>
              <a:cs typeface="Calibri"/>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45440" y="144313"/>
            <a:ext cx="8298180" cy="5775960"/>
          </a:xfrm>
          <a:prstGeom prst="rect">
            <a:avLst/>
          </a:prstGeom>
        </p:spPr>
        <p:txBody>
          <a:bodyPr vert="horz" wrap="square" lIns="0" tIns="107314" rIns="0" bIns="0" rtlCol="0">
            <a:spAutoFit/>
          </a:bodyPr>
          <a:lstStyle/>
          <a:p>
            <a:pPr marL="3158490">
              <a:lnSpc>
                <a:spcPct val="100000"/>
              </a:lnSpc>
              <a:spcBef>
                <a:spcPts val="844"/>
              </a:spcBef>
            </a:pPr>
            <a:r>
              <a:rPr sz="3200" dirty="0">
                <a:latin typeface="Symbol"/>
                <a:cs typeface="Symbol"/>
              </a:rPr>
              <a:t></a:t>
            </a:r>
            <a:r>
              <a:rPr sz="3200" b="1" dirty="0">
                <a:latin typeface="Calibri"/>
                <a:cs typeface="Calibri"/>
              </a:rPr>
              <a:t>x</a:t>
            </a:r>
            <a:r>
              <a:rPr sz="3200" b="1" spc="-15" dirty="0">
                <a:latin typeface="Calibri"/>
                <a:cs typeface="Calibri"/>
              </a:rPr>
              <a:t> </a:t>
            </a:r>
            <a:r>
              <a:rPr sz="3200" dirty="0">
                <a:latin typeface="Symbol"/>
                <a:cs typeface="Symbol"/>
              </a:rPr>
              <a:t></a:t>
            </a:r>
            <a:r>
              <a:rPr sz="3200" spc="-80" dirty="0">
                <a:latin typeface="Times New Roman"/>
                <a:cs typeface="Times New Roman"/>
              </a:rPr>
              <a:t> </a:t>
            </a:r>
            <a:r>
              <a:rPr sz="3200" b="1" dirty="0">
                <a:latin typeface="Calibri"/>
                <a:cs typeface="Calibri"/>
              </a:rPr>
              <a:t>A,</a:t>
            </a:r>
            <a:r>
              <a:rPr sz="3200" b="1" spc="-10" dirty="0">
                <a:latin typeface="Calibri"/>
                <a:cs typeface="Calibri"/>
              </a:rPr>
              <a:t> </a:t>
            </a:r>
            <a:r>
              <a:rPr sz="3200" b="1" spc="-20" dirty="0">
                <a:latin typeface="Calibri"/>
                <a:cs typeface="Calibri"/>
              </a:rPr>
              <a:t>P(x)</a:t>
            </a:r>
            <a:endParaRPr sz="3200">
              <a:latin typeface="Calibri"/>
              <a:cs typeface="Calibri"/>
            </a:endParaRPr>
          </a:p>
          <a:p>
            <a:pPr marL="50800">
              <a:lnSpc>
                <a:spcPct val="100000"/>
              </a:lnSpc>
              <a:spcBef>
                <a:spcPts val="745"/>
              </a:spcBef>
              <a:tabLst>
                <a:tab pos="1097915" algn="l"/>
              </a:tabLst>
            </a:pPr>
            <a:r>
              <a:rPr sz="3200" b="1" dirty="0">
                <a:latin typeface="Calibri"/>
                <a:cs typeface="Calibri"/>
              </a:rPr>
              <a:t>Giải </a:t>
            </a:r>
            <a:r>
              <a:rPr sz="3200" b="1" spc="-50" dirty="0">
                <a:latin typeface="Calibri"/>
                <a:cs typeface="Calibri"/>
              </a:rPr>
              <a:t>:</a:t>
            </a:r>
            <a:r>
              <a:rPr sz="3200" b="1" dirty="0">
                <a:latin typeface="Calibri"/>
                <a:cs typeface="Calibri"/>
              </a:rPr>
              <a:t>	</a:t>
            </a:r>
            <a:r>
              <a:rPr sz="3200" dirty="0">
                <a:latin typeface="Calibri"/>
                <a:cs typeface="Calibri"/>
              </a:rPr>
              <a:t>Cho</a:t>
            </a:r>
            <a:r>
              <a:rPr sz="3200" spc="-35" dirty="0">
                <a:latin typeface="Calibri"/>
                <a:cs typeface="Calibri"/>
              </a:rPr>
              <a:t> </a:t>
            </a:r>
            <a:r>
              <a:rPr sz="3200" dirty="0">
                <a:latin typeface="Calibri"/>
                <a:cs typeface="Calibri"/>
              </a:rPr>
              <a:t>vị</a:t>
            </a:r>
            <a:r>
              <a:rPr sz="3200" spc="-40" dirty="0">
                <a:latin typeface="Calibri"/>
                <a:cs typeface="Calibri"/>
              </a:rPr>
              <a:t> </a:t>
            </a:r>
            <a:r>
              <a:rPr sz="3200" spc="-25" dirty="0">
                <a:latin typeface="Calibri"/>
                <a:cs typeface="Calibri"/>
              </a:rPr>
              <a:t>từ</a:t>
            </a:r>
            <a:endParaRPr sz="3200">
              <a:latin typeface="Calibri"/>
              <a:cs typeface="Calibri"/>
            </a:endParaRPr>
          </a:p>
          <a:p>
            <a:pPr marL="722630" algn="ctr">
              <a:lnSpc>
                <a:spcPct val="100000"/>
              </a:lnSpc>
              <a:spcBef>
                <a:spcPts val="795"/>
              </a:spcBef>
            </a:pPr>
            <a:r>
              <a:rPr sz="3200" dirty="0">
                <a:latin typeface="Calibri"/>
                <a:cs typeface="Calibri"/>
              </a:rPr>
              <a:t>q(x)</a:t>
            </a:r>
            <a:r>
              <a:rPr sz="3200" spc="-5"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“x</a:t>
            </a:r>
            <a:r>
              <a:rPr sz="3150" baseline="25132" dirty="0">
                <a:latin typeface="Calibri"/>
                <a:cs typeface="Calibri"/>
              </a:rPr>
              <a:t>2</a:t>
            </a:r>
            <a:r>
              <a:rPr sz="3150" spc="337" baseline="25132" dirty="0">
                <a:latin typeface="Calibri"/>
                <a:cs typeface="Calibri"/>
              </a:rPr>
              <a:t> </a:t>
            </a:r>
            <a:r>
              <a:rPr sz="3200" dirty="0">
                <a:latin typeface="Calibri"/>
                <a:cs typeface="Calibri"/>
              </a:rPr>
              <a:t>-x</a:t>
            </a:r>
            <a:r>
              <a:rPr sz="3200" spc="-3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2</a:t>
            </a:r>
            <a:r>
              <a:rPr sz="3200" spc="-15" dirty="0">
                <a:latin typeface="Calibri"/>
                <a:cs typeface="Calibri"/>
              </a:rPr>
              <a:t> </a:t>
            </a:r>
            <a:r>
              <a:rPr sz="3200" dirty="0">
                <a:latin typeface="Calibri"/>
                <a:cs typeface="Calibri"/>
              </a:rPr>
              <a:t>=</a:t>
            </a:r>
            <a:r>
              <a:rPr sz="3200" spc="-15" dirty="0">
                <a:latin typeface="Calibri"/>
                <a:cs typeface="Calibri"/>
              </a:rPr>
              <a:t> </a:t>
            </a:r>
            <a:r>
              <a:rPr sz="3200" spc="-75" dirty="0">
                <a:latin typeface="Calibri"/>
                <a:cs typeface="Calibri"/>
              </a:rPr>
              <a:t>0”,</a:t>
            </a:r>
            <a:r>
              <a:rPr sz="3200" spc="-20" dirty="0">
                <a:latin typeface="Calibri"/>
                <a:cs typeface="Calibri"/>
              </a:rPr>
              <a:t> </a:t>
            </a:r>
            <a:r>
              <a:rPr sz="3200" dirty="0">
                <a:latin typeface="Calibri"/>
                <a:cs typeface="Calibri"/>
              </a:rPr>
              <a:t>r(x)</a:t>
            </a:r>
            <a:r>
              <a:rPr sz="3200" spc="-15"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a:t>
            </a:r>
            <a:r>
              <a:rPr sz="3200" spc="-5" dirty="0">
                <a:latin typeface="Calibri"/>
                <a:cs typeface="Calibri"/>
              </a:rPr>
              <a:t> </a:t>
            </a:r>
            <a:r>
              <a:rPr sz="3200" dirty="0">
                <a:latin typeface="Calibri"/>
                <a:cs typeface="Calibri"/>
              </a:rPr>
              <a:t>x</a:t>
            </a:r>
            <a:r>
              <a:rPr sz="3200" spc="-15" dirty="0">
                <a:latin typeface="Calibri"/>
                <a:cs typeface="Calibri"/>
              </a:rPr>
              <a:t> </a:t>
            </a:r>
            <a:r>
              <a:rPr sz="3200" dirty="0">
                <a:latin typeface="Calibri"/>
                <a:cs typeface="Calibri"/>
              </a:rPr>
              <a:t>&gt;</a:t>
            </a:r>
            <a:r>
              <a:rPr sz="3200" spc="-10" dirty="0">
                <a:latin typeface="Calibri"/>
                <a:cs typeface="Calibri"/>
              </a:rPr>
              <a:t> </a:t>
            </a:r>
            <a:r>
              <a:rPr sz="3200" dirty="0">
                <a:latin typeface="Calibri"/>
                <a:cs typeface="Calibri"/>
              </a:rPr>
              <a:t>0</a:t>
            </a:r>
            <a:r>
              <a:rPr sz="3200" spc="-10" dirty="0">
                <a:latin typeface="Calibri"/>
                <a:cs typeface="Calibri"/>
              </a:rPr>
              <a:t> </a:t>
            </a:r>
            <a:r>
              <a:rPr sz="3200" spc="-135" dirty="0">
                <a:latin typeface="Calibri"/>
                <a:cs typeface="Calibri"/>
              </a:rPr>
              <a:t>”,</a:t>
            </a:r>
            <a:r>
              <a:rPr sz="3200" spc="-20" dirty="0">
                <a:latin typeface="Calibri"/>
                <a:cs typeface="Calibri"/>
              </a:rPr>
              <a:t> </a:t>
            </a:r>
            <a:r>
              <a:rPr sz="3200" dirty="0">
                <a:latin typeface="Calibri"/>
                <a:cs typeface="Calibri"/>
              </a:rPr>
              <a:t>x</a:t>
            </a:r>
            <a:r>
              <a:rPr sz="3200" spc="-20" dirty="0">
                <a:latin typeface="Calibri"/>
                <a:cs typeface="Calibri"/>
              </a:rPr>
              <a:t> </a:t>
            </a:r>
            <a:r>
              <a:rPr sz="3200" dirty="0">
                <a:latin typeface="Symbol"/>
                <a:cs typeface="Symbol"/>
              </a:rPr>
              <a:t></a:t>
            </a:r>
            <a:r>
              <a:rPr sz="3200" spc="-90" dirty="0">
                <a:latin typeface="Times New Roman"/>
                <a:cs typeface="Times New Roman"/>
              </a:rPr>
              <a:t> </a:t>
            </a:r>
            <a:r>
              <a:rPr sz="3200" spc="-25" dirty="0">
                <a:latin typeface="Calibri"/>
                <a:cs typeface="Calibri"/>
              </a:rPr>
              <a:t>R.</a:t>
            </a:r>
            <a:endParaRPr sz="3200">
              <a:latin typeface="Calibri"/>
              <a:cs typeface="Calibri"/>
            </a:endParaRPr>
          </a:p>
          <a:p>
            <a:pPr marL="50800">
              <a:lnSpc>
                <a:spcPct val="100000"/>
              </a:lnSpc>
              <a:spcBef>
                <a:spcPts val="745"/>
              </a:spcBef>
            </a:pPr>
            <a:r>
              <a:rPr sz="3200" dirty="0">
                <a:latin typeface="Calibri"/>
                <a:cs typeface="Calibri"/>
              </a:rPr>
              <a:t>Xét</a:t>
            </a:r>
            <a:r>
              <a:rPr sz="3200" spc="-80" dirty="0">
                <a:latin typeface="Calibri"/>
                <a:cs typeface="Calibri"/>
              </a:rPr>
              <a:t> </a:t>
            </a:r>
            <a:r>
              <a:rPr sz="3200" dirty="0">
                <a:latin typeface="Calibri"/>
                <a:cs typeface="Calibri"/>
              </a:rPr>
              <a:t>chân</a:t>
            </a:r>
            <a:r>
              <a:rPr sz="3200" spc="-40" dirty="0">
                <a:latin typeface="Calibri"/>
                <a:cs typeface="Calibri"/>
              </a:rPr>
              <a:t> </a:t>
            </a:r>
            <a:r>
              <a:rPr sz="3200" dirty="0">
                <a:latin typeface="Calibri"/>
                <a:cs typeface="Calibri"/>
              </a:rPr>
              <a:t>trị</a:t>
            </a:r>
            <a:r>
              <a:rPr sz="3200" spc="-65" dirty="0">
                <a:latin typeface="Calibri"/>
                <a:cs typeface="Calibri"/>
              </a:rPr>
              <a:t> </a:t>
            </a:r>
            <a:r>
              <a:rPr sz="3200" spc="-25" dirty="0">
                <a:latin typeface="Calibri"/>
                <a:cs typeface="Calibri"/>
              </a:rPr>
              <a:t>của</a:t>
            </a:r>
            <a:endParaRPr sz="3200">
              <a:latin typeface="Calibri"/>
              <a:cs typeface="Calibri"/>
            </a:endParaRPr>
          </a:p>
          <a:p>
            <a:pPr marL="50800" marR="3622040" indent="1473835">
              <a:lnSpc>
                <a:spcPct val="120000"/>
              </a:lnSpc>
              <a:spcBef>
                <a:spcPts val="25"/>
              </a:spcBef>
            </a:pPr>
            <a:r>
              <a:rPr sz="3200" dirty="0">
                <a:latin typeface="Symbol"/>
                <a:cs typeface="Symbol"/>
              </a:rPr>
              <a:t></a:t>
            </a:r>
            <a:r>
              <a:rPr sz="3200" dirty="0">
                <a:latin typeface="Calibri"/>
                <a:cs typeface="Calibri"/>
              </a:rPr>
              <a:t>x</a:t>
            </a:r>
            <a:r>
              <a:rPr sz="3200" spc="-30"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Calibri"/>
                <a:cs typeface="Calibri"/>
              </a:rPr>
              <a:t>R,</a:t>
            </a:r>
            <a:r>
              <a:rPr sz="3200" spc="-30" dirty="0">
                <a:latin typeface="Calibri"/>
                <a:cs typeface="Calibri"/>
              </a:rPr>
              <a:t> </a:t>
            </a:r>
            <a:r>
              <a:rPr sz="3200" dirty="0">
                <a:latin typeface="Calibri"/>
                <a:cs typeface="Calibri"/>
              </a:rPr>
              <a:t>q(x)</a:t>
            </a:r>
            <a:r>
              <a:rPr sz="3200" spc="-20" dirty="0">
                <a:latin typeface="Calibri"/>
                <a:cs typeface="Calibri"/>
              </a:rPr>
              <a:t> </a:t>
            </a:r>
            <a:r>
              <a:rPr sz="3200" dirty="0">
                <a:latin typeface="Symbol"/>
                <a:cs typeface="Symbol"/>
              </a:rPr>
              <a:t></a:t>
            </a:r>
            <a:r>
              <a:rPr sz="3200" spc="-105" dirty="0">
                <a:latin typeface="Times New Roman"/>
                <a:cs typeface="Times New Roman"/>
              </a:rPr>
              <a:t> </a:t>
            </a:r>
            <a:r>
              <a:rPr sz="3200" spc="-20" dirty="0">
                <a:latin typeface="Calibri"/>
                <a:cs typeface="Calibri"/>
              </a:rPr>
              <a:t>r(x) </a:t>
            </a:r>
            <a:r>
              <a:rPr sz="3200" spc="-90" dirty="0">
                <a:latin typeface="Calibri"/>
                <a:cs typeface="Calibri"/>
              </a:rPr>
              <a:t>Ta</a:t>
            </a:r>
            <a:r>
              <a:rPr sz="3200" spc="-35" dirty="0">
                <a:latin typeface="Calibri"/>
                <a:cs typeface="Calibri"/>
              </a:rPr>
              <a:t> </a:t>
            </a:r>
            <a:r>
              <a:rPr sz="3200" dirty="0">
                <a:latin typeface="Calibri"/>
                <a:cs typeface="Calibri"/>
              </a:rPr>
              <a:t>có</a:t>
            </a:r>
            <a:r>
              <a:rPr sz="3200" spc="-50" dirty="0">
                <a:latin typeface="Calibri"/>
                <a:cs typeface="Calibri"/>
              </a:rPr>
              <a:t> </a:t>
            </a:r>
            <a:r>
              <a:rPr sz="3200" dirty="0">
                <a:latin typeface="Calibri"/>
                <a:cs typeface="Calibri"/>
              </a:rPr>
              <a:t>P(x)</a:t>
            </a:r>
            <a:r>
              <a:rPr sz="3200" spc="-30"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q(x)</a:t>
            </a:r>
            <a:r>
              <a:rPr sz="3200" spc="-20" dirty="0">
                <a:latin typeface="Calibri"/>
                <a:cs typeface="Calibri"/>
              </a:rPr>
              <a:t> </a:t>
            </a:r>
            <a:r>
              <a:rPr sz="3200" dirty="0">
                <a:latin typeface="Symbol"/>
                <a:cs typeface="Symbol"/>
              </a:rPr>
              <a:t></a:t>
            </a:r>
            <a:r>
              <a:rPr sz="3200" spc="-110" dirty="0">
                <a:latin typeface="Times New Roman"/>
                <a:cs typeface="Times New Roman"/>
              </a:rPr>
              <a:t> </a:t>
            </a:r>
            <a:r>
              <a:rPr sz="3200" spc="-10" dirty="0">
                <a:latin typeface="Calibri"/>
                <a:cs typeface="Calibri"/>
              </a:rPr>
              <a:t>r(x).</a:t>
            </a:r>
            <a:endParaRPr sz="3200">
              <a:latin typeface="Calibri"/>
              <a:cs typeface="Calibri"/>
            </a:endParaRPr>
          </a:p>
          <a:p>
            <a:pPr marL="50800">
              <a:lnSpc>
                <a:spcPct val="100000"/>
              </a:lnSpc>
              <a:spcBef>
                <a:spcPts val="745"/>
              </a:spcBef>
              <a:tabLst>
                <a:tab pos="7070725" algn="l"/>
              </a:tabLst>
            </a:pPr>
            <a:r>
              <a:rPr sz="3200" dirty="0">
                <a:latin typeface="Calibri"/>
                <a:cs typeface="Calibri"/>
              </a:rPr>
              <a:t>Lượng</a:t>
            </a:r>
            <a:r>
              <a:rPr sz="3200" spc="-40" dirty="0">
                <a:latin typeface="Calibri"/>
                <a:cs typeface="Calibri"/>
              </a:rPr>
              <a:t> </a:t>
            </a:r>
            <a:r>
              <a:rPr sz="3200" dirty="0">
                <a:latin typeface="Calibri"/>
                <a:cs typeface="Calibri"/>
              </a:rPr>
              <a:t>từ</a:t>
            </a:r>
            <a:r>
              <a:rPr sz="3200" spc="-35" dirty="0">
                <a:latin typeface="Calibri"/>
                <a:cs typeface="Calibri"/>
              </a:rPr>
              <a:t> </a:t>
            </a:r>
            <a:r>
              <a:rPr sz="3200" dirty="0">
                <a:latin typeface="Calibri"/>
                <a:cs typeface="Calibri"/>
              </a:rPr>
              <a:t>phổ</a:t>
            </a:r>
            <a:r>
              <a:rPr sz="3200" spc="-30" dirty="0">
                <a:latin typeface="Calibri"/>
                <a:cs typeface="Calibri"/>
              </a:rPr>
              <a:t> </a:t>
            </a:r>
            <a:r>
              <a:rPr sz="3200" dirty="0">
                <a:latin typeface="Calibri"/>
                <a:cs typeface="Calibri"/>
              </a:rPr>
              <a:t>dụng</a:t>
            </a:r>
            <a:r>
              <a:rPr sz="3200" spc="-25" dirty="0">
                <a:latin typeface="Calibri"/>
                <a:cs typeface="Calibri"/>
              </a:rPr>
              <a:t> </a:t>
            </a:r>
            <a:r>
              <a:rPr sz="3200" dirty="0">
                <a:latin typeface="Calibri"/>
                <a:cs typeface="Calibri"/>
              </a:rPr>
              <a:t>đã</a:t>
            </a:r>
            <a:r>
              <a:rPr sz="3200" spc="-35" dirty="0">
                <a:latin typeface="Calibri"/>
                <a:cs typeface="Calibri"/>
              </a:rPr>
              <a:t> </a:t>
            </a:r>
            <a:r>
              <a:rPr sz="3200" dirty="0">
                <a:latin typeface="Calibri"/>
                <a:cs typeface="Calibri"/>
              </a:rPr>
              <a:t>cho</a:t>
            </a:r>
            <a:r>
              <a:rPr sz="3200" spc="-40" dirty="0">
                <a:latin typeface="Calibri"/>
                <a:cs typeface="Calibri"/>
              </a:rPr>
              <a:t> </a:t>
            </a:r>
            <a:r>
              <a:rPr sz="3200" dirty="0">
                <a:latin typeface="Calibri"/>
                <a:cs typeface="Calibri"/>
              </a:rPr>
              <a:t>có</a:t>
            </a:r>
            <a:r>
              <a:rPr sz="3200" spc="-50" dirty="0">
                <a:latin typeface="Calibri"/>
                <a:cs typeface="Calibri"/>
              </a:rPr>
              <a:t> </a:t>
            </a:r>
            <a:r>
              <a:rPr sz="3200" dirty="0">
                <a:latin typeface="Calibri"/>
                <a:cs typeface="Calibri"/>
              </a:rPr>
              <a:t>chân</a:t>
            </a:r>
            <a:r>
              <a:rPr sz="3200" spc="-40" dirty="0">
                <a:latin typeface="Calibri"/>
                <a:cs typeface="Calibri"/>
              </a:rPr>
              <a:t> </a:t>
            </a:r>
            <a:r>
              <a:rPr sz="3200" dirty="0">
                <a:latin typeface="Calibri"/>
                <a:cs typeface="Calibri"/>
              </a:rPr>
              <a:t>trị</a:t>
            </a:r>
            <a:r>
              <a:rPr sz="3200" spc="-15" dirty="0">
                <a:latin typeface="Calibri"/>
                <a:cs typeface="Calibri"/>
              </a:rPr>
              <a:t> </a:t>
            </a:r>
            <a:r>
              <a:rPr sz="3200" spc="-25" dirty="0">
                <a:latin typeface="Calibri"/>
                <a:cs typeface="Calibri"/>
              </a:rPr>
              <a:t>SAI</a:t>
            </a:r>
            <a:r>
              <a:rPr sz="3200" dirty="0">
                <a:latin typeface="Calibri"/>
                <a:cs typeface="Calibri"/>
              </a:rPr>
              <a:t>	vì</a:t>
            </a:r>
            <a:r>
              <a:rPr sz="3200" spc="-10" dirty="0">
                <a:latin typeface="Calibri"/>
                <a:cs typeface="Calibri"/>
              </a:rPr>
              <a:t> </a:t>
            </a:r>
            <a:r>
              <a:rPr sz="3200" dirty="0">
                <a:solidFill>
                  <a:srgbClr val="FF0000"/>
                </a:solidFill>
                <a:latin typeface="Calibri"/>
                <a:cs typeface="Calibri"/>
              </a:rPr>
              <a:t>có</a:t>
            </a:r>
            <a:r>
              <a:rPr sz="3200" spc="-40" dirty="0">
                <a:solidFill>
                  <a:srgbClr val="FF0000"/>
                </a:solidFill>
                <a:latin typeface="Calibri"/>
                <a:cs typeface="Calibri"/>
              </a:rPr>
              <a:t> </a:t>
            </a:r>
            <a:r>
              <a:rPr sz="3200" dirty="0">
                <a:solidFill>
                  <a:srgbClr val="FF0000"/>
                </a:solidFill>
                <a:latin typeface="Calibri"/>
                <a:cs typeface="Calibri"/>
              </a:rPr>
              <a:t>-</a:t>
            </a:r>
            <a:r>
              <a:rPr sz="3200" spc="-50" dirty="0">
                <a:solidFill>
                  <a:srgbClr val="FF0000"/>
                </a:solidFill>
                <a:latin typeface="Calibri"/>
                <a:cs typeface="Calibri"/>
              </a:rPr>
              <a:t>1</a:t>
            </a:r>
            <a:endParaRPr sz="3200">
              <a:latin typeface="Calibri"/>
              <a:cs typeface="Calibri"/>
            </a:endParaRPr>
          </a:p>
          <a:p>
            <a:pPr marL="50800">
              <a:lnSpc>
                <a:spcPct val="100000"/>
              </a:lnSpc>
              <a:spcBef>
                <a:spcPts val="25"/>
              </a:spcBef>
            </a:pPr>
            <a:r>
              <a:rPr sz="3200" dirty="0">
                <a:solidFill>
                  <a:srgbClr val="FF0000"/>
                </a:solidFill>
                <a:latin typeface="Symbol"/>
                <a:cs typeface="Symbol"/>
              </a:rPr>
              <a:t></a:t>
            </a:r>
            <a:r>
              <a:rPr sz="3200" spc="-110" dirty="0">
                <a:solidFill>
                  <a:srgbClr val="FF0000"/>
                </a:solidFill>
                <a:latin typeface="Times New Roman"/>
                <a:cs typeface="Times New Roman"/>
              </a:rPr>
              <a:t> </a:t>
            </a:r>
            <a:r>
              <a:rPr sz="3200" dirty="0">
                <a:solidFill>
                  <a:srgbClr val="FF0000"/>
                </a:solidFill>
                <a:latin typeface="Calibri"/>
                <a:cs typeface="Calibri"/>
              </a:rPr>
              <a:t>R</a:t>
            </a:r>
            <a:r>
              <a:rPr sz="3200" spc="-40" dirty="0">
                <a:solidFill>
                  <a:srgbClr val="FF0000"/>
                </a:solidFill>
                <a:latin typeface="Calibri"/>
                <a:cs typeface="Calibri"/>
              </a:rPr>
              <a:t> </a:t>
            </a:r>
            <a:r>
              <a:rPr sz="3200" dirty="0">
                <a:latin typeface="Calibri"/>
                <a:cs typeface="Calibri"/>
              </a:rPr>
              <a:t>và</a:t>
            </a:r>
            <a:r>
              <a:rPr sz="3200" spc="-25" dirty="0">
                <a:latin typeface="Calibri"/>
                <a:cs typeface="Calibri"/>
              </a:rPr>
              <a:t> </a:t>
            </a:r>
            <a:r>
              <a:rPr sz="3200" spc="-20" dirty="0">
                <a:latin typeface="Calibri"/>
                <a:cs typeface="Calibri"/>
              </a:rPr>
              <a:t>q(-</a:t>
            </a:r>
            <a:r>
              <a:rPr sz="3200" dirty="0">
                <a:latin typeface="Calibri"/>
                <a:cs typeface="Calibri"/>
              </a:rPr>
              <a:t>1)</a:t>
            </a:r>
            <a:r>
              <a:rPr sz="3200" spc="-30" dirty="0">
                <a:latin typeface="Calibri"/>
                <a:cs typeface="Calibri"/>
              </a:rPr>
              <a:t> </a:t>
            </a:r>
            <a:r>
              <a:rPr sz="3200" dirty="0">
                <a:latin typeface="Calibri"/>
                <a:cs typeface="Calibri"/>
              </a:rPr>
              <a:t>ĐÚNG,</a:t>
            </a:r>
            <a:r>
              <a:rPr sz="3200" spc="-35" dirty="0">
                <a:latin typeface="Calibri"/>
                <a:cs typeface="Calibri"/>
              </a:rPr>
              <a:t> </a:t>
            </a:r>
            <a:r>
              <a:rPr sz="3200" dirty="0">
                <a:latin typeface="Calibri"/>
                <a:cs typeface="Calibri"/>
              </a:rPr>
              <a:t>r(-1)</a:t>
            </a:r>
            <a:r>
              <a:rPr sz="3200" spc="-35" dirty="0">
                <a:latin typeface="Calibri"/>
                <a:cs typeface="Calibri"/>
              </a:rPr>
              <a:t> </a:t>
            </a:r>
            <a:r>
              <a:rPr sz="3200" dirty="0">
                <a:latin typeface="Calibri"/>
                <a:cs typeface="Calibri"/>
              </a:rPr>
              <a:t>SAI,</a:t>
            </a:r>
            <a:r>
              <a:rPr sz="3200" spc="-30" dirty="0">
                <a:latin typeface="Calibri"/>
                <a:cs typeface="Calibri"/>
              </a:rPr>
              <a:t> </a:t>
            </a:r>
            <a:r>
              <a:rPr sz="3200" spc="-25" dirty="0">
                <a:latin typeface="Calibri"/>
                <a:cs typeface="Calibri"/>
              </a:rPr>
              <a:t>nên</a:t>
            </a:r>
            <a:endParaRPr sz="3200">
              <a:latin typeface="Calibri"/>
              <a:cs typeface="Calibri"/>
            </a:endParaRPr>
          </a:p>
          <a:p>
            <a:pPr marR="217804" algn="ctr">
              <a:lnSpc>
                <a:spcPct val="100000"/>
              </a:lnSpc>
              <a:spcBef>
                <a:spcPts val="770"/>
              </a:spcBef>
            </a:pPr>
            <a:r>
              <a:rPr sz="3200" spc="-20" dirty="0">
                <a:latin typeface="Calibri"/>
                <a:cs typeface="Calibri"/>
              </a:rPr>
              <a:t>q(-</a:t>
            </a:r>
            <a:r>
              <a:rPr sz="3200" dirty="0">
                <a:latin typeface="Calibri"/>
                <a:cs typeface="Calibri"/>
              </a:rPr>
              <a:t>1)</a:t>
            </a:r>
            <a:r>
              <a:rPr sz="3200" spc="-15" dirty="0">
                <a:latin typeface="Calibri"/>
                <a:cs typeface="Calibri"/>
              </a:rPr>
              <a:t> </a:t>
            </a:r>
            <a:r>
              <a:rPr sz="3200" dirty="0">
                <a:latin typeface="Symbol"/>
                <a:cs typeface="Symbol"/>
              </a:rPr>
              <a:t></a:t>
            </a:r>
            <a:r>
              <a:rPr sz="3200" spc="-90" dirty="0">
                <a:latin typeface="Times New Roman"/>
                <a:cs typeface="Times New Roman"/>
              </a:rPr>
              <a:t> </a:t>
            </a:r>
            <a:r>
              <a:rPr sz="3200" spc="-10" dirty="0">
                <a:latin typeface="Calibri"/>
                <a:cs typeface="Calibri"/>
              </a:rPr>
              <a:t>r(-</a:t>
            </a:r>
            <a:r>
              <a:rPr sz="3200" dirty="0">
                <a:latin typeface="Calibri"/>
                <a:cs typeface="Calibri"/>
              </a:rPr>
              <a:t>1)</a:t>
            </a:r>
            <a:r>
              <a:rPr sz="3200" spc="-15" dirty="0">
                <a:latin typeface="Calibri"/>
                <a:cs typeface="Calibri"/>
              </a:rPr>
              <a:t> </a:t>
            </a:r>
            <a:r>
              <a:rPr sz="3200" spc="-20" dirty="0">
                <a:latin typeface="Calibri"/>
                <a:cs typeface="Calibri"/>
              </a:rPr>
              <a:t>SAI.</a:t>
            </a:r>
            <a:endParaRPr sz="3200">
              <a:latin typeface="Calibri"/>
              <a:cs typeface="Calibri"/>
            </a:endParaRPr>
          </a:p>
          <a:p>
            <a:pPr marL="50800">
              <a:lnSpc>
                <a:spcPct val="100000"/>
              </a:lnSpc>
              <a:spcBef>
                <a:spcPts val="745"/>
              </a:spcBef>
            </a:pPr>
            <a:r>
              <a:rPr sz="3200" spc="-20" dirty="0">
                <a:latin typeface="Calibri"/>
                <a:cs typeface="Calibri"/>
              </a:rPr>
              <a:t>(P(-</a:t>
            </a:r>
            <a:r>
              <a:rPr sz="3200" dirty="0">
                <a:latin typeface="Calibri"/>
                <a:cs typeface="Calibri"/>
              </a:rPr>
              <a:t>1)</a:t>
            </a:r>
            <a:r>
              <a:rPr sz="3200" spc="-30" dirty="0">
                <a:latin typeface="Calibri"/>
                <a:cs typeface="Calibri"/>
              </a:rPr>
              <a:t> </a:t>
            </a:r>
            <a:r>
              <a:rPr sz="3200" dirty="0">
                <a:latin typeface="Calibri"/>
                <a:cs typeface="Calibri"/>
              </a:rPr>
              <a:t>có</a:t>
            </a:r>
            <a:r>
              <a:rPr sz="3200" spc="-30" dirty="0">
                <a:latin typeface="Calibri"/>
                <a:cs typeface="Calibri"/>
              </a:rPr>
              <a:t> </a:t>
            </a:r>
            <a:r>
              <a:rPr sz="3200" dirty="0">
                <a:latin typeface="Calibri"/>
                <a:cs typeface="Calibri"/>
              </a:rPr>
              <a:t>chân</a:t>
            </a:r>
            <a:r>
              <a:rPr sz="3200" spc="-30" dirty="0">
                <a:latin typeface="Calibri"/>
                <a:cs typeface="Calibri"/>
              </a:rPr>
              <a:t> </a:t>
            </a:r>
            <a:r>
              <a:rPr sz="3200" dirty="0">
                <a:latin typeface="Calibri"/>
                <a:cs typeface="Calibri"/>
              </a:rPr>
              <a:t>trị</a:t>
            </a:r>
            <a:r>
              <a:rPr sz="3200" spc="-25" dirty="0">
                <a:latin typeface="Calibri"/>
                <a:cs typeface="Calibri"/>
              </a:rPr>
              <a:t> </a:t>
            </a:r>
            <a:r>
              <a:rPr sz="3200" spc="-20" dirty="0">
                <a:latin typeface="Calibri"/>
                <a:cs typeface="Calibri"/>
              </a:rPr>
              <a:t>SAI)</a:t>
            </a:r>
            <a:endParaRPr sz="3200">
              <a:latin typeface="Calibri"/>
              <a:cs typeface="Calibri"/>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235407"/>
            <a:ext cx="7952740" cy="4319270"/>
          </a:xfrm>
          <a:prstGeom prst="rect">
            <a:avLst/>
          </a:prstGeom>
        </p:spPr>
        <p:txBody>
          <a:bodyPr vert="horz" wrap="square" lIns="0" tIns="13335" rIns="0" bIns="0" rtlCol="0">
            <a:spAutoFit/>
          </a:bodyPr>
          <a:lstStyle/>
          <a:p>
            <a:pPr marL="12700" marR="11430">
              <a:lnSpc>
                <a:spcPct val="100000"/>
              </a:lnSpc>
              <a:spcBef>
                <a:spcPts val="105"/>
              </a:spcBef>
            </a:pPr>
            <a:r>
              <a:rPr sz="3200" b="1" dirty="0">
                <a:latin typeface="Calibri"/>
                <a:cs typeface="Calibri"/>
              </a:rPr>
              <a:t>1.8.4</a:t>
            </a:r>
            <a:r>
              <a:rPr sz="3200" b="1" spc="-25" dirty="0">
                <a:latin typeface="Calibri"/>
                <a:cs typeface="Calibri"/>
              </a:rPr>
              <a:t> </a:t>
            </a:r>
            <a:r>
              <a:rPr sz="3200" b="1" dirty="0">
                <a:latin typeface="Calibri"/>
                <a:cs typeface="Calibri"/>
              </a:rPr>
              <a:t>Định</a:t>
            </a:r>
            <a:r>
              <a:rPr sz="3200" b="1" spc="-25" dirty="0">
                <a:latin typeface="Calibri"/>
                <a:cs typeface="Calibri"/>
              </a:rPr>
              <a:t> </a:t>
            </a:r>
            <a:r>
              <a:rPr sz="3200" b="1" dirty="0">
                <a:latin typeface="Calibri"/>
                <a:cs typeface="Calibri"/>
              </a:rPr>
              <a:t>nghĩa:</a:t>
            </a:r>
            <a:r>
              <a:rPr sz="3200" b="1" spc="-55" dirty="0">
                <a:latin typeface="Calibri"/>
                <a:cs typeface="Calibri"/>
              </a:rPr>
              <a:t> </a:t>
            </a:r>
            <a:r>
              <a:rPr sz="3200" dirty="0">
                <a:latin typeface="Calibri"/>
                <a:cs typeface="Calibri"/>
              </a:rPr>
              <a:t>Cho</a:t>
            </a:r>
            <a:r>
              <a:rPr sz="3200" spc="-15" dirty="0">
                <a:latin typeface="Calibri"/>
                <a:cs typeface="Calibri"/>
              </a:rPr>
              <a:t> </a:t>
            </a:r>
            <a:r>
              <a:rPr sz="3200" dirty="0">
                <a:latin typeface="Calibri"/>
                <a:cs typeface="Calibri"/>
              </a:rPr>
              <a:t>P(x)</a:t>
            </a:r>
            <a:r>
              <a:rPr sz="3200" spc="-20" dirty="0">
                <a:latin typeface="Calibri"/>
                <a:cs typeface="Calibri"/>
              </a:rPr>
              <a:t> </a:t>
            </a:r>
            <a:r>
              <a:rPr sz="3200" dirty="0">
                <a:latin typeface="Calibri"/>
                <a:cs typeface="Calibri"/>
              </a:rPr>
              <a:t>là</a:t>
            </a:r>
            <a:r>
              <a:rPr sz="3200" spc="-25" dirty="0">
                <a:latin typeface="Calibri"/>
                <a:cs typeface="Calibri"/>
              </a:rPr>
              <a:t> </a:t>
            </a:r>
            <a:r>
              <a:rPr sz="3200" dirty="0">
                <a:latin typeface="Calibri"/>
                <a:cs typeface="Calibri"/>
              </a:rPr>
              <a:t>vị</a:t>
            </a:r>
            <a:r>
              <a:rPr sz="3200" spc="-25" dirty="0">
                <a:latin typeface="Calibri"/>
                <a:cs typeface="Calibri"/>
              </a:rPr>
              <a:t> </a:t>
            </a:r>
            <a:r>
              <a:rPr sz="3200" dirty="0">
                <a:latin typeface="Calibri"/>
                <a:cs typeface="Calibri"/>
              </a:rPr>
              <a:t>từ.</a:t>
            </a:r>
            <a:r>
              <a:rPr sz="3200" spc="-5" dirty="0">
                <a:latin typeface="Calibri"/>
                <a:cs typeface="Calibri"/>
              </a:rPr>
              <a:t> </a:t>
            </a:r>
            <a:r>
              <a:rPr sz="3200" dirty="0">
                <a:latin typeface="Calibri"/>
                <a:cs typeface="Calibri"/>
              </a:rPr>
              <a:t>Lượng</a:t>
            </a:r>
            <a:r>
              <a:rPr sz="3200" spc="-25" dirty="0">
                <a:latin typeface="Calibri"/>
                <a:cs typeface="Calibri"/>
              </a:rPr>
              <a:t> </a:t>
            </a:r>
            <a:r>
              <a:rPr sz="3200" dirty="0">
                <a:latin typeface="Calibri"/>
                <a:cs typeface="Calibri"/>
              </a:rPr>
              <a:t>từ</a:t>
            </a:r>
            <a:r>
              <a:rPr sz="3200" spc="-25" dirty="0">
                <a:latin typeface="Calibri"/>
                <a:cs typeface="Calibri"/>
              </a:rPr>
              <a:t> tồn </a:t>
            </a:r>
            <a:r>
              <a:rPr sz="3200" dirty="0">
                <a:latin typeface="Calibri"/>
                <a:cs typeface="Calibri"/>
              </a:rPr>
              <a:t>tại</a:t>
            </a:r>
            <a:r>
              <a:rPr sz="3200" spc="-50" dirty="0">
                <a:latin typeface="Calibri"/>
                <a:cs typeface="Calibri"/>
              </a:rPr>
              <a:t> </a:t>
            </a:r>
            <a:r>
              <a:rPr sz="3200" dirty="0">
                <a:latin typeface="Calibri"/>
                <a:cs typeface="Calibri"/>
              </a:rPr>
              <a:t>một</a:t>
            </a:r>
            <a:r>
              <a:rPr sz="3200" spc="-45" dirty="0">
                <a:latin typeface="Calibri"/>
                <a:cs typeface="Calibri"/>
              </a:rPr>
              <a:t> </a:t>
            </a:r>
            <a:r>
              <a:rPr sz="3200" dirty="0">
                <a:latin typeface="Calibri"/>
                <a:cs typeface="Calibri"/>
              </a:rPr>
              <a:t>biến</a:t>
            </a:r>
            <a:r>
              <a:rPr sz="3200" spc="-35" dirty="0">
                <a:latin typeface="Calibri"/>
                <a:cs typeface="Calibri"/>
              </a:rPr>
              <a:t> </a:t>
            </a:r>
            <a:r>
              <a:rPr sz="3200" dirty="0">
                <a:latin typeface="Calibri"/>
                <a:cs typeface="Calibri"/>
              </a:rPr>
              <a:t>là</a:t>
            </a:r>
            <a:r>
              <a:rPr sz="3200" spc="-30" dirty="0">
                <a:latin typeface="Calibri"/>
                <a:cs typeface="Calibri"/>
              </a:rPr>
              <a:t> </a:t>
            </a:r>
            <a:r>
              <a:rPr sz="3200" b="1" dirty="0">
                <a:latin typeface="Calibri"/>
                <a:cs typeface="Calibri"/>
              </a:rPr>
              <a:t>mệnh</a:t>
            </a:r>
            <a:r>
              <a:rPr sz="3200" b="1" spc="-60" dirty="0">
                <a:latin typeface="Calibri"/>
                <a:cs typeface="Calibri"/>
              </a:rPr>
              <a:t> </a:t>
            </a:r>
            <a:r>
              <a:rPr sz="3200" b="1" spc="-25" dirty="0">
                <a:latin typeface="Calibri"/>
                <a:cs typeface="Calibri"/>
              </a:rPr>
              <a:t>đề</a:t>
            </a:r>
            <a:r>
              <a:rPr sz="3200" spc="-25" dirty="0">
                <a:latin typeface="Calibri"/>
                <a:cs typeface="Calibri"/>
              </a:rPr>
              <a:t>:</a:t>
            </a:r>
            <a:endParaRPr sz="3200">
              <a:latin typeface="Calibri"/>
              <a:cs typeface="Calibri"/>
            </a:endParaRPr>
          </a:p>
          <a:p>
            <a:pPr marL="347980" algn="ctr">
              <a:lnSpc>
                <a:spcPct val="100000"/>
              </a:lnSpc>
              <a:spcBef>
                <a:spcPts val="795"/>
              </a:spcBef>
            </a:pPr>
            <a:r>
              <a:rPr sz="3200" dirty="0">
                <a:latin typeface="Symbol"/>
                <a:cs typeface="Symbol"/>
              </a:rPr>
              <a:t></a:t>
            </a:r>
            <a:r>
              <a:rPr sz="3200" b="1" dirty="0">
                <a:latin typeface="Calibri"/>
                <a:cs typeface="Calibri"/>
              </a:rPr>
              <a:t>x</a:t>
            </a:r>
            <a:r>
              <a:rPr sz="3200" b="1" spc="-20" dirty="0">
                <a:latin typeface="Calibri"/>
                <a:cs typeface="Calibri"/>
              </a:rPr>
              <a:t> </a:t>
            </a:r>
            <a:r>
              <a:rPr sz="3200" dirty="0">
                <a:latin typeface="Symbol"/>
                <a:cs typeface="Symbol"/>
              </a:rPr>
              <a:t></a:t>
            </a:r>
            <a:r>
              <a:rPr sz="3200" spc="-75" dirty="0">
                <a:latin typeface="Times New Roman"/>
                <a:cs typeface="Times New Roman"/>
              </a:rPr>
              <a:t> </a:t>
            </a:r>
            <a:r>
              <a:rPr sz="3200" b="1" dirty="0">
                <a:latin typeface="Calibri"/>
                <a:cs typeface="Calibri"/>
              </a:rPr>
              <a:t>A,</a:t>
            </a:r>
            <a:r>
              <a:rPr sz="3200" b="1" spc="-5" dirty="0">
                <a:latin typeface="Calibri"/>
                <a:cs typeface="Calibri"/>
              </a:rPr>
              <a:t> </a:t>
            </a:r>
            <a:r>
              <a:rPr sz="3200" b="1" spc="-20" dirty="0">
                <a:latin typeface="Calibri"/>
                <a:cs typeface="Calibri"/>
              </a:rPr>
              <a:t>P(x)</a:t>
            </a:r>
            <a:endParaRPr sz="3200">
              <a:latin typeface="Calibri"/>
              <a:cs typeface="Calibri"/>
            </a:endParaRPr>
          </a:p>
          <a:p>
            <a:pPr marL="12700">
              <a:lnSpc>
                <a:spcPct val="100000"/>
              </a:lnSpc>
              <a:spcBef>
                <a:spcPts val="745"/>
              </a:spcBef>
            </a:pPr>
            <a:r>
              <a:rPr sz="3200" dirty="0">
                <a:latin typeface="Calibri"/>
                <a:cs typeface="Calibri"/>
              </a:rPr>
              <a:t>có</a:t>
            </a:r>
            <a:r>
              <a:rPr sz="3200" spc="-50" dirty="0">
                <a:latin typeface="Calibri"/>
                <a:cs typeface="Calibri"/>
              </a:rPr>
              <a:t> </a:t>
            </a:r>
            <a:r>
              <a:rPr sz="3200" dirty="0">
                <a:latin typeface="Calibri"/>
                <a:cs typeface="Calibri"/>
              </a:rPr>
              <a:t>chân</a:t>
            </a:r>
            <a:r>
              <a:rPr sz="3200" spc="-20" dirty="0">
                <a:latin typeface="Calibri"/>
                <a:cs typeface="Calibri"/>
              </a:rPr>
              <a:t> </a:t>
            </a:r>
            <a:r>
              <a:rPr sz="3200" dirty="0">
                <a:latin typeface="Calibri"/>
                <a:cs typeface="Calibri"/>
              </a:rPr>
              <a:t>trị</a:t>
            </a:r>
            <a:r>
              <a:rPr sz="3200" spc="-50" dirty="0">
                <a:latin typeface="Calibri"/>
                <a:cs typeface="Calibri"/>
              </a:rPr>
              <a:t> :</a:t>
            </a:r>
            <a:endParaRPr sz="3200">
              <a:latin typeface="Calibri"/>
              <a:cs typeface="Calibri"/>
            </a:endParaRPr>
          </a:p>
          <a:p>
            <a:pPr marL="12700" marR="5080" indent="307340">
              <a:lnSpc>
                <a:spcPts val="3820"/>
              </a:lnSpc>
              <a:spcBef>
                <a:spcPts val="935"/>
              </a:spcBef>
              <a:buChar char="-"/>
              <a:tabLst>
                <a:tab pos="320040" algn="l"/>
              </a:tabLst>
            </a:pPr>
            <a:r>
              <a:rPr sz="3200" b="1" dirty="0">
                <a:latin typeface="Calibri"/>
                <a:cs typeface="Calibri"/>
              </a:rPr>
              <a:t>ĐÚNG</a:t>
            </a:r>
            <a:r>
              <a:rPr sz="3200" b="1" spc="-20"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Nếu</a:t>
            </a:r>
            <a:r>
              <a:rPr sz="3200" spc="-15" dirty="0">
                <a:latin typeface="Calibri"/>
                <a:cs typeface="Calibri"/>
              </a:rPr>
              <a:t> </a:t>
            </a:r>
            <a:r>
              <a:rPr sz="3200" b="1" dirty="0">
                <a:latin typeface="Calibri"/>
                <a:cs typeface="Calibri"/>
              </a:rPr>
              <a:t>có</a:t>
            </a:r>
            <a:r>
              <a:rPr sz="3200" b="1" spc="-30" dirty="0">
                <a:latin typeface="Calibri"/>
                <a:cs typeface="Calibri"/>
              </a:rPr>
              <a:t> </a:t>
            </a:r>
            <a:r>
              <a:rPr sz="3200" b="1" dirty="0">
                <a:latin typeface="Calibri"/>
                <a:cs typeface="Calibri"/>
              </a:rPr>
              <a:t>một</a:t>
            </a:r>
            <a:r>
              <a:rPr sz="3200" b="1" spc="-15" dirty="0">
                <a:latin typeface="Calibri"/>
                <a:cs typeface="Calibri"/>
              </a:rPr>
              <a:t> </a:t>
            </a:r>
            <a:r>
              <a:rPr sz="3200" dirty="0">
                <a:latin typeface="Calibri"/>
                <a:cs typeface="Calibri"/>
              </a:rPr>
              <a:t>giá</a:t>
            </a:r>
            <a:r>
              <a:rPr sz="3200" spc="-20" dirty="0">
                <a:latin typeface="Calibri"/>
                <a:cs typeface="Calibri"/>
              </a:rPr>
              <a:t> </a:t>
            </a:r>
            <a:r>
              <a:rPr sz="3200" dirty="0">
                <a:latin typeface="Calibri"/>
                <a:cs typeface="Calibri"/>
              </a:rPr>
              <a:t>trị</a:t>
            </a:r>
            <a:r>
              <a:rPr sz="3200" spc="-15" dirty="0">
                <a:latin typeface="Calibri"/>
                <a:cs typeface="Calibri"/>
              </a:rPr>
              <a:t> </a:t>
            </a:r>
            <a:r>
              <a:rPr sz="3200" dirty="0">
                <a:latin typeface="Calibri"/>
                <a:cs typeface="Calibri"/>
              </a:rPr>
              <a:t>a</a:t>
            </a:r>
            <a:r>
              <a:rPr sz="3200" spc="-15"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A</a:t>
            </a:r>
            <a:r>
              <a:rPr sz="3200" spc="-15"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P(a)</a:t>
            </a:r>
            <a:r>
              <a:rPr sz="3200" spc="-10" dirty="0">
                <a:latin typeface="Calibri"/>
                <a:cs typeface="Calibri"/>
              </a:rPr>
              <a:t> </a:t>
            </a:r>
            <a:r>
              <a:rPr sz="3200" dirty="0">
                <a:latin typeface="Calibri"/>
                <a:cs typeface="Calibri"/>
              </a:rPr>
              <a:t>có</a:t>
            </a:r>
            <a:r>
              <a:rPr sz="3200" spc="-30" dirty="0">
                <a:latin typeface="Calibri"/>
                <a:cs typeface="Calibri"/>
              </a:rPr>
              <a:t> </a:t>
            </a:r>
            <a:r>
              <a:rPr sz="3200" spc="-20" dirty="0">
                <a:latin typeface="Calibri"/>
                <a:cs typeface="Calibri"/>
              </a:rPr>
              <a:t>chân </a:t>
            </a:r>
            <a:r>
              <a:rPr sz="3200" dirty="0">
                <a:latin typeface="Calibri"/>
                <a:cs typeface="Calibri"/>
              </a:rPr>
              <a:t>trị</a:t>
            </a:r>
            <a:r>
              <a:rPr sz="3200" spc="-15" dirty="0">
                <a:latin typeface="Calibri"/>
                <a:cs typeface="Calibri"/>
              </a:rPr>
              <a:t> </a:t>
            </a:r>
            <a:r>
              <a:rPr sz="3200" spc="-10" dirty="0">
                <a:latin typeface="Calibri"/>
                <a:cs typeface="Calibri"/>
              </a:rPr>
              <a:t>ĐÚNG.</a:t>
            </a:r>
            <a:endParaRPr sz="3200">
              <a:latin typeface="Calibri"/>
              <a:cs typeface="Calibri"/>
            </a:endParaRPr>
          </a:p>
          <a:p>
            <a:pPr marL="12700" marR="113030" indent="215900">
              <a:lnSpc>
                <a:spcPts val="3820"/>
              </a:lnSpc>
              <a:spcBef>
                <a:spcPts val="785"/>
              </a:spcBef>
              <a:buChar char="-"/>
              <a:tabLst>
                <a:tab pos="228600" algn="l"/>
              </a:tabLst>
            </a:pPr>
            <a:r>
              <a:rPr sz="3200" b="1" dirty="0">
                <a:latin typeface="Calibri"/>
                <a:cs typeface="Calibri"/>
              </a:rPr>
              <a:t>SAI</a:t>
            </a:r>
            <a:r>
              <a:rPr sz="3200" b="1" spc="-40"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Nếu</a:t>
            </a:r>
            <a:r>
              <a:rPr sz="3200" spc="-30" dirty="0">
                <a:latin typeface="Calibri"/>
                <a:cs typeface="Calibri"/>
              </a:rPr>
              <a:t> </a:t>
            </a:r>
            <a:r>
              <a:rPr sz="3200" dirty="0">
                <a:latin typeface="Calibri"/>
                <a:cs typeface="Calibri"/>
              </a:rPr>
              <a:t>thay</a:t>
            </a:r>
            <a:r>
              <a:rPr sz="3200" spc="-25" dirty="0">
                <a:latin typeface="Calibri"/>
                <a:cs typeface="Calibri"/>
              </a:rPr>
              <a:t> </a:t>
            </a:r>
            <a:r>
              <a:rPr sz="3200" dirty="0">
                <a:latin typeface="Calibri"/>
                <a:cs typeface="Calibri"/>
              </a:rPr>
              <a:t>x</a:t>
            </a:r>
            <a:r>
              <a:rPr sz="3200" spc="-20" dirty="0">
                <a:latin typeface="Calibri"/>
                <a:cs typeface="Calibri"/>
              </a:rPr>
              <a:t> </a:t>
            </a:r>
            <a:r>
              <a:rPr sz="3200" dirty="0">
                <a:latin typeface="Calibri"/>
                <a:cs typeface="Calibri"/>
              </a:rPr>
              <a:t>bằng</a:t>
            </a:r>
            <a:r>
              <a:rPr sz="3200" spc="-15" dirty="0">
                <a:latin typeface="Calibri"/>
                <a:cs typeface="Calibri"/>
              </a:rPr>
              <a:t> </a:t>
            </a:r>
            <a:r>
              <a:rPr sz="3200" dirty="0">
                <a:latin typeface="Calibri"/>
                <a:cs typeface="Calibri"/>
              </a:rPr>
              <a:t>giá</a:t>
            </a:r>
            <a:r>
              <a:rPr sz="3200" spc="-25" dirty="0">
                <a:latin typeface="Calibri"/>
                <a:cs typeface="Calibri"/>
              </a:rPr>
              <a:t> </a:t>
            </a:r>
            <a:r>
              <a:rPr sz="3200" dirty="0">
                <a:latin typeface="Calibri"/>
                <a:cs typeface="Calibri"/>
              </a:rPr>
              <a:t>trị</a:t>
            </a:r>
            <a:r>
              <a:rPr sz="3200" spc="-10" dirty="0">
                <a:latin typeface="Calibri"/>
                <a:cs typeface="Calibri"/>
              </a:rPr>
              <a:t> </a:t>
            </a:r>
            <a:r>
              <a:rPr sz="3200" b="1" dirty="0">
                <a:latin typeface="Calibri"/>
                <a:cs typeface="Calibri"/>
              </a:rPr>
              <a:t>bất</a:t>
            </a:r>
            <a:r>
              <a:rPr sz="3200" b="1" spc="-40" dirty="0">
                <a:latin typeface="Calibri"/>
                <a:cs typeface="Calibri"/>
              </a:rPr>
              <a:t> </a:t>
            </a:r>
            <a:r>
              <a:rPr sz="3200" b="1" dirty="0">
                <a:latin typeface="Calibri"/>
                <a:cs typeface="Calibri"/>
              </a:rPr>
              <a:t>kỳ</a:t>
            </a:r>
            <a:r>
              <a:rPr sz="3200" b="1" spc="-20" dirty="0">
                <a:latin typeface="Calibri"/>
                <a:cs typeface="Calibri"/>
              </a:rPr>
              <a:t> </a:t>
            </a:r>
            <a:r>
              <a:rPr sz="3200" dirty="0">
                <a:latin typeface="Calibri"/>
                <a:cs typeface="Calibri"/>
              </a:rPr>
              <a:t>a</a:t>
            </a:r>
            <a:r>
              <a:rPr sz="3200" spc="-30" dirty="0">
                <a:latin typeface="Calibri"/>
                <a:cs typeface="Calibri"/>
              </a:rPr>
              <a:t> </a:t>
            </a:r>
            <a:r>
              <a:rPr sz="3200" dirty="0">
                <a:latin typeface="Symbol"/>
                <a:cs typeface="Symbol"/>
              </a:rPr>
              <a:t></a:t>
            </a:r>
            <a:r>
              <a:rPr sz="3200" spc="-105" dirty="0">
                <a:latin typeface="Times New Roman"/>
                <a:cs typeface="Times New Roman"/>
              </a:rPr>
              <a:t> </a:t>
            </a:r>
            <a:r>
              <a:rPr sz="3200" dirty="0">
                <a:latin typeface="Calibri"/>
                <a:cs typeface="Calibri"/>
              </a:rPr>
              <a:t>A</a:t>
            </a:r>
            <a:r>
              <a:rPr sz="3200" spc="-25" dirty="0">
                <a:latin typeface="Calibri"/>
                <a:cs typeface="Calibri"/>
              </a:rPr>
              <a:t> </a:t>
            </a:r>
            <a:r>
              <a:rPr sz="3200" dirty="0">
                <a:latin typeface="Calibri"/>
                <a:cs typeface="Calibri"/>
              </a:rPr>
              <a:t>,</a:t>
            </a:r>
            <a:r>
              <a:rPr sz="3200" spc="-25" dirty="0">
                <a:latin typeface="Calibri"/>
                <a:cs typeface="Calibri"/>
              </a:rPr>
              <a:t> </a:t>
            </a:r>
            <a:r>
              <a:rPr sz="3200" spc="-20" dirty="0">
                <a:latin typeface="Calibri"/>
                <a:cs typeface="Calibri"/>
              </a:rPr>
              <a:t>P(a) </a:t>
            </a:r>
            <a:r>
              <a:rPr sz="3200" dirty="0">
                <a:latin typeface="Calibri"/>
                <a:cs typeface="Calibri"/>
              </a:rPr>
              <a:t>có</a:t>
            </a:r>
            <a:r>
              <a:rPr sz="3200" spc="-50" dirty="0">
                <a:latin typeface="Calibri"/>
                <a:cs typeface="Calibri"/>
              </a:rPr>
              <a:t> </a:t>
            </a:r>
            <a:r>
              <a:rPr sz="3200" dirty="0">
                <a:latin typeface="Calibri"/>
                <a:cs typeface="Calibri"/>
              </a:rPr>
              <a:t>chân</a:t>
            </a:r>
            <a:r>
              <a:rPr sz="3200" spc="-20" dirty="0">
                <a:latin typeface="Calibri"/>
                <a:cs typeface="Calibri"/>
              </a:rPr>
              <a:t> </a:t>
            </a:r>
            <a:r>
              <a:rPr sz="3200" dirty="0">
                <a:latin typeface="Calibri"/>
                <a:cs typeface="Calibri"/>
              </a:rPr>
              <a:t>trị</a:t>
            </a:r>
            <a:r>
              <a:rPr sz="3200" spc="-50" dirty="0">
                <a:latin typeface="Calibri"/>
                <a:cs typeface="Calibri"/>
              </a:rPr>
              <a:t> </a:t>
            </a:r>
            <a:r>
              <a:rPr sz="3200" spc="-20" dirty="0">
                <a:latin typeface="Calibri"/>
                <a:cs typeface="Calibri"/>
              </a:rPr>
              <a:t>SAI.</a:t>
            </a:r>
            <a:endParaRPr sz="3200">
              <a:latin typeface="Calibri"/>
              <a:cs typeface="Calibri"/>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912742" y="2798980"/>
            <a:ext cx="1243330" cy="0"/>
          </a:xfrm>
          <a:custGeom>
            <a:avLst/>
            <a:gdLst/>
            <a:ahLst/>
            <a:cxnLst/>
            <a:rect l="l" t="t" r="r" b="b"/>
            <a:pathLst>
              <a:path w="1243329">
                <a:moveTo>
                  <a:pt x="0" y="0"/>
                </a:moveTo>
                <a:lnTo>
                  <a:pt x="1242759" y="0"/>
                </a:lnTo>
              </a:path>
            </a:pathLst>
          </a:custGeom>
          <a:ln w="27262">
            <a:solidFill>
              <a:srgbClr val="000000"/>
            </a:solidFill>
            <a:prstDash val="dash"/>
          </a:ln>
        </p:spPr>
        <p:txBody>
          <a:bodyPr wrap="square" lIns="0" tIns="0" rIns="0" bIns="0" rtlCol="0"/>
          <a:lstStyle/>
          <a:p>
            <a:endParaRPr/>
          </a:p>
        </p:txBody>
      </p:sp>
      <p:sp>
        <p:nvSpPr>
          <p:cNvPr id="3" name="object 3"/>
          <p:cNvSpPr txBox="1"/>
          <p:nvPr/>
        </p:nvSpPr>
        <p:spPr>
          <a:xfrm>
            <a:off x="383540" y="238455"/>
            <a:ext cx="7953375" cy="5487035"/>
          </a:xfrm>
          <a:prstGeom prst="rect">
            <a:avLst/>
          </a:prstGeom>
        </p:spPr>
        <p:txBody>
          <a:bodyPr vert="horz" wrap="square" lIns="0" tIns="13335" rIns="0" bIns="0" rtlCol="0">
            <a:spAutoFit/>
          </a:bodyPr>
          <a:lstStyle/>
          <a:p>
            <a:pPr marL="346075" algn="ctr">
              <a:lnSpc>
                <a:spcPct val="100000"/>
              </a:lnSpc>
              <a:spcBef>
                <a:spcPts val="105"/>
              </a:spcBef>
            </a:pPr>
            <a:r>
              <a:rPr sz="3200" dirty="0">
                <a:latin typeface="Symbol"/>
                <a:cs typeface="Symbol"/>
              </a:rPr>
              <a:t></a:t>
            </a:r>
            <a:r>
              <a:rPr sz="3200" b="1" dirty="0">
                <a:latin typeface="Calibri"/>
                <a:cs typeface="Calibri"/>
              </a:rPr>
              <a:t>x</a:t>
            </a:r>
            <a:r>
              <a:rPr sz="3200" b="1" spc="-20" dirty="0">
                <a:latin typeface="Calibri"/>
                <a:cs typeface="Calibri"/>
              </a:rPr>
              <a:t> </a:t>
            </a:r>
            <a:r>
              <a:rPr sz="3200" dirty="0">
                <a:latin typeface="Symbol"/>
                <a:cs typeface="Symbol"/>
              </a:rPr>
              <a:t></a:t>
            </a:r>
            <a:r>
              <a:rPr sz="3200" spc="-75" dirty="0">
                <a:latin typeface="Times New Roman"/>
                <a:cs typeface="Times New Roman"/>
              </a:rPr>
              <a:t> </a:t>
            </a:r>
            <a:r>
              <a:rPr sz="3200" b="1" dirty="0">
                <a:latin typeface="Calibri"/>
                <a:cs typeface="Calibri"/>
              </a:rPr>
              <a:t>A,</a:t>
            </a:r>
            <a:r>
              <a:rPr sz="3200" b="1" spc="-5" dirty="0">
                <a:latin typeface="Calibri"/>
                <a:cs typeface="Calibri"/>
              </a:rPr>
              <a:t> </a:t>
            </a:r>
            <a:r>
              <a:rPr sz="3200" b="1" spc="-20" dirty="0">
                <a:latin typeface="Calibri"/>
                <a:cs typeface="Calibri"/>
              </a:rPr>
              <a:t>P(x)</a:t>
            </a:r>
            <a:endParaRPr sz="3200">
              <a:latin typeface="Calibri"/>
              <a:cs typeface="Calibri"/>
            </a:endParaRPr>
          </a:p>
          <a:p>
            <a:pPr>
              <a:lnSpc>
                <a:spcPct val="100000"/>
              </a:lnSpc>
              <a:spcBef>
                <a:spcPts val="1614"/>
              </a:spcBef>
            </a:pPr>
            <a:endParaRPr sz="3200">
              <a:latin typeface="Calibri"/>
              <a:cs typeface="Calibri"/>
            </a:endParaRPr>
          </a:p>
          <a:p>
            <a:pPr marL="12700" marR="5080" algn="just">
              <a:lnSpc>
                <a:spcPts val="3820"/>
              </a:lnSpc>
            </a:pPr>
            <a:r>
              <a:rPr sz="3200" b="1" dirty="0">
                <a:latin typeface="Calibri"/>
                <a:cs typeface="Calibri"/>
              </a:rPr>
              <a:t>-</a:t>
            </a:r>
            <a:r>
              <a:rPr sz="3200" b="1" spc="690" dirty="0">
                <a:latin typeface="Calibri"/>
                <a:cs typeface="Calibri"/>
              </a:rPr>
              <a:t> </a:t>
            </a:r>
            <a:r>
              <a:rPr sz="3200" b="1" dirty="0">
                <a:latin typeface="Calibri"/>
                <a:cs typeface="Calibri"/>
              </a:rPr>
              <a:t>ĐÚNG</a:t>
            </a:r>
            <a:r>
              <a:rPr sz="3200" b="1" spc="-25" dirty="0">
                <a:latin typeface="Calibri"/>
                <a:cs typeface="Calibri"/>
              </a:rPr>
              <a:t> </a:t>
            </a:r>
            <a:r>
              <a:rPr sz="3200" dirty="0">
                <a:latin typeface="Calibri"/>
                <a:cs typeface="Calibri"/>
              </a:rPr>
              <a:t>:</a:t>
            </a:r>
            <a:r>
              <a:rPr sz="3200" spc="-10" dirty="0">
                <a:latin typeface="Calibri"/>
                <a:cs typeface="Calibri"/>
              </a:rPr>
              <a:t> </a:t>
            </a:r>
            <a:r>
              <a:rPr sz="3200" dirty="0">
                <a:latin typeface="Calibri"/>
                <a:cs typeface="Calibri"/>
              </a:rPr>
              <a:t>Nếu</a:t>
            </a:r>
            <a:r>
              <a:rPr sz="3200" spc="-15" dirty="0">
                <a:latin typeface="Calibri"/>
                <a:cs typeface="Calibri"/>
              </a:rPr>
              <a:t> </a:t>
            </a:r>
            <a:r>
              <a:rPr sz="3200" b="1" dirty="0">
                <a:latin typeface="Calibri"/>
                <a:cs typeface="Calibri"/>
              </a:rPr>
              <a:t>có</a:t>
            </a:r>
            <a:r>
              <a:rPr sz="3200" b="1" spc="-30" dirty="0">
                <a:latin typeface="Calibri"/>
                <a:cs typeface="Calibri"/>
              </a:rPr>
              <a:t> </a:t>
            </a:r>
            <a:r>
              <a:rPr sz="3200" b="1" dirty="0">
                <a:latin typeface="Calibri"/>
                <a:cs typeface="Calibri"/>
              </a:rPr>
              <a:t>một</a:t>
            </a:r>
            <a:r>
              <a:rPr sz="3200" b="1" spc="-20" dirty="0">
                <a:latin typeface="Calibri"/>
                <a:cs typeface="Calibri"/>
              </a:rPr>
              <a:t> </a:t>
            </a:r>
            <a:r>
              <a:rPr sz="3200" dirty="0">
                <a:latin typeface="Calibri"/>
                <a:cs typeface="Calibri"/>
              </a:rPr>
              <a:t>giá</a:t>
            </a:r>
            <a:r>
              <a:rPr sz="3200" spc="-10" dirty="0">
                <a:latin typeface="Calibri"/>
                <a:cs typeface="Calibri"/>
              </a:rPr>
              <a:t> </a:t>
            </a:r>
            <a:r>
              <a:rPr sz="3200" dirty="0">
                <a:latin typeface="Calibri"/>
                <a:cs typeface="Calibri"/>
              </a:rPr>
              <a:t>trị</a:t>
            </a:r>
            <a:r>
              <a:rPr sz="3200" spc="-25" dirty="0">
                <a:latin typeface="Calibri"/>
                <a:cs typeface="Calibri"/>
              </a:rPr>
              <a:t> </a:t>
            </a:r>
            <a:r>
              <a:rPr sz="3200" dirty="0">
                <a:latin typeface="Calibri"/>
                <a:cs typeface="Calibri"/>
              </a:rPr>
              <a:t>a</a:t>
            </a:r>
            <a:r>
              <a:rPr sz="3200" spc="-10" dirty="0">
                <a:latin typeface="Calibri"/>
                <a:cs typeface="Calibri"/>
              </a:rPr>
              <a:t> </a:t>
            </a:r>
            <a:r>
              <a:rPr sz="3200" dirty="0">
                <a:latin typeface="Symbol"/>
                <a:cs typeface="Symbol"/>
              </a:rPr>
              <a:t></a:t>
            </a:r>
            <a:r>
              <a:rPr sz="3200" spc="-90" dirty="0">
                <a:latin typeface="Times New Roman"/>
                <a:cs typeface="Times New Roman"/>
              </a:rPr>
              <a:t> </a:t>
            </a:r>
            <a:r>
              <a:rPr sz="3200" dirty="0">
                <a:latin typeface="Calibri"/>
                <a:cs typeface="Calibri"/>
              </a:rPr>
              <a:t>A</a:t>
            </a:r>
            <a:r>
              <a:rPr sz="3200" spc="-10"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P(a)</a:t>
            </a:r>
            <a:r>
              <a:rPr sz="3200" spc="-15" dirty="0">
                <a:latin typeface="Calibri"/>
                <a:cs typeface="Calibri"/>
              </a:rPr>
              <a:t> </a:t>
            </a:r>
            <a:r>
              <a:rPr sz="3200" dirty="0">
                <a:latin typeface="Calibri"/>
                <a:cs typeface="Calibri"/>
              </a:rPr>
              <a:t>có</a:t>
            </a:r>
            <a:r>
              <a:rPr sz="3200" spc="-30" dirty="0">
                <a:latin typeface="Calibri"/>
                <a:cs typeface="Calibri"/>
              </a:rPr>
              <a:t> </a:t>
            </a:r>
            <a:r>
              <a:rPr sz="3200" spc="-20" dirty="0">
                <a:latin typeface="Calibri"/>
                <a:cs typeface="Calibri"/>
              </a:rPr>
              <a:t>chân </a:t>
            </a:r>
            <a:r>
              <a:rPr sz="3200" dirty="0">
                <a:latin typeface="Calibri"/>
                <a:cs typeface="Calibri"/>
              </a:rPr>
              <a:t>trị</a:t>
            </a:r>
            <a:r>
              <a:rPr sz="3200" spc="-15" dirty="0">
                <a:latin typeface="Calibri"/>
                <a:cs typeface="Calibri"/>
              </a:rPr>
              <a:t> </a:t>
            </a:r>
            <a:r>
              <a:rPr sz="3200" spc="-10" dirty="0">
                <a:latin typeface="Calibri"/>
                <a:cs typeface="Calibri"/>
              </a:rPr>
              <a:t>ĐÚNG.</a:t>
            </a:r>
            <a:endParaRPr sz="3200">
              <a:latin typeface="Calibri"/>
              <a:cs typeface="Calibri"/>
            </a:endParaRPr>
          </a:p>
          <a:p>
            <a:pPr>
              <a:lnSpc>
                <a:spcPct val="100000"/>
              </a:lnSpc>
              <a:spcBef>
                <a:spcPts val="1370"/>
              </a:spcBef>
            </a:pPr>
            <a:endParaRPr sz="3200">
              <a:latin typeface="Calibri"/>
              <a:cs typeface="Calibri"/>
            </a:endParaRPr>
          </a:p>
          <a:p>
            <a:pPr marL="12700" algn="just">
              <a:lnSpc>
                <a:spcPct val="100000"/>
              </a:lnSpc>
            </a:pPr>
            <a:r>
              <a:rPr sz="3200" b="1" dirty="0">
                <a:latin typeface="Calibri"/>
                <a:cs typeface="Calibri"/>
              </a:rPr>
              <a:t>Ví</a:t>
            </a:r>
            <a:r>
              <a:rPr sz="3200" b="1" spc="-20" dirty="0">
                <a:latin typeface="Calibri"/>
                <a:cs typeface="Calibri"/>
              </a:rPr>
              <a:t> </a:t>
            </a:r>
            <a:r>
              <a:rPr sz="3200" b="1" dirty="0">
                <a:latin typeface="Calibri"/>
                <a:cs typeface="Calibri"/>
              </a:rPr>
              <a:t>dụ</a:t>
            </a:r>
            <a:r>
              <a:rPr sz="3200" b="1" spc="-20" dirty="0">
                <a:latin typeface="Calibri"/>
                <a:cs typeface="Calibri"/>
              </a:rPr>
              <a:t> </a:t>
            </a:r>
            <a:r>
              <a:rPr sz="3200" b="1" dirty="0">
                <a:latin typeface="Calibri"/>
                <a:cs typeface="Calibri"/>
              </a:rPr>
              <a:t>6: </a:t>
            </a:r>
            <a:r>
              <a:rPr sz="3200" dirty="0">
                <a:latin typeface="Symbol"/>
                <a:cs typeface="Symbol"/>
              </a:rPr>
              <a:t></a:t>
            </a:r>
            <a:r>
              <a:rPr sz="3200" spc="-85" dirty="0">
                <a:latin typeface="Times New Roman"/>
                <a:cs typeface="Times New Roman"/>
              </a:rPr>
              <a:t> </a:t>
            </a:r>
            <a:r>
              <a:rPr sz="3200" dirty="0">
                <a:latin typeface="Calibri"/>
                <a:cs typeface="Calibri"/>
              </a:rPr>
              <a:t>x</a:t>
            </a:r>
            <a:r>
              <a:rPr sz="3200" spc="-10" dirty="0">
                <a:latin typeface="Calibri"/>
                <a:cs typeface="Calibri"/>
              </a:rPr>
              <a:t> </a:t>
            </a:r>
            <a:r>
              <a:rPr sz="3200" dirty="0">
                <a:latin typeface="Symbol"/>
                <a:cs typeface="Symbol"/>
              </a:rPr>
              <a:t></a:t>
            </a:r>
            <a:r>
              <a:rPr sz="3200" spc="-85" dirty="0">
                <a:latin typeface="Times New Roman"/>
                <a:cs typeface="Times New Roman"/>
              </a:rPr>
              <a:t> </a:t>
            </a:r>
            <a:r>
              <a:rPr sz="3200" dirty="0">
                <a:latin typeface="Calibri"/>
                <a:cs typeface="Calibri"/>
              </a:rPr>
              <a:t>Z,</a:t>
            </a:r>
            <a:r>
              <a:rPr sz="3200" spc="-5" dirty="0">
                <a:latin typeface="Calibri"/>
                <a:cs typeface="Calibri"/>
              </a:rPr>
              <a:t> </a:t>
            </a:r>
            <a:r>
              <a:rPr sz="3200" dirty="0">
                <a:latin typeface="Calibri"/>
                <a:cs typeface="Calibri"/>
              </a:rPr>
              <a:t>x</a:t>
            </a:r>
            <a:r>
              <a:rPr sz="3200" spc="-15"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1</a:t>
            </a:r>
            <a:r>
              <a:rPr sz="3200" spc="-5" dirty="0">
                <a:latin typeface="Calibri"/>
                <a:cs typeface="Calibri"/>
              </a:rPr>
              <a:t> </a:t>
            </a:r>
            <a:r>
              <a:rPr sz="3200" dirty="0">
                <a:latin typeface="Calibri"/>
                <a:cs typeface="Calibri"/>
              </a:rPr>
              <a:t>≥</a:t>
            </a:r>
            <a:r>
              <a:rPr sz="3200" spc="-10" dirty="0">
                <a:latin typeface="Calibri"/>
                <a:cs typeface="Calibri"/>
              </a:rPr>
              <a:t> </a:t>
            </a:r>
            <a:r>
              <a:rPr sz="3200" spc="-25" dirty="0">
                <a:latin typeface="Calibri"/>
                <a:cs typeface="Calibri"/>
              </a:rPr>
              <a:t>0.</a:t>
            </a:r>
            <a:endParaRPr sz="3200">
              <a:latin typeface="Calibri"/>
              <a:cs typeface="Calibri"/>
            </a:endParaRPr>
          </a:p>
          <a:p>
            <a:pPr marL="12700" algn="just">
              <a:lnSpc>
                <a:spcPct val="100000"/>
              </a:lnSpc>
              <a:spcBef>
                <a:spcPts val="770"/>
              </a:spcBef>
            </a:pPr>
            <a:r>
              <a:rPr sz="3200" spc="-105" dirty="0">
                <a:latin typeface="Calibri"/>
                <a:cs typeface="Calibri"/>
              </a:rPr>
              <a:t>Ta</a:t>
            </a:r>
            <a:r>
              <a:rPr sz="3200" spc="-30" dirty="0">
                <a:latin typeface="Calibri"/>
                <a:cs typeface="Calibri"/>
              </a:rPr>
              <a:t> </a:t>
            </a:r>
            <a:r>
              <a:rPr sz="3200" dirty="0">
                <a:latin typeface="Calibri"/>
                <a:cs typeface="Calibri"/>
              </a:rPr>
              <a:t>có</a:t>
            </a:r>
            <a:r>
              <a:rPr sz="3200" spc="-45" dirty="0">
                <a:latin typeface="Calibri"/>
                <a:cs typeface="Calibri"/>
              </a:rPr>
              <a:t> </a:t>
            </a:r>
            <a:r>
              <a:rPr sz="3200" dirty="0">
                <a:latin typeface="Calibri"/>
                <a:cs typeface="Calibri"/>
              </a:rPr>
              <a:t>P(x)</a:t>
            </a:r>
            <a:r>
              <a:rPr sz="3200" spc="-25"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“x</a:t>
            </a:r>
            <a:r>
              <a:rPr sz="3200" spc="-30" dirty="0">
                <a:latin typeface="Calibri"/>
                <a:cs typeface="Calibri"/>
              </a:rPr>
              <a:t> </a:t>
            </a:r>
            <a:r>
              <a:rPr sz="3200" dirty="0">
                <a:latin typeface="Calibri"/>
                <a:cs typeface="Calibri"/>
              </a:rPr>
              <a:t>-</a:t>
            </a:r>
            <a:r>
              <a:rPr sz="3200" spc="-35" dirty="0">
                <a:latin typeface="Calibri"/>
                <a:cs typeface="Calibri"/>
              </a:rPr>
              <a:t> </a:t>
            </a:r>
            <a:r>
              <a:rPr sz="3200" dirty="0">
                <a:latin typeface="Calibri"/>
                <a:cs typeface="Calibri"/>
              </a:rPr>
              <a:t>1</a:t>
            </a:r>
            <a:r>
              <a:rPr sz="3200" spc="-25" dirty="0">
                <a:latin typeface="Calibri"/>
                <a:cs typeface="Calibri"/>
              </a:rPr>
              <a:t> </a:t>
            </a:r>
            <a:r>
              <a:rPr sz="3200" dirty="0">
                <a:latin typeface="Calibri"/>
                <a:cs typeface="Calibri"/>
              </a:rPr>
              <a:t>≥</a:t>
            </a:r>
            <a:r>
              <a:rPr sz="3200" spc="-30" dirty="0">
                <a:latin typeface="Calibri"/>
                <a:cs typeface="Calibri"/>
              </a:rPr>
              <a:t> </a:t>
            </a:r>
            <a:r>
              <a:rPr sz="3200" spc="-85" dirty="0">
                <a:latin typeface="Calibri"/>
                <a:cs typeface="Calibri"/>
              </a:rPr>
              <a:t>0”,</a:t>
            </a:r>
            <a:r>
              <a:rPr sz="3200" spc="-25" dirty="0">
                <a:latin typeface="Calibri"/>
                <a:cs typeface="Calibri"/>
              </a:rPr>
              <a:t> </a:t>
            </a:r>
            <a:r>
              <a:rPr sz="3200" dirty="0">
                <a:latin typeface="Calibri"/>
                <a:cs typeface="Calibri"/>
              </a:rPr>
              <a:t>x</a:t>
            </a:r>
            <a:r>
              <a:rPr sz="3200" spc="-25" dirty="0">
                <a:latin typeface="Calibri"/>
                <a:cs typeface="Calibri"/>
              </a:rPr>
              <a:t> </a:t>
            </a:r>
            <a:r>
              <a:rPr sz="3200" dirty="0">
                <a:latin typeface="Symbol"/>
                <a:cs typeface="Symbol"/>
              </a:rPr>
              <a:t></a:t>
            </a:r>
            <a:r>
              <a:rPr sz="3200" spc="-100" dirty="0">
                <a:latin typeface="Times New Roman"/>
                <a:cs typeface="Times New Roman"/>
              </a:rPr>
              <a:t> </a:t>
            </a:r>
            <a:r>
              <a:rPr sz="3200" spc="-25" dirty="0">
                <a:latin typeface="Calibri"/>
                <a:cs typeface="Calibri"/>
              </a:rPr>
              <a:t>Z.</a:t>
            </a:r>
            <a:endParaRPr sz="3200">
              <a:latin typeface="Calibri"/>
              <a:cs typeface="Calibri"/>
            </a:endParaRPr>
          </a:p>
          <a:p>
            <a:pPr marL="12700" marR="229235" algn="just">
              <a:lnSpc>
                <a:spcPct val="100000"/>
              </a:lnSpc>
              <a:spcBef>
                <a:spcPts val="745"/>
              </a:spcBef>
            </a:pPr>
            <a:r>
              <a:rPr sz="3200" dirty="0">
                <a:latin typeface="Calibri"/>
                <a:cs typeface="Calibri"/>
              </a:rPr>
              <a:t>Lượng</a:t>
            </a:r>
            <a:r>
              <a:rPr sz="3200" spc="-40" dirty="0">
                <a:latin typeface="Calibri"/>
                <a:cs typeface="Calibri"/>
              </a:rPr>
              <a:t> </a:t>
            </a:r>
            <a:r>
              <a:rPr sz="3200" dirty="0">
                <a:latin typeface="Calibri"/>
                <a:cs typeface="Calibri"/>
              </a:rPr>
              <a:t>từ</a:t>
            </a:r>
            <a:r>
              <a:rPr sz="3200" spc="-35" dirty="0">
                <a:latin typeface="Calibri"/>
                <a:cs typeface="Calibri"/>
              </a:rPr>
              <a:t> </a:t>
            </a:r>
            <a:r>
              <a:rPr sz="3200" dirty="0">
                <a:latin typeface="Calibri"/>
                <a:cs typeface="Calibri"/>
              </a:rPr>
              <a:t>tồn</a:t>
            </a:r>
            <a:r>
              <a:rPr sz="3200" spc="-35" dirty="0">
                <a:latin typeface="Calibri"/>
                <a:cs typeface="Calibri"/>
              </a:rPr>
              <a:t> </a:t>
            </a:r>
            <a:r>
              <a:rPr sz="3200" dirty="0">
                <a:latin typeface="Calibri"/>
                <a:cs typeface="Calibri"/>
              </a:rPr>
              <a:t>tại</a:t>
            </a:r>
            <a:r>
              <a:rPr sz="3200" spc="-25" dirty="0">
                <a:latin typeface="Calibri"/>
                <a:cs typeface="Calibri"/>
              </a:rPr>
              <a:t> </a:t>
            </a:r>
            <a:r>
              <a:rPr sz="3200" dirty="0">
                <a:latin typeface="Calibri"/>
                <a:cs typeface="Calibri"/>
              </a:rPr>
              <a:t>đã</a:t>
            </a:r>
            <a:r>
              <a:rPr sz="3200" spc="-35" dirty="0">
                <a:latin typeface="Calibri"/>
                <a:cs typeface="Calibri"/>
              </a:rPr>
              <a:t> </a:t>
            </a:r>
            <a:r>
              <a:rPr sz="3200" dirty="0">
                <a:latin typeface="Calibri"/>
                <a:cs typeface="Calibri"/>
              </a:rPr>
              <a:t>cho</a:t>
            </a:r>
            <a:r>
              <a:rPr sz="3200" spc="-40" dirty="0">
                <a:latin typeface="Calibri"/>
                <a:cs typeface="Calibri"/>
              </a:rPr>
              <a:t> </a:t>
            </a:r>
            <a:r>
              <a:rPr sz="3200" dirty="0">
                <a:latin typeface="Calibri"/>
                <a:cs typeface="Calibri"/>
              </a:rPr>
              <a:t>có</a:t>
            </a:r>
            <a:r>
              <a:rPr sz="3200" spc="-45" dirty="0">
                <a:latin typeface="Calibri"/>
                <a:cs typeface="Calibri"/>
              </a:rPr>
              <a:t> </a:t>
            </a:r>
            <a:r>
              <a:rPr sz="3200" dirty="0">
                <a:latin typeface="Calibri"/>
                <a:cs typeface="Calibri"/>
              </a:rPr>
              <a:t>chân</a:t>
            </a:r>
            <a:r>
              <a:rPr sz="3200" spc="-25" dirty="0">
                <a:latin typeface="Calibri"/>
                <a:cs typeface="Calibri"/>
              </a:rPr>
              <a:t> </a:t>
            </a:r>
            <a:r>
              <a:rPr sz="3200" dirty="0">
                <a:latin typeface="Calibri"/>
                <a:cs typeface="Calibri"/>
              </a:rPr>
              <a:t>trị</a:t>
            </a:r>
            <a:r>
              <a:rPr sz="3200" spc="-30" dirty="0">
                <a:latin typeface="Calibri"/>
                <a:cs typeface="Calibri"/>
              </a:rPr>
              <a:t> </a:t>
            </a:r>
            <a:r>
              <a:rPr sz="3200" dirty="0">
                <a:latin typeface="Calibri"/>
                <a:cs typeface="Calibri"/>
              </a:rPr>
              <a:t>ĐÚNG</a:t>
            </a:r>
            <a:r>
              <a:rPr sz="3200" spc="-50" dirty="0">
                <a:latin typeface="Calibri"/>
                <a:cs typeface="Calibri"/>
              </a:rPr>
              <a:t> </a:t>
            </a:r>
            <a:r>
              <a:rPr sz="3200" dirty="0">
                <a:latin typeface="Calibri"/>
                <a:cs typeface="Calibri"/>
              </a:rPr>
              <a:t>vì</a:t>
            </a:r>
            <a:r>
              <a:rPr sz="3200" spc="-30" dirty="0">
                <a:latin typeface="Calibri"/>
                <a:cs typeface="Calibri"/>
              </a:rPr>
              <a:t> </a:t>
            </a:r>
            <a:r>
              <a:rPr sz="3200" spc="-25" dirty="0">
                <a:solidFill>
                  <a:srgbClr val="FF0000"/>
                </a:solidFill>
                <a:latin typeface="Calibri"/>
                <a:cs typeface="Calibri"/>
              </a:rPr>
              <a:t>có </a:t>
            </a:r>
            <a:r>
              <a:rPr sz="3200" dirty="0">
                <a:solidFill>
                  <a:srgbClr val="FF0000"/>
                </a:solidFill>
                <a:latin typeface="Calibri"/>
                <a:cs typeface="Calibri"/>
              </a:rPr>
              <a:t>giá</a:t>
            </a:r>
            <a:r>
              <a:rPr sz="3200" spc="-30" dirty="0">
                <a:solidFill>
                  <a:srgbClr val="FF0000"/>
                </a:solidFill>
                <a:latin typeface="Calibri"/>
                <a:cs typeface="Calibri"/>
              </a:rPr>
              <a:t> </a:t>
            </a:r>
            <a:r>
              <a:rPr sz="3200" dirty="0">
                <a:solidFill>
                  <a:srgbClr val="FF0000"/>
                </a:solidFill>
                <a:latin typeface="Calibri"/>
                <a:cs typeface="Calibri"/>
              </a:rPr>
              <a:t>trị</a:t>
            </a:r>
            <a:r>
              <a:rPr sz="3200" spc="-30" dirty="0">
                <a:solidFill>
                  <a:srgbClr val="FF0000"/>
                </a:solidFill>
                <a:latin typeface="Calibri"/>
                <a:cs typeface="Calibri"/>
              </a:rPr>
              <a:t> </a:t>
            </a:r>
            <a:r>
              <a:rPr sz="3200" dirty="0">
                <a:solidFill>
                  <a:srgbClr val="FF0000"/>
                </a:solidFill>
                <a:latin typeface="Calibri"/>
                <a:cs typeface="Calibri"/>
              </a:rPr>
              <a:t>2</a:t>
            </a:r>
            <a:r>
              <a:rPr sz="3200" spc="-25" dirty="0">
                <a:solidFill>
                  <a:srgbClr val="FF0000"/>
                </a:solidFill>
                <a:latin typeface="Calibri"/>
                <a:cs typeface="Calibri"/>
              </a:rPr>
              <a:t> </a:t>
            </a:r>
            <a:r>
              <a:rPr sz="3200" dirty="0">
                <a:solidFill>
                  <a:srgbClr val="FF0000"/>
                </a:solidFill>
                <a:latin typeface="Symbol"/>
                <a:cs typeface="Symbol"/>
              </a:rPr>
              <a:t></a:t>
            </a:r>
            <a:r>
              <a:rPr sz="3200" spc="-105" dirty="0">
                <a:solidFill>
                  <a:srgbClr val="FF0000"/>
                </a:solidFill>
                <a:latin typeface="Times New Roman"/>
                <a:cs typeface="Times New Roman"/>
              </a:rPr>
              <a:t> </a:t>
            </a:r>
            <a:r>
              <a:rPr sz="3200" dirty="0">
                <a:solidFill>
                  <a:srgbClr val="FF0000"/>
                </a:solidFill>
                <a:latin typeface="Calibri"/>
                <a:cs typeface="Calibri"/>
              </a:rPr>
              <a:t>Z</a:t>
            </a:r>
            <a:r>
              <a:rPr sz="3200" spc="-25" dirty="0">
                <a:solidFill>
                  <a:srgbClr val="FF0000"/>
                </a:solidFill>
                <a:latin typeface="Calibri"/>
                <a:cs typeface="Calibri"/>
              </a:rPr>
              <a:t> </a:t>
            </a:r>
            <a:r>
              <a:rPr sz="3200" dirty="0">
                <a:latin typeface="Calibri"/>
                <a:cs typeface="Calibri"/>
              </a:rPr>
              <a:t>và</a:t>
            </a:r>
            <a:r>
              <a:rPr sz="3200" spc="-25" dirty="0">
                <a:latin typeface="Calibri"/>
                <a:cs typeface="Calibri"/>
              </a:rPr>
              <a:t> </a:t>
            </a:r>
            <a:r>
              <a:rPr sz="3200" spc="-20" dirty="0">
                <a:solidFill>
                  <a:srgbClr val="FF0000"/>
                </a:solidFill>
                <a:latin typeface="Calibri"/>
                <a:cs typeface="Calibri"/>
              </a:rPr>
              <a:t>2-</a:t>
            </a:r>
            <a:r>
              <a:rPr sz="3200" dirty="0">
                <a:solidFill>
                  <a:srgbClr val="FF0000"/>
                </a:solidFill>
                <a:latin typeface="Calibri"/>
                <a:cs typeface="Calibri"/>
              </a:rPr>
              <a:t>1</a:t>
            </a:r>
            <a:r>
              <a:rPr sz="3200" spc="-40" dirty="0">
                <a:solidFill>
                  <a:srgbClr val="FF0000"/>
                </a:solidFill>
                <a:latin typeface="Calibri"/>
                <a:cs typeface="Calibri"/>
              </a:rPr>
              <a:t> </a:t>
            </a:r>
            <a:r>
              <a:rPr sz="3200" dirty="0">
                <a:solidFill>
                  <a:srgbClr val="FF0000"/>
                </a:solidFill>
                <a:latin typeface="Calibri"/>
                <a:cs typeface="Calibri"/>
              </a:rPr>
              <a:t>≥</a:t>
            </a:r>
            <a:r>
              <a:rPr sz="3200" spc="-30" dirty="0">
                <a:solidFill>
                  <a:srgbClr val="FF0000"/>
                </a:solidFill>
                <a:latin typeface="Calibri"/>
                <a:cs typeface="Calibri"/>
              </a:rPr>
              <a:t> </a:t>
            </a:r>
            <a:r>
              <a:rPr sz="3200" dirty="0">
                <a:solidFill>
                  <a:srgbClr val="FF0000"/>
                </a:solidFill>
                <a:latin typeface="Calibri"/>
                <a:cs typeface="Calibri"/>
              </a:rPr>
              <a:t>0</a:t>
            </a:r>
            <a:r>
              <a:rPr sz="3200" spc="-20" dirty="0">
                <a:solidFill>
                  <a:srgbClr val="FF0000"/>
                </a:solidFill>
                <a:latin typeface="Calibri"/>
                <a:cs typeface="Calibri"/>
              </a:rPr>
              <a:t> </a:t>
            </a:r>
            <a:r>
              <a:rPr sz="3200" dirty="0">
                <a:latin typeface="Calibri"/>
                <a:cs typeface="Calibri"/>
              </a:rPr>
              <a:t>có</a:t>
            </a:r>
            <a:r>
              <a:rPr sz="3200" spc="-45" dirty="0">
                <a:latin typeface="Calibri"/>
                <a:cs typeface="Calibri"/>
              </a:rPr>
              <a:t> </a:t>
            </a:r>
            <a:r>
              <a:rPr sz="3200" dirty="0">
                <a:latin typeface="Calibri"/>
                <a:cs typeface="Calibri"/>
              </a:rPr>
              <a:t>chân</a:t>
            </a:r>
            <a:r>
              <a:rPr sz="3200" spc="-10" dirty="0">
                <a:latin typeface="Calibri"/>
                <a:cs typeface="Calibri"/>
              </a:rPr>
              <a:t> </a:t>
            </a:r>
            <a:r>
              <a:rPr sz="3200" dirty="0">
                <a:latin typeface="Calibri"/>
                <a:cs typeface="Calibri"/>
              </a:rPr>
              <a:t>trị</a:t>
            </a:r>
            <a:r>
              <a:rPr sz="3200" spc="-45" dirty="0">
                <a:latin typeface="Calibri"/>
                <a:cs typeface="Calibri"/>
              </a:rPr>
              <a:t> </a:t>
            </a:r>
            <a:r>
              <a:rPr sz="3200" dirty="0">
                <a:latin typeface="Calibri"/>
                <a:cs typeface="Calibri"/>
              </a:rPr>
              <a:t>đúng</a:t>
            </a:r>
            <a:r>
              <a:rPr sz="3200" spc="-20" dirty="0">
                <a:latin typeface="Calibri"/>
                <a:cs typeface="Calibri"/>
              </a:rPr>
              <a:t> </a:t>
            </a:r>
            <a:r>
              <a:rPr sz="3200" dirty="0">
                <a:latin typeface="Calibri"/>
                <a:cs typeface="Calibri"/>
              </a:rPr>
              <a:t>(P(a)</a:t>
            </a:r>
            <a:r>
              <a:rPr sz="3200" spc="-30" dirty="0">
                <a:latin typeface="Calibri"/>
                <a:cs typeface="Calibri"/>
              </a:rPr>
              <a:t> </a:t>
            </a:r>
            <a:r>
              <a:rPr sz="3200" spc="-25" dirty="0">
                <a:latin typeface="Calibri"/>
                <a:cs typeface="Calibri"/>
              </a:rPr>
              <a:t>có </a:t>
            </a:r>
            <a:r>
              <a:rPr sz="3200" dirty="0">
                <a:latin typeface="Calibri"/>
                <a:cs typeface="Calibri"/>
              </a:rPr>
              <a:t>chân</a:t>
            </a:r>
            <a:r>
              <a:rPr sz="3200" spc="-45" dirty="0">
                <a:latin typeface="Calibri"/>
                <a:cs typeface="Calibri"/>
              </a:rPr>
              <a:t> </a:t>
            </a:r>
            <a:r>
              <a:rPr sz="3200" dirty="0">
                <a:latin typeface="Calibri"/>
                <a:cs typeface="Calibri"/>
              </a:rPr>
              <a:t>trị</a:t>
            </a:r>
            <a:r>
              <a:rPr sz="3200" spc="-40" dirty="0">
                <a:latin typeface="Calibri"/>
                <a:cs typeface="Calibri"/>
              </a:rPr>
              <a:t> </a:t>
            </a:r>
            <a:r>
              <a:rPr sz="3200" spc="-10" dirty="0">
                <a:latin typeface="Calibri"/>
                <a:cs typeface="Calibri"/>
              </a:rPr>
              <a:t>ĐÚNG).</a:t>
            </a:r>
            <a:endParaRPr sz="3200">
              <a:latin typeface="Calibri"/>
              <a:cs typeface="Calibri"/>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912742" y="2798980"/>
            <a:ext cx="1243330" cy="0"/>
          </a:xfrm>
          <a:custGeom>
            <a:avLst/>
            <a:gdLst/>
            <a:ahLst/>
            <a:cxnLst/>
            <a:rect l="l" t="t" r="r" b="b"/>
            <a:pathLst>
              <a:path w="1243329">
                <a:moveTo>
                  <a:pt x="0" y="0"/>
                </a:moveTo>
                <a:lnTo>
                  <a:pt x="1242759" y="0"/>
                </a:lnTo>
              </a:path>
            </a:pathLst>
          </a:custGeom>
          <a:ln w="27262">
            <a:solidFill>
              <a:srgbClr val="000000"/>
            </a:solidFill>
            <a:prstDash val="dash"/>
          </a:ln>
        </p:spPr>
        <p:txBody>
          <a:bodyPr wrap="square" lIns="0" tIns="0" rIns="0" bIns="0" rtlCol="0"/>
          <a:lstStyle/>
          <a:p>
            <a:endParaRPr/>
          </a:p>
        </p:txBody>
      </p:sp>
      <p:sp>
        <p:nvSpPr>
          <p:cNvPr id="3" name="object 3"/>
          <p:cNvSpPr txBox="1"/>
          <p:nvPr/>
        </p:nvSpPr>
        <p:spPr>
          <a:xfrm>
            <a:off x="345440" y="144313"/>
            <a:ext cx="8355330" cy="5581015"/>
          </a:xfrm>
          <a:prstGeom prst="rect">
            <a:avLst/>
          </a:prstGeom>
        </p:spPr>
        <p:txBody>
          <a:bodyPr vert="horz" wrap="square" lIns="0" tIns="107314" rIns="0" bIns="0" rtlCol="0">
            <a:spAutoFit/>
          </a:bodyPr>
          <a:lstStyle/>
          <a:p>
            <a:pPr marL="20955" algn="ctr">
              <a:lnSpc>
                <a:spcPct val="100000"/>
              </a:lnSpc>
              <a:spcBef>
                <a:spcPts val="844"/>
              </a:spcBef>
            </a:pPr>
            <a:r>
              <a:rPr sz="3200" dirty="0">
                <a:latin typeface="Symbol"/>
                <a:cs typeface="Symbol"/>
              </a:rPr>
              <a:t></a:t>
            </a:r>
            <a:r>
              <a:rPr sz="3200" b="1" dirty="0">
                <a:latin typeface="Calibri"/>
                <a:cs typeface="Calibri"/>
              </a:rPr>
              <a:t>x</a:t>
            </a:r>
            <a:r>
              <a:rPr sz="3200" b="1" spc="-20" dirty="0">
                <a:latin typeface="Calibri"/>
                <a:cs typeface="Calibri"/>
              </a:rPr>
              <a:t> </a:t>
            </a:r>
            <a:r>
              <a:rPr sz="3200" dirty="0">
                <a:latin typeface="Symbol"/>
                <a:cs typeface="Symbol"/>
              </a:rPr>
              <a:t></a:t>
            </a:r>
            <a:r>
              <a:rPr sz="3200" spc="-75" dirty="0">
                <a:latin typeface="Times New Roman"/>
                <a:cs typeface="Times New Roman"/>
              </a:rPr>
              <a:t> </a:t>
            </a:r>
            <a:r>
              <a:rPr sz="3200" b="1" dirty="0">
                <a:latin typeface="Calibri"/>
                <a:cs typeface="Calibri"/>
              </a:rPr>
              <a:t>A,</a:t>
            </a:r>
            <a:r>
              <a:rPr sz="3200" b="1" spc="-5" dirty="0">
                <a:latin typeface="Calibri"/>
                <a:cs typeface="Calibri"/>
              </a:rPr>
              <a:t> </a:t>
            </a:r>
            <a:r>
              <a:rPr sz="3200" b="1" spc="-20" dirty="0">
                <a:latin typeface="Calibri"/>
                <a:cs typeface="Calibri"/>
              </a:rPr>
              <a:t>P(x)</a:t>
            </a:r>
            <a:endParaRPr sz="3200">
              <a:latin typeface="Calibri"/>
              <a:cs typeface="Calibri"/>
            </a:endParaRPr>
          </a:p>
          <a:p>
            <a:pPr marL="50800">
              <a:lnSpc>
                <a:spcPct val="100000"/>
              </a:lnSpc>
              <a:spcBef>
                <a:spcPts val="745"/>
              </a:spcBef>
            </a:pPr>
            <a:r>
              <a:rPr sz="3200" dirty="0">
                <a:latin typeface="Calibri"/>
                <a:cs typeface="Calibri"/>
              </a:rPr>
              <a:t>cho</a:t>
            </a:r>
            <a:r>
              <a:rPr sz="3200" spc="-35" dirty="0">
                <a:latin typeface="Calibri"/>
                <a:cs typeface="Calibri"/>
              </a:rPr>
              <a:t> </a:t>
            </a:r>
            <a:r>
              <a:rPr sz="3200" dirty="0">
                <a:latin typeface="Calibri"/>
                <a:cs typeface="Calibri"/>
              </a:rPr>
              <a:t>chân</a:t>
            </a:r>
            <a:r>
              <a:rPr sz="3200" spc="-35" dirty="0">
                <a:latin typeface="Calibri"/>
                <a:cs typeface="Calibri"/>
              </a:rPr>
              <a:t> </a:t>
            </a:r>
            <a:r>
              <a:rPr sz="3200" dirty="0">
                <a:latin typeface="Calibri"/>
                <a:cs typeface="Calibri"/>
              </a:rPr>
              <a:t>trị</a:t>
            </a:r>
            <a:r>
              <a:rPr sz="3200" spc="-25" dirty="0">
                <a:latin typeface="Calibri"/>
                <a:cs typeface="Calibri"/>
              </a:rPr>
              <a:t> </a:t>
            </a:r>
            <a:r>
              <a:rPr sz="3200" spc="-50" dirty="0">
                <a:latin typeface="Calibri"/>
                <a:cs typeface="Calibri"/>
              </a:rPr>
              <a:t>:</a:t>
            </a:r>
            <a:endParaRPr sz="3200">
              <a:latin typeface="Calibri"/>
              <a:cs typeface="Calibri"/>
            </a:endParaRPr>
          </a:p>
          <a:p>
            <a:pPr marL="50800" marR="216535">
              <a:lnSpc>
                <a:spcPts val="3820"/>
              </a:lnSpc>
              <a:spcBef>
                <a:spcPts val="940"/>
              </a:spcBef>
            </a:pPr>
            <a:r>
              <a:rPr sz="3200" b="1" dirty="0">
                <a:latin typeface="Calibri"/>
                <a:cs typeface="Calibri"/>
              </a:rPr>
              <a:t>SAI</a:t>
            </a:r>
            <a:r>
              <a:rPr sz="3200" b="1" spc="-45"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Nếu</a:t>
            </a:r>
            <a:r>
              <a:rPr sz="3200" spc="-45" dirty="0">
                <a:latin typeface="Calibri"/>
                <a:cs typeface="Calibri"/>
              </a:rPr>
              <a:t> </a:t>
            </a:r>
            <a:r>
              <a:rPr sz="3200" dirty="0">
                <a:latin typeface="Calibri"/>
                <a:cs typeface="Calibri"/>
              </a:rPr>
              <a:t>thay</a:t>
            </a:r>
            <a:r>
              <a:rPr sz="3200" spc="-10" dirty="0">
                <a:latin typeface="Calibri"/>
                <a:cs typeface="Calibri"/>
              </a:rPr>
              <a:t> </a:t>
            </a:r>
            <a:r>
              <a:rPr sz="3200" dirty="0">
                <a:latin typeface="Calibri"/>
                <a:cs typeface="Calibri"/>
              </a:rPr>
              <a:t>x</a:t>
            </a:r>
            <a:r>
              <a:rPr sz="3200" spc="-30" dirty="0">
                <a:latin typeface="Calibri"/>
                <a:cs typeface="Calibri"/>
              </a:rPr>
              <a:t> </a:t>
            </a:r>
            <a:r>
              <a:rPr sz="3200" dirty="0">
                <a:latin typeface="Calibri"/>
                <a:cs typeface="Calibri"/>
              </a:rPr>
              <a:t>bằng</a:t>
            </a:r>
            <a:r>
              <a:rPr sz="3200" spc="-20" dirty="0">
                <a:latin typeface="Calibri"/>
                <a:cs typeface="Calibri"/>
              </a:rPr>
              <a:t> </a:t>
            </a:r>
            <a:r>
              <a:rPr sz="3200" dirty="0">
                <a:latin typeface="Calibri"/>
                <a:cs typeface="Calibri"/>
              </a:rPr>
              <a:t>giá</a:t>
            </a:r>
            <a:r>
              <a:rPr sz="3200" spc="-30" dirty="0">
                <a:latin typeface="Calibri"/>
                <a:cs typeface="Calibri"/>
              </a:rPr>
              <a:t> </a:t>
            </a:r>
            <a:r>
              <a:rPr sz="3200" dirty="0">
                <a:latin typeface="Calibri"/>
                <a:cs typeface="Calibri"/>
              </a:rPr>
              <a:t>trị</a:t>
            </a:r>
            <a:r>
              <a:rPr sz="3200" spc="-20" dirty="0">
                <a:latin typeface="Calibri"/>
                <a:cs typeface="Calibri"/>
              </a:rPr>
              <a:t> </a:t>
            </a:r>
            <a:r>
              <a:rPr sz="3200" b="1" dirty="0">
                <a:latin typeface="Calibri"/>
                <a:cs typeface="Calibri"/>
              </a:rPr>
              <a:t>bất</a:t>
            </a:r>
            <a:r>
              <a:rPr sz="3200" b="1" spc="-50" dirty="0">
                <a:latin typeface="Calibri"/>
                <a:cs typeface="Calibri"/>
              </a:rPr>
              <a:t> </a:t>
            </a:r>
            <a:r>
              <a:rPr sz="3200" b="1" dirty="0">
                <a:latin typeface="Calibri"/>
                <a:cs typeface="Calibri"/>
              </a:rPr>
              <a:t>kỳ</a:t>
            </a:r>
            <a:r>
              <a:rPr sz="3200" b="1" spc="-30" dirty="0">
                <a:latin typeface="Calibri"/>
                <a:cs typeface="Calibri"/>
              </a:rPr>
              <a:t> </a:t>
            </a:r>
            <a:r>
              <a:rPr sz="3200" dirty="0">
                <a:latin typeface="Calibri"/>
                <a:cs typeface="Calibri"/>
              </a:rPr>
              <a:t>a</a:t>
            </a:r>
            <a:r>
              <a:rPr sz="3200" spc="-30"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A</a:t>
            </a:r>
            <a:r>
              <a:rPr sz="3200" spc="-45"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P(a)</a:t>
            </a:r>
            <a:r>
              <a:rPr sz="3200" spc="-25" dirty="0">
                <a:latin typeface="Calibri"/>
                <a:cs typeface="Calibri"/>
              </a:rPr>
              <a:t> có </a:t>
            </a:r>
            <a:r>
              <a:rPr sz="3200" dirty="0">
                <a:latin typeface="Calibri"/>
                <a:cs typeface="Calibri"/>
              </a:rPr>
              <a:t>chân</a:t>
            </a:r>
            <a:r>
              <a:rPr sz="3200" spc="-45" dirty="0">
                <a:latin typeface="Calibri"/>
                <a:cs typeface="Calibri"/>
              </a:rPr>
              <a:t> </a:t>
            </a:r>
            <a:r>
              <a:rPr sz="3200" dirty="0">
                <a:latin typeface="Calibri"/>
                <a:cs typeface="Calibri"/>
              </a:rPr>
              <a:t>trị</a:t>
            </a:r>
            <a:r>
              <a:rPr sz="3200" spc="-40" dirty="0">
                <a:latin typeface="Calibri"/>
                <a:cs typeface="Calibri"/>
              </a:rPr>
              <a:t> </a:t>
            </a:r>
            <a:r>
              <a:rPr sz="3200" spc="-20" dirty="0">
                <a:latin typeface="Calibri"/>
                <a:cs typeface="Calibri"/>
              </a:rPr>
              <a:t>SAI.</a:t>
            </a:r>
            <a:endParaRPr sz="3200">
              <a:latin typeface="Calibri"/>
              <a:cs typeface="Calibri"/>
            </a:endParaRPr>
          </a:p>
          <a:p>
            <a:pPr>
              <a:lnSpc>
                <a:spcPct val="100000"/>
              </a:lnSpc>
              <a:spcBef>
                <a:spcPts val="1365"/>
              </a:spcBef>
            </a:pPr>
            <a:endParaRPr sz="3200">
              <a:latin typeface="Calibri"/>
              <a:cs typeface="Calibri"/>
            </a:endParaRPr>
          </a:p>
          <a:p>
            <a:pPr marL="50800">
              <a:lnSpc>
                <a:spcPct val="100000"/>
              </a:lnSpc>
            </a:pPr>
            <a:r>
              <a:rPr sz="3200" b="1" dirty="0">
                <a:latin typeface="Calibri"/>
                <a:cs typeface="Calibri"/>
              </a:rPr>
              <a:t>Ví</a:t>
            </a:r>
            <a:r>
              <a:rPr sz="3200" b="1" spc="-25" dirty="0">
                <a:latin typeface="Calibri"/>
                <a:cs typeface="Calibri"/>
              </a:rPr>
              <a:t> </a:t>
            </a:r>
            <a:r>
              <a:rPr sz="3200" b="1" dirty="0">
                <a:latin typeface="Calibri"/>
                <a:cs typeface="Calibri"/>
              </a:rPr>
              <a:t>dụ</a:t>
            </a:r>
            <a:r>
              <a:rPr sz="3200" b="1" spc="-25" dirty="0">
                <a:latin typeface="Calibri"/>
                <a:cs typeface="Calibri"/>
              </a:rPr>
              <a:t> </a:t>
            </a:r>
            <a:r>
              <a:rPr sz="3200" b="1" dirty="0">
                <a:latin typeface="Calibri"/>
                <a:cs typeface="Calibri"/>
              </a:rPr>
              <a:t>7:</a:t>
            </a:r>
            <a:r>
              <a:rPr sz="3200" b="1" spc="5" dirty="0">
                <a:latin typeface="Calibri"/>
                <a:cs typeface="Calibri"/>
              </a:rPr>
              <a:t> </a:t>
            </a:r>
            <a:r>
              <a:rPr sz="3200" dirty="0">
                <a:latin typeface="Symbol"/>
                <a:cs typeface="Symbol"/>
              </a:rPr>
              <a:t></a:t>
            </a:r>
            <a:r>
              <a:rPr sz="3200" spc="-90" dirty="0">
                <a:latin typeface="Times New Roman"/>
                <a:cs typeface="Times New Roman"/>
              </a:rPr>
              <a:t> </a:t>
            </a:r>
            <a:r>
              <a:rPr sz="3200" dirty="0">
                <a:latin typeface="Calibri"/>
                <a:cs typeface="Calibri"/>
              </a:rPr>
              <a:t>x</a:t>
            </a:r>
            <a:r>
              <a:rPr sz="3200" spc="-10" dirty="0">
                <a:latin typeface="Calibri"/>
                <a:cs typeface="Calibri"/>
              </a:rPr>
              <a:t> </a:t>
            </a:r>
            <a:r>
              <a:rPr sz="3200" dirty="0">
                <a:latin typeface="Symbol"/>
                <a:cs typeface="Symbol"/>
              </a:rPr>
              <a:t></a:t>
            </a:r>
            <a:r>
              <a:rPr sz="3200" spc="-85" dirty="0">
                <a:latin typeface="Times New Roman"/>
                <a:cs typeface="Times New Roman"/>
              </a:rPr>
              <a:t> </a:t>
            </a:r>
            <a:r>
              <a:rPr sz="3200" dirty="0">
                <a:latin typeface="Calibri"/>
                <a:cs typeface="Calibri"/>
              </a:rPr>
              <a:t>Z,</a:t>
            </a:r>
            <a:r>
              <a:rPr sz="3200" spc="-5" dirty="0">
                <a:latin typeface="Calibri"/>
                <a:cs typeface="Calibri"/>
              </a:rPr>
              <a:t> </a:t>
            </a:r>
            <a:r>
              <a:rPr sz="3200" dirty="0">
                <a:latin typeface="Calibri"/>
                <a:cs typeface="Calibri"/>
              </a:rPr>
              <a:t>x</a:t>
            </a:r>
            <a:r>
              <a:rPr sz="3150" baseline="25132" dirty="0">
                <a:latin typeface="Calibri"/>
                <a:cs typeface="Calibri"/>
              </a:rPr>
              <a:t>2</a:t>
            </a:r>
            <a:r>
              <a:rPr sz="3150" spc="359" baseline="25132" dirty="0">
                <a:latin typeface="Calibri"/>
                <a:cs typeface="Calibri"/>
              </a:rPr>
              <a:t> </a:t>
            </a:r>
            <a:r>
              <a:rPr sz="3200" dirty="0">
                <a:latin typeface="Calibri"/>
                <a:cs typeface="Calibri"/>
              </a:rPr>
              <a:t>&lt;</a:t>
            </a:r>
            <a:r>
              <a:rPr sz="3200" spc="-5" dirty="0">
                <a:latin typeface="Calibri"/>
                <a:cs typeface="Calibri"/>
              </a:rPr>
              <a:t> </a:t>
            </a:r>
            <a:r>
              <a:rPr sz="3200" spc="-25" dirty="0">
                <a:latin typeface="Calibri"/>
                <a:cs typeface="Calibri"/>
              </a:rPr>
              <a:t>0.</a:t>
            </a:r>
            <a:endParaRPr sz="3200">
              <a:latin typeface="Calibri"/>
              <a:cs typeface="Calibri"/>
            </a:endParaRPr>
          </a:p>
          <a:p>
            <a:pPr marL="50800">
              <a:lnSpc>
                <a:spcPct val="100000"/>
              </a:lnSpc>
              <a:spcBef>
                <a:spcPts val="770"/>
              </a:spcBef>
            </a:pPr>
            <a:r>
              <a:rPr sz="3200" spc="-105" dirty="0">
                <a:latin typeface="Calibri"/>
                <a:cs typeface="Calibri"/>
              </a:rPr>
              <a:t>Ta</a:t>
            </a:r>
            <a:r>
              <a:rPr sz="3200" spc="-30" dirty="0">
                <a:latin typeface="Calibri"/>
                <a:cs typeface="Calibri"/>
              </a:rPr>
              <a:t> </a:t>
            </a:r>
            <a:r>
              <a:rPr sz="3200" dirty="0">
                <a:latin typeface="Calibri"/>
                <a:cs typeface="Calibri"/>
              </a:rPr>
              <a:t>có</a:t>
            </a:r>
            <a:r>
              <a:rPr sz="3200" spc="-45" dirty="0">
                <a:latin typeface="Calibri"/>
                <a:cs typeface="Calibri"/>
              </a:rPr>
              <a:t> </a:t>
            </a:r>
            <a:r>
              <a:rPr sz="3200" dirty="0">
                <a:latin typeface="Calibri"/>
                <a:cs typeface="Calibri"/>
              </a:rPr>
              <a:t>P(x)</a:t>
            </a:r>
            <a:r>
              <a:rPr sz="3200" spc="-3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“x</a:t>
            </a:r>
            <a:r>
              <a:rPr sz="3150" baseline="25132" dirty="0">
                <a:latin typeface="Calibri"/>
                <a:cs typeface="Calibri"/>
              </a:rPr>
              <a:t>2</a:t>
            </a:r>
            <a:r>
              <a:rPr sz="3150" spc="315" baseline="25132" dirty="0">
                <a:latin typeface="Calibri"/>
                <a:cs typeface="Calibri"/>
              </a:rPr>
              <a:t> </a:t>
            </a:r>
            <a:r>
              <a:rPr sz="3200" dirty="0">
                <a:latin typeface="Calibri"/>
                <a:cs typeface="Calibri"/>
              </a:rPr>
              <a:t>&lt;</a:t>
            </a:r>
            <a:r>
              <a:rPr sz="3200" spc="-25" dirty="0">
                <a:latin typeface="Calibri"/>
                <a:cs typeface="Calibri"/>
              </a:rPr>
              <a:t> </a:t>
            </a:r>
            <a:r>
              <a:rPr sz="3200" spc="-90" dirty="0">
                <a:latin typeface="Calibri"/>
                <a:cs typeface="Calibri"/>
              </a:rPr>
              <a:t>0”,</a:t>
            </a:r>
            <a:r>
              <a:rPr sz="3200" spc="-25" dirty="0">
                <a:latin typeface="Calibri"/>
                <a:cs typeface="Calibri"/>
              </a:rPr>
              <a:t> </a:t>
            </a:r>
            <a:r>
              <a:rPr sz="3200" dirty="0">
                <a:latin typeface="Calibri"/>
                <a:cs typeface="Calibri"/>
              </a:rPr>
              <a:t>x</a:t>
            </a:r>
            <a:r>
              <a:rPr sz="3200" spc="-25" dirty="0">
                <a:latin typeface="Calibri"/>
                <a:cs typeface="Calibri"/>
              </a:rPr>
              <a:t> </a:t>
            </a:r>
            <a:r>
              <a:rPr sz="3200" dirty="0">
                <a:latin typeface="Symbol"/>
                <a:cs typeface="Symbol"/>
              </a:rPr>
              <a:t></a:t>
            </a:r>
            <a:r>
              <a:rPr sz="3200" spc="-105" dirty="0">
                <a:latin typeface="Times New Roman"/>
                <a:cs typeface="Times New Roman"/>
              </a:rPr>
              <a:t> </a:t>
            </a:r>
            <a:r>
              <a:rPr sz="3200" spc="-25" dirty="0">
                <a:latin typeface="Calibri"/>
                <a:cs typeface="Calibri"/>
              </a:rPr>
              <a:t>Z.</a:t>
            </a:r>
            <a:endParaRPr sz="3200">
              <a:latin typeface="Calibri"/>
              <a:cs typeface="Calibri"/>
            </a:endParaRPr>
          </a:p>
          <a:p>
            <a:pPr marL="50800">
              <a:lnSpc>
                <a:spcPct val="100000"/>
              </a:lnSpc>
              <a:spcBef>
                <a:spcPts val="745"/>
              </a:spcBef>
            </a:pPr>
            <a:r>
              <a:rPr sz="3200" dirty="0">
                <a:latin typeface="Calibri"/>
                <a:cs typeface="Calibri"/>
              </a:rPr>
              <a:t>Lượng</a:t>
            </a:r>
            <a:r>
              <a:rPr sz="3200" spc="-50" dirty="0">
                <a:latin typeface="Calibri"/>
                <a:cs typeface="Calibri"/>
              </a:rPr>
              <a:t> </a:t>
            </a:r>
            <a:r>
              <a:rPr sz="3200" dirty="0">
                <a:latin typeface="Calibri"/>
                <a:cs typeface="Calibri"/>
              </a:rPr>
              <a:t>từ</a:t>
            </a:r>
            <a:r>
              <a:rPr sz="3200" spc="-45" dirty="0">
                <a:latin typeface="Calibri"/>
                <a:cs typeface="Calibri"/>
              </a:rPr>
              <a:t> </a:t>
            </a:r>
            <a:r>
              <a:rPr sz="3200" dirty="0">
                <a:latin typeface="Calibri"/>
                <a:cs typeface="Calibri"/>
              </a:rPr>
              <a:t>tồn</a:t>
            </a:r>
            <a:r>
              <a:rPr sz="3200" spc="-50" dirty="0">
                <a:latin typeface="Calibri"/>
                <a:cs typeface="Calibri"/>
              </a:rPr>
              <a:t> </a:t>
            </a:r>
            <a:r>
              <a:rPr sz="3200" dirty="0">
                <a:latin typeface="Calibri"/>
                <a:cs typeface="Calibri"/>
              </a:rPr>
              <a:t>tại</a:t>
            </a:r>
            <a:r>
              <a:rPr sz="3200" spc="-35" dirty="0">
                <a:latin typeface="Calibri"/>
                <a:cs typeface="Calibri"/>
              </a:rPr>
              <a:t> </a:t>
            </a:r>
            <a:r>
              <a:rPr sz="3200" dirty="0">
                <a:latin typeface="Calibri"/>
                <a:cs typeface="Calibri"/>
              </a:rPr>
              <a:t>đã</a:t>
            </a:r>
            <a:r>
              <a:rPr sz="3200" spc="-45" dirty="0">
                <a:latin typeface="Calibri"/>
                <a:cs typeface="Calibri"/>
              </a:rPr>
              <a:t> </a:t>
            </a:r>
            <a:r>
              <a:rPr sz="3200" dirty="0">
                <a:latin typeface="Calibri"/>
                <a:cs typeface="Calibri"/>
              </a:rPr>
              <a:t>cho</a:t>
            </a:r>
            <a:r>
              <a:rPr sz="3200" spc="-50" dirty="0">
                <a:latin typeface="Calibri"/>
                <a:cs typeface="Calibri"/>
              </a:rPr>
              <a:t> </a:t>
            </a:r>
            <a:r>
              <a:rPr sz="3200" dirty="0">
                <a:latin typeface="Calibri"/>
                <a:cs typeface="Calibri"/>
              </a:rPr>
              <a:t>có</a:t>
            </a:r>
            <a:r>
              <a:rPr sz="3200" spc="-60" dirty="0">
                <a:latin typeface="Calibri"/>
                <a:cs typeface="Calibri"/>
              </a:rPr>
              <a:t> </a:t>
            </a:r>
            <a:r>
              <a:rPr sz="3200" dirty="0">
                <a:latin typeface="Calibri"/>
                <a:cs typeface="Calibri"/>
              </a:rPr>
              <a:t>chân</a:t>
            </a:r>
            <a:r>
              <a:rPr sz="3200" spc="-30" dirty="0">
                <a:latin typeface="Calibri"/>
                <a:cs typeface="Calibri"/>
              </a:rPr>
              <a:t> </a:t>
            </a:r>
            <a:r>
              <a:rPr sz="3200" dirty="0">
                <a:latin typeface="Calibri"/>
                <a:cs typeface="Calibri"/>
              </a:rPr>
              <a:t>trị</a:t>
            </a:r>
            <a:r>
              <a:rPr sz="3200" spc="-45" dirty="0">
                <a:latin typeface="Calibri"/>
                <a:cs typeface="Calibri"/>
              </a:rPr>
              <a:t> </a:t>
            </a:r>
            <a:r>
              <a:rPr sz="3200" dirty="0">
                <a:latin typeface="Calibri"/>
                <a:cs typeface="Calibri"/>
              </a:rPr>
              <a:t>SAI</a:t>
            </a:r>
            <a:r>
              <a:rPr sz="3200" spc="-55" dirty="0">
                <a:latin typeface="Calibri"/>
                <a:cs typeface="Calibri"/>
              </a:rPr>
              <a:t> </a:t>
            </a:r>
            <a:r>
              <a:rPr sz="3200" dirty="0">
                <a:latin typeface="Calibri"/>
                <a:cs typeface="Calibri"/>
              </a:rPr>
              <a:t>vì</a:t>
            </a:r>
            <a:r>
              <a:rPr sz="3200" spc="-40" dirty="0">
                <a:latin typeface="Calibri"/>
                <a:cs typeface="Calibri"/>
              </a:rPr>
              <a:t> </a:t>
            </a:r>
            <a:r>
              <a:rPr sz="3200" dirty="0">
                <a:solidFill>
                  <a:srgbClr val="FF0000"/>
                </a:solidFill>
                <a:latin typeface="Calibri"/>
                <a:cs typeface="Calibri"/>
              </a:rPr>
              <a:t>thay</a:t>
            </a:r>
            <a:r>
              <a:rPr sz="3200" spc="-35" dirty="0">
                <a:solidFill>
                  <a:srgbClr val="FF0000"/>
                </a:solidFill>
                <a:latin typeface="Calibri"/>
                <a:cs typeface="Calibri"/>
              </a:rPr>
              <a:t> </a:t>
            </a:r>
            <a:r>
              <a:rPr sz="3200" spc="-50" dirty="0">
                <a:solidFill>
                  <a:srgbClr val="FF0000"/>
                </a:solidFill>
                <a:latin typeface="Calibri"/>
                <a:cs typeface="Calibri"/>
              </a:rPr>
              <a:t>x</a:t>
            </a:r>
            <a:endParaRPr sz="3200">
              <a:latin typeface="Calibri"/>
              <a:cs typeface="Calibri"/>
            </a:endParaRPr>
          </a:p>
          <a:p>
            <a:pPr marL="50800" marR="43180">
              <a:lnSpc>
                <a:spcPts val="3820"/>
              </a:lnSpc>
              <a:spcBef>
                <a:spcPts val="145"/>
              </a:spcBef>
            </a:pPr>
            <a:r>
              <a:rPr sz="3200" dirty="0">
                <a:solidFill>
                  <a:srgbClr val="FF0000"/>
                </a:solidFill>
                <a:latin typeface="Calibri"/>
                <a:cs typeface="Calibri"/>
              </a:rPr>
              <a:t>bằng</a:t>
            </a:r>
            <a:r>
              <a:rPr sz="3200" spc="-15" dirty="0">
                <a:solidFill>
                  <a:srgbClr val="FF0000"/>
                </a:solidFill>
                <a:latin typeface="Calibri"/>
                <a:cs typeface="Calibri"/>
              </a:rPr>
              <a:t> </a:t>
            </a:r>
            <a:r>
              <a:rPr sz="3200" dirty="0">
                <a:solidFill>
                  <a:srgbClr val="FF0000"/>
                </a:solidFill>
                <a:latin typeface="Calibri"/>
                <a:cs typeface="Calibri"/>
              </a:rPr>
              <a:t>giá</a:t>
            </a:r>
            <a:r>
              <a:rPr sz="3200" spc="-25" dirty="0">
                <a:solidFill>
                  <a:srgbClr val="FF0000"/>
                </a:solidFill>
                <a:latin typeface="Calibri"/>
                <a:cs typeface="Calibri"/>
              </a:rPr>
              <a:t> </a:t>
            </a:r>
            <a:r>
              <a:rPr sz="3200" dirty="0">
                <a:solidFill>
                  <a:srgbClr val="FF0000"/>
                </a:solidFill>
                <a:latin typeface="Calibri"/>
                <a:cs typeface="Calibri"/>
              </a:rPr>
              <a:t>trị</a:t>
            </a:r>
            <a:r>
              <a:rPr sz="3200" spc="-25" dirty="0">
                <a:solidFill>
                  <a:srgbClr val="FF0000"/>
                </a:solidFill>
                <a:latin typeface="Calibri"/>
                <a:cs typeface="Calibri"/>
              </a:rPr>
              <a:t> </a:t>
            </a:r>
            <a:r>
              <a:rPr sz="3200" dirty="0">
                <a:solidFill>
                  <a:srgbClr val="FF0000"/>
                </a:solidFill>
                <a:latin typeface="Calibri"/>
                <a:cs typeface="Calibri"/>
              </a:rPr>
              <a:t>bất</a:t>
            </a:r>
            <a:r>
              <a:rPr sz="3200" spc="-30" dirty="0">
                <a:solidFill>
                  <a:srgbClr val="FF0000"/>
                </a:solidFill>
                <a:latin typeface="Calibri"/>
                <a:cs typeface="Calibri"/>
              </a:rPr>
              <a:t> </a:t>
            </a:r>
            <a:r>
              <a:rPr sz="3200" dirty="0">
                <a:solidFill>
                  <a:srgbClr val="FF0000"/>
                </a:solidFill>
                <a:latin typeface="Calibri"/>
                <a:cs typeface="Calibri"/>
              </a:rPr>
              <a:t>kỳ</a:t>
            </a:r>
            <a:r>
              <a:rPr sz="3200" spc="-25" dirty="0">
                <a:solidFill>
                  <a:srgbClr val="FF0000"/>
                </a:solidFill>
                <a:latin typeface="Calibri"/>
                <a:cs typeface="Calibri"/>
              </a:rPr>
              <a:t> </a:t>
            </a:r>
            <a:r>
              <a:rPr sz="3200" dirty="0">
                <a:solidFill>
                  <a:srgbClr val="FF0000"/>
                </a:solidFill>
                <a:latin typeface="Calibri"/>
                <a:cs typeface="Calibri"/>
              </a:rPr>
              <a:t>a</a:t>
            </a:r>
            <a:r>
              <a:rPr sz="3200" spc="-20" dirty="0">
                <a:solidFill>
                  <a:srgbClr val="FF0000"/>
                </a:solidFill>
                <a:latin typeface="Calibri"/>
                <a:cs typeface="Calibri"/>
              </a:rPr>
              <a:t> </a:t>
            </a:r>
            <a:r>
              <a:rPr sz="3200" dirty="0">
                <a:solidFill>
                  <a:srgbClr val="FF0000"/>
                </a:solidFill>
                <a:latin typeface="Symbol"/>
                <a:cs typeface="Symbol"/>
              </a:rPr>
              <a:t></a:t>
            </a:r>
            <a:r>
              <a:rPr sz="3200" spc="-105" dirty="0">
                <a:solidFill>
                  <a:srgbClr val="FF0000"/>
                </a:solidFill>
                <a:latin typeface="Times New Roman"/>
                <a:cs typeface="Times New Roman"/>
              </a:rPr>
              <a:t> </a:t>
            </a:r>
            <a:r>
              <a:rPr sz="3200" dirty="0">
                <a:solidFill>
                  <a:srgbClr val="FF0000"/>
                </a:solidFill>
                <a:latin typeface="Calibri"/>
                <a:cs typeface="Calibri"/>
              </a:rPr>
              <a:t>Z</a:t>
            </a:r>
            <a:r>
              <a:rPr sz="3200" spc="-30" dirty="0">
                <a:solidFill>
                  <a:srgbClr val="FF0000"/>
                </a:solidFill>
                <a:latin typeface="Calibri"/>
                <a:cs typeface="Calibri"/>
              </a:rPr>
              <a:t> </a:t>
            </a:r>
            <a:r>
              <a:rPr sz="3200" dirty="0">
                <a:latin typeface="Calibri"/>
                <a:cs typeface="Calibri"/>
              </a:rPr>
              <a:t>ta</a:t>
            </a:r>
            <a:r>
              <a:rPr sz="3200" spc="-25" dirty="0">
                <a:latin typeface="Calibri"/>
                <a:cs typeface="Calibri"/>
              </a:rPr>
              <a:t> </a:t>
            </a:r>
            <a:r>
              <a:rPr sz="3200" dirty="0">
                <a:latin typeface="Calibri"/>
                <a:cs typeface="Calibri"/>
              </a:rPr>
              <a:t>có</a:t>
            </a:r>
            <a:r>
              <a:rPr sz="3200" spc="-35" dirty="0">
                <a:latin typeface="Calibri"/>
                <a:cs typeface="Calibri"/>
              </a:rPr>
              <a:t> </a:t>
            </a:r>
            <a:r>
              <a:rPr sz="3200" dirty="0">
                <a:solidFill>
                  <a:srgbClr val="FF0000"/>
                </a:solidFill>
                <a:latin typeface="Calibri"/>
                <a:cs typeface="Calibri"/>
              </a:rPr>
              <a:t>a</a:t>
            </a:r>
            <a:r>
              <a:rPr sz="3150" baseline="25132" dirty="0">
                <a:solidFill>
                  <a:srgbClr val="FF0000"/>
                </a:solidFill>
                <a:latin typeface="Calibri"/>
                <a:cs typeface="Calibri"/>
              </a:rPr>
              <a:t>2</a:t>
            </a:r>
            <a:r>
              <a:rPr sz="3150" spc="337" baseline="25132" dirty="0">
                <a:solidFill>
                  <a:srgbClr val="FF0000"/>
                </a:solidFill>
                <a:latin typeface="Calibri"/>
                <a:cs typeface="Calibri"/>
              </a:rPr>
              <a:t> </a:t>
            </a:r>
            <a:r>
              <a:rPr sz="3200" dirty="0">
                <a:solidFill>
                  <a:srgbClr val="FF0000"/>
                </a:solidFill>
                <a:latin typeface="Calibri"/>
                <a:cs typeface="Calibri"/>
              </a:rPr>
              <a:t>&lt;</a:t>
            </a:r>
            <a:r>
              <a:rPr sz="3200" spc="-15" dirty="0">
                <a:solidFill>
                  <a:srgbClr val="FF0000"/>
                </a:solidFill>
                <a:latin typeface="Calibri"/>
                <a:cs typeface="Calibri"/>
              </a:rPr>
              <a:t> </a:t>
            </a:r>
            <a:r>
              <a:rPr sz="3200" dirty="0">
                <a:solidFill>
                  <a:srgbClr val="FF0000"/>
                </a:solidFill>
                <a:latin typeface="Calibri"/>
                <a:cs typeface="Calibri"/>
              </a:rPr>
              <a:t>0</a:t>
            </a:r>
            <a:r>
              <a:rPr sz="3200" spc="-35" dirty="0">
                <a:solidFill>
                  <a:srgbClr val="FF0000"/>
                </a:solidFill>
                <a:latin typeface="Calibri"/>
                <a:cs typeface="Calibri"/>
              </a:rPr>
              <a:t> </a:t>
            </a:r>
            <a:r>
              <a:rPr sz="3200" dirty="0">
                <a:latin typeface="Calibri"/>
                <a:cs typeface="Calibri"/>
              </a:rPr>
              <a:t>có</a:t>
            </a:r>
            <a:r>
              <a:rPr sz="3200" spc="-35" dirty="0">
                <a:latin typeface="Calibri"/>
                <a:cs typeface="Calibri"/>
              </a:rPr>
              <a:t> </a:t>
            </a:r>
            <a:r>
              <a:rPr sz="3200" dirty="0">
                <a:latin typeface="Calibri"/>
                <a:cs typeface="Calibri"/>
              </a:rPr>
              <a:t>chân</a:t>
            </a:r>
            <a:r>
              <a:rPr sz="3200" spc="-30" dirty="0">
                <a:latin typeface="Calibri"/>
                <a:cs typeface="Calibri"/>
              </a:rPr>
              <a:t> </a:t>
            </a:r>
            <a:r>
              <a:rPr sz="3200" dirty="0">
                <a:latin typeface="Calibri"/>
                <a:cs typeface="Calibri"/>
              </a:rPr>
              <a:t>trị</a:t>
            </a:r>
            <a:r>
              <a:rPr sz="3200" spc="-25" dirty="0">
                <a:latin typeface="Calibri"/>
                <a:cs typeface="Calibri"/>
              </a:rPr>
              <a:t> SAI </a:t>
            </a:r>
            <a:r>
              <a:rPr sz="3200" dirty="0">
                <a:latin typeface="Calibri"/>
                <a:cs typeface="Calibri"/>
              </a:rPr>
              <a:t>(P(a)</a:t>
            </a:r>
            <a:r>
              <a:rPr sz="3200" spc="-45" dirty="0">
                <a:latin typeface="Calibri"/>
                <a:cs typeface="Calibri"/>
              </a:rPr>
              <a:t> </a:t>
            </a:r>
            <a:r>
              <a:rPr sz="3200" dirty="0">
                <a:latin typeface="Calibri"/>
                <a:cs typeface="Calibri"/>
              </a:rPr>
              <a:t>có</a:t>
            </a:r>
            <a:r>
              <a:rPr sz="3200" spc="-60" dirty="0">
                <a:latin typeface="Calibri"/>
                <a:cs typeface="Calibri"/>
              </a:rPr>
              <a:t> </a:t>
            </a:r>
            <a:r>
              <a:rPr sz="3200" dirty="0">
                <a:latin typeface="Calibri"/>
                <a:cs typeface="Calibri"/>
              </a:rPr>
              <a:t>chân</a:t>
            </a:r>
            <a:r>
              <a:rPr sz="3200" spc="-50" dirty="0">
                <a:latin typeface="Calibri"/>
                <a:cs typeface="Calibri"/>
              </a:rPr>
              <a:t> </a:t>
            </a:r>
            <a:r>
              <a:rPr sz="3200" dirty="0">
                <a:latin typeface="Calibri"/>
                <a:cs typeface="Calibri"/>
              </a:rPr>
              <a:t>trị</a:t>
            </a:r>
            <a:r>
              <a:rPr sz="3200" spc="-35" dirty="0">
                <a:latin typeface="Calibri"/>
                <a:cs typeface="Calibri"/>
              </a:rPr>
              <a:t> </a:t>
            </a:r>
            <a:r>
              <a:rPr sz="3200" spc="-10" dirty="0">
                <a:latin typeface="Calibri"/>
                <a:cs typeface="Calibri"/>
              </a:rPr>
              <a:t>SAI).</a:t>
            </a:r>
            <a:endParaRPr sz="3200">
              <a:latin typeface="Calibri"/>
              <a:cs typeface="Calibri"/>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32740" y="144313"/>
            <a:ext cx="8112125" cy="5678805"/>
          </a:xfrm>
          <a:prstGeom prst="rect">
            <a:avLst/>
          </a:prstGeom>
        </p:spPr>
        <p:txBody>
          <a:bodyPr vert="horz" wrap="square" lIns="0" tIns="107314" rIns="0" bIns="0" rtlCol="0">
            <a:spAutoFit/>
          </a:bodyPr>
          <a:lstStyle/>
          <a:p>
            <a:pPr marL="3204845">
              <a:lnSpc>
                <a:spcPct val="100000"/>
              </a:lnSpc>
              <a:spcBef>
                <a:spcPts val="844"/>
              </a:spcBef>
            </a:pPr>
            <a:r>
              <a:rPr sz="3200" dirty="0">
                <a:latin typeface="Symbol"/>
                <a:cs typeface="Symbol"/>
              </a:rPr>
              <a:t></a:t>
            </a:r>
            <a:r>
              <a:rPr sz="3200" b="1" dirty="0">
                <a:latin typeface="Calibri"/>
                <a:cs typeface="Calibri"/>
              </a:rPr>
              <a:t>x</a:t>
            </a:r>
            <a:r>
              <a:rPr sz="3200" b="1" spc="-20" dirty="0">
                <a:latin typeface="Calibri"/>
                <a:cs typeface="Calibri"/>
              </a:rPr>
              <a:t> </a:t>
            </a:r>
            <a:r>
              <a:rPr sz="3200" dirty="0">
                <a:latin typeface="Symbol"/>
                <a:cs typeface="Symbol"/>
              </a:rPr>
              <a:t></a:t>
            </a:r>
            <a:r>
              <a:rPr sz="3200" spc="-75" dirty="0">
                <a:latin typeface="Times New Roman"/>
                <a:cs typeface="Times New Roman"/>
              </a:rPr>
              <a:t> </a:t>
            </a:r>
            <a:r>
              <a:rPr sz="3200" b="1" dirty="0">
                <a:latin typeface="Calibri"/>
                <a:cs typeface="Calibri"/>
              </a:rPr>
              <a:t>A,</a:t>
            </a:r>
            <a:r>
              <a:rPr sz="3200" b="1" spc="-5" dirty="0">
                <a:latin typeface="Calibri"/>
                <a:cs typeface="Calibri"/>
              </a:rPr>
              <a:t> </a:t>
            </a:r>
            <a:r>
              <a:rPr sz="3200" b="1" spc="-20" dirty="0">
                <a:latin typeface="Calibri"/>
                <a:cs typeface="Calibri"/>
              </a:rPr>
              <a:t>P(x)</a:t>
            </a:r>
            <a:endParaRPr sz="3200">
              <a:latin typeface="Calibri"/>
              <a:cs typeface="Calibri"/>
            </a:endParaRPr>
          </a:p>
          <a:p>
            <a:pPr marL="63500" marR="55880">
              <a:lnSpc>
                <a:spcPct val="100600"/>
              </a:lnSpc>
              <a:spcBef>
                <a:spcPts val="725"/>
              </a:spcBef>
              <a:tabLst>
                <a:tab pos="1524635" algn="l"/>
              </a:tabLst>
            </a:pPr>
            <a:r>
              <a:rPr sz="3200" b="1" dirty="0">
                <a:latin typeface="Calibri"/>
                <a:cs typeface="Calibri"/>
              </a:rPr>
              <a:t>Ví</a:t>
            </a:r>
            <a:r>
              <a:rPr sz="3200" b="1" spc="-10" dirty="0">
                <a:latin typeface="Calibri"/>
                <a:cs typeface="Calibri"/>
              </a:rPr>
              <a:t> </a:t>
            </a:r>
            <a:r>
              <a:rPr sz="3200" b="1" dirty="0">
                <a:latin typeface="Calibri"/>
                <a:cs typeface="Calibri"/>
              </a:rPr>
              <a:t>dụ</a:t>
            </a:r>
            <a:r>
              <a:rPr sz="3200" b="1" spc="-15" dirty="0">
                <a:latin typeface="Calibri"/>
                <a:cs typeface="Calibri"/>
              </a:rPr>
              <a:t> </a:t>
            </a:r>
            <a:r>
              <a:rPr sz="3200" b="1" spc="-25" dirty="0">
                <a:latin typeface="Calibri"/>
                <a:cs typeface="Calibri"/>
              </a:rPr>
              <a:t>8:</a:t>
            </a:r>
            <a:r>
              <a:rPr sz="3200" b="1" dirty="0">
                <a:latin typeface="Calibri"/>
                <a:cs typeface="Calibri"/>
              </a:rPr>
              <a:t>	</a:t>
            </a:r>
            <a:r>
              <a:rPr sz="3200" dirty="0">
                <a:latin typeface="Calibri"/>
                <a:cs typeface="Calibri"/>
              </a:rPr>
              <a:t>Cho</a:t>
            </a:r>
            <a:r>
              <a:rPr sz="3200" spc="-15" dirty="0">
                <a:latin typeface="Calibri"/>
                <a:cs typeface="Calibri"/>
              </a:rPr>
              <a:t> </a:t>
            </a:r>
            <a:r>
              <a:rPr sz="3200" dirty="0">
                <a:latin typeface="Calibri"/>
                <a:cs typeface="Calibri"/>
              </a:rPr>
              <a:t>vị</a:t>
            </a:r>
            <a:r>
              <a:rPr sz="3200" spc="-25" dirty="0">
                <a:latin typeface="Calibri"/>
                <a:cs typeface="Calibri"/>
              </a:rPr>
              <a:t> </a:t>
            </a:r>
            <a:r>
              <a:rPr sz="3200" dirty="0">
                <a:latin typeface="Calibri"/>
                <a:cs typeface="Calibri"/>
              </a:rPr>
              <a:t>từ</a:t>
            </a:r>
            <a:r>
              <a:rPr sz="3200" spc="-25" dirty="0">
                <a:latin typeface="Calibri"/>
                <a:cs typeface="Calibri"/>
              </a:rPr>
              <a:t> </a:t>
            </a:r>
            <a:r>
              <a:rPr sz="3200" dirty="0">
                <a:latin typeface="Calibri"/>
                <a:cs typeface="Calibri"/>
              </a:rPr>
              <a:t>q(x)</a:t>
            </a:r>
            <a:r>
              <a:rPr sz="3200" spc="-25"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“x</a:t>
            </a:r>
            <a:r>
              <a:rPr sz="3150" baseline="25132" dirty="0">
                <a:latin typeface="Calibri"/>
                <a:cs typeface="Calibri"/>
              </a:rPr>
              <a:t>2</a:t>
            </a:r>
            <a:r>
              <a:rPr sz="3150" spc="322" baseline="25132"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1≥</a:t>
            </a:r>
            <a:r>
              <a:rPr sz="3200" spc="-25" dirty="0">
                <a:latin typeface="Calibri"/>
                <a:cs typeface="Calibri"/>
              </a:rPr>
              <a:t> </a:t>
            </a:r>
            <a:r>
              <a:rPr sz="3200" spc="-85" dirty="0">
                <a:latin typeface="Calibri"/>
                <a:cs typeface="Calibri"/>
              </a:rPr>
              <a:t>0”,</a:t>
            </a:r>
            <a:r>
              <a:rPr sz="3200" spc="-25" dirty="0">
                <a:latin typeface="Calibri"/>
                <a:cs typeface="Calibri"/>
              </a:rPr>
              <a:t> </a:t>
            </a:r>
            <a:r>
              <a:rPr sz="3200" dirty="0">
                <a:latin typeface="Calibri"/>
                <a:cs typeface="Calibri"/>
              </a:rPr>
              <a:t>r(x)</a:t>
            </a:r>
            <a:r>
              <a:rPr sz="3200" spc="-20"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x</a:t>
            </a:r>
            <a:r>
              <a:rPr sz="3200" spc="-2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1</a:t>
            </a:r>
            <a:r>
              <a:rPr sz="3200" spc="-25" dirty="0">
                <a:latin typeface="Calibri"/>
                <a:cs typeface="Calibri"/>
              </a:rPr>
              <a:t> </a:t>
            </a:r>
            <a:r>
              <a:rPr sz="3200" spc="-50" dirty="0">
                <a:latin typeface="Calibri"/>
                <a:cs typeface="Calibri"/>
              </a:rPr>
              <a:t>≥ </a:t>
            </a:r>
            <a:r>
              <a:rPr sz="3200" spc="-90" dirty="0">
                <a:latin typeface="Calibri"/>
                <a:cs typeface="Calibri"/>
              </a:rPr>
              <a:t>0”,</a:t>
            </a:r>
            <a:r>
              <a:rPr sz="3200" spc="-35" dirty="0">
                <a:latin typeface="Calibri"/>
                <a:cs typeface="Calibri"/>
              </a:rPr>
              <a:t> </a:t>
            </a:r>
            <a:r>
              <a:rPr sz="3200" dirty="0">
                <a:latin typeface="Calibri"/>
                <a:cs typeface="Calibri"/>
              </a:rPr>
              <a:t>x</a:t>
            </a:r>
            <a:r>
              <a:rPr sz="3200" spc="-30" dirty="0">
                <a:latin typeface="Calibri"/>
                <a:cs typeface="Calibri"/>
              </a:rPr>
              <a:t> </a:t>
            </a:r>
            <a:r>
              <a:rPr sz="3200" dirty="0">
                <a:latin typeface="Symbol"/>
                <a:cs typeface="Symbol"/>
              </a:rPr>
              <a:t></a:t>
            </a:r>
            <a:r>
              <a:rPr sz="3200" spc="-110" dirty="0">
                <a:latin typeface="Times New Roman"/>
                <a:cs typeface="Times New Roman"/>
              </a:rPr>
              <a:t> </a:t>
            </a:r>
            <a:r>
              <a:rPr sz="3200" spc="-25" dirty="0">
                <a:latin typeface="Calibri"/>
                <a:cs typeface="Calibri"/>
              </a:rPr>
              <a:t>R.</a:t>
            </a:r>
            <a:endParaRPr sz="3200">
              <a:latin typeface="Calibri"/>
              <a:cs typeface="Calibri"/>
            </a:endParaRPr>
          </a:p>
          <a:p>
            <a:pPr marL="63500">
              <a:lnSpc>
                <a:spcPct val="100000"/>
              </a:lnSpc>
              <a:spcBef>
                <a:spcPts val="745"/>
              </a:spcBef>
            </a:pPr>
            <a:r>
              <a:rPr sz="3200" dirty="0">
                <a:latin typeface="Calibri"/>
                <a:cs typeface="Calibri"/>
              </a:rPr>
              <a:t>Xét</a:t>
            </a:r>
            <a:r>
              <a:rPr sz="3200" spc="-80" dirty="0">
                <a:latin typeface="Calibri"/>
                <a:cs typeface="Calibri"/>
              </a:rPr>
              <a:t> </a:t>
            </a:r>
            <a:r>
              <a:rPr sz="3200" dirty="0">
                <a:latin typeface="Calibri"/>
                <a:cs typeface="Calibri"/>
              </a:rPr>
              <a:t>chân</a:t>
            </a:r>
            <a:r>
              <a:rPr sz="3200" spc="-40" dirty="0">
                <a:latin typeface="Calibri"/>
                <a:cs typeface="Calibri"/>
              </a:rPr>
              <a:t> </a:t>
            </a:r>
            <a:r>
              <a:rPr sz="3200" dirty="0">
                <a:latin typeface="Calibri"/>
                <a:cs typeface="Calibri"/>
              </a:rPr>
              <a:t>trị</a:t>
            </a:r>
            <a:r>
              <a:rPr sz="3200" spc="-65" dirty="0">
                <a:latin typeface="Calibri"/>
                <a:cs typeface="Calibri"/>
              </a:rPr>
              <a:t> </a:t>
            </a:r>
            <a:r>
              <a:rPr sz="3200" spc="-25" dirty="0">
                <a:latin typeface="Calibri"/>
                <a:cs typeface="Calibri"/>
              </a:rPr>
              <a:t>của</a:t>
            </a:r>
            <a:endParaRPr sz="3200">
              <a:latin typeface="Calibri"/>
              <a:cs typeface="Calibri"/>
            </a:endParaRPr>
          </a:p>
          <a:p>
            <a:pPr marL="379730" algn="ctr">
              <a:lnSpc>
                <a:spcPct val="100000"/>
              </a:lnSpc>
              <a:spcBef>
                <a:spcPts val="795"/>
              </a:spcBef>
              <a:tabLst>
                <a:tab pos="3761740" algn="l"/>
              </a:tabLst>
            </a:pPr>
            <a:r>
              <a:rPr sz="3200" dirty="0">
                <a:latin typeface="Symbol"/>
                <a:cs typeface="Symbol"/>
              </a:rPr>
              <a:t></a:t>
            </a:r>
            <a:r>
              <a:rPr sz="3200" spc="-85" dirty="0">
                <a:latin typeface="Times New Roman"/>
                <a:cs typeface="Times New Roman"/>
              </a:rPr>
              <a:t> </a:t>
            </a:r>
            <a:r>
              <a:rPr sz="3200" dirty="0">
                <a:latin typeface="Calibri"/>
                <a:cs typeface="Calibri"/>
              </a:rPr>
              <a:t>x</a:t>
            </a:r>
            <a:r>
              <a:rPr sz="3200" spc="-20" dirty="0">
                <a:latin typeface="Calibri"/>
                <a:cs typeface="Calibri"/>
              </a:rPr>
              <a:t> </a:t>
            </a:r>
            <a:r>
              <a:rPr sz="3200" dirty="0">
                <a:latin typeface="Symbol"/>
                <a:cs typeface="Symbol"/>
              </a:rPr>
              <a:t></a:t>
            </a:r>
            <a:r>
              <a:rPr sz="3200" spc="-90" dirty="0">
                <a:latin typeface="Times New Roman"/>
                <a:cs typeface="Times New Roman"/>
              </a:rPr>
              <a:t> </a:t>
            </a:r>
            <a:r>
              <a:rPr sz="3200" dirty="0">
                <a:latin typeface="Calibri"/>
                <a:cs typeface="Calibri"/>
              </a:rPr>
              <a:t>R,</a:t>
            </a:r>
            <a:r>
              <a:rPr sz="3200" spc="-20" dirty="0">
                <a:latin typeface="Calibri"/>
                <a:cs typeface="Calibri"/>
              </a:rPr>
              <a:t> </a:t>
            </a:r>
            <a:r>
              <a:rPr sz="3200" dirty="0">
                <a:latin typeface="Calibri"/>
                <a:cs typeface="Calibri"/>
              </a:rPr>
              <a:t>q(x)</a:t>
            </a:r>
            <a:r>
              <a:rPr sz="3200" spc="-5" dirty="0">
                <a:latin typeface="Calibri"/>
                <a:cs typeface="Calibri"/>
              </a:rPr>
              <a:t> </a:t>
            </a:r>
            <a:r>
              <a:rPr sz="3200" dirty="0">
                <a:latin typeface="Symbol"/>
                <a:cs typeface="Symbol"/>
              </a:rPr>
              <a:t></a:t>
            </a:r>
            <a:r>
              <a:rPr sz="3200" spc="-105" dirty="0">
                <a:latin typeface="Times New Roman"/>
                <a:cs typeface="Times New Roman"/>
              </a:rPr>
              <a:t> </a:t>
            </a:r>
            <a:r>
              <a:rPr sz="3200" spc="-20" dirty="0">
                <a:latin typeface="Calibri"/>
                <a:cs typeface="Calibri"/>
              </a:rPr>
              <a:t>r(x)</a:t>
            </a:r>
            <a:r>
              <a:rPr sz="3200" dirty="0">
                <a:latin typeface="Calibri"/>
                <a:cs typeface="Calibri"/>
              </a:rPr>
              <a:t>	</a:t>
            </a:r>
            <a:r>
              <a:rPr sz="3200" spc="-25" dirty="0">
                <a:latin typeface="Calibri"/>
                <a:cs typeface="Calibri"/>
              </a:rPr>
              <a:t>(1)</a:t>
            </a:r>
            <a:endParaRPr sz="3200">
              <a:latin typeface="Calibri"/>
              <a:cs typeface="Calibri"/>
            </a:endParaRPr>
          </a:p>
          <a:p>
            <a:pPr marL="63500">
              <a:lnSpc>
                <a:spcPct val="100000"/>
              </a:lnSpc>
              <a:spcBef>
                <a:spcPts val="765"/>
              </a:spcBef>
            </a:pPr>
            <a:r>
              <a:rPr sz="3200" spc="-90" dirty="0">
                <a:latin typeface="Calibri"/>
                <a:cs typeface="Calibri"/>
              </a:rPr>
              <a:t>Ta</a:t>
            </a:r>
            <a:r>
              <a:rPr sz="3200" spc="-25" dirty="0">
                <a:latin typeface="Calibri"/>
                <a:cs typeface="Calibri"/>
              </a:rPr>
              <a:t> </a:t>
            </a:r>
            <a:r>
              <a:rPr sz="3200" dirty="0">
                <a:latin typeface="Calibri"/>
                <a:cs typeface="Calibri"/>
              </a:rPr>
              <a:t>có</a:t>
            </a:r>
            <a:r>
              <a:rPr sz="3200" spc="-40" dirty="0">
                <a:latin typeface="Calibri"/>
                <a:cs typeface="Calibri"/>
              </a:rPr>
              <a:t> </a:t>
            </a:r>
            <a:r>
              <a:rPr sz="3200" dirty="0">
                <a:latin typeface="Calibri"/>
                <a:cs typeface="Calibri"/>
              </a:rPr>
              <a:t>P(x)</a:t>
            </a:r>
            <a:r>
              <a:rPr sz="3200" spc="-25"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q(x)</a:t>
            </a:r>
            <a:r>
              <a:rPr sz="3200" spc="-10" dirty="0">
                <a:latin typeface="Calibri"/>
                <a:cs typeface="Calibri"/>
              </a:rPr>
              <a:t> </a:t>
            </a:r>
            <a:r>
              <a:rPr sz="3200" dirty="0">
                <a:latin typeface="Symbol"/>
                <a:cs typeface="Symbol"/>
              </a:rPr>
              <a:t></a:t>
            </a:r>
            <a:r>
              <a:rPr sz="3200" spc="-110" dirty="0">
                <a:latin typeface="Times New Roman"/>
                <a:cs typeface="Times New Roman"/>
              </a:rPr>
              <a:t> </a:t>
            </a:r>
            <a:r>
              <a:rPr sz="3200" dirty="0">
                <a:latin typeface="Calibri"/>
                <a:cs typeface="Calibri"/>
              </a:rPr>
              <a:t>r(x)</a:t>
            </a:r>
            <a:r>
              <a:rPr sz="3200" spc="-25"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x</a:t>
            </a:r>
            <a:r>
              <a:rPr sz="3200" spc="-30" dirty="0">
                <a:latin typeface="Calibri"/>
                <a:cs typeface="Calibri"/>
              </a:rPr>
              <a:t> </a:t>
            </a:r>
            <a:r>
              <a:rPr sz="3200" dirty="0">
                <a:latin typeface="Symbol"/>
                <a:cs typeface="Symbol"/>
              </a:rPr>
              <a:t></a:t>
            </a:r>
            <a:r>
              <a:rPr sz="3200" spc="-100" dirty="0">
                <a:latin typeface="Times New Roman"/>
                <a:cs typeface="Times New Roman"/>
              </a:rPr>
              <a:t> </a:t>
            </a:r>
            <a:r>
              <a:rPr sz="3200" spc="-25" dirty="0">
                <a:latin typeface="Calibri"/>
                <a:cs typeface="Calibri"/>
              </a:rPr>
              <a:t>R.</a:t>
            </a:r>
            <a:endParaRPr sz="3200">
              <a:latin typeface="Calibri"/>
              <a:cs typeface="Calibri"/>
            </a:endParaRPr>
          </a:p>
          <a:p>
            <a:pPr marL="63500">
              <a:lnSpc>
                <a:spcPct val="100000"/>
              </a:lnSpc>
              <a:spcBef>
                <a:spcPts val="745"/>
              </a:spcBef>
            </a:pPr>
            <a:r>
              <a:rPr sz="3200" dirty="0">
                <a:latin typeface="Calibri"/>
                <a:cs typeface="Calibri"/>
              </a:rPr>
              <a:t>Lượng</a:t>
            </a:r>
            <a:r>
              <a:rPr sz="3200" spc="-35" dirty="0">
                <a:latin typeface="Calibri"/>
                <a:cs typeface="Calibri"/>
              </a:rPr>
              <a:t> </a:t>
            </a:r>
            <a:r>
              <a:rPr sz="3200" dirty="0">
                <a:latin typeface="Calibri"/>
                <a:cs typeface="Calibri"/>
              </a:rPr>
              <a:t>từ</a:t>
            </a:r>
            <a:r>
              <a:rPr sz="3200" spc="-35" dirty="0">
                <a:latin typeface="Calibri"/>
                <a:cs typeface="Calibri"/>
              </a:rPr>
              <a:t> </a:t>
            </a:r>
            <a:r>
              <a:rPr sz="3200" dirty="0">
                <a:latin typeface="Calibri"/>
                <a:cs typeface="Calibri"/>
              </a:rPr>
              <a:t>tồn</a:t>
            </a:r>
            <a:r>
              <a:rPr sz="3200" spc="-40" dirty="0">
                <a:latin typeface="Calibri"/>
                <a:cs typeface="Calibri"/>
              </a:rPr>
              <a:t> </a:t>
            </a:r>
            <a:r>
              <a:rPr sz="3200" dirty="0">
                <a:latin typeface="Calibri"/>
                <a:cs typeface="Calibri"/>
              </a:rPr>
              <a:t>tại</a:t>
            </a:r>
            <a:r>
              <a:rPr sz="3200" spc="-20" dirty="0">
                <a:latin typeface="Calibri"/>
                <a:cs typeface="Calibri"/>
              </a:rPr>
              <a:t> </a:t>
            </a:r>
            <a:r>
              <a:rPr sz="3200" dirty="0">
                <a:latin typeface="Calibri"/>
                <a:cs typeface="Calibri"/>
              </a:rPr>
              <a:t>đã</a:t>
            </a:r>
            <a:r>
              <a:rPr sz="3200" spc="-35" dirty="0">
                <a:latin typeface="Calibri"/>
                <a:cs typeface="Calibri"/>
              </a:rPr>
              <a:t> </a:t>
            </a:r>
            <a:r>
              <a:rPr sz="3200" dirty="0">
                <a:latin typeface="Calibri"/>
                <a:cs typeface="Calibri"/>
              </a:rPr>
              <a:t>cho</a:t>
            </a:r>
            <a:r>
              <a:rPr sz="3200" spc="-40" dirty="0">
                <a:latin typeface="Calibri"/>
                <a:cs typeface="Calibri"/>
              </a:rPr>
              <a:t> </a:t>
            </a:r>
            <a:r>
              <a:rPr sz="3200" dirty="0">
                <a:latin typeface="Calibri"/>
                <a:cs typeface="Calibri"/>
              </a:rPr>
              <a:t>có</a:t>
            </a:r>
            <a:r>
              <a:rPr sz="3200" spc="-45" dirty="0">
                <a:latin typeface="Calibri"/>
                <a:cs typeface="Calibri"/>
              </a:rPr>
              <a:t> </a:t>
            </a:r>
            <a:r>
              <a:rPr sz="3200" dirty="0">
                <a:latin typeface="Calibri"/>
                <a:cs typeface="Calibri"/>
              </a:rPr>
              <a:t>chân</a:t>
            </a:r>
            <a:r>
              <a:rPr sz="3200" spc="-20" dirty="0">
                <a:latin typeface="Calibri"/>
                <a:cs typeface="Calibri"/>
              </a:rPr>
              <a:t> </a:t>
            </a:r>
            <a:r>
              <a:rPr sz="3200" dirty="0">
                <a:latin typeface="Calibri"/>
                <a:cs typeface="Calibri"/>
              </a:rPr>
              <a:t>trị</a:t>
            </a:r>
            <a:r>
              <a:rPr sz="3200" spc="-30" dirty="0">
                <a:latin typeface="Calibri"/>
                <a:cs typeface="Calibri"/>
              </a:rPr>
              <a:t> </a:t>
            </a:r>
            <a:r>
              <a:rPr sz="3200" dirty="0">
                <a:latin typeface="Calibri"/>
                <a:cs typeface="Calibri"/>
              </a:rPr>
              <a:t>ĐÚNG</a:t>
            </a:r>
            <a:r>
              <a:rPr sz="3200" spc="-50" dirty="0">
                <a:latin typeface="Calibri"/>
                <a:cs typeface="Calibri"/>
              </a:rPr>
              <a:t> </a:t>
            </a:r>
            <a:r>
              <a:rPr sz="3200" dirty="0">
                <a:latin typeface="Calibri"/>
                <a:cs typeface="Calibri"/>
              </a:rPr>
              <a:t>vì</a:t>
            </a:r>
            <a:r>
              <a:rPr sz="3200" spc="-30" dirty="0">
                <a:latin typeface="Calibri"/>
                <a:cs typeface="Calibri"/>
              </a:rPr>
              <a:t> </a:t>
            </a:r>
            <a:r>
              <a:rPr sz="3200" dirty="0">
                <a:solidFill>
                  <a:srgbClr val="FF0000"/>
                </a:solidFill>
                <a:latin typeface="Calibri"/>
                <a:cs typeface="Calibri"/>
              </a:rPr>
              <a:t>có</a:t>
            </a:r>
            <a:r>
              <a:rPr sz="3200" spc="-40" dirty="0">
                <a:solidFill>
                  <a:srgbClr val="FF0000"/>
                </a:solidFill>
                <a:latin typeface="Calibri"/>
                <a:cs typeface="Calibri"/>
              </a:rPr>
              <a:t> </a:t>
            </a:r>
            <a:r>
              <a:rPr sz="3200" spc="-50" dirty="0">
                <a:solidFill>
                  <a:srgbClr val="FF0000"/>
                </a:solidFill>
                <a:latin typeface="Calibri"/>
                <a:cs typeface="Calibri"/>
              </a:rPr>
              <a:t>2</a:t>
            </a:r>
            <a:endParaRPr sz="3200">
              <a:latin typeface="Calibri"/>
              <a:cs typeface="Calibri"/>
            </a:endParaRPr>
          </a:p>
          <a:p>
            <a:pPr marL="63500">
              <a:lnSpc>
                <a:spcPct val="100000"/>
              </a:lnSpc>
              <a:spcBef>
                <a:spcPts val="25"/>
              </a:spcBef>
            </a:pPr>
            <a:r>
              <a:rPr sz="3200" dirty="0">
                <a:solidFill>
                  <a:srgbClr val="FF0000"/>
                </a:solidFill>
                <a:latin typeface="Symbol"/>
                <a:cs typeface="Symbol"/>
              </a:rPr>
              <a:t></a:t>
            </a:r>
            <a:r>
              <a:rPr sz="3200" spc="-90" dirty="0">
                <a:solidFill>
                  <a:srgbClr val="FF0000"/>
                </a:solidFill>
                <a:latin typeface="Times New Roman"/>
                <a:cs typeface="Times New Roman"/>
              </a:rPr>
              <a:t> </a:t>
            </a:r>
            <a:r>
              <a:rPr sz="3200" dirty="0">
                <a:solidFill>
                  <a:srgbClr val="FF0000"/>
                </a:solidFill>
                <a:latin typeface="Calibri"/>
                <a:cs typeface="Calibri"/>
              </a:rPr>
              <a:t>R</a:t>
            </a:r>
            <a:r>
              <a:rPr sz="3200" spc="-15" dirty="0">
                <a:solidFill>
                  <a:srgbClr val="FF0000"/>
                </a:solidFill>
                <a:latin typeface="Calibri"/>
                <a:cs typeface="Calibri"/>
              </a:rPr>
              <a:t> </a:t>
            </a:r>
            <a:r>
              <a:rPr sz="3200" spc="-25" dirty="0">
                <a:latin typeface="Calibri"/>
                <a:cs typeface="Calibri"/>
              </a:rPr>
              <a:t>,và</a:t>
            </a:r>
            <a:endParaRPr sz="3200">
              <a:latin typeface="Calibri"/>
              <a:cs typeface="Calibri"/>
            </a:endParaRPr>
          </a:p>
          <a:p>
            <a:pPr marL="389890" algn="ctr">
              <a:lnSpc>
                <a:spcPct val="100000"/>
              </a:lnSpc>
              <a:spcBef>
                <a:spcPts val="770"/>
              </a:spcBef>
            </a:pPr>
            <a:r>
              <a:rPr sz="3200" dirty="0">
                <a:latin typeface="Calibri"/>
                <a:cs typeface="Calibri"/>
              </a:rPr>
              <a:t>“2</a:t>
            </a:r>
            <a:r>
              <a:rPr sz="3150" baseline="25132" dirty="0">
                <a:latin typeface="Calibri"/>
                <a:cs typeface="Calibri"/>
              </a:rPr>
              <a:t>2</a:t>
            </a:r>
            <a:r>
              <a:rPr sz="3150" spc="359" baseline="25132" dirty="0">
                <a:latin typeface="Calibri"/>
                <a:cs typeface="Calibri"/>
              </a:rPr>
              <a:t> </a:t>
            </a:r>
            <a:r>
              <a:rPr sz="3200" dirty="0">
                <a:latin typeface="Calibri"/>
                <a:cs typeface="Calibri"/>
              </a:rPr>
              <a:t>-1</a:t>
            </a:r>
            <a:r>
              <a:rPr sz="3200" spc="-10" dirty="0">
                <a:latin typeface="Calibri"/>
                <a:cs typeface="Calibri"/>
              </a:rPr>
              <a:t> </a:t>
            </a:r>
            <a:r>
              <a:rPr sz="3200" dirty="0">
                <a:latin typeface="Calibri"/>
                <a:cs typeface="Calibri"/>
              </a:rPr>
              <a:t>≥</a:t>
            </a:r>
            <a:r>
              <a:rPr sz="3200" spc="-10" dirty="0">
                <a:latin typeface="Calibri"/>
                <a:cs typeface="Calibri"/>
              </a:rPr>
              <a:t> </a:t>
            </a:r>
            <a:r>
              <a:rPr sz="3200" dirty="0">
                <a:latin typeface="Calibri"/>
                <a:cs typeface="Calibri"/>
              </a:rPr>
              <a:t>0”</a:t>
            </a:r>
            <a:r>
              <a:rPr sz="3200" spc="-10"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a:t>
            </a:r>
            <a:r>
              <a:rPr sz="3200" spc="-15" dirty="0">
                <a:latin typeface="Calibri"/>
                <a:cs typeface="Calibri"/>
              </a:rPr>
              <a:t> </a:t>
            </a:r>
            <a:r>
              <a:rPr sz="3200" dirty="0">
                <a:latin typeface="Calibri"/>
                <a:cs typeface="Calibri"/>
              </a:rPr>
              <a:t>2</a:t>
            </a:r>
            <a:r>
              <a:rPr sz="3200" spc="-5" dirty="0">
                <a:latin typeface="Calibri"/>
                <a:cs typeface="Calibri"/>
              </a:rPr>
              <a:t> </a:t>
            </a:r>
            <a:r>
              <a:rPr sz="3200" dirty="0">
                <a:latin typeface="Calibri"/>
                <a:cs typeface="Calibri"/>
              </a:rPr>
              <a:t>+</a:t>
            </a:r>
            <a:r>
              <a:rPr sz="3200" spc="-10" dirty="0">
                <a:latin typeface="Calibri"/>
                <a:cs typeface="Calibri"/>
              </a:rPr>
              <a:t> </a:t>
            </a:r>
            <a:r>
              <a:rPr sz="3200" dirty="0">
                <a:latin typeface="Calibri"/>
                <a:cs typeface="Calibri"/>
              </a:rPr>
              <a:t>1</a:t>
            </a:r>
            <a:r>
              <a:rPr sz="3200" spc="-10" dirty="0">
                <a:latin typeface="Calibri"/>
                <a:cs typeface="Calibri"/>
              </a:rPr>
              <a:t> </a:t>
            </a:r>
            <a:r>
              <a:rPr sz="3200" dirty="0">
                <a:latin typeface="Calibri"/>
                <a:cs typeface="Calibri"/>
              </a:rPr>
              <a:t>≥ </a:t>
            </a:r>
            <a:r>
              <a:rPr sz="3200" spc="-25" dirty="0">
                <a:latin typeface="Calibri"/>
                <a:cs typeface="Calibri"/>
              </a:rPr>
              <a:t>0”</a:t>
            </a:r>
            <a:endParaRPr sz="3200">
              <a:latin typeface="Calibri"/>
              <a:cs typeface="Calibri"/>
            </a:endParaRPr>
          </a:p>
          <a:p>
            <a:pPr marL="63500">
              <a:lnSpc>
                <a:spcPct val="100000"/>
              </a:lnSpc>
              <a:spcBef>
                <a:spcPts val="745"/>
              </a:spcBef>
            </a:pPr>
            <a:r>
              <a:rPr sz="3200" dirty="0">
                <a:latin typeface="Calibri"/>
                <a:cs typeface="Calibri"/>
              </a:rPr>
              <a:t>có</a:t>
            </a:r>
            <a:r>
              <a:rPr sz="3200" spc="-50" dirty="0">
                <a:latin typeface="Calibri"/>
                <a:cs typeface="Calibri"/>
              </a:rPr>
              <a:t> </a:t>
            </a:r>
            <a:r>
              <a:rPr sz="3200" dirty="0">
                <a:latin typeface="Calibri"/>
                <a:cs typeface="Calibri"/>
              </a:rPr>
              <a:t>chân</a:t>
            </a:r>
            <a:r>
              <a:rPr sz="3200" spc="-25" dirty="0">
                <a:latin typeface="Calibri"/>
                <a:cs typeface="Calibri"/>
              </a:rPr>
              <a:t> </a:t>
            </a:r>
            <a:r>
              <a:rPr sz="3200" dirty="0">
                <a:latin typeface="Calibri"/>
                <a:cs typeface="Calibri"/>
              </a:rPr>
              <a:t>trị</a:t>
            </a:r>
            <a:r>
              <a:rPr sz="3200" spc="-50" dirty="0">
                <a:latin typeface="Calibri"/>
                <a:cs typeface="Calibri"/>
              </a:rPr>
              <a:t> </a:t>
            </a:r>
            <a:r>
              <a:rPr sz="3200" dirty="0">
                <a:latin typeface="Calibri"/>
                <a:cs typeface="Calibri"/>
              </a:rPr>
              <a:t>ĐÚNG</a:t>
            </a:r>
            <a:r>
              <a:rPr sz="3200" spc="-45" dirty="0">
                <a:latin typeface="Calibri"/>
                <a:cs typeface="Calibri"/>
              </a:rPr>
              <a:t> </a:t>
            </a:r>
            <a:r>
              <a:rPr sz="3200" dirty="0">
                <a:latin typeface="Calibri"/>
                <a:cs typeface="Calibri"/>
              </a:rPr>
              <a:t>(P(2)</a:t>
            </a:r>
            <a:r>
              <a:rPr sz="3200" spc="-35" dirty="0">
                <a:latin typeface="Calibri"/>
                <a:cs typeface="Calibri"/>
              </a:rPr>
              <a:t> </a:t>
            </a:r>
            <a:r>
              <a:rPr sz="3200" dirty="0">
                <a:latin typeface="Calibri"/>
                <a:cs typeface="Calibri"/>
              </a:rPr>
              <a:t>có</a:t>
            </a:r>
            <a:r>
              <a:rPr sz="3200" spc="-40" dirty="0">
                <a:latin typeface="Calibri"/>
                <a:cs typeface="Calibri"/>
              </a:rPr>
              <a:t> </a:t>
            </a:r>
            <a:r>
              <a:rPr sz="3200" dirty="0">
                <a:latin typeface="Calibri"/>
                <a:cs typeface="Calibri"/>
              </a:rPr>
              <a:t>chân</a:t>
            </a:r>
            <a:r>
              <a:rPr sz="3200" spc="-40" dirty="0">
                <a:latin typeface="Calibri"/>
                <a:cs typeface="Calibri"/>
              </a:rPr>
              <a:t> </a:t>
            </a:r>
            <a:r>
              <a:rPr sz="3200" dirty="0">
                <a:latin typeface="Calibri"/>
                <a:cs typeface="Calibri"/>
              </a:rPr>
              <a:t>trị</a:t>
            </a:r>
            <a:r>
              <a:rPr sz="3200" spc="-35" dirty="0">
                <a:latin typeface="Calibri"/>
                <a:cs typeface="Calibri"/>
              </a:rPr>
              <a:t> </a:t>
            </a:r>
            <a:r>
              <a:rPr sz="3200" spc="-10" dirty="0">
                <a:latin typeface="Calibri"/>
                <a:cs typeface="Calibri"/>
              </a:rPr>
              <a:t>ĐÚNG).</a:t>
            </a:r>
            <a:endParaRPr sz="3200">
              <a:latin typeface="Calibri"/>
              <a:cs typeface="Calibri"/>
            </a:endParaRPr>
          </a:p>
        </p:txBody>
      </p:sp>
      <p:sp>
        <p:nvSpPr>
          <p:cNvPr id="5" name="object 5"/>
          <p:cNvSpPr/>
          <p:nvPr/>
        </p:nvSpPr>
        <p:spPr>
          <a:xfrm>
            <a:off x="347228" y="3746754"/>
            <a:ext cx="8153400" cy="2438400"/>
          </a:xfrm>
          <a:custGeom>
            <a:avLst/>
            <a:gdLst/>
            <a:ahLst/>
            <a:cxnLst/>
            <a:rect l="l" t="t" r="r" b="b"/>
            <a:pathLst>
              <a:path w="8153400" h="2438400">
                <a:moveTo>
                  <a:pt x="0" y="2438400"/>
                </a:moveTo>
                <a:lnTo>
                  <a:pt x="8153400" y="2438400"/>
                </a:lnTo>
                <a:lnTo>
                  <a:pt x="8153400" y="0"/>
                </a:lnTo>
                <a:lnTo>
                  <a:pt x="0" y="0"/>
                </a:lnTo>
                <a:lnTo>
                  <a:pt x="0" y="2438400"/>
                </a:lnTo>
                <a:close/>
              </a:path>
            </a:pathLst>
          </a:custGeom>
          <a:ln w="25908">
            <a:solidFill>
              <a:schemeClr val="accent1"/>
            </a:solidFill>
          </a:ln>
        </p:spPr>
        <p:txBody>
          <a:bodyPr wrap="square" lIns="0" tIns="0" rIns="0" bIns="0" rtlCol="0"/>
          <a:lstStyle/>
          <a:p>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45440" y="144313"/>
            <a:ext cx="8126095" cy="6166485"/>
          </a:xfrm>
          <a:prstGeom prst="rect">
            <a:avLst/>
          </a:prstGeom>
        </p:spPr>
        <p:txBody>
          <a:bodyPr vert="horz" wrap="square" lIns="0" tIns="107314" rIns="0" bIns="0" rtlCol="0">
            <a:spAutoFit/>
          </a:bodyPr>
          <a:lstStyle/>
          <a:p>
            <a:pPr marL="3192145">
              <a:lnSpc>
                <a:spcPct val="100000"/>
              </a:lnSpc>
              <a:spcBef>
                <a:spcPts val="844"/>
              </a:spcBef>
            </a:pPr>
            <a:r>
              <a:rPr sz="3200" dirty="0">
                <a:latin typeface="Symbol"/>
                <a:cs typeface="Symbol"/>
              </a:rPr>
              <a:t></a:t>
            </a:r>
            <a:r>
              <a:rPr sz="3200" b="1" dirty="0">
                <a:latin typeface="Calibri"/>
                <a:cs typeface="Calibri"/>
              </a:rPr>
              <a:t>x</a:t>
            </a:r>
            <a:r>
              <a:rPr sz="3200" b="1" spc="-20" dirty="0">
                <a:latin typeface="Calibri"/>
                <a:cs typeface="Calibri"/>
              </a:rPr>
              <a:t> </a:t>
            </a:r>
            <a:r>
              <a:rPr sz="3200" dirty="0">
                <a:latin typeface="Symbol"/>
                <a:cs typeface="Symbol"/>
              </a:rPr>
              <a:t></a:t>
            </a:r>
            <a:r>
              <a:rPr sz="3200" spc="-75" dirty="0">
                <a:latin typeface="Times New Roman"/>
                <a:cs typeface="Times New Roman"/>
              </a:rPr>
              <a:t> </a:t>
            </a:r>
            <a:r>
              <a:rPr sz="3200" b="1" dirty="0">
                <a:latin typeface="Calibri"/>
                <a:cs typeface="Calibri"/>
              </a:rPr>
              <a:t>A,</a:t>
            </a:r>
            <a:r>
              <a:rPr sz="3200" b="1" spc="-5" dirty="0">
                <a:latin typeface="Calibri"/>
                <a:cs typeface="Calibri"/>
              </a:rPr>
              <a:t> </a:t>
            </a:r>
            <a:r>
              <a:rPr sz="3200" b="1" spc="-20" dirty="0">
                <a:latin typeface="Calibri"/>
                <a:cs typeface="Calibri"/>
              </a:rPr>
              <a:t>P(x)</a:t>
            </a:r>
            <a:endParaRPr sz="3200">
              <a:latin typeface="Calibri"/>
              <a:cs typeface="Calibri"/>
            </a:endParaRPr>
          </a:p>
          <a:p>
            <a:pPr marL="50800" marR="43180">
              <a:lnSpc>
                <a:spcPct val="100600"/>
              </a:lnSpc>
              <a:spcBef>
                <a:spcPts val="725"/>
              </a:spcBef>
              <a:tabLst>
                <a:tab pos="1511935" algn="l"/>
              </a:tabLst>
            </a:pPr>
            <a:r>
              <a:rPr sz="3200" b="1" dirty="0">
                <a:latin typeface="Calibri"/>
                <a:cs typeface="Calibri"/>
              </a:rPr>
              <a:t>Ví</a:t>
            </a:r>
            <a:r>
              <a:rPr sz="3200" b="1" spc="-10" dirty="0">
                <a:latin typeface="Calibri"/>
                <a:cs typeface="Calibri"/>
              </a:rPr>
              <a:t> </a:t>
            </a:r>
            <a:r>
              <a:rPr sz="3200" b="1" dirty="0">
                <a:latin typeface="Calibri"/>
                <a:cs typeface="Calibri"/>
              </a:rPr>
              <a:t>dụ</a:t>
            </a:r>
            <a:r>
              <a:rPr sz="3200" b="1" spc="-15" dirty="0">
                <a:latin typeface="Calibri"/>
                <a:cs typeface="Calibri"/>
              </a:rPr>
              <a:t> </a:t>
            </a:r>
            <a:r>
              <a:rPr sz="3200" b="1" spc="-25" dirty="0">
                <a:latin typeface="Calibri"/>
                <a:cs typeface="Calibri"/>
              </a:rPr>
              <a:t>9:</a:t>
            </a:r>
            <a:r>
              <a:rPr sz="3200" b="1" dirty="0">
                <a:latin typeface="Calibri"/>
                <a:cs typeface="Calibri"/>
              </a:rPr>
              <a:t>	</a:t>
            </a:r>
            <a:r>
              <a:rPr sz="3200" dirty="0">
                <a:latin typeface="Calibri"/>
                <a:cs typeface="Calibri"/>
              </a:rPr>
              <a:t>Cho</a:t>
            </a:r>
            <a:r>
              <a:rPr sz="3200" spc="-25" dirty="0">
                <a:latin typeface="Calibri"/>
                <a:cs typeface="Calibri"/>
              </a:rPr>
              <a:t> </a:t>
            </a:r>
            <a:r>
              <a:rPr sz="3200" dirty="0">
                <a:latin typeface="Calibri"/>
                <a:cs typeface="Calibri"/>
              </a:rPr>
              <a:t>vị</a:t>
            </a:r>
            <a:r>
              <a:rPr sz="3200" spc="-30" dirty="0">
                <a:latin typeface="Calibri"/>
                <a:cs typeface="Calibri"/>
              </a:rPr>
              <a:t> </a:t>
            </a:r>
            <a:r>
              <a:rPr sz="3200" dirty="0">
                <a:latin typeface="Calibri"/>
                <a:cs typeface="Calibri"/>
              </a:rPr>
              <a:t>từ</a:t>
            </a:r>
            <a:r>
              <a:rPr sz="3200" spc="-30" dirty="0">
                <a:latin typeface="Calibri"/>
                <a:cs typeface="Calibri"/>
              </a:rPr>
              <a:t> </a:t>
            </a:r>
            <a:r>
              <a:rPr sz="3200" dirty="0">
                <a:latin typeface="Calibri"/>
                <a:cs typeface="Calibri"/>
              </a:rPr>
              <a:t>q(x)</a:t>
            </a:r>
            <a:r>
              <a:rPr sz="3200" spc="-30"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“x</a:t>
            </a:r>
            <a:r>
              <a:rPr sz="3150" baseline="25132" dirty="0">
                <a:latin typeface="Calibri"/>
                <a:cs typeface="Calibri"/>
              </a:rPr>
              <a:t>2</a:t>
            </a:r>
            <a:r>
              <a:rPr sz="3150" spc="-15" baseline="25132" dirty="0">
                <a:latin typeface="Calibri"/>
                <a:cs typeface="Calibri"/>
              </a:rPr>
              <a:t> </a:t>
            </a:r>
            <a:r>
              <a:rPr sz="3200" dirty="0">
                <a:latin typeface="Calibri"/>
                <a:cs typeface="Calibri"/>
              </a:rPr>
              <a:t>≥</a:t>
            </a:r>
            <a:r>
              <a:rPr sz="3200" spc="-30" dirty="0">
                <a:latin typeface="Calibri"/>
                <a:cs typeface="Calibri"/>
              </a:rPr>
              <a:t> </a:t>
            </a:r>
            <a:r>
              <a:rPr sz="3200" spc="-90" dirty="0">
                <a:latin typeface="Calibri"/>
                <a:cs typeface="Calibri"/>
              </a:rPr>
              <a:t>0”,</a:t>
            </a:r>
            <a:r>
              <a:rPr sz="3200" spc="-30" dirty="0">
                <a:latin typeface="Calibri"/>
                <a:cs typeface="Calibri"/>
              </a:rPr>
              <a:t> </a:t>
            </a:r>
            <a:r>
              <a:rPr sz="3200" dirty="0">
                <a:latin typeface="Calibri"/>
                <a:cs typeface="Calibri"/>
              </a:rPr>
              <a:t>r(x)</a:t>
            </a:r>
            <a:r>
              <a:rPr sz="3200" spc="-30"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a:t>
            </a:r>
            <a:r>
              <a:rPr sz="3200" spc="-35" dirty="0">
                <a:latin typeface="Calibri"/>
                <a:cs typeface="Calibri"/>
              </a:rPr>
              <a:t> </a:t>
            </a:r>
            <a:r>
              <a:rPr sz="3200" dirty="0">
                <a:latin typeface="Calibri"/>
                <a:cs typeface="Calibri"/>
              </a:rPr>
              <a:t>sinx</a:t>
            </a:r>
            <a:r>
              <a:rPr sz="3200" spc="-25" dirty="0">
                <a:latin typeface="Calibri"/>
                <a:cs typeface="Calibri"/>
              </a:rPr>
              <a:t> </a:t>
            </a:r>
            <a:r>
              <a:rPr sz="3200" dirty="0">
                <a:latin typeface="Calibri"/>
                <a:cs typeface="Calibri"/>
              </a:rPr>
              <a:t>&gt;</a:t>
            </a:r>
            <a:r>
              <a:rPr sz="3200" spc="-30" dirty="0">
                <a:latin typeface="Calibri"/>
                <a:cs typeface="Calibri"/>
              </a:rPr>
              <a:t> </a:t>
            </a:r>
            <a:r>
              <a:rPr sz="3200" dirty="0">
                <a:latin typeface="Calibri"/>
                <a:cs typeface="Calibri"/>
              </a:rPr>
              <a:t>1</a:t>
            </a:r>
            <a:r>
              <a:rPr sz="3200" spc="-30" dirty="0">
                <a:latin typeface="Calibri"/>
                <a:cs typeface="Calibri"/>
              </a:rPr>
              <a:t> </a:t>
            </a:r>
            <a:r>
              <a:rPr sz="3200" spc="-25" dirty="0">
                <a:latin typeface="Calibri"/>
                <a:cs typeface="Calibri"/>
              </a:rPr>
              <a:t>”, </a:t>
            </a:r>
            <a:r>
              <a:rPr sz="3200" dirty="0">
                <a:latin typeface="Calibri"/>
                <a:cs typeface="Calibri"/>
              </a:rPr>
              <a:t>x</a:t>
            </a:r>
            <a:r>
              <a:rPr sz="3200" spc="-15" dirty="0">
                <a:latin typeface="Calibri"/>
                <a:cs typeface="Calibri"/>
              </a:rPr>
              <a:t> </a:t>
            </a:r>
            <a:r>
              <a:rPr sz="3200" dirty="0">
                <a:latin typeface="Symbol"/>
                <a:cs typeface="Symbol"/>
              </a:rPr>
              <a:t></a:t>
            </a:r>
            <a:r>
              <a:rPr sz="3200" spc="-80" dirty="0">
                <a:latin typeface="Times New Roman"/>
                <a:cs typeface="Times New Roman"/>
              </a:rPr>
              <a:t> </a:t>
            </a:r>
            <a:r>
              <a:rPr sz="3200" spc="-25" dirty="0">
                <a:latin typeface="Calibri"/>
                <a:cs typeface="Calibri"/>
              </a:rPr>
              <a:t>R.</a:t>
            </a:r>
            <a:endParaRPr sz="3200">
              <a:latin typeface="Calibri"/>
              <a:cs typeface="Calibri"/>
            </a:endParaRPr>
          </a:p>
          <a:p>
            <a:pPr marL="50800">
              <a:lnSpc>
                <a:spcPct val="100000"/>
              </a:lnSpc>
              <a:spcBef>
                <a:spcPts val="745"/>
              </a:spcBef>
            </a:pPr>
            <a:r>
              <a:rPr sz="3200" dirty="0">
                <a:latin typeface="Calibri"/>
                <a:cs typeface="Calibri"/>
              </a:rPr>
              <a:t>Xét</a:t>
            </a:r>
            <a:r>
              <a:rPr sz="3200" spc="-80" dirty="0">
                <a:latin typeface="Calibri"/>
                <a:cs typeface="Calibri"/>
              </a:rPr>
              <a:t> </a:t>
            </a:r>
            <a:r>
              <a:rPr sz="3200" dirty="0">
                <a:latin typeface="Calibri"/>
                <a:cs typeface="Calibri"/>
              </a:rPr>
              <a:t>chân</a:t>
            </a:r>
            <a:r>
              <a:rPr sz="3200" spc="-40" dirty="0">
                <a:latin typeface="Calibri"/>
                <a:cs typeface="Calibri"/>
              </a:rPr>
              <a:t> </a:t>
            </a:r>
            <a:r>
              <a:rPr sz="3200" dirty="0">
                <a:latin typeface="Calibri"/>
                <a:cs typeface="Calibri"/>
              </a:rPr>
              <a:t>trị</a:t>
            </a:r>
            <a:r>
              <a:rPr sz="3200" spc="-65" dirty="0">
                <a:latin typeface="Calibri"/>
                <a:cs typeface="Calibri"/>
              </a:rPr>
              <a:t> </a:t>
            </a:r>
            <a:r>
              <a:rPr sz="3200" spc="-25" dirty="0">
                <a:latin typeface="Calibri"/>
                <a:cs typeface="Calibri"/>
              </a:rPr>
              <a:t>của</a:t>
            </a:r>
            <a:endParaRPr sz="3200">
              <a:latin typeface="Calibri"/>
              <a:cs typeface="Calibri"/>
            </a:endParaRPr>
          </a:p>
          <a:p>
            <a:pPr marL="50800" marR="2298700" indent="2597150">
              <a:lnSpc>
                <a:spcPct val="120000"/>
              </a:lnSpc>
              <a:spcBef>
                <a:spcPts val="25"/>
              </a:spcBef>
            </a:pPr>
            <a:r>
              <a:rPr sz="3200" dirty="0">
                <a:latin typeface="Symbol"/>
                <a:cs typeface="Symbol"/>
              </a:rPr>
              <a:t></a:t>
            </a:r>
            <a:r>
              <a:rPr sz="3200" spc="-90" dirty="0">
                <a:latin typeface="Times New Roman"/>
                <a:cs typeface="Times New Roman"/>
              </a:rPr>
              <a:t> </a:t>
            </a:r>
            <a:r>
              <a:rPr sz="3200" dirty="0">
                <a:latin typeface="Calibri"/>
                <a:cs typeface="Calibri"/>
              </a:rPr>
              <a:t>x</a:t>
            </a:r>
            <a:r>
              <a:rPr sz="3200" spc="-25"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R,</a:t>
            </a:r>
            <a:r>
              <a:rPr sz="3200" spc="-25" dirty="0">
                <a:latin typeface="Calibri"/>
                <a:cs typeface="Calibri"/>
              </a:rPr>
              <a:t> </a:t>
            </a:r>
            <a:r>
              <a:rPr sz="3200" dirty="0">
                <a:latin typeface="Calibri"/>
                <a:cs typeface="Calibri"/>
              </a:rPr>
              <a:t>q(x)</a:t>
            </a:r>
            <a:r>
              <a:rPr sz="3200" spc="-10" dirty="0">
                <a:latin typeface="Calibri"/>
                <a:cs typeface="Calibri"/>
              </a:rPr>
              <a:t> </a:t>
            </a:r>
            <a:r>
              <a:rPr sz="3200" dirty="0">
                <a:latin typeface="Symbol"/>
                <a:cs typeface="Symbol"/>
              </a:rPr>
              <a:t></a:t>
            </a:r>
            <a:r>
              <a:rPr sz="3200" spc="-100" dirty="0">
                <a:latin typeface="Times New Roman"/>
                <a:cs typeface="Times New Roman"/>
              </a:rPr>
              <a:t> </a:t>
            </a:r>
            <a:r>
              <a:rPr sz="3200" spc="-20" dirty="0">
                <a:latin typeface="Calibri"/>
                <a:cs typeface="Calibri"/>
              </a:rPr>
              <a:t>r(x) </a:t>
            </a:r>
            <a:r>
              <a:rPr sz="3200" spc="-90" dirty="0">
                <a:latin typeface="Calibri"/>
                <a:cs typeface="Calibri"/>
              </a:rPr>
              <a:t>Ta</a:t>
            </a:r>
            <a:r>
              <a:rPr sz="3200" spc="-25" dirty="0">
                <a:latin typeface="Calibri"/>
                <a:cs typeface="Calibri"/>
              </a:rPr>
              <a:t> </a:t>
            </a:r>
            <a:r>
              <a:rPr sz="3200" dirty="0">
                <a:latin typeface="Calibri"/>
                <a:cs typeface="Calibri"/>
              </a:rPr>
              <a:t>có</a:t>
            </a:r>
            <a:r>
              <a:rPr sz="3200" spc="-40" dirty="0">
                <a:latin typeface="Calibri"/>
                <a:cs typeface="Calibri"/>
              </a:rPr>
              <a:t> </a:t>
            </a:r>
            <a:r>
              <a:rPr sz="3200" dirty="0">
                <a:latin typeface="Calibri"/>
                <a:cs typeface="Calibri"/>
              </a:rPr>
              <a:t>P(x)</a:t>
            </a:r>
            <a:r>
              <a:rPr sz="3200" spc="-25"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q(x)</a:t>
            </a:r>
            <a:r>
              <a:rPr sz="3200" spc="-10" dirty="0">
                <a:latin typeface="Calibri"/>
                <a:cs typeface="Calibri"/>
              </a:rPr>
              <a:t> </a:t>
            </a:r>
            <a:r>
              <a:rPr sz="3200" dirty="0">
                <a:latin typeface="Symbol"/>
                <a:cs typeface="Symbol"/>
              </a:rPr>
              <a:t></a:t>
            </a:r>
            <a:r>
              <a:rPr sz="3200" spc="-105" dirty="0">
                <a:latin typeface="Times New Roman"/>
                <a:cs typeface="Times New Roman"/>
              </a:rPr>
              <a:t> </a:t>
            </a:r>
            <a:r>
              <a:rPr sz="3200" dirty="0">
                <a:latin typeface="Calibri"/>
                <a:cs typeface="Calibri"/>
              </a:rPr>
              <a:t>r(x)</a:t>
            </a:r>
            <a:r>
              <a:rPr sz="3200" spc="-25"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x</a:t>
            </a:r>
            <a:r>
              <a:rPr sz="3200" spc="-30" dirty="0">
                <a:latin typeface="Calibri"/>
                <a:cs typeface="Calibri"/>
              </a:rPr>
              <a:t> </a:t>
            </a:r>
            <a:r>
              <a:rPr sz="3200" dirty="0">
                <a:latin typeface="Symbol"/>
                <a:cs typeface="Symbol"/>
              </a:rPr>
              <a:t></a:t>
            </a:r>
            <a:r>
              <a:rPr sz="3200" spc="-100" dirty="0">
                <a:latin typeface="Times New Roman"/>
                <a:cs typeface="Times New Roman"/>
              </a:rPr>
              <a:t> </a:t>
            </a:r>
            <a:r>
              <a:rPr sz="3200" spc="-25" dirty="0">
                <a:latin typeface="Calibri"/>
                <a:cs typeface="Calibri"/>
              </a:rPr>
              <a:t>R.</a:t>
            </a:r>
            <a:endParaRPr sz="3200">
              <a:latin typeface="Calibri"/>
              <a:cs typeface="Calibri"/>
            </a:endParaRPr>
          </a:p>
          <a:p>
            <a:pPr marL="50800" marR="273050">
              <a:lnSpc>
                <a:spcPct val="100000"/>
              </a:lnSpc>
              <a:spcBef>
                <a:spcPts val="745"/>
              </a:spcBef>
            </a:pPr>
            <a:r>
              <a:rPr sz="3200" dirty="0">
                <a:latin typeface="Calibri"/>
                <a:cs typeface="Calibri"/>
              </a:rPr>
              <a:t>Lượng</a:t>
            </a:r>
            <a:r>
              <a:rPr sz="3200" spc="-50" dirty="0">
                <a:latin typeface="Calibri"/>
                <a:cs typeface="Calibri"/>
              </a:rPr>
              <a:t> </a:t>
            </a:r>
            <a:r>
              <a:rPr sz="3200" dirty="0">
                <a:latin typeface="Calibri"/>
                <a:cs typeface="Calibri"/>
              </a:rPr>
              <a:t>từ</a:t>
            </a:r>
            <a:r>
              <a:rPr sz="3200" spc="-45" dirty="0">
                <a:latin typeface="Calibri"/>
                <a:cs typeface="Calibri"/>
              </a:rPr>
              <a:t> </a:t>
            </a:r>
            <a:r>
              <a:rPr sz="3200" dirty="0">
                <a:latin typeface="Calibri"/>
                <a:cs typeface="Calibri"/>
              </a:rPr>
              <a:t>tồn</a:t>
            </a:r>
            <a:r>
              <a:rPr sz="3200" spc="-50" dirty="0">
                <a:latin typeface="Calibri"/>
                <a:cs typeface="Calibri"/>
              </a:rPr>
              <a:t> </a:t>
            </a:r>
            <a:r>
              <a:rPr sz="3200" dirty="0">
                <a:latin typeface="Calibri"/>
                <a:cs typeface="Calibri"/>
              </a:rPr>
              <a:t>tại</a:t>
            </a:r>
            <a:r>
              <a:rPr sz="3200" spc="-35" dirty="0">
                <a:latin typeface="Calibri"/>
                <a:cs typeface="Calibri"/>
              </a:rPr>
              <a:t> </a:t>
            </a:r>
            <a:r>
              <a:rPr sz="3200" dirty="0">
                <a:latin typeface="Calibri"/>
                <a:cs typeface="Calibri"/>
              </a:rPr>
              <a:t>đã</a:t>
            </a:r>
            <a:r>
              <a:rPr sz="3200" spc="-45" dirty="0">
                <a:latin typeface="Calibri"/>
                <a:cs typeface="Calibri"/>
              </a:rPr>
              <a:t> </a:t>
            </a:r>
            <a:r>
              <a:rPr sz="3200" dirty="0">
                <a:latin typeface="Calibri"/>
                <a:cs typeface="Calibri"/>
              </a:rPr>
              <a:t>cho</a:t>
            </a:r>
            <a:r>
              <a:rPr sz="3200" spc="-50" dirty="0">
                <a:latin typeface="Calibri"/>
                <a:cs typeface="Calibri"/>
              </a:rPr>
              <a:t> </a:t>
            </a:r>
            <a:r>
              <a:rPr sz="3200" dirty="0">
                <a:latin typeface="Calibri"/>
                <a:cs typeface="Calibri"/>
              </a:rPr>
              <a:t>có</a:t>
            </a:r>
            <a:r>
              <a:rPr sz="3200" spc="-60" dirty="0">
                <a:latin typeface="Calibri"/>
                <a:cs typeface="Calibri"/>
              </a:rPr>
              <a:t> </a:t>
            </a:r>
            <a:r>
              <a:rPr sz="3200" dirty="0">
                <a:latin typeface="Calibri"/>
                <a:cs typeface="Calibri"/>
              </a:rPr>
              <a:t>chân</a:t>
            </a:r>
            <a:r>
              <a:rPr sz="3200" spc="-30" dirty="0">
                <a:latin typeface="Calibri"/>
                <a:cs typeface="Calibri"/>
              </a:rPr>
              <a:t> </a:t>
            </a:r>
            <a:r>
              <a:rPr sz="3200" dirty="0">
                <a:latin typeface="Calibri"/>
                <a:cs typeface="Calibri"/>
              </a:rPr>
              <a:t>trị</a:t>
            </a:r>
            <a:r>
              <a:rPr sz="3200" spc="-45" dirty="0">
                <a:latin typeface="Calibri"/>
                <a:cs typeface="Calibri"/>
              </a:rPr>
              <a:t> </a:t>
            </a:r>
            <a:r>
              <a:rPr sz="3200" dirty="0">
                <a:latin typeface="Calibri"/>
                <a:cs typeface="Calibri"/>
              </a:rPr>
              <a:t>SAI</a:t>
            </a:r>
            <a:r>
              <a:rPr sz="3200" spc="-55" dirty="0">
                <a:latin typeface="Calibri"/>
                <a:cs typeface="Calibri"/>
              </a:rPr>
              <a:t> </a:t>
            </a:r>
            <a:r>
              <a:rPr sz="3200" dirty="0">
                <a:latin typeface="Calibri"/>
                <a:cs typeface="Calibri"/>
              </a:rPr>
              <a:t>vì</a:t>
            </a:r>
            <a:r>
              <a:rPr sz="3200" spc="-40" dirty="0">
                <a:latin typeface="Calibri"/>
                <a:cs typeface="Calibri"/>
              </a:rPr>
              <a:t> </a:t>
            </a:r>
            <a:r>
              <a:rPr sz="3200" dirty="0">
                <a:solidFill>
                  <a:srgbClr val="FF0000"/>
                </a:solidFill>
                <a:latin typeface="Calibri"/>
                <a:cs typeface="Calibri"/>
              </a:rPr>
              <a:t>thay</a:t>
            </a:r>
            <a:r>
              <a:rPr sz="3200" spc="-35" dirty="0">
                <a:solidFill>
                  <a:srgbClr val="FF0000"/>
                </a:solidFill>
                <a:latin typeface="Calibri"/>
                <a:cs typeface="Calibri"/>
              </a:rPr>
              <a:t> </a:t>
            </a:r>
            <a:r>
              <a:rPr sz="3200" spc="-50" dirty="0">
                <a:solidFill>
                  <a:srgbClr val="FF0000"/>
                </a:solidFill>
                <a:latin typeface="Calibri"/>
                <a:cs typeface="Calibri"/>
              </a:rPr>
              <a:t>x </a:t>
            </a:r>
            <a:r>
              <a:rPr sz="3200" dirty="0">
                <a:solidFill>
                  <a:srgbClr val="FF0000"/>
                </a:solidFill>
                <a:latin typeface="Calibri"/>
                <a:cs typeface="Calibri"/>
              </a:rPr>
              <a:t>bằng</a:t>
            </a:r>
            <a:r>
              <a:rPr sz="3200" spc="-20" dirty="0">
                <a:solidFill>
                  <a:srgbClr val="FF0000"/>
                </a:solidFill>
                <a:latin typeface="Calibri"/>
                <a:cs typeface="Calibri"/>
              </a:rPr>
              <a:t> </a:t>
            </a:r>
            <a:r>
              <a:rPr sz="3200" dirty="0">
                <a:solidFill>
                  <a:srgbClr val="FF0000"/>
                </a:solidFill>
                <a:latin typeface="Calibri"/>
                <a:cs typeface="Calibri"/>
              </a:rPr>
              <a:t>giá</a:t>
            </a:r>
            <a:r>
              <a:rPr sz="3200" spc="-35" dirty="0">
                <a:solidFill>
                  <a:srgbClr val="FF0000"/>
                </a:solidFill>
                <a:latin typeface="Calibri"/>
                <a:cs typeface="Calibri"/>
              </a:rPr>
              <a:t> </a:t>
            </a:r>
            <a:r>
              <a:rPr sz="3200" dirty="0">
                <a:solidFill>
                  <a:srgbClr val="FF0000"/>
                </a:solidFill>
                <a:latin typeface="Calibri"/>
                <a:cs typeface="Calibri"/>
              </a:rPr>
              <a:t>trị</a:t>
            </a:r>
            <a:r>
              <a:rPr sz="3200" spc="-35" dirty="0">
                <a:solidFill>
                  <a:srgbClr val="FF0000"/>
                </a:solidFill>
                <a:latin typeface="Calibri"/>
                <a:cs typeface="Calibri"/>
              </a:rPr>
              <a:t> </a:t>
            </a:r>
            <a:r>
              <a:rPr sz="3200" dirty="0">
                <a:solidFill>
                  <a:srgbClr val="FF0000"/>
                </a:solidFill>
                <a:latin typeface="Calibri"/>
                <a:cs typeface="Calibri"/>
              </a:rPr>
              <a:t>bất</a:t>
            </a:r>
            <a:r>
              <a:rPr sz="3200" spc="-30" dirty="0">
                <a:solidFill>
                  <a:srgbClr val="FF0000"/>
                </a:solidFill>
                <a:latin typeface="Calibri"/>
                <a:cs typeface="Calibri"/>
              </a:rPr>
              <a:t> </a:t>
            </a:r>
            <a:r>
              <a:rPr sz="3200" dirty="0">
                <a:solidFill>
                  <a:srgbClr val="FF0000"/>
                </a:solidFill>
                <a:latin typeface="Calibri"/>
                <a:cs typeface="Calibri"/>
              </a:rPr>
              <a:t>kỳ</a:t>
            </a:r>
            <a:r>
              <a:rPr sz="3200" spc="-35" dirty="0">
                <a:solidFill>
                  <a:srgbClr val="FF0000"/>
                </a:solidFill>
                <a:latin typeface="Calibri"/>
                <a:cs typeface="Calibri"/>
              </a:rPr>
              <a:t> </a:t>
            </a:r>
            <a:r>
              <a:rPr sz="3200" dirty="0">
                <a:solidFill>
                  <a:srgbClr val="FF0000"/>
                </a:solidFill>
                <a:latin typeface="Calibri"/>
                <a:cs typeface="Calibri"/>
              </a:rPr>
              <a:t>a</a:t>
            </a:r>
            <a:r>
              <a:rPr sz="3200" spc="-30" dirty="0">
                <a:solidFill>
                  <a:srgbClr val="FF0000"/>
                </a:solidFill>
                <a:latin typeface="Calibri"/>
                <a:cs typeface="Calibri"/>
              </a:rPr>
              <a:t> </a:t>
            </a:r>
            <a:r>
              <a:rPr sz="3200" dirty="0">
                <a:solidFill>
                  <a:srgbClr val="FF0000"/>
                </a:solidFill>
                <a:latin typeface="Symbol"/>
                <a:cs typeface="Symbol"/>
              </a:rPr>
              <a:t></a:t>
            </a:r>
            <a:r>
              <a:rPr sz="3200" spc="-105" dirty="0">
                <a:solidFill>
                  <a:srgbClr val="FF0000"/>
                </a:solidFill>
                <a:latin typeface="Times New Roman"/>
                <a:cs typeface="Times New Roman"/>
              </a:rPr>
              <a:t> </a:t>
            </a:r>
            <a:r>
              <a:rPr sz="3200" dirty="0">
                <a:solidFill>
                  <a:srgbClr val="FF0000"/>
                </a:solidFill>
                <a:latin typeface="Calibri"/>
                <a:cs typeface="Calibri"/>
              </a:rPr>
              <a:t>R</a:t>
            </a:r>
            <a:r>
              <a:rPr sz="3200" spc="-40" dirty="0">
                <a:solidFill>
                  <a:srgbClr val="FF0000"/>
                </a:solidFill>
                <a:latin typeface="Calibri"/>
                <a:cs typeface="Calibri"/>
              </a:rPr>
              <a:t> </a:t>
            </a:r>
            <a:r>
              <a:rPr sz="3200" dirty="0">
                <a:latin typeface="Calibri"/>
                <a:cs typeface="Calibri"/>
              </a:rPr>
              <a:t>,</a:t>
            </a:r>
            <a:r>
              <a:rPr sz="3200" spc="-35" dirty="0">
                <a:latin typeface="Calibri"/>
                <a:cs typeface="Calibri"/>
              </a:rPr>
              <a:t> </a:t>
            </a:r>
            <a:r>
              <a:rPr sz="3200" dirty="0">
                <a:latin typeface="Calibri"/>
                <a:cs typeface="Calibri"/>
              </a:rPr>
              <a:t>ta</a:t>
            </a:r>
            <a:r>
              <a:rPr sz="3200" spc="-30" dirty="0">
                <a:latin typeface="Calibri"/>
                <a:cs typeface="Calibri"/>
              </a:rPr>
              <a:t> </a:t>
            </a:r>
            <a:r>
              <a:rPr sz="3200" dirty="0">
                <a:latin typeface="Calibri"/>
                <a:cs typeface="Calibri"/>
              </a:rPr>
              <a:t>có</a:t>
            </a:r>
            <a:r>
              <a:rPr sz="3200" spc="-40" dirty="0">
                <a:latin typeface="Calibri"/>
                <a:cs typeface="Calibri"/>
              </a:rPr>
              <a:t> </a:t>
            </a:r>
            <a:r>
              <a:rPr sz="3200" dirty="0">
                <a:latin typeface="Calibri"/>
                <a:cs typeface="Calibri"/>
              </a:rPr>
              <a:t>q(a)</a:t>
            </a:r>
            <a:r>
              <a:rPr sz="3200" spc="-35" dirty="0">
                <a:latin typeface="Calibri"/>
                <a:cs typeface="Calibri"/>
              </a:rPr>
              <a:t> </a:t>
            </a:r>
            <a:r>
              <a:rPr sz="3200" dirty="0">
                <a:latin typeface="Calibri"/>
                <a:cs typeface="Calibri"/>
              </a:rPr>
              <a:t>có</a:t>
            </a:r>
            <a:r>
              <a:rPr sz="3200" spc="-35" dirty="0">
                <a:latin typeface="Calibri"/>
                <a:cs typeface="Calibri"/>
              </a:rPr>
              <a:t> </a:t>
            </a:r>
            <a:r>
              <a:rPr sz="3200" dirty="0">
                <a:latin typeface="Calibri"/>
                <a:cs typeface="Calibri"/>
              </a:rPr>
              <a:t>chân</a:t>
            </a:r>
            <a:r>
              <a:rPr sz="3200" spc="-40" dirty="0">
                <a:latin typeface="Calibri"/>
                <a:cs typeface="Calibri"/>
              </a:rPr>
              <a:t> </a:t>
            </a:r>
            <a:r>
              <a:rPr sz="3200" spc="-25" dirty="0">
                <a:latin typeface="Calibri"/>
                <a:cs typeface="Calibri"/>
              </a:rPr>
              <a:t>trị </a:t>
            </a:r>
            <a:r>
              <a:rPr sz="3200" dirty="0">
                <a:latin typeface="Calibri"/>
                <a:cs typeface="Calibri"/>
              </a:rPr>
              <a:t>đúng</a:t>
            </a:r>
            <a:r>
              <a:rPr sz="3200" spc="-35" dirty="0">
                <a:latin typeface="Calibri"/>
                <a:cs typeface="Calibri"/>
              </a:rPr>
              <a:t> </a:t>
            </a:r>
            <a:r>
              <a:rPr sz="3200" dirty="0">
                <a:latin typeface="Calibri"/>
                <a:cs typeface="Calibri"/>
              </a:rPr>
              <a:t>,</a:t>
            </a:r>
            <a:r>
              <a:rPr sz="3200" spc="-45" dirty="0">
                <a:latin typeface="Calibri"/>
                <a:cs typeface="Calibri"/>
              </a:rPr>
              <a:t> </a:t>
            </a:r>
            <a:r>
              <a:rPr sz="3200" dirty="0">
                <a:latin typeface="Calibri"/>
                <a:cs typeface="Calibri"/>
              </a:rPr>
              <a:t>r(a)</a:t>
            </a:r>
            <a:r>
              <a:rPr sz="3200" spc="-40" dirty="0">
                <a:latin typeface="Calibri"/>
                <a:cs typeface="Calibri"/>
              </a:rPr>
              <a:t> </a:t>
            </a:r>
            <a:r>
              <a:rPr sz="3200" dirty="0">
                <a:latin typeface="Calibri"/>
                <a:cs typeface="Calibri"/>
              </a:rPr>
              <a:t>có</a:t>
            </a:r>
            <a:r>
              <a:rPr sz="3200" spc="-50" dirty="0">
                <a:latin typeface="Calibri"/>
                <a:cs typeface="Calibri"/>
              </a:rPr>
              <a:t> </a:t>
            </a:r>
            <a:r>
              <a:rPr sz="3200" dirty="0">
                <a:latin typeface="Calibri"/>
                <a:cs typeface="Calibri"/>
              </a:rPr>
              <a:t>chân</a:t>
            </a:r>
            <a:r>
              <a:rPr sz="3200" spc="-45" dirty="0">
                <a:latin typeface="Calibri"/>
                <a:cs typeface="Calibri"/>
              </a:rPr>
              <a:t> </a:t>
            </a:r>
            <a:r>
              <a:rPr sz="3200" dirty="0">
                <a:latin typeface="Calibri"/>
                <a:cs typeface="Calibri"/>
              </a:rPr>
              <a:t>trị</a:t>
            </a:r>
            <a:r>
              <a:rPr sz="3200" spc="-45" dirty="0">
                <a:latin typeface="Calibri"/>
                <a:cs typeface="Calibri"/>
              </a:rPr>
              <a:t> </a:t>
            </a:r>
            <a:r>
              <a:rPr sz="3200" dirty="0">
                <a:latin typeface="Calibri"/>
                <a:cs typeface="Calibri"/>
              </a:rPr>
              <a:t>sai.</a:t>
            </a:r>
            <a:r>
              <a:rPr sz="3200" spc="-45" dirty="0">
                <a:latin typeface="Calibri"/>
                <a:cs typeface="Calibri"/>
              </a:rPr>
              <a:t> </a:t>
            </a:r>
            <a:r>
              <a:rPr sz="3200" dirty="0">
                <a:latin typeface="Calibri"/>
                <a:cs typeface="Calibri"/>
              </a:rPr>
              <a:t>Do</a:t>
            </a:r>
            <a:r>
              <a:rPr sz="3200" spc="-45" dirty="0">
                <a:latin typeface="Calibri"/>
                <a:cs typeface="Calibri"/>
              </a:rPr>
              <a:t> </a:t>
            </a:r>
            <a:r>
              <a:rPr sz="3200" spc="-25" dirty="0">
                <a:latin typeface="Calibri"/>
                <a:cs typeface="Calibri"/>
              </a:rPr>
              <a:t>đó</a:t>
            </a:r>
            <a:endParaRPr sz="3200">
              <a:latin typeface="Calibri"/>
              <a:cs typeface="Calibri"/>
            </a:endParaRPr>
          </a:p>
          <a:p>
            <a:pPr marL="3274695">
              <a:lnSpc>
                <a:spcPct val="100000"/>
              </a:lnSpc>
              <a:spcBef>
                <a:spcPts val="795"/>
              </a:spcBef>
            </a:pPr>
            <a:r>
              <a:rPr sz="3200" dirty="0">
                <a:latin typeface="Calibri"/>
                <a:cs typeface="Calibri"/>
              </a:rPr>
              <a:t>q(a)</a:t>
            </a:r>
            <a:r>
              <a:rPr sz="3200" spc="-40" dirty="0">
                <a:latin typeface="Calibri"/>
                <a:cs typeface="Calibri"/>
              </a:rPr>
              <a:t> </a:t>
            </a:r>
            <a:r>
              <a:rPr sz="3200" dirty="0">
                <a:latin typeface="Symbol"/>
                <a:cs typeface="Symbol"/>
              </a:rPr>
              <a:t></a:t>
            </a:r>
            <a:r>
              <a:rPr sz="3200" spc="-125" dirty="0">
                <a:latin typeface="Times New Roman"/>
                <a:cs typeface="Times New Roman"/>
              </a:rPr>
              <a:t> </a:t>
            </a:r>
            <a:r>
              <a:rPr sz="3200" spc="-20" dirty="0">
                <a:latin typeface="Calibri"/>
                <a:cs typeface="Calibri"/>
              </a:rPr>
              <a:t>r(a)</a:t>
            </a:r>
            <a:endParaRPr sz="3200">
              <a:latin typeface="Calibri"/>
              <a:cs typeface="Calibri"/>
            </a:endParaRPr>
          </a:p>
          <a:p>
            <a:pPr marL="50800">
              <a:lnSpc>
                <a:spcPct val="100000"/>
              </a:lnSpc>
              <a:spcBef>
                <a:spcPts val="740"/>
              </a:spcBef>
            </a:pPr>
            <a:r>
              <a:rPr sz="3200" dirty="0">
                <a:latin typeface="Calibri"/>
                <a:cs typeface="Calibri"/>
              </a:rPr>
              <a:t>có</a:t>
            </a:r>
            <a:r>
              <a:rPr sz="3200" spc="-60" dirty="0">
                <a:latin typeface="Calibri"/>
                <a:cs typeface="Calibri"/>
              </a:rPr>
              <a:t> </a:t>
            </a:r>
            <a:r>
              <a:rPr sz="3200" dirty="0">
                <a:latin typeface="Calibri"/>
                <a:cs typeface="Calibri"/>
              </a:rPr>
              <a:t>chân</a:t>
            </a:r>
            <a:r>
              <a:rPr sz="3200" spc="-35" dirty="0">
                <a:latin typeface="Calibri"/>
                <a:cs typeface="Calibri"/>
              </a:rPr>
              <a:t> </a:t>
            </a:r>
            <a:r>
              <a:rPr sz="3200" dirty="0">
                <a:latin typeface="Calibri"/>
                <a:cs typeface="Calibri"/>
              </a:rPr>
              <a:t>trị</a:t>
            </a:r>
            <a:r>
              <a:rPr sz="3200" spc="-55" dirty="0">
                <a:latin typeface="Calibri"/>
                <a:cs typeface="Calibri"/>
              </a:rPr>
              <a:t> </a:t>
            </a:r>
            <a:r>
              <a:rPr sz="3200" dirty="0">
                <a:latin typeface="Calibri"/>
                <a:cs typeface="Calibri"/>
              </a:rPr>
              <a:t>SAI</a:t>
            </a:r>
            <a:r>
              <a:rPr sz="3200" spc="-55" dirty="0">
                <a:latin typeface="Calibri"/>
                <a:cs typeface="Calibri"/>
              </a:rPr>
              <a:t> </a:t>
            </a:r>
            <a:r>
              <a:rPr sz="3200" dirty="0">
                <a:latin typeface="Calibri"/>
                <a:cs typeface="Calibri"/>
              </a:rPr>
              <a:t>(P(a)</a:t>
            </a:r>
            <a:r>
              <a:rPr sz="3200" spc="-30" dirty="0">
                <a:latin typeface="Calibri"/>
                <a:cs typeface="Calibri"/>
              </a:rPr>
              <a:t> </a:t>
            </a:r>
            <a:r>
              <a:rPr sz="3200" dirty="0">
                <a:latin typeface="Calibri"/>
                <a:cs typeface="Calibri"/>
              </a:rPr>
              <a:t>có</a:t>
            </a:r>
            <a:r>
              <a:rPr sz="3200" spc="-55" dirty="0">
                <a:latin typeface="Calibri"/>
                <a:cs typeface="Calibri"/>
              </a:rPr>
              <a:t> </a:t>
            </a:r>
            <a:r>
              <a:rPr sz="3200" dirty="0">
                <a:latin typeface="Calibri"/>
                <a:cs typeface="Calibri"/>
              </a:rPr>
              <a:t>chân</a:t>
            </a:r>
            <a:r>
              <a:rPr sz="3200" spc="-40" dirty="0">
                <a:latin typeface="Calibri"/>
                <a:cs typeface="Calibri"/>
              </a:rPr>
              <a:t> </a:t>
            </a:r>
            <a:r>
              <a:rPr sz="3200" dirty="0">
                <a:latin typeface="Calibri"/>
                <a:cs typeface="Calibri"/>
              </a:rPr>
              <a:t>trị</a:t>
            </a:r>
            <a:r>
              <a:rPr sz="3200" spc="-40" dirty="0">
                <a:latin typeface="Calibri"/>
                <a:cs typeface="Calibri"/>
              </a:rPr>
              <a:t> </a:t>
            </a:r>
            <a:r>
              <a:rPr sz="3200" spc="-10" dirty="0">
                <a:latin typeface="Calibri"/>
                <a:cs typeface="Calibri"/>
              </a:rPr>
              <a:t>SAI).</a:t>
            </a:r>
            <a:endParaRPr sz="3200">
              <a:latin typeface="Calibri"/>
              <a:cs typeface="Calibri"/>
            </a:endParaRPr>
          </a:p>
        </p:txBody>
      </p:sp>
      <p:sp>
        <p:nvSpPr>
          <p:cNvPr id="5" name="object 5"/>
          <p:cNvSpPr/>
          <p:nvPr/>
        </p:nvSpPr>
        <p:spPr>
          <a:xfrm>
            <a:off x="305562" y="3658362"/>
            <a:ext cx="8458200" cy="2819400"/>
          </a:xfrm>
          <a:custGeom>
            <a:avLst/>
            <a:gdLst/>
            <a:ahLst/>
            <a:cxnLst/>
            <a:rect l="l" t="t" r="r" b="b"/>
            <a:pathLst>
              <a:path w="8458200" h="2819400">
                <a:moveTo>
                  <a:pt x="0" y="2819400"/>
                </a:moveTo>
                <a:lnTo>
                  <a:pt x="8458200" y="2819400"/>
                </a:lnTo>
                <a:lnTo>
                  <a:pt x="8458200" y="0"/>
                </a:lnTo>
                <a:lnTo>
                  <a:pt x="0" y="0"/>
                </a:lnTo>
                <a:lnTo>
                  <a:pt x="0" y="2819400"/>
                </a:lnTo>
                <a:close/>
              </a:path>
            </a:pathLst>
          </a:custGeom>
          <a:ln w="25908">
            <a:solidFill>
              <a:schemeClr val="tx2"/>
            </a:solidFill>
          </a:ln>
        </p:spPr>
        <p:txBody>
          <a:bodyPr wrap="square" lIns="0" tIns="0" rIns="0" bIns="0" rtlCol="0"/>
          <a:lstStyle/>
          <a:p>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135164"/>
            <a:ext cx="8266430" cy="4032250"/>
          </a:xfrm>
          <a:prstGeom prst="rect">
            <a:avLst/>
          </a:prstGeom>
        </p:spPr>
        <p:txBody>
          <a:bodyPr vert="horz" wrap="square" lIns="0" tIns="113664" rIns="0" bIns="0" rtlCol="0">
            <a:spAutoFit/>
          </a:bodyPr>
          <a:lstStyle/>
          <a:p>
            <a:pPr marL="12700">
              <a:lnSpc>
                <a:spcPct val="100000"/>
              </a:lnSpc>
              <a:spcBef>
                <a:spcPts val="894"/>
              </a:spcBef>
            </a:pPr>
            <a:r>
              <a:rPr sz="3200" b="1" dirty="0">
                <a:latin typeface="Calibri"/>
                <a:cs typeface="Calibri"/>
              </a:rPr>
              <a:t>1.8.5</a:t>
            </a:r>
            <a:r>
              <a:rPr sz="3200" b="1" spc="-35" dirty="0">
                <a:latin typeface="Calibri"/>
                <a:cs typeface="Calibri"/>
              </a:rPr>
              <a:t> </a:t>
            </a:r>
            <a:r>
              <a:rPr sz="3200" b="1" dirty="0">
                <a:latin typeface="Calibri"/>
                <a:cs typeface="Calibri"/>
              </a:rPr>
              <a:t>Mệnh</a:t>
            </a:r>
            <a:r>
              <a:rPr sz="3200" b="1" spc="-20" dirty="0">
                <a:latin typeface="Calibri"/>
                <a:cs typeface="Calibri"/>
              </a:rPr>
              <a:t> </a:t>
            </a:r>
            <a:r>
              <a:rPr sz="3200" b="1" spc="-25" dirty="0">
                <a:latin typeface="Calibri"/>
                <a:cs typeface="Calibri"/>
              </a:rPr>
              <a:t>đề:</a:t>
            </a:r>
            <a:endParaRPr sz="3200">
              <a:latin typeface="Calibri"/>
              <a:cs typeface="Calibri"/>
            </a:endParaRPr>
          </a:p>
          <a:p>
            <a:pPr marL="584200" marR="288925" indent="-572135">
              <a:lnSpc>
                <a:spcPts val="3820"/>
              </a:lnSpc>
              <a:spcBef>
                <a:spcPts val="935"/>
              </a:spcBef>
              <a:buAutoNum type="romanLcParenR"/>
              <a:tabLst>
                <a:tab pos="584200" algn="l"/>
                <a:tab pos="4483100" algn="l"/>
              </a:tabLst>
            </a:pPr>
            <a:r>
              <a:rPr sz="3200" dirty="0">
                <a:latin typeface="Calibri"/>
                <a:cs typeface="Calibri"/>
              </a:rPr>
              <a:t>Phủ</a:t>
            </a:r>
            <a:r>
              <a:rPr sz="3200" spc="-75" dirty="0">
                <a:latin typeface="Calibri"/>
                <a:cs typeface="Calibri"/>
              </a:rPr>
              <a:t> </a:t>
            </a:r>
            <a:r>
              <a:rPr sz="3200" dirty="0">
                <a:latin typeface="Calibri"/>
                <a:cs typeface="Calibri"/>
              </a:rPr>
              <a:t>định</a:t>
            </a:r>
            <a:r>
              <a:rPr sz="3200" spc="-65" dirty="0">
                <a:latin typeface="Calibri"/>
                <a:cs typeface="Calibri"/>
              </a:rPr>
              <a:t> </a:t>
            </a:r>
            <a:r>
              <a:rPr sz="3200" dirty="0">
                <a:latin typeface="Calibri"/>
                <a:cs typeface="Calibri"/>
              </a:rPr>
              <a:t>của</a:t>
            </a:r>
            <a:r>
              <a:rPr sz="3200" spc="-65" dirty="0">
                <a:latin typeface="Calibri"/>
                <a:cs typeface="Calibri"/>
              </a:rPr>
              <a:t> </a:t>
            </a:r>
            <a:r>
              <a:rPr sz="3200" dirty="0">
                <a:latin typeface="Calibri"/>
                <a:cs typeface="Calibri"/>
              </a:rPr>
              <a:t>mệnh</a:t>
            </a:r>
            <a:r>
              <a:rPr sz="3200" spc="-70" dirty="0">
                <a:latin typeface="Calibri"/>
                <a:cs typeface="Calibri"/>
              </a:rPr>
              <a:t> </a:t>
            </a:r>
            <a:r>
              <a:rPr sz="3200" spc="-25" dirty="0">
                <a:latin typeface="Calibri"/>
                <a:cs typeface="Calibri"/>
              </a:rPr>
              <a:t>đề</a:t>
            </a:r>
            <a:r>
              <a:rPr sz="3200" dirty="0">
                <a:latin typeface="Calibri"/>
                <a:cs typeface="Calibri"/>
              </a:rPr>
              <a:t>	</a:t>
            </a:r>
            <a:r>
              <a:rPr sz="3200" dirty="0">
                <a:latin typeface="Symbol"/>
                <a:cs typeface="Symbol"/>
              </a:rPr>
              <a:t></a:t>
            </a:r>
            <a:r>
              <a:rPr sz="3200" b="1" dirty="0">
                <a:latin typeface="Calibri"/>
                <a:cs typeface="Calibri"/>
              </a:rPr>
              <a:t>x</a:t>
            </a:r>
            <a:r>
              <a:rPr sz="3200" b="1" spc="-20" dirty="0">
                <a:latin typeface="Calibri"/>
                <a:cs typeface="Calibri"/>
              </a:rPr>
              <a:t> </a:t>
            </a:r>
            <a:r>
              <a:rPr sz="3200" dirty="0">
                <a:latin typeface="Symbol"/>
                <a:cs typeface="Symbol"/>
              </a:rPr>
              <a:t></a:t>
            </a:r>
            <a:r>
              <a:rPr sz="3200" spc="-95" dirty="0">
                <a:latin typeface="Times New Roman"/>
                <a:cs typeface="Times New Roman"/>
              </a:rPr>
              <a:t> </a:t>
            </a:r>
            <a:r>
              <a:rPr sz="3200" b="1" dirty="0">
                <a:latin typeface="Calibri"/>
                <a:cs typeface="Calibri"/>
              </a:rPr>
              <a:t>A,</a:t>
            </a:r>
            <a:r>
              <a:rPr sz="3200" b="1" spc="-20" dirty="0">
                <a:latin typeface="Calibri"/>
                <a:cs typeface="Calibri"/>
              </a:rPr>
              <a:t> </a:t>
            </a:r>
            <a:r>
              <a:rPr sz="3200" b="1" dirty="0">
                <a:latin typeface="Calibri"/>
                <a:cs typeface="Calibri"/>
              </a:rPr>
              <a:t>P(x)</a:t>
            </a:r>
            <a:r>
              <a:rPr sz="3200" b="1" spc="-20" dirty="0">
                <a:latin typeface="Calibri"/>
                <a:cs typeface="Calibri"/>
              </a:rPr>
              <a:t> </a:t>
            </a:r>
            <a:r>
              <a:rPr sz="3200" dirty="0">
                <a:latin typeface="Calibri"/>
                <a:cs typeface="Calibri"/>
              </a:rPr>
              <a:t>là</a:t>
            </a:r>
            <a:r>
              <a:rPr sz="3200" spc="-15" dirty="0">
                <a:latin typeface="Calibri"/>
                <a:cs typeface="Calibri"/>
              </a:rPr>
              <a:t> </a:t>
            </a:r>
            <a:r>
              <a:rPr sz="3200" spc="-20" dirty="0">
                <a:latin typeface="Calibri"/>
                <a:cs typeface="Calibri"/>
              </a:rPr>
              <a:t>mệnh </a:t>
            </a:r>
            <a:r>
              <a:rPr sz="3200" spc="-25" dirty="0">
                <a:latin typeface="Calibri"/>
                <a:cs typeface="Calibri"/>
              </a:rPr>
              <a:t>đề</a:t>
            </a:r>
            <a:endParaRPr sz="3200">
              <a:latin typeface="Calibri"/>
              <a:cs typeface="Calibri"/>
            </a:endParaRPr>
          </a:p>
          <a:p>
            <a:pPr marL="3009265">
              <a:lnSpc>
                <a:spcPct val="100000"/>
              </a:lnSpc>
              <a:spcBef>
                <a:spcPts val="670"/>
              </a:spcBef>
            </a:pPr>
            <a:r>
              <a:rPr sz="3200" dirty="0">
                <a:latin typeface="Symbol"/>
                <a:cs typeface="Symbol"/>
              </a:rPr>
              <a:t></a:t>
            </a:r>
            <a:r>
              <a:rPr sz="3200" b="1" dirty="0">
                <a:latin typeface="Calibri"/>
                <a:cs typeface="Calibri"/>
              </a:rPr>
              <a:t>x</a:t>
            </a:r>
            <a:r>
              <a:rPr sz="3200" b="1" spc="-20" dirty="0">
                <a:latin typeface="Calibri"/>
                <a:cs typeface="Calibri"/>
              </a:rPr>
              <a:t> </a:t>
            </a:r>
            <a:r>
              <a:rPr sz="3200" dirty="0">
                <a:latin typeface="Symbol"/>
                <a:cs typeface="Symbol"/>
              </a:rPr>
              <a:t></a:t>
            </a:r>
            <a:r>
              <a:rPr sz="3200" spc="-75" dirty="0">
                <a:latin typeface="Times New Roman"/>
                <a:cs typeface="Times New Roman"/>
              </a:rPr>
              <a:t> </a:t>
            </a:r>
            <a:r>
              <a:rPr sz="3200" b="1" dirty="0">
                <a:latin typeface="Calibri"/>
                <a:cs typeface="Calibri"/>
              </a:rPr>
              <a:t>A,</a:t>
            </a:r>
            <a:r>
              <a:rPr sz="3200" b="1" spc="-5" dirty="0">
                <a:latin typeface="Calibri"/>
                <a:cs typeface="Calibri"/>
              </a:rPr>
              <a:t> </a:t>
            </a:r>
            <a:r>
              <a:rPr sz="3200" spc="-10" dirty="0">
                <a:latin typeface="Symbol"/>
                <a:cs typeface="Symbol"/>
              </a:rPr>
              <a:t></a:t>
            </a:r>
            <a:r>
              <a:rPr sz="3200" b="1" spc="-10" dirty="0">
                <a:latin typeface="Calibri"/>
                <a:cs typeface="Calibri"/>
              </a:rPr>
              <a:t>P(x)</a:t>
            </a:r>
            <a:endParaRPr sz="3200">
              <a:latin typeface="Calibri"/>
              <a:cs typeface="Calibri"/>
            </a:endParaRPr>
          </a:p>
          <a:p>
            <a:pPr>
              <a:lnSpc>
                <a:spcPct val="100000"/>
              </a:lnSpc>
              <a:spcBef>
                <a:spcPts val="1470"/>
              </a:spcBef>
            </a:pPr>
            <a:endParaRPr sz="3200">
              <a:latin typeface="Calibri"/>
              <a:cs typeface="Calibri"/>
            </a:endParaRPr>
          </a:p>
          <a:p>
            <a:pPr marL="508000" indent="-495300">
              <a:lnSpc>
                <a:spcPct val="100000"/>
              </a:lnSpc>
              <a:buAutoNum type="romanLcParenR" startAt="2"/>
              <a:tabLst>
                <a:tab pos="508000" algn="l"/>
              </a:tabLst>
            </a:pPr>
            <a:r>
              <a:rPr sz="3200" dirty="0">
                <a:latin typeface="Calibri"/>
                <a:cs typeface="Calibri"/>
              </a:rPr>
              <a:t>Phủ</a:t>
            </a:r>
            <a:r>
              <a:rPr sz="3200" spc="-20" dirty="0">
                <a:latin typeface="Calibri"/>
                <a:cs typeface="Calibri"/>
              </a:rPr>
              <a:t> </a:t>
            </a:r>
            <a:r>
              <a:rPr sz="3200" dirty="0">
                <a:latin typeface="Calibri"/>
                <a:cs typeface="Calibri"/>
              </a:rPr>
              <a:t>định</a:t>
            </a:r>
            <a:r>
              <a:rPr sz="3200" spc="-5" dirty="0">
                <a:latin typeface="Calibri"/>
                <a:cs typeface="Calibri"/>
              </a:rPr>
              <a:t> </a:t>
            </a:r>
            <a:r>
              <a:rPr sz="3200" dirty="0">
                <a:latin typeface="Calibri"/>
                <a:cs typeface="Calibri"/>
              </a:rPr>
              <a:t>của</a:t>
            </a:r>
            <a:r>
              <a:rPr sz="3200" spc="-15" dirty="0">
                <a:latin typeface="Calibri"/>
                <a:cs typeface="Calibri"/>
              </a:rPr>
              <a:t> </a:t>
            </a:r>
            <a:r>
              <a:rPr sz="3200" dirty="0">
                <a:latin typeface="Calibri"/>
                <a:cs typeface="Calibri"/>
              </a:rPr>
              <a:t>mệnh</a:t>
            </a:r>
            <a:r>
              <a:rPr sz="3200" spc="-15" dirty="0">
                <a:latin typeface="Calibri"/>
                <a:cs typeface="Calibri"/>
              </a:rPr>
              <a:t> </a:t>
            </a:r>
            <a:r>
              <a:rPr sz="3200" dirty="0">
                <a:latin typeface="Calibri"/>
                <a:cs typeface="Calibri"/>
              </a:rPr>
              <a:t>đề</a:t>
            </a:r>
            <a:r>
              <a:rPr sz="3200" spc="-5" dirty="0">
                <a:latin typeface="Calibri"/>
                <a:cs typeface="Calibri"/>
              </a:rPr>
              <a:t> </a:t>
            </a:r>
            <a:r>
              <a:rPr sz="3200" dirty="0">
                <a:latin typeface="Symbol"/>
                <a:cs typeface="Symbol"/>
              </a:rPr>
              <a:t></a:t>
            </a:r>
            <a:r>
              <a:rPr sz="3200" b="1" dirty="0">
                <a:latin typeface="Calibri"/>
                <a:cs typeface="Calibri"/>
              </a:rPr>
              <a:t>x</a:t>
            </a:r>
            <a:r>
              <a:rPr sz="3200" b="1" spc="-30" dirty="0">
                <a:latin typeface="Calibri"/>
                <a:cs typeface="Calibri"/>
              </a:rPr>
              <a:t> </a:t>
            </a:r>
            <a:r>
              <a:rPr sz="3200" dirty="0">
                <a:latin typeface="Symbol"/>
                <a:cs typeface="Symbol"/>
              </a:rPr>
              <a:t></a:t>
            </a:r>
            <a:r>
              <a:rPr sz="3200" spc="-90" dirty="0">
                <a:latin typeface="Times New Roman"/>
                <a:cs typeface="Times New Roman"/>
              </a:rPr>
              <a:t> </a:t>
            </a:r>
            <a:r>
              <a:rPr sz="3200" b="1" dirty="0">
                <a:latin typeface="Calibri"/>
                <a:cs typeface="Calibri"/>
              </a:rPr>
              <a:t>A,</a:t>
            </a:r>
            <a:r>
              <a:rPr sz="3200" b="1" spc="-15" dirty="0">
                <a:latin typeface="Calibri"/>
                <a:cs typeface="Calibri"/>
              </a:rPr>
              <a:t> </a:t>
            </a:r>
            <a:r>
              <a:rPr sz="3200" b="1" dirty="0">
                <a:latin typeface="Calibri"/>
                <a:cs typeface="Calibri"/>
              </a:rPr>
              <a:t>P(x)</a:t>
            </a:r>
            <a:r>
              <a:rPr sz="3200" b="1" spc="-15" dirty="0">
                <a:latin typeface="Calibri"/>
                <a:cs typeface="Calibri"/>
              </a:rPr>
              <a:t> </a:t>
            </a:r>
            <a:r>
              <a:rPr sz="3200" dirty="0">
                <a:latin typeface="Calibri"/>
                <a:cs typeface="Calibri"/>
              </a:rPr>
              <a:t>là</a:t>
            </a:r>
            <a:r>
              <a:rPr sz="3200" spc="-15" dirty="0">
                <a:latin typeface="Calibri"/>
                <a:cs typeface="Calibri"/>
              </a:rPr>
              <a:t> </a:t>
            </a:r>
            <a:r>
              <a:rPr sz="3200" dirty="0">
                <a:latin typeface="Calibri"/>
                <a:cs typeface="Calibri"/>
              </a:rPr>
              <a:t>mệnh</a:t>
            </a:r>
            <a:r>
              <a:rPr sz="3200" spc="-30" dirty="0">
                <a:latin typeface="Calibri"/>
                <a:cs typeface="Calibri"/>
              </a:rPr>
              <a:t> </a:t>
            </a:r>
            <a:r>
              <a:rPr sz="3200" spc="-25" dirty="0">
                <a:latin typeface="Calibri"/>
                <a:cs typeface="Calibri"/>
              </a:rPr>
              <a:t>đề</a:t>
            </a:r>
            <a:endParaRPr sz="3200">
              <a:latin typeface="Calibri"/>
              <a:cs typeface="Calibri"/>
            </a:endParaRPr>
          </a:p>
          <a:p>
            <a:pPr marL="2975610">
              <a:lnSpc>
                <a:spcPct val="100000"/>
              </a:lnSpc>
              <a:spcBef>
                <a:spcPts val="770"/>
              </a:spcBef>
            </a:pPr>
            <a:r>
              <a:rPr sz="3200" dirty="0">
                <a:latin typeface="Symbol"/>
                <a:cs typeface="Symbol"/>
              </a:rPr>
              <a:t></a:t>
            </a:r>
            <a:r>
              <a:rPr sz="3200" b="1" dirty="0">
                <a:latin typeface="Calibri"/>
                <a:cs typeface="Calibri"/>
              </a:rPr>
              <a:t>x</a:t>
            </a:r>
            <a:r>
              <a:rPr sz="3200" b="1" spc="-10" dirty="0">
                <a:latin typeface="Calibri"/>
                <a:cs typeface="Calibri"/>
              </a:rPr>
              <a:t> </a:t>
            </a:r>
            <a:r>
              <a:rPr sz="3200" dirty="0">
                <a:latin typeface="Symbol"/>
                <a:cs typeface="Symbol"/>
              </a:rPr>
              <a:t></a:t>
            </a:r>
            <a:r>
              <a:rPr sz="3200" spc="-80" dirty="0">
                <a:latin typeface="Times New Roman"/>
                <a:cs typeface="Times New Roman"/>
              </a:rPr>
              <a:t> </a:t>
            </a:r>
            <a:r>
              <a:rPr sz="3200" b="1" dirty="0">
                <a:latin typeface="Calibri"/>
                <a:cs typeface="Calibri"/>
              </a:rPr>
              <a:t>A,</a:t>
            </a:r>
            <a:r>
              <a:rPr sz="3200" b="1" spc="-10" dirty="0">
                <a:latin typeface="Calibri"/>
                <a:cs typeface="Calibri"/>
              </a:rPr>
              <a:t> </a:t>
            </a:r>
            <a:r>
              <a:rPr sz="3200" spc="-10" dirty="0">
                <a:latin typeface="Symbol"/>
                <a:cs typeface="Symbol"/>
              </a:rPr>
              <a:t></a:t>
            </a:r>
            <a:r>
              <a:rPr sz="3200" b="1" spc="-10" dirty="0">
                <a:latin typeface="Calibri"/>
                <a:cs typeface="Calibri"/>
              </a:rPr>
              <a:t>P(x)</a:t>
            </a:r>
            <a:endParaRPr sz="3200">
              <a:latin typeface="Calibri"/>
              <a:cs typeface="Calibri"/>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235407"/>
            <a:ext cx="8267700" cy="5880100"/>
          </a:xfrm>
          <a:prstGeom prst="rect">
            <a:avLst/>
          </a:prstGeom>
        </p:spPr>
        <p:txBody>
          <a:bodyPr vert="horz" wrap="square" lIns="0" tIns="13335" rIns="0" bIns="0" rtlCol="0">
            <a:spAutoFit/>
          </a:bodyPr>
          <a:lstStyle/>
          <a:p>
            <a:pPr marL="12700" marR="5080">
              <a:lnSpc>
                <a:spcPct val="100000"/>
              </a:lnSpc>
              <a:spcBef>
                <a:spcPts val="105"/>
              </a:spcBef>
            </a:pPr>
            <a:r>
              <a:rPr sz="3200" b="1" dirty="0">
                <a:latin typeface="Calibri"/>
                <a:cs typeface="Calibri"/>
              </a:rPr>
              <a:t>1.8.6</a:t>
            </a:r>
            <a:r>
              <a:rPr sz="3200" b="1" spc="-25" dirty="0">
                <a:latin typeface="Calibri"/>
                <a:cs typeface="Calibri"/>
              </a:rPr>
              <a:t> </a:t>
            </a:r>
            <a:r>
              <a:rPr sz="3200" b="1" dirty="0">
                <a:latin typeface="Calibri"/>
                <a:cs typeface="Calibri"/>
              </a:rPr>
              <a:t>Định</a:t>
            </a:r>
            <a:r>
              <a:rPr sz="3200" b="1" spc="-20" dirty="0">
                <a:latin typeface="Calibri"/>
                <a:cs typeface="Calibri"/>
              </a:rPr>
              <a:t> </a:t>
            </a:r>
            <a:r>
              <a:rPr sz="3200" b="1" dirty="0">
                <a:latin typeface="Calibri"/>
                <a:cs typeface="Calibri"/>
              </a:rPr>
              <a:t>nghĩa:</a:t>
            </a:r>
            <a:r>
              <a:rPr sz="3200" b="1" spc="-50" dirty="0">
                <a:latin typeface="Calibri"/>
                <a:cs typeface="Calibri"/>
              </a:rPr>
              <a:t> </a:t>
            </a:r>
            <a:r>
              <a:rPr sz="3200" dirty="0">
                <a:latin typeface="Calibri"/>
                <a:cs typeface="Calibri"/>
              </a:rPr>
              <a:t>Cho</a:t>
            </a:r>
            <a:r>
              <a:rPr sz="3200" spc="-10" dirty="0">
                <a:latin typeface="Calibri"/>
                <a:cs typeface="Calibri"/>
              </a:rPr>
              <a:t> </a:t>
            </a:r>
            <a:r>
              <a:rPr sz="3200" dirty="0">
                <a:latin typeface="Calibri"/>
                <a:cs typeface="Calibri"/>
              </a:rPr>
              <a:t>P(x,</a:t>
            </a:r>
            <a:r>
              <a:rPr sz="3200" spc="-35" dirty="0">
                <a:latin typeface="Calibri"/>
                <a:cs typeface="Calibri"/>
              </a:rPr>
              <a:t> </a:t>
            </a:r>
            <a:r>
              <a:rPr sz="3200" dirty="0">
                <a:latin typeface="Calibri"/>
                <a:cs typeface="Calibri"/>
              </a:rPr>
              <a:t>y)</a:t>
            </a:r>
            <a:r>
              <a:rPr sz="3200" spc="-20" dirty="0">
                <a:latin typeface="Calibri"/>
                <a:cs typeface="Calibri"/>
              </a:rPr>
              <a:t> </a:t>
            </a:r>
            <a:r>
              <a:rPr sz="3200" dirty="0">
                <a:latin typeface="Calibri"/>
                <a:cs typeface="Calibri"/>
              </a:rPr>
              <a:t>là</a:t>
            </a:r>
            <a:r>
              <a:rPr sz="3200" spc="-20" dirty="0">
                <a:latin typeface="Calibri"/>
                <a:cs typeface="Calibri"/>
              </a:rPr>
              <a:t> </a:t>
            </a:r>
            <a:r>
              <a:rPr sz="3200" dirty="0">
                <a:latin typeface="Calibri"/>
                <a:cs typeface="Calibri"/>
              </a:rPr>
              <a:t>vị</a:t>
            </a:r>
            <a:r>
              <a:rPr sz="3200" spc="-30" dirty="0">
                <a:latin typeface="Calibri"/>
                <a:cs typeface="Calibri"/>
              </a:rPr>
              <a:t> </a:t>
            </a:r>
            <a:r>
              <a:rPr sz="3200" dirty="0">
                <a:latin typeface="Calibri"/>
                <a:cs typeface="Calibri"/>
              </a:rPr>
              <a:t>từ.</a:t>
            </a:r>
            <a:r>
              <a:rPr sz="3200" spc="-5" dirty="0">
                <a:latin typeface="Calibri"/>
                <a:cs typeface="Calibri"/>
              </a:rPr>
              <a:t> </a:t>
            </a:r>
            <a:r>
              <a:rPr sz="3200" dirty="0">
                <a:latin typeface="Calibri"/>
                <a:cs typeface="Calibri"/>
              </a:rPr>
              <a:t>Lượng</a:t>
            </a:r>
            <a:r>
              <a:rPr sz="3200" spc="-20" dirty="0">
                <a:latin typeface="Calibri"/>
                <a:cs typeface="Calibri"/>
              </a:rPr>
              <a:t> </a:t>
            </a:r>
            <a:r>
              <a:rPr sz="3200" dirty="0">
                <a:latin typeface="Calibri"/>
                <a:cs typeface="Calibri"/>
              </a:rPr>
              <a:t>từ</a:t>
            </a:r>
            <a:r>
              <a:rPr sz="3200" spc="-20" dirty="0">
                <a:latin typeface="Calibri"/>
                <a:cs typeface="Calibri"/>
              </a:rPr>
              <a:t> </a:t>
            </a:r>
            <a:r>
              <a:rPr sz="3200" spc="-25" dirty="0">
                <a:latin typeface="Calibri"/>
                <a:cs typeface="Calibri"/>
              </a:rPr>
              <a:t>hai </a:t>
            </a:r>
            <a:r>
              <a:rPr sz="3200" dirty="0">
                <a:latin typeface="Calibri"/>
                <a:cs typeface="Calibri"/>
              </a:rPr>
              <a:t>biến</a:t>
            </a:r>
            <a:r>
              <a:rPr sz="3200" spc="-40" dirty="0">
                <a:latin typeface="Calibri"/>
                <a:cs typeface="Calibri"/>
              </a:rPr>
              <a:t> </a:t>
            </a:r>
            <a:r>
              <a:rPr sz="3200" dirty="0">
                <a:latin typeface="Calibri"/>
                <a:cs typeface="Calibri"/>
              </a:rPr>
              <a:t>là</a:t>
            </a:r>
            <a:r>
              <a:rPr sz="3200" spc="-25" dirty="0">
                <a:latin typeface="Calibri"/>
                <a:cs typeface="Calibri"/>
              </a:rPr>
              <a:t> </a:t>
            </a:r>
            <a:r>
              <a:rPr sz="3200" b="1" dirty="0">
                <a:latin typeface="Calibri"/>
                <a:cs typeface="Calibri"/>
              </a:rPr>
              <a:t>mệnh</a:t>
            </a:r>
            <a:r>
              <a:rPr sz="3200" b="1" spc="-50" dirty="0">
                <a:latin typeface="Calibri"/>
                <a:cs typeface="Calibri"/>
              </a:rPr>
              <a:t> </a:t>
            </a:r>
            <a:r>
              <a:rPr sz="3200" b="1" dirty="0">
                <a:latin typeface="Calibri"/>
                <a:cs typeface="Calibri"/>
              </a:rPr>
              <a:t>đề</a:t>
            </a:r>
            <a:r>
              <a:rPr sz="3200" b="1" spc="-35" dirty="0">
                <a:latin typeface="Calibri"/>
                <a:cs typeface="Calibri"/>
              </a:rPr>
              <a:t> </a:t>
            </a:r>
            <a:r>
              <a:rPr sz="3200" spc="-50" dirty="0">
                <a:latin typeface="Calibri"/>
                <a:cs typeface="Calibri"/>
              </a:rPr>
              <a:t>:</a:t>
            </a:r>
            <a:endParaRPr sz="3200">
              <a:latin typeface="Calibri"/>
              <a:cs typeface="Calibri"/>
            </a:endParaRPr>
          </a:p>
          <a:p>
            <a:pPr marL="12700">
              <a:lnSpc>
                <a:spcPct val="100000"/>
              </a:lnSpc>
              <a:spcBef>
                <a:spcPts val="795"/>
              </a:spcBef>
            </a:pPr>
            <a:r>
              <a:rPr sz="3200" b="1" dirty="0">
                <a:latin typeface="Calibri"/>
                <a:cs typeface="Calibri"/>
              </a:rPr>
              <a:t>Dạng</a:t>
            </a:r>
            <a:r>
              <a:rPr sz="3200" b="1" spc="-40" dirty="0">
                <a:latin typeface="Calibri"/>
                <a:cs typeface="Calibri"/>
              </a:rPr>
              <a:t> </a:t>
            </a:r>
            <a:r>
              <a:rPr sz="3200" b="1" dirty="0">
                <a:latin typeface="Calibri"/>
                <a:cs typeface="Calibri"/>
              </a:rPr>
              <a:t>1</a:t>
            </a:r>
            <a:r>
              <a:rPr sz="3200" b="1" spc="-20" dirty="0">
                <a:latin typeface="Calibri"/>
                <a:cs typeface="Calibri"/>
              </a:rPr>
              <a:t> </a:t>
            </a:r>
            <a:r>
              <a:rPr sz="3200" b="1" dirty="0">
                <a:latin typeface="Calibri"/>
                <a:cs typeface="Calibri"/>
              </a:rPr>
              <a:t>:</a:t>
            </a:r>
            <a:r>
              <a:rPr sz="3200" b="1" spc="-15" dirty="0">
                <a:latin typeface="Calibri"/>
                <a:cs typeface="Calibri"/>
              </a:rPr>
              <a:t> </a:t>
            </a:r>
            <a:r>
              <a:rPr sz="3200" dirty="0">
                <a:latin typeface="Symbol"/>
                <a:cs typeface="Symbol"/>
              </a:rPr>
              <a:t></a:t>
            </a:r>
            <a:r>
              <a:rPr sz="3200" b="1" dirty="0">
                <a:latin typeface="Calibri"/>
                <a:cs typeface="Calibri"/>
              </a:rPr>
              <a:t>x</a:t>
            </a:r>
            <a:r>
              <a:rPr sz="3200" b="1" spc="-15" dirty="0">
                <a:latin typeface="Calibri"/>
                <a:cs typeface="Calibri"/>
              </a:rPr>
              <a:t> </a:t>
            </a:r>
            <a:r>
              <a:rPr sz="3200" dirty="0">
                <a:latin typeface="Symbol"/>
                <a:cs typeface="Symbol"/>
              </a:rPr>
              <a:t></a:t>
            </a:r>
            <a:r>
              <a:rPr sz="3200" spc="-85" dirty="0">
                <a:latin typeface="Times New Roman"/>
                <a:cs typeface="Times New Roman"/>
              </a:rPr>
              <a:t> </a:t>
            </a:r>
            <a:r>
              <a:rPr sz="3200" b="1" dirty="0">
                <a:latin typeface="Calibri"/>
                <a:cs typeface="Calibri"/>
              </a:rPr>
              <a:t>A,</a:t>
            </a:r>
            <a:r>
              <a:rPr sz="3200" b="1" spc="-15" dirty="0">
                <a:latin typeface="Calibri"/>
                <a:cs typeface="Calibri"/>
              </a:rPr>
              <a:t> </a:t>
            </a:r>
            <a:r>
              <a:rPr sz="3200" dirty="0">
                <a:latin typeface="Symbol"/>
                <a:cs typeface="Symbol"/>
              </a:rPr>
              <a:t></a:t>
            </a:r>
            <a:r>
              <a:rPr sz="3200" b="1" dirty="0">
                <a:latin typeface="Calibri"/>
                <a:cs typeface="Calibri"/>
              </a:rPr>
              <a:t>y</a:t>
            </a:r>
            <a:r>
              <a:rPr sz="3200" b="1" spc="-25" dirty="0">
                <a:latin typeface="Calibri"/>
                <a:cs typeface="Calibri"/>
              </a:rPr>
              <a:t> </a:t>
            </a:r>
            <a:r>
              <a:rPr sz="3200" dirty="0">
                <a:latin typeface="Symbol"/>
                <a:cs typeface="Symbol"/>
              </a:rPr>
              <a:t></a:t>
            </a:r>
            <a:r>
              <a:rPr sz="3200" spc="-90" dirty="0">
                <a:latin typeface="Times New Roman"/>
                <a:cs typeface="Times New Roman"/>
              </a:rPr>
              <a:t> </a:t>
            </a:r>
            <a:r>
              <a:rPr sz="3200" b="1" dirty="0">
                <a:latin typeface="Calibri"/>
                <a:cs typeface="Calibri"/>
              </a:rPr>
              <a:t>B,</a:t>
            </a:r>
            <a:r>
              <a:rPr sz="3200" b="1" spc="-15" dirty="0">
                <a:latin typeface="Calibri"/>
                <a:cs typeface="Calibri"/>
              </a:rPr>
              <a:t> </a:t>
            </a:r>
            <a:r>
              <a:rPr sz="3200" b="1" dirty="0">
                <a:latin typeface="Calibri"/>
                <a:cs typeface="Calibri"/>
              </a:rPr>
              <a:t>P(x,</a:t>
            </a:r>
            <a:r>
              <a:rPr sz="3200" b="1" spc="-15" dirty="0">
                <a:latin typeface="Calibri"/>
                <a:cs typeface="Calibri"/>
              </a:rPr>
              <a:t> </a:t>
            </a:r>
            <a:r>
              <a:rPr sz="3200" b="1" spc="-25" dirty="0">
                <a:latin typeface="Calibri"/>
                <a:cs typeface="Calibri"/>
              </a:rPr>
              <a:t>y)</a:t>
            </a:r>
            <a:endParaRPr sz="3200">
              <a:latin typeface="Calibri"/>
              <a:cs typeface="Calibri"/>
            </a:endParaRPr>
          </a:p>
          <a:p>
            <a:pPr marL="12700">
              <a:lnSpc>
                <a:spcPct val="100000"/>
              </a:lnSpc>
              <a:spcBef>
                <a:spcPts val="745"/>
              </a:spcBef>
            </a:pPr>
            <a:r>
              <a:rPr sz="3200" dirty="0">
                <a:latin typeface="Calibri"/>
                <a:cs typeface="Calibri"/>
              </a:rPr>
              <a:t>có</a:t>
            </a:r>
            <a:r>
              <a:rPr sz="3200" spc="-50" dirty="0">
                <a:latin typeface="Calibri"/>
                <a:cs typeface="Calibri"/>
              </a:rPr>
              <a:t> </a:t>
            </a:r>
            <a:r>
              <a:rPr sz="3200" dirty="0">
                <a:latin typeface="Calibri"/>
                <a:cs typeface="Calibri"/>
              </a:rPr>
              <a:t>chân</a:t>
            </a:r>
            <a:r>
              <a:rPr sz="3200" spc="-20" dirty="0">
                <a:latin typeface="Calibri"/>
                <a:cs typeface="Calibri"/>
              </a:rPr>
              <a:t> </a:t>
            </a:r>
            <a:r>
              <a:rPr sz="3200" dirty="0">
                <a:latin typeface="Calibri"/>
                <a:cs typeface="Calibri"/>
              </a:rPr>
              <a:t>trị</a:t>
            </a:r>
            <a:r>
              <a:rPr sz="3200" spc="-50" dirty="0">
                <a:latin typeface="Calibri"/>
                <a:cs typeface="Calibri"/>
              </a:rPr>
              <a:t> :</a:t>
            </a:r>
            <a:endParaRPr sz="3200">
              <a:latin typeface="Calibri"/>
              <a:cs typeface="Calibri"/>
            </a:endParaRPr>
          </a:p>
          <a:p>
            <a:pPr marL="469900" marR="6350" indent="-457834">
              <a:lnSpc>
                <a:spcPct val="99700"/>
              </a:lnSpc>
              <a:spcBef>
                <a:spcPts val="805"/>
              </a:spcBef>
              <a:buFont typeface="Calibri"/>
              <a:buChar char="-"/>
              <a:tabLst>
                <a:tab pos="469900" algn="l"/>
                <a:tab pos="5822315" algn="l"/>
              </a:tabLst>
            </a:pPr>
            <a:r>
              <a:rPr sz="3200" b="1" dirty="0">
                <a:latin typeface="Calibri"/>
                <a:cs typeface="Calibri"/>
              </a:rPr>
              <a:t>ĐÚNG</a:t>
            </a:r>
            <a:r>
              <a:rPr sz="3200" b="1" spc="-30"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Nếu</a:t>
            </a:r>
            <a:r>
              <a:rPr sz="3200" spc="-30" dirty="0">
                <a:latin typeface="Calibri"/>
                <a:cs typeface="Calibri"/>
              </a:rPr>
              <a:t> </a:t>
            </a:r>
            <a:r>
              <a:rPr sz="3200" dirty="0">
                <a:latin typeface="Calibri"/>
                <a:cs typeface="Calibri"/>
              </a:rPr>
              <a:t>thay</a:t>
            </a:r>
            <a:r>
              <a:rPr sz="3200" spc="-25" dirty="0">
                <a:latin typeface="Calibri"/>
                <a:cs typeface="Calibri"/>
              </a:rPr>
              <a:t> </a:t>
            </a:r>
            <a:r>
              <a:rPr sz="3200" dirty="0">
                <a:latin typeface="Calibri"/>
                <a:cs typeface="Calibri"/>
              </a:rPr>
              <a:t>x</a:t>
            </a:r>
            <a:r>
              <a:rPr sz="3200" spc="-20" dirty="0">
                <a:latin typeface="Calibri"/>
                <a:cs typeface="Calibri"/>
              </a:rPr>
              <a:t> </a:t>
            </a:r>
            <a:r>
              <a:rPr sz="3200" dirty="0">
                <a:latin typeface="Calibri"/>
                <a:cs typeface="Calibri"/>
              </a:rPr>
              <a:t>bằng</a:t>
            </a:r>
            <a:r>
              <a:rPr sz="3200" spc="-15" dirty="0">
                <a:latin typeface="Calibri"/>
                <a:cs typeface="Calibri"/>
              </a:rPr>
              <a:t> </a:t>
            </a:r>
            <a:r>
              <a:rPr sz="3200" dirty="0">
                <a:latin typeface="Calibri"/>
                <a:cs typeface="Calibri"/>
              </a:rPr>
              <a:t>giá</a:t>
            </a:r>
            <a:r>
              <a:rPr sz="3200" spc="-25" dirty="0">
                <a:latin typeface="Calibri"/>
                <a:cs typeface="Calibri"/>
              </a:rPr>
              <a:t> </a:t>
            </a:r>
            <a:r>
              <a:rPr sz="3200" dirty="0">
                <a:latin typeface="Calibri"/>
                <a:cs typeface="Calibri"/>
              </a:rPr>
              <a:t>trị</a:t>
            </a:r>
            <a:r>
              <a:rPr sz="3200" spc="-10" dirty="0">
                <a:latin typeface="Calibri"/>
                <a:cs typeface="Calibri"/>
              </a:rPr>
              <a:t> </a:t>
            </a:r>
            <a:r>
              <a:rPr sz="3200" b="1" dirty="0">
                <a:latin typeface="Calibri"/>
                <a:cs typeface="Calibri"/>
              </a:rPr>
              <a:t>bất</a:t>
            </a:r>
            <a:r>
              <a:rPr sz="3200" b="1" spc="-25" dirty="0">
                <a:latin typeface="Calibri"/>
                <a:cs typeface="Calibri"/>
              </a:rPr>
              <a:t> </a:t>
            </a:r>
            <a:r>
              <a:rPr sz="3200" b="1" dirty="0">
                <a:latin typeface="Calibri"/>
                <a:cs typeface="Calibri"/>
              </a:rPr>
              <a:t>kỳ</a:t>
            </a:r>
            <a:r>
              <a:rPr sz="3200" b="1" spc="-50" dirty="0">
                <a:latin typeface="Calibri"/>
                <a:cs typeface="Calibri"/>
              </a:rPr>
              <a:t> </a:t>
            </a:r>
            <a:r>
              <a:rPr sz="3200" dirty="0">
                <a:latin typeface="Calibri"/>
                <a:cs typeface="Calibri"/>
              </a:rPr>
              <a:t>a</a:t>
            </a:r>
            <a:r>
              <a:rPr sz="3200" spc="-20"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Calibri"/>
                <a:cs typeface="Calibri"/>
              </a:rPr>
              <a:t>A</a:t>
            </a:r>
            <a:r>
              <a:rPr sz="3200" spc="-25" dirty="0">
                <a:latin typeface="Calibri"/>
                <a:cs typeface="Calibri"/>
              </a:rPr>
              <a:t> </a:t>
            </a:r>
            <a:r>
              <a:rPr sz="3200" spc="-50" dirty="0">
                <a:latin typeface="Calibri"/>
                <a:cs typeface="Calibri"/>
              </a:rPr>
              <a:t>, </a:t>
            </a:r>
            <a:r>
              <a:rPr sz="3200" dirty="0">
                <a:latin typeface="Calibri"/>
                <a:cs typeface="Calibri"/>
              </a:rPr>
              <a:t>thay</a:t>
            </a:r>
            <a:r>
              <a:rPr sz="3200" spc="-25" dirty="0">
                <a:latin typeface="Calibri"/>
                <a:cs typeface="Calibri"/>
              </a:rPr>
              <a:t> </a:t>
            </a:r>
            <a:r>
              <a:rPr sz="3200" dirty="0">
                <a:latin typeface="Calibri"/>
                <a:cs typeface="Calibri"/>
              </a:rPr>
              <a:t>y</a:t>
            </a:r>
            <a:r>
              <a:rPr sz="3200" spc="-35" dirty="0">
                <a:latin typeface="Calibri"/>
                <a:cs typeface="Calibri"/>
              </a:rPr>
              <a:t> </a:t>
            </a:r>
            <a:r>
              <a:rPr sz="3200" dirty="0">
                <a:latin typeface="Calibri"/>
                <a:cs typeface="Calibri"/>
              </a:rPr>
              <a:t>bằng</a:t>
            </a:r>
            <a:r>
              <a:rPr sz="3200" spc="-20" dirty="0">
                <a:latin typeface="Calibri"/>
                <a:cs typeface="Calibri"/>
              </a:rPr>
              <a:t> </a:t>
            </a:r>
            <a:r>
              <a:rPr sz="3200" dirty="0">
                <a:latin typeface="Calibri"/>
                <a:cs typeface="Calibri"/>
              </a:rPr>
              <a:t>giá</a:t>
            </a:r>
            <a:r>
              <a:rPr sz="3200" spc="-35" dirty="0">
                <a:latin typeface="Calibri"/>
                <a:cs typeface="Calibri"/>
              </a:rPr>
              <a:t> </a:t>
            </a:r>
            <a:r>
              <a:rPr sz="3200" dirty="0">
                <a:latin typeface="Calibri"/>
                <a:cs typeface="Calibri"/>
              </a:rPr>
              <a:t>trị</a:t>
            </a:r>
            <a:r>
              <a:rPr sz="3200" spc="-30" dirty="0">
                <a:latin typeface="Calibri"/>
                <a:cs typeface="Calibri"/>
              </a:rPr>
              <a:t> </a:t>
            </a:r>
            <a:r>
              <a:rPr sz="3200" b="1" dirty="0">
                <a:latin typeface="Calibri"/>
                <a:cs typeface="Calibri"/>
              </a:rPr>
              <a:t>bất</a:t>
            </a:r>
            <a:r>
              <a:rPr sz="3200" b="1" spc="-50" dirty="0">
                <a:latin typeface="Calibri"/>
                <a:cs typeface="Calibri"/>
              </a:rPr>
              <a:t> </a:t>
            </a:r>
            <a:r>
              <a:rPr sz="3200" b="1" dirty="0">
                <a:latin typeface="Calibri"/>
                <a:cs typeface="Calibri"/>
              </a:rPr>
              <a:t>kỳ</a:t>
            </a:r>
            <a:r>
              <a:rPr sz="3200" b="1" spc="-50" dirty="0">
                <a:latin typeface="Calibri"/>
                <a:cs typeface="Calibri"/>
              </a:rPr>
              <a:t> </a:t>
            </a:r>
            <a:r>
              <a:rPr sz="3200" dirty="0">
                <a:latin typeface="Calibri"/>
                <a:cs typeface="Calibri"/>
              </a:rPr>
              <a:t>b</a:t>
            </a:r>
            <a:r>
              <a:rPr sz="3200" spc="-35" dirty="0">
                <a:latin typeface="Calibri"/>
                <a:cs typeface="Calibri"/>
              </a:rPr>
              <a:t> </a:t>
            </a:r>
            <a:r>
              <a:rPr sz="3200" dirty="0">
                <a:latin typeface="Symbol"/>
                <a:cs typeface="Symbol"/>
              </a:rPr>
              <a:t></a:t>
            </a:r>
            <a:r>
              <a:rPr sz="3200" spc="-114" dirty="0">
                <a:latin typeface="Times New Roman"/>
                <a:cs typeface="Times New Roman"/>
              </a:rPr>
              <a:t> </a:t>
            </a:r>
            <a:r>
              <a:rPr sz="3200" spc="-25" dirty="0">
                <a:latin typeface="Calibri"/>
                <a:cs typeface="Calibri"/>
              </a:rPr>
              <a:t>B,</a:t>
            </a:r>
            <a:r>
              <a:rPr sz="3200" dirty="0">
                <a:latin typeface="Calibri"/>
                <a:cs typeface="Calibri"/>
              </a:rPr>
              <a:t>	ta</a:t>
            </a:r>
            <a:r>
              <a:rPr sz="3200" spc="-30" dirty="0">
                <a:latin typeface="Calibri"/>
                <a:cs typeface="Calibri"/>
              </a:rPr>
              <a:t> </a:t>
            </a:r>
            <a:r>
              <a:rPr sz="3200" dirty="0">
                <a:latin typeface="Calibri"/>
                <a:cs typeface="Calibri"/>
              </a:rPr>
              <a:t>có</a:t>
            </a:r>
            <a:r>
              <a:rPr sz="3200" spc="-45" dirty="0">
                <a:latin typeface="Calibri"/>
                <a:cs typeface="Calibri"/>
              </a:rPr>
              <a:t> </a:t>
            </a:r>
            <a:r>
              <a:rPr sz="3200" dirty="0">
                <a:latin typeface="Calibri"/>
                <a:cs typeface="Calibri"/>
              </a:rPr>
              <a:t>P(a,</a:t>
            </a:r>
            <a:r>
              <a:rPr sz="3200" spc="-30" dirty="0">
                <a:latin typeface="Calibri"/>
                <a:cs typeface="Calibri"/>
              </a:rPr>
              <a:t> </a:t>
            </a:r>
            <a:r>
              <a:rPr sz="3200" dirty="0">
                <a:latin typeface="Calibri"/>
                <a:cs typeface="Calibri"/>
              </a:rPr>
              <a:t>b)</a:t>
            </a:r>
            <a:r>
              <a:rPr sz="3200" spc="-30" dirty="0">
                <a:latin typeface="Calibri"/>
                <a:cs typeface="Calibri"/>
              </a:rPr>
              <a:t> </a:t>
            </a:r>
            <a:r>
              <a:rPr sz="3200" spc="-25" dirty="0">
                <a:latin typeface="Calibri"/>
                <a:cs typeface="Calibri"/>
              </a:rPr>
              <a:t>có </a:t>
            </a:r>
            <a:r>
              <a:rPr sz="3200" dirty="0">
                <a:latin typeface="Calibri"/>
                <a:cs typeface="Calibri"/>
              </a:rPr>
              <a:t>chân</a:t>
            </a:r>
            <a:r>
              <a:rPr sz="3200" spc="-45" dirty="0">
                <a:latin typeface="Calibri"/>
                <a:cs typeface="Calibri"/>
              </a:rPr>
              <a:t> </a:t>
            </a:r>
            <a:r>
              <a:rPr sz="3200" dirty="0">
                <a:latin typeface="Calibri"/>
                <a:cs typeface="Calibri"/>
              </a:rPr>
              <a:t>trị</a:t>
            </a:r>
            <a:r>
              <a:rPr sz="3200" spc="-40" dirty="0">
                <a:latin typeface="Calibri"/>
                <a:cs typeface="Calibri"/>
              </a:rPr>
              <a:t> </a:t>
            </a:r>
            <a:r>
              <a:rPr sz="3200" spc="-20" dirty="0">
                <a:latin typeface="Calibri"/>
                <a:cs typeface="Calibri"/>
              </a:rPr>
              <a:t>ĐÚNG.</a:t>
            </a:r>
            <a:endParaRPr sz="3200">
              <a:latin typeface="Calibri"/>
              <a:cs typeface="Calibri"/>
            </a:endParaRPr>
          </a:p>
          <a:p>
            <a:pPr marL="469900" indent="-457200">
              <a:lnSpc>
                <a:spcPct val="100000"/>
              </a:lnSpc>
              <a:spcBef>
                <a:spcPts val="790"/>
              </a:spcBef>
              <a:buFont typeface="Calibri"/>
              <a:buChar char="-"/>
              <a:tabLst>
                <a:tab pos="469900" algn="l"/>
              </a:tabLst>
            </a:pPr>
            <a:r>
              <a:rPr sz="3200" b="1" dirty="0">
                <a:latin typeface="Calibri"/>
                <a:cs typeface="Calibri"/>
              </a:rPr>
              <a:t>SAI</a:t>
            </a:r>
            <a:r>
              <a:rPr sz="3200" b="1" spc="-35" dirty="0">
                <a:latin typeface="Calibri"/>
                <a:cs typeface="Calibri"/>
              </a:rPr>
              <a:t> </a:t>
            </a:r>
            <a:r>
              <a:rPr sz="3200" dirty="0">
                <a:latin typeface="Calibri"/>
                <a:cs typeface="Calibri"/>
              </a:rPr>
              <a:t>:</a:t>
            </a:r>
            <a:r>
              <a:rPr sz="3200" spc="-5" dirty="0">
                <a:latin typeface="Calibri"/>
                <a:cs typeface="Calibri"/>
              </a:rPr>
              <a:t> </a:t>
            </a:r>
            <a:r>
              <a:rPr sz="3200" dirty="0">
                <a:latin typeface="Calibri"/>
                <a:cs typeface="Calibri"/>
              </a:rPr>
              <a:t>Nếu</a:t>
            </a:r>
            <a:r>
              <a:rPr sz="3200" spc="-15" dirty="0">
                <a:latin typeface="Calibri"/>
                <a:cs typeface="Calibri"/>
              </a:rPr>
              <a:t> </a:t>
            </a:r>
            <a:r>
              <a:rPr sz="3200" b="1" dirty="0">
                <a:latin typeface="Calibri"/>
                <a:cs typeface="Calibri"/>
              </a:rPr>
              <a:t>có</a:t>
            </a:r>
            <a:r>
              <a:rPr sz="3200" b="1" spc="-30" dirty="0">
                <a:latin typeface="Calibri"/>
                <a:cs typeface="Calibri"/>
              </a:rPr>
              <a:t> </a:t>
            </a:r>
            <a:r>
              <a:rPr sz="3200" b="1" dirty="0">
                <a:latin typeface="Calibri"/>
                <a:cs typeface="Calibri"/>
              </a:rPr>
              <a:t>một</a:t>
            </a:r>
            <a:r>
              <a:rPr sz="3200" b="1" spc="-10" dirty="0">
                <a:latin typeface="Calibri"/>
                <a:cs typeface="Calibri"/>
              </a:rPr>
              <a:t> </a:t>
            </a:r>
            <a:r>
              <a:rPr sz="3200" dirty="0">
                <a:latin typeface="Calibri"/>
                <a:cs typeface="Calibri"/>
              </a:rPr>
              <a:t>giá</a:t>
            </a:r>
            <a:r>
              <a:rPr sz="3200" spc="-15" dirty="0">
                <a:latin typeface="Calibri"/>
                <a:cs typeface="Calibri"/>
              </a:rPr>
              <a:t> </a:t>
            </a:r>
            <a:r>
              <a:rPr sz="3200" dirty="0">
                <a:latin typeface="Calibri"/>
                <a:cs typeface="Calibri"/>
              </a:rPr>
              <a:t>trị</a:t>
            </a:r>
            <a:r>
              <a:rPr sz="3200" spc="-10" dirty="0">
                <a:latin typeface="Calibri"/>
                <a:cs typeface="Calibri"/>
              </a:rPr>
              <a:t> </a:t>
            </a:r>
            <a:r>
              <a:rPr sz="3200" dirty="0">
                <a:latin typeface="Calibri"/>
                <a:cs typeface="Calibri"/>
              </a:rPr>
              <a:t>a </a:t>
            </a:r>
            <a:r>
              <a:rPr sz="3200" dirty="0">
                <a:latin typeface="Symbol"/>
                <a:cs typeface="Symbol"/>
              </a:rPr>
              <a:t></a:t>
            </a:r>
            <a:r>
              <a:rPr sz="3200" spc="-85" dirty="0">
                <a:latin typeface="Times New Roman"/>
                <a:cs typeface="Times New Roman"/>
              </a:rPr>
              <a:t> </a:t>
            </a:r>
            <a:r>
              <a:rPr sz="3200" dirty="0">
                <a:latin typeface="Calibri"/>
                <a:cs typeface="Calibri"/>
              </a:rPr>
              <a:t>A</a:t>
            </a:r>
            <a:r>
              <a:rPr sz="3200" spc="-30" dirty="0">
                <a:latin typeface="Calibri"/>
                <a:cs typeface="Calibri"/>
              </a:rPr>
              <a:t> </a:t>
            </a:r>
            <a:r>
              <a:rPr sz="3200" dirty="0">
                <a:latin typeface="Calibri"/>
                <a:cs typeface="Calibri"/>
              </a:rPr>
              <a:t>,</a:t>
            </a:r>
            <a:r>
              <a:rPr sz="3200" spc="-10" dirty="0">
                <a:latin typeface="Calibri"/>
                <a:cs typeface="Calibri"/>
              </a:rPr>
              <a:t> </a:t>
            </a:r>
            <a:r>
              <a:rPr sz="3200" b="1" dirty="0">
                <a:latin typeface="Calibri"/>
                <a:cs typeface="Calibri"/>
              </a:rPr>
              <a:t>có</a:t>
            </a:r>
            <a:r>
              <a:rPr sz="3200" b="1" spc="-15" dirty="0">
                <a:latin typeface="Calibri"/>
                <a:cs typeface="Calibri"/>
              </a:rPr>
              <a:t> </a:t>
            </a:r>
            <a:r>
              <a:rPr sz="3200" b="1" dirty="0">
                <a:latin typeface="Calibri"/>
                <a:cs typeface="Calibri"/>
              </a:rPr>
              <a:t>một</a:t>
            </a:r>
            <a:r>
              <a:rPr sz="3200" b="1" spc="-25" dirty="0">
                <a:latin typeface="Calibri"/>
                <a:cs typeface="Calibri"/>
              </a:rPr>
              <a:t> </a:t>
            </a:r>
            <a:r>
              <a:rPr sz="3200" dirty="0">
                <a:latin typeface="Calibri"/>
                <a:cs typeface="Calibri"/>
              </a:rPr>
              <a:t>giá</a:t>
            </a:r>
            <a:r>
              <a:rPr sz="3200" spc="-10" dirty="0">
                <a:latin typeface="Calibri"/>
                <a:cs typeface="Calibri"/>
              </a:rPr>
              <a:t> </a:t>
            </a:r>
            <a:r>
              <a:rPr sz="3200" dirty="0">
                <a:latin typeface="Calibri"/>
                <a:cs typeface="Calibri"/>
              </a:rPr>
              <a:t>trị</a:t>
            </a:r>
            <a:r>
              <a:rPr sz="3200" spc="-15" dirty="0">
                <a:latin typeface="Calibri"/>
                <a:cs typeface="Calibri"/>
              </a:rPr>
              <a:t> </a:t>
            </a:r>
            <a:r>
              <a:rPr sz="3200" spc="-50" dirty="0">
                <a:latin typeface="Calibri"/>
                <a:cs typeface="Calibri"/>
              </a:rPr>
              <a:t>b</a:t>
            </a:r>
            <a:endParaRPr sz="3200">
              <a:latin typeface="Calibri"/>
              <a:cs typeface="Calibri"/>
            </a:endParaRPr>
          </a:p>
          <a:p>
            <a:pPr marL="469900">
              <a:lnSpc>
                <a:spcPct val="100000"/>
              </a:lnSpc>
            </a:pPr>
            <a:r>
              <a:rPr sz="3200" dirty="0">
                <a:latin typeface="Symbol"/>
                <a:cs typeface="Symbol"/>
              </a:rPr>
              <a:t></a:t>
            </a:r>
            <a:r>
              <a:rPr sz="3200" spc="-105" dirty="0">
                <a:latin typeface="Times New Roman"/>
                <a:cs typeface="Times New Roman"/>
              </a:rPr>
              <a:t> </a:t>
            </a:r>
            <a:r>
              <a:rPr sz="3200" dirty="0">
                <a:latin typeface="Calibri"/>
                <a:cs typeface="Calibri"/>
              </a:rPr>
              <a:t>B</a:t>
            </a:r>
            <a:r>
              <a:rPr sz="3200" spc="-30" dirty="0">
                <a:latin typeface="Calibri"/>
                <a:cs typeface="Calibri"/>
              </a:rPr>
              <a:t> </a:t>
            </a:r>
            <a:r>
              <a:rPr sz="3200" dirty="0">
                <a:latin typeface="Calibri"/>
                <a:cs typeface="Calibri"/>
              </a:rPr>
              <a:t>mà</a:t>
            </a:r>
            <a:r>
              <a:rPr sz="3200" spc="-25" dirty="0">
                <a:latin typeface="Calibri"/>
                <a:cs typeface="Calibri"/>
              </a:rPr>
              <a:t> </a:t>
            </a:r>
            <a:r>
              <a:rPr sz="3200" dirty="0">
                <a:latin typeface="Calibri"/>
                <a:cs typeface="Calibri"/>
              </a:rPr>
              <a:t>P(a,</a:t>
            </a:r>
            <a:r>
              <a:rPr sz="3200" spc="-30" dirty="0">
                <a:latin typeface="Calibri"/>
                <a:cs typeface="Calibri"/>
              </a:rPr>
              <a:t> </a:t>
            </a:r>
            <a:r>
              <a:rPr sz="3200" dirty="0">
                <a:latin typeface="Calibri"/>
                <a:cs typeface="Calibri"/>
              </a:rPr>
              <a:t>b)</a:t>
            </a:r>
            <a:r>
              <a:rPr sz="3200" spc="-15" dirty="0">
                <a:latin typeface="Calibri"/>
                <a:cs typeface="Calibri"/>
              </a:rPr>
              <a:t> </a:t>
            </a:r>
            <a:r>
              <a:rPr sz="3200" dirty="0">
                <a:latin typeface="Calibri"/>
                <a:cs typeface="Calibri"/>
              </a:rPr>
              <a:t>có</a:t>
            </a:r>
            <a:r>
              <a:rPr sz="3200" spc="-40" dirty="0">
                <a:latin typeface="Calibri"/>
                <a:cs typeface="Calibri"/>
              </a:rPr>
              <a:t> </a:t>
            </a:r>
            <a:r>
              <a:rPr sz="3200" dirty="0">
                <a:latin typeface="Calibri"/>
                <a:cs typeface="Calibri"/>
              </a:rPr>
              <a:t>chân</a:t>
            </a:r>
            <a:r>
              <a:rPr sz="3200" spc="-30" dirty="0">
                <a:latin typeface="Calibri"/>
                <a:cs typeface="Calibri"/>
              </a:rPr>
              <a:t> </a:t>
            </a:r>
            <a:r>
              <a:rPr sz="3200" dirty="0">
                <a:latin typeface="Calibri"/>
                <a:cs typeface="Calibri"/>
              </a:rPr>
              <a:t>trị</a:t>
            </a:r>
            <a:r>
              <a:rPr sz="3200" spc="-35" dirty="0">
                <a:latin typeface="Calibri"/>
                <a:cs typeface="Calibri"/>
              </a:rPr>
              <a:t> </a:t>
            </a:r>
            <a:r>
              <a:rPr sz="3200" spc="-20" dirty="0">
                <a:latin typeface="Calibri"/>
                <a:cs typeface="Calibri"/>
              </a:rPr>
              <a:t>SAI.</a:t>
            </a:r>
            <a:endParaRPr sz="3200">
              <a:latin typeface="Calibri"/>
              <a:cs typeface="Calibri"/>
            </a:endParaRPr>
          </a:p>
          <a:p>
            <a:pPr marL="469900" marR="133985" indent="-457834">
              <a:lnSpc>
                <a:spcPct val="100000"/>
              </a:lnSpc>
              <a:spcBef>
                <a:spcPts val="750"/>
              </a:spcBef>
              <a:buFont typeface="Wingdings"/>
              <a:buChar char=""/>
              <a:tabLst>
                <a:tab pos="469900" algn="l"/>
              </a:tabLst>
            </a:pPr>
            <a:r>
              <a:rPr sz="3200" dirty="0">
                <a:latin typeface="Calibri"/>
                <a:cs typeface="Calibri"/>
              </a:rPr>
              <a:t>Luôn</a:t>
            </a:r>
            <a:r>
              <a:rPr sz="3200" spc="-40" dirty="0">
                <a:latin typeface="Calibri"/>
                <a:cs typeface="Calibri"/>
              </a:rPr>
              <a:t> </a:t>
            </a:r>
            <a:r>
              <a:rPr sz="3200" dirty="0">
                <a:latin typeface="Calibri"/>
                <a:cs typeface="Calibri"/>
              </a:rPr>
              <a:t>xét</a:t>
            </a:r>
            <a:r>
              <a:rPr sz="3200" spc="-75" dirty="0">
                <a:latin typeface="Calibri"/>
                <a:cs typeface="Calibri"/>
              </a:rPr>
              <a:t> </a:t>
            </a:r>
            <a:r>
              <a:rPr sz="3200" dirty="0">
                <a:latin typeface="Calibri"/>
                <a:cs typeface="Calibri"/>
              </a:rPr>
              <a:t>các</a:t>
            </a:r>
            <a:r>
              <a:rPr sz="3200" spc="-45" dirty="0">
                <a:latin typeface="Calibri"/>
                <a:cs typeface="Calibri"/>
              </a:rPr>
              <a:t> </a:t>
            </a:r>
            <a:r>
              <a:rPr sz="3200" dirty="0">
                <a:latin typeface="Calibri"/>
                <a:cs typeface="Calibri"/>
              </a:rPr>
              <a:t>biến</a:t>
            </a:r>
            <a:r>
              <a:rPr sz="3200" spc="-65" dirty="0">
                <a:latin typeface="Calibri"/>
                <a:cs typeface="Calibri"/>
              </a:rPr>
              <a:t> </a:t>
            </a:r>
            <a:r>
              <a:rPr sz="3200" dirty="0">
                <a:latin typeface="Calibri"/>
                <a:cs typeface="Calibri"/>
              </a:rPr>
              <a:t>theo</a:t>
            </a:r>
            <a:r>
              <a:rPr sz="3200" spc="-40" dirty="0">
                <a:latin typeface="Calibri"/>
                <a:cs typeface="Calibri"/>
              </a:rPr>
              <a:t> </a:t>
            </a:r>
            <a:r>
              <a:rPr sz="3200" dirty="0">
                <a:latin typeface="Calibri"/>
                <a:cs typeface="Calibri"/>
              </a:rPr>
              <a:t>thứ</a:t>
            </a:r>
            <a:r>
              <a:rPr sz="3200" spc="-50" dirty="0">
                <a:latin typeface="Calibri"/>
                <a:cs typeface="Calibri"/>
              </a:rPr>
              <a:t> </a:t>
            </a:r>
            <a:r>
              <a:rPr sz="3200" dirty="0">
                <a:latin typeface="Calibri"/>
                <a:cs typeface="Calibri"/>
              </a:rPr>
              <a:t>tự</a:t>
            </a:r>
            <a:r>
              <a:rPr sz="3200" spc="-45" dirty="0">
                <a:latin typeface="Calibri"/>
                <a:cs typeface="Calibri"/>
              </a:rPr>
              <a:t> </a:t>
            </a:r>
            <a:r>
              <a:rPr sz="3200" dirty="0">
                <a:latin typeface="Calibri"/>
                <a:cs typeface="Calibri"/>
              </a:rPr>
              <a:t>từ</a:t>
            </a:r>
            <a:r>
              <a:rPr sz="3200" spc="-50" dirty="0">
                <a:latin typeface="Calibri"/>
                <a:cs typeface="Calibri"/>
              </a:rPr>
              <a:t> </a:t>
            </a:r>
            <a:r>
              <a:rPr sz="3200" dirty="0">
                <a:latin typeface="Calibri"/>
                <a:cs typeface="Calibri"/>
              </a:rPr>
              <a:t>trái</a:t>
            </a:r>
            <a:r>
              <a:rPr sz="3200" spc="-50" dirty="0">
                <a:latin typeface="Calibri"/>
                <a:cs typeface="Calibri"/>
              </a:rPr>
              <a:t> </a:t>
            </a:r>
            <a:r>
              <a:rPr sz="3200" dirty="0">
                <a:latin typeface="Calibri"/>
                <a:cs typeface="Calibri"/>
              </a:rPr>
              <a:t>sang</a:t>
            </a:r>
            <a:r>
              <a:rPr sz="3200" spc="-30" dirty="0">
                <a:latin typeface="Calibri"/>
                <a:cs typeface="Calibri"/>
              </a:rPr>
              <a:t> </a:t>
            </a:r>
            <a:r>
              <a:rPr sz="3200" spc="-20" dirty="0">
                <a:latin typeface="Calibri"/>
                <a:cs typeface="Calibri"/>
              </a:rPr>
              <a:t>phải </a:t>
            </a:r>
            <a:r>
              <a:rPr sz="3200" dirty="0">
                <a:latin typeface="Calibri"/>
                <a:cs typeface="Calibri"/>
              </a:rPr>
              <a:t>đối</a:t>
            </a:r>
            <a:r>
              <a:rPr sz="3200" spc="-45" dirty="0">
                <a:latin typeface="Calibri"/>
                <a:cs typeface="Calibri"/>
              </a:rPr>
              <a:t> </a:t>
            </a:r>
            <a:r>
              <a:rPr sz="3200" dirty="0">
                <a:latin typeface="Calibri"/>
                <a:cs typeface="Calibri"/>
              </a:rPr>
              <a:t>với</a:t>
            </a:r>
            <a:r>
              <a:rPr sz="3200" spc="-35" dirty="0">
                <a:latin typeface="Calibri"/>
                <a:cs typeface="Calibri"/>
              </a:rPr>
              <a:t> </a:t>
            </a:r>
            <a:r>
              <a:rPr sz="3200" dirty="0">
                <a:latin typeface="Calibri"/>
                <a:cs typeface="Calibri"/>
              </a:rPr>
              <a:t>tất</a:t>
            </a:r>
            <a:r>
              <a:rPr sz="3200" spc="-30" dirty="0">
                <a:latin typeface="Calibri"/>
                <a:cs typeface="Calibri"/>
              </a:rPr>
              <a:t> </a:t>
            </a:r>
            <a:r>
              <a:rPr sz="3200" dirty="0">
                <a:latin typeface="Calibri"/>
                <a:cs typeface="Calibri"/>
              </a:rPr>
              <a:t>cả</a:t>
            </a:r>
            <a:r>
              <a:rPr sz="3200" spc="-35" dirty="0">
                <a:latin typeface="Calibri"/>
                <a:cs typeface="Calibri"/>
              </a:rPr>
              <a:t> </a:t>
            </a:r>
            <a:r>
              <a:rPr sz="3200" dirty="0">
                <a:latin typeface="Calibri"/>
                <a:cs typeface="Calibri"/>
              </a:rPr>
              <a:t>các</a:t>
            </a:r>
            <a:r>
              <a:rPr sz="3200" spc="-45" dirty="0">
                <a:latin typeface="Calibri"/>
                <a:cs typeface="Calibri"/>
              </a:rPr>
              <a:t> </a:t>
            </a:r>
            <a:r>
              <a:rPr sz="3200" dirty="0">
                <a:latin typeface="Calibri"/>
                <a:cs typeface="Calibri"/>
              </a:rPr>
              <a:t>dạng</a:t>
            </a:r>
            <a:r>
              <a:rPr sz="3200" spc="-20" dirty="0">
                <a:latin typeface="Calibri"/>
                <a:cs typeface="Calibri"/>
              </a:rPr>
              <a:t> </a:t>
            </a:r>
            <a:r>
              <a:rPr sz="3200" dirty="0">
                <a:latin typeface="Calibri"/>
                <a:cs typeface="Calibri"/>
              </a:rPr>
              <a:t>và</a:t>
            </a:r>
            <a:r>
              <a:rPr sz="3200" spc="-35" dirty="0">
                <a:latin typeface="Calibri"/>
                <a:cs typeface="Calibri"/>
              </a:rPr>
              <a:t> </a:t>
            </a:r>
            <a:r>
              <a:rPr sz="3200" dirty="0">
                <a:latin typeface="Calibri"/>
                <a:cs typeface="Calibri"/>
              </a:rPr>
              <a:t>cho</a:t>
            </a:r>
            <a:r>
              <a:rPr sz="3200" spc="-35" dirty="0">
                <a:latin typeface="Calibri"/>
                <a:cs typeface="Calibri"/>
              </a:rPr>
              <a:t> </a:t>
            </a:r>
            <a:r>
              <a:rPr sz="3200" dirty="0">
                <a:latin typeface="Calibri"/>
                <a:cs typeface="Calibri"/>
              </a:rPr>
              <a:t>3,</a:t>
            </a:r>
            <a:r>
              <a:rPr sz="3200" spc="-35" dirty="0">
                <a:latin typeface="Calibri"/>
                <a:cs typeface="Calibri"/>
              </a:rPr>
              <a:t> </a:t>
            </a:r>
            <a:r>
              <a:rPr sz="3200" dirty="0">
                <a:latin typeface="Calibri"/>
                <a:cs typeface="Calibri"/>
              </a:rPr>
              <a:t>4,</a:t>
            </a:r>
            <a:r>
              <a:rPr sz="3200" spc="-30"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a:t>
            </a:r>
            <a:r>
              <a:rPr sz="3200" spc="-40" dirty="0">
                <a:latin typeface="Calibri"/>
                <a:cs typeface="Calibri"/>
              </a:rPr>
              <a:t> </a:t>
            </a:r>
            <a:r>
              <a:rPr sz="3200" dirty="0">
                <a:latin typeface="Calibri"/>
                <a:cs typeface="Calibri"/>
              </a:rPr>
              <a:t>.</a:t>
            </a:r>
            <a:r>
              <a:rPr sz="3200" spc="-35" dirty="0">
                <a:latin typeface="Calibri"/>
                <a:cs typeface="Calibri"/>
              </a:rPr>
              <a:t> </a:t>
            </a:r>
            <a:r>
              <a:rPr sz="3200" spc="-10" dirty="0">
                <a:latin typeface="Calibri"/>
                <a:cs typeface="Calibri"/>
              </a:rPr>
              <a:t>biến.</a:t>
            </a:r>
            <a:endParaRPr sz="3200">
              <a:latin typeface="Calibri"/>
              <a:cs typeface="Calibri"/>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45440" y="141262"/>
            <a:ext cx="8239125" cy="3827779"/>
          </a:xfrm>
          <a:prstGeom prst="rect">
            <a:avLst/>
          </a:prstGeom>
        </p:spPr>
        <p:txBody>
          <a:bodyPr vert="horz" wrap="square" lIns="0" tIns="12700" rIns="0" bIns="0" rtlCol="0">
            <a:spAutoFit/>
          </a:bodyPr>
          <a:lstStyle/>
          <a:p>
            <a:pPr marL="50800" marR="2338705">
              <a:lnSpc>
                <a:spcPct val="120100"/>
              </a:lnSpc>
              <a:spcBef>
                <a:spcPts val="100"/>
              </a:spcBef>
              <a:tabLst>
                <a:tab pos="1511935" algn="l"/>
              </a:tabLst>
            </a:pPr>
            <a:r>
              <a:rPr sz="3200" b="1" dirty="0">
                <a:latin typeface="Calibri"/>
                <a:cs typeface="Calibri"/>
              </a:rPr>
              <a:t>Ví</a:t>
            </a:r>
            <a:r>
              <a:rPr sz="3200" b="1" spc="-15" dirty="0">
                <a:latin typeface="Calibri"/>
                <a:cs typeface="Calibri"/>
              </a:rPr>
              <a:t> </a:t>
            </a:r>
            <a:r>
              <a:rPr sz="3200" b="1" dirty="0">
                <a:latin typeface="Calibri"/>
                <a:cs typeface="Calibri"/>
              </a:rPr>
              <a:t>dụ</a:t>
            </a:r>
            <a:r>
              <a:rPr sz="3200" b="1" spc="-15" dirty="0">
                <a:latin typeface="Calibri"/>
                <a:cs typeface="Calibri"/>
              </a:rPr>
              <a:t> </a:t>
            </a:r>
            <a:r>
              <a:rPr sz="3200" b="1" spc="-25" dirty="0">
                <a:latin typeface="Calibri"/>
                <a:cs typeface="Calibri"/>
              </a:rPr>
              <a:t>1:</a:t>
            </a:r>
            <a:r>
              <a:rPr sz="3200" b="1" dirty="0">
                <a:latin typeface="Calibri"/>
                <a:cs typeface="Calibri"/>
              </a:rPr>
              <a:t>	</a:t>
            </a:r>
            <a:r>
              <a:rPr sz="3200" dirty="0">
                <a:latin typeface="Symbol"/>
                <a:cs typeface="Symbol"/>
              </a:rPr>
              <a:t></a:t>
            </a:r>
            <a:r>
              <a:rPr sz="3200" dirty="0">
                <a:latin typeface="Calibri"/>
                <a:cs typeface="Calibri"/>
              </a:rPr>
              <a:t>x </a:t>
            </a:r>
            <a:r>
              <a:rPr sz="3200" dirty="0">
                <a:latin typeface="Symbol"/>
                <a:cs typeface="Symbol"/>
              </a:rPr>
              <a:t></a:t>
            </a:r>
            <a:r>
              <a:rPr sz="3200" spc="-85" dirty="0">
                <a:latin typeface="Times New Roman"/>
                <a:cs typeface="Times New Roman"/>
              </a:rPr>
              <a:t> </a:t>
            </a:r>
            <a:r>
              <a:rPr sz="3200" dirty="0">
                <a:latin typeface="Calibri"/>
                <a:cs typeface="Calibri"/>
              </a:rPr>
              <a:t>Z,</a:t>
            </a:r>
            <a:r>
              <a:rPr sz="3200" spc="-15" dirty="0">
                <a:latin typeface="Calibri"/>
                <a:cs typeface="Calibri"/>
              </a:rPr>
              <a:t> </a:t>
            </a:r>
            <a:r>
              <a:rPr sz="3200" dirty="0">
                <a:latin typeface="Symbol"/>
                <a:cs typeface="Symbol"/>
              </a:rPr>
              <a:t></a:t>
            </a:r>
            <a:r>
              <a:rPr sz="3200" dirty="0">
                <a:latin typeface="Calibri"/>
                <a:cs typeface="Calibri"/>
              </a:rPr>
              <a:t>y</a:t>
            </a:r>
            <a:r>
              <a:rPr sz="3200" spc="-5" dirty="0">
                <a:latin typeface="Calibri"/>
                <a:cs typeface="Calibri"/>
              </a:rPr>
              <a:t> </a:t>
            </a:r>
            <a:r>
              <a:rPr sz="3200" dirty="0">
                <a:latin typeface="Symbol"/>
                <a:cs typeface="Symbol"/>
              </a:rPr>
              <a:t></a:t>
            </a:r>
            <a:r>
              <a:rPr sz="3200" spc="-85" dirty="0">
                <a:latin typeface="Times New Roman"/>
                <a:cs typeface="Times New Roman"/>
              </a:rPr>
              <a:t> </a:t>
            </a:r>
            <a:r>
              <a:rPr sz="3200" dirty="0">
                <a:latin typeface="Calibri"/>
                <a:cs typeface="Calibri"/>
              </a:rPr>
              <a:t>Z,</a:t>
            </a:r>
            <a:r>
              <a:rPr sz="3200" spc="-10" dirty="0">
                <a:latin typeface="Calibri"/>
                <a:cs typeface="Calibri"/>
              </a:rPr>
              <a:t> </a:t>
            </a:r>
            <a:r>
              <a:rPr sz="3200" dirty="0">
                <a:latin typeface="Calibri"/>
                <a:cs typeface="Calibri"/>
              </a:rPr>
              <a:t>x</a:t>
            </a:r>
            <a:r>
              <a:rPr sz="3150" baseline="25132" dirty="0">
                <a:latin typeface="Calibri"/>
                <a:cs typeface="Calibri"/>
              </a:rPr>
              <a:t>2</a:t>
            </a:r>
            <a:r>
              <a:rPr sz="3150" spc="359" baseline="25132" dirty="0">
                <a:latin typeface="Calibri"/>
                <a:cs typeface="Calibri"/>
              </a:rPr>
              <a:t> </a:t>
            </a:r>
            <a:r>
              <a:rPr sz="3200" dirty="0">
                <a:latin typeface="Calibri"/>
                <a:cs typeface="Calibri"/>
              </a:rPr>
              <a:t>+</a:t>
            </a:r>
            <a:r>
              <a:rPr sz="3200" spc="-10" dirty="0">
                <a:latin typeface="Calibri"/>
                <a:cs typeface="Calibri"/>
              </a:rPr>
              <a:t> </a:t>
            </a:r>
            <a:r>
              <a:rPr sz="3200" dirty="0">
                <a:latin typeface="Calibri"/>
                <a:cs typeface="Calibri"/>
              </a:rPr>
              <a:t>y</a:t>
            </a:r>
            <a:r>
              <a:rPr sz="3150" baseline="25132" dirty="0">
                <a:latin typeface="Calibri"/>
                <a:cs typeface="Calibri"/>
              </a:rPr>
              <a:t>2</a:t>
            </a:r>
            <a:r>
              <a:rPr sz="3150" spc="345" baseline="25132" dirty="0">
                <a:latin typeface="Calibri"/>
                <a:cs typeface="Calibri"/>
              </a:rPr>
              <a:t> </a:t>
            </a:r>
            <a:r>
              <a:rPr sz="3200" dirty="0">
                <a:latin typeface="Calibri"/>
                <a:cs typeface="Calibri"/>
              </a:rPr>
              <a:t>≥</a:t>
            </a:r>
            <a:r>
              <a:rPr sz="3200" spc="-10" dirty="0">
                <a:latin typeface="Calibri"/>
                <a:cs typeface="Calibri"/>
              </a:rPr>
              <a:t> </a:t>
            </a:r>
            <a:r>
              <a:rPr sz="3200" spc="-25" dirty="0">
                <a:latin typeface="Calibri"/>
                <a:cs typeface="Calibri"/>
              </a:rPr>
              <a:t>0. </a:t>
            </a:r>
            <a:r>
              <a:rPr sz="3200" spc="-95" dirty="0">
                <a:latin typeface="Calibri"/>
                <a:cs typeface="Calibri"/>
              </a:rPr>
              <a:t>Ta</a:t>
            </a:r>
            <a:r>
              <a:rPr sz="3200" spc="-15" dirty="0">
                <a:latin typeface="Calibri"/>
                <a:cs typeface="Calibri"/>
              </a:rPr>
              <a:t> </a:t>
            </a:r>
            <a:r>
              <a:rPr sz="3200" dirty="0">
                <a:latin typeface="Calibri"/>
                <a:cs typeface="Calibri"/>
              </a:rPr>
              <a:t>có</a:t>
            </a:r>
            <a:r>
              <a:rPr sz="3200" spc="-40" dirty="0">
                <a:latin typeface="Calibri"/>
                <a:cs typeface="Calibri"/>
              </a:rPr>
              <a:t> </a:t>
            </a:r>
            <a:r>
              <a:rPr sz="3200" dirty="0">
                <a:latin typeface="Calibri"/>
                <a:cs typeface="Calibri"/>
              </a:rPr>
              <a:t>P(x,</a:t>
            </a:r>
            <a:r>
              <a:rPr sz="3200" spc="-25" dirty="0">
                <a:latin typeface="Calibri"/>
                <a:cs typeface="Calibri"/>
              </a:rPr>
              <a:t> </a:t>
            </a:r>
            <a:r>
              <a:rPr sz="3200" dirty="0">
                <a:latin typeface="Calibri"/>
                <a:cs typeface="Calibri"/>
              </a:rPr>
              <a:t>y)</a:t>
            </a:r>
            <a:r>
              <a:rPr sz="3200" spc="-25"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“x</a:t>
            </a:r>
            <a:r>
              <a:rPr sz="3150" baseline="25132" dirty="0">
                <a:latin typeface="Calibri"/>
                <a:cs typeface="Calibri"/>
              </a:rPr>
              <a:t>2</a:t>
            </a:r>
            <a:r>
              <a:rPr sz="3150" spc="330" baseline="25132"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y</a:t>
            </a:r>
            <a:r>
              <a:rPr sz="3150" baseline="25132" dirty="0">
                <a:latin typeface="Calibri"/>
                <a:cs typeface="Calibri"/>
              </a:rPr>
              <a:t>2</a:t>
            </a:r>
            <a:r>
              <a:rPr sz="3150" spc="-7" baseline="25132" dirty="0">
                <a:latin typeface="Calibri"/>
                <a:cs typeface="Calibri"/>
              </a:rPr>
              <a:t> </a:t>
            </a:r>
            <a:r>
              <a:rPr sz="3200" dirty="0">
                <a:latin typeface="Calibri"/>
                <a:cs typeface="Calibri"/>
              </a:rPr>
              <a:t>≥</a:t>
            </a:r>
            <a:r>
              <a:rPr sz="3200" spc="-25" dirty="0">
                <a:latin typeface="Calibri"/>
                <a:cs typeface="Calibri"/>
              </a:rPr>
              <a:t> </a:t>
            </a:r>
            <a:r>
              <a:rPr sz="3200" spc="-85" dirty="0">
                <a:latin typeface="Calibri"/>
                <a:cs typeface="Calibri"/>
              </a:rPr>
              <a:t>0”,</a:t>
            </a:r>
            <a:r>
              <a:rPr sz="3200" spc="-25" dirty="0">
                <a:latin typeface="Calibri"/>
                <a:cs typeface="Calibri"/>
              </a:rPr>
              <a:t> </a:t>
            </a:r>
            <a:r>
              <a:rPr sz="3200" dirty="0">
                <a:latin typeface="Calibri"/>
                <a:cs typeface="Calibri"/>
              </a:rPr>
              <a:t>x,</a:t>
            </a:r>
            <a:r>
              <a:rPr sz="3200" spc="-25" dirty="0">
                <a:latin typeface="Calibri"/>
                <a:cs typeface="Calibri"/>
              </a:rPr>
              <a:t> </a:t>
            </a:r>
            <a:r>
              <a:rPr sz="3200" dirty="0">
                <a:latin typeface="Calibri"/>
                <a:cs typeface="Calibri"/>
              </a:rPr>
              <a:t>y</a:t>
            </a:r>
            <a:r>
              <a:rPr sz="3200" spc="-20" dirty="0">
                <a:latin typeface="Calibri"/>
                <a:cs typeface="Calibri"/>
              </a:rPr>
              <a:t> </a:t>
            </a:r>
            <a:r>
              <a:rPr sz="3200" dirty="0">
                <a:latin typeface="Symbol"/>
                <a:cs typeface="Symbol"/>
              </a:rPr>
              <a:t></a:t>
            </a:r>
            <a:r>
              <a:rPr sz="3200" spc="-100" dirty="0">
                <a:latin typeface="Times New Roman"/>
                <a:cs typeface="Times New Roman"/>
              </a:rPr>
              <a:t> </a:t>
            </a:r>
            <a:r>
              <a:rPr sz="3200" spc="-25" dirty="0">
                <a:latin typeface="Calibri"/>
                <a:cs typeface="Calibri"/>
              </a:rPr>
              <a:t>Z.</a:t>
            </a:r>
            <a:endParaRPr sz="3200">
              <a:latin typeface="Calibri"/>
              <a:cs typeface="Calibri"/>
            </a:endParaRPr>
          </a:p>
          <a:p>
            <a:pPr>
              <a:lnSpc>
                <a:spcPct val="100000"/>
              </a:lnSpc>
              <a:spcBef>
                <a:spcPts val="1445"/>
              </a:spcBef>
            </a:pPr>
            <a:endParaRPr sz="3200">
              <a:latin typeface="Calibri"/>
              <a:cs typeface="Calibri"/>
            </a:endParaRPr>
          </a:p>
          <a:p>
            <a:pPr marL="50800" marR="43180">
              <a:lnSpc>
                <a:spcPct val="100000"/>
              </a:lnSpc>
              <a:tabLst>
                <a:tab pos="6290945" algn="l"/>
              </a:tabLst>
            </a:pPr>
            <a:r>
              <a:rPr sz="3200" dirty="0">
                <a:latin typeface="Calibri"/>
                <a:cs typeface="Calibri"/>
              </a:rPr>
              <a:t>Lượng</a:t>
            </a:r>
            <a:r>
              <a:rPr sz="3200" spc="-30" dirty="0">
                <a:latin typeface="Calibri"/>
                <a:cs typeface="Calibri"/>
              </a:rPr>
              <a:t> </a:t>
            </a:r>
            <a:r>
              <a:rPr sz="3200" dirty="0">
                <a:latin typeface="Calibri"/>
                <a:cs typeface="Calibri"/>
              </a:rPr>
              <a:t>từ</a:t>
            </a:r>
            <a:r>
              <a:rPr sz="3200" spc="-25" dirty="0">
                <a:latin typeface="Calibri"/>
                <a:cs typeface="Calibri"/>
              </a:rPr>
              <a:t> </a:t>
            </a:r>
            <a:r>
              <a:rPr sz="3200" dirty="0">
                <a:latin typeface="Calibri"/>
                <a:cs typeface="Calibri"/>
              </a:rPr>
              <a:t>đã</a:t>
            </a:r>
            <a:r>
              <a:rPr sz="3200" spc="-25" dirty="0">
                <a:latin typeface="Calibri"/>
                <a:cs typeface="Calibri"/>
              </a:rPr>
              <a:t> </a:t>
            </a:r>
            <a:r>
              <a:rPr sz="3200" dirty="0">
                <a:latin typeface="Calibri"/>
                <a:cs typeface="Calibri"/>
              </a:rPr>
              <a:t>cho</a:t>
            </a:r>
            <a:r>
              <a:rPr sz="3200" spc="-30" dirty="0">
                <a:latin typeface="Calibri"/>
                <a:cs typeface="Calibri"/>
              </a:rPr>
              <a:t> </a:t>
            </a:r>
            <a:r>
              <a:rPr sz="3200" dirty="0">
                <a:latin typeface="Calibri"/>
                <a:cs typeface="Calibri"/>
              </a:rPr>
              <a:t>có</a:t>
            </a:r>
            <a:r>
              <a:rPr sz="3200" spc="-30" dirty="0">
                <a:latin typeface="Calibri"/>
                <a:cs typeface="Calibri"/>
              </a:rPr>
              <a:t> </a:t>
            </a:r>
            <a:r>
              <a:rPr sz="3200" dirty="0">
                <a:latin typeface="Calibri"/>
                <a:cs typeface="Calibri"/>
              </a:rPr>
              <a:t>chân</a:t>
            </a:r>
            <a:r>
              <a:rPr sz="3200" spc="-30" dirty="0">
                <a:latin typeface="Calibri"/>
                <a:cs typeface="Calibri"/>
              </a:rPr>
              <a:t> </a:t>
            </a:r>
            <a:r>
              <a:rPr sz="3200" dirty="0">
                <a:latin typeface="Calibri"/>
                <a:cs typeface="Calibri"/>
              </a:rPr>
              <a:t>trị</a:t>
            </a:r>
            <a:r>
              <a:rPr sz="3200" spc="-20" dirty="0">
                <a:latin typeface="Calibri"/>
                <a:cs typeface="Calibri"/>
              </a:rPr>
              <a:t> </a:t>
            </a:r>
            <a:r>
              <a:rPr sz="3200" dirty="0">
                <a:latin typeface="Calibri"/>
                <a:cs typeface="Calibri"/>
              </a:rPr>
              <a:t>ĐÚNG</a:t>
            </a:r>
            <a:r>
              <a:rPr sz="3200" spc="-40" dirty="0">
                <a:latin typeface="Calibri"/>
                <a:cs typeface="Calibri"/>
              </a:rPr>
              <a:t> </a:t>
            </a:r>
            <a:r>
              <a:rPr sz="3200" spc="-25" dirty="0">
                <a:latin typeface="Calibri"/>
                <a:cs typeface="Calibri"/>
              </a:rPr>
              <a:t>vì</a:t>
            </a:r>
            <a:r>
              <a:rPr sz="3200" dirty="0">
                <a:latin typeface="Calibri"/>
                <a:cs typeface="Calibri"/>
              </a:rPr>
              <a:t>	</a:t>
            </a:r>
            <a:r>
              <a:rPr sz="3200" dirty="0">
                <a:solidFill>
                  <a:srgbClr val="FF0000"/>
                </a:solidFill>
                <a:latin typeface="Calibri"/>
                <a:cs typeface="Calibri"/>
              </a:rPr>
              <a:t>thay</a:t>
            </a:r>
            <a:r>
              <a:rPr sz="3200" spc="-60" dirty="0">
                <a:solidFill>
                  <a:srgbClr val="FF0000"/>
                </a:solidFill>
                <a:latin typeface="Calibri"/>
                <a:cs typeface="Calibri"/>
              </a:rPr>
              <a:t> </a:t>
            </a:r>
            <a:r>
              <a:rPr sz="3200" dirty="0">
                <a:solidFill>
                  <a:srgbClr val="FF0000"/>
                </a:solidFill>
                <a:latin typeface="Calibri"/>
                <a:cs typeface="Calibri"/>
              </a:rPr>
              <a:t>x</a:t>
            </a:r>
            <a:r>
              <a:rPr sz="3200" spc="-50" dirty="0">
                <a:solidFill>
                  <a:srgbClr val="FF0000"/>
                </a:solidFill>
                <a:latin typeface="Calibri"/>
                <a:cs typeface="Calibri"/>
              </a:rPr>
              <a:t> </a:t>
            </a:r>
            <a:r>
              <a:rPr sz="3200" spc="-20" dirty="0">
                <a:solidFill>
                  <a:srgbClr val="FF0000"/>
                </a:solidFill>
                <a:latin typeface="Calibri"/>
                <a:cs typeface="Calibri"/>
              </a:rPr>
              <a:t>bằng </a:t>
            </a:r>
            <a:r>
              <a:rPr sz="3200" dirty="0">
                <a:solidFill>
                  <a:srgbClr val="FF0000"/>
                </a:solidFill>
                <a:latin typeface="Calibri"/>
                <a:cs typeface="Calibri"/>
              </a:rPr>
              <a:t>giá</a:t>
            </a:r>
            <a:r>
              <a:rPr sz="3200" spc="-25" dirty="0">
                <a:solidFill>
                  <a:srgbClr val="FF0000"/>
                </a:solidFill>
                <a:latin typeface="Calibri"/>
                <a:cs typeface="Calibri"/>
              </a:rPr>
              <a:t> </a:t>
            </a:r>
            <a:r>
              <a:rPr sz="3200" dirty="0">
                <a:solidFill>
                  <a:srgbClr val="FF0000"/>
                </a:solidFill>
                <a:latin typeface="Calibri"/>
                <a:cs typeface="Calibri"/>
              </a:rPr>
              <a:t>trị</a:t>
            </a:r>
            <a:r>
              <a:rPr sz="3200" spc="-20" dirty="0">
                <a:solidFill>
                  <a:srgbClr val="FF0000"/>
                </a:solidFill>
                <a:latin typeface="Calibri"/>
                <a:cs typeface="Calibri"/>
              </a:rPr>
              <a:t> </a:t>
            </a:r>
            <a:r>
              <a:rPr sz="3200" b="1" dirty="0">
                <a:solidFill>
                  <a:srgbClr val="FF0000"/>
                </a:solidFill>
                <a:latin typeface="Calibri"/>
                <a:cs typeface="Calibri"/>
              </a:rPr>
              <a:t>bất</a:t>
            </a:r>
            <a:r>
              <a:rPr sz="3200" b="1" spc="-40" dirty="0">
                <a:solidFill>
                  <a:srgbClr val="FF0000"/>
                </a:solidFill>
                <a:latin typeface="Calibri"/>
                <a:cs typeface="Calibri"/>
              </a:rPr>
              <a:t> </a:t>
            </a:r>
            <a:r>
              <a:rPr sz="3200" b="1" dirty="0">
                <a:solidFill>
                  <a:srgbClr val="FF0000"/>
                </a:solidFill>
                <a:latin typeface="Calibri"/>
                <a:cs typeface="Calibri"/>
              </a:rPr>
              <a:t>kỳ</a:t>
            </a:r>
            <a:r>
              <a:rPr sz="3200" b="1" spc="-35" dirty="0">
                <a:solidFill>
                  <a:srgbClr val="FF0000"/>
                </a:solidFill>
                <a:latin typeface="Calibri"/>
                <a:cs typeface="Calibri"/>
              </a:rPr>
              <a:t> </a:t>
            </a:r>
            <a:r>
              <a:rPr sz="3200" dirty="0">
                <a:solidFill>
                  <a:srgbClr val="FF0000"/>
                </a:solidFill>
                <a:latin typeface="Calibri"/>
                <a:cs typeface="Calibri"/>
              </a:rPr>
              <a:t>a</a:t>
            </a:r>
            <a:r>
              <a:rPr sz="3200" spc="-20" dirty="0">
                <a:solidFill>
                  <a:srgbClr val="FF0000"/>
                </a:solidFill>
                <a:latin typeface="Calibri"/>
                <a:cs typeface="Calibri"/>
              </a:rPr>
              <a:t> </a:t>
            </a:r>
            <a:r>
              <a:rPr sz="3200" dirty="0">
                <a:solidFill>
                  <a:srgbClr val="FF0000"/>
                </a:solidFill>
                <a:latin typeface="Symbol"/>
                <a:cs typeface="Symbol"/>
              </a:rPr>
              <a:t></a:t>
            </a:r>
            <a:r>
              <a:rPr sz="3200" spc="-100" dirty="0">
                <a:solidFill>
                  <a:srgbClr val="FF0000"/>
                </a:solidFill>
                <a:latin typeface="Times New Roman"/>
                <a:cs typeface="Times New Roman"/>
              </a:rPr>
              <a:t> </a:t>
            </a:r>
            <a:r>
              <a:rPr sz="3200" dirty="0">
                <a:solidFill>
                  <a:srgbClr val="FF0000"/>
                </a:solidFill>
                <a:latin typeface="Calibri"/>
                <a:cs typeface="Calibri"/>
              </a:rPr>
              <a:t>Z</a:t>
            </a:r>
            <a:r>
              <a:rPr sz="3200" spc="-30" dirty="0">
                <a:solidFill>
                  <a:srgbClr val="FF0000"/>
                </a:solidFill>
                <a:latin typeface="Calibri"/>
                <a:cs typeface="Calibri"/>
              </a:rPr>
              <a:t> </a:t>
            </a:r>
            <a:r>
              <a:rPr sz="3200" dirty="0">
                <a:latin typeface="Calibri"/>
                <a:cs typeface="Calibri"/>
              </a:rPr>
              <a:t>,</a:t>
            </a:r>
            <a:r>
              <a:rPr sz="3200" spc="-15" dirty="0">
                <a:latin typeface="Calibri"/>
                <a:cs typeface="Calibri"/>
              </a:rPr>
              <a:t> </a:t>
            </a:r>
            <a:r>
              <a:rPr sz="3200" dirty="0">
                <a:solidFill>
                  <a:srgbClr val="FF0000"/>
                </a:solidFill>
                <a:latin typeface="Calibri"/>
                <a:cs typeface="Calibri"/>
              </a:rPr>
              <a:t>thay</a:t>
            </a:r>
            <a:r>
              <a:rPr sz="3200" spc="-25" dirty="0">
                <a:solidFill>
                  <a:srgbClr val="FF0000"/>
                </a:solidFill>
                <a:latin typeface="Calibri"/>
                <a:cs typeface="Calibri"/>
              </a:rPr>
              <a:t> </a:t>
            </a:r>
            <a:r>
              <a:rPr sz="3200" dirty="0">
                <a:solidFill>
                  <a:srgbClr val="FF0000"/>
                </a:solidFill>
                <a:latin typeface="Calibri"/>
                <a:cs typeface="Calibri"/>
              </a:rPr>
              <a:t>y</a:t>
            </a:r>
            <a:r>
              <a:rPr sz="3200" spc="-25" dirty="0">
                <a:solidFill>
                  <a:srgbClr val="FF0000"/>
                </a:solidFill>
                <a:latin typeface="Calibri"/>
                <a:cs typeface="Calibri"/>
              </a:rPr>
              <a:t> </a:t>
            </a:r>
            <a:r>
              <a:rPr sz="3200" dirty="0">
                <a:solidFill>
                  <a:srgbClr val="FF0000"/>
                </a:solidFill>
                <a:latin typeface="Calibri"/>
                <a:cs typeface="Calibri"/>
              </a:rPr>
              <a:t>bằng</a:t>
            </a:r>
            <a:r>
              <a:rPr sz="3200" spc="-5" dirty="0">
                <a:solidFill>
                  <a:srgbClr val="FF0000"/>
                </a:solidFill>
                <a:latin typeface="Calibri"/>
                <a:cs typeface="Calibri"/>
              </a:rPr>
              <a:t> </a:t>
            </a:r>
            <a:r>
              <a:rPr sz="3200" dirty="0">
                <a:solidFill>
                  <a:srgbClr val="FF0000"/>
                </a:solidFill>
                <a:latin typeface="Calibri"/>
                <a:cs typeface="Calibri"/>
              </a:rPr>
              <a:t>giá</a:t>
            </a:r>
            <a:r>
              <a:rPr sz="3200" spc="-25" dirty="0">
                <a:solidFill>
                  <a:srgbClr val="FF0000"/>
                </a:solidFill>
                <a:latin typeface="Calibri"/>
                <a:cs typeface="Calibri"/>
              </a:rPr>
              <a:t> </a:t>
            </a:r>
            <a:r>
              <a:rPr sz="3200" dirty="0">
                <a:solidFill>
                  <a:srgbClr val="FF0000"/>
                </a:solidFill>
                <a:latin typeface="Calibri"/>
                <a:cs typeface="Calibri"/>
              </a:rPr>
              <a:t>trị</a:t>
            </a:r>
            <a:r>
              <a:rPr sz="3200" spc="-20" dirty="0">
                <a:solidFill>
                  <a:srgbClr val="FF0000"/>
                </a:solidFill>
                <a:latin typeface="Calibri"/>
                <a:cs typeface="Calibri"/>
              </a:rPr>
              <a:t> </a:t>
            </a:r>
            <a:r>
              <a:rPr sz="3200" b="1" dirty="0">
                <a:solidFill>
                  <a:srgbClr val="FF0000"/>
                </a:solidFill>
                <a:latin typeface="Calibri"/>
                <a:cs typeface="Calibri"/>
              </a:rPr>
              <a:t>bất</a:t>
            </a:r>
            <a:r>
              <a:rPr sz="3200" b="1" spc="-40" dirty="0">
                <a:solidFill>
                  <a:srgbClr val="FF0000"/>
                </a:solidFill>
                <a:latin typeface="Calibri"/>
                <a:cs typeface="Calibri"/>
              </a:rPr>
              <a:t> </a:t>
            </a:r>
            <a:r>
              <a:rPr sz="3200" b="1" dirty="0">
                <a:solidFill>
                  <a:srgbClr val="FF0000"/>
                </a:solidFill>
                <a:latin typeface="Calibri"/>
                <a:cs typeface="Calibri"/>
              </a:rPr>
              <a:t>kỳ</a:t>
            </a:r>
            <a:r>
              <a:rPr sz="3200" b="1" spc="-25" dirty="0">
                <a:solidFill>
                  <a:srgbClr val="FF0000"/>
                </a:solidFill>
                <a:latin typeface="Calibri"/>
                <a:cs typeface="Calibri"/>
              </a:rPr>
              <a:t> </a:t>
            </a:r>
            <a:r>
              <a:rPr sz="3200" dirty="0">
                <a:solidFill>
                  <a:srgbClr val="FF0000"/>
                </a:solidFill>
                <a:latin typeface="Calibri"/>
                <a:cs typeface="Calibri"/>
              </a:rPr>
              <a:t>b</a:t>
            </a:r>
            <a:r>
              <a:rPr sz="3200" spc="-20" dirty="0">
                <a:solidFill>
                  <a:srgbClr val="FF0000"/>
                </a:solidFill>
                <a:latin typeface="Calibri"/>
                <a:cs typeface="Calibri"/>
              </a:rPr>
              <a:t> </a:t>
            </a:r>
            <a:r>
              <a:rPr sz="3200" spc="-50" dirty="0">
                <a:solidFill>
                  <a:srgbClr val="FF0000"/>
                </a:solidFill>
                <a:latin typeface="Symbol"/>
                <a:cs typeface="Symbol"/>
              </a:rPr>
              <a:t></a:t>
            </a:r>
            <a:r>
              <a:rPr sz="3200" spc="-50" dirty="0">
                <a:solidFill>
                  <a:srgbClr val="FF0000"/>
                </a:solidFill>
                <a:latin typeface="Times New Roman"/>
                <a:cs typeface="Times New Roman"/>
              </a:rPr>
              <a:t> </a:t>
            </a:r>
            <a:r>
              <a:rPr sz="3200" dirty="0">
                <a:solidFill>
                  <a:srgbClr val="FF0000"/>
                </a:solidFill>
                <a:latin typeface="Calibri"/>
                <a:cs typeface="Calibri"/>
              </a:rPr>
              <a:t>Z</a:t>
            </a:r>
            <a:r>
              <a:rPr sz="3200" spc="-35" dirty="0">
                <a:solidFill>
                  <a:srgbClr val="FF0000"/>
                </a:solidFill>
                <a:latin typeface="Calibri"/>
                <a:cs typeface="Calibri"/>
              </a:rPr>
              <a:t> </a:t>
            </a:r>
            <a:r>
              <a:rPr sz="3200" dirty="0">
                <a:latin typeface="Calibri"/>
                <a:cs typeface="Calibri"/>
              </a:rPr>
              <a:t>ta</a:t>
            </a:r>
            <a:r>
              <a:rPr sz="3200" spc="-25" dirty="0">
                <a:latin typeface="Calibri"/>
                <a:cs typeface="Calibri"/>
              </a:rPr>
              <a:t> </a:t>
            </a:r>
            <a:r>
              <a:rPr sz="3200" dirty="0">
                <a:latin typeface="Calibri"/>
                <a:cs typeface="Calibri"/>
              </a:rPr>
              <a:t>có</a:t>
            </a:r>
            <a:r>
              <a:rPr sz="3200" spc="-35" dirty="0">
                <a:latin typeface="Calibri"/>
                <a:cs typeface="Calibri"/>
              </a:rPr>
              <a:t> </a:t>
            </a:r>
            <a:r>
              <a:rPr sz="3200" dirty="0">
                <a:solidFill>
                  <a:srgbClr val="FF0000"/>
                </a:solidFill>
                <a:latin typeface="Calibri"/>
                <a:cs typeface="Calibri"/>
              </a:rPr>
              <a:t>a</a:t>
            </a:r>
            <a:r>
              <a:rPr sz="3150" baseline="25132" dirty="0">
                <a:solidFill>
                  <a:srgbClr val="FF0000"/>
                </a:solidFill>
                <a:latin typeface="Calibri"/>
                <a:cs typeface="Calibri"/>
              </a:rPr>
              <a:t>2</a:t>
            </a:r>
            <a:r>
              <a:rPr sz="3150" spc="337" baseline="25132" dirty="0">
                <a:solidFill>
                  <a:srgbClr val="FF0000"/>
                </a:solidFill>
                <a:latin typeface="Calibri"/>
                <a:cs typeface="Calibri"/>
              </a:rPr>
              <a:t> </a:t>
            </a:r>
            <a:r>
              <a:rPr sz="3200" dirty="0">
                <a:solidFill>
                  <a:srgbClr val="FF0000"/>
                </a:solidFill>
                <a:latin typeface="Calibri"/>
                <a:cs typeface="Calibri"/>
              </a:rPr>
              <a:t>+b</a:t>
            </a:r>
            <a:r>
              <a:rPr sz="3150" baseline="25132" dirty="0">
                <a:solidFill>
                  <a:srgbClr val="FF0000"/>
                </a:solidFill>
                <a:latin typeface="Calibri"/>
                <a:cs typeface="Calibri"/>
              </a:rPr>
              <a:t>2</a:t>
            </a:r>
            <a:r>
              <a:rPr sz="3150" spc="7" baseline="25132" dirty="0">
                <a:solidFill>
                  <a:srgbClr val="FF0000"/>
                </a:solidFill>
                <a:latin typeface="Calibri"/>
                <a:cs typeface="Calibri"/>
              </a:rPr>
              <a:t> </a:t>
            </a:r>
            <a:r>
              <a:rPr sz="3200" dirty="0">
                <a:solidFill>
                  <a:srgbClr val="FF0000"/>
                </a:solidFill>
                <a:latin typeface="Calibri"/>
                <a:cs typeface="Calibri"/>
              </a:rPr>
              <a:t>≥</a:t>
            </a:r>
            <a:r>
              <a:rPr sz="3200" spc="-25" dirty="0">
                <a:solidFill>
                  <a:srgbClr val="FF0000"/>
                </a:solidFill>
                <a:latin typeface="Calibri"/>
                <a:cs typeface="Calibri"/>
              </a:rPr>
              <a:t> </a:t>
            </a:r>
            <a:r>
              <a:rPr sz="3200" dirty="0">
                <a:solidFill>
                  <a:srgbClr val="FF0000"/>
                </a:solidFill>
                <a:latin typeface="Calibri"/>
                <a:cs typeface="Calibri"/>
              </a:rPr>
              <a:t>0</a:t>
            </a:r>
            <a:r>
              <a:rPr sz="3200" spc="-20" dirty="0">
                <a:solidFill>
                  <a:srgbClr val="FF0000"/>
                </a:solidFill>
                <a:latin typeface="Calibri"/>
                <a:cs typeface="Calibri"/>
              </a:rPr>
              <a:t> </a:t>
            </a:r>
            <a:r>
              <a:rPr sz="3200" dirty="0">
                <a:latin typeface="Calibri"/>
                <a:cs typeface="Calibri"/>
              </a:rPr>
              <a:t>có</a:t>
            </a:r>
            <a:r>
              <a:rPr sz="3200" spc="-40" dirty="0">
                <a:latin typeface="Calibri"/>
                <a:cs typeface="Calibri"/>
              </a:rPr>
              <a:t> </a:t>
            </a:r>
            <a:r>
              <a:rPr sz="3200" dirty="0">
                <a:latin typeface="Calibri"/>
                <a:cs typeface="Calibri"/>
              </a:rPr>
              <a:t>chân</a:t>
            </a:r>
            <a:r>
              <a:rPr sz="3200" spc="-30" dirty="0">
                <a:latin typeface="Calibri"/>
                <a:cs typeface="Calibri"/>
              </a:rPr>
              <a:t> </a:t>
            </a:r>
            <a:r>
              <a:rPr sz="3200" dirty="0">
                <a:latin typeface="Calibri"/>
                <a:cs typeface="Calibri"/>
              </a:rPr>
              <a:t>trị</a:t>
            </a:r>
            <a:r>
              <a:rPr sz="3200" spc="-35" dirty="0">
                <a:latin typeface="Calibri"/>
                <a:cs typeface="Calibri"/>
              </a:rPr>
              <a:t> </a:t>
            </a:r>
            <a:r>
              <a:rPr sz="3200" dirty="0">
                <a:latin typeface="Calibri"/>
                <a:cs typeface="Calibri"/>
              </a:rPr>
              <a:t>ĐÚNG</a:t>
            </a:r>
            <a:r>
              <a:rPr sz="3200" spc="-40" dirty="0">
                <a:latin typeface="Calibri"/>
                <a:cs typeface="Calibri"/>
              </a:rPr>
              <a:t> </a:t>
            </a:r>
            <a:r>
              <a:rPr sz="3200" dirty="0">
                <a:latin typeface="Calibri"/>
                <a:cs typeface="Calibri"/>
              </a:rPr>
              <a:t>(P(a,</a:t>
            </a:r>
            <a:r>
              <a:rPr sz="3200" spc="-30" dirty="0">
                <a:latin typeface="Calibri"/>
                <a:cs typeface="Calibri"/>
              </a:rPr>
              <a:t> </a:t>
            </a:r>
            <a:r>
              <a:rPr sz="3200" dirty="0">
                <a:latin typeface="Calibri"/>
                <a:cs typeface="Calibri"/>
              </a:rPr>
              <a:t>b)</a:t>
            </a:r>
            <a:r>
              <a:rPr sz="3200" spc="-25" dirty="0">
                <a:latin typeface="Calibri"/>
                <a:cs typeface="Calibri"/>
              </a:rPr>
              <a:t> có </a:t>
            </a:r>
            <a:r>
              <a:rPr sz="3200" dirty="0">
                <a:latin typeface="Calibri"/>
                <a:cs typeface="Calibri"/>
              </a:rPr>
              <a:t>chân</a:t>
            </a:r>
            <a:r>
              <a:rPr sz="3200" spc="-45" dirty="0">
                <a:latin typeface="Calibri"/>
                <a:cs typeface="Calibri"/>
              </a:rPr>
              <a:t> </a:t>
            </a:r>
            <a:r>
              <a:rPr sz="3200" dirty="0">
                <a:latin typeface="Calibri"/>
                <a:cs typeface="Calibri"/>
              </a:rPr>
              <a:t>trị</a:t>
            </a:r>
            <a:r>
              <a:rPr sz="3200" spc="-40" dirty="0">
                <a:latin typeface="Calibri"/>
                <a:cs typeface="Calibri"/>
              </a:rPr>
              <a:t> </a:t>
            </a:r>
            <a:r>
              <a:rPr sz="3200" spc="-10" dirty="0">
                <a:latin typeface="Calibri"/>
                <a:cs typeface="Calibri"/>
              </a:rPr>
              <a:t>ĐÚNG).</a:t>
            </a:r>
            <a:endParaRPr sz="3200">
              <a:latin typeface="Calibri"/>
              <a:cs typeface="Calibri"/>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141262"/>
            <a:ext cx="8105775" cy="3340100"/>
          </a:xfrm>
          <a:prstGeom prst="rect">
            <a:avLst/>
          </a:prstGeom>
        </p:spPr>
        <p:txBody>
          <a:bodyPr vert="horz" wrap="square" lIns="0" tIns="12700" rIns="0" bIns="0" rtlCol="0">
            <a:spAutoFit/>
          </a:bodyPr>
          <a:lstStyle/>
          <a:p>
            <a:pPr marL="12700" marR="2519680">
              <a:lnSpc>
                <a:spcPct val="120100"/>
              </a:lnSpc>
              <a:spcBef>
                <a:spcPts val="100"/>
              </a:spcBef>
              <a:tabLst>
                <a:tab pos="1473835" algn="l"/>
              </a:tabLst>
            </a:pPr>
            <a:r>
              <a:rPr sz="3200" b="1" dirty="0">
                <a:latin typeface="Calibri"/>
                <a:cs typeface="Calibri"/>
              </a:rPr>
              <a:t>Ví</a:t>
            </a:r>
            <a:r>
              <a:rPr sz="3200" b="1" spc="-15" dirty="0">
                <a:latin typeface="Calibri"/>
                <a:cs typeface="Calibri"/>
              </a:rPr>
              <a:t> </a:t>
            </a:r>
            <a:r>
              <a:rPr sz="3200" b="1" dirty="0">
                <a:latin typeface="Calibri"/>
                <a:cs typeface="Calibri"/>
              </a:rPr>
              <a:t>dụ</a:t>
            </a:r>
            <a:r>
              <a:rPr sz="3200" b="1" spc="-15" dirty="0">
                <a:latin typeface="Calibri"/>
                <a:cs typeface="Calibri"/>
              </a:rPr>
              <a:t> </a:t>
            </a:r>
            <a:r>
              <a:rPr sz="3200" b="1" spc="-25" dirty="0">
                <a:latin typeface="Calibri"/>
                <a:cs typeface="Calibri"/>
              </a:rPr>
              <a:t>2:</a:t>
            </a:r>
            <a:r>
              <a:rPr sz="3200" b="1" dirty="0">
                <a:latin typeface="Calibri"/>
                <a:cs typeface="Calibri"/>
              </a:rPr>
              <a:t>	</a:t>
            </a:r>
            <a:r>
              <a:rPr sz="3200" dirty="0">
                <a:latin typeface="Symbol"/>
                <a:cs typeface="Symbol"/>
              </a:rPr>
              <a:t></a:t>
            </a:r>
            <a:r>
              <a:rPr sz="3200" dirty="0">
                <a:latin typeface="Calibri"/>
                <a:cs typeface="Calibri"/>
              </a:rPr>
              <a:t>x</a:t>
            </a:r>
            <a:r>
              <a:rPr sz="3200" spc="-5" dirty="0">
                <a:latin typeface="Calibri"/>
                <a:cs typeface="Calibri"/>
              </a:rPr>
              <a:t> </a:t>
            </a:r>
            <a:r>
              <a:rPr sz="3200" dirty="0">
                <a:latin typeface="Symbol"/>
                <a:cs typeface="Symbol"/>
              </a:rPr>
              <a:t></a:t>
            </a:r>
            <a:r>
              <a:rPr sz="3200" spc="-90" dirty="0">
                <a:latin typeface="Times New Roman"/>
                <a:cs typeface="Times New Roman"/>
              </a:rPr>
              <a:t> </a:t>
            </a:r>
            <a:r>
              <a:rPr sz="3200" dirty="0">
                <a:latin typeface="Calibri"/>
                <a:cs typeface="Calibri"/>
              </a:rPr>
              <a:t>Z,</a:t>
            </a:r>
            <a:r>
              <a:rPr sz="3200" spc="-20" dirty="0">
                <a:latin typeface="Calibri"/>
                <a:cs typeface="Calibri"/>
              </a:rPr>
              <a:t> </a:t>
            </a:r>
            <a:r>
              <a:rPr sz="3200" dirty="0">
                <a:latin typeface="Symbol"/>
                <a:cs typeface="Symbol"/>
              </a:rPr>
              <a:t></a:t>
            </a:r>
            <a:r>
              <a:rPr sz="3200" dirty="0">
                <a:latin typeface="Calibri"/>
                <a:cs typeface="Calibri"/>
              </a:rPr>
              <a:t>y</a:t>
            </a:r>
            <a:r>
              <a:rPr sz="3200" spc="-10" dirty="0">
                <a:latin typeface="Calibri"/>
                <a:cs typeface="Calibri"/>
              </a:rPr>
              <a:t> </a:t>
            </a:r>
            <a:r>
              <a:rPr sz="3200" dirty="0">
                <a:latin typeface="Symbol"/>
                <a:cs typeface="Symbol"/>
              </a:rPr>
              <a:t></a:t>
            </a:r>
            <a:r>
              <a:rPr sz="3200" spc="-90" dirty="0">
                <a:latin typeface="Times New Roman"/>
                <a:cs typeface="Times New Roman"/>
              </a:rPr>
              <a:t> </a:t>
            </a:r>
            <a:r>
              <a:rPr sz="3200" dirty="0">
                <a:latin typeface="Calibri"/>
                <a:cs typeface="Calibri"/>
              </a:rPr>
              <a:t>Z,</a:t>
            </a:r>
            <a:r>
              <a:rPr sz="3200" spc="-15" dirty="0">
                <a:latin typeface="Calibri"/>
                <a:cs typeface="Calibri"/>
              </a:rPr>
              <a:t> </a:t>
            </a:r>
            <a:r>
              <a:rPr sz="3200" dirty="0">
                <a:latin typeface="Calibri"/>
                <a:cs typeface="Calibri"/>
              </a:rPr>
              <a:t>x</a:t>
            </a:r>
            <a:r>
              <a:rPr sz="3200" spc="-15" dirty="0">
                <a:latin typeface="Calibri"/>
                <a:cs typeface="Calibri"/>
              </a:rPr>
              <a:t> </a:t>
            </a:r>
            <a:r>
              <a:rPr sz="3200" dirty="0">
                <a:latin typeface="Calibri"/>
                <a:cs typeface="Calibri"/>
              </a:rPr>
              <a:t>+</a:t>
            </a:r>
            <a:r>
              <a:rPr sz="3200" spc="-10" dirty="0">
                <a:latin typeface="Calibri"/>
                <a:cs typeface="Calibri"/>
              </a:rPr>
              <a:t> </a:t>
            </a:r>
            <a:r>
              <a:rPr sz="3200" dirty="0">
                <a:latin typeface="Calibri"/>
                <a:cs typeface="Calibri"/>
              </a:rPr>
              <a:t>y</a:t>
            </a:r>
            <a:r>
              <a:rPr sz="3200" spc="-15" dirty="0">
                <a:latin typeface="Calibri"/>
                <a:cs typeface="Calibri"/>
              </a:rPr>
              <a:t> </a:t>
            </a:r>
            <a:r>
              <a:rPr sz="3200" dirty="0">
                <a:latin typeface="Calibri"/>
                <a:cs typeface="Calibri"/>
              </a:rPr>
              <a:t>=</a:t>
            </a:r>
            <a:r>
              <a:rPr sz="3200" spc="-15" dirty="0">
                <a:latin typeface="Calibri"/>
                <a:cs typeface="Calibri"/>
              </a:rPr>
              <a:t> </a:t>
            </a:r>
            <a:r>
              <a:rPr sz="3200" spc="-25" dirty="0">
                <a:latin typeface="Calibri"/>
                <a:cs typeface="Calibri"/>
              </a:rPr>
              <a:t>0. </a:t>
            </a:r>
            <a:r>
              <a:rPr sz="3200" spc="-95" dirty="0">
                <a:latin typeface="Calibri"/>
                <a:cs typeface="Calibri"/>
              </a:rPr>
              <a:t>Ta</a:t>
            </a:r>
            <a:r>
              <a:rPr sz="3200" spc="-35" dirty="0">
                <a:latin typeface="Calibri"/>
                <a:cs typeface="Calibri"/>
              </a:rPr>
              <a:t> </a:t>
            </a:r>
            <a:r>
              <a:rPr sz="3200" dirty="0">
                <a:latin typeface="Calibri"/>
                <a:cs typeface="Calibri"/>
              </a:rPr>
              <a:t>có</a:t>
            </a:r>
            <a:r>
              <a:rPr sz="3200" spc="-40" dirty="0">
                <a:latin typeface="Calibri"/>
                <a:cs typeface="Calibri"/>
              </a:rPr>
              <a:t> </a:t>
            </a:r>
            <a:r>
              <a:rPr sz="3200" dirty="0">
                <a:latin typeface="Calibri"/>
                <a:cs typeface="Calibri"/>
              </a:rPr>
              <a:t>P(x,</a:t>
            </a:r>
            <a:r>
              <a:rPr sz="3200" spc="-25" dirty="0">
                <a:latin typeface="Calibri"/>
                <a:cs typeface="Calibri"/>
              </a:rPr>
              <a:t> </a:t>
            </a:r>
            <a:r>
              <a:rPr sz="3200" dirty="0">
                <a:latin typeface="Calibri"/>
                <a:cs typeface="Calibri"/>
              </a:rPr>
              <a:t>y)</a:t>
            </a:r>
            <a:r>
              <a:rPr sz="3200" spc="-25" dirty="0">
                <a:latin typeface="Calibri"/>
                <a:cs typeface="Calibri"/>
              </a:rPr>
              <a:t> </a:t>
            </a:r>
            <a:r>
              <a:rPr sz="3200" dirty="0">
                <a:latin typeface="Calibri"/>
                <a:cs typeface="Calibri"/>
              </a:rPr>
              <a:t>:</a:t>
            </a:r>
            <a:r>
              <a:rPr sz="3200" spc="-15" dirty="0">
                <a:latin typeface="Calibri"/>
                <a:cs typeface="Calibri"/>
              </a:rPr>
              <a:t> </a:t>
            </a:r>
            <a:r>
              <a:rPr sz="3200" spc="-20" dirty="0">
                <a:latin typeface="Calibri"/>
                <a:cs typeface="Calibri"/>
              </a:rPr>
              <a:t>“x+y</a:t>
            </a:r>
            <a:r>
              <a:rPr sz="3200" spc="-254" dirty="0">
                <a:latin typeface="Calibri"/>
                <a:cs typeface="Calibri"/>
              </a:rPr>
              <a:t> </a:t>
            </a:r>
            <a:r>
              <a:rPr sz="3200" dirty="0">
                <a:latin typeface="Calibri"/>
                <a:cs typeface="Calibri"/>
              </a:rPr>
              <a:t>=</a:t>
            </a:r>
            <a:r>
              <a:rPr sz="3200" spc="-25" dirty="0">
                <a:latin typeface="Calibri"/>
                <a:cs typeface="Calibri"/>
              </a:rPr>
              <a:t> </a:t>
            </a:r>
            <a:r>
              <a:rPr sz="3200" spc="-85" dirty="0">
                <a:latin typeface="Calibri"/>
                <a:cs typeface="Calibri"/>
              </a:rPr>
              <a:t>0”,</a:t>
            </a:r>
            <a:r>
              <a:rPr sz="3200" spc="-30" dirty="0">
                <a:latin typeface="Calibri"/>
                <a:cs typeface="Calibri"/>
              </a:rPr>
              <a:t> </a:t>
            </a:r>
            <a:r>
              <a:rPr sz="3200" dirty="0">
                <a:latin typeface="Calibri"/>
                <a:cs typeface="Calibri"/>
              </a:rPr>
              <a:t>x,</a:t>
            </a:r>
            <a:r>
              <a:rPr sz="3200" spc="-25" dirty="0">
                <a:latin typeface="Calibri"/>
                <a:cs typeface="Calibri"/>
              </a:rPr>
              <a:t> </a:t>
            </a:r>
            <a:r>
              <a:rPr sz="3200" dirty="0">
                <a:latin typeface="Calibri"/>
                <a:cs typeface="Calibri"/>
              </a:rPr>
              <a:t>y</a:t>
            </a:r>
            <a:r>
              <a:rPr sz="3200" spc="-25" dirty="0">
                <a:latin typeface="Calibri"/>
                <a:cs typeface="Calibri"/>
              </a:rPr>
              <a:t> </a:t>
            </a:r>
            <a:r>
              <a:rPr sz="3200" dirty="0">
                <a:latin typeface="Symbol"/>
                <a:cs typeface="Symbol"/>
              </a:rPr>
              <a:t></a:t>
            </a:r>
            <a:r>
              <a:rPr sz="3200" spc="-100" dirty="0">
                <a:latin typeface="Times New Roman"/>
                <a:cs typeface="Times New Roman"/>
              </a:rPr>
              <a:t> </a:t>
            </a:r>
            <a:r>
              <a:rPr sz="3200" spc="-25" dirty="0">
                <a:latin typeface="Calibri"/>
                <a:cs typeface="Calibri"/>
              </a:rPr>
              <a:t>Z.</a:t>
            </a:r>
            <a:endParaRPr sz="3200">
              <a:latin typeface="Calibri"/>
              <a:cs typeface="Calibri"/>
            </a:endParaRPr>
          </a:p>
          <a:p>
            <a:pPr>
              <a:lnSpc>
                <a:spcPct val="100000"/>
              </a:lnSpc>
              <a:spcBef>
                <a:spcPts val="1470"/>
              </a:spcBef>
            </a:pPr>
            <a:endParaRPr sz="3200">
              <a:latin typeface="Calibri"/>
              <a:cs typeface="Calibri"/>
            </a:endParaRPr>
          </a:p>
          <a:p>
            <a:pPr marL="12700">
              <a:lnSpc>
                <a:spcPct val="100000"/>
              </a:lnSpc>
            </a:pPr>
            <a:r>
              <a:rPr sz="3200" dirty="0">
                <a:latin typeface="Calibri"/>
                <a:cs typeface="Calibri"/>
              </a:rPr>
              <a:t>Lượng</a:t>
            </a:r>
            <a:r>
              <a:rPr sz="3200" spc="-30" dirty="0">
                <a:latin typeface="Calibri"/>
                <a:cs typeface="Calibri"/>
              </a:rPr>
              <a:t> </a:t>
            </a:r>
            <a:r>
              <a:rPr sz="3200" dirty="0">
                <a:latin typeface="Calibri"/>
                <a:cs typeface="Calibri"/>
              </a:rPr>
              <a:t>từ</a:t>
            </a:r>
            <a:r>
              <a:rPr sz="3200" spc="-25" dirty="0">
                <a:latin typeface="Calibri"/>
                <a:cs typeface="Calibri"/>
              </a:rPr>
              <a:t> </a:t>
            </a:r>
            <a:r>
              <a:rPr sz="3200" dirty="0">
                <a:latin typeface="Calibri"/>
                <a:cs typeface="Calibri"/>
              </a:rPr>
              <a:t>đã</a:t>
            </a:r>
            <a:r>
              <a:rPr sz="3200" spc="-25" dirty="0">
                <a:latin typeface="Calibri"/>
                <a:cs typeface="Calibri"/>
              </a:rPr>
              <a:t> </a:t>
            </a:r>
            <a:r>
              <a:rPr sz="3200" dirty="0">
                <a:latin typeface="Calibri"/>
                <a:cs typeface="Calibri"/>
              </a:rPr>
              <a:t>cho</a:t>
            </a:r>
            <a:r>
              <a:rPr sz="3200" spc="-30" dirty="0">
                <a:latin typeface="Calibri"/>
                <a:cs typeface="Calibri"/>
              </a:rPr>
              <a:t> </a:t>
            </a:r>
            <a:r>
              <a:rPr sz="3200" dirty="0">
                <a:latin typeface="Calibri"/>
                <a:cs typeface="Calibri"/>
              </a:rPr>
              <a:t>có</a:t>
            </a:r>
            <a:r>
              <a:rPr sz="3200" spc="-30" dirty="0">
                <a:latin typeface="Calibri"/>
                <a:cs typeface="Calibri"/>
              </a:rPr>
              <a:t> </a:t>
            </a:r>
            <a:r>
              <a:rPr sz="3200" dirty="0">
                <a:latin typeface="Calibri"/>
                <a:cs typeface="Calibri"/>
              </a:rPr>
              <a:t>chân</a:t>
            </a:r>
            <a:r>
              <a:rPr sz="3200" spc="-30" dirty="0">
                <a:latin typeface="Calibri"/>
                <a:cs typeface="Calibri"/>
              </a:rPr>
              <a:t> </a:t>
            </a:r>
            <a:r>
              <a:rPr sz="3200" dirty="0">
                <a:latin typeface="Calibri"/>
                <a:cs typeface="Calibri"/>
              </a:rPr>
              <a:t>trị</a:t>
            </a:r>
            <a:r>
              <a:rPr sz="3200" spc="-20" dirty="0">
                <a:latin typeface="Calibri"/>
                <a:cs typeface="Calibri"/>
              </a:rPr>
              <a:t> </a:t>
            </a:r>
            <a:r>
              <a:rPr sz="3200" dirty="0">
                <a:latin typeface="Calibri"/>
                <a:cs typeface="Calibri"/>
              </a:rPr>
              <a:t>SAI</a:t>
            </a:r>
            <a:r>
              <a:rPr sz="3200" spc="-35" dirty="0">
                <a:latin typeface="Calibri"/>
                <a:cs typeface="Calibri"/>
              </a:rPr>
              <a:t> </a:t>
            </a:r>
            <a:r>
              <a:rPr sz="3200" dirty="0">
                <a:latin typeface="Calibri"/>
                <a:cs typeface="Calibri"/>
              </a:rPr>
              <a:t>vì</a:t>
            </a:r>
            <a:r>
              <a:rPr sz="3200" spc="-15" dirty="0">
                <a:latin typeface="Calibri"/>
                <a:cs typeface="Calibri"/>
              </a:rPr>
              <a:t> </a:t>
            </a:r>
            <a:r>
              <a:rPr sz="3200" dirty="0">
                <a:solidFill>
                  <a:srgbClr val="FF0000"/>
                </a:solidFill>
                <a:latin typeface="Calibri"/>
                <a:cs typeface="Calibri"/>
              </a:rPr>
              <a:t>có</a:t>
            </a:r>
            <a:r>
              <a:rPr sz="3200" spc="-40" dirty="0">
                <a:solidFill>
                  <a:srgbClr val="FF0000"/>
                </a:solidFill>
                <a:latin typeface="Calibri"/>
                <a:cs typeface="Calibri"/>
              </a:rPr>
              <a:t> </a:t>
            </a:r>
            <a:r>
              <a:rPr sz="3200" dirty="0">
                <a:solidFill>
                  <a:srgbClr val="FF0000"/>
                </a:solidFill>
                <a:latin typeface="Calibri"/>
                <a:cs typeface="Calibri"/>
              </a:rPr>
              <a:t>1</a:t>
            </a:r>
            <a:r>
              <a:rPr sz="3200" spc="-25" dirty="0">
                <a:solidFill>
                  <a:srgbClr val="FF0000"/>
                </a:solidFill>
                <a:latin typeface="Calibri"/>
                <a:cs typeface="Calibri"/>
              </a:rPr>
              <a:t> </a:t>
            </a:r>
            <a:r>
              <a:rPr sz="3200" dirty="0">
                <a:solidFill>
                  <a:srgbClr val="FF0000"/>
                </a:solidFill>
                <a:latin typeface="Symbol"/>
                <a:cs typeface="Symbol"/>
              </a:rPr>
              <a:t></a:t>
            </a:r>
            <a:r>
              <a:rPr sz="3200" spc="-100" dirty="0">
                <a:solidFill>
                  <a:srgbClr val="FF0000"/>
                </a:solidFill>
                <a:latin typeface="Times New Roman"/>
                <a:cs typeface="Times New Roman"/>
              </a:rPr>
              <a:t> </a:t>
            </a:r>
            <a:r>
              <a:rPr sz="3200" dirty="0">
                <a:solidFill>
                  <a:srgbClr val="FF0000"/>
                </a:solidFill>
                <a:latin typeface="Calibri"/>
                <a:cs typeface="Calibri"/>
              </a:rPr>
              <a:t>Z</a:t>
            </a:r>
            <a:r>
              <a:rPr sz="3200" spc="-20" dirty="0">
                <a:solidFill>
                  <a:srgbClr val="FF0000"/>
                </a:solidFill>
                <a:latin typeface="Calibri"/>
                <a:cs typeface="Calibri"/>
              </a:rPr>
              <a:t> </a:t>
            </a:r>
            <a:r>
              <a:rPr sz="3200" dirty="0">
                <a:latin typeface="Calibri"/>
                <a:cs typeface="Calibri"/>
              </a:rPr>
              <a:t>,</a:t>
            </a:r>
            <a:r>
              <a:rPr sz="3200" spc="-25" dirty="0">
                <a:latin typeface="Calibri"/>
                <a:cs typeface="Calibri"/>
              </a:rPr>
              <a:t> </a:t>
            </a:r>
            <a:r>
              <a:rPr sz="3200" dirty="0">
                <a:solidFill>
                  <a:srgbClr val="FF0000"/>
                </a:solidFill>
                <a:latin typeface="Calibri"/>
                <a:cs typeface="Calibri"/>
              </a:rPr>
              <a:t>có</a:t>
            </a:r>
            <a:r>
              <a:rPr sz="3200" spc="-40" dirty="0">
                <a:solidFill>
                  <a:srgbClr val="FF0000"/>
                </a:solidFill>
                <a:latin typeface="Calibri"/>
                <a:cs typeface="Calibri"/>
              </a:rPr>
              <a:t> </a:t>
            </a:r>
            <a:r>
              <a:rPr sz="3200" spc="-50" dirty="0">
                <a:solidFill>
                  <a:srgbClr val="FF0000"/>
                </a:solidFill>
                <a:latin typeface="Calibri"/>
                <a:cs typeface="Calibri"/>
              </a:rPr>
              <a:t>2</a:t>
            </a:r>
            <a:endParaRPr sz="3200">
              <a:latin typeface="Calibri"/>
              <a:cs typeface="Calibri"/>
            </a:endParaRPr>
          </a:p>
          <a:p>
            <a:pPr marL="12700" marR="5080">
              <a:lnSpc>
                <a:spcPts val="3820"/>
              </a:lnSpc>
              <a:spcBef>
                <a:spcPts val="120"/>
              </a:spcBef>
            </a:pPr>
            <a:r>
              <a:rPr sz="3200" dirty="0">
                <a:solidFill>
                  <a:srgbClr val="FF0000"/>
                </a:solidFill>
                <a:latin typeface="Symbol"/>
                <a:cs typeface="Symbol"/>
              </a:rPr>
              <a:t></a:t>
            </a:r>
            <a:r>
              <a:rPr sz="3200" spc="-114" dirty="0">
                <a:solidFill>
                  <a:srgbClr val="FF0000"/>
                </a:solidFill>
                <a:latin typeface="Times New Roman"/>
                <a:cs typeface="Times New Roman"/>
              </a:rPr>
              <a:t> </a:t>
            </a:r>
            <a:r>
              <a:rPr sz="3200" dirty="0">
                <a:solidFill>
                  <a:srgbClr val="FF0000"/>
                </a:solidFill>
                <a:latin typeface="Calibri"/>
                <a:cs typeface="Calibri"/>
              </a:rPr>
              <a:t>Z</a:t>
            </a:r>
            <a:r>
              <a:rPr sz="3200" spc="-40" dirty="0">
                <a:solidFill>
                  <a:srgbClr val="FF0000"/>
                </a:solidFill>
                <a:latin typeface="Calibri"/>
                <a:cs typeface="Calibri"/>
              </a:rPr>
              <a:t> </a:t>
            </a:r>
            <a:r>
              <a:rPr sz="3200" dirty="0">
                <a:latin typeface="Calibri"/>
                <a:cs typeface="Calibri"/>
              </a:rPr>
              <a:t>và</a:t>
            </a:r>
            <a:r>
              <a:rPr sz="3200" spc="-25" dirty="0">
                <a:latin typeface="Calibri"/>
                <a:cs typeface="Calibri"/>
              </a:rPr>
              <a:t> </a:t>
            </a:r>
            <a:r>
              <a:rPr sz="3200" dirty="0">
                <a:solidFill>
                  <a:srgbClr val="FF0000"/>
                </a:solidFill>
                <a:latin typeface="Calibri"/>
                <a:cs typeface="Calibri"/>
              </a:rPr>
              <a:t>1</a:t>
            </a:r>
            <a:r>
              <a:rPr sz="3200" spc="-40" dirty="0">
                <a:solidFill>
                  <a:srgbClr val="FF0000"/>
                </a:solidFill>
                <a:latin typeface="Calibri"/>
                <a:cs typeface="Calibri"/>
              </a:rPr>
              <a:t> </a:t>
            </a:r>
            <a:r>
              <a:rPr sz="3200" dirty="0">
                <a:solidFill>
                  <a:srgbClr val="FF0000"/>
                </a:solidFill>
                <a:latin typeface="Calibri"/>
                <a:cs typeface="Calibri"/>
              </a:rPr>
              <a:t>+</a:t>
            </a:r>
            <a:r>
              <a:rPr sz="3200" spc="-25" dirty="0">
                <a:solidFill>
                  <a:srgbClr val="FF0000"/>
                </a:solidFill>
                <a:latin typeface="Calibri"/>
                <a:cs typeface="Calibri"/>
              </a:rPr>
              <a:t> </a:t>
            </a:r>
            <a:r>
              <a:rPr sz="3200" dirty="0">
                <a:solidFill>
                  <a:srgbClr val="FF0000"/>
                </a:solidFill>
                <a:latin typeface="Calibri"/>
                <a:cs typeface="Calibri"/>
              </a:rPr>
              <a:t>2</a:t>
            </a:r>
            <a:r>
              <a:rPr sz="3200" spc="-35" dirty="0">
                <a:solidFill>
                  <a:srgbClr val="FF0000"/>
                </a:solidFill>
                <a:latin typeface="Calibri"/>
                <a:cs typeface="Calibri"/>
              </a:rPr>
              <a:t> </a:t>
            </a:r>
            <a:r>
              <a:rPr sz="3200" dirty="0">
                <a:solidFill>
                  <a:srgbClr val="FF0000"/>
                </a:solidFill>
                <a:latin typeface="Calibri"/>
                <a:cs typeface="Calibri"/>
              </a:rPr>
              <a:t>=</a:t>
            </a:r>
            <a:r>
              <a:rPr sz="3200" spc="-35" dirty="0">
                <a:solidFill>
                  <a:srgbClr val="FF0000"/>
                </a:solidFill>
                <a:latin typeface="Calibri"/>
                <a:cs typeface="Calibri"/>
              </a:rPr>
              <a:t> </a:t>
            </a:r>
            <a:r>
              <a:rPr sz="3200" dirty="0">
                <a:solidFill>
                  <a:srgbClr val="FF0000"/>
                </a:solidFill>
                <a:latin typeface="Calibri"/>
                <a:cs typeface="Calibri"/>
              </a:rPr>
              <a:t>0</a:t>
            </a:r>
            <a:r>
              <a:rPr sz="3200" spc="-35" dirty="0">
                <a:solidFill>
                  <a:srgbClr val="FF0000"/>
                </a:solidFill>
                <a:latin typeface="Calibri"/>
                <a:cs typeface="Calibri"/>
              </a:rPr>
              <a:t> </a:t>
            </a:r>
            <a:r>
              <a:rPr sz="3200" dirty="0">
                <a:latin typeface="Calibri"/>
                <a:cs typeface="Calibri"/>
              </a:rPr>
              <a:t>có</a:t>
            </a:r>
            <a:r>
              <a:rPr sz="3200" spc="-50" dirty="0">
                <a:latin typeface="Calibri"/>
                <a:cs typeface="Calibri"/>
              </a:rPr>
              <a:t> </a:t>
            </a:r>
            <a:r>
              <a:rPr sz="3200" dirty="0">
                <a:latin typeface="Calibri"/>
                <a:cs typeface="Calibri"/>
              </a:rPr>
              <a:t>chân</a:t>
            </a:r>
            <a:r>
              <a:rPr sz="3200" spc="-20" dirty="0">
                <a:latin typeface="Calibri"/>
                <a:cs typeface="Calibri"/>
              </a:rPr>
              <a:t> </a:t>
            </a:r>
            <a:r>
              <a:rPr sz="3200" dirty="0">
                <a:latin typeface="Calibri"/>
                <a:cs typeface="Calibri"/>
              </a:rPr>
              <a:t>trị</a:t>
            </a:r>
            <a:r>
              <a:rPr sz="3200" spc="-50" dirty="0">
                <a:latin typeface="Calibri"/>
                <a:cs typeface="Calibri"/>
              </a:rPr>
              <a:t> </a:t>
            </a:r>
            <a:r>
              <a:rPr sz="3200" dirty="0">
                <a:latin typeface="Calibri"/>
                <a:cs typeface="Calibri"/>
              </a:rPr>
              <a:t>SAI.(P(1,</a:t>
            </a:r>
            <a:r>
              <a:rPr sz="3200" spc="-25" dirty="0">
                <a:latin typeface="Calibri"/>
                <a:cs typeface="Calibri"/>
              </a:rPr>
              <a:t> </a:t>
            </a:r>
            <a:r>
              <a:rPr sz="3200" dirty="0">
                <a:latin typeface="Calibri"/>
                <a:cs typeface="Calibri"/>
              </a:rPr>
              <a:t>2)</a:t>
            </a:r>
            <a:r>
              <a:rPr sz="3200" spc="-35" dirty="0">
                <a:latin typeface="Calibri"/>
                <a:cs typeface="Calibri"/>
              </a:rPr>
              <a:t> </a:t>
            </a:r>
            <a:r>
              <a:rPr sz="3200" dirty="0">
                <a:latin typeface="Calibri"/>
                <a:cs typeface="Calibri"/>
              </a:rPr>
              <a:t>có</a:t>
            </a:r>
            <a:r>
              <a:rPr sz="3200" spc="-50" dirty="0">
                <a:latin typeface="Calibri"/>
                <a:cs typeface="Calibri"/>
              </a:rPr>
              <a:t> </a:t>
            </a:r>
            <a:r>
              <a:rPr sz="3200" dirty="0">
                <a:latin typeface="Calibri"/>
                <a:cs typeface="Calibri"/>
              </a:rPr>
              <a:t>chân</a:t>
            </a:r>
            <a:r>
              <a:rPr sz="3200" spc="-40" dirty="0">
                <a:latin typeface="Calibri"/>
                <a:cs typeface="Calibri"/>
              </a:rPr>
              <a:t> </a:t>
            </a:r>
            <a:r>
              <a:rPr sz="3200" spc="-25" dirty="0">
                <a:latin typeface="Calibri"/>
                <a:cs typeface="Calibri"/>
              </a:rPr>
              <a:t>trị </a:t>
            </a:r>
            <a:r>
              <a:rPr sz="3200" spc="-10" dirty="0">
                <a:latin typeface="Calibri"/>
                <a:cs typeface="Calibri"/>
              </a:rPr>
              <a:t>SAI).</a:t>
            </a:r>
            <a:endParaRPr sz="3200">
              <a:latin typeface="Calibri"/>
              <a:cs typeface="Calibri"/>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135164"/>
            <a:ext cx="7950834" cy="2955925"/>
          </a:xfrm>
          <a:prstGeom prst="rect">
            <a:avLst/>
          </a:prstGeom>
        </p:spPr>
        <p:txBody>
          <a:bodyPr vert="horz" wrap="square" lIns="0" tIns="113664" rIns="0" bIns="0" rtlCol="0">
            <a:spAutoFit/>
          </a:bodyPr>
          <a:lstStyle/>
          <a:p>
            <a:pPr marL="12700">
              <a:lnSpc>
                <a:spcPct val="100000"/>
              </a:lnSpc>
              <a:spcBef>
                <a:spcPts val="894"/>
              </a:spcBef>
            </a:pPr>
            <a:r>
              <a:rPr sz="3200" b="1" dirty="0">
                <a:latin typeface="Calibri"/>
                <a:cs typeface="Calibri"/>
              </a:rPr>
              <a:t>Ví</a:t>
            </a:r>
            <a:r>
              <a:rPr sz="3200" b="1" spc="-15" dirty="0">
                <a:latin typeface="Calibri"/>
                <a:cs typeface="Calibri"/>
              </a:rPr>
              <a:t> </a:t>
            </a:r>
            <a:r>
              <a:rPr sz="3200" b="1" dirty="0">
                <a:latin typeface="Calibri"/>
                <a:cs typeface="Calibri"/>
              </a:rPr>
              <a:t>dụ</a:t>
            </a:r>
            <a:r>
              <a:rPr sz="3200" b="1" spc="-15" dirty="0">
                <a:latin typeface="Calibri"/>
                <a:cs typeface="Calibri"/>
              </a:rPr>
              <a:t> </a:t>
            </a:r>
            <a:r>
              <a:rPr sz="3200" b="1" spc="-25" dirty="0">
                <a:latin typeface="Calibri"/>
                <a:cs typeface="Calibri"/>
              </a:rPr>
              <a:t>3:</a:t>
            </a:r>
            <a:endParaRPr sz="3200">
              <a:latin typeface="Calibri"/>
              <a:cs typeface="Calibri"/>
            </a:endParaRPr>
          </a:p>
          <a:p>
            <a:pPr marL="12700" marR="521970">
              <a:lnSpc>
                <a:spcPct val="119400"/>
              </a:lnSpc>
              <a:spcBef>
                <a:spcPts val="50"/>
              </a:spcBef>
            </a:pPr>
            <a:r>
              <a:rPr sz="3200" dirty="0">
                <a:latin typeface="Symbol"/>
                <a:cs typeface="Symbol"/>
              </a:rPr>
              <a:t></a:t>
            </a:r>
            <a:r>
              <a:rPr sz="3200" dirty="0">
                <a:latin typeface="Calibri"/>
                <a:cs typeface="Calibri"/>
              </a:rPr>
              <a:t>x</a:t>
            </a:r>
            <a:r>
              <a:rPr sz="3200" spc="-10"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Z,</a:t>
            </a:r>
            <a:r>
              <a:rPr sz="3200" spc="-25" dirty="0">
                <a:latin typeface="Calibri"/>
                <a:cs typeface="Calibri"/>
              </a:rPr>
              <a:t> </a:t>
            </a:r>
            <a:r>
              <a:rPr sz="3200" dirty="0">
                <a:latin typeface="Symbol"/>
                <a:cs typeface="Symbol"/>
              </a:rPr>
              <a:t></a:t>
            </a:r>
            <a:r>
              <a:rPr sz="3200" dirty="0">
                <a:latin typeface="Calibri"/>
                <a:cs typeface="Calibri"/>
              </a:rPr>
              <a:t>y</a:t>
            </a:r>
            <a:r>
              <a:rPr sz="3200" spc="-10" dirty="0">
                <a:latin typeface="Calibri"/>
                <a:cs typeface="Calibri"/>
              </a:rPr>
              <a:t> </a:t>
            </a:r>
            <a:r>
              <a:rPr sz="3200" dirty="0">
                <a:latin typeface="Symbol"/>
                <a:cs typeface="Symbol"/>
              </a:rPr>
              <a:t></a:t>
            </a:r>
            <a:r>
              <a:rPr sz="3200" spc="-90" dirty="0">
                <a:latin typeface="Times New Roman"/>
                <a:cs typeface="Times New Roman"/>
              </a:rPr>
              <a:t> </a:t>
            </a:r>
            <a:r>
              <a:rPr sz="3200" dirty="0">
                <a:latin typeface="Calibri"/>
                <a:cs typeface="Calibri"/>
              </a:rPr>
              <a:t>Z,</a:t>
            </a:r>
            <a:r>
              <a:rPr sz="3200" spc="-25" dirty="0">
                <a:latin typeface="Calibri"/>
                <a:cs typeface="Calibri"/>
              </a:rPr>
              <a:t> </a:t>
            </a:r>
            <a:r>
              <a:rPr sz="3200" dirty="0">
                <a:solidFill>
                  <a:srgbClr val="FF0000"/>
                </a:solidFill>
                <a:latin typeface="Calibri"/>
                <a:cs typeface="Calibri"/>
              </a:rPr>
              <a:t>(</a:t>
            </a:r>
            <a:r>
              <a:rPr sz="3200" dirty="0">
                <a:latin typeface="Calibri"/>
                <a:cs typeface="Calibri"/>
              </a:rPr>
              <a:t>(x</a:t>
            </a:r>
            <a:r>
              <a:rPr sz="3200" spc="-20" dirty="0">
                <a:latin typeface="Calibri"/>
                <a:cs typeface="Calibri"/>
              </a:rPr>
              <a:t> </a:t>
            </a:r>
            <a:r>
              <a:rPr sz="3200" dirty="0">
                <a:latin typeface="Calibri"/>
                <a:cs typeface="Calibri"/>
              </a:rPr>
              <a:t>&gt;</a:t>
            </a:r>
            <a:r>
              <a:rPr sz="3200" spc="-20" dirty="0">
                <a:latin typeface="Calibri"/>
                <a:cs typeface="Calibri"/>
              </a:rPr>
              <a:t> </a:t>
            </a:r>
            <a:r>
              <a:rPr sz="3200" dirty="0">
                <a:latin typeface="Calibri"/>
                <a:cs typeface="Calibri"/>
              </a:rPr>
              <a:t>0)</a:t>
            </a:r>
            <a:r>
              <a:rPr sz="3200" spc="-5" dirty="0">
                <a:latin typeface="Calibri"/>
                <a:cs typeface="Calibri"/>
              </a:rPr>
              <a:t> </a:t>
            </a:r>
            <a:r>
              <a:rPr sz="3200" dirty="0">
                <a:latin typeface="Symbol"/>
                <a:cs typeface="Symbol"/>
              </a:rPr>
              <a:t></a:t>
            </a:r>
            <a:r>
              <a:rPr sz="3200" spc="-105" dirty="0">
                <a:latin typeface="Times New Roman"/>
                <a:cs typeface="Times New Roman"/>
              </a:rPr>
              <a:t> </a:t>
            </a:r>
            <a:r>
              <a:rPr sz="3200" dirty="0">
                <a:latin typeface="Calibri"/>
                <a:cs typeface="Calibri"/>
              </a:rPr>
              <a:t>(y</a:t>
            </a:r>
            <a:r>
              <a:rPr sz="3200" spc="-15" dirty="0">
                <a:latin typeface="Calibri"/>
                <a:cs typeface="Calibri"/>
              </a:rPr>
              <a:t> </a:t>
            </a:r>
            <a:r>
              <a:rPr sz="3200" dirty="0">
                <a:latin typeface="Calibri"/>
                <a:cs typeface="Calibri"/>
              </a:rPr>
              <a:t>&gt;</a:t>
            </a:r>
            <a:r>
              <a:rPr sz="3200" spc="-20" dirty="0">
                <a:latin typeface="Calibri"/>
                <a:cs typeface="Calibri"/>
              </a:rPr>
              <a:t> </a:t>
            </a:r>
            <a:r>
              <a:rPr sz="3200" dirty="0">
                <a:latin typeface="Calibri"/>
                <a:cs typeface="Calibri"/>
              </a:rPr>
              <a:t>0)</a:t>
            </a:r>
            <a:r>
              <a:rPr sz="3200" dirty="0">
                <a:solidFill>
                  <a:srgbClr val="FF0000"/>
                </a:solidFill>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x</a:t>
            </a:r>
            <a:r>
              <a:rPr sz="3200" spc="-2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y</a:t>
            </a:r>
            <a:r>
              <a:rPr sz="3200" spc="-20" dirty="0">
                <a:latin typeface="Calibri"/>
                <a:cs typeface="Calibri"/>
              </a:rPr>
              <a:t> </a:t>
            </a:r>
            <a:r>
              <a:rPr sz="3200" dirty="0">
                <a:latin typeface="Calibri"/>
                <a:cs typeface="Calibri"/>
              </a:rPr>
              <a:t>&gt;</a:t>
            </a:r>
            <a:r>
              <a:rPr sz="3200" spc="-20" dirty="0">
                <a:latin typeface="Calibri"/>
                <a:cs typeface="Calibri"/>
              </a:rPr>
              <a:t> </a:t>
            </a:r>
            <a:r>
              <a:rPr sz="3200" spc="-25" dirty="0">
                <a:latin typeface="Calibri"/>
                <a:cs typeface="Calibri"/>
              </a:rPr>
              <a:t>0. </a:t>
            </a:r>
            <a:r>
              <a:rPr sz="3200" spc="-90" dirty="0">
                <a:latin typeface="Calibri"/>
                <a:cs typeface="Calibri"/>
              </a:rPr>
              <a:t>Ta</a:t>
            </a:r>
            <a:r>
              <a:rPr sz="3200" spc="-95" dirty="0">
                <a:latin typeface="Calibri"/>
                <a:cs typeface="Calibri"/>
              </a:rPr>
              <a:t> </a:t>
            </a:r>
            <a:r>
              <a:rPr sz="3200" spc="-25" dirty="0">
                <a:latin typeface="Calibri"/>
                <a:cs typeface="Calibri"/>
              </a:rPr>
              <a:t>có</a:t>
            </a:r>
            <a:endParaRPr sz="3200">
              <a:latin typeface="Calibri"/>
              <a:cs typeface="Calibri"/>
            </a:endParaRPr>
          </a:p>
          <a:p>
            <a:pPr marL="12700" marR="5080" indent="350520">
              <a:lnSpc>
                <a:spcPct val="119400"/>
              </a:lnSpc>
              <a:spcBef>
                <a:spcPts val="50"/>
              </a:spcBef>
            </a:pPr>
            <a:r>
              <a:rPr sz="3200" dirty="0">
                <a:latin typeface="Calibri"/>
                <a:cs typeface="Calibri"/>
              </a:rPr>
              <a:t>P(x,</a:t>
            </a:r>
            <a:r>
              <a:rPr sz="3200" spc="-35" dirty="0">
                <a:latin typeface="Calibri"/>
                <a:cs typeface="Calibri"/>
              </a:rPr>
              <a:t> </a:t>
            </a:r>
            <a:r>
              <a:rPr sz="3200" dirty="0">
                <a:latin typeface="Calibri"/>
                <a:cs typeface="Calibri"/>
              </a:rPr>
              <a:t>y)</a:t>
            </a:r>
            <a:r>
              <a:rPr sz="3200" spc="-1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“(x</a:t>
            </a:r>
            <a:r>
              <a:rPr sz="3200" spc="-15" dirty="0">
                <a:latin typeface="Calibri"/>
                <a:cs typeface="Calibri"/>
              </a:rPr>
              <a:t> </a:t>
            </a:r>
            <a:r>
              <a:rPr sz="3200" dirty="0">
                <a:latin typeface="Calibri"/>
                <a:cs typeface="Calibri"/>
              </a:rPr>
              <a:t>&gt;</a:t>
            </a:r>
            <a:r>
              <a:rPr sz="3200" spc="-20" dirty="0">
                <a:latin typeface="Calibri"/>
                <a:cs typeface="Calibri"/>
              </a:rPr>
              <a:t> </a:t>
            </a:r>
            <a:r>
              <a:rPr sz="3200" dirty="0">
                <a:latin typeface="Calibri"/>
                <a:cs typeface="Calibri"/>
              </a:rPr>
              <a:t>0)</a:t>
            </a:r>
            <a:r>
              <a:rPr sz="3200" spc="-20"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Calibri"/>
                <a:cs typeface="Calibri"/>
              </a:rPr>
              <a:t>(y</a:t>
            </a:r>
            <a:r>
              <a:rPr sz="3200" spc="-20" dirty="0">
                <a:latin typeface="Calibri"/>
                <a:cs typeface="Calibri"/>
              </a:rPr>
              <a:t> </a:t>
            </a:r>
            <a:r>
              <a:rPr sz="3200" dirty="0">
                <a:latin typeface="Calibri"/>
                <a:cs typeface="Calibri"/>
              </a:rPr>
              <a:t>&gt;</a:t>
            </a:r>
            <a:r>
              <a:rPr sz="3200" spc="-20" dirty="0">
                <a:latin typeface="Calibri"/>
                <a:cs typeface="Calibri"/>
              </a:rPr>
              <a:t> </a:t>
            </a:r>
            <a:r>
              <a:rPr sz="3200" dirty="0">
                <a:latin typeface="Calibri"/>
                <a:cs typeface="Calibri"/>
              </a:rPr>
              <a:t>0)</a:t>
            </a:r>
            <a:r>
              <a:rPr sz="3200" spc="-10"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x</a:t>
            </a:r>
            <a:r>
              <a:rPr sz="3200" spc="-2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y</a:t>
            </a:r>
            <a:r>
              <a:rPr sz="3200" spc="-20" dirty="0">
                <a:latin typeface="Calibri"/>
                <a:cs typeface="Calibri"/>
              </a:rPr>
              <a:t> </a:t>
            </a:r>
            <a:r>
              <a:rPr sz="3200" dirty="0">
                <a:latin typeface="Calibri"/>
                <a:cs typeface="Calibri"/>
              </a:rPr>
              <a:t>&gt;</a:t>
            </a:r>
            <a:r>
              <a:rPr sz="3200" spc="-15" dirty="0">
                <a:latin typeface="Calibri"/>
                <a:cs typeface="Calibri"/>
              </a:rPr>
              <a:t> </a:t>
            </a:r>
            <a:r>
              <a:rPr sz="3200" spc="-90" dirty="0">
                <a:latin typeface="Calibri"/>
                <a:cs typeface="Calibri"/>
              </a:rPr>
              <a:t>0”,</a:t>
            </a:r>
            <a:r>
              <a:rPr sz="3200" spc="-20" dirty="0">
                <a:latin typeface="Calibri"/>
                <a:cs typeface="Calibri"/>
              </a:rPr>
              <a:t> </a:t>
            </a:r>
            <a:r>
              <a:rPr sz="3200" dirty="0">
                <a:latin typeface="Calibri"/>
                <a:cs typeface="Calibri"/>
              </a:rPr>
              <a:t>x,</a:t>
            </a:r>
            <a:r>
              <a:rPr sz="3200" spc="-20" dirty="0">
                <a:latin typeface="Calibri"/>
                <a:cs typeface="Calibri"/>
              </a:rPr>
              <a:t> </a:t>
            </a:r>
            <a:r>
              <a:rPr sz="3200" dirty="0">
                <a:latin typeface="Calibri"/>
                <a:cs typeface="Calibri"/>
              </a:rPr>
              <a:t>y</a:t>
            </a:r>
            <a:r>
              <a:rPr sz="3200" spc="-15" dirty="0">
                <a:latin typeface="Calibri"/>
                <a:cs typeface="Calibri"/>
              </a:rPr>
              <a:t> </a:t>
            </a:r>
            <a:r>
              <a:rPr sz="3200" dirty="0">
                <a:latin typeface="Symbol"/>
                <a:cs typeface="Symbol"/>
              </a:rPr>
              <a:t></a:t>
            </a:r>
            <a:r>
              <a:rPr sz="3200" spc="-95" dirty="0">
                <a:latin typeface="Times New Roman"/>
                <a:cs typeface="Times New Roman"/>
              </a:rPr>
              <a:t> </a:t>
            </a:r>
            <a:r>
              <a:rPr sz="3200" spc="-25" dirty="0">
                <a:latin typeface="Cambria Math"/>
                <a:cs typeface="Cambria Math"/>
              </a:rPr>
              <a:t>ℤ</a:t>
            </a:r>
            <a:r>
              <a:rPr sz="3200" spc="-25" dirty="0">
                <a:latin typeface="Calibri"/>
                <a:cs typeface="Calibri"/>
              </a:rPr>
              <a:t>. </a:t>
            </a:r>
            <a:r>
              <a:rPr sz="3200" dirty="0">
                <a:latin typeface="Calibri"/>
                <a:cs typeface="Calibri"/>
              </a:rPr>
              <a:t>Lượng</a:t>
            </a:r>
            <a:r>
              <a:rPr sz="3200" spc="-20" dirty="0">
                <a:latin typeface="Calibri"/>
                <a:cs typeface="Calibri"/>
              </a:rPr>
              <a:t> </a:t>
            </a:r>
            <a:r>
              <a:rPr sz="3200" dirty="0">
                <a:latin typeface="Calibri"/>
                <a:cs typeface="Calibri"/>
              </a:rPr>
              <a:t>từ</a:t>
            </a:r>
            <a:r>
              <a:rPr sz="3200" spc="-20" dirty="0">
                <a:latin typeface="Calibri"/>
                <a:cs typeface="Calibri"/>
              </a:rPr>
              <a:t> </a:t>
            </a:r>
            <a:r>
              <a:rPr sz="3200" dirty="0">
                <a:latin typeface="Calibri"/>
                <a:cs typeface="Calibri"/>
              </a:rPr>
              <a:t>đã</a:t>
            </a:r>
            <a:r>
              <a:rPr sz="3200" spc="-20" dirty="0">
                <a:latin typeface="Calibri"/>
                <a:cs typeface="Calibri"/>
              </a:rPr>
              <a:t> </a:t>
            </a:r>
            <a:r>
              <a:rPr sz="3200" dirty="0">
                <a:latin typeface="Calibri"/>
                <a:cs typeface="Calibri"/>
              </a:rPr>
              <a:t>cho</a:t>
            </a:r>
            <a:r>
              <a:rPr sz="3200" spc="-25" dirty="0">
                <a:latin typeface="Calibri"/>
                <a:cs typeface="Calibri"/>
              </a:rPr>
              <a:t> </a:t>
            </a:r>
            <a:r>
              <a:rPr sz="3200" dirty="0">
                <a:latin typeface="Calibri"/>
                <a:cs typeface="Calibri"/>
              </a:rPr>
              <a:t>có</a:t>
            </a:r>
            <a:r>
              <a:rPr sz="3200" spc="-25" dirty="0">
                <a:latin typeface="Calibri"/>
                <a:cs typeface="Calibri"/>
              </a:rPr>
              <a:t> </a:t>
            </a:r>
            <a:r>
              <a:rPr sz="3200" dirty="0">
                <a:latin typeface="Calibri"/>
                <a:cs typeface="Calibri"/>
              </a:rPr>
              <a:t>chân</a:t>
            </a:r>
            <a:r>
              <a:rPr sz="3200" spc="-25" dirty="0">
                <a:latin typeface="Calibri"/>
                <a:cs typeface="Calibri"/>
              </a:rPr>
              <a:t> </a:t>
            </a:r>
            <a:r>
              <a:rPr sz="3200" dirty="0">
                <a:latin typeface="Calibri"/>
                <a:cs typeface="Calibri"/>
              </a:rPr>
              <a:t>trị</a:t>
            </a:r>
            <a:r>
              <a:rPr sz="3200" spc="-2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a:t>
            </a:r>
            <a:r>
              <a:rPr sz="3200" spc="-10" dirty="0">
                <a:latin typeface="Calibri"/>
                <a:cs typeface="Calibri"/>
              </a:rPr>
              <a:t> </a:t>
            </a:r>
            <a:r>
              <a:rPr sz="3200" dirty="0">
                <a:latin typeface="Calibri"/>
                <a:cs typeface="Calibri"/>
              </a:rPr>
              <a:t>vì</a:t>
            </a:r>
            <a:r>
              <a:rPr sz="3200" spc="-10"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a:t>
            </a:r>
            <a:r>
              <a:rPr sz="3200" spc="-25" dirty="0">
                <a:latin typeface="Calibri"/>
                <a:cs typeface="Calibri"/>
              </a:rPr>
              <a:t> </a:t>
            </a:r>
            <a:r>
              <a:rPr sz="3200" spc="-50" dirty="0">
                <a:latin typeface="Calibri"/>
                <a:cs typeface="Calibri"/>
              </a:rPr>
              <a:t>.</a:t>
            </a:r>
            <a:endParaRPr sz="3200">
              <a:latin typeface="Calibri"/>
              <a:cs typeface="Calibri"/>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135164"/>
            <a:ext cx="8261984" cy="6077585"/>
          </a:xfrm>
          <a:prstGeom prst="rect">
            <a:avLst/>
          </a:prstGeom>
        </p:spPr>
        <p:txBody>
          <a:bodyPr vert="horz" wrap="square" lIns="0" tIns="113664" rIns="0" bIns="0" rtlCol="0">
            <a:spAutoFit/>
          </a:bodyPr>
          <a:lstStyle/>
          <a:p>
            <a:pPr marL="12700">
              <a:lnSpc>
                <a:spcPct val="100000"/>
              </a:lnSpc>
              <a:spcBef>
                <a:spcPts val="894"/>
              </a:spcBef>
            </a:pPr>
            <a:r>
              <a:rPr sz="3200" b="1" dirty="0">
                <a:latin typeface="Calibri"/>
                <a:cs typeface="Calibri"/>
              </a:rPr>
              <a:t>Giải</a:t>
            </a:r>
            <a:r>
              <a:rPr sz="3200" b="1" spc="-20" dirty="0">
                <a:latin typeface="Calibri"/>
                <a:cs typeface="Calibri"/>
              </a:rPr>
              <a:t> </a:t>
            </a:r>
            <a:r>
              <a:rPr sz="3200" b="1" dirty="0">
                <a:latin typeface="Calibri"/>
                <a:cs typeface="Calibri"/>
              </a:rPr>
              <a:t>ví</a:t>
            </a:r>
            <a:r>
              <a:rPr sz="3200" b="1" spc="-10" dirty="0">
                <a:latin typeface="Calibri"/>
                <a:cs typeface="Calibri"/>
              </a:rPr>
              <a:t> </a:t>
            </a:r>
            <a:r>
              <a:rPr sz="3200" b="1" dirty="0">
                <a:latin typeface="Calibri"/>
                <a:cs typeface="Calibri"/>
              </a:rPr>
              <a:t>dụ</a:t>
            </a:r>
            <a:r>
              <a:rPr sz="3200" b="1" spc="-10" dirty="0">
                <a:latin typeface="Calibri"/>
                <a:cs typeface="Calibri"/>
              </a:rPr>
              <a:t> </a:t>
            </a:r>
            <a:r>
              <a:rPr sz="3200" b="1" dirty="0">
                <a:latin typeface="Calibri"/>
                <a:cs typeface="Calibri"/>
              </a:rPr>
              <a:t>3</a:t>
            </a:r>
            <a:r>
              <a:rPr sz="3200" b="1" spc="-10" dirty="0">
                <a:latin typeface="Calibri"/>
                <a:cs typeface="Calibri"/>
              </a:rPr>
              <a:t> </a:t>
            </a:r>
            <a:r>
              <a:rPr sz="3200" b="1" spc="-50" dirty="0">
                <a:latin typeface="Calibri"/>
                <a:cs typeface="Calibri"/>
              </a:rPr>
              <a:t>:</a:t>
            </a:r>
            <a:endParaRPr sz="3200">
              <a:latin typeface="Calibri"/>
              <a:cs typeface="Calibri"/>
            </a:endParaRPr>
          </a:p>
          <a:p>
            <a:pPr marL="12700" marR="1080135">
              <a:lnSpc>
                <a:spcPct val="119400"/>
              </a:lnSpc>
              <a:spcBef>
                <a:spcPts val="50"/>
              </a:spcBef>
            </a:pPr>
            <a:r>
              <a:rPr sz="3200" dirty="0">
                <a:latin typeface="Symbol"/>
                <a:cs typeface="Symbol"/>
              </a:rPr>
              <a:t></a:t>
            </a:r>
            <a:r>
              <a:rPr sz="3200" dirty="0">
                <a:latin typeface="Calibri"/>
                <a:cs typeface="Calibri"/>
              </a:rPr>
              <a:t>x</a:t>
            </a:r>
            <a:r>
              <a:rPr sz="3200" spc="-10"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Z,</a:t>
            </a:r>
            <a:r>
              <a:rPr sz="3200" spc="-20" dirty="0">
                <a:latin typeface="Calibri"/>
                <a:cs typeface="Calibri"/>
              </a:rPr>
              <a:t> </a:t>
            </a:r>
            <a:r>
              <a:rPr sz="3200" dirty="0">
                <a:latin typeface="Symbol"/>
                <a:cs typeface="Symbol"/>
              </a:rPr>
              <a:t></a:t>
            </a:r>
            <a:r>
              <a:rPr sz="3200" dirty="0">
                <a:latin typeface="Calibri"/>
                <a:cs typeface="Calibri"/>
              </a:rPr>
              <a:t>y</a:t>
            </a:r>
            <a:r>
              <a:rPr sz="3200" spc="-10" dirty="0">
                <a:latin typeface="Calibri"/>
                <a:cs typeface="Calibri"/>
              </a:rPr>
              <a:t> </a:t>
            </a:r>
            <a:r>
              <a:rPr sz="3200" dirty="0">
                <a:latin typeface="Symbol"/>
                <a:cs typeface="Symbol"/>
              </a:rPr>
              <a:t></a:t>
            </a:r>
            <a:r>
              <a:rPr sz="3200" spc="-90" dirty="0">
                <a:latin typeface="Times New Roman"/>
                <a:cs typeface="Times New Roman"/>
              </a:rPr>
              <a:t> </a:t>
            </a:r>
            <a:r>
              <a:rPr sz="3200" dirty="0">
                <a:latin typeface="Calibri"/>
                <a:cs typeface="Calibri"/>
              </a:rPr>
              <a:t>Z,</a:t>
            </a:r>
            <a:r>
              <a:rPr sz="3200" spc="-20" dirty="0">
                <a:latin typeface="Calibri"/>
                <a:cs typeface="Calibri"/>
              </a:rPr>
              <a:t> </a:t>
            </a:r>
            <a:r>
              <a:rPr sz="3200" dirty="0">
                <a:latin typeface="Calibri"/>
                <a:cs typeface="Calibri"/>
              </a:rPr>
              <a:t>(x</a:t>
            </a:r>
            <a:r>
              <a:rPr sz="3200" spc="-20" dirty="0">
                <a:latin typeface="Calibri"/>
                <a:cs typeface="Calibri"/>
              </a:rPr>
              <a:t> </a:t>
            </a:r>
            <a:r>
              <a:rPr sz="3200" dirty="0">
                <a:latin typeface="Calibri"/>
                <a:cs typeface="Calibri"/>
              </a:rPr>
              <a:t>&gt;</a:t>
            </a:r>
            <a:r>
              <a:rPr sz="3200" spc="-20" dirty="0">
                <a:latin typeface="Calibri"/>
                <a:cs typeface="Calibri"/>
              </a:rPr>
              <a:t> </a:t>
            </a:r>
            <a:r>
              <a:rPr sz="3200" dirty="0">
                <a:latin typeface="Calibri"/>
                <a:cs typeface="Calibri"/>
              </a:rPr>
              <a:t>0)</a:t>
            </a:r>
            <a:r>
              <a:rPr sz="3200" spc="-10"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Calibri"/>
                <a:cs typeface="Calibri"/>
              </a:rPr>
              <a:t>(y</a:t>
            </a:r>
            <a:r>
              <a:rPr sz="3200" spc="-20" dirty="0">
                <a:latin typeface="Calibri"/>
                <a:cs typeface="Calibri"/>
              </a:rPr>
              <a:t> </a:t>
            </a:r>
            <a:r>
              <a:rPr sz="3200" dirty="0">
                <a:latin typeface="Calibri"/>
                <a:cs typeface="Calibri"/>
              </a:rPr>
              <a:t>&gt;</a:t>
            </a:r>
            <a:r>
              <a:rPr sz="3200" spc="-20" dirty="0">
                <a:latin typeface="Calibri"/>
                <a:cs typeface="Calibri"/>
              </a:rPr>
              <a:t> </a:t>
            </a:r>
            <a:r>
              <a:rPr sz="3200" dirty="0">
                <a:latin typeface="Calibri"/>
                <a:cs typeface="Calibri"/>
              </a:rPr>
              <a:t>0)</a:t>
            </a:r>
            <a:r>
              <a:rPr sz="3200" spc="-15"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x</a:t>
            </a:r>
            <a:r>
              <a:rPr sz="3200" spc="-2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y</a:t>
            </a:r>
            <a:r>
              <a:rPr sz="3200" spc="-20" dirty="0">
                <a:latin typeface="Calibri"/>
                <a:cs typeface="Calibri"/>
              </a:rPr>
              <a:t> </a:t>
            </a:r>
            <a:r>
              <a:rPr sz="3200" dirty="0">
                <a:latin typeface="Calibri"/>
                <a:cs typeface="Calibri"/>
              </a:rPr>
              <a:t>&gt;</a:t>
            </a:r>
            <a:r>
              <a:rPr sz="3200" spc="-10" dirty="0">
                <a:latin typeface="Calibri"/>
                <a:cs typeface="Calibri"/>
              </a:rPr>
              <a:t> </a:t>
            </a:r>
            <a:r>
              <a:rPr sz="3200" spc="-25" dirty="0">
                <a:latin typeface="Calibri"/>
                <a:cs typeface="Calibri"/>
              </a:rPr>
              <a:t>0. </a:t>
            </a:r>
            <a:r>
              <a:rPr sz="3200" spc="-90" dirty="0">
                <a:latin typeface="Calibri"/>
                <a:cs typeface="Calibri"/>
              </a:rPr>
              <a:t>Ta</a:t>
            </a:r>
            <a:r>
              <a:rPr sz="3200" spc="-95" dirty="0">
                <a:latin typeface="Calibri"/>
                <a:cs typeface="Calibri"/>
              </a:rPr>
              <a:t> </a:t>
            </a:r>
            <a:r>
              <a:rPr sz="3200" spc="-25" dirty="0">
                <a:latin typeface="Calibri"/>
                <a:cs typeface="Calibri"/>
              </a:rPr>
              <a:t>có</a:t>
            </a:r>
            <a:endParaRPr sz="3200">
              <a:latin typeface="Calibri"/>
              <a:cs typeface="Calibri"/>
            </a:endParaRPr>
          </a:p>
          <a:p>
            <a:pPr marL="362585">
              <a:lnSpc>
                <a:spcPct val="100000"/>
              </a:lnSpc>
              <a:spcBef>
                <a:spcPts val="795"/>
              </a:spcBef>
            </a:pPr>
            <a:r>
              <a:rPr sz="3200" dirty="0">
                <a:latin typeface="Calibri"/>
                <a:cs typeface="Calibri"/>
              </a:rPr>
              <a:t>P(x,</a:t>
            </a:r>
            <a:r>
              <a:rPr sz="3200" spc="-35" dirty="0">
                <a:latin typeface="Calibri"/>
                <a:cs typeface="Calibri"/>
              </a:rPr>
              <a:t> </a:t>
            </a:r>
            <a:r>
              <a:rPr sz="3200" dirty="0">
                <a:latin typeface="Calibri"/>
                <a:cs typeface="Calibri"/>
              </a:rPr>
              <a:t>y)</a:t>
            </a:r>
            <a:r>
              <a:rPr sz="3200" spc="-1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“(x</a:t>
            </a:r>
            <a:r>
              <a:rPr sz="3200" spc="-15" dirty="0">
                <a:latin typeface="Calibri"/>
                <a:cs typeface="Calibri"/>
              </a:rPr>
              <a:t> </a:t>
            </a:r>
            <a:r>
              <a:rPr sz="3200" dirty="0">
                <a:latin typeface="Calibri"/>
                <a:cs typeface="Calibri"/>
              </a:rPr>
              <a:t>&gt;</a:t>
            </a:r>
            <a:r>
              <a:rPr sz="3200" spc="-20" dirty="0">
                <a:latin typeface="Calibri"/>
                <a:cs typeface="Calibri"/>
              </a:rPr>
              <a:t> </a:t>
            </a:r>
            <a:r>
              <a:rPr sz="3200" dirty="0">
                <a:latin typeface="Calibri"/>
                <a:cs typeface="Calibri"/>
              </a:rPr>
              <a:t>0)</a:t>
            </a:r>
            <a:r>
              <a:rPr sz="3200" spc="-20"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Calibri"/>
                <a:cs typeface="Calibri"/>
              </a:rPr>
              <a:t>(y</a:t>
            </a:r>
            <a:r>
              <a:rPr sz="3200" spc="-20" dirty="0">
                <a:latin typeface="Calibri"/>
                <a:cs typeface="Calibri"/>
              </a:rPr>
              <a:t> </a:t>
            </a:r>
            <a:r>
              <a:rPr sz="3200" dirty="0">
                <a:latin typeface="Calibri"/>
                <a:cs typeface="Calibri"/>
              </a:rPr>
              <a:t>&gt;</a:t>
            </a:r>
            <a:r>
              <a:rPr sz="3200" spc="-20" dirty="0">
                <a:latin typeface="Calibri"/>
                <a:cs typeface="Calibri"/>
              </a:rPr>
              <a:t> </a:t>
            </a:r>
            <a:r>
              <a:rPr sz="3200" dirty="0">
                <a:latin typeface="Calibri"/>
                <a:cs typeface="Calibri"/>
              </a:rPr>
              <a:t>0)</a:t>
            </a:r>
            <a:r>
              <a:rPr sz="3200" spc="-10"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x</a:t>
            </a:r>
            <a:r>
              <a:rPr sz="3200" spc="-2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y</a:t>
            </a:r>
            <a:r>
              <a:rPr sz="3200" spc="-20" dirty="0">
                <a:latin typeface="Calibri"/>
                <a:cs typeface="Calibri"/>
              </a:rPr>
              <a:t> </a:t>
            </a:r>
            <a:r>
              <a:rPr sz="3200" dirty="0">
                <a:latin typeface="Calibri"/>
                <a:cs typeface="Calibri"/>
              </a:rPr>
              <a:t>&gt;</a:t>
            </a:r>
            <a:r>
              <a:rPr sz="3200" spc="-15" dirty="0">
                <a:latin typeface="Calibri"/>
                <a:cs typeface="Calibri"/>
              </a:rPr>
              <a:t> </a:t>
            </a:r>
            <a:r>
              <a:rPr sz="3200" spc="-90" dirty="0">
                <a:latin typeface="Calibri"/>
                <a:cs typeface="Calibri"/>
              </a:rPr>
              <a:t>0”,</a:t>
            </a:r>
            <a:r>
              <a:rPr sz="3200" spc="-20" dirty="0">
                <a:latin typeface="Calibri"/>
                <a:cs typeface="Calibri"/>
              </a:rPr>
              <a:t> </a:t>
            </a:r>
            <a:r>
              <a:rPr sz="3200" dirty="0">
                <a:latin typeface="Calibri"/>
                <a:cs typeface="Calibri"/>
              </a:rPr>
              <a:t>x,</a:t>
            </a:r>
            <a:r>
              <a:rPr sz="3200" spc="-20" dirty="0">
                <a:latin typeface="Calibri"/>
                <a:cs typeface="Calibri"/>
              </a:rPr>
              <a:t> </a:t>
            </a:r>
            <a:r>
              <a:rPr sz="3200" dirty="0">
                <a:latin typeface="Calibri"/>
                <a:cs typeface="Calibri"/>
              </a:rPr>
              <a:t>y</a:t>
            </a:r>
            <a:r>
              <a:rPr sz="3200" spc="-15" dirty="0">
                <a:latin typeface="Calibri"/>
                <a:cs typeface="Calibri"/>
              </a:rPr>
              <a:t> </a:t>
            </a:r>
            <a:r>
              <a:rPr sz="3200" dirty="0">
                <a:latin typeface="Symbol"/>
                <a:cs typeface="Symbol"/>
              </a:rPr>
              <a:t></a:t>
            </a:r>
            <a:r>
              <a:rPr sz="3200" spc="-95" dirty="0">
                <a:latin typeface="Times New Roman"/>
                <a:cs typeface="Times New Roman"/>
              </a:rPr>
              <a:t> </a:t>
            </a:r>
            <a:r>
              <a:rPr sz="3200" spc="-25" dirty="0">
                <a:latin typeface="Cambria Math"/>
                <a:cs typeface="Cambria Math"/>
              </a:rPr>
              <a:t>ℤ</a:t>
            </a:r>
            <a:r>
              <a:rPr sz="3200" spc="-25" dirty="0">
                <a:latin typeface="Calibri"/>
                <a:cs typeface="Calibri"/>
              </a:rPr>
              <a:t>.</a:t>
            </a:r>
            <a:endParaRPr sz="3200">
              <a:latin typeface="Calibri"/>
              <a:cs typeface="Calibri"/>
            </a:endParaRPr>
          </a:p>
          <a:p>
            <a:pPr marL="12700" algn="just">
              <a:lnSpc>
                <a:spcPct val="100000"/>
              </a:lnSpc>
              <a:spcBef>
                <a:spcPts val="740"/>
              </a:spcBef>
            </a:pPr>
            <a:r>
              <a:rPr sz="3200" dirty="0">
                <a:latin typeface="Calibri"/>
                <a:cs typeface="Calibri"/>
              </a:rPr>
              <a:t>Lượng</a:t>
            </a:r>
            <a:r>
              <a:rPr sz="3200" spc="-35" dirty="0">
                <a:latin typeface="Calibri"/>
                <a:cs typeface="Calibri"/>
              </a:rPr>
              <a:t> </a:t>
            </a:r>
            <a:r>
              <a:rPr sz="3200" dirty="0">
                <a:latin typeface="Calibri"/>
                <a:cs typeface="Calibri"/>
              </a:rPr>
              <a:t>từ</a:t>
            </a:r>
            <a:r>
              <a:rPr sz="3200" spc="-35" dirty="0">
                <a:latin typeface="Calibri"/>
                <a:cs typeface="Calibri"/>
              </a:rPr>
              <a:t> </a:t>
            </a:r>
            <a:r>
              <a:rPr sz="3200" dirty="0">
                <a:latin typeface="Calibri"/>
                <a:cs typeface="Calibri"/>
              </a:rPr>
              <a:t>đã</a:t>
            </a:r>
            <a:r>
              <a:rPr sz="3200" spc="-35" dirty="0">
                <a:latin typeface="Calibri"/>
                <a:cs typeface="Calibri"/>
              </a:rPr>
              <a:t> </a:t>
            </a:r>
            <a:r>
              <a:rPr sz="3200" dirty="0">
                <a:latin typeface="Calibri"/>
                <a:cs typeface="Calibri"/>
              </a:rPr>
              <a:t>cho</a:t>
            </a:r>
            <a:r>
              <a:rPr sz="3200" spc="-40" dirty="0">
                <a:latin typeface="Calibri"/>
                <a:cs typeface="Calibri"/>
              </a:rPr>
              <a:t> </a:t>
            </a:r>
            <a:r>
              <a:rPr sz="3200" dirty="0">
                <a:latin typeface="Calibri"/>
                <a:cs typeface="Calibri"/>
              </a:rPr>
              <a:t>có</a:t>
            </a:r>
            <a:r>
              <a:rPr sz="3200" spc="-35" dirty="0">
                <a:latin typeface="Calibri"/>
                <a:cs typeface="Calibri"/>
              </a:rPr>
              <a:t> </a:t>
            </a:r>
            <a:r>
              <a:rPr sz="3200" dirty="0">
                <a:latin typeface="Calibri"/>
                <a:cs typeface="Calibri"/>
              </a:rPr>
              <a:t>chân</a:t>
            </a:r>
            <a:r>
              <a:rPr sz="3200" spc="-40" dirty="0">
                <a:latin typeface="Calibri"/>
                <a:cs typeface="Calibri"/>
              </a:rPr>
              <a:t> </a:t>
            </a:r>
            <a:r>
              <a:rPr sz="3200" dirty="0">
                <a:latin typeface="Calibri"/>
                <a:cs typeface="Calibri"/>
              </a:rPr>
              <a:t>trị</a:t>
            </a:r>
            <a:r>
              <a:rPr sz="3200" spc="-30" dirty="0">
                <a:latin typeface="Calibri"/>
                <a:cs typeface="Calibri"/>
              </a:rPr>
              <a:t> </a:t>
            </a:r>
            <a:r>
              <a:rPr sz="3200" dirty="0">
                <a:latin typeface="Calibri"/>
                <a:cs typeface="Calibri"/>
              </a:rPr>
              <a:t>ĐÚNG</a:t>
            </a:r>
            <a:r>
              <a:rPr sz="3200" spc="-35" dirty="0">
                <a:latin typeface="Calibri"/>
                <a:cs typeface="Calibri"/>
              </a:rPr>
              <a:t> </a:t>
            </a:r>
            <a:r>
              <a:rPr sz="3200" dirty="0">
                <a:latin typeface="Calibri"/>
                <a:cs typeface="Calibri"/>
              </a:rPr>
              <a:t>vì</a:t>
            </a:r>
            <a:r>
              <a:rPr sz="3200" spc="-35" dirty="0">
                <a:latin typeface="Calibri"/>
                <a:cs typeface="Calibri"/>
              </a:rPr>
              <a:t> </a:t>
            </a:r>
            <a:r>
              <a:rPr sz="3200" dirty="0">
                <a:latin typeface="Calibri"/>
                <a:cs typeface="Calibri"/>
              </a:rPr>
              <a:t>khi</a:t>
            </a:r>
            <a:r>
              <a:rPr sz="3200" spc="-25" dirty="0">
                <a:latin typeface="Calibri"/>
                <a:cs typeface="Calibri"/>
              </a:rPr>
              <a:t> </a:t>
            </a:r>
            <a:r>
              <a:rPr sz="3200" dirty="0">
                <a:latin typeface="Calibri"/>
                <a:cs typeface="Calibri"/>
              </a:rPr>
              <a:t>thay</a:t>
            </a:r>
            <a:r>
              <a:rPr sz="3200" spc="-30" dirty="0">
                <a:latin typeface="Calibri"/>
                <a:cs typeface="Calibri"/>
              </a:rPr>
              <a:t> </a:t>
            </a:r>
            <a:r>
              <a:rPr sz="3200" spc="-50" dirty="0">
                <a:latin typeface="Calibri"/>
                <a:cs typeface="Calibri"/>
              </a:rPr>
              <a:t>x</a:t>
            </a:r>
            <a:endParaRPr sz="3200">
              <a:latin typeface="Calibri"/>
              <a:cs typeface="Calibri"/>
            </a:endParaRPr>
          </a:p>
          <a:p>
            <a:pPr marL="12700" algn="just">
              <a:lnSpc>
                <a:spcPct val="100000"/>
              </a:lnSpc>
            </a:pPr>
            <a:r>
              <a:rPr sz="3200" dirty="0">
                <a:latin typeface="Calibri"/>
                <a:cs typeface="Calibri"/>
              </a:rPr>
              <a:t>bởi</a:t>
            </a:r>
            <a:r>
              <a:rPr sz="3200" spc="-35" dirty="0">
                <a:latin typeface="Calibri"/>
                <a:cs typeface="Calibri"/>
              </a:rPr>
              <a:t> </a:t>
            </a:r>
            <a:r>
              <a:rPr sz="3200" dirty="0">
                <a:latin typeface="Calibri"/>
                <a:cs typeface="Calibri"/>
              </a:rPr>
              <a:t>a</a:t>
            </a:r>
            <a:r>
              <a:rPr sz="3200" spc="-35" dirty="0">
                <a:latin typeface="Calibri"/>
                <a:cs typeface="Calibri"/>
              </a:rPr>
              <a:t> </a:t>
            </a:r>
            <a:r>
              <a:rPr sz="3200" dirty="0">
                <a:latin typeface="Calibri"/>
                <a:cs typeface="Calibri"/>
              </a:rPr>
              <a:t>bất</a:t>
            </a:r>
            <a:r>
              <a:rPr sz="3200" spc="-40" dirty="0">
                <a:latin typeface="Calibri"/>
                <a:cs typeface="Calibri"/>
              </a:rPr>
              <a:t> </a:t>
            </a:r>
            <a:r>
              <a:rPr sz="3200" dirty="0">
                <a:latin typeface="Calibri"/>
                <a:cs typeface="Calibri"/>
              </a:rPr>
              <a:t>kỳ</a:t>
            </a:r>
            <a:r>
              <a:rPr sz="3200" spc="-35" dirty="0">
                <a:latin typeface="Calibri"/>
                <a:cs typeface="Calibri"/>
              </a:rPr>
              <a:t> </a:t>
            </a:r>
            <a:r>
              <a:rPr sz="3200" dirty="0">
                <a:latin typeface="Calibri"/>
                <a:cs typeface="Calibri"/>
              </a:rPr>
              <a:t>và</a:t>
            </a:r>
            <a:r>
              <a:rPr sz="3200" spc="-40" dirty="0">
                <a:latin typeface="Calibri"/>
                <a:cs typeface="Calibri"/>
              </a:rPr>
              <a:t> </a:t>
            </a:r>
            <a:r>
              <a:rPr sz="3200" dirty="0">
                <a:latin typeface="Calibri"/>
                <a:cs typeface="Calibri"/>
              </a:rPr>
              <a:t>y</a:t>
            </a:r>
            <a:r>
              <a:rPr sz="3200" spc="-45" dirty="0">
                <a:latin typeface="Calibri"/>
                <a:cs typeface="Calibri"/>
              </a:rPr>
              <a:t> </a:t>
            </a:r>
            <a:r>
              <a:rPr sz="3200" dirty="0">
                <a:latin typeface="Calibri"/>
                <a:cs typeface="Calibri"/>
              </a:rPr>
              <a:t>bởi</a:t>
            </a:r>
            <a:r>
              <a:rPr sz="3200" spc="-35" dirty="0">
                <a:latin typeface="Calibri"/>
                <a:cs typeface="Calibri"/>
              </a:rPr>
              <a:t> </a:t>
            </a:r>
            <a:r>
              <a:rPr sz="3200" dirty="0">
                <a:latin typeface="Calibri"/>
                <a:cs typeface="Calibri"/>
              </a:rPr>
              <a:t>b</a:t>
            </a:r>
            <a:r>
              <a:rPr sz="3200" spc="-35" dirty="0">
                <a:latin typeface="Calibri"/>
                <a:cs typeface="Calibri"/>
              </a:rPr>
              <a:t> </a:t>
            </a:r>
            <a:r>
              <a:rPr sz="3200" dirty="0">
                <a:latin typeface="Calibri"/>
                <a:cs typeface="Calibri"/>
              </a:rPr>
              <a:t>bất</a:t>
            </a:r>
            <a:r>
              <a:rPr sz="3200" spc="-40" dirty="0">
                <a:latin typeface="Calibri"/>
                <a:cs typeface="Calibri"/>
              </a:rPr>
              <a:t> </a:t>
            </a:r>
            <a:r>
              <a:rPr sz="3200" dirty="0">
                <a:latin typeface="Calibri"/>
                <a:cs typeface="Calibri"/>
              </a:rPr>
              <a:t>kỳ</a:t>
            </a:r>
            <a:r>
              <a:rPr sz="3200" spc="-45" dirty="0">
                <a:latin typeface="Calibri"/>
                <a:cs typeface="Calibri"/>
              </a:rPr>
              <a:t> </a:t>
            </a:r>
            <a:r>
              <a:rPr sz="3200" dirty="0">
                <a:latin typeface="Calibri"/>
                <a:cs typeface="Calibri"/>
              </a:rPr>
              <a:t>ta</a:t>
            </a:r>
            <a:r>
              <a:rPr sz="3200" spc="-35" dirty="0">
                <a:latin typeface="Calibri"/>
                <a:cs typeface="Calibri"/>
              </a:rPr>
              <a:t> </a:t>
            </a:r>
            <a:r>
              <a:rPr sz="3200" dirty="0">
                <a:latin typeface="Calibri"/>
                <a:cs typeface="Calibri"/>
              </a:rPr>
              <a:t>có</a:t>
            </a:r>
            <a:r>
              <a:rPr sz="3200" spc="-40" dirty="0">
                <a:latin typeface="Calibri"/>
                <a:cs typeface="Calibri"/>
              </a:rPr>
              <a:t> </a:t>
            </a:r>
            <a:r>
              <a:rPr sz="3200" dirty="0">
                <a:latin typeface="Calibri"/>
                <a:cs typeface="Calibri"/>
              </a:rPr>
              <a:t>các</a:t>
            </a:r>
            <a:r>
              <a:rPr sz="3200" spc="-50" dirty="0">
                <a:latin typeface="Calibri"/>
                <a:cs typeface="Calibri"/>
              </a:rPr>
              <a:t> </a:t>
            </a:r>
            <a:r>
              <a:rPr sz="3200" dirty="0">
                <a:latin typeface="Calibri"/>
                <a:cs typeface="Calibri"/>
              </a:rPr>
              <a:t>trường</a:t>
            </a:r>
            <a:r>
              <a:rPr sz="3200" spc="-40" dirty="0">
                <a:latin typeface="Calibri"/>
                <a:cs typeface="Calibri"/>
              </a:rPr>
              <a:t> </a:t>
            </a:r>
            <a:r>
              <a:rPr sz="3200" spc="-25" dirty="0">
                <a:latin typeface="Calibri"/>
                <a:cs typeface="Calibri"/>
              </a:rPr>
              <a:t>hợp</a:t>
            </a:r>
            <a:endParaRPr sz="3200">
              <a:latin typeface="Calibri"/>
              <a:cs typeface="Calibri"/>
            </a:endParaRPr>
          </a:p>
          <a:p>
            <a:pPr marL="469900" marR="482600" indent="-457834" algn="just">
              <a:lnSpc>
                <a:spcPct val="99700"/>
              </a:lnSpc>
              <a:spcBef>
                <a:spcPts val="810"/>
              </a:spcBef>
              <a:buChar char="-"/>
              <a:tabLst>
                <a:tab pos="469900" algn="l"/>
              </a:tabLst>
            </a:pPr>
            <a:r>
              <a:rPr sz="3200" dirty="0">
                <a:latin typeface="Calibri"/>
                <a:cs typeface="Calibri"/>
              </a:rPr>
              <a:t>(a</a:t>
            </a:r>
            <a:r>
              <a:rPr sz="3200" spc="-25" dirty="0">
                <a:latin typeface="Calibri"/>
                <a:cs typeface="Calibri"/>
              </a:rPr>
              <a:t> </a:t>
            </a:r>
            <a:r>
              <a:rPr sz="3200" dirty="0">
                <a:latin typeface="Calibri"/>
                <a:cs typeface="Calibri"/>
              </a:rPr>
              <a:t>&gt;</a:t>
            </a:r>
            <a:r>
              <a:rPr sz="3200" spc="-25" dirty="0">
                <a:latin typeface="Calibri"/>
                <a:cs typeface="Calibri"/>
              </a:rPr>
              <a:t> </a:t>
            </a:r>
            <a:r>
              <a:rPr sz="3200" dirty="0">
                <a:latin typeface="Calibri"/>
                <a:cs typeface="Calibri"/>
              </a:rPr>
              <a:t>0)</a:t>
            </a:r>
            <a:r>
              <a:rPr sz="3200" spc="-15" dirty="0">
                <a:latin typeface="Calibri"/>
                <a:cs typeface="Calibri"/>
              </a:rPr>
              <a:t> </a:t>
            </a:r>
            <a:r>
              <a:rPr sz="3200" dirty="0">
                <a:latin typeface="Symbol"/>
                <a:cs typeface="Symbol"/>
              </a:rPr>
              <a:t></a:t>
            </a:r>
            <a:r>
              <a:rPr sz="3200" spc="-120" dirty="0">
                <a:latin typeface="Times New Roman"/>
                <a:cs typeface="Times New Roman"/>
              </a:rPr>
              <a:t> </a:t>
            </a:r>
            <a:r>
              <a:rPr sz="3200" dirty="0">
                <a:latin typeface="Calibri"/>
                <a:cs typeface="Calibri"/>
              </a:rPr>
              <a:t>(b</a:t>
            </a:r>
            <a:r>
              <a:rPr sz="3200" spc="-5" dirty="0">
                <a:latin typeface="Calibri"/>
                <a:cs typeface="Calibri"/>
              </a:rPr>
              <a:t> </a:t>
            </a:r>
            <a:r>
              <a:rPr sz="3200" dirty="0">
                <a:latin typeface="Calibri"/>
                <a:cs typeface="Calibri"/>
              </a:rPr>
              <a:t>&gt;</a:t>
            </a:r>
            <a:r>
              <a:rPr sz="3200" spc="-25" dirty="0">
                <a:latin typeface="Calibri"/>
                <a:cs typeface="Calibri"/>
              </a:rPr>
              <a:t> </a:t>
            </a:r>
            <a:r>
              <a:rPr sz="3200" dirty="0">
                <a:latin typeface="Calibri"/>
                <a:cs typeface="Calibri"/>
              </a:rPr>
              <a:t>0)</a:t>
            </a:r>
            <a:r>
              <a:rPr sz="3200" spc="-25" dirty="0">
                <a:latin typeface="Calibri"/>
                <a:cs typeface="Calibri"/>
              </a:rPr>
              <a:t> </a:t>
            </a:r>
            <a:r>
              <a:rPr sz="3200" dirty="0">
                <a:latin typeface="Calibri"/>
                <a:cs typeface="Calibri"/>
              </a:rPr>
              <a:t>có</a:t>
            </a:r>
            <a:r>
              <a:rPr sz="3200" spc="-40" dirty="0">
                <a:latin typeface="Calibri"/>
                <a:cs typeface="Calibri"/>
              </a:rPr>
              <a:t> </a:t>
            </a:r>
            <a:r>
              <a:rPr sz="3200" dirty="0">
                <a:latin typeface="Calibri"/>
                <a:cs typeface="Calibri"/>
              </a:rPr>
              <a:t>chân</a:t>
            </a:r>
            <a:r>
              <a:rPr sz="3200" spc="-30" dirty="0">
                <a:latin typeface="Calibri"/>
                <a:cs typeface="Calibri"/>
              </a:rPr>
              <a:t> </a:t>
            </a:r>
            <a:r>
              <a:rPr sz="3200" dirty="0">
                <a:latin typeface="Calibri"/>
                <a:cs typeface="Calibri"/>
              </a:rPr>
              <a:t>trị</a:t>
            </a:r>
            <a:r>
              <a:rPr sz="3200" spc="-25" dirty="0">
                <a:latin typeface="Calibri"/>
                <a:cs typeface="Calibri"/>
              </a:rPr>
              <a:t> </a:t>
            </a:r>
            <a:r>
              <a:rPr sz="3200" dirty="0">
                <a:latin typeface="Calibri"/>
                <a:cs typeface="Calibri"/>
              </a:rPr>
              <a:t>đúng</a:t>
            </a:r>
            <a:r>
              <a:rPr sz="3200" spc="-15" dirty="0">
                <a:latin typeface="Calibri"/>
                <a:cs typeface="Calibri"/>
              </a:rPr>
              <a:t> </a:t>
            </a:r>
            <a:r>
              <a:rPr sz="3200" dirty="0">
                <a:latin typeface="Calibri"/>
                <a:cs typeface="Calibri"/>
              </a:rPr>
              <a:t>thì</a:t>
            </a:r>
            <a:r>
              <a:rPr sz="3200" spc="-20" dirty="0">
                <a:latin typeface="Calibri"/>
                <a:cs typeface="Calibri"/>
              </a:rPr>
              <a:t> </a:t>
            </a:r>
            <a:r>
              <a:rPr sz="3200" dirty="0">
                <a:latin typeface="Calibri"/>
                <a:cs typeface="Calibri"/>
              </a:rPr>
              <a:t>a</a:t>
            </a:r>
            <a:r>
              <a:rPr sz="3200" spc="-25"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b</a:t>
            </a:r>
            <a:r>
              <a:rPr sz="3200" spc="-20" dirty="0">
                <a:latin typeface="Calibri"/>
                <a:cs typeface="Calibri"/>
              </a:rPr>
              <a:t> </a:t>
            </a:r>
            <a:r>
              <a:rPr sz="3200" dirty="0">
                <a:latin typeface="Calibri"/>
                <a:cs typeface="Calibri"/>
              </a:rPr>
              <a:t>&gt;</a:t>
            </a:r>
            <a:r>
              <a:rPr sz="3200" spc="-25" dirty="0">
                <a:latin typeface="Calibri"/>
                <a:cs typeface="Calibri"/>
              </a:rPr>
              <a:t> </a:t>
            </a:r>
            <a:r>
              <a:rPr sz="3200" spc="-50" dirty="0">
                <a:latin typeface="Calibri"/>
                <a:cs typeface="Calibri"/>
              </a:rPr>
              <a:t>0 </a:t>
            </a:r>
            <a:r>
              <a:rPr sz="3200" dirty="0">
                <a:latin typeface="Calibri"/>
                <a:cs typeface="Calibri"/>
              </a:rPr>
              <a:t>cũng</a:t>
            </a:r>
            <a:r>
              <a:rPr sz="3200" spc="-60" dirty="0">
                <a:latin typeface="Calibri"/>
                <a:cs typeface="Calibri"/>
              </a:rPr>
              <a:t> </a:t>
            </a:r>
            <a:r>
              <a:rPr sz="3200" dirty="0">
                <a:latin typeface="Calibri"/>
                <a:cs typeface="Calibri"/>
              </a:rPr>
              <a:t>có</a:t>
            </a:r>
            <a:r>
              <a:rPr sz="3200" spc="-65" dirty="0">
                <a:latin typeface="Calibri"/>
                <a:cs typeface="Calibri"/>
              </a:rPr>
              <a:t> </a:t>
            </a:r>
            <a:r>
              <a:rPr sz="3200" dirty="0">
                <a:latin typeface="Calibri"/>
                <a:cs typeface="Calibri"/>
              </a:rPr>
              <a:t>chân</a:t>
            </a:r>
            <a:r>
              <a:rPr sz="3200" spc="-65" dirty="0">
                <a:latin typeface="Calibri"/>
                <a:cs typeface="Calibri"/>
              </a:rPr>
              <a:t> </a:t>
            </a:r>
            <a:r>
              <a:rPr sz="3200" dirty="0">
                <a:latin typeface="Calibri"/>
                <a:cs typeface="Calibri"/>
              </a:rPr>
              <a:t>trị</a:t>
            </a:r>
            <a:r>
              <a:rPr sz="3200" spc="-60" dirty="0">
                <a:latin typeface="Calibri"/>
                <a:cs typeface="Calibri"/>
              </a:rPr>
              <a:t> </a:t>
            </a:r>
            <a:r>
              <a:rPr sz="3200" dirty="0">
                <a:latin typeface="Calibri"/>
                <a:cs typeface="Calibri"/>
              </a:rPr>
              <a:t>đúng,</a:t>
            </a:r>
            <a:r>
              <a:rPr sz="3200" spc="-55" dirty="0">
                <a:latin typeface="Calibri"/>
                <a:cs typeface="Calibri"/>
              </a:rPr>
              <a:t> </a:t>
            </a:r>
            <a:r>
              <a:rPr sz="3200" dirty="0">
                <a:latin typeface="Calibri"/>
                <a:cs typeface="Calibri"/>
              </a:rPr>
              <a:t>vậy</a:t>
            </a:r>
            <a:r>
              <a:rPr sz="3200" spc="-60" dirty="0">
                <a:latin typeface="Calibri"/>
                <a:cs typeface="Calibri"/>
              </a:rPr>
              <a:t> </a:t>
            </a:r>
            <a:r>
              <a:rPr sz="3200" dirty="0">
                <a:latin typeface="Calibri"/>
                <a:cs typeface="Calibri"/>
              </a:rPr>
              <a:t>P(a,b)</a:t>
            </a:r>
            <a:r>
              <a:rPr sz="3200" spc="-60" dirty="0">
                <a:latin typeface="Calibri"/>
                <a:cs typeface="Calibri"/>
              </a:rPr>
              <a:t> </a:t>
            </a:r>
            <a:r>
              <a:rPr sz="3200" dirty="0">
                <a:latin typeface="Calibri"/>
                <a:cs typeface="Calibri"/>
              </a:rPr>
              <a:t>có</a:t>
            </a:r>
            <a:r>
              <a:rPr sz="3200" spc="-60" dirty="0">
                <a:latin typeface="Calibri"/>
                <a:cs typeface="Calibri"/>
              </a:rPr>
              <a:t> </a:t>
            </a:r>
            <a:r>
              <a:rPr sz="3200" dirty="0">
                <a:latin typeface="Calibri"/>
                <a:cs typeface="Calibri"/>
              </a:rPr>
              <a:t>chân</a:t>
            </a:r>
            <a:r>
              <a:rPr sz="3200" spc="-65" dirty="0">
                <a:latin typeface="Calibri"/>
                <a:cs typeface="Calibri"/>
              </a:rPr>
              <a:t> </a:t>
            </a:r>
            <a:r>
              <a:rPr sz="3200" spc="-25" dirty="0">
                <a:latin typeface="Calibri"/>
                <a:cs typeface="Calibri"/>
              </a:rPr>
              <a:t>trị </a:t>
            </a:r>
            <a:r>
              <a:rPr sz="3200" spc="-10" dirty="0">
                <a:latin typeface="Calibri"/>
                <a:cs typeface="Calibri"/>
              </a:rPr>
              <a:t>đúng,</a:t>
            </a:r>
            <a:endParaRPr sz="3200">
              <a:latin typeface="Calibri"/>
              <a:cs typeface="Calibri"/>
            </a:endParaRPr>
          </a:p>
          <a:p>
            <a:pPr marL="469900" marR="547370" indent="-457834" algn="just">
              <a:lnSpc>
                <a:spcPts val="3820"/>
              </a:lnSpc>
              <a:spcBef>
                <a:spcPts val="905"/>
              </a:spcBef>
              <a:buChar char="-"/>
              <a:tabLst>
                <a:tab pos="469900" algn="l"/>
                <a:tab pos="561340" algn="l"/>
              </a:tabLst>
            </a:pPr>
            <a:r>
              <a:rPr sz="3200" dirty="0">
                <a:latin typeface="Calibri"/>
                <a:cs typeface="Calibri"/>
              </a:rPr>
              <a:t>	(a</a:t>
            </a:r>
            <a:r>
              <a:rPr sz="3200" spc="-25" dirty="0">
                <a:latin typeface="Calibri"/>
                <a:cs typeface="Calibri"/>
              </a:rPr>
              <a:t> </a:t>
            </a:r>
            <a:r>
              <a:rPr sz="3200" dirty="0">
                <a:latin typeface="Calibri"/>
                <a:cs typeface="Calibri"/>
              </a:rPr>
              <a:t>&gt;</a:t>
            </a:r>
            <a:r>
              <a:rPr sz="3200" spc="-25" dirty="0">
                <a:latin typeface="Calibri"/>
                <a:cs typeface="Calibri"/>
              </a:rPr>
              <a:t> </a:t>
            </a:r>
            <a:r>
              <a:rPr sz="3200" dirty="0">
                <a:latin typeface="Calibri"/>
                <a:cs typeface="Calibri"/>
              </a:rPr>
              <a:t>0)</a:t>
            </a:r>
            <a:r>
              <a:rPr sz="3200" spc="-15" dirty="0">
                <a:latin typeface="Calibri"/>
                <a:cs typeface="Calibri"/>
              </a:rPr>
              <a:t> </a:t>
            </a:r>
            <a:r>
              <a:rPr sz="3200" dirty="0">
                <a:latin typeface="Symbol"/>
                <a:cs typeface="Symbol"/>
              </a:rPr>
              <a:t></a:t>
            </a:r>
            <a:r>
              <a:rPr sz="3200" spc="-110" dirty="0">
                <a:latin typeface="Times New Roman"/>
                <a:cs typeface="Times New Roman"/>
              </a:rPr>
              <a:t> </a:t>
            </a:r>
            <a:r>
              <a:rPr sz="3200" dirty="0">
                <a:latin typeface="Calibri"/>
                <a:cs typeface="Calibri"/>
              </a:rPr>
              <a:t>(b</a:t>
            </a:r>
            <a:r>
              <a:rPr sz="3200" spc="-30" dirty="0">
                <a:latin typeface="Calibri"/>
                <a:cs typeface="Calibri"/>
              </a:rPr>
              <a:t> </a:t>
            </a:r>
            <a:r>
              <a:rPr sz="3200" dirty="0">
                <a:latin typeface="Calibri"/>
                <a:cs typeface="Calibri"/>
              </a:rPr>
              <a:t>&gt;</a:t>
            </a:r>
            <a:r>
              <a:rPr sz="3200" spc="-20" dirty="0">
                <a:latin typeface="Calibri"/>
                <a:cs typeface="Calibri"/>
              </a:rPr>
              <a:t> </a:t>
            </a:r>
            <a:r>
              <a:rPr sz="3200" dirty="0">
                <a:latin typeface="Calibri"/>
                <a:cs typeface="Calibri"/>
              </a:rPr>
              <a:t>0)</a:t>
            </a:r>
            <a:r>
              <a:rPr sz="3200" spc="-20" dirty="0">
                <a:latin typeface="Calibri"/>
                <a:cs typeface="Calibri"/>
              </a:rPr>
              <a:t> </a:t>
            </a:r>
            <a:r>
              <a:rPr sz="3200" dirty="0">
                <a:latin typeface="Calibri"/>
                <a:cs typeface="Calibri"/>
              </a:rPr>
              <a:t>có</a:t>
            </a:r>
            <a:r>
              <a:rPr sz="3200" spc="-40" dirty="0">
                <a:latin typeface="Calibri"/>
                <a:cs typeface="Calibri"/>
              </a:rPr>
              <a:t> </a:t>
            </a:r>
            <a:r>
              <a:rPr sz="3200" dirty="0">
                <a:latin typeface="Calibri"/>
                <a:cs typeface="Calibri"/>
              </a:rPr>
              <a:t>chân</a:t>
            </a:r>
            <a:r>
              <a:rPr sz="3200" spc="-10" dirty="0">
                <a:latin typeface="Calibri"/>
                <a:cs typeface="Calibri"/>
              </a:rPr>
              <a:t> </a:t>
            </a:r>
            <a:r>
              <a:rPr sz="3200" dirty="0">
                <a:latin typeface="Calibri"/>
                <a:cs typeface="Calibri"/>
              </a:rPr>
              <a:t>trị</a:t>
            </a:r>
            <a:r>
              <a:rPr sz="3200" spc="-30" dirty="0">
                <a:latin typeface="Calibri"/>
                <a:cs typeface="Calibri"/>
              </a:rPr>
              <a:t> </a:t>
            </a:r>
            <a:r>
              <a:rPr sz="3200" dirty="0">
                <a:latin typeface="Calibri"/>
                <a:cs typeface="Calibri"/>
              </a:rPr>
              <a:t>sai</a:t>
            </a:r>
            <a:r>
              <a:rPr sz="3200" spc="-30" dirty="0">
                <a:latin typeface="Calibri"/>
                <a:cs typeface="Calibri"/>
              </a:rPr>
              <a:t> </a:t>
            </a:r>
            <a:r>
              <a:rPr sz="3200" dirty="0">
                <a:latin typeface="Calibri"/>
                <a:cs typeface="Calibri"/>
              </a:rPr>
              <a:t>thì</a:t>
            </a:r>
            <a:r>
              <a:rPr sz="3200" spc="-20" dirty="0">
                <a:latin typeface="Calibri"/>
                <a:cs typeface="Calibri"/>
              </a:rPr>
              <a:t> </a:t>
            </a:r>
            <a:r>
              <a:rPr sz="3200" dirty="0">
                <a:latin typeface="Calibri"/>
                <a:cs typeface="Calibri"/>
              </a:rPr>
              <a:t>P(a</a:t>
            </a:r>
            <a:r>
              <a:rPr sz="3200" spc="-30"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b)</a:t>
            </a:r>
            <a:r>
              <a:rPr sz="3200" spc="-15" dirty="0">
                <a:latin typeface="Calibri"/>
                <a:cs typeface="Calibri"/>
              </a:rPr>
              <a:t> </a:t>
            </a:r>
            <a:r>
              <a:rPr sz="3200" spc="-25" dirty="0">
                <a:latin typeface="Calibri"/>
                <a:cs typeface="Calibri"/>
              </a:rPr>
              <a:t>có </a:t>
            </a:r>
            <a:r>
              <a:rPr sz="3200" dirty="0">
                <a:latin typeface="Calibri"/>
                <a:cs typeface="Calibri"/>
              </a:rPr>
              <a:t>chân</a:t>
            </a:r>
            <a:r>
              <a:rPr sz="3200" spc="-45" dirty="0">
                <a:latin typeface="Calibri"/>
                <a:cs typeface="Calibri"/>
              </a:rPr>
              <a:t> </a:t>
            </a:r>
            <a:r>
              <a:rPr sz="3200" dirty="0">
                <a:latin typeface="Calibri"/>
                <a:cs typeface="Calibri"/>
              </a:rPr>
              <a:t>trị</a:t>
            </a:r>
            <a:r>
              <a:rPr sz="3200" spc="-40" dirty="0">
                <a:latin typeface="Calibri"/>
                <a:cs typeface="Calibri"/>
              </a:rPr>
              <a:t> </a:t>
            </a:r>
            <a:r>
              <a:rPr sz="3200" spc="-10" dirty="0">
                <a:latin typeface="Calibri"/>
                <a:cs typeface="Calibri"/>
              </a:rPr>
              <a:t>đúng.</a:t>
            </a:r>
            <a:endParaRPr sz="3200">
              <a:latin typeface="Calibri"/>
              <a:cs typeface="Calibri"/>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135164"/>
            <a:ext cx="7950834" cy="2955925"/>
          </a:xfrm>
          <a:prstGeom prst="rect">
            <a:avLst/>
          </a:prstGeom>
        </p:spPr>
        <p:txBody>
          <a:bodyPr vert="horz" wrap="square" lIns="0" tIns="113664" rIns="0" bIns="0" rtlCol="0">
            <a:spAutoFit/>
          </a:bodyPr>
          <a:lstStyle/>
          <a:p>
            <a:pPr marL="12700">
              <a:lnSpc>
                <a:spcPct val="100000"/>
              </a:lnSpc>
              <a:spcBef>
                <a:spcPts val="894"/>
              </a:spcBef>
            </a:pPr>
            <a:r>
              <a:rPr sz="3200" b="1" dirty="0">
                <a:latin typeface="Calibri"/>
                <a:cs typeface="Calibri"/>
              </a:rPr>
              <a:t>Ví</a:t>
            </a:r>
            <a:r>
              <a:rPr sz="3200" b="1" spc="-15" dirty="0">
                <a:latin typeface="Calibri"/>
                <a:cs typeface="Calibri"/>
              </a:rPr>
              <a:t> </a:t>
            </a:r>
            <a:r>
              <a:rPr sz="3200" b="1" dirty="0">
                <a:latin typeface="Calibri"/>
                <a:cs typeface="Calibri"/>
              </a:rPr>
              <a:t>dụ</a:t>
            </a:r>
            <a:r>
              <a:rPr sz="3200" b="1" spc="-15" dirty="0">
                <a:latin typeface="Calibri"/>
                <a:cs typeface="Calibri"/>
              </a:rPr>
              <a:t> </a:t>
            </a:r>
            <a:r>
              <a:rPr sz="3200" b="1" spc="-25" dirty="0">
                <a:latin typeface="Calibri"/>
                <a:cs typeface="Calibri"/>
              </a:rPr>
              <a:t>4:</a:t>
            </a:r>
            <a:endParaRPr sz="3200">
              <a:latin typeface="Calibri"/>
              <a:cs typeface="Calibri"/>
            </a:endParaRPr>
          </a:p>
          <a:p>
            <a:pPr marL="12700" marR="768985">
              <a:lnSpc>
                <a:spcPct val="119400"/>
              </a:lnSpc>
              <a:spcBef>
                <a:spcPts val="50"/>
              </a:spcBef>
            </a:pPr>
            <a:r>
              <a:rPr sz="3200" dirty="0">
                <a:latin typeface="Symbol"/>
                <a:cs typeface="Symbol"/>
              </a:rPr>
              <a:t></a:t>
            </a:r>
            <a:r>
              <a:rPr sz="3200" dirty="0">
                <a:latin typeface="Calibri"/>
                <a:cs typeface="Calibri"/>
              </a:rPr>
              <a:t>x</a:t>
            </a:r>
            <a:r>
              <a:rPr sz="3200" spc="-10"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Z,</a:t>
            </a:r>
            <a:r>
              <a:rPr sz="3200" spc="-20" dirty="0">
                <a:latin typeface="Calibri"/>
                <a:cs typeface="Calibri"/>
              </a:rPr>
              <a:t> </a:t>
            </a:r>
            <a:r>
              <a:rPr sz="3200" dirty="0">
                <a:latin typeface="Symbol"/>
                <a:cs typeface="Symbol"/>
              </a:rPr>
              <a:t></a:t>
            </a:r>
            <a:r>
              <a:rPr sz="3200" dirty="0">
                <a:latin typeface="Calibri"/>
                <a:cs typeface="Calibri"/>
              </a:rPr>
              <a:t>y</a:t>
            </a:r>
            <a:r>
              <a:rPr sz="3200" spc="-10" dirty="0">
                <a:latin typeface="Calibri"/>
                <a:cs typeface="Calibri"/>
              </a:rPr>
              <a:t> </a:t>
            </a:r>
            <a:r>
              <a:rPr sz="3200" dirty="0">
                <a:latin typeface="Symbol"/>
                <a:cs typeface="Symbol"/>
              </a:rPr>
              <a:t></a:t>
            </a:r>
            <a:r>
              <a:rPr sz="3200" spc="-90" dirty="0">
                <a:latin typeface="Times New Roman"/>
                <a:cs typeface="Times New Roman"/>
              </a:rPr>
              <a:t> </a:t>
            </a:r>
            <a:r>
              <a:rPr sz="3200" dirty="0">
                <a:latin typeface="Calibri"/>
                <a:cs typeface="Calibri"/>
              </a:rPr>
              <a:t>Z,</a:t>
            </a:r>
            <a:r>
              <a:rPr sz="3200" spc="-20" dirty="0">
                <a:latin typeface="Calibri"/>
                <a:cs typeface="Calibri"/>
              </a:rPr>
              <a:t> </a:t>
            </a:r>
            <a:r>
              <a:rPr sz="3200" dirty="0">
                <a:latin typeface="Calibri"/>
                <a:cs typeface="Calibri"/>
              </a:rPr>
              <a:t>(x</a:t>
            </a:r>
            <a:r>
              <a:rPr sz="3200" spc="-20" dirty="0">
                <a:latin typeface="Calibri"/>
                <a:cs typeface="Calibri"/>
              </a:rPr>
              <a:t> </a:t>
            </a:r>
            <a:r>
              <a:rPr sz="3200" dirty="0">
                <a:latin typeface="Calibri"/>
                <a:cs typeface="Calibri"/>
              </a:rPr>
              <a:t>&gt;</a:t>
            </a:r>
            <a:r>
              <a:rPr sz="3200" spc="-20" dirty="0">
                <a:latin typeface="Calibri"/>
                <a:cs typeface="Calibri"/>
              </a:rPr>
              <a:t> </a:t>
            </a:r>
            <a:r>
              <a:rPr sz="3200" dirty="0">
                <a:latin typeface="Calibri"/>
                <a:cs typeface="Calibri"/>
              </a:rPr>
              <a:t>0)</a:t>
            </a:r>
            <a:r>
              <a:rPr sz="3200" spc="-10"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Calibri"/>
                <a:cs typeface="Calibri"/>
              </a:rPr>
              <a:t>(y</a:t>
            </a:r>
            <a:r>
              <a:rPr sz="3200" spc="-20" dirty="0">
                <a:latin typeface="Calibri"/>
                <a:cs typeface="Calibri"/>
              </a:rPr>
              <a:t> </a:t>
            </a:r>
            <a:r>
              <a:rPr sz="3200" dirty="0">
                <a:latin typeface="Calibri"/>
                <a:cs typeface="Calibri"/>
              </a:rPr>
              <a:t>&gt;</a:t>
            </a:r>
            <a:r>
              <a:rPr sz="3200" spc="-20" dirty="0">
                <a:latin typeface="Calibri"/>
                <a:cs typeface="Calibri"/>
              </a:rPr>
              <a:t> </a:t>
            </a:r>
            <a:r>
              <a:rPr sz="3200" dirty="0">
                <a:latin typeface="Calibri"/>
                <a:cs typeface="Calibri"/>
              </a:rPr>
              <a:t>0)</a:t>
            </a:r>
            <a:r>
              <a:rPr sz="3200" spc="-15"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x</a:t>
            </a:r>
            <a:r>
              <a:rPr sz="3200" spc="-2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y</a:t>
            </a:r>
            <a:r>
              <a:rPr sz="3200" spc="-20" dirty="0">
                <a:latin typeface="Calibri"/>
                <a:cs typeface="Calibri"/>
              </a:rPr>
              <a:t> </a:t>
            </a:r>
            <a:r>
              <a:rPr sz="3200" dirty="0">
                <a:latin typeface="Calibri"/>
                <a:cs typeface="Calibri"/>
              </a:rPr>
              <a:t>=</a:t>
            </a:r>
            <a:r>
              <a:rPr sz="3200" spc="-10" dirty="0">
                <a:latin typeface="Calibri"/>
                <a:cs typeface="Calibri"/>
              </a:rPr>
              <a:t> </a:t>
            </a:r>
            <a:r>
              <a:rPr sz="3200" spc="-25" dirty="0">
                <a:latin typeface="Calibri"/>
                <a:cs typeface="Calibri"/>
              </a:rPr>
              <a:t>0. </a:t>
            </a:r>
            <a:r>
              <a:rPr sz="3200" spc="-90" dirty="0">
                <a:latin typeface="Calibri"/>
                <a:cs typeface="Calibri"/>
              </a:rPr>
              <a:t>Ta</a:t>
            </a:r>
            <a:r>
              <a:rPr sz="3200" spc="-95" dirty="0">
                <a:latin typeface="Calibri"/>
                <a:cs typeface="Calibri"/>
              </a:rPr>
              <a:t> </a:t>
            </a:r>
            <a:r>
              <a:rPr sz="3200" spc="-25" dirty="0">
                <a:latin typeface="Calibri"/>
                <a:cs typeface="Calibri"/>
              </a:rPr>
              <a:t>có</a:t>
            </a:r>
            <a:endParaRPr sz="3200">
              <a:latin typeface="Calibri"/>
              <a:cs typeface="Calibri"/>
            </a:endParaRPr>
          </a:p>
          <a:p>
            <a:pPr marL="12700" marR="5080" indent="350520">
              <a:lnSpc>
                <a:spcPct val="119400"/>
              </a:lnSpc>
              <a:spcBef>
                <a:spcPts val="50"/>
              </a:spcBef>
            </a:pPr>
            <a:r>
              <a:rPr sz="3200" dirty="0">
                <a:latin typeface="Calibri"/>
                <a:cs typeface="Calibri"/>
              </a:rPr>
              <a:t>P(x,</a:t>
            </a:r>
            <a:r>
              <a:rPr sz="3200" spc="-35" dirty="0">
                <a:latin typeface="Calibri"/>
                <a:cs typeface="Calibri"/>
              </a:rPr>
              <a:t> </a:t>
            </a:r>
            <a:r>
              <a:rPr sz="3200" dirty="0">
                <a:latin typeface="Calibri"/>
                <a:cs typeface="Calibri"/>
              </a:rPr>
              <a:t>y)</a:t>
            </a:r>
            <a:r>
              <a:rPr sz="3200" spc="-1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“(x</a:t>
            </a:r>
            <a:r>
              <a:rPr sz="3200" spc="-15" dirty="0">
                <a:latin typeface="Calibri"/>
                <a:cs typeface="Calibri"/>
              </a:rPr>
              <a:t> </a:t>
            </a:r>
            <a:r>
              <a:rPr sz="3200" dirty="0">
                <a:latin typeface="Calibri"/>
                <a:cs typeface="Calibri"/>
              </a:rPr>
              <a:t>&gt;</a:t>
            </a:r>
            <a:r>
              <a:rPr sz="3200" spc="-20" dirty="0">
                <a:latin typeface="Calibri"/>
                <a:cs typeface="Calibri"/>
              </a:rPr>
              <a:t> </a:t>
            </a:r>
            <a:r>
              <a:rPr sz="3200" dirty="0">
                <a:latin typeface="Calibri"/>
                <a:cs typeface="Calibri"/>
              </a:rPr>
              <a:t>0)</a:t>
            </a:r>
            <a:r>
              <a:rPr sz="3200" spc="-20"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Calibri"/>
                <a:cs typeface="Calibri"/>
              </a:rPr>
              <a:t>(y</a:t>
            </a:r>
            <a:r>
              <a:rPr sz="3200" spc="-20" dirty="0">
                <a:latin typeface="Calibri"/>
                <a:cs typeface="Calibri"/>
              </a:rPr>
              <a:t> </a:t>
            </a:r>
            <a:r>
              <a:rPr sz="3200" dirty="0">
                <a:latin typeface="Calibri"/>
                <a:cs typeface="Calibri"/>
              </a:rPr>
              <a:t>&gt;</a:t>
            </a:r>
            <a:r>
              <a:rPr sz="3200" spc="-20" dirty="0">
                <a:latin typeface="Calibri"/>
                <a:cs typeface="Calibri"/>
              </a:rPr>
              <a:t> </a:t>
            </a:r>
            <a:r>
              <a:rPr sz="3200" dirty="0">
                <a:latin typeface="Calibri"/>
                <a:cs typeface="Calibri"/>
              </a:rPr>
              <a:t>0)</a:t>
            </a:r>
            <a:r>
              <a:rPr sz="3200" spc="-10"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x</a:t>
            </a:r>
            <a:r>
              <a:rPr sz="3200" spc="-2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y</a:t>
            </a:r>
            <a:r>
              <a:rPr sz="3200" spc="-20" dirty="0">
                <a:latin typeface="Calibri"/>
                <a:cs typeface="Calibri"/>
              </a:rPr>
              <a:t> </a:t>
            </a:r>
            <a:r>
              <a:rPr sz="3200" dirty="0">
                <a:latin typeface="Calibri"/>
                <a:cs typeface="Calibri"/>
              </a:rPr>
              <a:t>=</a:t>
            </a:r>
            <a:r>
              <a:rPr sz="3200" spc="-15" dirty="0">
                <a:latin typeface="Calibri"/>
                <a:cs typeface="Calibri"/>
              </a:rPr>
              <a:t> </a:t>
            </a:r>
            <a:r>
              <a:rPr sz="3200" spc="-90" dirty="0">
                <a:latin typeface="Calibri"/>
                <a:cs typeface="Calibri"/>
              </a:rPr>
              <a:t>0”,</a:t>
            </a:r>
            <a:r>
              <a:rPr sz="3200" spc="-20" dirty="0">
                <a:latin typeface="Calibri"/>
                <a:cs typeface="Calibri"/>
              </a:rPr>
              <a:t> </a:t>
            </a:r>
            <a:r>
              <a:rPr sz="3200" dirty="0">
                <a:latin typeface="Calibri"/>
                <a:cs typeface="Calibri"/>
              </a:rPr>
              <a:t>x,</a:t>
            </a:r>
            <a:r>
              <a:rPr sz="3200" spc="-20" dirty="0">
                <a:latin typeface="Calibri"/>
                <a:cs typeface="Calibri"/>
              </a:rPr>
              <a:t> </a:t>
            </a:r>
            <a:r>
              <a:rPr sz="3200" dirty="0">
                <a:latin typeface="Calibri"/>
                <a:cs typeface="Calibri"/>
              </a:rPr>
              <a:t>y</a:t>
            </a:r>
            <a:r>
              <a:rPr sz="3200" spc="-15" dirty="0">
                <a:latin typeface="Calibri"/>
                <a:cs typeface="Calibri"/>
              </a:rPr>
              <a:t> </a:t>
            </a:r>
            <a:r>
              <a:rPr sz="3200" dirty="0">
                <a:latin typeface="Symbol"/>
                <a:cs typeface="Symbol"/>
              </a:rPr>
              <a:t></a:t>
            </a:r>
            <a:r>
              <a:rPr sz="3200" spc="-95" dirty="0">
                <a:latin typeface="Times New Roman"/>
                <a:cs typeface="Times New Roman"/>
              </a:rPr>
              <a:t> </a:t>
            </a:r>
            <a:r>
              <a:rPr sz="3200" spc="-25" dirty="0">
                <a:latin typeface="Cambria Math"/>
                <a:cs typeface="Cambria Math"/>
              </a:rPr>
              <a:t>ℤ</a:t>
            </a:r>
            <a:r>
              <a:rPr sz="3200" spc="-25" dirty="0">
                <a:latin typeface="Calibri"/>
                <a:cs typeface="Calibri"/>
              </a:rPr>
              <a:t>. </a:t>
            </a:r>
            <a:r>
              <a:rPr sz="3200" dirty="0">
                <a:latin typeface="Calibri"/>
                <a:cs typeface="Calibri"/>
              </a:rPr>
              <a:t>Lượng</a:t>
            </a:r>
            <a:r>
              <a:rPr sz="3200" spc="-25" dirty="0">
                <a:latin typeface="Calibri"/>
                <a:cs typeface="Calibri"/>
              </a:rPr>
              <a:t> </a:t>
            </a:r>
            <a:r>
              <a:rPr sz="3200" dirty="0">
                <a:latin typeface="Calibri"/>
                <a:cs typeface="Calibri"/>
              </a:rPr>
              <a:t>từ</a:t>
            </a:r>
            <a:r>
              <a:rPr sz="3200" spc="-25" dirty="0">
                <a:latin typeface="Calibri"/>
                <a:cs typeface="Calibri"/>
              </a:rPr>
              <a:t> </a:t>
            </a:r>
            <a:r>
              <a:rPr sz="3200" dirty="0">
                <a:latin typeface="Calibri"/>
                <a:cs typeface="Calibri"/>
              </a:rPr>
              <a:t>đã</a:t>
            </a:r>
            <a:r>
              <a:rPr sz="3200" spc="-25" dirty="0">
                <a:latin typeface="Calibri"/>
                <a:cs typeface="Calibri"/>
              </a:rPr>
              <a:t> </a:t>
            </a:r>
            <a:r>
              <a:rPr sz="3200" dirty="0">
                <a:latin typeface="Calibri"/>
                <a:cs typeface="Calibri"/>
              </a:rPr>
              <a:t>cho</a:t>
            </a:r>
            <a:r>
              <a:rPr sz="3200" spc="-30" dirty="0">
                <a:latin typeface="Calibri"/>
                <a:cs typeface="Calibri"/>
              </a:rPr>
              <a:t> </a:t>
            </a:r>
            <a:r>
              <a:rPr sz="3200" dirty="0">
                <a:latin typeface="Calibri"/>
                <a:cs typeface="Calibri"/>
              </a:rPr>
              <a:t>có</a:t>
            </a:r>
            <a:r>
              <a:rPr sz="3200" spc="-30" dirty="0">
                <a:latin typeface="Calibri"/>
                <a:cs typeface="Calibri"/>
              </a:rPr>
              <a:t> </a:t>
            </a:r>
            <a:r>
              <a:rPr sz="3200" dirty="0">
                <a:latin typeface="Calibri"/>
                <a:cs typeface="Calibri"/>
              </a:rPr>
              <a:t>chân</a:t>
            </a:r>
            <a:r>
              <a:rPr sz="3200" spc="-30" dirty="0">
                <a:latin typeface="Calibri"/>
                <a:cs typeface="Calibri"/>
              </a:rPr>
              <a:t> </a:t>
            </a:r>
            <a:r>
              <a:rPr sz="3200" dirty="0">
                <a:latin typeface="Calibri"/>
                <a:cs typeface="Calibri"/>
              </a:rPr>
              <a:t>trị</a:t>
            </a:r>
            <a:r>
              <a:rPr sz="3200" spc="-20" dirty="0">
                <a:latin typeface="Calibri"/>
                <a:cs typeface="Calibri"/>
              </a:rPr>
              <a:t> </a:t>
            </a:r>
            <a:r>
              <a:rPr sz="3200" dirty="0">
                <a:latin typeface="Calibri"/>
                <a:cs typeface="Calibri"/>
              </a:rPr>
              <a:t>sai</a:t>
            </a:r>
            <a:r>
              <a:rPr sz="3200" spc="-25" dirty="0">
                <a:latin typeface="Calibri"/>
                <a:cs typeface="Calibri"/>
              </a:rPr>
              <a:t> </a:t>
            </a:r>
            <a:r>
              <a:rPr sz="3200" dirty="0">
                <a:latin typeface="Calibri"/>
                <a:cs typeface="Calibri"/>
              </a:rPr>
              <a:t>vì</a:t>
            </a:r>
            <a:r>
              <a:rPr sz="3200" spc="-25"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a:t>
            </a:r>
            <a:r>
              <a:rPr sz="3200" spc="-30" dirty="0">
                <a:latin typeface="Calibri"/>
                <a:cs typeface="Calibri"/>
              </a:rPr>
              <a:t> </a:t>
            </a:r>
            <a:r>
              <a:rPr sz="3200" spc="-50" dirty="0">
                <a:latin typeface="Calibri"/>
                <a:cs typeface="Calibri"/>
              </a:rPr>
              <a:t>.</a:t>
            </a:r>
            <a:endParaRPr sz="3200">
              <a:latin typeface="Calibri"/>
              <a:cs typeface="Calibri"/>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144313"/>
            <a:ext cx="8060055" cy="3827779"/>
          </a:xfrm>
          <a:prstGeom prst="rect">
            <a:avLst/>
          </a:prstGeom>
        </p:spPr>
        <p:txBody>
          <a:bodyPr vert="horz" wrap="square" lIns="0" tIns="107314" rIns="0" bIns="0" rtlCol="0">
            <a:spAutoFit/>
          </a:bodyPr>
          <a:lstStyle/>
          <a:p>
            <a:pPr marL="12700" algn="just">
              <a:lnSpc>
                <a:spcPct val="100000"/>
              </a:lnSpc>
              <a:spcBef>
                <a:spcPts val="844"/>
              </a:spcBef>
            </a:pPr>
            <a:r>
              <a:rPr sz="3200" b="1" dirty="0">
                <a:latin typeface="Calibri"/>
                <a:cs typeface="Calibri"/>
              </a:rPr>
              <a:t>Dạng</a:t>
            </a:r>
            <a:r>
              <a:rPr sz="3200" b="1" spc="-40" dirty="0">
                <a:latin typeface="Calibri"/>
                <a:cs typeface="Calibri"/>
              </a:rPr>
              <a:t> </a:t>
            </a:r>
            <a:r>
              <a:rPr sz="3200" b="1" dirty="0">
                <a:latin typeface="Calibri"/>
                <a:cs typeface="Calibri"/>
              </a:rPr>
              <a:t>2:</a:t>
            </a:r>
            <a:r>
              <a:rPr sz="3200" b="1" spc="-10" dirty="0">
                <a:latin typeface="Calibri"/>
                <a:cs typeface="Calibri"/>
              </a:rPr>
              <a:t> </a:t>
            </a:r>
            <a:r>
              <a:rPr sz="3200" dirty="0">
                <a:latin typeface="Symbol"/>
                <a:cs typeface="Symbol"/>
              </a:rPr>
              <a:t></a:t>
            </a:r>
            <a:r>
              <a:rPr sz="3200" b="1" dirty="0">
                <a:latin typeface="Calibri"/>
                <a:cs typeface="Calibri"/>
              </a:rPr>
              <a:t>x</a:t>
            </a:r>
            <a:r>
              <a:rPr sz="3200" b="1" spc="-20" dirty="0">
                <a:latin typeface="Calibri"/>
                <a:cs typeface="Calibri"/>
              </a:rPr>
              <a:t> </a:t>
            </a:r>
            <a:r>
              <a:rPr sz="3200" dirty="0">
                <a:latin typeface="Symbol"/>
                <a:cs typeface="Symbol"/>
              </a:rPr>
              <a:t></a:t>
            </a:r>
            <a:r>
              <a:rPr sz="3200" spc="-90" dirty="0">
                <a:latin typeface="Times New Roman"/>
                <a:cs typeface="Times New Roman"/>
              </a:rPr>
              <a:t> </a:t>
            </a:r>
            <a:r>
              <a:rPr sz="3200" b="1" dirty="0">
                <a:latin typeface="Calibri"/>
                <a:cs typeface="Calibri"/>
              </a:rPr>
              <a:t>A,</a:t>
            </a:r>
            <a:r>
              <a:rPr sz="3200" b="1" spc="-20" dirty="0">
                <a:latin typeface="Calibri"/>
                <a:cs typeface="Calibri"/>
              </a:rPr>
              <a:t> </a:t>
            </a:r>
            <a:r>
              <a:rPr sz="3200" dirty="0">
                <a:latin typeface="Symbol"/>
                <a:cs typeface="Symbol"/>
              </a:rPr>
              <a:t></a:t>
            </a:r>
            <a:r>
              <a:rPr sz="3200" b="1" dirty="0">
                <a:latin typeface="Calibri"/>
                <a:cs typeface="Calibri"/>
              </a:rPr>
              <a:t>y</a:t>
            </a:r>
            <a:r>
              <a:rPr sz="3200" b="1" spc="-40" dirty="0">
                <a:latin typeface="Calibri"/>
                <a:cs typeface="Calibri"/>
              </a:rPr>
              <a:t> </a:t>
            </a:r>
            <a:r>
              <a:rPr sz="3200" dirty="0">
                <a:latin typeface="Symbol"/>
                <a:cs typeface="Symbol"/>
              </a:rPr>
              <a:t></a:t>
            </a:r>
            <a:r>
              <a:rPr sz="3200" spc="-90" dirty="0">
                <a:latin typeface="Times New Roman"/>
                <a:cs typeface="Times New Roman"/>
              </a:rPr>
              <a:t> </a:t>
            </a:r>
            <a:r>
              <a:rPr sz="3200" b="1" dirty="0">
                <a:latin typeface="Calibri"/>
                <a:cs typeface="Calibri"/>
              </a:rPr>
              <a:t>B,</a:t>
            </a:r>
            <a:r>
              <a:rPr sz="3200" b="1" spc="-15" dirty="0">
                <a:latin typeface="Calibri"/>
                <a:cs typeface="Calibri"/>
              </a:rPr>
              <a:t> </a:t>
            </a:r>
            <a:r>
              <a:rPr sz="3200" b="1" dirty="0">
                <a:latin typeface="Calibri"/>
                <a:cs typeface="Calibri"/>
              </a:rPr>
              <a:t>P(x,</a:t>
            </a:r>
            <a:r>
              <a:rPr sz="3200" b="1" spc="-15" dirty="0">
                <a:latin typeface="Calibri"/>
                <a:cs typeface="Calibri"/>
              </a:rPr>
              <a:t> </a:t>
            </a:r>
            <a:r>
              <a:rPr sz="3200" b="1" spc="-25" dirty="0">
                <a:latin typeface="Calibri"/>
                <a:cs typeface="Calibri"/>
              </a:rPr>
              <a:t>y)</a:t>
            </a:r>
            <a:endParaRPr sz="3200">
              <a:latin typeface="Calibri"/>
              <a:cs typeface="Calibri"/>
            </a:endParaRPr>
          </a:p>
          <a:p>
            <a:pPr marL="12700" algn="just">
              <a:lnSpc>
                <a:spcPct val="100000"/>
              </a:lnSpc>
              <a:spcBef>
                <a:spcPts val="745"/>
              </a:spcBef>
            </a:pPr>
            <a:r>
              <a:rPr sz="3200" dirty="0">
                <a:latin typeface="Calibri"/>
                <a:cs typeface="Calibri"/>
              </a:rPr>
              <a:t>có</a:t>
            </a:r>
            <a:r>
              <a:rPr sz="3200" spc="-50" dirty="0">
                <a:latin typeface="Calibri"/>
                <a:cs typeface="Calibri"/>
              </a:rPr>
              <a:t> </a:t>
            </a:r>
            <a:r>
              <a:rPr sz="3200" dirty="0">
                <a:latin typeface="Calibri"/>
                <a:cs typeface="Calibri"/>
              </a:rPr>
              <a:t>chân</a:t>
            </a:r>
            <a:r>
              <a:rPr sz="3200" spc="-20" dirty="0">
                <a:latin typeface="Calibri"/>
                <a:cs typeface="Calibri"/>
              </a:rPr>
              <a:t> </a:t>
            </a:r>
            <a:r>
              <a:rPr sz="3200" dirty="0">
                <a:latin typeface="Calibri"/>
                <a:cs typeface="Calibri"/>
              </a:rPr>
              <a:t>trị</a:t>
            </a:r>
            <a:r>
              <a:rPr sz="3200" spc="-50" dirty="0">
                <a:latin typeface="Calibri"/>
                <a:cs typeface="Calibri"/>
              </a:rPr>
              <a:t> :</a:t>
            </a:r>
            <a:endParaRPr sz="3200">
              <a:latin typeface="Calibri"/>
              <a:cs typeface="Calibri"/>
            </a:endParaRPr>
          </a:p>
          <a:p>
            <a:pPr marL="469900" marR="210185" indent="-457834" algn="just">
              <a:lnSpc>
                <a:spcPct val="99700"/>
              </a:lnSpc>
              <a:spcBef>
                <a:spcPts val="805"/>
              </a:spcBef>
              <a:buFont typeface="Calibri"/>
              <a:buChar char="-"/>
              <a:tabLst>
                <a:tab pos="469900" algn="l"/>
              </a:tabLst>
            </a:pPr>
            <a:r>
              <a:rPr sz="3200" b="1" dirty="0">
                <a:latin typeface="Calibri"/>
                <a:cs typeface="Calibri"/>
              </a:rPr>
              <a:t>ĐÚNG</a:t>
            </a:r>
            <a:r>
              <a:rPr sz="3200" b="1" spc="-40"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Nếu</a:t>
            </a:r>
            <a:r>
              <a:rPr sz="3200" spc="-30" dirty="0">
                <a:latin typeface="Calibri"/>
                <a:cs typeface="Calibri"/>
              </a:rPr>
              <a:t> </a:t>
            </a:r>
            <a:r>
              <a:rPr sz="3200" dirty="0">
                <a:solidFill>
                  <a:srgbClr val="FF0000"/>
                </a:solidFill>
                <a:latin typeface="Calibri"/>
                <a:cs typeface="Calibri"/>
              </a:rPr>
              <a:t>thay</a:t>
            </a:r>
            <a:r>
              <a:rPr sz="3200" spc="-25" dirty="0">
                <a:solidFill>
                  <a:srgbClr val="FF0000"/>
                </a:solidFill>
                <a:latin typeface="Calibri"/>
                <a:cs typeface="Calibri"/>
              </a:rPr>
              <a:t> </a:t>
            </a:r>
            <a:r>
              <a:rPr sz="3200" dirty="0">
                <a:solidFill>
                  <a:srgbClr val="FF0000"/>
                </a:solidFill>
                <a:latin typeface="Calibri"/>
                <a:cs typeface="Calibri"/>
              </a:rPr>
              <a:t>x</a:t>
            </a:r>
            <a:r>
              <a:rPr sz="3200" spc="-25" dirty="0">
                <a:solidFill>
                  <a:srgbClr val="FF0000"/>
                </a:solidFill>
                <a:latin typeface="Calibri"/>
                <a:cs typeface="Calibri"/>
              </a:rPr>
              <a:t> </a:t>
            </a:r>
            <a:r>
              <a:rPr sz="3200" dirty="0">
                <a:solidFill>
                  <a:srgbClr val="FF0000"/>
                </a:solidFill>
                <a:latin typeface="Calibri"/>
                <a:cs typeface="Calibri"/>
              </a:rPr>
              <a:t>bằng</a:t>
            </a:r>
            <a:r>
              <a:rPr sz="3200" spc="-5" dirty="0">
                <a:solidFill>
                  <a:srgbClr val="FF0000"/>
                </a:solidFill>
                <a:latin typeface="Calibri"/>
                <a:cs typeface="Calibri"/>
              </a:rPr>
              <a:t> </a:t>
            </a:r>
            <a:r>
              <a:rPr sz="3200" dirty="0">
                <a:solidFill>
                  <a:srgbClr val="FF0000"/>
                </a:solidFill>
                <a:latin typeface="Calibri"/>
                <a:cs typeface="Calibri"/>
              </a:rPr>
              <a:t>giá</a:t>
            </a:r>
            <a:r>
              <a:rPr sz="3200" spc="-30" dirty="0">
                <a:solidFill>
                  <a:srgbClr val="FF0000"/>
                </a:solidFill>
                <a:latin typeface="Calibri"/>
                <a:cs typeface="Calibri"/>
              </a:rPr>
              <a:t> </a:t>
            </a:r>
            <a:r>
              <a:rPr sz="3200" dirty="0">
                <a:solidFill>
                  <a:srgbClr val="FF0000"/>
                </a:solidFill>
                <a:latin typeface="Calibri"/>
                <a:cs typeface="Calibri"/>
              </a:rPr>
              <a:t>trị</a:t>
            </a:r>
            <a:r>
              <a:rPr sz="3200" spc="-15" dirty="0">
                <a:solidFill>
                  <a:srgbClr val="FF0000"/>
                </a:solidFill>
                <a:latin typeface="Calibri"/>
                <a:cs typeface="Calibri"/>
              </a:rPr>
              <a:t> </a:t>
            </a:r>
            <a:r>
              <a:rPr sz="3200" b="1" dirty="0">
                <a:solidFill>
                  <a:srgbClr val="FF0000"/>
                </a:solidFill>
                <a:latin typeface="Calibri"/>
                <a:cs typeface="Calibri"/>
              </a:rPr>
              <a:t>bất</a:t>
            </a:r>
            <a:r>
              <a:rPr sz="3200" b="1" spc="-35" dirty="0">
                <a:solidFill>
                  <a:srgbClr val="FF0000"/>
                </a:solidFill>
                <a:latin typeface="Calibri"/>
                <a:cs typeface="Calibri"/>
              </a:rPr>
              <a:t> </a:t>
            </a:r>
            <a:r>
              <a:rPr sz="3200" b="1" dirty="0">
                <a:solidFill>
                  <a:srgbClr val="FF0000"/>
                </a:solidFill>
                <a:latin typeface="Calibri"/>
                <a:cs typeface="Calibri"/>
              </a:rPr>
              <a:t>kỳ</a:t>
            </a:r>
            <a:r>
              <a:rPr sz="3200" b="1" spc="-50" dirty="0">
                <a:solidFill>
                  <a:srgbClr val="FF0000"/>
                </a:solidFill>
                <a:latin typeface="Calibri"/>
                <a:cs typeface="Calibri"/>
              </a:rPr>
              <a:t> </a:t>
            </a:r>
            <a:r>
              <a:rPr sz="3200" dirty="0">
                <a:solidFill>
                  <a:srgbClr val="FF0000"/>
                </a:solidFill>
                <a:latin typeface="Calibri"/>
                <a:cs typeface="Calibri"/>
              </a:rPr>
              <a:t>a</a:t>
            </a:r>
            <a:r>
              <a:rPr sz="3200" spc="-20" dirty="0">
                <a:solidFill>
                  <a:srgbClr val="FF0000"/>
                </a:solidFill>
                <a:latin typeface="Calibri"/>
                <a:cs typeface="Calibri"/>
              </a:rPr>
              <a:t> </a:t>
            </a:r>
            <a:r>
              <a:rPr sz="3200" dirty="0">
                <a:latin typeface="Symbol"/>
                <a:cs typeface="Symbol"/>
              </a:rPr>
              <a:t></a:t>
            </a:r>
            <a:r>
              <a:rPr sz="3200" spc="-105" dirty="0">
                <a:latin typeface="Times New Roman"/>
                <a:cs typeface="Times New Roman"/>
              </a:rPr>
              <a:t> </a:t>
            </a:r>
            <a:r>
              <a:rPr sz="3200" dirty="0">
                <a:latin typeface="Calibri"/>
                <a:cs typeface="Calibri"/>
              </a:rPr>
              <a:t>A</a:t>
            </a:r>
            <a:r>
              <a:rPr sz="3200" spc="-25" dirty="0">
                <a:latin typeface="Calibri"/>
                <a:cs typeface="Calibri"/>
              </a:rPr>
              <a:t> </a:t>
            </a:r>
            <a:r>
              <a:rPr sz="3200" spc="-50" dirty="0">
                <a:latin typeface="Calibri"/>
                <a:cs typeface="Calibri"/>
              </a:rPr>
              <a:t>, </a:t>
            </a:r>
            <a:r>
              <a:rPr sz="3200" b="1" dirty="0">
                <a:solidFill>
                  <a:srgbClr val="FF0000"/>
                </a:solidFill>
                <a:latin typeface="Calibri"/>
                <a:cs typeface="Calibri"/>
              </a:rPr>
              <a:t>có</a:t>
            </a:r>
            <a:r>
              <a:rPr sz="3200" b="1" spc="-45" dirty="0">
                <a:solidFill>
                  <a:srgbClr val="FF0000"/>
                </a:solidFill>
                <a:latin typeface="Calibri"/>
                <a:cs typeface="Calibri"/>
              </a:rPr>
              <a:t> </a:t>
            </a:r>
            <a:r>
              <a:rPr sz="3200" b="1" dirty="0">
                <a:solidFill>
                  <a:srgbClr val="FF0000"/>
                </a:solidFill>
                <a:latin typeface="Calibri"/>
                <a:cs typeface="Calibri"/>
              </a:rPr>
              <a:t>một</a:t>
            </a:r>
            <a:r>
              <a:rPr sz="3200" b="1" spc="-30" dirty="0">
                <a:solidFill>
                  <a:srgbClr val="FF0000"/>
                </a:solidFill>
                <a:latin typeface="Calibri"/>
                <a:cs typeface="Calibri"/>
              </a:rPr>
              <a:t> </a:t>
            </a:r>
            <a:r>
              <a:rPr sz="3200" dirty="0">
                <a:solidFill>
                  <a:srgbClr val="FF0000"/>
                </a:solidFill>
                <a:latin typeface="Calibri"/>
                <a:cs typeface="Calibri"/>
              </a:rPr>
              <a:t>giá</a:t>
            </a:r>
            <a:r>
              <a:rPr sz="3200" spc="-30" dirty="0">
                <a:solidFill>
                  <a:srgbClr val="FF0000"/>
                </a:solidFill>
                <a:latin typeface="Calibri"/>
                <a:cs typeface="Calibri"/>
              </a:rPr>
              <a:t> </a:t>
            </a:r>
            <a:r>
              <a:rPr sz="3200" dirty="0">
                <a:solidFill>
                  <a:srgbClr val="FF0000"/>
                </a:solidFill>
                <a:latin typeface="Calibri"/>
                <a:cs typeface="Calibri"/>
              </a:rPr>
              <a:t>trị</a:t>
            </a:r>
            <a:r>
              <a:rPr sz="3200" spc="-30" dirty="0">
                <a:solidFill>
                  <a:srgbClr val="FF0000"/>
                </a:solidFill>
                <a:latin typeface="Calibri"/>
                <a:cs typeface="Calibri"/>
              </a:rPr>
              <a:t> </a:t>
            </a:r>
            <a:r>
              <a:rPr sz="3200" dirty="0">
                <a:solidFill>
                  <a:srgbClr val="FF0000"/>
                </a:solidFill>
                <a:latin typeface="Calibri"/>
                <a:cs typeface="Calibri"/>
              </a:rPr>
              <a:t>b</a:t>
            </a:r>
            <a:r>
              <a:rPr sz="3200" spc="-20" dirty="0">
                <a:solidFill>
                  <a:srgbClr val="FF0000"/>
                </a:solidFill>
                <a:latin typeface="Calibri"/>
                <a:cs typeface="Calibri"/>
              </a:rPr>
              <a:t> </a:t>
            </a:r>
            <a:r>
              <a:rPr sz="3200" dirty="0">
                <a:solidFill>
                  <a:srgbClr val="FF0000"/>
                </a:solidFill>
                <a:latin typeface="Symbol"/>
                <a:cs typeface="Symbol"/>
              </a:rPr>
              <a:t></a:t>
            </a:r>
            <a:r>
              <a:rPr sz="3200" spc="-105" dirty="0">
                <a:solidFill>
                  <a:srgbClr val="FF0000"/>
                </a:solidFill>
                <a:latin typeface="Times New Roman"/>
                <a:cs typeface="Times New Roman"/>
              </a:rPr>
              <a:t> </a:t>
            </a:r>
            <a:r>
              <a:rPr sz="3200" dirty="0">
                <a:solidFill>
                  <a:srgbClr val="FF0000"/>
                </a:solidFill>
                <a:latin typeface="Calibri"/>
                <a:cs typeface="Calibri"/>
              </a:rPr>
              <a:t>B</a:t>
            </a:r>
            <a:r>
              <a:rPr sz="3200" dirty="0">
                <a:latin typeface="Calibri"/>
                <a:cs typeface="Calibri"/>
              </a:rPr>
              <a:t>,</a:t>
            </a:r>
            <a:r>
              <a:rPr sz="3200" spc="665" dirty="0">
                <a:latin typeface="Calibri"/>
                <a:cs typeface="Calibri"/>
              </a:rPr>
              <a:t> </a:t>
            </a:r>
            <a:r>
              <a:rPr sz="3200" dirty="0">
                <a:latin typeface="Calibri"/>
                <a:cs typeface="Calibri"/>
              </a:rPr>
              <a:t>ta</a:t>
            </a:r>
            <a:r>
              <a:rPr sz="3200" spc="-25" dirty="0">
                <a:latin typeface="Calibri"/>
                <a:cs typeface="Calibri"/>
              </a:rPr>
              <a:t> </a:t>
            </a:r>
            <a:r>
              <a:rPr sz="3200" dirty="0">
                <a:latin typeface="Calibri"/>
                <a:cs typeface="Calibri"/>
              </a:rPr>
              <a:t>có</a:t>
            </a:r>
            <a:r>
              <a:rPr sz="3200" spc="-45" dirty="0">
                <a:latin typeface="Calibri"/>
                <a:cs typeface="Calibri"/>
              </a:rPr>
              <a:t> </a:t>
            </a:r>
            <a:r>
              <a:rPr sz="3200" dirty="0">
                <a:latin typeface="Calibri"/>
                <a:cs typeface="Calibri"/>
              </a:rPr>
              <a:t>P(a,</a:t>
            </a:r>
            <a:r>
              <a:rPr sz="3200" spc="-30" dirty="0">
                <a:latin typeface="Calibri"/>
                <a:cs typeface="Calibri"/>
              </a:rPr>
              <a:t> </a:t>
            </a:r>
            <a:r>
              <a:rPr sz="3200" dirty="0">
                <a:latin typeface="Calibri"/>
                <a:cs typeface="Calibri"/>
              </a:rPr>
              <a:t>b)</a:t>
            </a:r>
            <a:r>
              <a:rPr sz="3200" spc="-30" dirty="0">
                <a:latin typeface="Calibri"/>
                <a:cs typeface="Calibri"/>
              </a:rPr>
              <a:t> </a:t>
            </a:r>
            <a:r>
              <a:rPr sz="3200" dirty="0">
                <a:latin typeface="Calibri"/>
                <a:cs typeface="Calibri"/>
              </a:rPr>
              <a:t>có</a:t>
            </a:r>
            <a:r>
              <a:rPr sz="3200" spc="-35" dirty="0">
                <a:latin typeface="Calibri"/>
                <a:cs typeface="Calibri"/>
              </a:rPr>
              <a:t> </a:t>
            </a:r>
            <a:r>
              <a:rPr sz="3200" dirty="0">
                <a:latin typeface="Calibri"/>
                <a:cs typeface="Calibri"/>
              </a:rPr>
              <a:t>chân</a:t>
            </a:r>
            <a:r>
              <a:rPr sz="3200" spc="-35" dirty="0">
                <a:latin typeface="Calibri"/>
                <a:cs typeface="Calibri"/>
              </a:rPr>
              <a:t> </a:t>
            </a:r>
            <a:r>
              <a:rPr sz="3200" spc="-25" dirty="0">
                <a:latin typeface="Calibri"/>
                <a:cs typeface="Calibri"/>
              </a:rPr>
              <a:t>trị </a:t>
            </a:r>
            <a:r>
              <a:rPr sz="3200" spc="-10" dirty="0">
                <a:latin typeface="Calibri"/>
                <a:cs typeface="Calibri"/>
              </a:rPr>
              <a:t>ĐÚNG.</a:t>
            </a:r>
            <a:endParaRPr sz="3200">
              <a:latin typeface="Calibri"/>
              <a:cs typeface="Calibri"/>
            </a:endParaRPr>
          </a:p>
          <a:p>
            <a:pPr marL="469900" marR="5080" indent="-457834">
              <a:lnSpc>
                <a:spcPct val="100000"/>
              </a:lnSpc>
              <a:spcBef>
                <a:spcPts val="795"/>
              </a:spcBef>
              <a:buFont typeface="Calibri"/>
              <a:buChar char="-"/>
              <a:tabLst>
                <a:tab pos="469900" algn="l"/>
              </a:tabLst>
            </a:pPr>
            <a:r>
              <a:rPr sz="3200" b="1" dirty="0">
                <a:latin typeface="Calibri"/>
                <a:cs typeface="Calibri"/>
              </a:rPr>
              <a:t>SAI</a:t>
            </a:r>
            <a:r>
              <a:rPr sz="3200" b="1" spc="-45" dirty="0">
                <a:latin typeface="Calibri"/>
                <a:cs typeface="Calibri"/>
              </a:rPr>
              <a:t> </a:t>
            </a:r>
            <a:r>
              <a:rPr sz="3200" dirty="0">
                <a:latin typeface="Calibri"/>
                <a:cs typeface="Calibri"/>
              </a:rPr>
              <a:t>:</a:t>
            </a:r>
            <a:r>
              <a:rPr sz="3200" spc="-10" dirty="0">
                <a:latin typeface="Calibri"/>
                <a:cs typeface="Calibri"/>
              </a:rPr>
              <a:t> </a:t>
            </a:r>
            <a:r>
              <a:rPr sz="3200" dirty="0">
                <a:latin typeface="Calibri"/>
                <a:cs typeface="Calibri"/>
              </a:rPr>
              <a:t>Nếu</a:t>
            </a:r>
            <a:r>
              <a:rPr sz="3200" spc="-35" dirty="0">
                <a:latin typeface="Calibri"/>
                <a:cs typeface="Calibri"/>
              </a:rPr>
              <a:t> </a:t>
            </a:r>
            <a:r>
              <a:rPr sz="3200" b="1" dirty="0">
                <a:solidFill>
                  <a:srgbClr val="FF0000"/>
                </a:solidFill>
                <a:latin typeface="Calibri"/>
                <a:cs typeface="Calibri"/>
              </a:rPr>
              <a:t>có</a:t>
            </a:r>
            <a:r>
              <a:rPr sz="3200" b="1" spc="-35" dirty="0">
                <a:solidFill>
                  <a:srgbClr val="FF0000"/>
                </a:solidFill>
                <a:latin typeface="Calibri"/>
                <a:cs typeface="Calibri"/>
              </a:rPr>
              <a:t> </a:t>
            </a:r>
            <a:r>
              <a:rPr sz="3200" b="1" dirty="0">
                <a:solidFill>
                  <a:srgbClr val="FF0000"/>
                </a:solidFill>
                <a:latin typeface="Calibri"/>
                <a:cs typeface="Calibri"/>
              </a:rPr>
              <a:t>một</a:t>
            </a:r>
            <a:r>
              <a:rPr sz="3200" b="1" spc="-30" dirty="0">
                <a:solidFill>
                  <a:srgbClr val="FF0000"/>
                </a:solidFill>
                <a:latin typeface="Calibri"/>
                <a:cs typeface="Calibri"/>
              </a:rPr>
              <a:t> </a:t>
            </a:r>
            <a:r>
              <a:rPr sz="3200" dirty="0">
                <a:solidFill>
                  <a:srgbClr val="FF0000"/>
                </a:solidFill>
                <a:latin typeface="Calibri"/>
                <a:cs typeface="Calibri"/>
              </a:rPr>
              <a:t>giá</a:t>
            </a:r>
            <a:r>
              <a:rPr sz="3200" spc="-20" dirty="0">
                <a:solidFill>
                  <a:srgbClr val="FF0000"/>
                </a:solidFill>
                <a:latin typeface="Calibri"/>
                <a:cs typeface="Calibri"/>
              </a:rPr>
              <a:t> </a:t>
            </a:r>
            <a:r>
              <a:rPr sz="3200" dirty="0">
                <a:solidFill>
                  <a:srgbClr val="FF0000"/>
                </a:solidFill>
                <a:latin typeface="Calibri"/>
                <a:cs typeface="Calibri"/>
              </a:rPr>
              <a:t>trị</a:t>
            </a:r>
            <a:r>
              <a:rPr sz="3200" spc="-35" dirty="0">
                <a:solidFill>
                  <a:srgbClr val="FF0000"/>
                </a:solidFill>
                <a:latin typeface="Calibri"/>
                <a:cs typeface="Calibri"/>
              </a:rPr>
              <a:t> </a:t>
            </a:r>
            <a:r>
              <a:rPr sz="3200" dirty="0">
                <a:solidFill>
                  <a:srgbClr val="FF0000"/>
                </a:solidFill>
                <a:latin typeface="Calibri"/>
                <a:cs typeface="Calibri"/>
              </a:rPr>
              <a:t>a</a:t>
            </a:r>
            <a:r>
              <a:rPr sz="3200" spc="-10" dirty="0">
                <a:solidFill>
                  <a:srgbClr val="FF0000"/>
                </a:solidFill>
                <a:latin typeface="Calibri"/>
                <a:cs typeface="Calibri"/>
              </a:rPr>
              <a:t> </a:t>
            </a:r>
            <a:r>
              <a:rPr sz="3200" dirty="0">
                <a:solidFill>
                  <a:srgbClr val="FF0000"/>
                </a:solidFill>
                <a:latin typeface="Symbol"/>
                <a:cs typeface="Symbol"/>
              </a:rPr>
              <a:t></a:t>
            </a:r>
            <a:r>
              <a:rPr sz="3200" spc="-95" dirty="0">
                <a:solidFill>
                  <a:srgbClr val="FF0000"/>
                </a:solidFill>
                <a:latin typeface="Times New Roman"/>
                <a:cs typeface="Times New Roman"/>
              </a:rPr>
              <a:t> </a:t>
            </a:r>
            <a:r>
              <a:rPr sz="3200" dirty="0">
                <a:solidFill>
                  <a:srgbClr val="FF0000"/>
                </a:solidFill>
                <a:latin typeface="Calibri"/>
                <a:cs typeface="Calibri"/>
              </a:rPr>
              <a:t>A</a:t>
            </a:r>
            <a:r>
              <a:rPr sz="3200" spc="-40" dirty="0">
                <a:solidFill>
                  <a:srgbClr val="FF0000"/>
                </a:solidFill>
                <a:latin typeface="Calibri"/>
                <a:cs typeface="Calibri"/>
              </a:rPr>
              <a:t> </a:t>
            </a:r>
            <a:r>
              <a:rPr sz="3200" dirty="0">
                <a:latin typeface="Calibri"/>
                <a:cs typeface="Calibri"/>
              </a:rPr>
              <a:t>,</a:t>
            </a:r>
            <a:r>
              <a:rPr sz="3200" spc="-20" dirty="0">
                <a:latin typeface="Calibri"/>
                <a:cs typeface="Calibri"/>
              </a:rPr>
              <a:t> </a:t>
            </a:r>
            <a:r>
              <a:rPr sz="3200" dirty="0">
                <a:solidFill>
                  <a:srgbClr val="FF0000"/>
                </a:solidFill>
                <a:latin typeface="Calibri"/>
                <a:cs typeface="Calibri"/>
              </a:rPr>
              <a:t>thay</a:t>
            </a:r>
            <a:r>
              <a:rPr sz="3200" spc="-5" dirty="0">
                <a:solidFill>
                  <a:srgbClr val="FF0000"/>
                </a:solidFill>
                <a:latin typeface="Calibri"/>
                <a:cs typeface="Calibri"/>
              </a:rPr>
              <a:t> </a:t>
            </a:r>
            <a:r>
              <a:rPr sz="3200" dirty="0">
                <a:solidFill>
                  <a:srgbClr val="FF0000"/>
                </a:solidFill>
                <a:latin typeface="Calibri"/>
                <a:cs typeface="Calibri"/>
              </a:rPr>
              <a:t>y</a:t>
            </a:r>
            <a:r>
              <a:rPr sz="3200" spc="-20" dirty="0">
                <a:solidFill>
                  <a:srgbClr val="FF0000"/>
                </a:solidFill>
                <a:latin typeface="Calibri"/>
                <a:cs typeface="Calibri"/>
              </a:rPr>
              <a:t> </a:t>
            </a:r>
            <a:r>
              <a:rPr sz="3200" dirty="0">
                <a:solidFill>
                  <a:srgbClr val="FF0000"/>
                </a:solidFill>
                <a:latin typeface="Calibri"/>
                <a:cs typeface="Calibri"/>
              </a:rPr>
              <a:t>bằng</a:t>
            </a:r>
            <a:r>
              <a:rPr sz="3200" spc="-5" dirty="0">
                <a:solidFill>
                  <a:srgbClr val="FF0000"/>
                </a:solidFill>
                <a:latin typeface="Calibri"/>
                <a:cs typeface="Calibri"/>
              </a:rPr>
              <a:t> </a:t>
            </a:r>
            <a:r>
              <a:rPr sz="3200" spc="-25" dirty="0">
                <a:solidFill>
                  <a:srgbClr val="FF0000"/>
                </a:solidFill>
                <a:latin typeface="Calibri"/>
                <a:cs typeface="Calibri"/>
              </a:rPr>
              <a:t>giá </a:t>
            </a:r>
            <a:r>
              <a:rPr sz="3200" dirty="0">
                <a:solidFill>
                  <a:srgbClr val="FF0000"/>
                </a:solidFill>
                <a:latin typeface="Calibri"/>
                <a:cs typeface="Calibri"/>
              </a:rPr>
              <a:t>trị</a:t>
            </a:r>
            <a:r>
              <a:rPr sz="3200" spc="-30" dirty="0">
                <a:solidFill>
                  <a:srgbClr val="FF0000"/>
                </a:solidFill>
                <a:latin typeface="Calibri"/>
                <a:cs typeface="Calibri"/>
              </a:rPr>
              <a:t> </a:t>
            </a:r>
            <a:r>
              <a:rPr sz="3200" b="1" dirty="0">
                <a:solidFill>
                  <a:srgbClr val="FF0000"/>
                </a:solidFill>
                <a:latin typeface="Calibri"/>
                <a:cs typeface="Calibri"/>
              </a:rPr>
              <a:t>bất</a:t>
            </a:r>
            <a:r>
              <a:rPr sz="3200" b="1" spc="-40" dirty="0">
                <a:solidFill>
                  <a:srgbClr val="FF0000"/>
                </a:solidFill>
                <a:latin typeface="Calibri"/>
                <a:cs typeface="Calibri"/>
              </a:rPr>
              <a:t> </a:t>
            </a:r>
            <a:r>
              <a:rPr sz="3200" b="1" dirty="0">
                <a:solidFill>
                  <a:srgbClr val="FF0000"/>
                </a:solidFill>
                <a:latin typeface="Calibri"/>
                <a:cs typeface="Calibri"/>
              </a:rPr>
              <a:t>kỳ</a:t>
            </a:r>
            <a:r>
              <a:rPr sz="3200" b="1" spc="-35" dirty="0">
                <a:solidFill>
                  <a:srgbClr val="FF0000"/>
                </a:solidFill>
                <a:latin typeface="Calibri"/>
                <a:cs typeface="Calibri"/>
              </a:rPr>
              <a:t> </a:t>
            </a:r>
            <a:r>
              <a:rPr sz="3200" dirty="0">
                <a:solidFill>
                  <a:srgbClr val="FF0000"/>
                </a:solidFill>
                <a:latin typeface="Calibri"/>
                <a:cs typeface="Calibri"/>
              </a:rPr>
              <a:t>b</a:t>
            </a:r>
            <a:r>
              <a:rPr sz="3200" spc="-20" dirty="0">
                <a:solidFill>
                  <a:srgbClr val="FF0000"/>
                </a:solidFill>
                <a:latin typeface="Calibri"/>
                <a:cs typeface="Calibri"/>
              </a:rPr>
              <a:t> </a:t>
            </a:r>
            <a:r>
              <a:rPr sz="3200" dirty="0">
                <a:solidFill>
                  <a:srgbClr val="FF0000"/>
                </a:solidFill>
                <a:latin typeface="Symbol"/>
                <a:cs typeface="Symbol"/>
              </a:rPr>
              <a:t></a:t>
            </a:r>
            <a:r>
              <a:rPr sz="3200" spc="-100" dirty="0">
                <a:solidFill>
                  <a:srgbClr val="FF0000"/>
                </a:solidFill>
                <a:latin typeface="Times New Roman"/>
                <a:cs typeface="Times New Roman"/>
              </a:rPr>
              <a:t> </a:t>
            </a:r>
            <a:r>
              <a:rPr sz="3200" dirty="0">
                <a:solidFill>
                  <a:srgbClr val="FF0000"/>
                </a:solidFill>
                <a:latin typeface="Calibri"/>
                <a:cs typeface="Calibri"/>
              </a:rPr>
              <a:t>B</a:t>
            </a:r>
            <a:r>
              <a:rPr sz="3200" spc="-25" dirty="0">
                <a:solidFill>
                  <a:srgbClr val="FF0000"/>
                </a:solidFill>
                <a:latin typeface="Calibri"/>
                <a:cs typeface="Calibri"/>
              </a:rPr>
              <a:t> </a:t>
            </a:r>
            <a:r>
              <a:rPr sz="3200" dirty="0">
                <a:latin typeface="Calibri"/>
                <a:cs typeface="Calibri"/>
              </a:rPr>
              <a:t>mà</a:t>
            </a:r>
            <a:r>
              <a:rPr sz="3200" spc="-25" dirty="0">
                <a:latin typeface="Calibri"/>
                <a:cs typeface="Calibri"/>
              </a:rPr>
              <a:t> </a:t>
            </a:r>
            <a:r>
              <a:rPr sz="3200" dirty="0">
                <a:latin typeface="Calibri"/>
                <a:cs typeface="Calibri"/>
              </a:rPr>
              <a:t>P(a,</a:t>
            </a:r>
            <a:r>
              <a:rPr sz="3200" spc="-20" dirty="0">
                <a:latin typeface="Calibri"/>
                <a:cs typeface="Calibri"/>
              </a:rPr>
              <a:t> </a:t>
            </a:r>
            <a:r>
              <a:rPr sz="3200" dirty="0">
                <a:latin typeface="Calibri"/>
                <a:cs typeface="Calibri"/>
              </a:rPr>
              <a:t>b)</a:t>
            </a:r>
            <a:r>
              <a:rPr sz="3200" spc="-25" dirty="0">
                <a:latin typeface="Calibri"/>
                <a:cs typeface="Calibri"/>
              </a:rPr>
              <a:t> </a:t>
            </a:r>
            <a:r>
              <a:rPr sz="3200" dirty="0">
                <a:latin typeface="Calibri"/>
                <a:cs typeface="Calibri"/>
              </a:rPr>
              <a:t>có</a:t>
            </a:r>
            <a:r>
              <a:rPr sz="3200" spc="-40" dirty="0">
                <a:latin typeface="Calibri"/>
                <a:cs typeface="Calibri"/>
              </a:rPr>
              <a:t> </a:t>
            </a:r>
            <a:r>
              <a:rPr sz="3200" dirty="0">
                <a:latin typeface="Calibri"/>
                <a:cs typeface="Calibri"/>
              </a:rPr>
              <a:t>chân</a:t>
            </a:r>
            <a:r>
              <a:rPr sz="3200" spc="-10" dirty="0">
                <a:latin typeface="Calibri"/>
                <a:cs typeface="Calibri"/>
              </a:rPr>
              <a:t> </a:t>
            </a:r>
            <a:r>
              <a:rPr sz="3200" dirty="0">
                <a:latin typeface="Calibri"/>
                <a:cs typeface="Calibri"/>
              </a:rPr>
              <a:t>trị</a:t>
            </a:r>
            <a:r>
              <a:rPr sz="3200" spc="-40" dirty="0">
                <a:latin typeface="Calibri"/>
                <a:cs typeface="Calibri"/>
              </a:rPr>
              <a:t> </a:t>
            </a:r>
            <a:r>
              <a:rPr sz="3200" spc="-20" dirty="0">
                <a:latin typeface="Calibri"/>
                <a:cs typeface="Calibri"/>
              </a:rPr>
              <a:t>SAI.</a:t>
            </a:r>
            <a:endParaRPr sz="3200">
              <a:latin typeface="Calibri"/>
              <a:cs typeface="Calibri"/>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45440" y="141262"/>
            <a:ext cx="8239125" cy="3340100"/>
          </a:xfrm>
          <a:prstGeom prst="rect">
            <a:avLst/>
          </a:prstGeom>
        </p:spPr>
        <p:txBody>
          <a:bodyPr vert="horz" wrap="square" lIns="0" tIns="12700" rIns="0" bIns="0" rtlCol="0">
            <a:spAutoFit/>
          </a:bodyPr>
          <a:lstStyle/>
          <a:p>
            <a:pPr marL="50800" marR="2543175">
              <a:lnSpc>
                <a:spcPct val="120100"/>
              </a:lnSpc>
              <a:spcBef>
                <a:spcPts val="100"/>
              </a:spcBef>
              <a:tabLst>
                <a:tab pos="1511935" algn="l"/>
              </a:tabLst>
            </a:pPr>
            <a:r>
              <a:rPr sz="3200" b="1" dirty="0">
                <a:latin typeface="Calibri"/>
                <a:cs typeface="Calibri"/>
              </a:rPr>
              <a:t>Ví</a:t>
            </a:r>
            <a:r>
              <a:rPr sz="3200" b="1" spc="-15" dirty="0">
                <a:latin typeface="Calibri"/>
                <a:cs typeface="Calibri"/>
              </a:rPr>
              <a:t> </a:t>
            </a:r>
            <a:r>
              <a:rPr sz="3200" b="1" dirty="0">
                <a:latin typeface="Calibri"/>
                <a:cs typeface="Calibri"/>
              </a:rPr>
              <a:t>dụ</a:t>
            </a:r>
            <a:r>
              <a:rPr sz="3200" b="1" spc="-15" dirty="0">
                <a:latin typeface="Calibri"/>
                <a:cs typeface="Calibri"/>
              </a:rPr>
              <a:t> </a:t>
            </a:r>
            <a:r>
              <a:rPr sz="3200" b="1" spc="-25" dirty="0">
                <a:latin typeface="Calibri"/>
                <a:cs typeface="Calibri"/>
              </a:rPr>
              <a:t>7:</a:t>
            </a:r>
            <a:r>
              <a:rPr sz="3200" b="1" dirty="0">
                <a:latin typeface="Calibri"/>
                <a:cs typeface="Calibri"/>
              </a:rPr>
              <a:t>	</a:t>
            </a:r>
            <a:r>
              <a:rPr sz="3200" dirty="0">
                <a:latin typeface="Symbol"/>
                <a:cs typeface="Symbol"/>
              </a:rPr>
              <a:t></a:t>
            </a:r>
            <a:r>
              <a:rPr sz="3200" dirty="0">
                <a:latin typeface="Calibri"/>
                <a:cs typeface="Calibri"/>
              </a:rPr>
              <a:t>x </a:t>
            </a:r>
            <a:r>
              <a:rPr sz="3200" dirty="0">
                <a:latin typeface="Symbol"/>
                <a:cs typeface="Symbol"/>
              </a:rPr>
              <a:t></a:t>
            </a:r>
            <a:r>
              <a:rPr sz="3200" spc="-85" dirty="0">
                <a:latin typeface="Times New Roman"/>
                <a:cs typeface="Times New Roman"/>
              </a:rPr>
              <a:t> </a:t>
            </a:r>
            <a:r>
              <a:rPr sz="3200" dirty="0">
                <a:latin typeface="Calibri"/>
                <a:cs typeface="Calibri"/>
              </a:rPr>
              <a:t>Z,</a:t>
            </a:r>
            <a:r>
              <a:rPr sz="3200" spc="-15" dirty="0">
                <a:latin typeface="Calibri"/>
                <a:cs typeface="Calibri"/>
              </a:rPr>
              <a:t> </a:t>
            </a:r>
            <a:r>
              <a:rPr sz="3200" dirty="0">
                <a:latin typeface="Symbol"/>
                <a:cs typeface="Symbol"/>
              </a:rPr>
              <a:t></a:t>
            </a:r>
            <a:r>
              <a:rPr sz="3200" dirty="0">
                <a:latin typeface="Calibri"/>
                <a:cs typeface="Calibri"/>
              </a:rPr>
              <a:t>y</a:t>
            </a:r>
            <a:r>
              <a:rPr sz="3200" spc="-25" dirty="0">
                <a:latin typeface="Calibri"/>
                <a:cs typeface="Calibri"/>
              </a:rPr>
              <a:t> </a:t>
            </a:r>
            <a:r>
              <a:rPr sz="3200" dirty="0">
                <a:latin typeface="Symbol"/>
                <a:cs typeface="Symbol"/>
              </a:rPr>
              <a:t></a:t>
            </a:r>
            <a:r>
              <a:rPr sz="3200" spc="-85" dirty="0">
                <a:latin typeface="Times New Roman"/>
                <a:cs typeface="Times New Roman"/>
              </a:rPr>
              <a:t> </a:t>
            </a:r>
            <a:r>
              <a:rPr sz="3200" dirty="0">
                <a:latin typeface="Calibri"/>
                <a:cs typeface="Calibri"/>
              </a:rPr>
              <a:t>Z,</a:t>
            </a:r>
            <a:r>
              <a:rPr sz="3200" spc="-10" dirty="0">
                <a:latin typeface="Calibri"/>
                <a:cs typeface="Calibri"/>
              </a:rPr>
              <a:t> </a:t>
            </a:r>
            <a:r>
              <a:rPr sz="3200" dirty="0">
                <a:latin typeface="Calibri"/>
                <a:cs typeface="Calibri"/>
              </a:rPr>
              <a:t>x</a:t>
            </a:r>
            <a:r>
              <a:rPr sz="3150" baseline="25132" dirty="0">
                <a:latin typeface="Calibri"/>
                <a:cs typeface="Calibri"/>
              </a:rPr>
              <a:t>2</a:t>
            </a:r>
            <a:r>
              <a:rPr sz="3150" spc="367" baseline="25132" dirty="0">
                <a:latin typeface="Calibri"/>
                <a:cs typeface="Calibri"/>
              </a:rPr>
              <a:t> </a:t>
            </a:r>
            <a:r>
              <a:rPr sz="3200" dirty="0">
                <a:latin typeface="Calibri"/>
                <a:cs typeface="Calibri"/>
              </a:rPr>
              <a:t>+</a:t>
            </a:r>
            <a:r>
              <a:rPr sz="3200" spc="-10" dirty="0">
                <a:latin typeface="Calibri"/>
                <a:cs typeface="Calibri"/>
              </a:rPr>
              <a:t> </a:t>
            </a:r>
            <a:r>
              <a:rPr sz="3200" dirty="0">
                <a:latin typeface="Calibri"/>
                <a:cs typeface="Calibri"/>
              </a:rPr>
              <a:t>y</a:t>
            </a:r>
            <a:r>
              <a:rPr sz="3200" spc="-10" dirty="0">
                <a:latin typeface="Calibri"/>
                <a:cs typeface="Calibri"/>
              </a:rPr>
              <a:t> </a:t>
            </a:r>
            <a:r>
              <a:rPr sz="3200" dirty="0">
                <a:latin typeface="Calibri"/>
                <a:cs typeface="Calibri"/>
              </a:rPr>
              <a:t>≥</a:t>
            </a:r>
            <a:r>
              <a:rPr sz="3200" spc="-10" dirty="0">
                <a:latin typeface="Calibri"/>
                <a:cs typeface="Calibri"/>
              </a:rPr>
              <a:t> </a:t>
            </a:r>
            <a:r>
              <a:rPr sz="3200" spc="-25" dirty="0">
                <a:latin typeface="Calibri"/>
                <a:cs typeface="Calibri"/>
              </a:rPr>
              <a:t>0. </a:t>
            </a:r>
            <a:r>
              <a:rPr sz="3200" spc="-105" dirty="0">
                <a:latin typeface="Calibri"/>
                <a:cs typeface="Calibri"/>
              </a:rPr>
              <a:t>Ta</a:t>
            </a:r>
            <a:r>
              <a:rPr sz="3200" spc="-25" dirty="0">
                <a:latin typeface="Calibri"/>
                <a:cs typeface="Calibri"/>
              </a:rPr>
              <a:t> </a:t>
            </a:r>
            <a:r>
              <a:rPr sz="3200" dirty="0">
                <a:latin typeface="Calibri"/>
                <a:cs typeface="Calibri"/>
              </a:rPr>
              <a:t>có</a:t>
            </a:r>
            <a:r>
              <a:rPr sz="3200" spc="-35" dirty="0">
                <a:latin typeface="Calibri"/>
                <a:cs typeface="Calibri"/>
              </a:rPr>
              <a:t> </a:t>
            </a:r>
            <a:r>
              <a:rPr sz="3200" dirty="0">
                <a:latin typeface="Calibri"/>
                <a:cs typeface="Calibri"/>
              </a:rPr>
              <a:t>P(x,</a:t>
            </a:r>
            <a:r>
              <a:rPr sz="3200" spc="-20" dirty="0">
                <a:latin typeface="Calibri"/>
                <a:cs typeface="Calibri"/>
              </a:rPr>
              <a:t> </a:t>
            </a:r>
            <a:r>
              <a:rPr sz="3200" dirty="0">
                <a:latin typeface="Calibri"/>
                <a:cs typeface="Calibri"/>
              </a:rPr>
              <a:t>y)</a:t>
            </a:r>
            <a:r>
              <a:rPr sz="3200" spc="-25" dirty="0">
                <a:latin typeface="Calibri"/>
                <a:cs typeface="Calibri"/>
              </a:rPr>
              <a:t> </a:t>
            </a:r>
            <a:r>
              <a:rPr sz="3200" dirty="0">
                <a:latin typeface="Calibri"/>
                <a:cs typeface="Calibri"/>
              </a:rPr>
              <a:t>:</a:t>
            </a:r>
            <a:r>
              <a:rPr sz="3200" spc="-10" dirty="0">
                <a:latin typeface="Calibri"/>
                <a:cs typeface="Calibri"/>
              </a:rPr>
              <a:t> </a:t>
            </a:r>
            <a:r>
              <a:rPr sz="3200" dirty="0">
                <a:latin typeface="Calibri"/>
                <a:cs typeface="Calibri"/>
              </a:rPr>
              <a:t>“x</a:t>
            </a:r>
            <a:r>
              <a:rPr sz="3150" baseline="25132" dirty="0">
                <a:latin typeface="Calibri"/>
                <a:cs typeface="Calibri"/>
              </a:rPr>
              <a:t>2</a:t>
            </a:r>
            <a:r>
              <a:rPr sz="3150" spc="330" baseline="25132"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y</a:t>
            </a:r>
            <a:r>
              <a:rPr sz="3200" spc="-25" dirty="0">
                <a:latin typeface="Calibri"/>
                <a:cs typeface="Calibri"/>
              </a:rPr>
              <a:t> </a:t>
            </a:r>
            <a:r>
              <a:rPr sz="3200" dirty="0">
                <a:latin typeface="Calibri"/>
                <a:cs typeface="Calibri"/>
              </a:rPr>
              <a:t>≥</a:t>
            </a:r>
            <a:r>
              <a:rPr sz="3200" spc="-20" dirty="0">
                <a:latin typeface="Calibri"/>
                <a:cs typeface="Calibri"/>
              </a:rPr>
              <a:t> </a:t>
            </a:r>
            <a:r>
              <a:rPr sz="3200" spc="-85" dirty="0">
                <a:latin typeface="Calibri"/>
                <a:cs typeface="Calibri"/>
              </a:rPr>
              <a:t>0”,</a:t>
            </a:r>
            <a:r>
              <a:rPr sz="3200" spc="-15" dirty="0">
                <a:latin typeface="Calibri"/>
                <a:cs typeface="Calibri"/>
              </a:rPr>
              <a:t> </a:t>
            </a:r>
            <a:r>
              <a:rPr sz="3200" dirty="0">
                <a:latin typeface="Calibri"/>
                <a:cs typeface="Calibri"/>
              </a:rPr>
              <a:t>x,</a:t>
            </a:r>
            <a:r>
              <a:rPr sz="3200" spc="-25" dirty="0">
                <a:latin typeface="Calibri"/>
                <a:cs typeface="Calibri"/>
              </a:rPr>
              <a:t> </a:t>
            </a:r>
            <a:r>
              <a:rPr sz="3200" dirty="0">
                <a:latin typeface="Calibri"/>
                <a:cs typeface="Calibri"/>
              </a:rPr>
              <a:t>y</a:t>
            </a:r>
            <a:r>
              <a:rPr sz="3200" spc="-15" dirty="0">
                <a:latin typeface="Calibri"/>
                <a:cs typeface="Calibri"/>
              </a:rPr>
              <a:t> </a:t>
            </a:r>
            <a:r>
              <a:rPr sz="3200" dirty="0">
                <a:latin typeface="Symbol"/>
                <a:cs typeface="Symbol"/>
              </a:rPr>
              <a:t></a:t>
            </a:r>
            <a:r>
              <a:rPr sz="3200" spc="-95" dirty="0">
                <a:latin typeface="Times New Roman"/>
                <a:cs typeface="Times New Roman"/>
              </a:rPr>
              <a:t> </a:t>
            </a:r>
            <a:r>
              <a:rPr sz="3200" spc="-25" dirty="0">
                <a:latin typeface="Calibri"/>
                <a:cs typeface="Calibri"/>
              </a:rPr>
              <a:t>Z.</a:t>
            </a:r>
            <a:endParaRPr sz="3200">
              <a:latin typeface="Calibri"/>
              <a:cs typeface="Calibri"/>
            </a:endParaRPr>
          </a:p>
          <a:p>
            <a:pPr>
              <a:lnSpc>
                <a:spcPct val="100000"/>
              </a:lnSpc>
              <a:spcBef>
                <a:spcPts val="1445"/>
              </a:spcBef>
            </a:pPr>
            <a:endParaRPr sz="3200">
              <a:latin typeface="Calibri"/>
              <a:cs typeface="Calibri"/>
            </a:endParaRPr>
          </a:p>
          <a:p>
            <a:pPr marL="50800" marR="43180" algn="just">
              <a:lnSpc>
                <a:spcPct val="100000"/>
              </a:lnSpc>
            </a:pPr>
            <a:r>
              <a:rPr sz="3200" dirty="0">
                <a:latin typeface="Calibri"/>
                <a:cs typeface="Calibri"/>
              </a:rPr>
              <a:t>Lượng</a:t>
            </a:r>
            <a:r>
              <a:rPr sz="3200" spc="-30" dirty="0">
                <a:latin typeface="Calibri"/>
                <a:cs typeface="Calibri"/>
              </a:rPr>
              <a:t> </a:t>
            </a:r>
            <a:r>
              <a:rPr sz="3200" dirty="0">
                <a:latin typeface="Calibri"/>
                <a:cs typeface="Calibri"/>
              </a:rPr>
              <a:t>từ</a:t>
            </a:r>
            <a:r>
              <a:rPr sz="3200" spc="-25" dirty="0">
                <a:latin typeface="Calibri"/>
                <a:cs typeface="Calibri"/>
              </a:rPr>
              <a:t> </a:t>
            </a:r>
            <a:r>
              <a:rPr sz="3200" dirty="0">
                <a:latin typeface="Calibri"/>
                <a:cs typeface="Calibri"/>
              </a:rPr>
              <a:t>đã</a:t>
            </a:r>
            <a:r>
              <a:rPr sz="3200" spc="-30" dirty="0">
                <a:latin typeface="Calibri"/>
                <a:cs typeface="Calibri"/>
              </a:rPr>
              <a:t> </a:t>
            </a:r>
            <a:r>
              <a:rPr sz="3200" dirty="0">
                <a:latin typeface="Calibri"/>
                <a:cs typeface="Calibri"/>
              </a:rPr>
              <a:t>cho</a:t>
            </a:r>
            <a:r>
              <a:rPr sz="3200" spc="-30" dirty="0">
                <a:latin typeface="Calibri"/>
                <a:cs typeface="Calibri"/>
              </a:rPr>
              <a:t> </a:t>
            </a:r>
            <a:r>
              <a:rPr sz="3200" dirty="0">
                <a:latin typeface="Calibri"/>
                <a:cs typeface="Calibri"/>
              </a:rPr>
              <a:t>có</a:t>
            </a:r>
            <a:r>
              <a:rPr sz="3200" spc="-35" dirty="0">
                <a:latin typeface="Calibri"/>
                <a:cs typeface="Calibri"/>
              </a:rPr>
              <a:t> </a:t>
            </a:r>
            <a:r>
              <a:rPr sz="3200" dirty="0">
                <a:latin typeface="Calibri"/>
                <a:cs typeface="Calibri"/>
              </a:rPr>
              <a:t>chân</a:t>
            </a:r>
            <a:r>
              <a:rPr sz="3200" spc="-30" dirty="0">
                <a:latin typeface="Calibri"/>
                <a:cs typeface="Calibri"/>
              </a:rPr>
              <a:t> </a:t>
            </a:r>
            <a:r>
              <a:rPr sz="3200" dirty="0">
                <a:latin typeface="Calibri"/>
                <a:cs typeface="Calibri"/>
              </a:rPr>
              <a:t>trị</a:t>
            </a:r>
            <a:r>
              <a:rPr sz="3200" spc="-20" dirty="0">
                <a:latin typeface="Calibri"/>
                <a:cs typeface="Calibri"/>
              </a:rPr>
              <a:t> </a:t>
            </a:r>
            <a:r>
              <a:rPr sz="3200" dirty="0">
                <a:latin typeface="Calibri"/>
                <a:cs typeface="Calibri"/>
              </a:rPr>
              <a:t>ĐÚNG</a:t>
            </a:r>
            <a:r>
              <a:rPr sz="3200" spc="-45" dirty="0">
                <a:latin typeface="Calibri"/>
                <a:cs typeface="Calibri"/>
              </a:rPr>
              <a:t> </a:t>
            </a:r>
            <a:r>
              <a:rPr sz="3200" dirty="0">
                <a:latin typeface="Calibri"/>
                <a:cs typeface="Calibri"/>
              </a:rPr>
              <a:t>vì</a:t>
            </a:r>
            <a:r>
              <a:rPr sz="3200" spc="680" dirty="0">
                <a:latin typeface="Calibri"/>
                <a:cs typeface="Calibri"/>
              </a:rPr>
              <a:t> </a:t>
            </a:r>
            <a:r>
              <a:rPr sz="3200" dirty="0">
                <a:solidFill>
                  <a:srgbClr val="FF0000"/>
                </a:solidFill>
                <a:latin typeface="Calibri"/>
                <a:cs typeface="Calibri"/>
              </a:rPr>
              <a:t>thay</a:t>
            </a:r>
            <a:r>
              <a:rPr sz="3200" spc="-25" dirty="0">
                <a:solidFill>
                  <a:srgbClr val="FF0000"/>
                </a:solidFill>
                <a:latin typeface="Calibri"/>
                <a:cs typeface="Calibri"/>
              </a:rPr>
              <a:t> </a:t>
            </a:r>
            <a:r>
              <a:rPr sz="3200" dirty="0">
                <a:solidFill>
                  <a:srgbClr val="FF0000"/>
                </a:solidFill>
                <a:latin typeface="Calibri"/>
                <a:cs typeface="Calibri"/>
              </a:rPr>
              <a:t>x</a:t>
            </a:r>
            <a:r>
              <a:rPr sz="3200" spc="-25" dirty="0">
                <a:solidFill>
                  <a:srgbClr val="FF0000"/>
                </a:solidFill>
                <a:latin typeface="Calibri"/>
                <a:cs typeface="Calibri"/>
              </a:rPr>
              <a:t> </a:t>
            </a:r>
            <a:r>
              <a:rPr sz="3200" spc="-20" dirty="0">
                <a:solidFill>
                  <a:srgbClr val="FF0000"/>
                </a:solidFill>
                <a:latin typeface="Calibri"/>
                <a:cs typeface="Calibri"/>
              </a:rPr>
              <a:t>bằng </a:t>
            </a:r>
            <a:r>
              <a:rPr sz="3200" dirty="0">
                <a:solidFill>
                  <a:srgbClr val="FF0000"/>
                </a:solidFill>
                <a:latin typeface="Calibri"/>
                <a:cs typeface="Calibri"/>
              </a:rPr>
              <a:t>giá</a:t>
            </a:r>
            <a:r>
              <a:rPr sz="3200" spc="-20" dirty="0">
                <a:solidFill>
                  <a:srgbClr val="FF0000"/>
                </a:solidFill>
                <a:latin typeface="Calibri"/>
                <a:cs typeface="Calibri"/>
              </a:rPr>
              <a:t> </a:t>
            </a:r>
            <a:r>
              <a:rPr sz="3200" dirty="0">
                <a:solidFill>
                  <a:srgbClr val="FF0000"/>
                </a:solidFill>
                <a:latin typeface="Calibri"/>
                <a:cs typeface="Calibri"/>
              </a:rPr>
              <a:t>trị</a:t>
            </a:r>
            <a:r>
              <a:rPr sz="3200" spc="-10" dirty="0">
                <a:solidFill>
                  <a:srgbClr val="FF0000"/>
                </a:solidFill>
                <a:latin typeface="Calibri"/>
                <a:cs typeface="Calibri"/>
              </a:rPr>
              <a:t> </a:t>
            </a:r>
            <a:r>
              <a:rPr sz="3200" b="1" dirty="0">
                <a:solidFill>
                  <a:srgbClr val="FF0000"/>
                </a:solidFill>
                <a:latin typeface="Calibri"/>
                <a:cs typeface="Calibri"/>
              </a:rPr>
              <a:t>bất</a:t>
            </a:r>
            <a:r>
              <a:rPr sz="3200" b="1" spc="-30" dirty="0">
                <a:solidFill>
                  <a:srgbClr val="FF0000"/>
                </a:solidFill>
                <a:latin typeface="Calibri"/>
                <a:cs typeface="Calibri"/>
              </a:rPr>
              <a:t> </a:t>
            </a:r>
            <a:r>
              <a:rPr sz="3200" b="1" dirty="0">
                <a:solidFill>
                  <a:srgbClr val="FF0000"/>
                </a:solidFill>
                <a:latin typeface="Calibri"/>
                <a:cs typeface="Calibri"/>
              </a:rPr>
              <a:t>kỳ</a:t>
            </a:r>
            <a:r>
              <a:rPr sz="3200" b="1" spc="-30" dirty="0">
                <a:solidFill>
                  <a:srgbClr val="FF0000"/>
                </a:solidFill>
                <a:latin typeface="Calibri"/>
                <a:cs typeface="Calibri"/>
              </a:rPr>
              <a:t> </a:t>
            </a:r>
            <a:r>
              <a:rPr sz="3200" dirty="0">
                <a:solidFill>
                  <a:srgbClr val="FF0000"/>
                </a:solidFill>
                <a:latin typeface="Calibri"/>
                <a:cs typeface="Calibri"/>
              </a:rPr>
              <a:t>a</a:t>
            </a:r>
            <a:r>
              <a:rPr sz="3200" spc="-10" dirty="0">
                <a:solidFill>
                  <a:srgbClr val="FF0000"/>
                </a:solidFill>
                <a:latin typeface="Calibri"/>
                <a:cs typeface="Calibri"/>
              </a:rPr>
              <a:t> </a:t>
            </a:r>
            <a:r>
              <a:rPr sz="3200" dirty="0">
                <a:solidFill>
                  <a:srgbClr val="FF0000"/>
                </a:solidFill>
                <a:latin typeface="Symbol"/>
                <a:cs typeface="Symbol"/>
              </a:rPr>
              <a:t></a:t>
            </a:r>
            <a:r>
              <a:rPr sz="3200" spc="-90" dirty="0">
                <a:solidFill>
                  <a:srgbClr val="FF0000"/>
                </a:solidFill>
                <a:latin typeface="Times New Roman"/>
                <a:cs typeface="Times New Roman"/>
              </a:rPr>
              <a:t> </a:t>
            </a:r>
            <a:r>
              <a:rPr sz="3200" dirty="0">
                <a:solidFill>
                  <a:srgbClr val="FF0000"/>
                </a:solidFill>
                <a:latin typeface="Calibri"/>
                <a:cs typeface="Calibri"/>
              </a:rPr>
              <a:t>Z</a:t>
            </a:r>
            <a:r>
              <a:rPr sz="3200" spc="-25" dirty="0">
                <a:solidFill>
                  <a:srgbClr val="FF0000"/>
                </a:solidFill>
                <a:latin typeface="Calibri"/>
                <a:cs typeface="Calibri"/>
              </a:rPr>
              <a:t> </a:t>
            </a:r>
            <a:r>
              <a:rPr sz="3200" dirty="0">
                <a:latin typeface="Calibri"/>
                <a:cs typeface="Calibri"/>
              </a:rPr>
              <a:t>,</a:t>
            </a:r>
            <a:r>
              <a:rPr sz="3200" spc="-5" dirty="0">
                <a:latin typeface="Calibri"/>
                <a:cs typeface="Calibri"/>
              </a:rPr>
              <a:t> </a:t>
            </a:r>
            <a:r>
              <a:rPr sz="3200" dirty="0">
                <a:solidFill>
                  <a:srgbClr val="FF0000"/>
                </a:solidFill>
                <a:latin typeface="Calibri"/>
                <a:cs typeface="Calibri"/>
              </a:rPr>
              <a:t>có</a:t>
            </a:r>
            <a:r>
              <a:rPr sz="3200" spc="-30" dirty="0">
                <a:solidFill>
                  <a:srgbClr val="FF0000"/>
                </a:solidFill>
                <a:latin typeface="Calibri"/>
                <a:cs typeface="Calibri"/>
              </a:rPr>
              <a:t> </a:t>
            </a:r>
            <a:r>
              <a:rPr sz="3200" dirty="0">
                <a:solidFill>
                  <a:srgbClr val="FF0000"/>
                </a:solidFill>
                <a:latin typeface="Calibri"/>
                <a:cs typeface="Calibri"/>
              </a:rPr>
              <a:t>y</a:t>
            </a:r>
            <a:r>
              <a:rPr sz="3200" spc="-15" dirty="0">
                <a:solidFill>
                  <a:srgbClr val="FF0000"/>
                </a:solidFill>
                <a:latin typeface="Calibri"/>
                <a:cs typeface="Calibri"/>
              </a:rPr>
              <a:t> </a:t>
            </a:r>
            <a:r>
              <a:rPr sz="3200" dirty="0">
                <a:solidFill>
                  <a:srgbClr val="FF0000"/>
                </a:solidFill>
                <a:latin typeface="Calibri"/>
                <a:cs typeface="Calibri"/>
              </a:rPr>
              <a:t>bằng</a:t>
            </a:r>
            <a:r>
              <a:rPr sz="3200" spc="5" dirty="0">
                <a:solidFill>
                  <a:srgbClr val="FF0000"/>
                </a:solidFill>
                <a:latin typeface="Calibri"/>
                <a:cs typeface="Calibri"/>
              </a:rPr>
              <a:t> </a:t>
            </a:r>
            <a:r>
              <a:rPr sz="3200" dirty="0">
                <a:solidFill>
                  <a:srgbClr val="FF0000"/>
                </a:solidFill>
                <a:latin typeface="Calibri"/>
                <a:cs typeface="Calibri"/>
              </a:rPr>
              <a:t>0</a:t>
            </a:r>
            <a:r>
              <a:rPr sz="3200" spc="-25" dirty="0">
                <a:solidFill>
                  <a:srgbClr val="FF0000"/>
                </a:solidFill>
                <a:latin typeface="Calibri"/>
                <a:cs typeface="Calibri"/>
              </a:rPr>
              <a:t> </a:t>
            </a:r>
            <a:r>
              <a:rPr sz="3200" dirty="0">
                <a:solidFill>
                  <a:srgbClr val="FF0000"/>
                </a:solidFill>
                <a:latin typeface="Symbol"/>
                <a:cs typeface="Symbol"/>
              </a:rPr>
              <a:t></a:t>
            </a:r>
            <a:r>
              <a:rPr sz="3200" spc="-85" dirty="0">
                <a:solidFill>
                  <a:srgbClr val="FF0000"/>
                </a:solidFill>
                <a:latin typeface="Times New Roman"/>
                <a:cs typeface="Times New Roman"/>
              </a:rPr>
              <a:t> </a:t>
            </a:r>
            <a:r>
              <a:rPr sz="3200" dirty="0">
                <a:solidFill>
                  <a:srgbClr val="FF0000"/>
                </a:solidFill>
                <a:latin typeface="Calibri"/>
                <a:cs typeface="Calibri"/>
              </a:rPr>
              <a:t>Z</a:t>
            </a:r>
            <a:r>
              <a:rPr sz="3200" spc="-25" dirty="0">
                <a:solidFill>
                  <a:srgbClr val="FF0000"/>
                </a:solidFill>
                <a:latin typeface="Calibri"/>
                <a:cs typeface="Calibri"/>
              </a:rPr>
              <a:t> </a:t>
            </a:r>
            <a:r>
              <a:rPr sz="3200" dirty="0">
                <a:latin typeface="Calibri"/>
                <a:cs typeface="Calibri"/>
              </a:rPr>
              <a:t>,</a:t>
            </a:r>
            <a:r>
              <a:rPr sz="3200" spc="-15" dirty="0">
                <a:latin typeface="Calibri"/>
                <a:cs typeface="Calibri"/>
              </a:rPr>
              <a:t> </a:t>
            </a:r>
            <a:r>
              <a:rPr sz="3200" dirty="0">
                <a:solidFill>
                  <a:srgbClr val="FF0000"/>
                </a:solidFill>
                <a:latin typeface="Calibri"/>
                <a:cs typeface="Calibri"/>
              </a:rPr>
              <a:t>a</a:t>
            </a:r>
            <a:r>
              <a:rPr sz="3150" baseline="25132" dirty="0">
                <a:solidFill>
                  <a:srgbClr val="FF0000"/>
                </a:solidFill>
                <a:latin typeface="Calibri"/>
                <a:cs typeface="Calibri"/>
              </a:rPr>
              <a:t>2</a:t>
            </a:r>
            <a:r>
              <a:rPr sz="3150" spc="352" baseline="25132" dirty="0">
                <a:solidFill>
                  <a:srgbClr val="FF0000"/>
                </a:solidFill>
                <a:latin typeface="Calibri"/>
                <a:cs typeface="Calibri"/>
              </a:rPr>
              <a:t> </a:t>
            </a:r>
            <a:r>
              <a:rPr sz="3200" dirty="0">
                <a:solidFill>
                  <a:srgbClr val="FF0000"/>
                </a:solidFill>
                <a:latin typeface="Calibri"/>
                <a:cs typeface="Calibri"/>
              </a:rPr>
              <a:t>+</a:t>
            </a:r>
            <a:r>
              <a:rPr sz="3200" spc="-20" dirty="0">
                <a:solidFill>
                  <a:srgbClr val="FF0000"/>
                </a:solidFill>
                <a:latin typeface="Calibri"/>
                <a:cs typeface="Calibri"/>
              </a:rPr>
              <a:t> </a:t>
            </a:r>
            <a:r>
              <a:rPr sz="3200" dirty="0">
                <a:solidFill>
                  <a:srgbClr val="FF0000"/>
                </a:solidFill>
                <a:latin typeface="Calibri"/>
                <a:cs typeface="Calibri"/>
              </a:rPr>
              <a:t>0</a:t>
            </a:r>
            <a:r>
              <a:rPr sz="3200" spc="-5" dirty="0">
                <a:solidFill>
                  <a:srgbClr val="FF0000"/>
                </a:solidFill>
                <a:latin typeface="Calibri"/>
                <a:cs typeface="Calibri"/>
              </a:rPr>
              <a:t> </a:t>
            </a:r>
            <a:r>
              <a:rPr sz="3200" dirty="0">
                <a:solidFill>
                  <a:srgbClr val="FF0000"/>
                </a:solidFill>
                <a:latin typeface="Calibri"/>
                <a:cs typeface="Calibri"/>
              </a:rPr>
              <a:t>≥</a:t>
            </a:r>
            <a:r>
              <a:rPr sz="3200" spc="-15" dirty="0">
                <a:solidFill>
                  <a:srgbClr val="FF0000"/>
                </a:solidFill>
                <a:latin typeface="Calibri"/>
                <a:cs typeface="Calibri"/>
              </a:rPr>
              <a:t> </a:t>
            </a:r>
            <a:r>
              <a:rPr sz="3200" dirty="0">
                <a:solidFill>
                  <a:srgbClr val="FF0000"/>
                </a:solidFill>
                <a:latin typeface="Calibri"/>
                <a:cs typeface="Calibri"/>
              </a:rPr>
              <a:t>0</a:t>
            </a:r>
            <a:r>
              <a:rPr sz="3200" spc="-5" dirty="0">
                <a:solidFill>
                  <a:srgbClr val="FF0000"/>
                </a:solidFill>
                <a:latin typeface="Calibri"/>
                <a:cs typeface="Calibri"/>
              </a:rPr>
              <a:t> </a:t>
            </a:r>
            <a:r>
              <a:rPr sz="3200" spc="-25" dirty="0">
                <a:latin typeface="Calibri"/>
                <a:cs typeface="Calibri"/>
              </a:rPr>
              <a:t>có </a:t>
            </a:r>
            <a:r>
              <a:rPr sz="3200" dirty="0">
                <a:latin typeface="Calibri"/>
                <a:cs typeface="Calibri"/>
              </a:rPr>
              <a:t>chân</a:t>
            </a:r>
            <a:r>
              <a:rPr sz="3200" spc="-35" dirty="0">
                <a:latin typeface="Calibri"/>
                <a:cs typeface="Calibri"/>
              </a:rPr>
              <a:t> </a:t>
            </a:r>
            <a:r>
              <a:rPr sz="3200" dirty="0">
                <a:latin typeface="Calibri"/>
                <a:cs typeface="Calibri"/>
              </a:rPr>
              <a:t>trị</a:t>
            </a:r>
            <a:r>
              <a:rPr sz="3200" spc="-45" dirty="0">
                <a:latin typeface="Calibri"/>
                <a:cs typeface="Calibri"/>
              </a:rPr>
              <a:t> </a:t>
            </a:r>
            <a:r>
              <a:rPr sz="3200" dirty="0">
                <a:latin typeface="Calibri"/>
                <a:cs typeface="Calibri"/>
              </a:rPr>
              <a:t>ĐÚNG</a:t>
            </a:r>
            <a:r>
              <a:rPr sz="3200" spc="-50" dirty="0">
                <a:latin typeface="Calibri"/>
                <a:cs typeface="Calibri"/>
              </a:rPr>
              <a:t> </a:t>
            </a:r>
            <a:r>
              <a:rPr sz="3200" dirty="0">
                <a:latin typeface="Calibri"/>
                <a:cs typeface="Calibri"/>
              </a:rPr>
              <a:t>(P(a,</a:t>
            </a:r>
            <a:r>
              <a:rPr sz="3200" spc="-35" dirty="0">
                <a:latin typeface="Calibri"/>
                <a:cs typeface="Calibri"/>
              </a:rPr>
              <a:t> </a:t>
            </a:r>
            <a:r>
              <a:rPr sz="3200" dirty="0">
                <a:latin typeface="Calibri"/>
                <a:cs typeface="Calibri"/>
              </a:rPr>
              <a:t>b)</a:t>
            </a:r>
            <a:r>
              <a:rPr sz="3200" spc="-20" dirty="0">
                <a:latin typeface="Calibri"/>
                <a:cs typeface="Calibri"/>
              </a:rPr>
              <a:t> </a:t>
            </a:r>
            <a:r>
              <a:rPr sz="3200" dirty="0">
                <a:latin typeface="Calibri"/>
                <a:cs typeface="Calibri"/>
              </a:rPr>
              <a:t>có</a:t>
            </a:r>
            <a:r>
              <a:rPr sz="3200" spc="-50" dirty="0">
                <a:latin typeface="Calibri"/>
                <a:cs typeface="Calibri"/>
              </a:rPr>
              <a:t> </a:t>
            </a:r>
            <a:r>
              <a:rPr sz="3200" dirty="0">
                <a:latin typeface="Calibri"/>
                <a:cs typeface="Calibri"/>
              </a:rPr>
              <a:t>chân</a:t>
            </a:r>
            <a:r>
              <a:rPr sz="3200" spc="-35" dirty="0">
                <a:latin typeface="Calibri"/>
                <a:cs typeface="Calibri"/>
              </a:rPr>
              <a:t> </a:t>
            </a:r>
            <a:r>
              <a:rPr sz="3200" dirty="0">
                <a:latin typeface="Calibri"/>
                <a:cs typeface="Calibri"/>
              </a:rPr>
              <a:t>trị</a:t>
            </a:r>
            <a:r>
              <a:rPr sz="3200" spc="-45" dirty="0">
                <a:latin typeface="Calibri"/>
                <a:cs typeface="Calibri"/>
              </a:rPr>
              <a:t> </a:t>
            </a:r>
            <a:r>
              <a:rPr sz="3200" spc="-10" dirty="0">
                <a:latin typeface="Calibri"/>
                <a:cs typeface="Calibri"/>
              </a:rPr>
              <a:t>ĐÚNG).</a:t>
            </a:r>
            <a:endParaRPr sz="3200">
              <a:latin typeface="Calibri"/>
              <a:cs typeface="Calibri"/>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45440" y="141262"/>
            <a:ext cx="8194675" cy="3340100"/>
          </a:xfrm>
          <a:prstGeom prst="rect">
            <a:avLst/>
          </a:prstGeom>
        </p:spPr>
        <p:txBody>
          <a:bodyPr vert="horz" wrap="square" lIns="0" tIns="12700" rIns="0" bIns="0" rtlCol="0">
            <a:spAutoFit/>
          </a:bodyPr>
          <a:lstStyle/>
          <a:p>
            <a:pPr marL="50800" marR="2578100">
              <a:lnSpc>
                <a:spcPct val="120100"/>
              </a:lnSpc>
              <a:spcBef>
                <a:spcPts val="100"/>
              </a:spcBef>
              <a:tabLst>
                <a:tab pos="1511935" algn="l"/>
              </a:tabLst>
            </a:pPr>
            <a:r>
              <a:rPr sz="3200" b="1" dirty="0">
                <a:latin typeface="Calibri"/>
                <a:cs typeface="Calibri"/>
              </a:rPr>
              <a:t>Ví</a:t>
            </a:r>
            <a:r>
              <a:rPr sz="3200" b="1" spc="-15" dirty="0">
                <a:latin typeface="Calibri"/>
                <a:cs typeface="Calibri"/>
              </a:rPr>
              <a:t> </a:t>
            </a:r>
            <a:r>
              <a:rPr sz="3200" b="1" dirty="0">
                <a:latin typeface="Calibri"/>
                <a:cs typeface="Calibri"/>
              </a:rPr>
              <a:t>dụ</a:t>
            </a:r>
            <a:r>
              <a:rPr sz="3200" b="1" spc="-15" dirty="0">
                <a:latin typeface="Calibri"/>
                <a:cs typeface="Calibri"/>
              </a:rPr>
              <a:t> </a:t>
            </a:r>
            <a:r>
              <a:rPr sz="3200" b="1" spc="-25" dirty="0">
                <a:latin typeface="Calibri"/>
                <a:cs typeface="Calibri"/>
              </a:rPr>
              <a:t>8:</a:t>
            </a:r>
            <a:r>
              <a:rPr sz="3200" b="1" dirty="0">
                <a:latin typeface="Calibri"/>
                <a:cs typeface="Calibri"/>
              </a:rPr>
              <a:t>	</a:t>
            </a:r>
            <a:r>
              <a:rPr sz="3200" dirty="0">
                <a:latin typeface="Symbol"/>
                <a:cs typeface="Symbol"/>
              </a:rPr>
              <a:t></a:t>
            </a:r>
            <a:r>
              <a:rPr sz="3200" dirty="0">
                <a:latin typeface="Calibri"/>
                <a:cs typeface="Calibri"/>
              </a:rPr>
              <a:t>x </a:t>
            </a:r>
            <a:r>
              <a:rPr sz="3200" dirty="0">
                <a:latin typeface="Symbol"/>
                <a:cs typeface="Symbol"/>
              </a:rPr>
              <a:t></a:t>
            </a:r>
            <a:r>
              <a:rPr sz="3200" spc="-85" dirty="0">
                <a:latin typeface="Times New Roman"/>
                <a:cs typeface="Times New Roman"/>
              </a:rPr>
              <a:t> </a:t>
            </a:r>
            <a:r>
              <a:rPr sz="3200" dirty="0">
                <a:latin typeface="Calibri"/>
                <a:cs typeface="Calibri"/>
              </a:rPr>
              <a:t>Z,</a:t>
            </a:r>
            <a:r>
              <a:rPr sz="3200" spc="-10" dirty="0">
                <a:latin typeface="Calibri"/>
                <a:cs typeface="Calibri"/>
              </a:rPr>
              <a:t> </a:t>
            </a:r>
            <a:r>
              <a:rPr sz="3200" dirty="0">
                <a:latin typeface="Symbol"/>
                <a:cs typeface="Symbol"/>
              </a:rPr>
              <a:t></a:t>
            </a:r>
            <a:r>
              <a:rPr sz="3200" dirty="0">
                <a:latin typeface="Calibri"/>
                <a:cs typeface="Calibri"/>
              </a:rPr>
              <a:t>y</a:t>
            </a:r>
            <a:r>
              <a:rPr sz="3200" spc="-25" dirty="0">
                <a:latin typeface="Calibri"/>
                <a:cs typeface="Calibri"/>
              </a:rPr>
              <a:t> </a:t>
            </a:r>
            <a:r>
              <a:rPr sz="3200" dirty="0">
                <a:latin typeface="Symbol"/>
                <a:cs typeface="Symbol"/>
              </a:rPr>
              <a:t></a:t>
            </a:r>
            <a:r>
              <a:rPr sz="3200" spc="-80" dirty="0">
                <a:latin typeface="Times New Roman"/>
                <a:cs typeface="Times New Roman"/>
              </a:rPr>
              <a:t> </a:t>
            </a:r>
            <a:r>
              <a:rPr sz="3200" dirty="0">
                <a:latin typeface="Calibri"/>
                <a:cs typeface="Calibri"/>
              </a:rPr>
              <a:t>Z,</a:t>
            </a:r>
            <a:r>
              <a:rPr sz="3200" spc="-10" dirty="0">
                <a:latin typeface="Calibri"/>
                <a:cs typeface="Calibri"/>
              </a:rPr>
              <a:t> </a:t>
            </a:r>
            <a:r>
              <a:rPr sz="3200" dirty="0">
                <a:latin typeface="Calibri"/>
                <a:cs typeface="Calibri"/>
              </a:rPr>
              <a:t>x</a:t>
            </a:r>
            <a:r>
              <a:rPr sz="3200" spc="-10"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y</a:t>
            </a:r>
            <a:r>
              <a:rPr sz="3150" baseline="25132" dirty="0">
                <a:latin typeface="Calibri"/>
                <a:cs typeface="Calibri"/>
              </a:rPr>
              <a:t>2</a:t>
            </a:r>
            <a:r>
              <a:rPr sz="3150" spc="367" baseline="25132" dirty="0">
                <a:latin typeface="Calibri"/>
                <a:cs typeface="Calibri"/>
              </a:rPr>
              <a:t> </a:t>
            </a:r>
            <a:r>
              <a:rPr sz="3200" dirty="0">
                <a:latin typeface="Calibri"/>
                <a:cs typeface="Calibri"/>
              </a:rPr>
              <a:t>≥</a:t>
            </a:r>
            <a:r>
              <a:rPr sz="3200" spc="-10" dirty="0">
                <a:latin typeface="Calibri"/>
                <a:cs typeface="Calibri"/>
              </a:rPr>
              <a:t> </a:t>
            </a:r>
            <a:r>
              <a:rPr sz="3200" spc="-25" dirty="0">
                <a:latin typeface="Calibri"/>
                <a:cs typeface="Calibri"/>
              </a:rPr>
              <a:t>0. </a:t>
            </a:r>
            <a:r>
              <a:rPr sz="3200" spc="-105" dirty="0">
                <a:latin typeface="Calibri"/>
                <a:cs typeface="Calibri"/>
              </a:rPr>
              <a:t>Ta</a:t>
            </a:r>
            <a:r>
              <a:rPr sz="3200" spc="-25" dirty="0">
                <a:latin typeface="Calibri"/>
                <a:cs typeface="Calibri"/>
              </a:rPr>
              <a:t> </a:t>
            </a:r>
            <a:r>
              <a:rPr sz="3200" dirty="0">
                <a:latin typeface="Calibri"/>
                <a:cs typeface="Calibri"/>
              </a:rPr>
              <a:t>có</a:t>
            </a:r>
            <a:r>
              <a:rPr sz="3200" spc="-35" dirty="0">
                <a:latin typeface="Calibri"/>
                <a:cs typeface="Calibri"/>
              </a:rPr>
              <a:t> </a:t>
            </a:r>
            <a:r>
              <a:rPr sz="3200" dirty="0">
                <a:latin typeface="Calibri"/>
                <a:cs typeface="Calibri"/>
              </a:rPr>
              <a:t>P(x,</a:t>
            </a:r>
            <a:r>
              <a:rPr sz="3200" spc="-20" dirty="0">
                <a:latin typeface="Calibri"/>
                <a:cs typeface="Calibri"/>
              </a:rPr>
              <a:t> </a:t>
            </a:r>
            <a:r>
              <a:rPr sz="3200" dirty="0">
                <a:latin typeface="Calibri"/>
                <a:cs typeface="Calibri"/>
              </a:rPr>
              <a:t>y)</a:t>
            </a:r>
            <a:r>
              <a:rPr sz="3200" spc="-20" dirty="0">
                <a:latin typeface="Calibri"/>
                <a:cs typeface="Calibri"/>
              </a:rPr>
              <a:t> </a:t>
            </a:r>
            <a:r>
              <a:rPr sz="3200" dirty="0">
                <a:latin typeface="Calibri"/>
                <a:cs typeface="Calibri"/>
              </a:rPr>
              <a:t>:</a:t>
            </a:r>
            <a:r>
              <a:rPr sz="3200" spc="-10" dirty="0">
                <a:latin typeface="Calibri"/>
                <a:cs typeface="Calibri"/>
              </a:rPr>
              <a:t> </a:t>
            </a:r>
            <a:r>
              <a:rPr sz="3200" dirty="0">
                <a:latin typeface="Calibri"/>
                <a:cs typeface="Calibri"/>
              </a:rPr>
              <a:t>“x</a:t>
            </a:r>
            <a:r>
              <a:rPr sz="3200" spc="-25"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y</a:t>
            </a:r>
            <a:r>
              <a:rPr sz="3150" baseline="25132" dirty="0">
                <a:latin typeface="Calibri"/>
                <a:cs typeface="Calibri"/>
              </a:rPr>
              <a:t>2</a:t>
            </a:r>
            <a:r>
              <a:rPr sz="3150" spc="345" baseline="25132" dirty="0">
                <a:latin typeface="Calibri"/>
                <a:cs typeface="Calibri"/>
              </a:rPr>
              <a:t> </a:t>
            </a:r>
            <a:r>
              <a:rPr sz="3200" dirty="0">
                <a:latin typeface="Calibri"/>
                <a:cs typeface="Calibri"/>
              </a:rPr>
              <a:t>≥</a:t>
            </a:r>
            <a:r>
              <a:rPr sz="3200" spc="-20" dirty="0">
                <a:latin typeface="Calibri"/>
                <a:cs typeface="Calibri"/>
              </a:rPr>
              <a:t> </a:t>
            </a:r>
            <a:r>
              <a:rPr sz="3200" spc="-90" dirty="0">
                <a:latin typeface="Calibri"/>
                <a:cs typeface="Calibri"/>
              </a:rPr>
              <a:t>0”,</a:t>
            </a:r>
            <a:r>
              <a:rPr sz="3200" spc="-20" dirty="0">
                <a:latin typeface="Calibri"/>
                <a:cs typeface="Calibri"/>
              </a:rPr>
              <a:t> </a:t>
            </a:r>
            <a:r>
              <a:rPr sz="3200" dirty="0">
                <a:latin typeface="Calibri"/>
                <a:cs typeface="Calibri"/>
              </a:rPr>
              <a:t>x,</a:t>
            </a:r>
            <a:r>
              <a:rPr sz="3200" spc="-20" dirty="0">
                <a:latin typeface="Calibri"/>
                <a:cs typeface="Calibri"/>
              </a:rPr>
              <a:t> </a:t>
            </a:r>
            <a:r>
              <a:rPr sz="3200" dirty="0">
                <a:latin typeface="Calibri"/>
                <a:cs typeface="Calibri"/>
              </a:rPr>
              <a:t>y</a:t>
            </a:r>
            <a:r>
              <a:rPr sz="3200" spc="-20" dirty="0">
                <a:latin typeface="Calibri"/>
                <a:cs typeface="Calibri"/>
              </a:rPr>
              <a:t> </a:t>
            </a:r>
            <a:r>
              <a:rPr sz="3200" dirty="0">
                <a:latin typeface="Symbol"/>
                <a:cs typeface="Symbol"/>
              </a:rPr>
              <a:t></a:t>
            </a:r>
            <a:r>
              <a:rPr sz="3200" spc="-95" dirty="0">
                <a:latin typeface="Times New Roman"/>
                <a:cs typeface="Times New Roman"/>
              </a:rPr>
              <a:t> </a:t>
            </a:r>
            <a:r>
              <a:rPr sz="3200" spc="-25" dirty="0">
                <a:latin typeface="Calibri"/>
                <a:cs typeface="Calibri"/>
              </a:rPr>
              <a:t>Z.</a:t>
            </a:r>
            <a:endParaRPr sz="3200">
              <a:latin typeface="Calibri"/>
              <a:cs typeface="Calibri"/>
            </a:endParaRPr>
          </a:p>
          <a:p>
            <a:pPr>
              <a:lnSpc>
                <a:spcPct val="100000"/>
              </a:lnSpc>
              <a:spcBef>
                <a:spcPts val="1480"/>
              </a:spcBef>
            </a:pPr>
            <a:endParaRPr sz="3200">
              <a:latin typeface="Calibri"/>
              <a:cs typeface="Calibri"/>
            </a:endParaRPr>
          </a:p>
          <a:p>
            <a:pPr marL="50800" marR="43180">
              <a:lnSpc>
                <a:spcPct val="99700"/>
              </a:lnSpc>
              <a:spcBef>
                <a:spcPts val="5"/>
              </a:spcBef>
              <a:tabLst>
                <a:tab pos="5779135" algn="l"/>
              </a:tabLst>
            </a:pPr>
            <a:r>
              <a:rPr sz="3200" dirty="0">
                <a:latin typeface="Calibri"/>
                <a:cs typeface="Calibri"/>
              </a:rPr>
              <a:t>Lượng</a:t>
            </a:r>
            <a:r>
              <a:rPr sz="3200" spc="-35" dirty="0">
                <a:latin typeface="Calibri"/>
                <a:cs typeface="Calibri"/>
              </a:rPr>
              <a:t> </a:t>
            </a:r>
            <a:r>
              <a:rPr sz="3200" dirty="0">
                <a:latin typeface="Calibri"/>
                <a:cs typeface="Calibri"/>
              </a:rPr>
              <a:t>từ</a:t>
            </a:r>
            <a:r>
              <a:rPr sz="3200" spc="-35" dirty="0">
                <a:latin typeface="Calibri"/>
                <a:cs typeface="Calibri"/>
              </a:rPr>
              <a:t> </a:t>
            </a:r>
            <a:r>
              <a:rPr sz="3200" dirty="0">
                <a:latin typeface="Calibri"/>
                <a:cs typeface="Calibri"/>
              </a:rPr>
              <a:t>đã</a:t>
            </a:r>
            <a:r>
              <a:rPr sz="3200" spc="-35" dirty="0">
                <a:latin typeface="Calibri"/>
                <a:cs typeface="Calibri"/>
              </a:rPr>
              <a:t> </a:t>
            </a:r>
            <a:r>
              <a:rPr sz="3200" dirty="0">
                <a:latin typeface="Calibri"/>
                <a:cs typeface="Calibri"/>
              </a:rPr>
              <a:t>cho</a:t>
            </a:r>
            <a:r>
              <a:rPr sz="3200" spc="-35" dirty="0">
                <a:latin typeface="Calibri"/>
                <a:cs typeface="Calibri"/>
              </a:rPr>
              <a:t> </a:t>
            </a:r>
            <a:r>
              <a:rPr sz="3200" dirty="0">
                <a:latin typeface="Calibri"/>
                <a:cs typeface="Calibri"/>
              </a:rPr>
              <a:t>có</a:t>
            </a:r>
            <a:r>
              <a:rPr sz="3200" spc="-40" dirty="0">
                <a:latin typeface="Calibri"/>
                <a:cs typeface="Calibri"/>
              </a:rPr>
              <a:t> </a:t>
            </a:r>
            <a:r>
              <a:rPr sz="3200" dirty="0">
                <a:latin typeface="Calibri"/>
                <a:cs typeface="Calibri"/>
              </a:rPr>
              <a:t>chân</a:t>
            </a:r>
            <a:r>
              <a:rPr sz="3200" spc="-40" dirty="0">
                <a:latin typeface="Calibri"/>
                <a:cs typeface="Calibri"/>
              </a:rPr>
              <a:t> </a:t>
            </a:r>
            <a:r>
              <a:rPr sz="3200" dirty="0">
                <a:latin typeface="Calibri"/>
                <a:cs typeface="Calibri"/>
              </a:rPr>
              <a:t>trị</a:t>
            </a:r>
            <a:r>
              <a:rPr sz="3200" spc="-30" dirty="0">
                <a:latin typeface="Calibri"/>
                <a:cs typeface="Calibri"/>
              </a:rPr>
              <a:t> </a:t>
            </a:r>
            <a:r>
              <a:rPr sz="3200" dirty="0">
                <a:latin typeface="Calibri"/>
                <a:cs typeface="Calibri"/>
              </a:rPr>
              <a:t>SAI</a:t>
            </a:r>
            <a:r>
              <a:rPr sz="3200" spc="-35" dirty="0">
                <a:latin typeface="Calibri"/>
                <a:cs typeface="Calibri"/>
              </a:rPr>
              <a:t> </a:t>
            </a:r>
            <a:r>
              <a:rPr sz="3200" spc="-25" dirty="0">
                <a:latin typeface="Calibri"/>
                <a:cs typeface="Calibri"/>
              </a:rPr>
              <a:t>vì</a:t>
            </a:r>
            <a:r>
              <a:rPr sz="3200" dirty="0">
                <a:latin typeface="Calibri"/>
                <a:cs typeface="Calibri"/>
              </a:rPr>
              <a:t>	</a:t>
            </a:r>
            <a:r>
              <a:rPr sz="3200" dirty="0">
                <a:solidFill>
                  <a:srgbClr val="FF0000"/>
                </a:solidFill>
                <a:latin typeface="Calibri"/>
                <a:cs typeface="Calibri"/>
              </a:rPr>
              <a:t>có</a:t>
            </a:r>
            <a:r>
              <a:rPr sz="3200" spc="-35" dirty="0">
                <a:solidFill>
                  <a:srgbClr val="FF0000"/>
                </a:solidFill>
                <a:latin typeface="Calibri"/>
                <a:cs typeface="Calibri"/>
              </a:rPr>
              <a:t> </a:t>
            </a:r>
            <a:r>
              <a:rPr sz="3200" dirty="0">
                <a:solidFill>
                  <a:srgbClr val="FF0000"/>
                </a:solidFill>
                <a:latin typeface="Calibri"/>
                <a:cs typeface="Calibri"/>
              </a:rPr>
              <a:t>x</a:t>
            </a:r>
            <a:r>
              <a:rPr sz="3200" spc="-25" dirty="0">
                <a:solidFill>
                  <a:srgbClr val="FF0000"/>
                </a:solidFill>
                <a:latin typeface="Calibri"/>
                <a:cs typeface="Calibri"/>
              </a:rPr>
              <a:t> </a:t>
            </a:r>
            <a:r>
              <a:rPr sz="3200" dirty="0">
                <a:solidFill>
                  <a:srgbClr val="FF0000"/>
                </a:solidFill>
                <a:latin typeface="Calibri"/>
                <a:cs typeface="Calibri"/>
              </a:rPr>
              <a:t>bằng</a:t>
            </a:r>
            <a:r>
              <a:rPr sz="3200" spc="-10" dirty="0">
                <a:solidFill>
                  <a:srgbClr val="FF0000"/>
                </a:solidFill>
                <a:latin typeface="Calibri"/>
                <a:cs typeface="Calibri"/>
              </a:rPr>
              <a:t> </a:t>
            </a:r>
            <a:r>
              <a:rPr sz="3200" dirty="0">
                <a:solidFill>
                  <a:srgbClr val="FF0000"/>
                </a:solidFill>
                <a:latin typeface="Calibri"/>
                <a:cs typeface="Calibri"/>
              </a:rPr>
              <a:t>-1</a:t>
            </a:r>
            <a:r>
              <a:rPr sz="3200" spc="-40" dirty="0">
                <a:solidFill>
                  <a:srgbClr val="FF0000"/>
                </a:solidFill>
                <a:latin typeface="Calibri"/>
                <a:cs typeface="Calibri"/>
              </a:rPr>
              <a:t> </a:t>
            </a:r>
            <a:r>
              <a:rPr sz="3200" spc="-50" dirty="0">
                <a:solidFill>
                  <a:srgbClr val="FF0000"/>
                </a:solidFill>
                <a:latin typeface="Symbol"/>
                <a:cs typeface="Symbol"/>
              </a:rPr>
              <a:t></a:t>
            </a:r>
            <a:r>
              <a:rPr sz="3200" spc="-50" dirty="0">
                <a:solidFill>
                  <a:srgbClr val="FF0000"/>
                </a:solidFill>
                <a:latin typeface="Times New Roman"/>
                <a:cs typeface="Times New Roman"/>
              </a:rPr>
              <a:t> </a:t>
            </a:r>
            <a:r>
              <a:rPr sz="3200" dirty="0">
                <a:solidFill>
                  <a:srgbClr val="FF0000"/>
                </a:solidFill>
                <a:latin typeface="Calibri"/>
                <a:cs typeface="Calibri"/>
              </a:rPr>
              <a:t>Z</a:t>
            </a:r>
            <a:r>
              <a:rPr sz="3200" spc="-30" dirty="0">
                <a:solidFill>
                  <a:srgbClr val="FF0000"/>
                </a:solidFill>
                <a:latin typeface="Calibri"/>
                <a:cs typeface="Calibri"/>
              </a:rPr>
              <a:t> </a:t>
            </a:r>
            <a:r>
              <a:rPr sz="3200" dirty="0">
                <a:latin typeface="Calibri"/>
                <a:cs typeface="Calibri"/>
              </a:rPr>
              <a:t>,</a:t>
            </a:r>
            <a:r>
              <a:rPr sz="3200" spc="-20" dirty="0">
                <a:latin typeface="Calibri"/>
                <a:cs typeface="Calibri"/>
              </a:rPr>
              <a:t> </a:t>
            </a:r>
            <a:r>
              <a:rPr sz="3200" dirty="0">
                <a:solidFill>
                  <a:srgbClr val="FF0000"/>
                </a:solidFill>
                <a:latin typeface="Calibri"/>
                <a:cs typeface="Calibri"/>
              </a:rPr>
              <a:t>thay</a:t>
            </a:r>
            <a:r>
              <a:rPr sz="3200" spc="-5" dirty="0">
                <a:solidFill>
                  <a:srgbClr val="FF0000"/>
                </a:solidFill>
                <a:latin typeface="Calibri"/>
                <a:cs typeface="Calibri"/>
              </a:rPr>
              <a:t> </a:t>
            </a:r>
            <a:r>
              <a:rPr sz="3200" dirty="0">
                <a:solidFill>
                  <a:srgbClr val="FF0000"/>
                </a:solidFill>
                <a:latin typeface="Calibri"/>
                <a:cs typeface="Calibri"/>
              </a:rPr>
              <a:t>y</a:t>
            </a:r>
            <a:r>
              <a:rPr sz="3200" spc="-20" dirty="0">
                <a:solidFill>
                  <a:srgbClr val="FF0000"/>
                </a:solidFill>
                <a:latin typeface="Calibri"/>
                <a:cs typeface="Calibri"/>
              </a:rPr>
              <a:t> </a:t>
            </a:r>
            <a:r>
              <a:rPr sz="3200" dirty="0">
                <a:solidFill>
                  <a:srgbClr val="FF0000"/>
                </a:solidFill>
                <a:latin typeface="Calibri"/>
                <a:cs typeface="Calibri"/>
              </a:rPr>
              <a:t>bằng</a:t>
            </a:r>
            <a:r>
              <a:rPr sz="3200" spc="-15" dirty="0">
                <a:solidFill>
                  <a:srgbClr val="FF0000"/>
                </a:solidFill>
                <a:latin typeface="Calibri"/>
                <a:cs typeface="Calibri"/>
              </a:rPr>
              <a:t> </a:t>
            </a:r>
            <a:r>
              <a:rPr sz="3200" dirty="0">
                <a:solidFill>
                  <a:srgbClr val="FF0000"/>
                </a:solidFill>
                <a:latin typeface="Calibri"/>
                <a:cs typeface="Calibri"/>
              </a:rPr>
              <a:t>giá</a:t>
            </a:r>
            <a:r>
              <a:rPr sz="3200" spc="-20" dirty="0">
                <a:solidFill>
                  <a:srgbClr val="FF0000"/>
                </a:solidFill>
                <a:latin typeface="Calibri"/>
                <a:cs typeface="Calibri"/>
              </a:rPr>
              <a:t> </a:t>
            </a:r>
            <a:r>
              <a:rPr sz="3200" dirty="0">
                <a:solidFill>
                  <a:srgbClr val="FF0000"/>
                </a:solidFill>
                <a:latin typeface="Calibri"/>
                <a:cs typeface="Calibri"/>
              </a:rPr>
              <a:t>trị</a:t>
            </a:r>
            <a:r>
              <a:rPr sz="3200" spc="-25" dirty="0">
                <a:solidFill>
                  <a:srgbClr val="FF0000"/>
                </a:solidFill>
                <a:latin typeface="Calibri"/>
                <a:cs typeface="Calibri"/>
              </a:rPr>
              <a:t> </a:t>
            </a:r>
            <a:r>
              <a:rPr sz="3200" dirty="0">
                <a:solidFill>
                  <a:srgbClr val="FF0000"/>
                </a:solidFill>
                <a:latin typeface="Calibri"/>
                <a:cs typeface="Calibri"/>
              </a:rPr>
              <a:t>bất</a:t>
            </a:r>
            <a:r>
              <a:rPr sz="3200" spc="-10" dirty="0">
                <a:solidFill>
                  <a:srgbClr val="FF0000"/>
                </a:solidFill>
                <a:latin typeface="Calibri"/>
                <a:cs typeface="Calibri"/>
              </a:rPr>
              <a:t> </a:t>
            </a:r>
            <a:r>
              <a:rPr sz="3200" dirty="0">
                <a:solidFill>
                  <a:srgbClr val="FF0000"/>
                </a:solidFill>
                <a:latin typeface="Calibri"/>
                <a:cs typeface="Calibri"/>
              </a:rPr>
              <a:t>kỳ</a:t>
            </a:r>
            <a:r>
              <a:rPr sz="3200" spc="-20" dirty="0">
                <a:solidFill>
                  <a:srgbClr val="FF0000"/>
                </a:solidFill>
                <a:latin typeface="Calibri"/>
                <a:cs typeface="Calibri"/>
              </a:rPr>
              <a:t> </a:t>
            </a:r>
            <a:r>
              <a:rPr sz="3200" dirty="0">
                <a:solidFill>
                  <a:srgbClr val="FF0000"/>
                </a:solidFill>
                <a:latin typeface="Calibri"/>
                <a:cs typeface="Calibri"/>
              </a:rPr>
              <a:t>b</a:t>
            </a:r>
            <a:r>
              <a:rPr sz="3200" spc="-25" dirty="0">
                <a:solidFill>
                  <a:srgbClr val="FF0000"/>
                </a:solidFill>
                <a:latin typeface="Calibri"/>
                <a:cs typeface="Calibri"/>
              </a:rPr>
              <a:t> </a:t>
            </a:r>
            <a:r>
              <a:rPr sz="3200" dirty="0">
                <a:solidFill>
                  <a:srgbClr val="FF0000"/>
                </a:solidFill>
                <a:latin typeface="Symbol"/>
                <a:cs typeface="Symbol"/>
              </a:rPr>
              <a:t></a:t>
            </a:r>
            <a:r>
              <a:rPr sz="3200" spc="-95" dirty="0">
                <a:solidFill>
                  <a:srgbClr val="FF0000"/>
                </a:solidFill>
                <a:latin typeface="Times New Roman"/>
                <a:cs typeface="Times New Roman"/>
              </a:rPr>
              <a:t> </a:t>
            </a:r>
            <a:r>
              <a:rPr sz="3200" dirty="0">
                <a:solidFill>
                  <a:srgbClr val="FF0000"/>
                </a:solidFill>
                <a:latin typeface="Calibri"/>
                <a:cs typeface="Calibri"/>
              </a:rPr>
              <a:t>Z</a:t>
            </a:r>
            <a:r>
              <a:rPr sz="3200" spc="-30" dirty="0">
                <a:solidFill>
                  <a:srgbClr val="FF0000"/>
                </a:solidFill>
                <a:latin typeface="Calibri"/>
                <a:cs typeface="Calibri"/>
              </a:rPr>
              <a:t> </a:t>
            </a:r>
            <a:r>
              <a:rPr sz="3200" dirty="0">
                <a:latin typeface="Calibri"/>
                <a:cs typeface="Calibri"/>
              </a:rPr>
              <a:t>,</a:t>
            </a:r>
            <a:r>
              <a:rPr sz="3200" spc="-20" dirty="0">
                <a:latin typeface="Calibri"/>
                <a:cs typeface="Calibri"/>
              </a:rPr>
              <a:t> </a:t>
            </a:r>
            <a:r>
              <a:rPr sz="3200" dirty="0">
                <a:solidFill>
                  <a:srgbClr val="FF0000"/>
                </a:solidFill>
                <a:latin typeface="Calibri"/>
                <a:cs typeface="Calibri"/>
              </a:rPr>
              <a:t>-1</a:t>
            </a:r>
            <a:r>
              <a:rPr sz="3200" spc="-30" dirty="0">
                <a:solidFill>
                  <a:srgbClr val="FF0000"/>
                </a:solidFill>
                <a:latin typeface="Calibri"/>
                <a:cs typeface="Calibri"/>
              </a:rPr>
              <a:t> </a:t>
            </a:r>
            <a:r>
              <a:rPr sz="3200" dirty="0">
                <a:solidFill>
                  <a:srgbClr val="FF0000"/>
                </a:solidFill>
                <a:latin typeface="Calibri"/>
                <a:cs typeface="Calibri"/>
              </a:rPr>
              <a:t>-</a:t>
            </a:r>
            <a:r>
              <a:rPr sz="3200" spc="-30" dirty="0">
                <a:solidFill>
                  <a:srgbClr val="FF0000"/>
                </a:solidFill>
                <a:latin typeface="Calibri"/>
                <a:cs typeface="Calibri"/>
              </a:rPr>
              <a:t> </a:t>
            </a:r>
            <a:r>
              <a:rPr sz="3200" dirty="0">
                <a:solidFill>
                  <a:srgbClr val="FF0000"/>
                </a:solidFill>
                <a:latin typeface="Calibri"/>
                <a:cs typeface="Calibri"/>
              </a:rPr>
              <a:t>b</a:t>
            </a:r>
            <a:r>
              <a:rPr sz="3150" baseline="25132" dirty="0">
                <a:solidFill>
                  <a:srgbClr val="FF0000"/>
                </a:solidFill>
                <a:latin typeface="Calibri"/>
                <a:cs typeface="Calibri"/>
              </a:rPr>
              <a:t>2</a:t>
            </a:r>
            <a:r>
              <a:rPr sz="3150" spc="367" baseline="25132" dirty="0">
                <a:solidFill>
                  <a:srgbClr val="FF0000"/>
                </a:solidFill>
                <a:latin typeface="Calibri"/>
                <a:cs typeface="Calibri"/>
              </a:rPr>
              <a:t> </a:t>
            </a:r>
            <a:r>
              <a:rPr sz="3200" dirty="0">
                <a:solidFill>
                  <a:srgbClr val="FF0000"/>
                </a:solidFill>
                <a:latin typeface="Calibri"/>
                <a:cs typeface="Calibri"/>
              </a:rPr>
              <a:t>≥</a:t>
            </a:r>
            <a:r>
              <a:rPr sz="3200" spc="-25" dirty="0">
                <a:solidFill>
                  <a:srgbClr val="FF0000"/>
                </a:solidFill>
                <a:latin typeface="Calibri"/>
                <a:cs typeface="Calibri"/>
              </a:rPr>
              <a:t> </a:t>
            </a:r>
            <a:r>
              <a:rPr sz="3200" dirty="0">
                <a:solidFill>
                  <a:srgbClr val="FF0000"/>
                </a:solidFill>
                <a:latin typeface="Calibri"/>
                <a:cs typeface="Calibri"/>
              </a:rPr>
              <a:t>0</a:t>
            </a:r>
            <a:r>
              <a:rPr sz="3200" spc="-20" dirty="0">
                <a:solidFill>
                  <a:srgbClr val="FF0000"/>
                </a:solidFill>
                <a:latin typeface="Calibri"/>
                <a:cs typeface="Calibri"/>
              </a:rPr>
              <a:t> </a:t>
            </a:r>
            <a:r>
              <a:rPr sz="3200" spc="-25" dirty="0">
                <a:latin typeface="Calibri"/>
                <a:cs typeface="Calibri"/>
              </a:rPr>
              <a:t>có </a:t>
            </a:r>
            <a:r>
              <a:rPr sz="3200" dirty="0">
                <a:latin typeface="Calibri"/>
                <a:cs typeface="Calibri"/>
              </a:rPr>
              <a:t>chân</a:t>
            </a:r>
            <a:r>
              <a:rPr sz="3200" spc="-40" dirty="0">
                <a:latin typeface="Calibri"/>
                <a:cs typeface="Calibri"/>
              </a:rPr>
              <a:t> </a:t>
            </a:r>
            <a:r>
              <a:rPr sz="3200" dirty="0">
                <a:latin typeface="Calibri"/>
                <a:cs typeface="Calibri"/>
              </a:rPr>
              <a:t>trị</a:t>
            </a:r>
            <a:r>
              <a:rPr sz="3200" spc="-50" dirty="0">
                <a:latin typeface="Calibri"/>
                <a:cs typeface="Calibri"/>
              </a:rPr>
              <a:t> </a:t>
            </a:r>
            <a:r>
              <a:rPr sz="3200" dirty="0">
                <a:latin typeface="Calibri"/>
                <a:cs typeface="Calibri"/>
              </a:rPr>
              <a:t>SAI</a:t>
            </a:r>
            <a:r>
              <a:rPr sz="3200" spc="-40" dirty="0">
                <a:latin typeface="Calibri"/>
                <a:cs typeface="Calibri"/>
              </a:rPr>
              <a:t> </a:t>
            </a:r>
            <a:r>
              <a:rPr sz="3200" dirty="0">
                <a:latin typeface="Calibri"/>
                <a:cs typeface="Calibri"/>
              </a:rPr>
              <a:t>(P(a,</a:t>
            </a:r>
            <a:r>
              <a:rPr sz="3200" spc="-40" dirty="0">
                <a:latin typeface="Calibri"/>
                <a:cs typeface="Calibri"/>
              </a:rPr>
              <a:t> </a:t>
            </a:r>
            <a:r>
              <a:rPr sz="3200" dirty="0">
                <a:latin typeface="Calibri"/>
                <a:cs typeface="Calibri"/>
              </a:rPr>
              <a:t>b)</a:t>
            </a:r>
            <a:r>
              <a:rPr sz="3200" spc="-40" dirty="0">
                <a:latin typeface="Calibri"/>
                <a:cs typeface="Calibri"/>
              </a:rPr>
              <a:t> </a:t>
            </a:r>
            <a:r>
              <a:rPr sz="3200" dirty="0">
                <a:latin typeface="Calibri"/>
                <a:cs typeface="Calibri"/>
              </a:rPr>
              <a:t>có</a:t>
            </a:r>
            <a:r>
              <a:rPr sz="3200" spc="-40" dirty="0">
                <a:latin typeface="Calibri"/>
                <a:cs typeface="Calibri"/>
              </a:rPr>
              <a:t> </a:t>
            </a:r>
            <a:r>
              <a:rPr sz="3200" dirty="0">
                <a:latin typeface="Calibri"/>
                <a:cs typeface="Calibri"/>
              </a:rPr>
              <a:t>chân</a:t>
            </a:r>
            <a:r>
              <a:rPr sz="3200" spc="-40" dirty="0">
                <a:latin typeface="Calibri"/>
                <a:cs typeface="Calibri"/>
              </a:rPr>
              <a:t> </a:t>
            </a:r>
            <a:r>
              <a:rPr sz="3200" dirty="0">
                <a:latin typeface="Calibri"/>
                <a:cs typeface="Calibri"/>
              </a:rPr>
              <a:t>trị</a:t>
            </a:r>
            <a:r>
              <a:rPr sz="3200" spc="-40" dirty="0">
                <a:latin typeface="Calibri"/>
                <a:cs typeface="Calibri"/>
              </a:rPr>
              <a:t> </a:t>
            </a:r>
            <a:r>
              <a:rPr sz="3200" spc="-10" dirty="0">
                <a:latin typeface="Calibri"/>
                <a:cs typeface="Calibri"/>
              </a:rPr>
              <a:t>SAI).</a:t>
            </a:r>
            <a:endParaRPr sz="3200">
              <a:latin typeface="Calibri"/>
              <a:cs typeface="Calibri"/>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144313"/>
            <a:ext cx="8239125" cy="3340100"/>
          </a:xfrm>
          <a:prstGeom prst="rect">
            <a:avLst/>
          </a:prstGeom>
        </p:spPr>
        <p:txBody>
          <a:bodyPr vert="horz" wrap="square" lIns="0" tIns="107314" rIns="0" bIns="0" rtlCol="0">
            <a:spAutoFit/>
          </a:bodyPr>
          <a:lstStyle/>
          <a:p>
            <a:pPr marL="12700">
              <a:lnSpc>
                <a:spcPct val="100000"/>
              </a:lnSpc>
              <a:spcBef>
                <a:spcPts val="844"/>
              </a:spcBef>
            </a:pPr>
            <a:r>
              <a:rPr sz="3200" b="1" dirty="0">
                <a:latin typeface="Calibri"/>
                <a:cs typeface="Calibri"/>
              </a:rPr>
              <a:t>Dạng</a:t>
            </a:r>
            <a:r>
              <a:rPr sz="3200" b="1" spc="-40" dirty="0">
                <a:latin typeface="Calibri"/>
                <a:cs typeface="Calibri"/>
              </a:rPr>
              <a:t> </a:t>
            </a:r>
            <a:r>
              <a:rPr sz="3200" b="1" dirty="0">
                <a:latin typeface="Calibri"/>
                <a:cs typeface="Calibri"/>
              </a:rPr>
              <a:t>3:</a:t>
            </a:r>
            <a:r>
              <a:rPr sz="3200" b="1" spc="-10" dirty="0">
                <a:latin typeface="Calibri"/>
                <a:cs typeface="Calibri"/>
              </a:rPr>
              <a:t> </a:t>
            </a:r>
            <a:r>
              <a:rPr sz="3200" dirty="0">
                <a:latin typeface="Symbol"/>
                <a:cs typeface="Symbol"/>
              </a:rPr>
              <a:t></a:t>
            </a:r>
            <a:r>
              <a:rPr sz="3200" b="1" dirty="0">
                <a:latin typeface="Calibri"/>
                <a:cs typeface="Calibri"/>
              </a:rPr>
              <a:t>x</a:t>
            </a:r>
            <a:r>
              <a:rPr sz="3200" b="1" spc="-30" dirty="0">
                <a:latin typeface="Calibri"/>
                <a:cs typeface="Calibri"/>
              </a:rPr>
              <a:t> </a:t>
            </a:r>
            <a:r>
              <a:rPr sz="3200" dirty="0">
                <a:latin typeface="Symbol"/>
                <a:cs typeface="Symbol"/>
              </a:rPr>
              <a:t></a:t>
            </a:r>
            <a:r>
              <a:rPr sz="3200" spc="-90" dirty="0">
                <a:latin typeface="Times New Roman"/>
                <a:cs typeface="Times New Roman"/>
              </a:rPr>
              <a:t> </a:t>
            </a:r>
            <a:r>
              <a:rPr sz="3200" b="1" dirty="0">
                <a:latin typeface="Calibri"/>
                <a:cs typeface="Calibri"/>
              </a:rPr>
              <a:t>A,</a:t>
            </a:r>
            <a:r>
              <a:rPr sz="3200" b="1" spc="-20" dirty="0">
                <a:latin typeface="Calibri"/>
                <a:cs typeface="Calibri"/>
              </a:rPr>
              <a:t> </a:t>
            </a:r>
            <a:r>
              <a:rPr sz="3200" dirty="0">
                <a:latin typeface="Symbol"/>
                <a:cs typeface="Symbol"/>
              </a:rPr>
              <a:t></a:t>
            </a:r>
            <a:r>
              <a:rPr sz="3200" b="1" dirty="0">
                <a:latin typeface="Calibri"/>
                <a:cs typeface="Calibri"/>
              </a:rPr>
              <a:t>y</a:t>
            </a:r>
            <a:r>
              <a:rPr sz="3200" b="1" spc="-30" dirty="0">
                <a:latin typeface="Calibri"/>
                <a:cs typeface="Calibri"/>
              </a:rPr>
              <a:t> </a:t>
            </a:r>
            <a:r>
              <a:rPr sz="3200" dirty="0">
                <a:latin typeface="Symbol"/>
                <a:cs typeface="Symbol"/>
              </a:rPr>
              <a:t></a:t>
            </a:r>
            <a:r>
              <a:rPr sz="3200" spc="-90" dirty="0">
                <a:latin typeface="Times New Roman"/>
                <a:cs typeface="Times New Roman"/>
              </a:rPr>
              <a:t> </a:t>
            </a:r>
            <a:r>
              <a:rPr sz="3200" b="1" dirty="0">
                <a:latin typeface="Calibri"/>
                <a:cs typeface="Calibri"/>
              </a:rPr>
              <a:t>B,</a:t>
            </a:r>
            <a:r>
              <a:rPr sz="3200" b="1" spc="-15" dirty="0">
                <a:latin typeface="Calibri"/>
                <a:cs typeface="Calibri"/>
              </a:rPr>
              <a:t> </a:t>
            </a:r>
            <a:r>
              <a:rPr sz="3200" b="1" dirty="0">
                <a:latin typeface="Calibri"/>
                <a:cs typeface="Calibri"/>
              </a:rPr>
              <a:t>P(x,</a:t>
            </a:r>
            <a:r>
              <a:rPr sz="3200" b="1" spc="-15" dirty="0">
                <a:latin typeface="Calibri"/>
                <a:cs typeface="Calibri"/>
              </a:rPr>
              <a:t> </a:t>
            </a:r>
            <a:r>
              <a:rPr sz="3200" b="1" spc="-25" dirty="0">
                <a:latin typeface="Calibri"/>
                <a:cs typeface="Calibri"/>
              </a:rPr>
              <a:t>y)</a:t>
            </a:r>
            <a:endParaRPr sz="3200">
              <a:latin typeface="Calibri"/>
              <a:cs typeface="Calibri"/>
            </a:endParaRPr>
          </a:p>
          <a:p>
            <a:pPr marL="12700">
              <a:lnSpc>
                <a:spcPct val="100000"/>
              </a:lnSpc>
              <a:spcBef>
                <a:spcPts val="745"/>
              </a:spcBef>
            </a:pPr>
            <a:r>
              <a:rPr sz="3200" dirty="0">
                <a:latin typeface="Calibri"/>
                <a:cs typeface="Calibri"/>
              </a:rPr>
              <a:t>có</a:t>
            </a:r>
            <a:r>
              <a:rPr sz="3200" spc="-50" dirty="0">
                <a:latin typeface="Calibri"/>
                <a:cs typeface="Calibri"/>
              </a:rPr>
              <a:t> </a:t>
            </a:r>
            <a:r>
              <a:rPr sz="3200" dirty="0">
                <a:latin typeface="Calibri"/>
                <a:cs typeface="Calibri"/>
              </a:rPr>
              <a:t>chân</a:t>
            </a:r>
            <a:r>
              <a:rPr sz="3200" spc="-20" dirty="0">
                <a:latin typeface="Calibri"/>
                <a:cs typeface="Calibri"/>
              </a:rPr>
              <a:t> </a:t>
            </a:r>
            <a:r>
              <a:rPr sz="3200" dirty="0">
                <a:latin typeface="Calibri"/>
                <a:cs typeface="Calibri"/>
              </a:rPr>
              <a:t>trị</a:t>
            </a:r>
            <a:r>
              <a:rPr sz="3200" spc="-50" dirty="0">
                <a:latin typeface="Calibri"/>
                <a:cs typeface="Calibri"/>
              </a:rPr>
              <a:t> :</a:t>
            </a:r>
            <a:endParaRPr sz="3200">
              <a:latin typeface="Calibri"/>
              <a:cs typeface="Calibri"/>
            </a:endParaRPr>
          </a:p>
          <a:p>
            <a:pPr marL="469900" indent="-457200">
              <a:lnSpc>
                <a:spcPct val="100000"/>
              </a:lnSpc>
              <a:spcBef>
                <a:spcPts val="795"/>
              </a:spcBef>
              <a:buFont typeface="Calibri"/>
              <a:buChar char="-"/>
              <a:tabLst>
                <a:tab pos="469900" algn="l"/>
                <a:tab pos="1908175" algn="l"/>
              </a:tabLst>
            </a:pPr>
            <a:r>
              <a:rPr sz="3200" b="1" dirty="0">
                <a:latin typeface="Calibri"/>
                <a:cs typeface="Calibri"/>
              </a:rPr>
              <a:t>ĐÚNG</a:t>
            </a:r>
            <a:r>
              <a:rPr sz="3200" b="1" spc="-25" dirty="0">
                <a:latin typeface="Calibri"/>
                <a:cs typeface="Calibri"/>
              </a:rPr>
              <a:t> </a:t>
            </a:r>
            <a:r>
              <a:rPr sz="3200" spc="-50" dirty="0">
                <a:latin typeface="Calibri"/>
                <a:cs typeface="Calibri"/>
              </a:rPr>
              <a:t>:</a:t>
            </a:r>
            <a:r>
              <a:rPr sz="3200" dirty="0">
                <a:latin typeface="Calibri"/>
                <a:cs typeface="Calibri"/>
              </a:rPr>
              <a:t>	</a:t>
            </a:r>
            <a:r>
              <a:rPr sz="3200" dirty="0">
                <a:solidFill>
                  <a:srgbClr val="FF0000"/>
                </a:solidFill>
                <a:latin typeface="Calibri"/>
                <a:cs typeface="Calibri"/>
              </a:rPr>
              <a:t>có</a:t>
            </a:r>
            <a:r>
              <a:rPr sz="3200" spc="-45" dirty="0">
                <a:solidFill>
                  <a:srgbClr val="FF0000"/>
                </a:solidFill>
                <a:latin typeface="Calibri"/>
                <a:cs typeface="Calibri"/>
              </a:rPr>
              <a:t> </a:t>
            </a:r>
            <a:r>
              <a:rPr sz="3200" dirty="0">
                <a:solidFill>
                  <a:srgbClr val="FF0000"/>
                </a:solidFill>
                <a:latin typeface="Calibri"/>
                <a:cs typeface="Calibri"/>
              </a:rPr>
              <a:t>một</a:t>
            </a:r>
            <a:r>
              <a:rPr sz="3200" spc="-25" dirty="0">
                <a:solidFill>
                  <a:srgbClr val="FF0000"/>
                </a:solidFill>
                <a:latin typeface="Calibri"/>
                <a:cs typeface="Calibri"/>
              </a:rPr>
              <a:t> </a:t>
            </a:r>
            <a:r>
              <a:rPr sz="3200" dirty="0">
                <a:solidFill>
                  <a:srgbClr val="FF0000"/>
                </a:solidFill>
                <a:latin typeface="Calibri"/>
                <a:cs typeface="Calibri"/>
              </a:rPr>
              <a:t>giá</a:t>
            </a:r>
            <a:r>
              <a:rPr sz="3200" spc="-25" dirty="0">
                <a:solidFill>
                  <a:srgbClr val="FF0000"/>
                </a:solidFill>
                <a:latin typeface="Calibri"/>
                <a:cs typeface="Calibri"/>
              </a:rPr>
              <a:t> </a:t>
            </a:r>
            <a:r>
              <a:rPr sz="3200" dirty="0">
                <a:solidFill>
                  <a:srgbClr val="FF0000"/>
                </a:solidFill>
                <a:latin typeface="Calibri"/>
                <a:cs typeface="Calibri"/>
              </a:rPr>
              <a:t>trị</a:t>
            </a:r>
            <a:r>
              <a:rPr sz="3200" spc="-35" dirty="0">
                <a:solidFill>
                  <a:srgbClr val="FF0000"/>
                </a:solidFill>
                <a:latin typeface="Calibri"/>
                <a:cs typeface="Calibri"/>
              </a:rPr>
              <a:t> </a:t>
            </a:r>
            <a:r>
              <a:rPr sz="3200" dirty="0">
                <a:solidFill>
                  <a:srgbClr val="FF0000"/>
                </a:solidFill>
                <a:latin typeface="Calibri"/>
                <a:cs typeface="Calibri"/>
              </a:rPr>
              <a:t>a</a:t>
            </a:r>
            <a:r>
              <a:rPr sz="3200" spc="-15" dirty="0">
                <a:solidFill>
                  <a:srgbClr val="FF0000"/>
                </a:solidFill>
                <a:latin typeface="Calibri"/>
                <a:cs typeface="Calibri"/>
              </a:rPr>
              <a:t> </a:t>
            </a:r>
            <a:r>
              <a:rPr sz="3200" dirty="0">
                <a:latin typeface="Symbol"/>
                <a:cs typeface="Symbol"/>
              </a:rPr>
              <a:t></a:t>
            </a:r>
            <a:r>
              <a:rPr sz="3200" spc="-100" dirty="0">
                <a:latin typeface="Times New Roman"/>
                <a:cs typeface="Times New Roman"/>
              </a:rPr>
              <a:t> </a:t>
            </a:r>
            <a:r>
              <a:rPr sz="3200" dirty="0">
                <a:latin typeface="Calibri"/>
                <a:cs typeface="Calibri"/>
              </a:rPr>
              <a:t>A</a:t>
            </a:r>
            <a:r>
              <a:rPr sz="3200" spc="-25" dirty="0">
                <a:latin typeface="Calibri"/>
                <a:cs typeface="Calibri"/>
              </a:rPr>
              <a:t> </a:t>
            </a:r>
            <a:r>
              <a:rPr sz="3200" dirty="0">
                <a:latin typeface="Calibri"/>
                <a:cs typeface="Calibri"/>
              </a:rPr>
              <a:t>,</a:t>
            </a:r>
            <a:r>
              <a:rPr sz="3200" spc="-30" dirty="0">
                <a:latin typeface="Calibri"/>
                <a:cs typeface="Calibri"/>
              </a:rPr>
              <a:t> </a:t>
            </a:r>
            <a:r>
              <a:rPr sz="3200" dirty="0">
                <a:solidFill>
                  <a:srgbClr val="FF0000"/>
                </a:solidFill>
                <a:latin typeface="Calibri"/>
                <a:cs typeface="Calibri"/>
              </a:rPr>
              <a:t>thay</a:t>
            </a:r>
            <a:r>
              <a:rPr sz="3200" spc="-30" dirty="0">
                <a:solidFill>
                  <a:srgbClr val="FF0000"/>
                </a:solidFill>
                <a:latin typeface="Calibri"/>
                <a:cs typeface="Calibri"/>
              </a:rPr>
              <a:t> </a:t>
            </a:r>
            <a:r>
              <a:rPr sz="3200" dirty="0">
                <a:solidFill>
                  <a:srgbClr val="FF0000"/>
                </a:solidFill>
                <a:latin typeface="Calibri"/>
                <a:cs typeface="Calibri"/>
              </a:rPr>
              <a:t>y</a:t>
            </a:r>
            <a:r>
              <a:rPr sz="3200" spc="-15" dirty="0">
                <a:solidFill>
                  <a:srgbClr val="FF0000"/>
                </a:solidFill>
                <a:latin typeface="Calibri"/>
                <a:cs typeface="Calibri"/>
              </a:rPr>
              <a:t> </a:t>
            </a:r>
            <a:r>
              <a:rPr sz="3200" dirty="0">
                <a:solidFill>
                  <a:srgbClr val="FF0000"/>
                </a:solidFill>
                <a:latin typeface="Calibri"/>
                <a:cs typeface="Calibri"/>
              </a:rPr>
              <a:t>bằng</a:t>
            </a:r>
            <a:r>
              <a:rPr sz="3200" spc="-25" dirty="0">
                <a:solidFill>
                  <a:srgbClr val="FF0000"/>
                </a:solidFill>
                <a:latin typeface="Calibri"/>
                <a:cs typeface="Calibri"/>
              </a:rPr>
              <a:t> giá</a:t>
            </a:r>
            <a:endParaRPr sz="3200">
              <a:latin typeface="Calibri"/>
              <a:cs typeface="Calibri"/>
            </a:endParaRPr>
          </a:p>
          <a:p>
            <a:pPr marL="469900">
              <a:lnSpc>
                <a:spcPct val="100000"/>
              </a:lnSpc>
              <a:tabLst>
                <a:tab pos="3218815" algn="l"/>
              </a:tabLst>
            </a:pPr>
            <a:r>
              <a:rPr sz="3200" dirty="0">
                <a:solidFill>
                  <a:srgbClr val="FF0000"/>
                </a:solidFill>
                <a:latin typeface="Calibri"/>
                <a:cs typeface="Calibri"/>
              </a:rPr>
              <a:t>trị</a:t>
            </a:r>
            <a:r>
              <a:rPr sz="3200" spc="-40" dirty="0">
                <a:solidFill>
                  <a:srgbClr val="FF0000"/>
                </a:solidFill>
                <a:latin typeface="Calibri"/>
                <a:cs typeface="Calibri"/>
              </a:rPr>
              <a:t> </a:t>
            </a:r>
            <a:r>
              <a:rPr sz="3200" dirty="0">
                <a:solidFill>
                  <a:srgbClr val="FF0000"/>
                </a:solidFill>
                <a:latin typeface="Calibri"/>
                <a:cs typeface="Calibri"/>
              </a:rPr>
              <a:t>bất</a:t>
            </a:r>
            <a:r>
              <a:rPr sz="3200" spc="-20" dirty="0">
                <a:solidFill>
                  <a:srgbClr val="FF0000"/>
                </a:solidFill>
                <a:latin typeface="Calibri"/>
                <a:cs typeface="Calibri"/>
              </a:rPr>
              <a:t> </a:t>
            </a:r>
            <a:r>
              <a:rPr sz="3200" dirty="0">
                <a:solidFill>
                  <a:srgbClr val="FF0000"/>
                </a:solidFill>
                <a:latin typeface="Calibri"/>
                <a:cs typeface="Calibri"/>
              </a:rPr>
              <a:t>kỳ</a:t>
            </a:r>
            <a:r>
              <a:rPr sz="3200" spc="-20" dirty="0">
                <a:solidFill>
                  <a:srgbClr val="FF0000"/>
                </a:solidFill>
                <a:latin typeface="Calibri"/>
                <a:cs typeface="Calibri"/>
              </a:rPr>
              <a:t> </a:t>
            </a:r>
            <a:r>
              <a:rPr sz="3200" dirty="0">
                <a:solidFill>
                  <a:srgbClr val="FF0000"/>
                </a:solidFill>
                <a:latin typeface="Calibri"/>
                <a:cs typeface="Calibri"/>
              </a:rPr>
              <a:t>b</a:t>
            </a:r>
            <a:r>
              <a:rPr sz="3200" spc="-15" dirty="0">
                <a:solidFill>
                  <a:srgbClr val="FF0000"/>
                </a:solidFill>
                <a:latin typeface="Calibri"/>
                <a:cs typeface="Calibri"/>
              </a:rPr>
              <a:t> </a:t>
            </a:r>
            <a:r>
              <a:rPr sz="3200" dirty="0">
                <a:solidFill>
                  <a:srgbClr val="FF0000"/>
                </a:solidFill>
                <a:latin typeface="Symbol"/>
                <a:cs typeface="Symbol"/>
              </a:rPr>
              <a:t></a:t>
            </a:r>
            <a:r>
              <a:rPr sz="3200" spc="-95" dirty="0">
                <a:solidFill>
                  <a:srgbClr val="FF0000"/>
                </a:solidFill>
                <a:latin typeface="Times New Roman"/>
                <a:cs typeface="Times New Roman"/>
              </a:rPr>
              <a:t> </a:t>
            </a:r>
            <a:r>
              <a:rPr sz="3200" spc="-25" dirty="0">
                <a:solidFill>
                  <a:srgbClr val="FF0000"/>
                </a:solidFill>
                <a:latin typeface="Calibri"/>
                <a:cs typeface="Calibri"/>
              </a:rPr>
              <a:t>B</a:t>
            </a:r>
            <a:r>
              <a:rPr sz="3200" spc="-25" dirty="0">
                <a:latin typeface="Calibri"/>
                <a:cs typeface="Calibri"/>
              </a:rPr>
              <a:t>,</a:t>
            </a:r>
            <a:r>
              <a:rPr sz="3200" dirty="0">
                <a:latin typeface="Calibri"/>
                <a:cs typeface="Calibri"/>
              </a:rPr>
              <a:t>	ta</a:t>
            </a:r>
            <a:r>
              <a:rPr sz="3200" spc="-40" dirty="0">
                <a:latin typeface="Calibri"/>
                <a:cs typeface="Calibri"/>
              </a:rPr>
              <a:t> </a:t>
            </a:r>
            <a:r>
              <a:rPr sz="3200" dirty="0">
                <a:latin typeface="Calibri"/>
                <a:cs typeface="Calibri"/>
              </a:rPr>
              <a:t>có</a:t>
            </a:r>
            <a:r>
              <a:rPr sz="3200" spc="-55" dirty="0">
                <a:latin typeface="Calibri"/>
                <a:cs typeface="Calibri"/>
              </a:rPr>
              <a:t> </a:t>
            </a:r>
            <a:r>
              <a:rPr sz="3200" dirty="0">
                <a:latin typeface="Calibri"/>
                <a:cs typeface="Calibri"/>
              </a:rPr>
              <a:t>P(a,</a:t>
            </a:r>
            <a:r>
              <a:rPr sz="3200" spc="-40" dirty="0">
                <a:latin typeface="Calibri"/>
                <a:cs typeface="Calibri"/>
              </a:rPr>
              <a:t> </a:t>
            </a:r>
            <a:r>
              <a:rPr sz="3200" dirty="0">
                <a:latin typeface="Calibri"/>
                <a:cs typeface="Calibri"/>
              </a:rPr>
              <a:t>b)</a:t>
            </a:r>
            <a:r>
              <a:rPr sz="3200" spc="-25" dirty="0">
                <a:latin typeface="Calibri"/>
                <a:cs typeface="Calibri"/>
              </a:rPr>
              <a:t> </a:t>
            </a:r>
            <a:r>
              <a:rPr sz="3200" dirty="0">
                <a:latin typeface="Calibri"/>
                <a:cs typeface="Calibri"/>
              </a:rPr>
              <a:t>có</a:t>
            </a:r>
            <a:r>
              <a:rPr sz="3200" spc="-55" dirty="0">
                <a:latin typeface="Calibri"/>
                <a:cs typeface="Calibri"/>
              </a:rPr>
              <a:t> </a:t>
            </a:r>
            <a:r>
              <a:rPr sz="3200" dirty="0">
                <a:latin typeface="Calibri"/>
                <a:cs typeface="Calibri"/>
              </a:rPr>
              <a:t>chân</a:t>
            </a:r>
            <a:r>
              <a:rPr sz="3200" spc="-45" dirty="0">
                <a:latin typeface="Calibri"/>
                <a:cs typeface="Calibri"/>
              </a:rPr>
              <a:t> </a:t>
            </a:r>
            <a:r>
              <a:rPr sz="3200" dirty="0">
                <a:latin typeface="Calibri"/>
                <a:cs typeface="Calibri"/>
              </a:rPr>
              <a:t>trị</a:t>
            </a:r>
            <a:r>
              <a:rPr sz="3200" spc="-25" dirty="0">
                <a:latin typeface="Calibri"/>
                <a:cs typeface="Calibri"/>
              </a:rPr>
              <a:t> </a:t>
            </a:r>
            <a:r>
              <a:rPr sz="3200" spc="-10" dirty="0">
                <a:latin typeface="Calibri"/>
                <a:cs typeface="Calibri"/>
              </a:rPr>
              <a:t>ĐÚNG.</a:t>
            </a:r>
            <a:endParaRPr sz="3200">
              <a:latin typeface="Calibri"/>
              <a:cs typeface="Calibri"/>
            </a:endParaRPr>
          </a:p>
          <a:p>
            <a:pPr marL="469900" marR="276860" indent="-457834">
              <a:lnSpc>
                <a:spcPct val="100000"/>
              </a:lnSpc>
              <a:spcBef>
                <a:spcPts val="770"/>
              </a:spcBef>
              <a:buFont typeface="Calibri"/>
              <a:buChar char="-"/>
              <a:tabLst>
                <a:tab pos="469900" algn="l"/>
                <a:tab pos="1396365" algn="l"/>
                <a:tab pos="3479800" algn="l"/>
              </a:tabLst>
            </a:pPr>
            <a:r>
              <a:rPr sz="3200" b="1" dirty="0">
                <a:latin typeface="Calibri"/>
                <a:cs typeface="Calibri"/>
              </a:rPr>
              <a:t>SAI</a:t>
            </a:r>
            <a:r>
              <a:rPr sz="3200" b="1" spc="-60" dirty="0">
                <a:latin typeface="Calibri"/>
                <a:cs typeface="Calibri"/>
              </a:rPr>
              <a:t> </a:t>
            </a:r>
            <a:r>
              <a:rPr sz="3200" spc="-60" dirty="0">
                <a:latin typeface="Calibri"/>
                <a:cs typeface="Calibri"/>
              </a:rPr>
              <a:t>:</a:t>
            </a:r>
            <a:r>
              <a:rPr sz="3200" dirty="0">
                <a:latin typeface="Calibri"/>
                <a:cs typeface="Calibri"/>
              </a:rPr>
              <a:t>	</a:t>
            </a:r>
            <a:r>
              <a:rPr sz="3200" dirty="0">
                <a:solidFill>
                  <a:srgbClr val="FF0000"/>
                </a:solidFill>
                <a:latin typeface="Calibri"/>
                <a:cs typeface="Calibri"/>
              </a:rPr>
              <a:t>thay</a:t>
            </a:r>
            <a:r>
              <a:rPr sz="3200" spc="-45" dirty="0">
                <a:solidFill>
                  <a:srgbClr val="FF0000"/>
                </a:solidFill>
                <a:latin typeface="Calibri"/>
                <a:cs typeface="Calibri"/>
              </a:rPr>
              <a:t> </a:t>
            </a:r>
            <a:r>
              <a:rPr sz="3200" dirty="0">
                <a:solidFill>
                  <a:srgbClr val="FF0000"/>
                </a:solidFill>
                <a:latin typeface="Calibri"/>
                <a:cs typeface="Calibri"/>
              </a:rPr>
              <a:t>x</a:t>
            </a:r>
            <a:r>
              <a:rPr sz="3200" spc="-55" dirty="0">
                <a:solidFill>
                  <a:srgbClr val="FF0000"/>
                </a:solidFill>
                <a:latin typeface="Calibri"/>
                <a:cs typeface="Calibri"/>
              </a:rPr>
              <a:t> </a:t>
            </a:r>
            <a:r>
              <a:rPr sz="3200" spc="-20" dirty="0">
                <a:solidFill>
                  <a:srgbClr val="FF0000"/>
                </a:solidFill>
                <a:latin typeface="Calibri"/>
                <a:cs typeface="Calibri"/>
              </a:rPr>
              <a:t>bằng</a:t>
            </a:r>
            <a:r>
              <a:rPr sz="3200" dirty="0">
                <a:solidFill>
                  <a:srgbClr val="FF0000"/>
                </a:solidFill>
                <a:latin typeface="Calibri"/>
                <a:cs typeface="Calibri"/>
              </a:rPr>
              <a:t>	giá</a:t>
            </a:r>
            <a:r>
              <a:rPr sz="3200" spc="-20" dirty="0">
                <a:solidFill>
                  <a:srgbClr val="FF0000"/>
                </a:solidFill>
                <a:latin typeface="Calibri"/>
                <a:cs typeface="Calibri"/>
              </a:rPr>
              <a:t> </a:t>
            </a:r>
            <a:r>
              <a:rPr sz="3200" dirty="0">
                <a:solidFill>
                  <a:srgbClr val="FF0000"/>
                </a:solidFill>
                <a:latin typeface="Calibri"/>
                <a:cs typeface="Calibri"/>
              </a:rPr>
              <a:t>trị</a:t>
            </a:r>
            <a:r>
              <a:rPr sz="3200" spc="-20" dirty="0">
                <a:solidFill>
                  <a:srgbClr val="FF0000"/>
                </a:solidFill>
                <a:latin typeface="Calibri"/>
                <a:cs typeface="Calibri"/>
              </a:rPr>
              <a:t> </a:t>
            </a:r>
            <a:r>
              <a:rPr sz="3200" dirty="0">
                <a:solidFill>
                  <a:srgbClr val="FF0000"/>
                </a:solidFill>
                <a:latin typeface="Calibri"/>
                <a:cs typeface="Calibri"/>
              </a:rPr>
              <a:t>bất</a:t>
            </a:r>
            <a:r>
              <a:rPr sz="3200" spc="-10" dirty="0">
                <a:solidFill>
                  <a:srgbClr val="FF0000"/>
                </a:solidFill>
                <a:latin typeface="Calibri"/>
                <a:cs typeface="Calibri"/>
              </a:rPr>
              <a:t> </a:t>
            </a:r>
            <a:r>
              <a:rPr sz="3200" dirty="0">
                <a:solidFill>
                  <a:srgbClr val="FF0000"/>
                </a:solidFill>
                <a:latin typeface="Calibri"/>
                <a:cs typeface="Calibri"/>
              </a:rPr>
              <a:t>kỳ</a:t>
            </a:r>
            <a:r>
              <a:rPr sz="3200" spc="-20" dirty="0">
                <a:solidFill>
                  <a:srgbClr val="FF0000"/>
                </a:solidFill>
                <a:latin typeface="Calibri"/>
                <a:cs typeface="Calibri"/>
              </a:rPr>
              <a:t> </a:t>
            </a:r>
            <a:r>
              <a:rPr sz="3200" dirty="0">
                <a:solidFill>
                  <a:srgbClr val="FF0000"/>
                </a:solidFill>
                <a:latin typeface="Calibri"/>
                <a:cs typeface="Calibri"/>
              </a:rPr>
              <a:t>a</a:t>
            </a:r>
            <a:r>
              <a:rPr sz="3200" spc="-25" dirty="0">
                <a:solidFill>
                  <a:srgbClr val="FF0000"/>
                </a:solidFill>
                <a:latin typeface="Calibri"/>
                <a:cs typeface="Calibri"/>
              </a:rPr>
              <a:t> </a:t>
            </a:r>
            <a:r>
              <a:rPr sz="3200" dirty="0">
                <a:solidFill>
                  <a:srgbClr val="FF0000"/>
                </a:solidFill>
                <a:latin typeface="Symbol"/>
                <a:cs typeface="Symbol"/>
              </a:rPr>
              <a:t></a:t>
            </a:r>
            <a:r>
              <a:rPr sz="3200" spc="-95" dirty="0">
                <a:solidFill>
                  <a:srgbClr val="FF0000"/>
                </a:solidFill>
                <a:latin typeface="Times New Roman"/>
                <a:cs typeface="Times New Roman"/>
              </a:rPr>
              <a:t> </a:t>
            </a:r>
            <a:r>
              <a:rPr sz="3200" dirty="0">
                <a:solidFill>
                  <a:srgbClr val="FF0000"/>
                </a:solidFill>
                <a:latin typeface="Calibri"/>
                <a:cs typeface="Calibri"/>
              </a:rPr>
              <a:t>A</a:t>
            </a:r>
            <a:r>
              <a:rPr sz="3200" spc="-20" dirty="0">
                <a:solidFill>
                  <a:srgbClr val="FF0000"/>
                </a:solidFill>
                <a:latin typeface="Calibri"/>
                <a:cs typeface="Calibri"/>
              </a:rPr>
              <a:t> </a:t>
            </a:r>
            <a:r>
              <a:rPr sz="3200" dirty="0">
                <a:latin typeface="Calibri"/>
                <a:cs typeface="Calibri"/>
              </a:rPr>
              <a:t>,</a:t>
            </a:r>
            <a:r>
              <a:rPr sz="3200" spc="-20" dirty="0">
                <a:latin typeface="Calibri"/>
                <a:cs typeface="Calibri"/>
              </a:rPr>
              <a:t> </a:t>
            </a:r>
            <a:r>
              <a:rPr sz="3200" dirty="0">
                <a:solidFill>
                  <a:srgbClr val="FF0000"/>
                </a:solidFill>
                <a:latin typeface="Calibri"/>
                <a:cs typeface="Calibri"/>
              </a:rPr>
              <a:t>có</a:t>
            </a:r>
            <a:r>
              <a:rPr sz="3200" spc="-35" dirty="0">
                <a:solidFill>
                  <a:srgbClr val="FF0000"/>
                </a:solidFill>
                <a:latin typeface="Calibri"/>
                <a:cs typeface="Calibri"/>
              </a:rPr>
              <a:t> </a:t>
            </a:r>
            <a:r>
              <a:rPr sz="3200" spc="-25" dirty="0">
                <a:solidFill>
                  <a:srgbClr val="FF0000"/>
                </a:solidFill>
                <a:latin typeface="Calibri"/>
                <a:cs typeface="Calibri"/>
              </a:rPr>
              <a:t>một </a:t>
            </a:r>
            <a:r>
              <a:rPr sz="3200" dirty="0">
                <a:solidFill>
                  <a:srgbClr val="FF0000"/>
                </a:solidFill>
                <a:latin typeface="Calibri"/>
                <a:cs typeface="Calibri"/>
              </a:rPr>
              <a:t>giá</a:t>
            </a:r>
            <a:r>
              <a:rPr sz="3200" spc="-30" dirty="0">
                <a:solidFill>
                  <a:srgbClr val="FF0000"/>
                </a:solidFill>
                <a:latin typeface="Calibri"/>
                <a:cs typeface="Calibri"/>
              </a:rPr>
              <a:t> </a:t>
            </a:r>
            <a:r>
              <a:rPr sz="3200" dirty="0">
                <a:solidFill>
                  <a:srgbClr val="FF0000"/>
                </a:solidFill>
                <a:latin typeface="Calibri"/>
                <a:cs typeface="Calibri"/>
              </a:rPr>
              <a:t>trị</a:t>
            </a:r>
            <a:r>
              <a:rPr sz="3200" spc="-35" dirty="0">
                <a:solidFill>
                  <a:srgbClr val="FF0000"/>
                </a:solidFill>
                <a:latin typeface="Calibri"/>
                <a:cs typeface="Calibri"/>
              </a:rPr>
              <a:t> </a:t>
            </a:r>
            <a:r>
              <a:rPr sz="3200" dirty="0">
                <a:solidFill>
                  <a:srgbClr val="FF0000"/>
                </a:solidFill>
                <a:latin typeface="Calibri"/>
                <a:cs typeface="Calibri"/>
              </a:rPr>
              <a:t>b</a:t>
            </a:r>
            <a:r>
              <a:rPr sz="3200" spc="-20" dirty="0">
                <a:solidFill>
                  <a:srgbClr val="FF0000"/>
                </a:solidFill>
                <a:latin typeface="Calibri"/>
                <a:cs typeface="Calibri"/>
              </a:rPr>
              <a:t> </a:t>
            </a:r>
            <a:r>
              <a:rPr sz="3200" dirty="0">
                <a:solidFill>
                  <a:srgbClr val="FF0000"/>
                </a:solidFill>
                <a:latin typeface="Symbol"/>
                <a:cs typeface="Symbol"/>
              </a:rPr>
              <a:t></a:t>
            </a:r>
            <a:r>
              <a:rPr sz="3200" spc="-105" dirty="0">
                <a:solidFill>
                  <a:srgbClr val="FF0000"/>
                </a:solidFill>
                <a:latin typeface="Times New Roman"/>
                <a:cs typeface="Times New Roman"/>
              </a:rPr>
              <a:t> </a:t>
            </a:r>
            <a:r>
              <a:rPr sz="3200" dirty="0">
                <a:solidFill>
                  <a:srgbClr val="FF0000"/>
                </a:solidFill>
                <a:latin typeface="Calibri"/>
                <a:cs typeface="Calibri"/>
              </a:rPr>
              <a:t>B</a:t>
            </a:r>
            <a:r>
              <a:rPr sz="3200" spc="-25" dirty="0">
                <a:solidFill>
                  <a:srgbClr val="FF0000"/>
                </a:solidFill>
                <a:latin typeface="Calibri"/>
                <a:cs typeface="Calibri"/>
              </a:rPr>
              <a:t> </a:t>
            </a:r>
            <a:r>
              <a:rPr sz="3200" dirty="0">
                <a:latin typeface="Calibri"/>
                <a:cs typeface="Calibri"/>
              </a:rPr>
              <a:t>và</a:t>
            </a:r>
            <a:r>
              <a:rPr sz="3200" spc="-35" dirty="0">
                <a:latin typeface="Calibri"/>
                <a:cs typeface="Calibri"/>
              </a:rPr>
              <a:t> </a:t>
            </a:r>
            <a:r>
              <a:rPr sz="3200" dirty="0">
                <a:latin typeface="Calibri"/>
                <a:cs typeface="Calibri"/>
              </a:rPr>
              <a:t>P(a,</a:t>
            </a:r>
            <a:r>
              <a:rPr sz="3200" spc="-25" dirty="0">
                <a:latin typeface="Calibri"/>
                <a:cs typeface="Calibri"/>
              </a:rPr>
              <a:t> </a:t>
            </a:r>
            <a:r>
              <a:rPr sz="3200" dirty="0">
                <a:latin typeface="Calibri"/>
                <a:cs typeface="Calibri"/>
              </a:rPr>
              <a:t>b)</a:t>
            </a:r>
            <a:r>
              <a:rPr sz="3200" spc="-30" dirty="0">
                <a:latin typeface="Calibri"/>
                <a:cs typeface="Calibri"/>
              </a:rPr>
              <a:t> </a:t>
            </a:r>
            <a:r>
              <a:rPr sz="3200" dirty="0">
                <a:latin typeface="Calibri"/>
                <a:cs typeface="Calibri"/>
              </a:rPr>
              <a:t>có</a:t>
            </a:r>
            <a:r>
              <a:rPr sz="3200" spc="-25" dirty="0">
                <a:latin typeface="Calibri"/>
                <a:cs typeface="Calibri"/>
              </a:rPr>
              <a:t> </a:t>
            </a:r>
            <a:r>
              <a:rPr sz="3200" dirty="0">
                <a:latin typeface="Calibri"/>
                <a:cs typeface="Calibri"/>
              </a:rPr>
              <a:t>chân</a:t>
            </a:r>
            <a:r>
              <a:rPr sz="3200" spc="-30" dirty="0">
                <a:latin typeface="Calibri"/>
                <a:cs typeface="Calibri"/>
              </a:rPr>
              <a:t> </a:t>
            </a:r>
            <a:r>
              <a:rPr sz="3200" dirty="0">
                <a:latin typeface="Calibri"/>
                <a:cs typeface="Calibri"/>
              </a:rPr>
              <a:t>trị</a:t>
            </a:r>
            <a:r>
              <a:rPr sz="3200" spc="-25" dirty="0">
                <a:latin typeface="Calibri"/>
                <a:cs typeface="Calibri"/>
              </a:rPr>
              <a:t> </a:t>
            </a:r>
            <a:r>
              <a:rPr sz="3200" spc="-20" dirty="0">
                <a:latin typeface="Calibri"/>
                <a:cs typeface="Calibri"/>
              </a:rPr>
              <a:t>SAI.</a:t>
            </a:r>
            <a:endParaRPr sz="3200">
              <a:latin typeface="Calibri"/>
              <a:cs typeface="Calibri"/>
            </a:endParaRPr>
          </a:p>
        </p:txBody>
      </p:sp>
      <p:sp>
        <p:nvSpPr>
          <p:cNvPr id="5" name="object 5"/>
          <p:cNvSpPr/>
          <p:nvPr/>
        </p:nvSpPr>
        <p:spPr>
          <a:xfrm>
            <a:off x="153161" y="1372362"/>
            <a:ext cx="8610600" cy="2209800"/>
          </a:xfrm>
          <a:custGeom>
            <a:avLst/>
            <a:gdLst/>
            <a:ahLst/>
            <a:cxnLst/>
            <a:rect l="l" t="t" r="r" b="b"/>
            <a:pathLst>
              <a:path w="8610600" h="2209800">
                <a:moveTo>
                  <a:pt x="0" y="2209800"/>
                </a:moveTo>
                <a:lnTo>
                  <a:pt x="8610600" y="2209800"/>
                </a:lnTo>
                <a:lnTo>
                  <a:pt x="8610600" y="0"/>
                </a:lnTo>
                <a:lnTo>
                  <a:pt x="0" y="0"/>
                </a:lnTo>
                <a:lnTo>
                  <a:pt x="0" y="2209800"/>
                </a:lnTo>
                <a:close/>
              </a:path>
            </a:pathLst>
          </a:custGeom>
          <a:ln w="25908">
            <a:solidFill>
              <a:schemeClr val="tx2"/>
            </a:solidFill>
          </a:ln>
        </p:spPr>
        <p:txBody>
          <a:bodyPr wrap="square" lIns="0" tIns="0" rIns="0" bIns="0" rtlCol="0"/>
          <a:lstStyle/>
          <a:p>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58140" y="141262"/>
            <a:ext cx="5817870" cy="1196975"/>
          </a:xfrm>
          <a:prstGeom prst="rect">
            <a:avLst/>
          </a:prstGeom>
        </p:spPr>
        <p:txBody>
          <a:bodyPr vert="horz" wrap="square" lIns="0" tIns="12700" rIns="0" bIns="0" rtlCol="0">
            <a:spAutoFit/>
          </a:bodyPr>
          <a:lstStyle/>
          <a:p>
            <a:pPr marL="38100" marR="30480">
              <a:lnSpc>
                <a:spcPct val="120100"/>
              </a:lnSpc>
              <a:spcBef>
                <a:spcPts val="100"/>
              </a:spcBef>
            </a:pPr>
            <a:r>
              <a:rPr sz="3200" b="1" dirty="0">
                <a:latin typeface="Calibri"/>
                <a:cs typeface="Calibri"/>
              </a:rPr>
              <a:t>Ví</a:t>
            </a:r>
            <a:r>
              <a:rPr sz="3200" b="1" spc="-25" dirty="0">
                <a:latin typeface="Calibri"/>
                <a:cs typeface="Calibri"/>
              </a:rPr>
              <a:t> </a:t>
            </a:r>
            <a:r>
              <a:rPr sz="3200" b="1" dirty="0">
                <a:latin typeface="Calibri"/>
                <a:cs typeface="Calibri"/>
              </a:rPr>
              <a:t>dụ</a:t>
            </a:r>
            <a:r>
              <a:rPr sz="3200" b="1" spc="-25" dirty="0">
                <a:latin typeface="Calibri"/>
                <a:cs typeface="Calibri"/>
              </a:rPr>
              <a:t> </a:t>
            </a:r>
            <a:r>
              <a:rPr sz="3200" b="1" dirty="0">
                <a:latin typeface="Calibri"/>
                <a:cs typeface="Calibri"/>
              </a:rPr>
              <a:t>9: </a:t>
            </a:r>
            <a:r>
              <a:rPr sz="3200" dirty="0">
                <a:latin typeface="Symbol"/>
                <a:cs typeface="Symbol"/>
              </a:rPr>
              <a:t></a:t>
            </a:r>
            <a:r>
              <a:rPr sz="3200" dirty="0">
                <a:latin typeface="Calibri"/>
                <a:cs typeface="Calibri"/>
              </a:rPr>
              <a:t>x</a:t>
            </a:r>
            <a:r>
              <a:rPr sz="3200" spc="-15" dirty="0">
                <a:latin typeface="Calibri"/>
                <a:cs typeface="Calibri"/>
              </a:rPr>
              <a:t> </a:t>
            </a:r>
            <a:r>
              <a:rPr sz="3200" dirty="0">
                <a:latin typeface="Symbol"/>
                <a:cs typeface="Symbol"/>
              </a:rPr>
              <a:t></a:t>
            </a:r>
            <a:r>
              <a:rPr sz="3200" spc="-85" dirty="0">
                <a:latin typeface="Times New Roman"/>
                <a:cs typeface="Times New Roman"/>
              </a:rPr>
              <a:t> </a:t>
            </a:r>
            <a:r>
              <a:rPr sz="3200" dirty="0">
                <a:latin typeface="Cambria Math"/>
                <a:cs typeface="Cambria Math"/>
              </a:rPr>
              <a:t>ℤ</a:t>
            </a:r>
            <a:r>
              <a:rPr sz="3200" spc="-20" dirty="0">
                <a:latin typeface="Cambria Math"/>
                <a:cs typeface="Cambria Math"/>
              </a:rPr>
              <a:t> </a:t>
            </a:r>
            <a:r>
              <a:rPr sz="3200" dirty="0">
                <a:latin typeface="Calibri"/>
                <a:cs typeface="Calibri"/>
              </a:rPr>
              <a:t>,</a:t>
            </a:r>
            <a:r>
              <a:rPr sz="3200" spc="-10" dirty="0">
                <a:latin typeface="Calibri"/>
                <a:cs typeface="Calibri"/>
              </a:rPr>
              <a:t> </a:t>
            </a:r>
            <a:r>
              <a:rPr sz="3200" dirty="0">
                <a:latin typeface="Symbol"/>
                <a:cs typeface="Symbol"/>
              </a:rPr>
              <a:t></a:t>
            </a:r>
            <a:r>
              <a:rPr sz="3200" dirty="0">
                <a:latin typeface="Calibri"/>
                <a:cs typeface="Calibri"/>
              </a:rPr>
              <a:t>y</a:t>
            </a:r>
            <a:r>
              <a:rPr sz="3200" spc="-5" dirty="0">
                <a:latin typeface="Calibri"/>
                <a:cs typeface="Calibri"/>
              </a:rPr>
              <a:t> </a:t>
            </a:r>
            <a:r>
              <a:rPr sz="3200" dirty="0">
                <a:latin typeface="Symbol"/>
                <a:cs typeface="Symbol"/>
              </a:rPr>
              <a:t></a:t>
            </a:r>
            <a:r>
              <a:rPr sz="3200" spc="-85" dirty="0">
                <a:latin typeface="Times New Roman"/>
                <a:cs typeface="Times New Roman"/>
              </a:rPr>
              <a:t> </a:t>
            </a:r>
            <a:r>
              <a:rPr sz="3200" dirty="0">
                <a:latin typeface="Cambria Math"/>
                <a:cs typeface="Cambria Math"/>
              </a:rPr>
              <a:t>ℤ</a:t>
            </a:r>
            <a:r>
              <a:rPr sz="3200" dirty="0">
                <a:latin typeface="Calibri"/>
                <a:cs typeface="Calibri"/>
              </a:rPr>
              <a:t>,</a:t>
            </a:r>
            <a:r>
              <a:rPr sz="3200" spc="-10" dirty="0">
                <a:latin typeface="Calibri"/>
                <a:cs typeface="Calibri"/>
              </a:rPr>
              <a:t> </a:t>
            </a:r>
            <a:r>
              <a:rPr sz="3200" dirty="0">
                <a:latin typeface="Calibri"/>
                <a:cs typeface="Calibri"/>
              </a:rPr>
              <a:t>x</a:t>
            </a:r>
            <a:r>
              <a:rPr sz="3200" spc="-10" dirty="0">
                <a:latin typeface="Calibri"/>
                <a:cs typeface="Calibri"/>
              </a:rPr>
              <a:t> </a:t>
            </a:r>
            <a:r>
              <a:rPr sz="3200" dirty="0">
                <a:latin typeface="Calibri"/>
                <a:cs typeface="Calibri"/>
              </a:rPr>
              <a:t>+</a:t>
            </a:r>
            <a:r>
              <a:rPr sz="3200" spc="-10" dirty="0">
                <a:latin typeface="Calibri"/>
                <a:cs typeface="Calibri"/>
              </a:rPr>
              <a:t> </a:t>
            </a:r>
            <a:r>
              <a:rPr sz="3200" dirty="0">
                <a:latin typeface="Calibri"/>
                <a:cs typeface="Calibri"/>
              </a:rPr>
              <a:t>y</a:t>
            </a:r>
            <a:r>
              <a:rPr sz="3150" baseline="25132" dirty="0">
                <a:latin typeface="Calibri"/>
                <a:cs typeface="Calibri"/>
              </a:rPr>
              <a:t>2</a:t>
            </a:r>
            <a:r>
              <a:rPr sz="3150" spc="359" baseline="25132" dirty="0">
                <a:latin typeface="Calibri"/>
                <a:cs typeface="Calibri"/>
              </a:rPr>
              <a:t> </a:t>
            </a:r>
            <a:r>
              <a:rPr sz="3200" dirty="0">
                <a:latin typeface="Calibri"/>
                <a:cs typeface="Calibri"/>
              </a:rPr>
              <a:t>≥</a:t>
            </a:r>
            <a:r>
              <a:rPr sz="3200" spc="-10" dirty="0">
                <a:latin typeface="Calibri"/>
                <a:cs typeface="Calibri"/>
              </a:rPr>
              <a:t> </a:t>
            </a:r>
            <a:r>
              <a:rPr sz="3200" spc="-25" dirty="0">
                <a:latin typeface="Calibri"/>
                <a:cs typeface="Calibri"/>
              </a:rPr>
              <a:t>0. </a:t>
            </a:r>
            <a:r>
              <a:rPr sz="3200" spc="-105" dirty="0">
                <a:latin typeface="Calibri"/>
                <a:cs typeface="Calibri"/>
              </a:rPr>
              <a:t>Ta</a:t>
            </a:r>
            <a:r>
              <a:rPr sz="3200" spc="-25" dirty="0">
                <a:latin typeface="Calibri"/>
                <a:cs typeface="Calibri"/>
              </a:rPr>
              <a:t> </a:t>
            </a:r>
            <a:r>
              <a:rPr sz="3200" dirty="0">
                <a:latin typeface="Calibri"/>
                <a:cs typeface="Calibri"/>
              </a:rPr>
              <a:t>có</a:t>
            </a:r>
            <a:r>
              <a:rPr sz="3200" spc="-35" dirty="0">
                <a:latin typeface="Calibri"/>
                <a:cs typeface="Calibri"/>
              </a:rPr>
              <a:t> </a:t>
            </a:r>
            <a:r>
              <a:rPr sz="3200" dirty="0">
                <a:latin typeface="Calibri"/>
                <a:cs typeface="Calibri"/>
              </a:rPr>
              <a:t>P(x,</a:t>
            </a:r>
            <a:r>
              <a:rPr sz="3200" spc="-20" dirty="0">
                <a:latin typeface="Calibri"/>
                <a:cs typeface="Calibri"/>
              </a:rPr>
              <a:t> </a:t>
            </a:r>
            <a:r>
              <a:rPr sz="3200" dirty="0">
                <a:latin typeface="Calibri"/>
                <a:cs typeface="Calibri"/>
              </a:rPr>
              <a:t>y)</a:t>
            </a:r>
            <a:r>
              <a:rPr sz="3200" spc="-20"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“x</a:t>
            </a:r>
            <a:r>
              <a:rPr sz="3200" spc="-2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y</a:t>
            </a:r>
            <a:r>
              <a:rPr sz="3150" baseline="25132" dirty="0">
                <a:latin typeface="Calibri"/>
                <a:cs typeface="Calibri"/>
              </a:rPr>
              <a:t>2</a:t>
            </a:r>
            <a:r>
              <a:rPr sz="3150" spc="345" baseline="25132" dirty="0">
                <a:latin typeface="Calibri"/>
                <a:cs typeface="Calibri"/>
              </a:rPr>
              <a:t> </a:t>
            </a:r>
            <a:r>
              <a:rPr sz="3200" dirty="0">
                <a:latin typeface="Calibri"/>
                <a:cs typeface="Calibri"/>
              </a:rPr>
              <a:t>≥</a:t>
            </a:r>
            <a:r>
              <a:rPr sz="3200" spc="-20" dirty="0">
                <a:latin typeface="Calibri"/>
                <a:cs typeface="Calibri"/>
              </a:rPr>
              <a:t> </a:t>
            </a:r>
            <a:r>
              <a:rPr sz="3200" spc="-90" dirty="0">
                <a:latin typeface="Calibri"/>
                <a:cs typeface="Calibri"/>
              </a:rPr>
              <a:t>0”,</a:t>
            </a:r>
            <a:r>
              <a:rPr sz="3200" spc="-20" dirty="0">
                <a:latin typeface="Calibri"/>
                <a:cs typeface="Calibri"/>
              </a:rPr>
              <a:t> </a:t>
            </a:r>
            <a:r>
              <a:rPr sz="3200" dirty="0">
                <a:latin typeface="Calibri"/>
                <a:cs typeface="Calibri"/>
              </a:rPr>
              <a:t>x,</a:t>
            </a:r>
            <a:r>
              <a:rPr sz="3200" spc="-20" dirty="0">
                <a:latin typeface="Calibri"/>
                <a:cs typeface="Calibri"/>
              </a:rPr>
              <a:t> </a:t>
            </a:r>
            <a:r>
              <a:rPr sz="3200" dirty="0">
                <a:latin typeface="Calibri"/>
                <a:cs typeface="Calibri"/>
              </a:rPr>
              <a:t>y</a:t>
            </a:r>
            <a:r>
              <a:rPr sz="3200" spc="-15" dirty="0">
                <a:latin typeface="Calibri"/>
                <a:cs typeface="Calibri"/>
              </a:rPr>
              <a:t> </a:t>
            </a:r>
            <a:r>
              <a:rPr sz="3200" dirty="0">
                <a:latin typeface="Symbol"/>
                <a:cs typeface="Symbol"/>
              </a:rPr>
              <a:t></a:t>
            </a:r>
            <a:r>
              <a:rPr sz="3200" spc="-95" dirty="0">
                <a:latin typeface="Times New Roman"/>
                <a:cs typeface="Times New Roman"/>
              </a:rPr>
              <a:t> </a:t>
            </a:r>
            <a:r>
              <a:rPr sz="3200" spc="-25" dirty="0">
                <a:latin typeface="Calibri"/>
                <a:cs typeface="Calibri"/>
              </a:rPr>
              <a:t>Z.</a:t>
            </a:r>
            <a:endParaRPr sz="3200">
              <a:latin typeface="Calibri"/>
              <a:cs typeface="Calibri"/>
            </a:endParaRPr>
          </a:p>
        </p:txBody>
      </p:sp>
      <p:sp>
        <p:nvSpPr>
          <p:cNvPr id="3" name="object 3"/>
          <p:cNvSpPr txBox="1"/>
          <p:nvPr/>
        </p:nvSpPr>
        <p:spPr>
          <a:xfrm>
            <a:off x="305561" y="1829561"/>
            <a:ext cx="8458200" cy="2133600"/>
          </a:xfrm>
          <a:prstGeom prst="rect">
            <a:avLst/>
          </a:prstGeom>
          <a:solidFill>
            <a:srgbClr val="4F81BC"/>
          </a:solidFill>
          <a:ln w="25907">
            <a:solidFill>
              <a:srgbClr val="385D89"/>
            </a:solidFill>
          </a:ln>
        </p:spPr>
        <p:txBody>
          <a:bodyPr vert="horz" wrap="square" lIns="0" tIns="175260" rIns="0" bIns="0" rtlCol="0">
            <a:spAutoFit/>
          </a:bodyPr>
          <a:lstStyle/>
          <a:p>
            <a:pPr marL="90170">
              <a:lnSpc>
                <a:spcPct val="100000"/>
              </a:lnSpc>
              <a:spcBef>
                <a:spcPts val="1380"/>
              </a:spcBef>
              <a:tabLst>
                <a:tab pos="6330950" algn="l"/>
              </a:tabLst>
            </a:pPr>
            <a:r>
              <a:rPr sz="3200" dirty="0">
                <a:latin typeface="Calibri"/>
                <a:cs typeface="Calibri"/>
              </a:rPr>
              <a:t>Lượng</a:t>
            </a:r>
            <a:r>
              <a:rPr sz="3200" spc="-30" dirty="0">
                <a:latin typeface="Calibri"/>
                <a:cs typeface="Calibri"/>
              </a:rPr>
              <a:t> </a:t>
            </a:r>
            <a:r>
              <a:rPr sz="3200" dirty="0">
                <a:latin typeface="Calibri"/>
                <a:cs typeface="Calibri"/>
              </a:rPr>
              <a:t>từ</a:t>
            </a:r>
            <a:r>
              <a:rPr sz="3200" spc="-25" dirty="0">
                <a:latin typeface="Calibri"/>
                <a:cs typeface="Calibri"/>
              </a:rPr>
              <a:t> </a:t>
            </a:r>
            <a:r>
              <a:rPr sz="3200" dirty="0">
                <a:latin typeface="Calibri"/>
                <a:cs typeface="Calibri"/>
              </a:rPr>
              <a:t>đã</a:t>
            </a:r>
            <a:r>
              <a:rPr sz="3200" spc="-25" dirty="0">
                <a:latin typeface="Calibri"/>
                <a:cs typeface="Calibri"/>
              </a:rPr>
              <a:t> </a:t>
            </a:r>
            <a:r>
              <a:rPr sz="3200" dirty="0">
                <a:latin typeface="Calibri"/>
                <a:cs typeface="Calibri"/>
              </a:rPr>
              <a:t>cho</a:t>
            </a:r>
            <a:r>
              <a:rPr sz="3200" spc="-30" dirty="0">
                <a:latin typeface="Calibri"/>
                <a:cs typeface="Calibri"/>
              </a:rPr>
              <a:t> </a:t>
            </a:r>
            <a:r>
              <a:rPr sz="3200" dirty="0">
                <a:latin typeface="Calibri"/>
                <a:cs typeface="Calibri"/>
              </a:rPr>
              <a:t>có</a:t>
            </a:r>
            <a:r>
              <a:rPr sz="3200" spc="-30" dirty="0">
                <a:latin typeface="Calibri"/>
                <a:cs typeface="Calibri"/>
              </a:rPr>
              <a:t> </a:t>
            </a:r>
            <a:r>
              <a:rPr sz="3200" dirty="0">
                <a:latin typeface="Calibri"/>
                <a:cs typeface="Calibri"/>
              </a:rPr>
              <a:t>chân</a:t>
            </a:r>
            <a:r>
              <a:rPr sz="3200" spc="-30" dirty="0">
                <a:latin typeface="Calibri"/>
                <a:cs typeface="Calibri"/>
              </a:rPr>
              <a:t> </a:t>
            </a:r>
            <a:r>
              <a:rPr sz="3200" dirty="0">
                <a:latin typeface="Calibri"/>
                <a:cs typeface="Calibri"/>
              </a:rPr>
              <a:t>trị</a:t>
            </a:r>
            <a:r>
              <a:rPr sz="3200" spc="-20" dirty="0">
                <a:latin typeface="Calibri"/>
                <a:cs typeface="Calibri"/>
              </a:rPr>
              <a:t> </a:t>
            </a:r>
            <a:r>
              <a:rPr sz="3200" dirty="0">
                <a:latin typeface="Calibri"/>
                <a:cs typeface="Calibri"/>
              </a:rPr>
              <a:t>ĐÚNG</a:t>
            </a:r>
            <a:r>
              <a:rPr sz="3200" spc="-40" dirty="0">
                <a:latin typeface="Calibri"/>
                <a:cs typeface="Calibri"/>
              </a:rPr>
              <a:t> </a:t>
            </a:r>
            <a:r>
              <a:rPr sz="3200" spc="-25" dirty="0">
                <a:latin typeface="Calibri"/>
                <a:cs typeface="Calibri"/>
              </a:rPr>
              <a:t>vì</a:t>
            </a:r>
            <a:r>
              <a:rPr sz="3200" dirty="0">
                <a:latin typeface="Calibri"/>
                <a:cs typeface="Calibri"/>
              </a:rPr>
              <a:t>	</a:t>
            </a:r>
            <a:r>
              <a:rPr sz="3200" dirty="0">
                <a:solidFill>
                  <a:srgbClr val="FF0000"/>
                </a:solidFill>
                <a:latin typeface="Calibri"/>
                <a:cs typeface="Calibri"/>
              </a:rPr>
              <a:t>có</a:t>
            </a:r>
            <a:r>
              <a:rPr sz="3200" spc="-45" dirty="0">
                <a:solidFill>
                  <a:srgbClr val="FF0000"/>
                </a:solidFill>
                <a:latin typeface="Calibri"/>
                <a:cs typeface="Calibri"/>
              </a:rPr>
              <a:t> </a:t>
            </a:r>
            <a:r>
              <a:rPr sz="3200" dirty="0">
                <a:solidFill>
                  <a:srgbClr val="FF0000"/>
                </a:solidFill>
                <a:latin typeface="Calibri"/>
                <a:cs typeface="Calibri"/>
              </a:rPr>
              <a:t>x</a:t>
            </a:r>
            <a:r>
              <a:rPr sz="3200" spc="-30" dirty="0">
                <a:solidFill>
                  <a:srgbClr val="FF0000"/>
                </a:solidFill>
                <a:latin typeface="Calibri"/>
                <a:cs typeface="Calibri"/>
              </a:rPr>
              <a:t> </a:t>
            </a:r>
            <a:r>
              <a:rPr sz="3200" dirty="0">
                <a:solidFill>
                  <a:srgbClr val="FF0000"/>
                </a:solidFill>
                <a:latin typeface="Calibri"/>
                <a:cs typeface="Calibri"/>
              </a:rPr>
              <a:t>bằng</a:t>
            </a:r>
            <a:r>
              <a:rPr sz="3200" spc="-15" dirty="0">
                <a:solidFill>
                  <a:srgbClr val="FF0000"/>
                </a:solidFill>
                <a:latin typeface="Calibri"/>
                <a:cs typeface="Calibri"/>
              </a:rPr>
              <a:t> </a:t>
            </a:r>
            <a:r>
              <a:rPr sz="3200" spc="-50" dirty="0">
                <a:solidFill>
                  <a:srgbClr val="FF0000"/>
                </a:solidFill>
                <a:latin typeface="Calibri"/>
                <a:cs typeface="Calibri"/>
              </a:rPr>
              <a:t>0</a:t>
            </a:r>
            <a:endParaRPr sz="3200">
              <a:latin typeface="Calibri"/>
              <a:cs typeface="Calibri"/>
            </a:endParaRPr>
          </a:p>
          <a:p>
            <a:pPr marL="90170" marR="279400">
              <a:lnSpc>
                <a:spcPts val="3820"/>
              </a:lnSpc>
              <a:spcBef>
                <a:spcPts val="170"/>
              </a:spcBef>
            </a:pPr>
            <a:r>
              <a:rPr sz="3200" dirty="0">
                <a:solidFill>
                  <a:srgbClr val="FF0000"/>
                </a:solidFill>
                <a:latin typeface="Symbol"/>
                <a:cs typeface="Symbol"/>
              </a:rPr>
              <a:t></a:t>
            </a:r>
            <a:r>
              <a:rPr sz="3200" spc="-100" dirty="0">
                <a:solidFill>
                  <a:srgbClr val="FF0000"/>
                </a:solidFill>
                <a:latin typeface="Times New Roman"/>
                <a:cs typeface="Times New Roman"/>
              </a:rPr>
              <a:t> </a:t>
            </a:r>
            <a:r>
              <a:rPr sz="3200" dirty="0">
                <a:solidFill>
                  <a:srgbClr val="FF0000"/>
                </a:solidFill>
                <a:latin typeface="Calibri"/>
                <a:cs typeface="Calibri"/>
              </a:rPr>
              <a:t>Z</a:t>
            </a:r>
            <a:r>
              <a:rPr sz="3200" spc="-30" dirty="0">
                <a:solidFill>
                  <a:srgbClr val="FF0000"/>
                </a:solidFill>
                <a:latin typeface="Calibri"/>
                <a:cs typeface="Calibri"/>
              </a:rPr>
              <a:t> </a:t>
            </a:r>
            <a:r>
              <a:rPr sz="3200" dirty="0">
                <a:latin typeface="Calibri"/>
                <a:cs typeface="Calibri"/>
              </a:rPr>
              <a:t>,</a:t>
            </a:r>
            <a:r>
              <a:rPr sz="3200" spc="-15" dirty="0">
                <a:latin typeface="Calibri"/>
                <a:cs typeface="Calibri"/>
              </a:rPr>
              <a:t> </a:t>
            </a:r>
            <a:r>
              <a:rPr sz="3200" dirty="0">
                <a:solidFill>
                  <a:srgbClr val="FF0000"/>
                </a:solidFill>
                <a:latin typeface="Calibri"/>
                <a:cs typeface="Calibri"/>
              </a:rPr>
              <a:t>thay</a:t>
            </a:r>
            <a:r>
              <a:rPr sz="3200" spc="-20" dirty="0">
                <a:solidFill>
                  <a:srgbClr val="FF0000"/>
                </a:solidFill>
                <a:latin typeface="Calibri"/>
                <a:cs typeface="Calibri"/>
              </a:rPr>
              <a:t> </a:t>
            </a:r>
            <a:r>
              <a:rPr sz="3200" dirty="0">
                <a:solidFill>
                  <a:srgbClr val="FF0000"/>
                </a:solidFill>
                <a:latin typeface="Calibri"/>
                <a:cs typeface="Calibri"/>
              </a:rPr>
              <a:t>y</a:t>
            </a:r>
            <a:r>
              <a:rPr sz="3200" spc="-25" dirty="0">
                <a:solidFill>
                  <a:srgbClr val="FF0000"/>
                </a:solidFill>
                <a:latin typeface="Calibri"/>
                <a:cs typeface="Calibri"/>
              </a:rPr>
              <a:t> </a:t>
            </a:r>
            <a:r>
              <a:rPr sz="3200" dirty="0">
                <a:solidFill>
                  <a:srgbClr val="FF0000"/>
                </a:solidFill>
                <a:latin typeface="Calibri"/>
                <a:cs typeface="Calibri"/>
              </a:rPr>
              <a:t>bằng</a:t>
            </a:r>
            <a:r>
              <a:rPr sz="3200" spc="-15" dirty="0">
                <a:solidFill>
                  <a:srgbClr val="FF0000"/>
                </a:solidFill>
                <a:latin typeface="Calibri"/>
                <a:cs typeface="Calibri"/>
              </a:rPr>
              <a:t> </a:t>
            </a:r>
            <a:r>
              <a:rPr sz="3200" dirty="0">
                <a:solidFill>
                  <a:srgbClr val="FF0000"/>
                </a:solidFill>
                <a:latin typeface="Calibri"/>
                <a:cs typeface="Calibri"/>
              </a:rPr>
              <a:t>giá</a:t>
            </a:r>
            <a:r>
              <a:rPr sz="3200" spc="-25" dirty="0">
                <a:solidFill>
                  <a:srgbClr val="FF0000"/>
                </a:solidFill>
                <a:latin typeface="Calibri"/>
                <a:cs typeface="Calibri"/>
              </a:rPr>
              <a:t> </a:t>
            </a:r>
            <a:r>
              <a:rPr sz="3200" dirty="0">
                <a:solidFill>
                  <a:srgbClr val="FF0000"/>
                </a:solidFill>
                <a:latin typeface="Calibri"/>
                <a:cs typeface="Calibri"/>
              </a:rPr>
              <a:t>trị</a:t>
            </a:r>
            <a:r>
              <a:rPr sz="3200" spc="-25" dirty="0">
                <a:solidFill>
                  <a:srgbClr val="FF0000"/>
                </a:solidFill>
                <a:latin typeface="Calibri"/>
                <a:cs typeface="Calibri"/>
              </a:rPr>
              <a:t> </a:t>
            </a:r>
            <a:r>
              <a:rPr sz="3200" dirty="0">
                <a:solidFill>
                  <a:srgbClr val="FF0000"/>
                </a:solidFill>
                <a:latin typeface="Calibri"/>
                <a:cs typeface="Calibri"/>
              </a:rPr>
              <a:t>bất</a:t>
            </a:r>
            <a:r>
              <a:rPr sz="3200" spc="-15" dirty="0">
                <a:solidFill>
                  <a:srgbClr val="FF0000"/>
                </a:solidFill>
                <a:latin typeface="Calibri"/>
                <a:cs typeface="Calibri"/>
              </a:rPr>
              <a:t> </a:t>
            </a:r>
            <a:r>
              <a:rPr sz="3200" dirty="0">
                <a:solidFill>
                  <a:srgbClr val="FF0000"/>
                </a:solidFill>
                <a:latin typeface="Calibri"/>
                <a:cs typeface="Calibri"/>
              </a:rPr>
              <a:t>kỳ</a:t>
            </a:r>
            <a:r>
              <a:rPr sz="3200" spc="-25" dirty="0">
                <a:solidFill>
                  <a:srgbClr val="FF0000"/>
                </a:solidFill>
                <a:latin typeface="Calibri"/>
                <a:cs typeface="Calibri"/>
              </a:rPr>
              <a:t> </a:t>
            </a:r>
            <a:r>
              <a:rPr sz="3200" dirty="0">
                <a:solidFill>
                  <a:srgbClr val="FF0000"/>
                </a:solidFill>
                <a:latin typeface="Calibri"/>
                <a:cs typeface="Calibri"/>
              </a:rPr>
              <a:t>b</a:t>
            </a:r>
            <a:r>
              <a:rPr sz="3200" spc="-25" dirty="0">
                <a:solidFill>
                  <a:srgbClr val="FF0000"/>
                </a:solidFill>
                <a:latin typeface="Calibri"/>
                <a:cs typeface="Calibri"/>
              </a:rPr>
              <a:t> </a:t>
            </a:r>
            <a:r>
              <a:rPr sz="3200" dirty="0">
                <a:solidFill>
                  <a:srgbClr val="FF0000"/>
                </a:solidFill>
                <a:latin typeface="Symbol"/>
                <a:cs typeface="Symbol"/>
              </a:rPr>
              <a:t></a:t>
            </a:r>
            <a:r>
              <a:rPr sz="3200" spc="-90" dirty="0">
                <a:solidFill>
                  <a:srgbClr val="FF0000"/>
                </a:solidFill>
                <a:latin typeface="Times New Roman"/>
                <a:cs typeface="Times New Roman"/>
              </a:rPr>
              <a:t> </a:t>
            </a:r>
            <a:r>
              <a:rPr sz="3200" dirty="0">
                <a:solidFill>
                  <a:srgbClr val="FF0000"/>
                </a:solidFill>
                <a:latin typeface="Calibri"/>
                <a:cs typeface="Calibri"/>
              </a:rPr>
              <a:t>Z</a:t>
            </a:r>
            <a:r>
              <a:rPr sz="3200" spc="-30" dirty="0">
                <a:solidFill>
                  <a:srgbClr val="FF0000"/>
                </a:solidFill>
                <a:latin typeface="Calibri"/>
                <a:cs typeface="Calibri"/>
              </a:rPr>
              <a:t> </a:t>
            </a:r>
            <a:r>
              <a:rPr sz="3200" dirty="0">
                <a:latin typeface="Calibri"/>
                <a:cs typeface="Calibri"/>
              </a:rPr>
              <a:t>,</a:t>
            </a:r>
            <a:r>
              <a:rPr sz="3200" spc="-25" dirty="0">
                <a:latin typeface="Calibri"/>
                <a:cs typeface="Calibri"/>
              </a:rPr>
              <a:t> </a:t>
            </a:r>
            <a:r>
              <a:rPr sz="3200" dirty="0">
                <a:solidFill>
                  <a:srgbClr val="FF0000"/>
                </a:solidFill>
                <a:latin typeface="Calibri"/>
                <a:cs typeface="Calibri"/>
              </a:rPr>
              <a:t>0</a:t>
            </a:r>
            <a:r>
              <a:rPr sz="3200" spc="-25" dirty="0">
                <a:solidFill>
                  <a:srgbClr val="FF0000"/>
                </a:solidFill>
                <a:latin typeface="Calibri"/>
                <a:cs typeface="Calibri"/>
              </a:rPr>
              <a:t> </a:t>
            </a:r>
            <a:r>
              <a:rPr sz="3200" dirty="0">
                <a:solidFill>
                  <a:srgbClr val="FF0000"/>
                </a:solidFill>
                <a:latin typeface="Calibri"/>
                <a:cs typeface="Calibri"/>
              </a:rPr>
              <a:t>+</a:t>
            </a:r>
            <a:r>
              <a:rPr sz="3200" spc="-15" dirty="0">
                <a:solidFill>
                  <a:srgbClr val="FF0000"/>
                </a:solidFill>
                <a:latin typeface="Calibri"/>
                <a:cs typeface="Calibri"/>
              </a:rPr>
              <a:t> </a:t>
            </a:r>
            <a:r>
              <a:rPr sz="3200" dirty="0">
                <a:solidFill>
                  <a:srgbClr val="FF0000"/>
                </a:solidFill>
                <a:latin typeface="Calibri"/>
                <a:cs typeface="Calibri"/>
              </a:rPr>
              <a:t>b</a:t>
            </a:r>
            <a:r>
              <a:rPr sz="3150" baseline="25132" dirty="0">
                <a:solidFill>
                  <a:srgbClr val="FF0000"/>
                </a:solidFill>
                <a:latin typeface="Calibri"/>
                <a:cs typeface="Calibri"/>
              </a:rPr>
              <a:t>2</a:t>
            </a:r>
            <a:r>
              <a:rPr sz="3200" dirty="0">
                <a:solidFill>
                  <a:srgbClr val="FF0000"/>
                </a:solidFill>
                <a:latin typeface="Calibri"/>
                <a:cs typeface="Calibri"/>
              </a:rPr>
              <a:t>≥</a:t>
            </a:r>
            <a:r>
              <a:rPr sz="3200" spc="-10" dirty="0">
                <a:solidFill>
                  <a:srgbClr val="FF0000"/>
                </a:solidFill>
                <a:latin typeface="Calibri"/>
                <a:cs typeface="Calibri"/>
              </a:rPr>
              <a:t> </a:t>
            </a:r>
            <a:r>
              <a:rPr sz="3200" dirty="0">
                <a:solidFill>
                  <a:srgbClr val="FF0000"/>
                </a:solidFill>
                <a:latin typeface="Calibri"/>
                <a:cs typeface="Calibri"/>
              </a:rPr>
              <a:t>0</a:t>
            </a:r>
            <a:r>
              <a:rPr sz="3200" spc="-15" dirty="0">
                <a:solidFill>
                  <a:srgbClr val="FF0000"/>
                </a:solidFill>
                <a:latin typeface="Calibri"/>
                <a:cs typeface="Calibri"/>
              </a:rPr>
              <a:t> </a:t>
            </a:r>
            <a:r>
              <a:rPr sz="3200" spc="-25" dirty="0">
                <a:latin typeface="Calibri"/>
                <a:cs typeface="Calibri"/>
              </a:rPr>
              <a:t>có </a:t>
            </a:r>
            <a:r>
              <a:rPr sz="3200" dirty="0">
                <a:latin typeface="Calibri"/>
                <a:cs typeface="Calibri"/>
              </a:rPr>
              <a:t>chân</a:t>
            </a:r>
            <a:r>
              <a:rPr sz="3200" spc="-35" dirty="0">
                <a:latin typeface="Calibri"/>
                <a:cs typeface="Calibri"/>
              </a:rPr>
              <a:t> </a:t>
            </a:r>
            <a:r>
              <a:rPr sz="3200" dirty="0">
                <a:latin typeface="Calibri"/>
                <a:cs typeface="Calibri"/>
              </a:rPr>
              <a:t>trị</a:t>
            </a:r>
            <a:r>
              <a:rPr sz="3200" spc="-45" dirty="0">
                <a:latin typeface="Calibri"/>
                <a:cs typeface="Calibri"/>
              </a:rPr>
              <a:t> </a:t>
            </a:r>
            <a:r>
              <a:rPr sz="3200" dirty="0">
                <a:latin typeface="Calibri"/>
                <a:cs typeface="Calibri"/>
              </a:rPr>
              <a:t>ĐÚNG</a:t>
            </a:r>
            <a:r>
              <a:rPr sz="3200" spc="-50" dirty="0">
                <a:latin typeface="Calibri"/>
                <a:cs typeface="Calibri"/>
              </a:rPr>
              <a:t> </a:t>
            </a:r>
            <a:r>
              <a:rPr sz="3200" dirty="0">
                <a:latin typeface="Calibri"/>
                <a:cs typeface="Calibri"/>
              </a:rPr>
              <a:t>(P(a,</a:t>
            </a:r>
            <a:r>
              <a:rPr sz="3200" spc="-35" dirty="0">
                <a:latin typeface="Calibri"/>
                <a:cs typeface="Calibri"/>
              </a:rPr>
              <a:t> </a:t>
            </a:r>
            <a:r>
              <a:rPr sz="3200" dirty="0">
                <a:latin typeface="Calibri"/>
                <a:cs typeface="Calibri"/>
              </a:rPr>
              <a:t>b)</a:t>
            </a:r>
            <a:r>
              <a:rPr sz="3200" spc="-20" dirty="0">
                <a:latin typeface="Calibri"/>
                <a:cs typeface="Calibri"/>
              </a:rPr>
              <a:t> </a:t>
            </a:r>
            <a:r>
              <a:rPr sz="3200" dirty="0">
                <a:latin typeface="Calibri"/>
                <a:cs typeface="Calibri"/>
              </a:rPr>
              <a:t>có</a:t>
            </a:r>
            <a:r>
              <a:rPr sz="3200" spc="-50" dirty="0">
                <a:latin typeface="Calibri"/>
                <a:cs typeface="Calibri"/>
              </a:rPr>
              <a:t> </a:t>
            </a:r>
            <a:r>
              <a:rPr sz="3200" dirty="0">
                <a:latin typeface="Calibri"/>
                <a:cs typeface="Calibri"/>
              </a:rPr>
              <a:t>chân</a:t>
            </a:r>
            <a:r>
              <a:rPr sz="3200" spc="-35" dirty="0">
                <a:latin typeface="Calibri"/>
                <a:cs typeface="Calibri"/>
              </a:rPr>
              <a:t> </a:t>
            </a:r>
            <a:r>
              <a:rPr sz="3200" dirty="0">
                <a:latin typeface="Calibri"/>
                <a:cs typeface="Calibri"/>
              </a:rPr>
              <a:t>trị</a:t>
            </a:r>
            <a:r>
              <a:rPr sz="3200" spc="-45" dirty="0">
                <a:latin typeface="Calibri"/>
                <a:cs typeface="Calibri"/>
              </a:rPr>
              <a:t> </a:t>
            </a:r>
            <a:r>
              <a:rPr sz="3200" spc="-10" dirty="0">
                <a:latin typeface="Calibri"/>
                <a:cs typeface="Calibri"/>
              </a:rPr>
              <a:t>ĐÚNG).</a:t>
            </a:r>
            <a:endParaRPr sz="3200">
              <a:latin typeface="Calibri"/>
              <a:cs typeface="Calibri"/>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58140" y="141262"/>
            <a:ext cx="6024245" cy="1196975"/>
          </a:xfrm>
          <a:prstGeom prst="rect">
            <a:avLst/>
          </a:prstGeom>
        </p:spPr>
        <p:txBody>
          <a:bodyPr vert="horz" wrap="square" lIns="0" tIns="12700" rIns="0" bIns="0" rtlCol="0">
            <a:spAutoFit/>
          </a:bodyPr>
          <a:lstStyle/>
          <a:p>
            <a:pPr marL="38100" marR="30480">
              <a:lnSpc>
                <a:spcPct val="120100"/>
              </a:lnSpc>
              <a:spcBef>
                <a:spcPts val="100"/>
              </a:spcBef>
            </a:pPr>
            <a:r>
              <a:rPr sz="3200" b="1" dirty="0">
                <a:latin typeface="Calibri"/>
                <a:cs typeface="Calibri"/>
              </a:rPr>
              <a:t>Ví</a:t>
            </a:r>
            <a:r>
              <a:rPr sz="3200" b="1" spc="-30" dirty="0">
                <a:latin typeface="Calibri"/>
                <a:cs typeface="Calibri"/>
              </a:rPr>
              <a:t> </a:t>
            </a:r>
            <a:r>
              <a:rPr sz="3200" b="1" dirty="0">
                <a:latin typeface="Calibri"/>
                <a:cs typeface="Calibri"/>
              </a:rPr>
              <a:t>dụ</a:t>
            </a:r>
            <a:r>
              <a:rPr sz="3200" b="1" spc="-25" dirty="0">
                <a:latin typeface="Calibri"/>
                <a:cs typeface="Calibri"/>
              </a:rPr>
              <a:t> </a:t>
            </a:r>
            <a:r>
              <a:rPr sz="3200" b="1" dirty="0">
                <a:latin typeface="Calibri"/>
                <a:cs typeface="Calibri"/>
              </a:rPr>
              <a:t>10:</a:t>
            </a:r>
            <a:r>
              <a:rPr sz="3200" b="1" spc="-5" dirty="0">
                <a:latin typeface="Calibri"/>
                <a:cs typeface="Calibri"/>
              </a:rPr>
              <a:t> </a:t>
            </a:r>
            <a:r>
              <a:rPr sz="3200" dirty="0">
                <a:latin typeface="Symbol"/>
                <a:cs typeface="Symbol"/>
              </a:rPr>
              <a:t></a:t>
            </a:r>
            <a:r>
              <a:rPr sz="3200" dirty="0">
                <a:latin typeface="Calibri"/>
                <a:cs typeface="Calibri"/>
              </a:rPr>
              <a:t>x</a:t>
            </a:r>
            <a:r>
              <a:rPr sz="3200" spc="-15" dirty="0">
                <a:latin typeface="Calibri"/>
                <a:cs typeface="Calibri"/>
              </a:rPr>
              <a:t> </a:t>
            </a:r>
            <a:r>
              <a:rPr sz="3200" dirty="0">
                <a:latin typeface="Symbol"/>
                <a:cs typeface="Symbol"/>
              </a:rPr>
              <a:t></a:t>
            </a:r>
            <a:r>
              <a:rPr sz="3200" spc="-90" dirty="0">
                <a:latin typeface="Times New Roman"/>
                <a:cs typeface="Times New Roman"/>
              </a:rPr>
              <a:t> </a:t>
            </a:r>
            <a:r>
              <a:rPr sz="3200" dirty="0">
                <a:latin typeface="Cambria Math"/>
                <a:cs typeface="Cambria Math"/>
              </a:rPr>
              <a:t>ℤ</a:t>
            </a:r>
            <a:r>
              <a:rPr sz="3200" spc="-20" dirty="0">
                <a:latin typeface="Cambria Math"/>
                <a:cs typeface="Cambria Math"/>
              </a:rPr>
              <a:t> </a:t>
            </a:r>
            <a:r>
              <a:rPr sz="3200" dirty="0">
                <a:latin typeface="Calibri"/>
                <a:cs typeface="Calibri"/>
              </a:rPr>
              <a:t>,</a:t>
            </a:r>
            <a:r>
              <a:rPr sz="3200" spc="-10" dirty="0">
                <a:latin typeface="Calibri"/>
                <a:cs typeface="Calibri"/>
              </a:rPr>
              <a:t> </a:t>
            </a:r>
            <a:r>
              <a:rPr sz="3200" dirty="0">
                <a:latin typeface="Symbol"/>
                <a:cs typeface="Symbol"/>
              </a:rPr>
              <a:t></a:t>
            </a:r>
            <a:r>
              <a:rPr sz="3200" dirty="0">
                <a:latin typeface="Calibri"/>
                <a:cs typeface="Calibri"/>
              </a:rPr>
              <a:t>y</a:t>
            </a:r>
            <a:r>
              <a:rPr sz="3200" spc="-5" dirty="0">
                <a:latin typeface="Calibri"/>
                <a:cs typeface="Calibri"/>
              </a:rPr>
              <a:t> </a:t>
            </a:r>
            <a:r>
              <a:rPr sz="3200" dirty="0">
                <a:latin typeface="Symbol"/>
                <a:cs typeface="Symbol"/>
              </a:rPr>
              <a:t></a:t>
            </a:r>
            <a:r>
              <a:rPr sz="3200" spc="-90" dirty="0">
                <a:latin typeface="Times New Roman"/>
                <a:cs typeface="Times New Roman"/>
              </a:rPr>
              <a:t> </a:t>
            </a:r>
            <a:r>
              <a:rPr sz="3200" dirty="0">
                <a:latin typeface="Cambria Math"/>
                <a:cs typeface="Cambria Math"/>
              </a:rPr>
              <a:t>ℤ</a:t>
            </a:r>
            <a:r>
              <a:rPr sz="3200" dirty="0">
                <a:latin typeface="Calibri"/>
                <a:cs typeface="Calibri"/>
              </a:rPr>
              <a:t>,</a:t>
            </a:r>
            <a:r>
              <a:rPr sz="3200" spc="-10" dirty="0">
                <a:latin typeface="Calibri"/>
                <a:cs typeface="Calibri"/>
              </a:rPr>
              <a:t> </a:t>
            </a:r>
            <a:r>
              <a:rPr sz="3200" dirty="0">
                <a:latin typeface="Calibri"/>
                <a:cs typeface="Calibri"/>
              </a:rPr>
              <a:t>x</a:t>
            </a:r>
            <a:r>
              <a:rPr sz="3150" baseline="25132" dirty="0">
                <a:latin typeface="Calibri"/>
                <a:cs typeface="Calibri"/>
              </a:rPr>
              <a:t>2</a:t>
            </a:r>
            <a:r>
              <a:rPr sz="3150" spc="359" baseline="25132" dirty="0">
                <a:latin typeface="Calibri"/>
                <a:cs typeface="Calibri"/>
              </a:rPr>
              <a:t> </a:t>
            </a:r>
            <a:r>
              <a:rPr sz="3200" dirty="0">
                <a:latin typeface="Calibri"/>
                <a:cs typeface="Calibri"/>
              </a:rPr>
              <a:t>+</a:t>
            </a:r>
            <a:r>
              <a:rPr sz="3200" spc="-10" dirty="0">
                <a:latin typeface="Calibri"/>
                <a:cs typeface="Calibri"/>
              </a:rPr>
              <a:t> </a:t>
            </a:r>
            <a:r>
              <a:rPr sz="3200" dirty="0">
                <a:latin typeface="Calibri"/>
                <a:cs typeface="Calibri"/>
              </a:rPr>
              <a:t>y</a:t>
            </a:r>
            <a:r>
              <a:rPr sz="3200" spc="-15" dirty="0">
                <a:latin typeface="Calibri"/>
                <a:cs typeface="Calibri"/>
              </a:rPr>
              <a:t> </a:t>
            </a:r>
            <a:r>
              <a:rPr sz="3200" dirty="0">
                <a:latin typeface="Calibri"/>
                <a:cs typeface="Calibri"/>
              </a:rPr>
              <a:t>≥</a:t>
            </a:r>
            <a:r>
              <a:rPr sz="3200" spc="-10" dirty="0">
                <a:latin typeface="Calibri"/>
                <a:cs typeface="Calibri"/>
              </a:rPr>
              <a:t> </a:t>
            </a:r>
            <a:r>
              <a:rPr sz="3200" spc="-25" dirty="0">
                <a:latin typeface="Calibri"/>
                <a:cs typeface="Calibri"/>
              </a:rPr>
              <a:t>0. </a:t>
            </a:r>
            <a:r>
              <a:rPr sz="3200" spc="-105" dirty="0">
                <a:latin typeface="Calibri"/>
                <a:cs typeface="Calibri"/>
              </a:rPr>
              <a:t>Ta</a:t>
            </a:r>
            <a:r>
              <a:rPr sz="3200" spc="-25" dirty="0">
                <a:latin typeface="Calibri"/>
                <a:cs typeface="Calibri"/>
              </a:rPr>
              <a:t> </a:t>
            </a:r>
            <a:r>
              <a:rPr sz="3200" dirty="0">
                <a:latin typeface="Calibri"/>
                <a:cs typeface="Calibri"/>
              </a:rPr>
              <a:t>có</a:t>
            </a:r>
            <a:r>
              <a:rPr sz="3200" spc="-35" dirty="0">
                <a:latin typeface="Calibri"/>
                <a:cs typeface="Calibri"/>
              </a:rPr>
              <a:t> </a:t>
            </a:r>
            <a:r>
              <a:rPr sz="3200" dirty="0">
                <a:latin typeface="Calibri"/>
                <a:cs typeface="Calibri"/>
              </a:rPr>
              <a:t>P(x,</a:t>
            </a:r>
            <a:r>
              <a:rPr sz="3200" spc="-20" dirty="0">
                <a:latin typeface="Calibri"/>
                <a:cs typeface="Calibri"/>
              </a:rPr>
              <a:t> </a:t>
            </a:r>
            <a:r>
              <a:rPr sz="3200" dirty="0">
                <a:latin typeface="Calibri"/>
                <a:cs typeface="Calibri"/>
              </a:rPr>
              <a:t>y)</a:t>
            </a:r>
            <a:r>
              <a:rPr sz="3200" spc="-25" dirty="0">
                <a:latin typeface="Calibri"/>
                <a:cs typeface="Calibri"/>
              </a:rPr>
              <a:t> </a:t>
            </a:r>
            <a:r>
              <a:rPr sz="3200" dirty="0">
                <a:latin typeface="Calibri"/>
                <a:cs typeface="Calibri"/>
              </a:rPr>
              <a:t>:</a:t>
            </a:r>
            <a:r>
              <a:rPr sz="3200" spc="-10" dirty="0">
                <a:latin typeface="Calibri"/>
                <a:cs typeface="Calibri"/>
              </a:rPr>
              <a:t> </a:t>
            </a:r>
            <a:r>
              <a:rPr sz="3200" dirty="0">
                <a:latin typeface="Calibri"/>
                <a:cs typeface="Calibri"/>
              </a:rPr>
              <a:t>“x</a:t>
            </a:r>
            <a:r>
              <a:rPr sz="3150" baseline="25132" dirty="0">
                <a:latin typeface="Calibri"/>
                <a:cs typeface="Calibri"/>
              </a:rPr>
              <a:t>2</a:t>
            </a:r>
            <a:r>
              <a:rPr sz="3150" spc="330" baseline="25132"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y</a:t>
            </a:r>
            <a:r>
              <a:rPr sz="3200" spc="-25" dirty="0">
                <a:latin typeface="Calibri"/>
                <a:cs typeface="Calibri"/>
              </a:rPr>
              <a:t> </a:t>
            </a:r>
            <a:r>
              <a:rPr sz="3200" dirty="0">
                <a:latin typeface="Calibri"/>
                <a:cs typeface="Calibri"/>
              </a:rPr>
              <a:t>≥</a:t>
            </a:r>
            <a:r>
              <a:rPr sz="3200" spc="-20" dirty="0">
                <a:latin typeface="Calibri"/>
                <a:cs typeface="Calibri"/>
              </a:rPr>
              <a:t> </a:t>
            </a:r>
            <a:r>
              <a:rPr sz="3200" spc="-85" dirty="0">
                <a:latin typeface="Calibri"/>
                <a:cs typeface="Calibri"/>
              </a:rPr>
              <a:t>0”,</a:t>
            </a:r>
            <a:r>
              <a:rPr sz="3200" spc="-15" dirty="0">
                <a:latin typeface="Calibri"/>
                <a:cs typeface="Calibri"/>
              </a:rPr>
              <a:t> </a:t>
            </a:r>
            <a:r>
              <a:rPr sz="3200" dirty="0">
                <a:latin typeface="Calibri"/>
                <a:cs typeface="Calibri"/>
              </a:rPr>
              <a:t>x,</a:t>
            </a:r>
            <a:r>
              <a:rPr sz="3200" spc="-25" dirty="0">
                <a:latin typeface="Calibri"/>
                <a:cs typeface="Calibri"/>
              </a:rPr>
              <a:t> </a:t>
            </a:r>
            <a:r>
              <a:rPr sz="3200" dirty="0">
                <a:latin typeface="Calibri"/>
                <a:cs typeface="Calibri"/>
              </a:rPr>
              <a:t>y</a:t>
            </a:r>
            <a:r>
              <a:rPr sz="3200" spc="-15" dirty="0">
                <a:latin typeface="Calibri"/>
                <a:cs typeface="Calibri"/>
              </a:rPr>
              <a:t> </a:t>
            </a:r>
            <a:r>
              <a:rPr sz="3200" dirty="0">
                <a:latin typeface="Symbol"/>
                <a:cs typeface="Symbol"/>
              </a:rPr>
              <a:t></a:t>
            </a:r>
            <a:r>
              <a:rPr sz="3200" spc="-95" dirty="0">
                <a:latin typeface="Times New Roman"/>
                <a:cs typeface="Times New Roman"/>
              </a:rPr>
              <a:t> </a:t>
            </a:r>
            <a:r>
              <a:rPr sz="3200" spc="-25" dirty="0">
                <a:latin typeface="Calibri"/>
                <a:cs typeface="Calibri"/>
              </a:rPr>
              <a:t>Z.</a:t>
            </a:r>
            <a:endParaRPr sz="3200">
              <a:latin typeface="Calibri"/>
              <a:cs typeface="Calibri"/>
            </a:endParaRPr>
          </a:p>
        </p:txBody>
      </p:sp>
      <p:sp>
        <p:nvSpPr>
          <p:cNvPr id="3" name="object 3"/>
          <p:cNvSpPr txBox="1"/>
          <p:nvPr/>
        </p:nvSpPr>
        <p:spPr>
          <a:xfrm>
            <a:off x="153162" y="1829561"/>
            <a:ext cx="8610600" cy="1981200"/>
          </a:xfrm>
          <a:prstGeom prst="rect">
            <a:avLst/>
          </a:prstGeom>
          <a:solidFill>
            <a:srgbClr val="4F81BC"/>
          </a:solidFill>
          <a:ln w="25907">
            <a:solidFill>
              <a:srgbClr val="385D89"/>
            </a:solidFill>
          </a:ln>
        </p:spPr>
        <p:txBody>
          <a:bodyPr vert="horz" wrap="square" lIns="0" tIns="175260" rIns="0" bIns="0" rtlCol="0">
            <a:spAutoFit/>
          </a:bodyPr>
          <a:lstStyle/>
          <a:p>
            <a:pPr marL="242570" marR="160020">
              <a:lnSpc>
                <a:spcPct val="100000"/>
              </a:lnSpc>
              <a:spcBef>
                <a:spcPts val="1380"/>
              </a:spcBef>
              <a:tabLst>
                <a:tab pos="3514090" algn="l"/>
                <a:tab pos="5946775" algn="l"/>
                <a:tab pos="5970905" algn="l"/>
              </a:tabLst>
            </a:pPr>
            <a:r>
              <a:rPr sz="3200" dirty="0">
                <a:latin typeface="Calibri"/>
                <a:cs typeface="Calibri"/>
              </a:rPr>
              <a:t>Lượng</a:t>
            </a:r>
            <a:r>
              <a:rPr sz="3200" spc="-35" dirty="0">
                <a:latin typeface="Calibri"/>
                <a:cs typeface="Calibri"/>
              </a:rPr>
              <a:t> </a:t>
            </a:r>
            <a:r>
              <a:rPr sz="3200" dirty="0">
                <a:latin typeface="Calibri"/>
                <a:cs typeface="Calibri"/>
              </a:rPr>
              <a:t>từ</a:t>
            </a:r>
            <a:r>
              <a:rPr sz="3200" spc="-35" dirty="0">
                <a:latin typeface="Calibri"/>
                <a:cs typeface="Calibri"/>
              </a:rPr>
              <a:t> </a:t>
            </a:r>
            <a:r>
              <a:rPr sz="3200" dirty="0">
                <a:latin typeface="Calibri"/>
                <a:cs typeface="Calibri"/>
              </a:rPr>
              <a:t>đã</a:t>
            </a:r>
            <a:r>
              <a:rPr sz="3200" spc="-35" dirty="0">
                <a:latin typeface="Calibri"/>
                <a:cs typeface="Calibri"/>
              </a:rPr>
              <a:t> </a:t>
            </a:r>
            <a:r>
              <a:rPr sz="3200" dirty="0">
                <a:latin typeface="Calibri"/>
                <a:cs typeface="Calibri"/>
              </a:rPr>
              <a:t>cho</a:t>
            </a:r>
            <a:r>
              <a:rPr sz="3200" spc="-35" dirty="0">
                <a:latin typeface="Calibri"/>
                <a:cs typeface="Calibri"/>
              </a:rPr>
              <a:t> </a:t>
            </a:r>
            <a:r>
              <a:rPr sz="3200" dirty="0">
                <a:latin typeface="Calibri"/>
                <a:cs typeface="Calibri"/>
              </a:rPr>
              <a:t>có</a:t>
            </a:r>
            <a:r>
              <a:rPr sz="3200" spc="-40" dirty="0">
                <a:latin typeface="Calibri"/>
                <a:cs typeface="Calibri"/>
              </a:rPr>
              <a:t> </a:t>
            </a:r>
            <a:r>
              <a:rPr sz="3200" dirty="0">
                <a:latin typeface="Calibri"/>
                <a:cs typeface="Calibri"/>
              </a:rPr>
              <a:t>chân</a:t>
            </a:r>
            <a:r>
              <a:rPr sz="3200" spc="-40" dirty="0">
                <a:latin typeface="Calibri"/>
                <a:cs typeface="Calibri"/>
              </a:rPr>
              <a:t> </a:t>
            </a:r>
            <a:r>
              <a:rPr sz="3200" dirty="0">
                <a:latin typeface="Calibri"/>
                <a:cs typeface="Calibri"/>
              </a:rPr>
              <a:t>trị</a:t>
            </a:r>
            <a:r>
              <a:rPr sz="3200" spc="-25" dirty="0">
                <a:latin typeface="Calibri"/>
                <a:cs typeface="Calibri"/>
              </a:rPr>
              <a:t> </a:t>
            </a:r>
            <a:r>
              <a:rPr sz="3200" dirty="0">
                <a:latin typeface="Calibri"/>
                <a:cs typeface="Calibri"/>
              </a:rPr>
              <a:t>SAI</a:t>
            </a:r>
            <a:r>
              <a:rPr sz="3200" spc="-45" dirty="0">
                <a:latin typeface="Calibri"/>
                <a:cs typeface="Calibri"/>
              </a:rPr>
              <a:t> </a:t>
            </a:r>
            <a:r>
              <a:rPr sz="3200" spc="-25" dirty="0">
                <a:latin typeface="Calibri"/>
                <a:cs typeface="Calibri"/>
              </a:rPr>
              <a:t>vì</a:t>
            </a:r>
            <a:r>
              <a:rPr sz="3200" dirty="0">
                <a:latin typeface="Calibri"/>
                <a:cs typeface="Calibri"/>
              </a:rPr>
              <a:t>		</a:t>
            </a:r>
            <a:r>
              <a:rPr sz="3200" dirty="0">
                <a:solidFill>
                  <a:srgbClr val="FF0000"/>
                </a:solidFill>
                <a:latin typeface="Calibri"/>
                <a:cs typeface="Calibri"/>
              </a:rPr>
              <a:t>thay</a:t>
            </a:r>
            <a:r>
              <a:rPr sz="3200" spc="-45" dirty="0">
                <a:solidFill>
                  <a:srgbClr val="FF0000"/>
                </a:solidFill>
                <a:latin typeface="Calibri"/>
                <a:cs typeface="Calibri"/>
              </a:rPr>
              <a:t> </a:t>
            </a:r>
            <a:r>
              <a:rPr sz="3200" dirty="0">
                <a:solidFill>
                  <a:srgbClr val="FF0000"/>
                </a:solidFill>
                <a:latin typeface="Calibri"/>
                <a:cs typeface="Calibri"/>
              </a:rPr>
              <a:t>x</a:t>
            </a:r>
            <a:r>
              <a:rPr sz="3200" spc="-60" dirty="0">
                <a:solidFill>
                  <a:srgbClr val="FF0000"/>
                </a:solidFill>
                <a:latin typeface="Calibri"/>
                <a:cs typeface="Calibri"/>
              </a:rPr>
              <a:t> </a:t>
            </a:r>
            <a:r>
              <a:rPr sz="3200" dirty="0">
                <a:solidFill>
                  <a:srgbClr val="FF0000"/>
                </a:solidFill>
                <a:latin typeface="Calibri"/>
                <a:cs typeface="Calibri"/>
              </a:rPr>
              <a:t>bằng</a:t>
            </a:r>
            <a:r>
              <a:rPr sz="3200" spc="-45" dirty="0">
                <a:solidFill>
                  <a:srgbClr val="FF0000"/>
                </a:solidFill>
                <a:latin typeface="Calibri"/>
                <a:cs typeface="Calibri"/>
              </a:rPr>
              <a:t> </a:t>
            </a:r>
            <a:r>
              <a:rPr sz="3200" spc="-25" dirty="0">
                <a:solidFill>
                  <a:srgbClr val="FF0000"/>
                </a:solidFill>
                <a:latin typeface="Calibri"/>
                <a:cs typeface="Calibri"/>
              </a:rPr>
              <a:t>giá </a:t>
            </a:r>
            <a:r>
              <a:rPr sz="3200" dirty="0">
                <a:solidFill>
                  <a:srgbClr val="FF0000"/>
                </a:solidFill>
                <a:latin typeface="Calibri"/>
                <a:cs typeface="Calibri"/>
              </a:rPr>
              <a:t>trị</a:t>
            </a:r>
            <a:r>
              <a:rPr sz="3200" spc="-35" dirty="0">
                <a:solidFill>
                  <a:srgbClr val="FF0000"/>
                </a:solidFill>
                <a:latin typeface="Calibri"/>
                <a:cs typeface="Calibri"/>
              </a:rPr>
              <a:t> </a:t>
            </a:r>
            <a:r>
              <a:rPr sz="3200" dirty="0">
                <a:solidFill>
                  <a:srgbClr val="FF0000"/>
                </a:solidFill>
                <a:latin typeface="Calibri"/>
                <a:cs typeface="Calibri"/>
              </a:rPr>
              <a:t>bất</a:t>
            </a:r>
            <a:r>
              <a:rPr sz="3200" spc="-15" dirty="0">
                <a:solidFill>
                  <a:srgbClr val="FF0000"/>
                </a:solidFill>
                <a:latin typeface="Calibri"/>
                <a:cs typeface="Calibri"/>
              </a:rPr>
              <a:t> </a:t>
            </a:r>
            <a:r>
              <a:rPr sz="3200" dirty="0">
                <a:solidFill>
                  <a:srgbClr val="FF0000"/>
                </a:solidFill>
                <a:latin typeface="Calibri"/>
                <a:cs typeface="Calibri"/>
              </a:rPr>
              <a:t>kỳ</a:t>
            </a:r>
            <a:r>
              <a:rPr sz="3200" spc="-15" dirty="0">
                <a:solidFill>
                  <a:srgbClr val="FF0000"/>
                </a:solidFill>
                <a:latin typeface="Calibri"/>
                <a:cs typeface="Calibri"/>
              </a:rPr>
              <a:t> </a:t>
            </a:r>
            <a:r>
              <a:rPr sz="3200" dirty="0">
                <a:solidFill>
                  <a:srgbClr val="FF0000"/>
                </a:solidFill>
                <a:latin typeface="Calibri"/>
                <a:cs typeface="Calibri"/>
              </a:rPr>
              <a:t>a</a:t>
            </a:r>
            <a:r>
              <a:rPr sz="3200" spc="-15" dirty="0">
                <a:solidFill>
                  <a:srgbClr val="FF0000"/>
                </a:solidFill>
                <a:latin typeface="Calibri"/>
                <a:cs typeface="Calibri"/>
              </a:rPr>
              <a:t> </a:t>
            </a:r>
            <a:r>
              <a:rPr sz="3200" dirty="0">
                <a:solidFill>
                  <a:srgbClr val="FF0000"/>
                </a:solidFill>
                <a:latin typeface="Symbol"/>
                <a:cs typeface="Symbol"/>
              </a:rPr>
              <a:t></a:t>
            </a:r>
            <a:r>
              <a:rPr sz="3200" spc="-85" dirty="0">
                <a:solidFill>
                  <a:srgbClr val="FF0000"/>
                </a:solidFill>
                <a:latin typeface="Times New Roman"/>
                <a:cs typeface="Times New Roman"/>
              </a:rPr>
              <a:t> </a:t>
            </a:r>
            <a:r>
              <a:rPr sz="3200" dirty="0">
                <a:solidFill>
                  <a:srgbClr val="FF0000"/>
                </a:solidFill>
                <a:latin typeface="Calibri"/>
                <a:cs typeface="Calibri"/>
              </a:rPr>
              <a:t>Z</a:t>
            </a:r>
            <a:r>
              <a:rPr sz="3200" spc="-10" dirty="0">
                <a:solidFill>
                  <a:srgbClr val="FF0000"/>
                </a:solidFill>
                <a:latin typeface="Calibri"/>
                <a:cs typeface="Calibri"/>
              </a:rPr>
              <a:t> </a:t>
            </a:r>
            <a:r>
              <a:rPr sz="3200" dirty="0">
                <a:latin typeface="Calibri"/>
                <a:cs typeface="Calibri"/>
              </a:rPr>
              <a:t>,</a:t>
            </a:r>
            <a:r>
              <a:rPr sz="3200" spc="-15" dirty="0">
                <a:latin typeface="Calibri"/>
                <a:cs typeface="Calibri"/>
              </a:rPr>
              <a:t> </a:t>
            </a:r>
            <a:r>
              <a:rPr sz="3200" spc="-25" dirty="0">
                <a:solidFill>
                  <a:srgbClr val="FF0000"/>
                </a:solidFill>
                <a:latin typeface="Calibri"/>
                <a:cs typeface="Calibri"/>
              </a:rPr>
              <a:t>có</a:t>
            </a:r>
            <a:r>
              <a:rPr sz="3200" dirty="0">
                <a:solidFill>
                  <a:srgbClr val="FF0000"/>
                </a:solidFill>
                <a:latin typeface="Calibri"/>
                <a:cs typeface="Calibri"/>
              </a:rPr>
              <a:t>	y</a:t>
            </a:r>
            <a:r>
              <a:rPr sz="3200" spc="-15" dirty="0">
                <a:solidFill>
                  <a:srgbClr val="FF0000"/>
                </a:solidFill>
                <a:latin typeface="Calibri"/>
                <a:cs typeface="Calibri"/>
              </a:rPr>
              <a:t> </a:t>
            </a:r>
            <a:r>
              <a:rPr sz="3200" dirty="0">
                <a:solidFill>
                  <a:srgbClr val="FF0000"/>
                </a:solidFill>
                <a:latin typeface="Calibri"/>
                <a:cs typeface="Calibri"/>
              </a:rPr>
              <a:t>bằng</a:t>
            </a:r>
            <a:r>
              <a:rPr sz="3200" spc="-5" dirty="0">
                <a:solidFill>
                  <a:srgbClr val="FF0000"/>
                </a:solidFill>
                <a:latin typeface="Calibri"/>
                <a:cs typeface="Calibri"/>
              </a:rPr>
              <a:t> </a:t>
            </a:r>
            <a:r>
              <a:rPr sz="3200" dirty="0">
                <a:solidFill>
                  <a:srgbClr val="FF0000"/>
                </a:solidFill>
                <a:latin typeface="Calibri"/>
                <a:cs typeface="Calibri"/>
              </a:rPr>
              <a:t>-</a:t>
            </a:r>
            <a:r>
              <a:rPr sz="3200" spc="-20" dirty="0">
                <a:solidFill>
                  <a:srgbClr val="FF0000"/>
                </a:solidFill>
                <a:latin typeface="Calibri"/>
                <a:cs typeface="Calibri"/>
              </a:rPr>
              <a:t> </a:t>
            </a:r>
            <a:r>
              <a:rPr sz="3200" dirty="0">
                <a:solidFill>
                  <a:srgbClr val="FF0000"/>
                </a:solidFill>
                <a:latin typeface="Calibri"/>
                <a:cs typeface="Calibri"/>
              </a:rPr>
              <a:t>a</a:t>
            </a:r>
            <a:r>
              <a:rPr sz="3150" baseline="25132" dirty="0">
                <a:solidFill>
                  <a:srgbClr val="FF0000"/>
                </a:solidFill>
                <a:latin typeface="Calibri"/>
                <a:cs typeface="Calibri"/>
              </a:rPr>
              <a:t>2</a:t>
            </a:r>
            <a:r>
              <a:rPr sz="3150" spc="352" baseline="25132" dirty="0">
                <a:solidFill>
                  <a:srgbClr val="FF0000"/>
                </a:solidFill>
                <a:latin typeface="Calibri"/>
                <a:cs typeface="Calibri"/>
              </a:rPr>
              <a:t> </a:t>
            </a:r>
            <a:r>
              <a:rPr sz="3200" dirty="0">
                <a:solidFill>
                  <a:srgbClr val="FF0000"/>
                </a:solidFill>
                <a:latin typeface="Calibri"/>
                <a:cs typeface="Calibri"/>
              </a:rPr>
              <a:t>-</a:t>
            </a:r>
            <a:r>
              <a:rPr sz="3200" spc="-15" dirty="0">
                <a:solidFill>
                  <a:srgbClr val="FF0000"/>
                </a:solidFill>
                <a:latin typeface="Calibri"/>
                <a:cs typeface="Calibri"/>
              </a:rPr>
              <a:t> </a:t>
            </a:r>
            <a:r>
              <a:rPr sz="3200" spc="-50" dirty="0">
                <a:solidFill>
                  <a:srgbClr val="FF0000"/>
                </a:solidFill>
                <a:latin typeface="Calibri"/>
                <a:cs typeface="Calibri"/>
              </a:rPr>
              <a:t>1</a:t>
            </a:r>
            <a:r>
              <a:rPr sz="3200" dirty="0">
                <a:solidFill>
                  <a:srgbClr val="FF0000"/>
                </a:solidFill>
                <a:latin typeface="Calibri"/>
                <a:cs typeface="Calibri"/>
              </a:rPr>
              <a:t>	</a:t>
            </a:r>
            <a:r>
              <a:rPr sz="3200" dirty="0">
                <a:solidFill>
                  <a:srgbClr val="FF0000"/>
                </a:solidFill>
                <a:latin typeface="Symbol"/>
                <a:cs typeface="Symbol"/>
              </a:rPr>
              <a:t></a:t>
            </a:r>
            <a:r>
              <a:rPr sz="3200" spc="-85" dirty="0">
                <a:solidFill>
                  <a:srgbClr val="FF0000"/>
                </a:solidFill>
                <a:latin typeface="Times New Roman"/>
                <a:cs typeface="Times New Roman"/>
              </a:rPr>
              <a:t> </a:t>
            </a:r>
            <a:r>
              <a:rPr sz="3200" dirty="0">
                <a:solidFill>
                  <a:srgbClr val="FF0000"/>
                </a:solidFill>
                <a:latin typeface="Calibri"/>
                <a:cs typeface="Calibri"/>
              </a:rPr>
              <a:t>Z </a:t>
            </a:r>
            <a:r>
              <a:rPr sz="3200" dirty="0">
                <a:latin typeface="Calibri"/>
                <a:cs typeface="Calibri"/>
              </a:rPr>
              <a:t>,</a:t>
            </a:r>
            <a:r>
              <a:rPr sz="3200" spc="-10" dirty="0">
                <a:latin typeface="Calibri"/>
                <a:cs typeface="Calibri"/>
              </a:rPr>
              <a:t> </a:t>
            </a:r>
            <a:r>
              <a:rPr sz="3200" dirty="0">
                <a:solidFill>
                  <a:srgbClr val="FF0000"/>
                </a:solidFill>
                <a:latin typeface="Calibri"/>
                <a:cs typeface="Calibri"/>
              </a:rPr>
              <a:t>x</a:t>
            </a:r>
            <a:r>
              <a:rPr sz="3150" baseline="25132" dirty="0">
                <a:solidFill>
                  <a:srgbClr val="FF0000"/>
                </a:solidFill>
                <a:latin typeface="Calibri"/>
                <a:cs typeface="Calibri"/>
              </a:rPr>
              <a:t>2</a:t>
            </a:r>
            <a:r>
              <a:rPr sz="3150" spc="352" baseline="25132" dirty="0">
                <a:solidFill>
                  <a:srgbClr val="FF0000"/>
                </a:solidFill>
                <a:latin typeface="Calibri"/>
                <a:cs typeface="Calibri"/>
              </a:rPr>
              <a:t> </a:t>
            </a:r>
            <a:r>
              <a:rPr sz="3200" dirty="0">
                <a:solidFill>
                  <a:srgbClr val="FF0000"/>
                </a:solidFill>
                <a:latin typeface="Calibri"/>
                <a:cs typeface="Calibri"/>
              </a:rPr>
              <a:t>+</a:t>
            </a:r>
            <a:r>
              <a:rPr sz="3200" spc="-10" dirty="0">
                <a:solidFill>
                  <a:srgbClr val="FF0000"/>
                </a:solidFill>
                <a:latin typeface="Calibri"/>
                <a:cs typeface="Calibri"/>
              </a:rPr>
              <a:t> </a:t>
            </a:r>
            <a:r>
              <a:rPr sz="3200" dirty="0">
                <a:solidFill>
                  <a:srgbClr val="FF0000"/>
                </a:solidFill>
                <a:latin typeface="Calibri"/>
                <a:cs typeface="Calibri"/>
              </a:rPr>
              <a:t>y</a:t>
            </a:r>
            <a:r>
              <a:rPr sz="3200" spc="-5" dirty="0">
                <a:solidFill>
                  <a:srgbClr val="FF0000"/>
                </a:solidFill>
                <a:latin typeface="Calibri"/>
                <a:cs typeface="Calibri"/>
              </a:rPr>
              <a:t> </a:t>
            </a:r>
            <a:r>
              <a:rPr sz="3200" dirty="0">
                <a:solidFill>
                  <a:srgbClr val="FF0000"/>
                </a:solidFill>
                <a:latin typeface="Calibri"/>
                <a:cs typeface="Calibri"/>
              </a:rPr>
              <a:t>≥ </a:t>
            </a:r>
            <a:r>
              <a:rPr sz="3200" spc="-50" dirty="0">
                <a:solidFill>
                  <a:srgbClr val="FF0000"/>
                </a:solidFill>
                <a:latin typeface="Calibri"/>
                <a:cs typeface="Calibri"/>
              </a:rPr>
              <a:t>0 </a:t>
            </a:r>
            <a:r>
              <a:rPr sz="3200" dirty="0">
                <a:latin typeface="Calibri"/>
                <a:cs typeface="Calibri"/>
              </a:rPr>
              <a:t>có</a:t>
            </a:r>
            <a:r>
              <a:rPr sz="3200" spc="-55" dirty="0">
                <a:latin typeface="Calibri"/>
                <a:cs typeface="Calibri"/>
              </a:rPr>
              <a:t> </a:t>
            </a:r>
            <a:r>
              <a:rPr sz="3200" dirty="0">
                <a:latin typeface="Calibri"/>
                <a:cs typeface="Calibri"/>
              </a:rPr>
              <a:t>chân</a:t>
            </a:r>
            <a:r>
              <a:rPr sz="3200" spc="-30" dirty="0">
                <a:latin typeface="Calibri"/>
                <a:cs typeface="Calibri"/>
              </a:rPr>
              <a:t> </a:t>
            </a:r>
            <a:r>
              <a:rPr sz="3200" dirty="0">
                <a:latin typeface="Calibri"/>
                <a:cs typeface="Calibri"/>
              </a:rPr>
              <a:t>trị</a:t>
            </a:r>
            <a:r>
              <a:rPr sz="3200" spc="-55" dirty="0">
                <a:latin typeface="Calibri"/>
                <a:cs typeface="Calibri"/>
              </a:rPr>
              <a:t> </a:t>
            </a:r>
            <a:r>
              <a:rPr sz="3200" dirty="0">
                <a:latin typeface="Calibri"/>
                <a:cs typeface="Calibri"/>
              </a:rPr>
              <a:t>SAI</a:t>
            </a:r>
            <a:r>
              <a:rPr sz="3200" spc="-50" dirty="0">
                <a:latin typeface="Calibri"/>
                <a:cs typeface="Calibri"/>
              </a:rPr>
              <a:t> </a:t>
            </a:r>
            <a:r>
              <a:rPr sz="3200" dirty="0">
                <a:latin typeface="Calibri"/>
                <a:cs typeface="Calibri"/>
              </a:rPr>
              <a:t>(P(a,</a:t>
            </a:r>
            <a:r>
              <a:rPr sz="3200" spc="-40" dirty="0">
                <a:latin typeface="Calibri"/>
                <a:cs typeface="Calibri"/>
              </a:rPr>
              <a:t> </a:t>
            </a:r>
            <a:r>
              <a:rPr sz="3200" dirty="0">
                <a:latin typeface="Calibri"/>
                <a:cs typeface="Calibri"/>
              </a:rPr>
              <a:t>b)</a:t>
            </a:r>
            <a:r>
              <a:rPr sz="3200" spc="-20" dirty="0">
                <a:latin typeface="Calibri"/>
                <a:cs typeface="Calibri"/>
              </a:rPr>
              <a:t> </a:t>
            </a:r>
            <a:r>
              <a:rPr sz="3200" dirty="0">
                <a:latin typeface="Calibri"/>
                <a:cs typeface="Calibri"/>
              </a:rPr>
              <a:t>có</a:t>
            </a:r>
            <a:r>
              <a:rPr sz="3200" spc="-55" dirty="0">
                <a:latin typeface="Calibri"/>
                <a:cs typeface="Calibri"/>
              </a:rPr>
              <a:t> </a:t>
            </a:r>
            <a:r>
              <a:rPr sz="3200" dirty="0">
                <a:latin typeface="Calibri"/>
                <a:cs typeface="Calibri"/>
              </a:rPr>
              <a:t>chân</a:t>
            </a:r>
            <a:r>
              <a:rPr sz="3200" spc="-35" dirty="0">
                <a:latin typeface="Calibri"/>
                <a:cs typeface="Calibri"/>
              </a:rPr>
              <a:t> </a:t>
            </a:r>
            <a:r>
              <a:rPr sz="3200" dirty="0">
                <a:latin typeface="Calibri"/>
                <a:cs typeface="Calibri"/>
              </a:rPr>
              <a:t>trị</a:t>
            </a:r>
            <a:r>
              <a:rPr sz="3200" spc="-50" dirty="0">
                <a:latin typeface="Calibri"/>
                <a:cs typeface="Calibri"/>
              </a:rPr>
              <a:t> </a:t>
            </a:r>
            <a:r>
              <a:rPr sz="3200" spc="-10" dirty="0">
                <a:latin typeface="Calibri"/>
                <a:cs typeface="Calibri"/>
              </a:rPr>
              <a:t>SAI).</a:t>
            </a:r>
            <a:endParaRPr sz="3200">
              <a:latin typeface="Calibri"/>
              <a:cs typeface="Calibri"/>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144313"/>
            <a:ext cx="8268334" cy="3825240"/>
          </a:xfrm>
          <a:prstGeom prst="rect">
            <a:avLst/>
          </a:prstGeom>
        </p:spPr>
        <p:txBody>
          <a:bodyPr vert="horz" wrap="square" lIns="0" tIns="107314" rIns="0" bIns="0" rtlCol="0">
            <a:spAutoFit/>
          </a:bodyPr>
          <a:lstStyle/>
          <a:p>
            <a:pPr marL="12700">
              <a:lnSpc>
                <a:spcPct val="100000"/>
              </a:lnSpc>
              <a:spcBef>
                <a:spcPts val="844"/>
              </a:spcBef>
            </a:pPr>
            <a:r>
              <a:rPr sz="3200" b="1" dirty="0">
                <a:latin typeface="Calibri"/>
                <a:cs typeface="Calibri"/>
              </a:rPr>
              <a:t>Dạng</a:t>
            </a:r>
            <a:r>
              <a:rPr sz="3200" b="1" spc="-40" dirty="0">
                <a:latin typeface="Calibri"/>
                <a:cs typeface="Calibri"/>
              </a:rPr>
              <a:t> </a:t>
            </a:r>
            <a:r>
              <a:rPr sz="3200" b="1" dirty="0">
                <a:latin typeface="Calibri"/>
                <a:cs typeface="Calibri"/>
              </a:rPr>
              <a:t>4</a:t>
            </a:r>
            <a:r>
              <a:rPr sz="3200" b="1" spc="-10" dirty="0">
                <a:latin typeface="Calibri"/>
                <a:cs typeface="Calibri"/>
              </a:rPr>
              <a:t> </a:t>
            </a:r>
            <a:r>
              <a:rPr sz="3200" b="1" dirty="0">
                <a:latin typeface="Calibri"/>
                <a:cs typeface="Calibri"/>
              </a:rPr>
              <a:t>:</a:t>
            </a:r>
            <a:r>
              <a:rPr sz="3200" b="1" spc="-10" dirty="0">
                <a:latin typeface="Calibri"/>
                <a:cs typeface="Calibri"/>
              </a:rPr>
              <a:t> </a:t>
            </a:r>
            <a:r>
              <a:rPr sz="3200" dirty="0">
                <a:latin typeface="Symbol"/>
                <a:cs typeface="Symbol"/>
              </a:rPr>
              <a:t></a:t>
            </a:r>
            <a:r>
              <a:rPr sz="3200" b="1" dirty="0">
                <a:latin typeface="Calibri"/>
                <a:cs typeface="Calibri"/>
              </a:rPr>
              <a:t>x</a:t>
            </a:r>
            <a:r>
              <a:rPr sz="3200" b="1" spc="-15" dirty="0">
                <a:latin typeface="Calibri"/>
                <a:cs typeface="Calibri"/>
              </a:rPr>
              <a:t> </a:t>
            </a:r>
            <a:r>
              <a:rPr sz="3200" dirty="0">
                <a:latin typeface="Symbol"/>
                <a:cs typeface="Symbol"/>
              </a:rPr>
              <a:t></a:t>
            </a:r>
            <a:r>
              <a:rPr sz="3200" spc="-85" dirty="0">
                <a:latin typeface="Times New Roman"/>
                <a:cs typeface="Times New Roman"/>
              </a:rPr>
              <a:t> </a:t>
            </a:r>
            <a:r>
              <a:rPr sz="3200" b="1" dirty="0">
                <a:latin typeface="Calibri"/>
                <a:cs typeface="Calibri"/>
              </a:rPr>
              <a:t>A,</a:t>
            </a:r>
            <a:r>
              <a:rPr sz="3200" b="1" spc="-25" dirty="0">
                <a:latin typeface="Calibri"/>
                <a:cs typeface="Calibri"/>
              </a:rPr>
              <a:t> </a:t>
            </a:r>
            <a:r>
              <a:rPr sz="3200" dirty="0">
                <a:latin typeface="Symbol"/>
                <a:cs typeface="Symbol"/>
              </a:rPr>
              <a:t></a:t>
            </a:r>
            <a:r>
              <a:rPr sz="3200" spc="-75" dirty="0">
                <a:latin typeface="Times New Roman"/>
                <a:cs typeface="Times New Roman"/>
              </a:rPr>
              <a:t> </a:t>
            </a:r>
            <a:r>
              <a:rPr sz="3200" b="1" dirty="0">
                <a:latin typeface="Calibri"/>
                <a:cs typeface="Calibri"/>
              </a:rPr>
              <a:t>y</a:t>
            </a:r>
            <a:r>
              <a:rPr sz="3200" b="1" spc="-30" dirty="0">
                <a:latin typeface="Calibri"/>
                <a:cs typeface="Calibri"/>
              </a:rPr>
              <a:t> </a:t>
            </a:r>
            <a:r>
              <a:rPr sz="3200" dirty="0">
                <a:latin typeface="Symbol"/>
                <a:cs typeface="Symbol"/>
              </a:rPr>
              <a:t></a:t>
            </a:r>
            <a:r>
              <a:rPr sz="3200" spc="-85" dirty="0">
                <a:latin typeface="Times New Roman"/>
                <a:cs typeface="Times New Roman"/>
              </a:rPr>
              <a:t> </a:t>
            </a:r>
            <a:r>
              <a:rPr sz="3200" b="1" dirty="0">
                <a:latin typeface="Calibri"/>
                <a:cs typeface="Calibri"/>
              </a:rPr>
              <a:t>B,</a:t>
            </a:r>
            <a:r>
              <a:rPr sz="3200" b="1" spc="-10" dirty="0">
                <a:latin typeface="Calibri"/>
                <a:cs typeface="Calibri"/>
              </a:rPr>
              <a:t> </a:t>
            </a:r>
            <a:r>
              <a:rPr sz="3200" b="1" dirty="0">
                <a:latin typeface="Calibri"/>
                <a:cs typeface="Calibri"/>
              </a:rPr>
              <a:t>P(x,</a:t>
            </a:r>
            <a:r>
              <a:rPr sz="3200" b="1" spc="-10" dirty="0">
                <a:latin typeface="Calibri"/>
                <a:cs typeface="Calibri"/>
              </a:rPr>
              <a:t> </a:t>
            </a:r>
            <a:r>
              <a:rPr sz="3200" b="1" spc="-25" dirty="0">
                <a:latin typeface="Calibri"/>
                <a:cs typeface="Calibri"/>
              </a:rPr>
              <a:t>y)</a:t>
            </a:r>
            <a:endParaRPr sz="3200">
              <a:latin typeface="Calibri"/>
              <a:cs typeface="Calibri"/>
            </a:endParaRPr>
          </a:p>
          <a:p>
            <a:pPr marL="12700">
              <a:lnSpc>
                <a:spcPct val="100000"/>
              </a:lnSpc>
              <a:spcBef>
                <a:spcPts val="745"/>
              </a:spcBef>
            </a:pPr>
            <a:r>
              <a:rPr sz="3200" dirty="0">
                <a:latin typeface="Calibri"/>
                <a:cs typeface="Calibri"/>
              </a:rPr>
              <a:t>có</a:t>
            </a:r>
            <a:r>
              <a:rPr sz="3200" spc="-50" dirty="0">
                <a:latin typeface="Calibri"/>
                <a:cs typeface="Calibri"/>
              </a:rPr>
              <a:t> </a:t>
            </a:r>
            <a:r>
              <a:rPr sz="3200" dirty="0">
                <a:latin typeface="Calibri"/>
                <a:cs typeface="Calibri"/>
              </a:rPr>
              <a:t>chân</a:t>
            </a:r>
            <a:r>
              <a:rPr sz="3200" spc="-20" dirty="0">
                <a:latin typeface="Calibri"/>
                <a:cs typeface="Calibri"/>
              </a:rPr>
              <a:t> </a:t>
            </a:r>
            <a:r>
              <a:rPr sz="3200" dirty="0">
                <a:latin typeface="Calibri"/>
                <a:cs typeface="Calibri"/>
              </a:rPr>
              <a:t>trị</a:t>
            </a:r>
            <a:r>
              <a:rPr sz="3200" spc="-50" dirty="0">
                <a:latin typeface="Calibri"/>
                <a:cs typeface="Calibri"/>
              </a:rPr>
              <a:t> :</a:t>
            </a:r>
            <a:endParaRPr sz="3200">
              <a:latin typeface="Calibri"/>
              <a:cs typeface="Calibri"/>
            </a:endParaRPr>
          </a:p>
          <a:p>
            <a:pPr marL="469900" indent="-457200">
              <a:lnSpc>
                <a:spcPts val="3829"/>
              </a:lnSpc>
              <a:spcBef>
                <a:spcPts val="795"/>
              </a:spcBef>
              <a:buFont typeface="Calibri"/>
              <a:buChar char="-"/>
              <a:tabLst>
                <a:tab pos="469900" algn="l"/>
                <a:tab pos="1908175" algn="l"/>
              </a:tabLst>
            </a:pPr>
            <a:r>
              <a:rPr sz="3200" b="1" dirty="0">
                <a:latin typeface="Calibri"/>
                <a:cs typeface="Calibri"/>
              </a:rPr>
              <a:t>ĐÚNG</a:t>
            </a:r>
            <a:r>
              <a:rPr sz="3200" b="1" spc="-25" dirty="0">
                <a:latin typeface="Calibri"/>
                <a:cs typeface="Calibri"/>
              </a:rPr>
              <a:t> </a:t>
            </a:r>
            <a:r>
              <a:rPr sz="3200" spc="-50" dirty="0">
                <a:latin typeface="Calibri"/>
                <a:cs typeface="Calibri"/>
              </a:rPr>
              <a:t>:</a:t>
            </a:r>
            <a:r>
              <a:rPr sz="3200" dirty="0">
                <a:latin typeface="Calibri"/>
                <a:cs typeface="Calibri"/>
              </a:rPr>
              <a:t>	</a:t>
            </a:r>
            <a:r>
              <a:rPr sz="3200" dirty="0">
                <a:solidFill>
                  <a:srgbClr val="FF0000"/>
                </a:solidFill>
                <a:latin typeface="Calibri"/>
                <a:cs typeface="Calibri"/>
              </a:rPr>
              <a:t>có</a:t>
            </a:r>
            <a:r>
              <a:rPr sz="3200" spc="-30" dirty="0">
                <a:solidFill>
                  <a:srgbClr val="FF0000"/>
                </a:solidFill>
                <a:latin typeface="Calibri"/>
                <a:cs typeface="Calibri"/>
              </a:rPr>
              <a:t> </a:t>
            </a:r>
            <a:r>
              <a:rPr sz="3200" dirty="0">
                <a:solidFill>
                  <a:srgbClr val="FF0000"/>
                </a:solidFill>
                <a:latin typeface="Calibri"/>
                <a:cs typeface="Calibri"/>
              </a:rPr>
              <a:t>một</a:t>
            </a:r>
            <a:r>
              <a:rPr sz="3200" spc="-15" dirty="0">
                <a:solidFill>
                  <a:srgbClr val="FF0000"/>
                </a:solidFill>
                <a:latin typeface="Calibri"/>
                <a:cs typeface="Calibri"/>
              </a:rPr>
              <a:t> </a:t>
            </a:r>
            <a:r>
              <a:rPr sz="3200" dirty="0">
                <a:solidFill>
                  <a:srgbClr val="FF0000"/>
                </a:solidFill>
                <a:latin typeface="Calibri"/>
                <a:cs typeface="Calibri"/>
              </a:rPr>
              <a:t>giá</a:t>
            </a:r>
            <a:r>
              <a:rPr sz="3200" spc="-15" dirty="0">
                <a:solidFill>
                  <a:srgbClr val="FF0000"/>
                </a:solidFill>
                <a:latin typeface="Calibri"/>
                <a:cs typeface="Calibri"/>
              </a:rPr>
              <a:t> </a:t>
            </a:r>
            <a:r>
              <a:rPr sz="3200" dirty="0">
                <a:solidFill>
                  <a:srgbClr val="FF0000"/>
                </a:solidFill>
                <a:latin typeface="Calibri"/>
                <a:cs typeface="Calibri"/>
              </a:rPr>
              <a:t>trị</a:t>
            </a:r>
            <a:r>
              <a:rPr sz="3200" spc="-25" dirty="0">
                <a:solidFill>
                  <a:srgbClr val="FF0000"/>
                </a:solidFill>
                <a:latin typeface="Calibri"/>
                <a:cs typeface="Calibri"/>
              </a:rPr>
              <a:t> </a:t>
            </a:r>
            <a:r>
              <a:rPr sz="3200" dirty="0">
                <a:solidFill>
                  <a:srgbClr val="FF0000"/>
                </a:solidFill>
                <a:latin typeface="Calibri"/>
                <a:cs typeface="Calibri"/>
              </a:rPr>
              <a:t>a </a:t>
            </a:r>
            <a:r>
              <a:rPr sz="3200" dirty="0">
                <a:solidFill>
                  <a:srgbClr val="FF0000"/>
                </a:solidFill>
                <a:latin typeface="Symbol"/>
                <a:cs typeface="Symbol"/>
              </a:rPr>
              <a:t></a:t>
            </a:r>
            <a:r>
              <a:rPr sz="3200" spc="-90" dirty="0">
                <a:solidFill>
                  <a:srgbClr val="FF0000"/>
                </a:solidFill>
                <a:latin typeface="Times New Roman"/>
                <a:cs typeface="Times New Roman"/>
              </a:rPr>
              <a:t> </a:t>
            </a:r>
            <a:r>
              <a:rPr sz="3200" dirty="0">
                <a:solidFill>
                  <a:srgbClr val="FF0000"/>
                </a:solidFill>
                <a:latin typeface="Calibri"/>
                <a:cs typeface="Calibri"/>
              </a:rPr>
              <a:t>A</a:t>
            </a:r>
            <a:r>
              <a:rPr sz="3200" spc="-15" dirty="0">
                <a:solidFill>
                  <a:srgbClr val="FF0000"/>
                </a:solidFill>
                <a:latin typeface="Calibri"/>
                <a:cs typeface="Calibri"/>
              </a:rPr>
              <a:t> </a:t>
            </a:r>
            <a:r>
              <a:rPr sz="3200" dirty="0">
                <a:latin typeface="Calibri"/>
                <a:cs typeface="Calibri"/>
              </a:rPr>
              <a:t>,</a:t>
            </a:r>
            <a:r>
              <a:rPr sz="3200" spc="-15" dirty="0">
                <a:latin typeface="Calibri"/>
                <a:cs typeface="Calibri"/>
              </a:rPr>
              <a:t> </a:t>
            </a:r>
            <a:r>
              <a:rPr sz="3200" dirty="0">
                <a:solidFill>
                  <a:srgbClr val="FF0000"/>
                </a:solidFill>
                <a:latin typeface="Calibri"/>
                <a:cs typeface="Calibri"/>
              </a:rPr>
              <a:t>có</a:t>
            </a:r>
            <a:r>
              <a:rPr sz="3200" spc="-30" dirty="0">
                <a:solidFill>
                  <a:srgbClr val="FF0000"/>
                </a:solidFill>
                <a:latin typeface="Calibri"/>
                <a:cs typeface="Calibri"/>
              </a:rPr>
              <a:t> </a:t>
            </a:r>
            <a:r>
              <a:rPr sz="3200" dirty="0">
                <a:solidFill>
                  <a:srgbClr val="FF0000"/>
                </a:solidFill>
                <a:latin typeface="Calibri"/>
                <a:cs typeface="Calibri"/>
              </a:rPr>
              <a:t>một</a:t>
            </a:r>
            <a:r>
              <a:rPr sz="3200" spc="-15" dirty="0">
                <a:solidFill>
                  <a:srgbClr val="FF0000"/>
                </a:solidFill>
                <a:latin typeface="Calibri"/>
                <a:cs typeface="Calibri"/>
              </a:rPr>
              <a:t> </a:t>
            </a:r>
            <a:r>
              <a:rPr sz="3200" dirty="0">
                <a:solidFill>
                  <a:srgbClr val="FF0000"/>
                </a:solidFill>
                <a:latin typeface="Calibri"/>
                <a:cs typeface="Calibri"/>
              </a:rPr>
              <a:t>giá</a:t>
            </a:r>
            <a:r>
              <a:rPr sz="3200" spc="-15" dirty="0">
                <a:solidFill>
                  <a:srgbClr val="FF0000"/>
                </a:solidFill>
                <a:latin typeface="Calibri"/>
                <a:cs typeface="Calibri"/>
              </a:rPr>
              <a:t> </a:t>
            </a:r>
            <a:r>
              <a:rPr sz="3200" dirty="0">
                <a:solidFill>
                  <a:srgbClr val="FF0000"/>
                </a:solidFill>
                <a:latin typeface="Calibri"/>
                <a:cs typeface="Calibri"/>
              </a:rPr>
              <a:t>trị</a:t>
            </a:r>
            <a:r>
              <a:rPr sz="3200" spc="-25" dirty="0">
                <a:solidFill>
                  <a:srgbClr val="FF0000"/>
                </a:solidFill>
                <a:latin typeface="Calibri"/>
                <a:cs typeface="Calibri"/>
              </a:rPr>
              <a:t> </a:t>
            </a:r>
            <a:r>
              <a:rPr sz="3200" dirty="0">
                <a:solidFill>
                  <a:srgbClr val="FF0000"/>
                </a:solidFill>
                <a:latin typeface="Calibri"/>
                <a:cs typeface="Calibri"/>
              </a:rPr>
              <a:t>b</a:t>
            </a:r>
            <a:r>
              <a:rPr sz="3200" spc="-5" dirty="0">
                <a:solidFill>
                  <a:srgbClr val="FF0000"/>
                </a:solidFill>
                <a:latin typeface="Calibri"/>
                <a:cs typeface="Calibri"/>
              </a:rPr>
              <a:t> </a:t>
            </a:r>
            <a:r>
              <a:rPr sz="3200" spc="-50" dirty="0">
                <a:solidFill>
                  <a:srgbClr val="FF0000"/>
                </a:solidFill>
                <a:latin typeface="Symbol"/>
                <a:cs typeface="Symbol"/>
              </a:rPr>
              <a:t></a:t>
            </a:r>
            <a:endParaRPr sz="3200">
              <a:latin typeface="Symbol"/>
              <a:cs typeface="Symbol"/>
            </a:endParaRPr>
          </a:p>
          <a:p>
            <a:pPr marL="469900">
              <a:lnSpc>
                <a:spcPts val="3829"/>
              </a:lnSpc>
              <a:tabLst>
                <a:tab pos="970280" algn="l"/>
              </a:tabLst>
            </a:pPr>
            <a:r>
              <a:rPr sz="3200" spc="-25" dirty="0">
                <a:solidFill>
                  <a:srgbClr val="FF0000"/>
                </a:solidFill>
                <a:latin typeface="Calibri"/>
                <a:cs typeface="Calibri"/>
              </a:rPr>
              <a:t>B</a:t>
            </a:r>
            <a:r>
              <a:rPr sz="3200" spc="-25" dirty="0">
                <a:latin typeface="Calibri"/>
                <a:cs typeface="Calibri"/>
              </a:rPr>
              <a:t>,</a:t>
            </a:r>
            <a:r>
              <a:rPr sz="3200" dirty="0">
                <a:latin typeface="Calibri"/>
                <a:cs typeface="Calibri"/>
              </a:rPr>
              <a:t>	ta</a:t>
            </a:r>
            <a:r>
              <a:rPr sz="3200" spc="-40" dirty="0">
                <a:latin typeface="Calibri"/>
                <a:cs typeface="Calibri"/>
              </a:rPr>
              <a:t> </a:t>
            </a:r>
            <a:r>
              <a:rPr sz="3200" dirty="0">
                <a:latin typeface="Calibri"/>
                <a:cs typeface="Calibri"/>
              </a:rPr>
              <a:t>có</a:t>
            </a:r>
            <a:r>
              <a:rPr sz="3200" spc="-45" dirty="0">
                <a:latin typeface="Calibri"/>
                <a:cs typeface="Calibri"/>
              </a:rPr>
              <a:t> </a:t>
            </a:r>
            <a:r>
              <a:rPr sz="3200" dirty="0">
                <a:latin typeface="Calibri"/>
                <a:cs typeface="Calibri"/>
              </a:rPr>
              <a:t>P(a,</a:t>
            </a:r>
            <a:r>
              <a:rPr sz="3200" spc="-40" dirty="0">
                <a:latin typeface="Calibri"/>
                <a:cs typeface="Calibri"/>
              </a:rPr>
              <a:t> </a:t>
            </a:r>
            <a:r>
              <a:rPr sz="3200" dirty="0">
                <a:latin typeface="Calibri"/>
                <a:cs typeface="Calibri"/>
              </a:rPr>
              <a:t>b)</a:t>
            </a:r>
            <a:r>
              <a:rPr sz="3200" spc="-40" dirty="0">
                <a:latin typeface="Calibri"/>
                <a:cs typeface="Calibri"/>
              </a:rPr>
              <a:t> </a:t>
            </a:r>
            <a:r>
              <a:rPr sz="3200" dirty="0">
                <a:latin typeface="Calibri"/>
                <a:cs typeface="Calibri"/>
              </a:rPr>
              <a:t>có</a:t>
            </a:r>
            <a:r>
              <a:rPr sz="3200" spc="-55" dirty="0">
                <a:latin typeface="Calibri"/>
                <a:cs typeface="Calibri"/>
              </a:rPr>
              <a:t> </a:t>
            </a:r>
            <a:r>
              <a:rPr sz="3200" dirty="0">
                <a:latin typeface="Calibri"/>
                <a:cs typeface="Calibri"/>
              </a:rPr>
              <a:t>chân</a:t>
            </a:r>
            <a:r>
              <a:rPr sz="3200" spc="-25" dirty="0">
                <a:latin typeface="Calibri"/>
                <a:cs typeface="Calibri"/>
              </a:rPr>
              <a:t> </a:t>
            </a:r>
            <a:r>
              <a:rPr sz="3200" dirty="0">
                <a:latin typeface="Calibri"/>
                <a:cs typeface="Calibri"/>
              </a:rPr>
              <a:t>trị</a:t>
            </a:r>
            <a:r>
              <a:rPr sz="3200" spc="-50" dirty="0">
                <a:latin typeface="Calibri"/>
                <a:cs typeface="Calibri"/>
              </a:rPr>
              <a:t> </a:t>
            </a:r>
            <a:r>
              <a:rPr sz="3200" spc="-10" dirty="0">
                <a:latin typeface="Calibri"/>
                <a:cs typeface="Calibri"/>
              </a:rPr>
              <a:t>ĐÚNG.</a:t>
            </a:r>
            <a:endParaRPr sz="3200">
              <a:latin typeface="Calibri"/>
              <a:cs typeface="Calibri"/>
            </a:endParaRPr>
          </a:p>
          <a:p>
            <a:pPr marL="469900" marR="303530" indent="-457834">
              <a:lnSpc>
                <a:spcPct val="99700"/>
              </a:lnSpc>
              <a:spcBef>
                <a:spcPts val="805"/>
              </a:spcBef>
              <a:buFont typeface="Calibri"/>
              <a:buChar char="-"/>
              <a:tabLst>
                <a:tab pos="469900" algn="l"/>
                <a:tab pos="1396365" algn="l"/>
                <a:tab pos="1469390" algn="l"/>
                <a:tab pos="3479800" algn="l"/>
              </a:tabLst>
            </a:pPr>
            <a:r>
              <a:rPr sz="3200" b="1" dirty="0">
                <a:latin typeface="Calibri"/>
                <a:cs typeface="Calibri"/>
              </a:rPr>
              <a:t>SAI</a:t>
            </a:r>
            <a:r>
              <a:rPr sz="3200" b="1" spc="-60" dirty="0">
                <a:latin typeface="Calibri"/>
                <a:cs typeface="Calibri"/>
              </a:rPr>
              <a:t> </a:t>
            </a:r>
            <a:r>
              <a:rPr sz="3200" spc="-60" dirty="0">
                <a:latin typeface="Calibri"/>
                <a:cs typeface="Calibri"/>
              </a:rPr>
              <a:t>:</a:t>
            </a:r>
            <a:r>
              <a:rPr sz="3200" dirty="0">
                <a:latin typeface="Calibri"/>
                <a:cs typeface="Calibri"/>
              </a:rPr>
              <a:t>	</a:t>
            </a:r>
            <a:r>
              <a:rPr sz="3200" dirty="0">
                <a:solidFill>
                  <a:srgbClr val="FF0000"/>
                </a:solidFill>
                <a:latin typeface="Calibri"/>
                <a:cs typeface="Calibri"/>
              </a:rPr>
              <a:t>thay</a:t>
            </a:r>
            <a:r>
              <a:rPr sz="3200" spc="-45" dirty="0">
                <a:solidFill>
                  <a:srgbClr val="FF0000"/>
                </a:solidFill>
                <a:latin typeface="Calibri"/>
                <a:cs typeface="Calibri"/>
              </a:rPr>
              <a:t> </a:t>
            </a:r>
            <a:r>
              <a:rPr sz="3200" dirty="0">
                <a:solidFill>
                  <a:srgbClr val="FF0000"/>
                </a:solidFill>
                <a:latin typeface="Calibri"/>
                <a:cs typeface="Calibri"/>
              </a:rPr>
              <a:t>x</a:t>
            </a:r>
            <a:r>
              <a:rPr sz="3200" spc="-55" dirty="0">
                <a:solidFill>
                  <a:srgbClr val="FF0000"/>
                </a:solidFill>
                <a:latin typeface="Calibri"/>
                <a:cs typeface="Calibri"/>
              </a:rPr>
              <a:t> </a:t>
            </a:r>
            <a:r>
              <a:rPr sz="3200" spc="-20" dirty="0">
                <a:solidFill>
                  <a:srgbClr val="FF0000"/>
                </a:solidFill>
                <a:latin typeface="Calibri"/>
                <a:cs typeface="Calibri"/>
              </a:rPr>
              <a:t>bằng</a:t>
            </a:r>
            <a:r>
              <a:rPr sz="3200" dirty="0">
                <a:solidFill>
                  <a:srgbClr val="FF0000"/>
                </a:solidFill>
                <a:latin typeface="Calibri"/>
                <a:cs typeface="Calibri"/>
              </a:rPr>
              <a:t>	giá</a:t>
            </a:r>
            <a:r>
              <a:rPr sz="3200" spc="-30" dirty="0">
                <a:solidFill>
                  <a:srgbClr val="FF0000"/>
                </a:solidFill>
                <a:latin typeface="Calibri"/>
                <a:cs typeface="Calibri"/>
              </a:rPr>
              <a:t> </a:t>
            </a:r>
            <a:r>
              <a:rPr sz="3200" dirty="0">
                <a:solidFill>
                  <a:srgbClr val="FF0000"/>
                </a:solidFill>
                <a:latin typeface="Calibri"/>
                <a:cs typeface="Calibri"/>
              </a:rPr>
              <a:t>trị</a:t>
            </a:r>
            <a:r>
              <a:rPr sz="3200" spc="-30" dirty="0">
                <a:solidFill>
                  <a:srgbClr val="FF0000"/>
                </a:solidFill>
                <a:latin typeface="Calibri"/>
                <a:cs typeface="Calibri"/>
              </a:rPr>
              <a:t> </a:t>
            </a:r>
            <a:r>
              <a:rPr sz="3200" dirty="0">
                <a:solidFill>
                  <a:srgbClr val="FF0000"/>
                </a:solidFill>
                <a:latin typeface="Calibri"/>
                <a:cs typeface="Calibri"/>
              </a:rPr>
              <a:t>bất</a:t>
            </a:r>
            <a:r>
              <a:rPr sz="3200" spc="-20" dirty="0">
                <a:solidFill>
                  <a:srgbClr val="FF0000"/>
                </a:solidFill>
                <a:latin typeface="Calibri"/>
                <a:cs typeface="Calibri"/>
              </a:rPr>
              <a:t> </a:t>
            </a:r>
            <a:r>
              <a:rPr sz="3200" dirty="0">
                <a:solidFill>
                  <a:srgbClr val="FF0000"/>
                </a:solidFill>
                <a:latin typeface="Calibri"/>
                <a:cs typeface="Calibri"/>
              </a:rPr>
              <a:t>kỳ</a:t>
            </a:r>
            <a:r>
              <a:rPr sz="3200" spc="-30" dirty="0">
                <a:solidFill>
                  <a:srgbClr val="FF0000"/>
                </a:solidFill>
                <a:latin typeface="Calibri"/>
                <a:cs typeface="Calibri"/>
              </a:rPr>
              <a:t> </a:t>
            </a:r>
            <a:r>
              <a:rPr sz="3200" dirty="0">
                <a:solidFill>
                  <a:srgbClr val="FF0000"/>
                </a:solidFill>
                <a:latin typeface="Calibri"/>
                <a:cs typeface="Calibri"/>
              </a:rPr>
              <a:t>a</a:t>
            </a:r>
            <a:r>
              <a:rPr sz="3200" spc="-35" dirty="0">
                <a:solidFill>
                  <a:srgbClr val="FF0000"/>
                </a:solidFill>
                <a:latin typeface="Calibri"/>
                <a:cs typeface="Calibri"/>
              </a:rPr>
              <a:t> </a:t>
            </a:r>
            <a:r>
              <a:rPr sz="3200" dirty="0">
                <a:solidFill>
                  <a:srgbClr val="FF0000"/>
                </a:solidFill>
                <a:latin typeface="Symbol"/>
                <a:cs typeface="Symbol"/>
              </a:rPr>
              <a:t></a:t>
            </a:r>
            <a:r>
              <a:rPr sz="3200" spc="-105" dirty="0">
                <a:solidFill>
                  <a:srgbClr val="FF0000"/>
                </a:solidFill>
                <a:latin typeface="Times New Roman"/>
                <a:cs typeface="Times New Roman"/>
              </a:rPr>
              <a:t> </a:t>
            </a:r>
            <a:r>
              <a:rPr sz="3200" dirty="0">
                <a:solidFill>
                  <a:srgbClr val="FF0000"/>
                </a:solidFill>
                <a:latin typeface="Calibri"/>
                <a:cs typeface="Calibri"/>
              </a:rPr>
              <a:t>A</a:t>
            </a:r>
            <a:r>
              <a:rPr sz="3200" spc="-30" dirty="0">
                <a:solidFill>
                  <a:srgbClr val="FF0000"/>
                </a:solidFill>
                <a:latin typeface="Calibri"/>
                <a:cs typeface="Calibri"/>
              </a:rPr>
              <a:t> </a:t>
            </a:r>
            <a:r>
              <a:rPr sz="3200" dirty="0">
                <a:latin typeface="Calibri"/>
                <a:cs typeface="Calibri"/>
              </a:rPr>
              <a:t>,</a:t>
            </a:r>
            <a:r>
              <a:rPr sz="3200" spc="-30" dirty="0">
                <a:latin typeface="Calibri"/>
                <a:cs typeface="Calibri"/>
              </a:rPr>
              <a:t> </a:t>
            </a:r>
            <a:r>
              <a:rPr sz="3200" dirty="0">
                <a:solidFill>
                  <a:srgbClr val="FF0000"/>
                </a:solidFill>
                <a:latin typeface="Calibri"/>
                <a:cs typeface="Calibri"/>
              </a:rPr>
              <a:t>thay</a:t>
            </a:r>
            <a:r>
              <a:rPr sz="3200" spc="-15" dirty="0">
                <a:solidFill>
                  <a:srgbClr val="FF0000"/>
                </a:solidFill>
                <a:latin typeface="Calibri"/>
                <a:cs typeface="Calibri"/>
              </a:rPr>
              <a:t> </a:t>
            </a:r>
            <a:r>
              <a:rPr sz="3200" spc="-50" dirty="0">
                <a:solidFill>
                  <a:srgbClr val="FF0000"/>
                </a:solidFill>
                <a:latin typeface="Calibri"/>
                <a:cs typeface="Calibri"/>
              </a:rPr>
              <a:t>y </a:t>
            </a:r>
            <a:r>
              <a:rPr sz="3200" spc="-20" dirty="0">
                <a:solidFill>
                  <a:srgbClr val="FF0000"/>
                </a:solidFill>
                <a:latin typeface="Calibri"/>
                <a:cs typeface="Calibri"/>
              </a:rPr>
              <a:t>bằng</a:t>
            </a:r>
            <a:r>
              <a:rPr sz="3200" dirty="0">
                <a:solidFill>
                  <a:srgbClr val="FF0000"/>
                </a:solidFill>
                <a:latin typeface="Calibri"/>
                <a:cs typeface="Calibri"/>
              </a:rPr>
              <a:t>		giá</a:t>
            </a:r>
            <a:r>
              <a:rPr sz="3200" spc="-30" dirty="0">
                <a:solidFill>
                  <a:srgbClr val="FF0000"/>
                </a:solidFill>
                <a:latin typeface="Calibri"/>
                <a:cs typeface="Calibri"/>
              </a:rPr>
              <a:t> </a:t>
            </a:r>
            <a:r>
              <a:rPr sz="3200" dirty="0">
                <a:solidFill>
                  <a:srgbClr val="FF0000"/>
                </a:solidFill>
                <a:latin typeface="Calibri"/>
                <a:cs typeface="Calibri"/>
              </a:rPr>
              <a:t>trị</a:t>
            </a:r>
            <a:r>
              <a:rPr sz="3200" spc="-40" dirty="0">
                <a:solidFill>
                  <a:srgbClr val="FF0000"/>
                </a:solidFill>
                <a:latin typeface="Calibri"/>
                <a:cs typeface="Calibri"/>
              </a:rPr>
              <a:t> </a:t>
            </a:r>
            <a:r>
              <a:rPr sz="3200" dirty="0">
                <a:solidFill>
                  <a:srgbClr val="FF0000"/>
                </a:solidFill>
                <a:latin typeface="Calibri"/>
                <a:cs typeface="Calibri"/>
              </a:rPr>
              <a:t>bất</a:t>
            </a:r>
            <a:r>
              <a:rPr sz="3200" spc="-20" dirty="0">
                <a:solidFill>
                  <a:srgbClr val="FF0000"/>
                </a:solidFill>
                <a:latin typeface="Calibri"/>
                <a:cs typeface="Calibri"/>
              </a:rPr>
              <a:t> </a:t>
            </a:r>
            <a:r>
              <a:rPr sz="3200" dirty="0">
                <a:solidFill>
                  <a:srgbClr val="FF0000"/>
                </a:solidFill>
                <a:latin typeface="Calibri"/>
                <a:cs typeface="Calibri"/>
              </a:rPr>
              <a:t>kỳ</a:t>
            </a:r>
            <a:r>
              <a:rPr sz="3200" spc="-45" dirty="0">
                <a:solidFill>
                  <a:srgbClr val="FF0000"/>
                </a:solidFill>
                <a:latin typeface="Calibri"/>
                <a:cs typeface="Calibri"/>
              </a:rPr>
              <a:t> </a:t>
            </a:r>
            <a:r>
              <a:rPr sz="3200" dirty="0">
                <a:solidFill>
                  <a:srgbClr val="FF0000"/>
                </a:solidFill>
                <a:latin typeface="Calibri"/>
                <a:cs typeface="Calibri"/>
              </a:rPr>
              <a:t>b</a:t>
            </a:r>
            <a:r>
              <a:rPr sz="3200" spc="-20" dirty="0">
                <a:solidFill>
                  <a:srgbClr val="FF0000"/>
                </a:solidFill>
                <a:latin typeface="Calibri"/>
                <a:cs typeface="Calibri"/>
              </a:rPr>
              <a:t> </a:t>
            </a:r>
            <a:r>
              <a:rPr sz="3200" dirty="0">
                <a:solidFill>
                  <a:srgbClr val="FF0000"/>
                </a:solidFill>
                <a:latin typeface="Symbol"/>
                <a:cs typeface="Symbol"/>
              </a:rPr>
              <a:t></a:t>
            </a:r>
            <a:r>
              <a:rPr sz="3200" spc="-105" dirty="0">
                <a:solidFill>
                  <a:srgbClr val="FF0000"/>
                </a:solidFill>
                <a:latin typeface="Times New Roman"/>
                <a:cs typeface="Times New Roman"/>
              </a:rPr>
              <a:t> </a:t>
            </a:r>
            <a:r>
              <a:rPr sz="3200" dirty="0">
                <a:solidFill>
                  <a:srgbClr val="FF0000"/>
                </a:solidFill>
                <a:latin typeface="Calibri"/>
                <a:cs typeface="Calibri"/>
              </a:rPr>
              <a:t>B</a:t>
            </a:r>
            <a:r>
              <a:rPr sz="3200" spc="-35" dirty="0">
                <a:solidFill>
                  <a:srgbClr val="FF0000"/>
                </a:solidFill>
                <a:latin typeface="Calibri"/>
                <a:cs typeface="Calibri"/>
              </a:rPr>
              <a:t> </a:t>
            </a:r>
            <a:r>
              <a:rPr sz="3200" dirty="0">
                <a:latin typeface="Calibri"/>
                <a:cs typeface="Calibri"/>
              </a:rPr>
              <a:t>và</a:t>
            </a:r>
            <a:r>
              <a:rPr sz="3200" spc="-25" dirty="0">
                <a:latin typeface="Calibri"/>
                <a:cs typeface="Calibri"/>
              </a:rPr>
              <a:t> </a:t>
            </a:r>
            <a:r>
              <a:rPr sz="3200" dirty="0">
                <a:latin typeface="Calibri"/>
                <a:cs typeface="Calibri"/>
              </a:rPr>
              <a:t>P(a,</a:t>
            </a:r>
            <a:r>
              <a:rPr sz="3200" spc="-30" dirty="0">
                <a:latin typeface="Calibri"/>
                <a:cs typeface="Calibri"/>
              </a:rPr>
              <a:t> </a:t>
            </a:r>
            <a:r>
              <a:rPr sz="3200" dirty="0">
                <a:latin typeface="Calibri"/>
                <a:cs typeface="Calibri"/>
              </a:rPr>
              <a:t>b)</a:t>
            </a:r>
            <a:r>
              <a:rPr sz="3200" spc="-30" dirty="0">
                <a:latin typeface="Calibri"/>
                <a:cs typeface="Calibri"/>
              </a:rPr>
              <a:t> </a:t>
            </a:r>
            <a:r>
              <a:rPr sz="3200" dirty="0">
                <a:latin typeface="Calibri"/>
                <a:cs typeface="Calibri"/>
              </a:rPr>
              <a:t>có</a:t>
            </a:r>
            <a:r>
              <a:rPr sz="3200" spc="-45" dirty="0">
                <a:latin typeface="Calibri"/>
                <a:cs typeface="Calibri"/>
              </a:rPr>
              <a:t> </a:t>
            </a:r>
            <a:r>
              <a:rPr sz="3200" dirty="0">
                <a:latin typeface="Calibri"/>
                <a:cs typeface="Calibri"/>
              </a:rPr>
              <a:t>chân</a:t>
            </a:r>
            <a:r>
              <a:rPr sz="3200" spc="-25" dirty="0">
                <a:latin typeface="Calibri"/>
                <a:cs typeface="Calibri"/>
              </a:rPr>
              <a:t> trị </a:t>
            </a:r>
            <a:r>
              <a:rPr sz="3200" spc="-20" dirty="0">
                <a:latin typeface="Calibri"/>
                <a:cs typeface="Calibri"/>
              </a:rPr>
              <a:t>SAI.</a:t>
            </a:r>
            <a:endParaRPr sz="3200">
              <a:latin typeface="Calibri"/>
              <a:cs typeface="Calibri"/>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135164"/>
            <a:ext cx="5668010" cy="4130040"/>
          </a:xfrm>
          <a:prstGeom prst="rect">
            <a:avLst/>
          </a:prstGeom>
        </p:spPr>
        <p:txBody>
          <a:bodyPr vert="horz" wrap="square" lIns="0" tIns="113664" rIns="0" bIns="0" rtlCol="0">
            <a:spAutoFit/>
          </a:bodyPr>
          <a:lstStyle/>
          <a:p>
            <a:pPr marL="12700">
              <a:lnSpc>
                <a:spcPct val="100000"/>
              </a:lnSpc>
              <a:spcBef>
                <a:spcPts val="894"/>
              </a:spcBef>
            </a:pPr>
            <a:r>
              <a:rPr sz="3200" b="1" dirty="0">
                <a:latin typeface="Calibri"/>
                <a:cs typeface="Calibri"/>
              </a:rPr>
              <a:t>Ba</a:t>
            </a:r>
            <a:r>
              <a:rPr sz="3200" b="1" spc="-15" dirty="0">
                <a:latin typeface="Calibri"/>
                <a:cs typeface="Calibri"/>
              </a:rPr>
              <a:t> </a:t>
            </a:r>
            <a:r>
              <a:rPr sz="3200" b="1" dirty="0">
                <a:latin typeface="Calibri"/>
                <a:cs typeface="Calibri"/>
              </a:rPr>
              <a:t>biến</a:t>
            </a:r>
            <a:r>
              <a:rPr sz="3200" b="1" spc="-30" dirty="0">
                <a:latin typeface="Calibri"/>
                <a:cs typeface="Calibri"/>
              </a:rPr>
              <a:t> </a:t>
            </a:r>
            <a:r>
              <a:rPr sz="3200" b="1" spc="-50" dirty="0">
                <a:latin typeface="Calibri"/>
                <a:cs typeface="Calibri"/>
              </a:rPr>
              <a:t>:</a:t>
            </a:r>
            <a:endParaRPr sz="3200">
              <a:latin typeface="Calibri"/>
              <a:cs typeface="Calibri"/>
            </a:endParaRPr>
          </a:p>
          <a:p>
            <a:pPr marL="527685" indent="-514984">
              <a:lnSpc>
                <a:spcPct val="100000"/>
              </a:lnSpc>
              <a:spcBef>
                <a:spcPts val="795"/>
              </a:spcBef>
              <a:buFont typeface="Calibri"/>
              <a:buAutoNum type="arabicPeriod"/>
              <a:tabLst>
                <a:tab pos="527685" algn="l"/>
              </a:tabLst>
            </a:pPr>
            <a:r>
              <a:rPr sz="3200" dirty="0">
                <a:latin typeface="Symbol"/>
                <a:cs typeface="Symbol"/>
              </a:rPr>
              <a:t></a:t>
            </a:r>
            <a:r>
              <a:rPr sz="3200" dirty="0">
                <a:latin typeface="Calibri"/>
                <a:cs typeface="Calibri"/>
              </a:rPr>
              <a:t>x</a:t>
            </a:r>
            <a:r>
              <a:rPr sz="3200" spc="-40" dirty="0">
                <a:latin typeface="Calibri"/>
                <a:cs typeface="Calibri"/>
              </a:rPr>
              <a:t> </a:t>
            </a:r>
            <a:r>
              <a:rPr sz="3200" dirty="0">
                <a:latin typeface="Symbol"/>
                <a:cs typeface="Symbol"/>
              </a:rPr>
              <a:t></a:t>
            </a:r>
            <a:r>
              <a:rPr sz="3200" dirty="0">
                <a:latin typeface="Calibri"/>
                <a:cs typeface="Calibri"/>
              </a:rPr>
              <a:t>A,</a:t>
            </a:r>
            <a:r>
              <a:rPr sz="3200" spc="-45" dirty="0">
                <a:latin typeface="Calibri"/>
                <a:cs typeface="Calibri"/>
              </a:rPr>
              <a:t> </a:t>
            </a:r>
            <a:r>
              <a:rPr sz="3200" dirty="0">
                <a:latin typeface="Symbol"/>
                <a:cs typeface="Symbol"/>
              </a:rPr>
              <a:t></a:t>
            </a:r>
            <a:r>
              <a:rPr sz="3200" dirty="0">
                <a:latin typeface="Calibri"/>
                <a:cs typeface="Calibri"/>
              </a:rPr>
              <a:t>y</a:t>
            </a:r>
            <a:r>
              <a:rPr sz="3200" spc="-40" dirty="0">
                <a:latin typeface="Calibri"/>
                <a:cs typeface="Calibri"/>
              </a:rPr>
              <a:t> </a:t>
            </a:r>
            <a:r>
              <a:rPr sz="3200" dirty="0">
                <a:latin typeface="Symbol"/>
                <a:cs typeface="Symbol"/>
              </a:rPr>
              <a:t></a:t>
            </a:r>
            <a:r>
              <a:rPr sz="3200" dirty="0">
                <a:latin typeface="Calibri"/>
                <a:cs typeface="Calibri"/>
              </a:rPr>
              <a:t>B,</a:t>
            </a:r>
            <a:r>
              <a:rPr sz="3200" spc="-35" dirty="0">
                <a:latin typeface="Calibri"/>
                <a:cs typeface="Calibri"/>
              </a:rPr>
              <a:t> </a:t>
            </a:r>
            <a:r>
              <a:rPr sz="3200" dirty="0">
                <a:latin typeface="Symbol"/>
                <a:cs typeface="Symbol"/>
              </a:rPr>
              <a:t></a:t>
            </a:r>
            <a:r>
              <a:rPr sz="3200" dirty="0">
                <a:latin typeface="Calibri"/>
                <a:cs typeface="Calibri"/>
              </a:rPr>
              <a:t>z</a:t>
            </a:r>
            <a:r>
              <a:rPr sz="3200" spc="-50" dirty="0">
                <a:latin typeface="Calibri"/>
                <a:cs typeface="Calibri"/>
              </a:rPr>
              <a:t> </a:t>
            </a:r>
            <a:r>
              <a:rPr sz="3200" dirty="0">
                <a:latin typeface="Symbol"/>
                <a:cs typeface="Symbol"/>
              </a:rPr>
              <a:t></a:t>
            </a:r>
            <a:r>
              <a:rPr sz="3200" dirty="0">
                <a:latin typeface="Calibri"/>
                <a:cs typeface="Calibri"/>
              </a:rPr>
              <a:t>C,</a:t>
            </a:r>
            <a:r>
              <a:rPr sz="3200" spc="-30" dirty="0">
                <a:latin typeface="Calibri"/>
                <a:cs typeface="Calibri"/>
              </a:rPr>
              <a:t> </a:t>
            </a:r>
            <a:r>
              <a:rPr sz="3200" dirty="0">
                <a:latin typeface="Calibri"/>
                <a:cs typeface="Calibri"/>
              </a:rPr>
              <a:t>P(x,</a:t>
            </a:r>
            <a:r>
              <a:rPr sz="3200" spc="-45" dirty="0">
                <a:latin typeface="Calibri"/>
                <a:cs typeface="Calibri"/>
              </a:rPr>
              <a:t> </a:t>
            </a:r>
            <a:r>
              <a:rPr sz="3200" spc="-65" dirty="0">
                <a:latin typeface="Calibri"/>
                <a:cs typeface="Calibri"/>
              </a:rPr>
              <a:t>y,</a:t>
            </a:r>
            <a:r>
              <a:rPr sz="3200" spc="-50" dirty="0">
                <a:latin typeface="Calibri"/>
                <a:cs typeface="Calibri"/>
              </a:rPr>
              <a:t> </a:t>
            </a:r>
            <a:r>
              <a:rPr sz="3200" spc="-25" dirty="0">
                <a:latin typeface="Calibri"/>
                <a:cs typeface="Calibri"/>
              </a:rPr>
              <a:t>z)</a:t>
            </a:r>
            <a:endParaRPr sz="3200">
              <a:latin typeface="Calibri"/>
              <a:cs typeface="Calibri"/>
            </a:endParaRPr>
          </a:p>
          <a:p>
            <a:pPr marL="527685" indent="-514984">
              <a:lnSpc>
                <a:spcPct val="100000"/>
              </a:lnSpc>
              <a:spcBef>
                <a:spcPts val="765"/>
              </a:spcBef>
              <a:buFont typeface="Calibri"/>
              <a:buAutoNum type="arabicPeriod"/>
              <a:tabLst>
                <a:tab pos="527685" algn="l"/>
              </a:tabLst>
            </a:pPr>
            <a:r>
              <a:rPr sz="3200" dirty="0">
                <a:solidFill>
                  <a:srgbClr val="FF0000"/>
                </a:solidFill>
                <a:latin typeface="Symbol"/>
                <a:cs typeface="Symbol"/>
              </a:rPr>
              <a:t></a:t>
            </a:r>
            <a:r>
              <a:rPr sz="3200" dirty="0">
                <a:solidFill>
                  <a:srgbClr val="FF0000"/>
                </a:solidFill>
                <a:latin typeface="Calibri"/>
                <a:cs typeface="Calibri"/>
              </a:rPr>
              <a:t>x</a:t>
            </a:r>
            <a:r>
              <a:rPr sz="3200" spc="-40" dirty="0">
                <a:solidFill>
                  <a:srgbClr val="FF0000"/>
                </a:solidFill>
                <a:latin typeface="Calibri"/>
                <a:cs typeface="Calibri"/>
              </a:rPr>
              <a:t> </a:t>
            </a:r>
            <a:r>
              <a:rPr sz="3200" dirty="0">
                <a:solidFill>
                  <a:srgbClr val="FF0000"/>
                </a:solidFill>
                <a:latin typeface="Symbol"/>
                <a:cs typeface="Symbol"/>
              </a:rPr>
              <a:t></a:t>
            </a:r>
            <a:r>
              <a:rPr sz="3200" dirty="0">
                <a:solidFill>
                  <a:srgbClr val="FF0000"/>
                </a:solidFill>
                <a:latin typeface="Calibri"/>
                <a:cs typeface="Calibri"/>
              </a:rPr>
              <a:t>A,</a:t>
            </a:r>
            <a:r>
              <a:rPr sz="3200" spc="-50" dirty="0">
                <a:solidFill>
                  <a:srgbClr val="FF0000"/>
                </a:solidFill>
                <a:latin typeface="Calibri"/>
                <a:cs typeface="Calibri"/>
              </a:rPr>
              <a:t> </a:t>
            </a:r>
            <a:r>
              <a:rPr sz="3200" dirty="0">
                <a:solidFill>
                  <a:srgbClr val="FF0000"/>
                </a:solidFill>
                <a:latin typeface="Symbol"/>
                <a:cs typeface="Symbol"/>
              </a:rPr>
              <a:t></a:t>
            </a:r>
            <a:r>
              <a:rPr sz="3200" dirty="0">
                <a:solidFill>
                  <a:srgbClr val="FF0000"/>
                </a:solidFill>
                <a:latin typeface="Calibri"/>
                <a:cs typeface="Calibri"/>
              </a:rPr>
              <a:t>y</a:t>
            </a:r>
            <a:r>
              <a:rPr sz="3200" spc="-40" dirty="0">
                <a:solidFill>
                  <a:srgbClr val="FF0000"/>
                </a:solidFill>
                <a:latin typeface="Calibri"/>
                <a:cs typeface="Calibri"/>
              </a:rPr>
              <a:t> </a:t>
            </a:r>
            <a:r>
              <a:rPr sz="3200" dirty="0">
                <a:solidFill>
                  <a:srgbClr val="FF0000"/>
                </a:solidFill>
                <a:latin typeface="Symbol"/>
                <a:cs typeface="Symbol"/>
              </a:rPr>
              <a:t></a:t>
            </a:r>
            <a:r>
              <a:rPr sz="3200" dirty="0">
                <a:solidFill>
                  <a:srgbClr val="FF0000"/>
                </a:solidFill>
                <a:latin typeface="Calibri"/>
                <a:cs typeface="Calibri"/>
              </a:rPr>
              <a:t>B,</a:t>
            </a:r>
            <a:r>
              <a:rPr sz="3200" spc="-55" dirty="0">
                <a:solidFill>
                  <a:srgbClr val="FF0000"/>
                </a:solidFill>
                <a:latin typeface="Calibri"/>
                <a:cs typeface="Calibri"/>
              </a:rPr>
              <a:t> </a:t>
            </a:r>
            <a:r>
              <a:rPr sz="3200" dirty="0">
                <a:solidFill>
                  <a:srgbClr val="FF0000"/>
                </a:solidFill>
                <a:latin typeface="Symbol"/>
                <a:cs typeface="Symbol"/>
              </a:rPr>
              <a:t></a:t>
            </a:r>
            <a:r>
              <a:rPr sz="3200" dirty="0">
                <a:solidFill>
                  <a:srgbClr val="FF0000"/>
                </a:solidFill>
                <a:latin typeface="Calibri"/>
                <a:cs typeface="Calibri"/>
              </a:rPr>
              <a:t>z</a:t>
            </a:r>
            <a:r>
              <a:rPr sz="3200" spc="-40" dirty="0">
                <a:solidFill>
                  <a:srgbClr val="FF0000"/>
                </a:solidFill>
                <a:latin typeface="Calibri"/>
                <a:cs typeface="Calibri"/>
              </a:rPr>
              <a:t> </a:t>
            </a:r>
            <a:r>
              <a:rPr sz="3200" dirty="0">
                <a:solidFill>
                  <a:srgbClr val="FF0000"/>
                </a:solidFill>
                <a:latin typeface="Symbol"/>
                <a:cs typeface="Symbol"/>
              </a:rPr>
              <a:t></a:t>
            </a:r>
            <a:r>
              <a:rPr sz="3200" dirty="0">
                <a:solidFill>
                  <a:srgbClr val="FF0000"/>
                </a:solidFill>
                <a:latin typeface="Calibri"/>
                <a:cs typeface="Calibri"/>
              </a:rPr>
              <a:t>C,</a:t>
            </a:r>
            <a:r>
              <a:rPr sz="3200" spc="-45" dirty="0">
                <a:solidFill>
                  <a:srgbClr val="FF0000"/>
                </a:solidFill>
                <a:latin typeface="Calibri"/>
                <a:cs typeface="Calibri"/>
              </a:rPr>
              <a:t> </a:t>
            </a:r>
            <a:r>
              <a:rPr sz="3200" dirty="0">
                <a:solidFill>
                  <a:srgbClr val="FF0000"/>
                </a:solidFill>
                <a:latin typeface="Calibri"/>
                <a:cs typeface="Calibri"/>
              </a:rPr>
              <a:t>P(x,</a:t>
            </a:r>
            <a:r>
              <a:rPr sz="3200" spc="-55" dirty="0">
                <a:solidFill>
                  <a:srgbClr val="FF0000"/>
                </a:solidFill>
                <a:latin typeface="Calibri"/>
                <a:cs typeface="Calibri"/>
              </a:rPr>
              <a:t> </a:t>
            </a:r>
            <a:r>
              <a:rPr sz="3200" spc="-50" dirty="0">
                <a:solidFill>
                  <a:srgbClr val="FF0000"/>
                </a:solidFill>
                <a:latin typeface="Calibri"/>
                <a:cs typeface="Calibri"/>
              </a:rPr>
              <a:t>y,</a:t>
            </a:r>
            <a:r>
              <a:rPr sz="3200" spc="-45" dirty="0">
                <a:solidFill>
                  <a:srgbClr val="FF0000"/>
                </a:solidFill>
                <a:latin typeface="Calibri"/>
                <a:cs typeface="Calibri"/>
              </a:rPr>
              <a:t> </a:t>
            </a:r>
            <a:r>
              <a:rPr sz="3200" spc="-25" dirty="0">
                <a:solidFill>
                  <a:srgbClr val="FF0000"/>
                </a:solidFill>
                <a:latin typeface="Calibri"/>
                <a:cs typeface="Calibri"/>
              </a:rPr>
              <a:t>z)</a:t>
            </a:r>
            <a:endParaRPr sz="3200">
              <a:latin typeface="Calibri"/>
              <a:cs typeface="Calibri"/>
            </a:endParaRPr>
          </a:p>
          <a:p>
            <a:pPr marL="527685" indent="-514984">
              <a:lnSpc>
                <a:spcPct val="100000"/>
              </a:lnSpc>
              <a:spcBef>
                <a:spcPts val="770"/>
              </a:spcBef>
              <a:buFont typeface="Calibri"/>
              <a:buAutoNum type="arabicPeriod"/>
              <a:tabLst>
                <a:tab pos="527685" algn="l"/>
              </a:tabLst>
            </a:pPr>
            <a:r>
              <a:rPr sz="3200" dirty="0">
                <a:latin typeface="Symbol"/>
                <a:cs typeface="Symbol"/>
              </a:rPr>
              <a:t></a:t>
            </a:r>
            <a:r>
              <a:rPr sz="3200" dirty="0">
                <a:latin typeface="Calibri"/>
                <a:cs typeface="Calibri"/>
              </a:rPr>
              <a:t>x</a:t>
            </a:r>
            <a:r>
              <a:rPr sz="3200" spc="-50" dirty="0">
                <a:latin typeface="Calibri"/>
                <a:cs typeface="Calibri"/>
              </a:rPr>
              <a:t> </a:t>
            </a:r>
            <a:r>
              <a:rPr sz="3200" dirty="0">
                <a:latin typeface="Symbol"/>
                <a:cs typeface="Symbol"/>
              </a:rPr>
              <a:t></a:t>
            </a:r>
            <a:r>
              <a:rPr sz="3200" dirty="0">
                <a:latin typeface="Calibri"/>
                <a:cs typeface="Calibri"/>
              </a:rPr>
              <a:t>A,</a:t>
            </a:r>
            <a:r>
              <a:rPr sz="3200" spc="-30" dirty="0">
                <a:latin typeface="Calibri"/>
                <a:cs typeface="Calibri"/>
              </a:rPr>
              <a:t> </a:t>
            </a:r>
            <a:r>
              <a:rPr sz="3200" dirty="0">
                <a:latin typeface="Symbol"/>
                <a:cs typeface="Symbol"/>
              </a:rPr>
              <a:t></a:t>
            </a:r>
            <a:r>
              <a:rPr sz="3200" dirty="0">
                <a:latin typeface="Calibri"/>
                <a:cs typeface="Calibri"/>
              </a:rPr>
              <a:t>y</a:t>
            </a:r>
            <a:r>
              <a:rPr sz="3200" spc="-45" dirty="0">
                <a:latin typeface="Calibri"/>
                <a:cs typeface="Calibri"/>
              </a:rPr>
              <a:t> </a:t>
            </a:r>
            <a:r>
              <a:rPr sz="3200" dirty="0">
                <a:latin typeface="Symbol"/>
                <a:cs typeface="Symbol"/>
              </a:rPr>
              <a:t></a:t>
            </a:r>
            <a:r>
              <a:rPr sz="3200" dirty="0">
                <a:latin typeface="Calibri"/>
                <a:cs typeface="Calibri"/>
              </a:rPr>
              <a:t>B,</a:t>
            </a:r>
            <a:r>
              <a:rPr sz="3200" spc="-35" dirty="0">
                <a:latin typeface="Calibri"/>
                <a:cs typeface="Calibri"/>
              </a:rPr>
              <a:t> </a:t>
            </a:r>
            <a:r>
              <a:rPr sz="3200" dirty="0">
                <a:latin typeface="Symbol"/>
                <a:cs typeface="Symbol"/>
              </a:rPr>
              <a:t></a:t>
            </a:r>
            <a:r>
              <a:rPr sz="3200" dirty="0">
                <a:latin typeface="Calibri"/>
                <a:cs typeface="Calibri"/>
              </a:rPr>
              <a:t>z</a:t>
            </a:r>
            <a:r>
              <a:rPr sz="3200" spc="-45" dirty="0">
                <a:latin typeface="Calibri"/>
                <a:cs typeface="Calibri"/>
              </a:rPr>
              <a:t> </a:t>
            </a:r>
            <a:r>
              <a:rPr sz="3200" dirty="0">
                <a:latin typeface="Symbol"/>
                <a:cs typeface="Symbol"/>
              </a:rPr>
              <a:t></a:t>
            </a:r>
            <a:r>
              <a:rPr sz="3200" dirty="0">
                <a:latin typeface="Calibri"/>
                <a:cs typeface="Calibri"/>
              </a:rPr>
              <a:t>C,</a:t>
            </a:r>
            <a:r>
              <a:rPr sz="3200" spc="-40" dirty="0">
                <a:latin typeface="Calibri"/>
                <a:cs typeface="Calibri"/>
              </a:rPr>
              <a:t> </a:t>
            </a:r>
            <a:r>
              <a:rPr sz="3200" dirty="0">
                <a:latin typeface="Calibri"/>
                <a:cs typeface="Calibri"/>
              </a:rPr>
              <a:t>P(x,</a:t>
            </a:r>
            <a:r>
              <a:rPr sz="3200" spc="-50" dirty="0">
                <a:latin typeface="Calibri"/>
                <a:cs typeface="Calibri"/>
              </a:rPr>
              <a:t> </a:t>
            </a:r>
            <a:r>
              <a:rPr sz="3200" spc="-55" dirty="0">
                <a:latin typeface="Calibri"/>
                <a:cs typeface="Calibri"/>
              </a:rPr>
              <a:t>y,</a:t>
            </a:r>
            <a:r>
              <a:rPr sz="3200" spc="-45" dirty="0">
                <a:latin typeface="Calibri"/>
                <a:cs typeface="Calibri"/>
              </a:rPr>
              <a:t> </a:t>
            </a:r>
            <a:r>
              <a:rPr sz="3200" spc="-25" dirty="0">
                <a:latin typeface="Calibri"/>
                <a:cs typeface="Calibri"/>
              </a:rPr>
              <a:t>z)</a:t>
            </a:r>
            <a:endParaRPr sz="3200">
              <a:latin typeface="Calibri"/>
              <a:cs typeface="Calibri"/>
            </a:endParaRPr>
          </a:p>
          <a:p>
            <a:pPr>
              <a:lnSpc>
                <a:spcPct val="100000"/>
              </a:lnSpc>
              <a:spcBef>
                <a:spcPts val="1445"/>
              </a:spcBef>
            </a:pPr>
            <a:endParaRPr sz="3200">
              <a:latin typeface="Calibri"/>
              <a:cs typeface="Calibri"/>
            </a:endParaRPr>
          </a:p>
          <a:p>
            <a:pPr marL="12700">
              <a:lnSpc>
                <a:spcPct val="100000"/>
              </a:lnSpc>
              <a:spcBef>
                <a:spcPts val="5"/>
              </a:spcBef>
            </a:pPr>
            <a:r>
              <a:rPr sz="3200" b="1" dirty="0">
                <a:latin typeface="Calibri"/>
                <a:cs typeface="Calibri"/>
              </a:rPr>
              <a:t>Phủ</a:t>
            </a:r>
            <a:r>
              <a:rPr sz="3200" b="1" spc="-35" dirty="0">
                <a:latin typeface="Calibri"/>
                <a:cs typeface="Calibri"/>
              </a:rPr>
              <a:t> </a:t>
            </a:r>
            <a:r>
              <a:rPr sz="3200" b="1" dirty="0">
                <a:latin typeface="Calibri"/>
                <a:cs typeface="Calibri"/>
              </a:rPr>
              <a:t>định</a:t>
            </a:r>
            <a:r>
              <a:rPr sz="3200" b="1" spc="-20" dirty="0">
                <a:latin typeface="Calibri"/>
                <a:cs typeface="Calibri"/>
              </a:rPr>
              <a:t> </a:t>
            </a:r>
            <a:r>
              <a:rPr sz="3200" b="1" dirty="0">
                <a:latin typeface="Calibri"/>
                <a:cs typeface="Calibri"/>
              </a:rPr>
              <a:t>của</a:t>
            </a:r>
            <a:r>
              <a:rPr sz="3200" b="1" spc="-25" dirty="0">
                <a:latin typeface="Calibri"/>
                <a:cs typeface="Calibri"/>
              </a:rPr>
              <a:t> </a:t>
            </a:r>
            <a:r>
              <a:rPr sz="3200" b="1" dirty="0">
                <a:latin typeface="Calibri"/>
                <a:cs typeface="Calibri"/>
              </a:rPr>
              <a:t>mệnh</a:t>
            </a:r>
            <a:r>
              <a:rPr sz="3200" b="1" spc="-15" dirty="0">
                <a:latin typeface="Calibri"/>
                <a:cs typeface="Calibri"/>
              </a:rPr>
              <a:t> </a:t>
            </a:r>
            <a:r>
              <a:rPr sz="3200" b="1" dirty="0">
                <a:latin typeface="Calibri"/>
                <a:cs typeface="Calibri"/>
              </a:rPr>
              <a:t>đề</a:t>
            </a:r>
            <a:r>
              <a:rPr sz="3200" b="1" spc="-5" dirty="0">
                <a:latin typeface="Calibri"/>
                <a:cs typeface="Calibri"/>
              </a:rPr>
              <a:t> </a:t>
            </a:r>
            <a:r>
              <a:rPr sz="3200" b="1" spc="-25" dirty="0">
                <a:latin typeface="Calibri"/>
                <a:cs typeface="Calibri"/>
              </a:rPr>
              <a:t>2:</a:t>
            </a:r>
            <a:endParaRPr sz="3200">
              <a:latin typeface="Calibri"/>
              <a:cs typeface="Calibri"/>
            </a:endParaRPr>
          </a:p>
          <a:p>
            <a:pPr marL="12700">
              <a:lnSpc>
                <a:spcPct val="100000"/>
              </a:lnSpc>
              <a:spcBef>
                <a:spcPts val="790"/>
              </a:spcBef>
            </a:pPr>
            <a:r>
              <a:rPr sz="3200" dirty="0">
                <a:latin typeface="Symbol"/>
                <a:cs typeface="Symbol"/>
              </a:rPr>
              <a:t></a:t>
            </a:r>
            <a:r>
              <a:rPr sz="3200" dirty="0">
                <a:latin typeface="Calibri"/>
                <a:cs typeface="Calibri"/>
              </a:rPr>
              <a:t>x</a:t>
            </a:r>
            <a:r>
              <a:rPr sz="3200" spc="-50" dirty="0">
                <a:latin typeface="Calibri"/>
                <a:cs typeface="Calibri"/>
              </a:rPr>
              <a:t> </a:t>
            </a:r>
            <a:r>
              <a:rPr sz="3200" dirty="0">
                <a:latin typeface="Symbol"/>
                <a:cs typeface="Symbol"/>
              </a:rPr>
              <a:t></a:t>
            </a:r>
            <a:r>
              <a:rPr sz="3200" dirty="0">
                <a:latin typeface="Calibri"/>
                <a:cs typeface="Calibri"/>
              </a:rPr>
              <a:t>A,</a:t>
            </a:r>
            <a:r>
              <a:rPr sz="3200" spc="-35" dirty="0">
                <a:latin typeface="Calibri"/>
                <a:cs typeface="Calibri"/>
              </a:rPr>
              <a:t> </a:t>
            </a:r>
            <a:r>
              <a:rPr sz="3200" dirty="0">
                <a:latin typeface="Symbol"/>
                <a:cs typeface="Symbol"/>
              </a:rPr>
              <a:t></a:t>
            </a:r>
            <a:r>
              <a:rPr sz="3200" dirty="0">
                <a:latin typeface="Calibri"/>
                <a:cs typeface="Calibri"/>
              </a:rPr>
              <a:t>y</a:t>
            </a:r>
            <a:r>
              <a:rPr sz="3200" spc="-40" dirty="0">
                <a:latin typeface="Calibri"/>
                <a:cs typeface="Calibri"/>
              </a:rPr>
              <a:t> </a:t>
            </a:r>
            <a:r>
              <a:rPr sz="3200" dirty="0">
                <a:latin typeface="Symbol"/>
                <a:cs typeface="Symbol"/>
              </a:rPr>
              <a:t></a:t>
            </a:r>
            <a:r>
              <a:rPr sz="3200" dirty="0">
                <a:latin typeface="Calibri"/>
                <a:cs typeface="Calibri"/>
              </a:rPr>
              <a:t>B,</a:t>
            </a:r>
            <a:r>
              <a:rPr sz="3200" spc="-45" dirty="0">
                <a:latin typeface="Calibri"/>
                <a:cs typeface="Calibri"/>
              </a:rPr>
              <a:t> </a:t>
            </a:r>
            <a:r>
              <a:rPr sz="3200" dirty="0">
                <a:latin typeface="Symbol"/>
                <a:cs typeface="Symbol"/>
              </a:rPr>
              <a:t></a:t>
            </a:r>
            <a:r>
              <a:rPr sz="3200" dirty="0">
                <a:latin typeface="Calibri"/>
                <a:cs typeface="Calibri"/>
              </a:rPr>
              <a:t>z</a:t>
            </a:r>
            <a:r>
              <a:rPr sz="3200" spc="-50" dirty="0">
                <a:latin typeface="Calibri"/>
                <a:cs typeface="Calibri"/>
              </a:rPr>
              <a:t> </a:t>
            </a:r>
            <a:r>
              <a:rPr sz="3200" dirty="0">
                <a:latin typeface="Symbol"/>
                <a:cs typeface="Symbol"/>
              </a:rPr>
              <a:t></a:t>
            </a:r>
            <a:r>
              <a:rPr sz="3200" dirty="0">
                <a:latin typeface="Calibri"/>
                <a:cs typeface="Calibri"/>
              </a:rPr>
              <a:t>C,</a:t>
            </a:r>
            <a:r>
              <a:rPr sz="3200" spc="-40" dirty="0">
                <a:latin typeface="Calibri"/>
                <a:cs typeface="Calibri"/>
              </a:rPr>
              <a:t> </a:t>
            </a:r>
            <a:r>
              <a:rPr sz="3200" dirty="0">
                <a:latin typeface="Symbol"/>
                <a:cs typeface="Symbol"/>
              </a:rPr>
              <a:t></a:t>
            </a:r>
            <a:r>
              <a:rPr sz="3200" dirty="0">
                <a:latin typeface="Calibri"/>
                <a:cs typeface="Calibri"/>
              </a:rPr>
              <a:t>P(x,</a:t>
            </a:r>
            <a:r>
              <a:rPr sz="3200" spc="-60" dirty="0">
                <a:latin typeface="Calibri"/>
                <a:cs typeface="Calibri"/>
              </a:rPr>
              <a:t> y,</a:t>
            </a:r>
            <a:r>
              <a:rPr sz="3200" spc="-50" dirty="0">
                <a:latin typeface="Calibri"/>
                <a:cs typeface="Calibri"/>
              </a:rPr>
              <a:t> </a:t>
            </a:r>
            <a:r>
              <a:rPr sz="3200" spc="-25" dirty="0">
                <a:latin typeface="Calibri"/>
                <a:cs typeface="Calibri"/>
              </a:rPr>
              <a:t>z)</a:t>
            </a:r>
            <a:endParaRPr sz="3200">
              <a:latin typeface="Calibri"/>
              <a:cs typeface="Calibri"/>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235407"/>
            <a:ext cx="8136890" cy="2761615"/>
          </a:xfrm>
          <a:prstGeom prst="rect">
            <a:avLst/>
          </a:prstGeom>
        </p:spPr>
        <p:txBody>
          <a:bodyPr vert="horz" wrap="square" lIns="0" tIns="13335" rIns="0" bIns="0" rtlCol="0">
            <a:spAutoFit/>
          </a:bodyPr>
          <a:lstStyle/>
          <a:p>
            <a:pPr marL="12700" marR="124460">
              <a:lnSpc>
                <a:spcPct val="100000"/>
              </a:lnSpc>
              <a:spcBef>
                <a:spcPts val="105"/>
              </a:spcBef>
            </a:pPr>
            <a:r>
              <a:rPr sz="3200" b="1" dirty="0">
                <a:latin typeface="Calibri"/>
                <a:cs typeface="Calibri"/>
              </a:rPr>
              <a:t>1.8.7</a:t>
            </a:r>
            <a:r>
              <a:rPr sz="3200" b="1" spc="-30" dirty="0">
                <a:latin typeface="Calibri"/>
                <a:cs typeface="Calibri"/>
              </a:rPr>
              <a:t> </a:t>
            </a:r>
            <a:r>
              <a:rPr sz="3200" b="1" dirty="0">
                <a:latin typeface="Calibri"/>
                <a:cs typeface="Calibri"/>
              </a:rPr>
              <a:t>Định</a:t>
            </a:r>
            <a:r>
              <a:rPr sz="3200" b="1" spc="-30" dirty="0">
                <a:latin typeface="Calibri"/>
                <a:cs typeface="Calibri"/>
              </a:rPr>
              <a:t> </a:t>
            </a:r>
            <a:r>
              <a:rPr sz="3200" b="1" dirty="0">
                <a:latin typeface="Calibri"/>
                <a:cs typeface="Calibri"/>
              </a:rPr>
              <a:t>lý:</a:t>
            </a:r>
            <a:r>
              <a:rPr sz="3200" b="1" spc="-30" dirty="0">
                <a:latin typeface="Calibri"/>
                <a:cs typeface="Calibri"/>
              </a:rPr>
              <a:t> </a:t>
            </a:r>
            <a:r>
              <a:rPr sz="3200" dirty="0">
                <a:latin typeface="Calibri"/>
                <a:cs typeface="Calibri"/>
              </a:rPr>
              <a:t>Cho</a:t>
            </a:r>
            <a:r>
              <a:rPr sz="3200" spc="-30" dirty="0">
                <a:latin typeface="Calibri"/>
                <a:cs typeface="Calibri"/>
              </a:rPr>
              <a:t> </a:t>
            </a:r>
            <a:r>
              <a:rPr sz="3200" dirty="0">
                <a:latin typeface="Calibri"/>
                <a:cs typeface="Calibri"/>
              </a:rPr>
              <a:t>P(x,</a:t>
            </a:r>
            <a:r>
              <a:rPr sz="3200" spc="-25" dirty="0">
                <a:latin typeface="Calibri"/>
                <a:cs typeface="Calibri"/>
              </a:rPr>
              <a:t> </a:t>
            </a:r>
            <a:r>
              <a:rPr sz="3200" dirty="0">
                <a:latin typeface="Calibri"/>
                <a:cs typeface="Calibri"/>
              </a:rPr>
              <a:t>y)</a:t>
            </a:r>
            <a:r>
              <a:rPr sz="3200" spc="-30" dirty="0">
                <a:latin typeface="Calibri"/>
                <a:cs typeface="Calibri"/>
              </a:rPr>
              <a:t> </a:t>
            </a:r>
            <a:r>
              <a:rPr sz="3200" dirty="0">
                <a:latin typeface="Calibri"/>
                <a:cs typeface="Calibri"/>
              </a:rPr>
              <a:t>là</a:t>
            </a:r>
            <a:r>
              <a:rPr sz="3200" spc="-30" dirty="0">
                <a:latin typeface="Calibri"/>
                <a:cs typeface="Calibri"/>
              </a:rPr>
              <a:t> </a:t>
            </a:r>
            <a:r>
              <a:rPr sz="3200" dirty="0">
                <a:latin typeface="Calibri"/>
                <a:cs typeface="Calibri"/>
              </a:rPr>
              <a:t>vị</a:t>
            </a:r>
            <a:r>
              <a:rPr sz="3200" spc="-30" dirty="0">
                <a:latin typeface="Calibri"/>
                <a:cs typeface="Calibri"/>
              </a:rPr>
              <a:t> </a:t>
            </a:r>
            <a:r>
              <a:rPr sz="3200" dirty="0">
                <a:latin typeface="Calibri"/>
                <a:cs typeface="Calibri"/>
              </a:rPr>
              <a:t>từ.</a:t>
            </a:r>
            <a:r>
              <a:rPr sz="3200" spc="-25" dirty="0">
                <a:latin typeface="Calibri"/>
                <a:cs typeface="Calibri"/>
              </a:rPr>
              <a:t> </a:t>
            </a:r>
            <a:r>
              <a:rPr sz="3200" spc="-90" dirty="0">
                <a:latin typeface="Calibri"/>
                <a:cs typeface="Calibri"/>
              </a:rPr>
              <a:t>Ta</a:t>
            </a:r>
            <a:r>
              <a:rPr sz="3200" spc="-30" dirty="0">
                <a:latin typeface="Calibri"/>
                <a:cs typeface="Calibri"/>
              </a:rPr>
              <a:t> </a:t>
            </a:r>
            <a:r>
              <a:rPr sz="3200" dirty="0">
                <a:latin typeface="Calibri"/>
                <a:cs typeface="Calibri"/>
              </a:rPr>
              <a:t>có</a:t>
            </a:r>
            <a:r>
              <a:rPr sz="3200" spc="-45" dirty="0">
                <a:latin typeface="Calibri"/>
                <a:cs typeface="Calibri"/>
              </a:rPr>
              <a:t> </a:t>
            </a:r>
            <a:r>
              <a:rPr sz="3200" dirty="0">
                <a:latin typeface="Calibri"/>
                <a:cs typeface="Calibri"/>
              </a:rPr>
              <a:t>các</a:t>
            </a:r>
            <a:r>
              <a:rPr sz="3200" spc="-40" dirty="0">
                <a:latin typeface="Calibri"/>
                <a:cs typeface="Calibri"/>
              </a:rPr>
              <a:t> </a:t>
            </a:r>
            <a:r>
              <a:rPr sz="3200" spc="-20" dirty="0">
                <a:latin typeface="Calibri"/>
                <a:cs typeface="Calibri"/>
              </a:rPr>
              <a:t>mệnh </a:t>
            </a:r>
            <a:r>
              <a:rPr sz="3200" dirty="0">
                <a:latin typeface="Calibri"/>
                <a:cs typeface="Calibri"/>
              </a:rPr>
              <a:t>đề</a:t>
            </a:r>
            <a:r>
              <a:rPr sz="3200" spc="-25" dirty="0">
                <a:latin typeface="Calibri"/>
                <a:cs typeface="Calibri"/>
              </a:rPr>
              <a:t> </a:t>
            </a:r>
            <a:r>
              <a:rPr sz="3200" dirty="0">
                <a:latin typeface="Calibri"/>
                <a:cs typeface="Calibri"/>
              </a:rPr>
              <a:t>sau</a:t>
            </a:r>
            <a:r>
              <a:rPr sz="3200" spc="-30" dirty="0">
                <a:latin typeface="Calibri"/>
                <a:cs typeface="Calibri"/>
              </a:rPr>
              <a:t> </a:t>
            </a:r>
            <a:r>
              <a:rPr sz="3200" dirty="0">
                <a:latin typeface="Calibri"/>
                <a:cs typeface="Calibri"/>
              </a:rPr>
              <a:t>là</a:t>
            </a:r>
            <a:r>
              <a:rPr sz="3200" spc="-15" dirty="0">
                <a:latin typeface="Calibri"/>
                <a:cs typeface="Calibri"/>
              </a:rPr>
              <a:t> </a:t>
            </a:r>
            <a:r>
              <a:rPr sz="3200" spc="-20" dirty="0">
                <a:latin typeface="Calibri"/>
                <a:cs typeface="Calibri"/>
              </a:rPr>
              <a:t>đúng:</a:t>
            </a:r>
            <a:endParaRPr sz="3200">
              <a:latin typeface="Calibri"/>
              <a:cs typeface="Calibri"/>
            </a:endParaRPr>
          </a:p>
          <a:p>
            <a:pPr marL="320675" indent="-307975">
              <a:lnSpc>
                <a:spcPct val="100000"/>
              </a:lnSpc>
              <a:spcBef>
                <a:spcPts val="795"/>
              </a:spcBef>
              <a:buAutoNum type="romanLcParenR"/>
              <a:tabLst>
                <a:tab pos="320675" algn="l"/>
              </a:tabLst>
            </a:pPr>
            <a:r>
              <a:rPr sz="3200" dirty="0">
                <a:latin typeface="Calibri"/>
                <a:cs typeface="Calibri"/>
              </a:rPr>
              <a:t>[</a:t>
            </a:r>
            <a:r>
              <a:rPr sz="3200" dirty="0">
                <a:latin typeface="Symbol"/>
                <a:cs typeface="Symbol"/>
              </a:rPr>
              <a:t></a:t>
            </a:r>
            <a:r>
              <a:rPr sz="3200" dirty="0">
                <a:latin typeface="Calibri"/>
                <a:cs typeface="Calibri"/>
              </a:rPr>
              <a:t>x</a:t>
            </a:r>
            <a:r>
              <a:rPr sz="3200" spc="-55" dirty="0">
                <a:latin typeface="Calibri"/>
                <a:cs typeface="Calibri"/>
              </a:rPr>
              <a:t> </a:t>
            </a:r>
            <a:r>
              <a:rPr sz="3200" dirty="0">
                <a:latin typeface="Symbol"/>
                <a:cs typeface="Symbol"/>
              </a:rPr>
              <a:t></a:t>
            </a:r>
            <a:r>
              <a:rPr sz="3200" dirty="0">
                <a:latin typeface="Calibri"/>
                <a:cs typeface="Calibri"/>
              </a:rPr>
              <a:t>A</a:t>
            </a:r>
            <a:r>
              <a:rPr sz="3200" spc="-65" dirty="0">
                <a:latin typeface="Calibri"/>
                <a:cs typeface="Calibri"/>
              </a:rPr>
              <a:t> </a:t>
            </a:r>
            <a:r>
              <a:rPr sz="3200" dirty="0">
                <a:latin typeface="Calibri"/>
                <a:cs typeface="Calibri"/>
              </a:rPr>
              <a:t>,</a:t>
            </a:r>
            <a:r>
              <a:rPr sz="3200" dirty="0">
                <a:latin typeface="Symbol"/>
                <a:cs typeface="Symbol"/>
              </a:rPr>
              <a:t></a:t>
            </a:r>
            <a:r>
              <a:rPr sz="3200" dirty="0">
                <a:latin typeface="Calibri"/>
                <a:cs typeface="Calibri"/>
              </a:rPr>
              <a:t>y</a:t>
            </a:r>
            <a:r>
              <a:rPr sz="3200" dirty="0">
                <a:latin typeface="Symbol"/>
                <a:cs typeface="Symbol"/>
              </a:rPr>
              <a:t></a:t>
            </a:r>
            <a:r>
              <a:rPr sz="3200" dirty="0">
                <a:latin typeface="Calibri"/>
                <a:cs typeface="Calibri"/>
              </a:rPr>
              <a:t>B,</a:t>
            </a:r>
            <a:r>
              <a:rPr sz="3200" spc="-60" dirty="0">
                <a:latin typeface="Calibri"/>
                <a:cs typeface="Calibri"/>
              </a:rPr>
              <a:t> </a:t>
            </a:r>
            <a:r>
              <a:rPr sz="3200" dirty="0">
                <a:latin typeface="Calibri"/>
                <a:cs typeface="Calibri"/>
              </a:rPr>
              <a:t>p(x,y)]</a:t>
            </a:r>
            <a:r>
              <a:rPr sz="3200" dirty="0">
                <a:latin typeface="Symbol"/>
                <a:cs typeface="Symbol"/>
              </a:rPr>
              <a:t></a:t>
            </a:r>
            <a:r>
              <a:rPr sz="3200" dirty="0">
                <a:latin typeface="Calibri"/>
                <a:cs typeface="Calibri"/>
              </a:rPr>
              <a:t>[</a:t>
            </a:r>
            <a:r>
              <a:rPr sz="3200" dirty="0">
                <a:latin typeface="Symbol"/>
                <a:cs typeface="Symbol"/>
              </a:rPr>
              <a:t></a:t>
            </a:r>
            <a:r>
              <a:rPr sz="3200" dirty="0">
                <a:latin typeface="Calibri"/>
                <a:cs typeface="Calibri"/>
              </a:rPr>
              <a:t>y</a:t>
            </a:r>
            <a:r>
              <a:rPr sz="3200" dirty="0">
                <a:latin typeface="Symbol"/>
                <a:cs typeface="Symbol"/>
              </a:rPr>
              <a:t></a:t>
            </a:r>
            <a:r>
              <a:rPr sz="3200" dirty="0">
                <a:latin typeface="Calibri"/>
                <a:cs typeface="Calibri"/>
              </a:rPr>
              <a:t>B,</a:t>
            </a:r>
            <a:r>
              <a:rPr sz="3200" spc="-30" dirty="0">
                <a:latin typeface="Calibri"/>
                <a:cs typeface="Calibri"/>
              </a:rPr>
              <a:t> </a:t>
            </a:r>
            <a:r>
              <a:rPr sz="3200" dirty="0">
                <a:latin typeface="Symbol"/>
                <a:cs typeface="Symbol"/>
              </a:rPr>
              <a:t></a:t>
            </a:r>
            <a:r>
              <a:rPr sz="3200" dirty="0">
                <a:latin typeface="Calibri"/>
                <a:cs typeface="Calibri"/>
              </a:rPr>
              <a:t>x</a:t>
            </a:r>
            <a:r>
              <a:rPr sz="3200" spc="-60" dirty="0">
                <a:latin typeface="Calibri"/>
                <a:cs typeface="Calibri"/>
              </a:rPr>
              <a:t> </a:t>
            </a:r>
            <a:r>
              <a:rPr sz="3200" dirty="0">
                <a:latin typeface="Symbol"/>
                <a:cs typeface="Symbol"/>
              </a:rPr>
              <a:t></a:t>
            </a:r>
            <a:r>
              <a:rPr sz="3200" dirty="0">
                <a:latin typeface="Calibri"/>
                <a:cs typeface="Calibri"/>
              </a:rPr>
              <a:t>A</a:t>
            </a:r>
            <a:r>
              <a:rPr sz="3200" spc="-65" dirty="0">
                <a:latin typeface="Calibri"/>
                <a:cs typeface="Calibri"/>
              </a:rPr>
              <a:t> </a:t>
            </a:r>
            <a:r>
              <a:rPr sz="3200" dirty="0">
                <a:latin typeface="Calibri"/>
                <a:cs typeface="Calibri"/>
              </a:rPr>
              <a:t>,</a:t>
            </a:r>
            <a:r>
              <a:rPr sz="3200" spc="-65" dirty="0">
                <a:latin typeface="Calibri"/>
                <a:cs typeface="Calibri"/>
              </a:rPr>
              <a:t> </a:t>
            </a:r>
            <a:r>
              <a:rPr sz="3200" spc="-10" dirty="0">
                <a:latin typeface="Calibri"/>
                <a:cs typeface="Calibri"/>
              </a:rPr>
              <a:t>p(x,y)]</a:t>
            </a:r>
            <a:endParaRPr sz="3200">
              <a:latin typeface="Calibri"/>
              <a:cs typeface="Calibri"/>
            </a:endParaRPr>
          </a:p>
          <a:p>
            <a:pPr marL="415925" indent="-403225">
              <a:lnSpc>
                <a:spcPct val="100000"/>
              </a:lnSpc>
              <a:spcBef>
                <a:spcPts val="770"/>
              </a:spcBef>
              <a:buAutoNum type="romanLcParenR"/>
              <a:tabLst>
                <a:tab pos="415925" algn="l"/>
              </a:tabLst>
            </a:pPr>
            <a:r>
              <a:rPr sz="3200" dirty="0">
                <a:latin typeface="Calibri"/>
                <a:cs typeface="Calibri"/>
              </a:rPr>
              <a:t>[</a:t>
            </a:r>
            <a:r>
              <a:rPr sz="3200" dirty="0">
                <a:latin typeface="Symbol"/>
                <a:cs typeface="Symbol"/>
              </a:rPr>
              <a:t></a:t>
            </a:r>
            <a:r>
              <a:rPr sz="3200" dirty="0">
                <a:latin typeface="Calibri"/>
                <a:cs typeface="Calibri"/>
              </a:rPr>
              <a:t>x</a:t>
            </a:r>
            <a:r>
              <a:rPr sz="3200" spc="-60" dirty="0">
                <a:latin typeface="Calibri"/>
                <a:cs typeface="Calibri"/>
              </a:rPr>
              <a:t> </a:t>
            </a:r>
            <a:r>
              <a:rPr sz="3200" dirty="0">
                <a:latin typeface="Symbol"/>
                <a:cs typeface="Symbol"/>
              </a:rPr>
              <a:t></a:t>
            </a:r>
            <a:r>
              <a:rPr sz="3200" dirty="0">
                <a:latin typeface="Calibri"/>
                <a:cs typeface="Calibri"/>
              </a:rPr>
              <a:t>A</a:t>
            </a:r>
            <a:r>
              <a:rPr sz="3200" spc="-60" dirty="0">
                <a:latin typeface="Calibri"/>
                <a:cs typeface="Calibri"/>
              </a:rPr>
              <a:t> </a:t>
            </a:r>
            <a:r>
              <a:rPr sz="3200" dirty="0">
                <a:latin typeface="Calibri"/>
                <a:cs typeface="Calibri"/>
              </a:rPr>
              <a:t>,</a:t>
            </a:r>
            <a:r>
              <a:rPr sz="3200" dirty="0">
                <a:latin typeface="Symbol"/>
                <a:cs typeface="Symbol"/>
              </a:rPr>
              <a:t></a:t>
            </a:r>
            <a:r>
              <a:rPr sz="3200" dirty="0">
                <a:latin typeface="Calibri"/>
                <a:cs typeface="Calibri"/>
              </a:rPr>
              <a:t>y</a:t>
            </a:r>
            <a:r>
              <a:rPr sz="3200" dirty="0">
                <a:latin typeface="Symbol"/>
                <a:cs typeface="Symbol"/>
              </a:rPr>
              <a:t></a:t>
            </a:r>
            <a:r>
              <a:rPr sz="3200" dirty="0">
                <a:latin typeface="Calibri"/>
                <a:cs typeface="Calibri"/>
              </a:rPr>
              <a:t>B,</a:t>
            </a:r>
            <a:r>
              <a:rPr sz="3200" spc="-55" dirty="0">
                <a:latin typeface="Calibri"/>
                <a:cs typeface="Calibri"/>
              </a:rPr>
              <a:t> </a:t>
            </a:r>
            <a:r>
              <a:rPr sz="3200" dirty="0">
                <a:latin typeface="Calibri"/>
                <a:cs typeface="Calibri"/>
              </a:rPr>
              <a:t>p(x,y)]</a:t>
            </a:r>
            <a:r>
              <a:rPr sz="3200" dirty="0">
                <a:latin typeface="Symbol"/>
                <a:cs typeface="Symbol"/>
              </a:rPr>
              <a:t></a:t>
            </a:r>
            <a:r>
              <a:rPr sz="3200" dirty="0">
                <a:latin typeface="Calibri"/>
                <a:cs typeface="Calibri"/>
              </a:rPr>
              <a:t>[</a:t>
            </a:r>
            <a:r>
              <a:rPr sz="3200" dirty="0">
                <a:latin typeface="Symbol"/>
                <a:cs typeface="Symbol"/>
              </a:rPr>
              <a:t></a:t>
            </a:r>
            <a:r>
              <a:rPr sz="3200" dirty="0">
                <a:latin typeface="Calibri"/>
                <a:cs typeface="Calibri"/>
              </a:rPr>
              <a:t>y</a:t>
            </a:r>
            <a:r>
              <a:rPr sz="3200" dirty="0">
                <a:latin typeface="Symbol"/>
                <a:cs typeface="Symbol"/>
              </a:rPr>
              <a:t></a:t>
            </a:r>
            <a:r>
              <a:rPr sz="3200" dirty="0">
                <a:latin typeface="Calibri"/>
                <a:cs typeface="Calibri"/>
              </a:rPr>
              <a:t>B,</a:t>
            </a:r>
            <a:r>
              <a:rPr sz="3200" spc="-35" dirty="0">
                <a:latin typeface="Calibri"/>
                <a:cs typeface="Calibri"/>
              </a:rPr>
              <a:t> </a:t>
            </a:r>
            <a:r>
              <a:rPr sz="3200" dirty="0">
                <a:latin typeface="Symbol"/>
                <a:cs typeface="Symbol"/>
              </a:rPr>
              <a:t></a:t>
            </a:r>
            <a:r>
              <a:rPr sz="3200" dirty="0">
                <a:latin typeface="Calibri"/>
                <a:cs typeface="Calibri"/>
              </a:rPr>
              <a:t>x</a:t>
            </a:r>
            <a:r>
              <a:rPr sz="3200" spc="-60" dirty="0">
                <a:latin typeface="Calibri"/>
                <a:cs typeface="Calibri"/>
              </a:rPr>
              <a:t> </a:t>
            </a:r>
            <a:r>
              <a:rPr sz="3200" dirty="0">
                <a:latin typeface="Symbol"/>
                <a:cs typeface="Symbol"/>
              </a:rPr>
              <a:t></a:t>
            </a:r>
            <a:r>
              <a:rPr sz="3200" dirty="0">
                <a:latin typeface="Calibri"/>
                <a:cs typeface="Calibri"/>
              </a:rPr>
              <a:t>A</a:t>
            </a:r>
            <a:r>
              <a:rPr sz="3200" spc="-55" dirty="0">
                <a:latin typeface="Calibri"/>
                <a:cs typeface="Calibri"/>
              </a:rPr>
              <a:t> </a:t>
            </a:r>
            <a:r>
              <a:rPr sz="3200" dirty="0">
                <a:latin typeface="Calibri"/>
                <a:cs typeface="Calibri"/>
              </a:rPr>
              <a:t>,</a:t>
            </a:r>
            <a:r>
              <a:rPr sz="3200" spc="-60" dirty="0">
                <a:latin typeface="Calibri"/>
                <a:cs typeface="Calibri"/>
              </a:rPr>
              <a:t> </a:t>
            </a:r>
            <a:r>
              <a:rPr sz="3200" spc="-10" dirty="0">
                <a:latin typeface="Calibri"/>
                <a:cs typeface="Calibri"/>
              </a:rPr>
              <a:t>p(x,y)]</a:t>
            </a:r>
            <a:endParaRPr sz="3200">
              <a:latin typeface="Calibri"/>
              <a:cs typeface="Calibri"/>
            </a:endParaRPr>
          </a:p>
          <a:p>
            <a:pPr marL="507365" indent="-494665">
              <a:lnSpc>
                <a:spcPct val="100000"/>
              </a:lnSpc>
              <a:spcBef>
                <a:spcPts val="770"/>
              </a:spcBef>
              <a:buAutoNum type="romanLcParenR"/>
              <a:tabLst>
                <a:tab pos="507365" algn="l"/>
              </a:tabLst>
            </a:pPr>
            <a:r>
              <a:rPr sz="3200" dirty="0">
                <a:latin typeface="Calibri"/>
                <a:cs typeface="Calibri"/>
              </a:rPr>
              <a:t>[</a:t>
            </a:r>
            <a:r>
              <a:rPr sz="3200" dirty="0">
                <a:latin typeface="Symbol"/>
                <a:cs typeface="Symbol"/>
              </a:rPr>
              <a:t></a:t>
            </a:r>
            <a:r>
              <a:rPr sz="3200" dirty="0">
                <a:latin typeface="Calibri"/>
                <a:cs typeface="Calibri"/>
              </a:rPr>
              <a:t>x</a:t>
            </a:r>
            <a:r>
              <a:rPr sz="3200" spc="-50" dirty="0">
                <a:latin typeface="Calibri"/>
                <a:cs typeface="Calibri"/>
              </a:rPr>
              <a:t> </a:t>
            </a:r>
            <a:r>
              <a:rPr sz="3200" dirty="0">
                <a:latin typeface="Symbol"/>
                <a:cs typeface="Symbol"/>
              </a:rPr>
              <a:t></a:t>
            </a:r>
            <a:r>
              <a:rPr sz="3200" dirty="0">
                <a:latin typeface="Calibri"/>
                <a:cs typeface="Calibri"/>
              </a:rPr>
              <a:t>A</a:t>
            </a:r>
            <a:r>
              <a:rPr sz="3200" spc="-45" dirty="0">
                <a:latin typeface="Calibri"/>
                <a:cs typeface="Calibri"/>
              </a:rPr>
              <a:t> </a:t>
            </a:r>
            <a:r>
              <a:rPr sz="3200" dirty="0">
                <a:latin typeface="Calibri"/>
                <a:cs typeface="Calibri"/>
              </a:rPr>
              <a:t>,</a:t>
            </a:r>
            <a:r>
              <a:rPr sz="3200" dirty="0">
                <a:latin typeface="Symbol"/>
                <a:cs typeface="Symbol"/>
              </a:rPr>
              <a:t></a:t>
            </a:r>
            <a:r>
              <a:rPr sz="3200" dirty="0">
                <a:latin typeface="Calibri"/>
                <a:cs typeface="Calibri"/>
              </a:rPr>
              <a:t>y</a:t>
            </a:r>
            <a:r>
              <a:rPr sz="3200" dirty="0">
                <a:latin typeface="Symbol"/>
                <a:cs typeface="Symbol"/>
              </a:rPr>
              <a:t></a:t>
            </a:r>
            <a:r>
              <a:rPr sz="3200" dirty="0">
                <a:latin typeface="Calibri"/>
                <a:cs typeface="Calibri"/>
              </a:rPr>
              <a:t>B,</a:t>
            </a:r>
            <a:r>
              <a:rPr sz="3200" spc="-40" dirty="0">
                <a:latin typeface="Calibri"/>
                <a:cs typeface="Calibri"/>
              </a:rPr>
              <a:t> </a:t>
            </a:r>
            <a:r>
              <a:rPr sz="3200" spc="-10" dirty="0">
                <a:latin typeface="Calibri"/>
                <a:cs typeface="Calibri"/>
              </a:rPr>
              <a:t>p(x,y)]</a:t>
            </a:r>
            <a:r>
              <a:rPr sz="3200" spc="-10" dirty="0">
                <a:latin typeface="Symbol"/>
                <a:cs typeface="Symbol"/>
              </a:rPr>
              <a:t></a:t>
            </a:r>
            <a:r>
              <a:rPr sz="3200" spc="-10" dirty="0">
                <a:latin typeface="Calibri"/>
                <a:cs typeface="Calibri"/>
              </a:rPr>
              <a:t>[</a:t>
            </a:r>
            <a:r>
              <a:rPr sz="3200" spc="-10" dirty="0">
                <a:latin typeface="Symbol"/>
                <a:cs typeface="Symbol"/>
              </a:rPr>
              <a:t></a:t>
            </a:r>
            <a:r>
              <a:rPr sz="3200" spc="-10" dirty="0">
                <a:latin typeface="Calibri"/>
                <a:cs typeface="Calibri"/>
              </a:rPr>
              <a:t>y</a:t>
            </a:r>
            <a:r>
              <a:rPr sz="3200" spc="-10" dirty="0">
                <a:latin typeface="Symbol"/>
                <a:cs typeface="Symbol"/>
              </a:rPr>
              <a:t></a:t>
            </a:r>
            <a:r>
              <a:rPr sz="3200" spc="-10" dirty="0">
                <a:latin typeface="Calibri"/>
                <a:cs typeface="Calibri"/>
              </a:rPr>
              <a:t>B, </a:t>
            </a:r>
            <a:r>
              <a:rPr sz="3200" dirty="0">
                <a:latin typeface="Symbol"/>
                <a:cs typeface="Symbol"/>
              </a:rPr>
              <a:t></a:t>
            </a:r>
            <a:r>
              <a:rPr sz="3200" dirty="0">
                <a:latin typeface="Calibri"/>
                <a:cs typeface="Calibri"/>
              </a:rPr>
              <a:t>x</a:t>
            </a:r>
            <a:r>
              <a:rPr sz="3200" spc="-45" dirty="0">
                <a:latin typeface="Calibri"/>
                <a:cs typeface="Calibri"/>
              </a:rPr>
              <a:t> </a:t>
            </a:r>
            <a:r>
              <a:rPr sz="3200" dirty="0">
                <a:latin typeface="Symbol"/>
                <a:cs typeface="Symbol"/>
              </a:rPr>
              <a:t></a:t>
            </a:r>
            <a:r>
              <a:rPr sz="3200" dirty="0">
                <a:latin typeface="Calibri"/>
                <a:cs typeface="Calibri"/>
              </a:rPr>
              <a:t>A</a:t>
            </a:r>
            <a:r>
              <a:rPr sz="3200" spc="-45" dirty="0">
                <a:latin typeface="Calibri"/>
                <a:cs typeface="Calibri"/>
              </a:rPr>
              <a:t> </a:t>
            </a:r>
            <a:r>
              <a:rPr sz="3200" dirty="0">
                <a:latin typeface="Calibri"/>
                <a:cs typeface="Calibri"/>
              </a:rPr>
              <a:t>,</a:t>
            </a:r>
            <a:r>
              <a:rPr sz="3200" spc="-45" dirty="0">
                <a:latin typeface="Calibri"/>
                <a:cs typeface="Calibri"/>
              </a:rPr>
              <a:t> </a:t>
            </a:r>
            <a:r>
              <a:rPr sz="3200" spc="-10" dirty="0">
                <a:latin typeface="Calibri"/>
                <a:cs typeface="Calibri"/>
              </a:rPr>
              <a:t>p(x,y)]</a:t>
            </a:r>
            <a:endParaRPr sz="3200">
              <a:latin typeface="Calibri"/>
              <a:cs typeface="Calibri"/>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141262"/>
            <a:ext cx="8338820" cy="5681345"/>
          </a:xfrm>
          <a:prstGeom prst="rect">
            <a:avLst/>
          </a:prstGeom>
        </p:spPr>
        <p:txBody>
          <a:bodyPr vert="horz" wrap="square" lIns="0" tIns="12700" rIns="0" bIns="0" rtlCol="0">
            <a:spAutoFit/>
          </a:bodyPr>
          <a:lstStyle/>
          <a:p>
            <a:pPr marL="12700" marR="5080">
              <a:lnSpc>
                <a:spcPct val="120100"/>
              </a:lnSpc>
              <a:spcBef>
                <a:spcPts val="100"/>
              </a:spcBef>
            </a:pPr>
            <a:r>
              <a:rPr sz="3200" b="1" dirty="0">
                <a:latin typeface="Calibri"/>
                <a:cs typeface="Calibri"/>
              </a:rPr>
              <a:t>iii)</a:t>
            </a:r>
            <a:r>
              <a:rPr sz="3200" b="1" spc="-40" dirty="0">
                <a:latin typeface="Calibri"/>
                <a:cs typeface="Calibri"/>
              </a:rPr>
              <a:t> </a:t>
            </a:r>
            <a:r>
              <a:rPr sz="3200" b="1" dirty="0">
                <a:latin typeface="Calibri"/>
                <a:cs typeface="Calibri"/>
              </a:rPr>
              <a:t>[</a:t>
            </a:r>
            <a:r>
              <a:rPr sz="3200" dirty="0">
                <a:latin typeface="Symbol"/>
                <a:cs typeface="Symbol"/>
              </a:rPr>
              <a:t></a:t>
            </a:r>
            <a:r>
              <a:rPr sz="3200" b="1" dirty="0">
                <a:latin typeface="Calibri"/>
                <a:cs typeface="Calibri"/>
              </a:rPr>
              <a:t>x</a:t>
            </a:r>
            <a:r>
              <a:rPr sz="3200" b="1" spc="-60" dirty="0">
                <a:latin typeface="Calibri"/>
                <a:cs typeface="Calibri"/>
              </a:rPr>
              <a:t> </a:t>
            </a:r>
            <a:r>
              <a:rPr sz="3200" dirty="0">
                <a:latin typeface="Symbol"/>
                <a:cs typeface="Symbol"/>
              </a:rPr>
              <a:t></a:t>
            </a:r>
            <a:r>
              <a:rPr sz="3200" b="1" dirty="0">
                <a:latin typeface="Calibri"/>
                <a:cs typeface="Calibri"/>
              </a:rPr>
              <a:t>A</a:t>
            </a:r>
            <a:r>
              <a:rPr sz="3200" b="1" spc="-40" dirty="0">
                <a:latin typeface="Calibri"/>
                <a:cs typeface="Calibri"/>
              </a:rPr>
              <a:t> </a:t>
            </a:r>
            <a:r>
              <a:rPr sz="3200" b="1" dirty="0">
                <a:latin typeface="Calibri"/>
                <a:cs typeface="Calibri"/>
              </a:rPr>
              <a:t>,</a:t>
            </a:r>
            <a:r>
              <a:rPr sz="3200" dirty="0">
                <a:latin typeface="Symbol"/>
                <a:cs typeface="Symbol"/>
              </a:rPr>
              <a:t></a:t>
            </a:r>
            <a:r>
              <a:rPr sz="3200" b="1" dirty="0">
                <a:latin typeface="Calibri"/>
                <a:cs typeface="Calibri"/>
              </a:rPr>
              <a:t>y</a:t>
            </a:r>
            <a:r>
              <a:rPr sz="3200" dirty="0">
                <a:latin typeface="Symbol"/>
                <a:cs typeface="Symbol"/>
              </a:rPr>
              <a:t></a:t>
            </a:r>
            <a:r>
              <a:rPr sz="3200" b="1" dirty="0">
                <a:latin typeface="Calibri"/>
                <a:cs typeface="Calibri"/>
              </a:rPr>
              <a:t>B,</a:t>
            </a:r>
            <a:r>
              <a:rPr sz="3200" b="1" spc="-50" dirty="0">
                <a:latin typeface="Calibri"/>
                <a:cs typeface="Calibri"/>
              </a:rPr>
              <a:t> </a:t>
            </a:r>
            <a:r>
              <a:rPr sz="3200" b="1" dirty="0">
                <a:latin typeface="Calibri"/>
                <a:cs typeface="Calibri"/>
              </a:rPr>
              <a:t>p(x,y)]</a:t>
            </a:r>
            <a:r>
              <a:rPr sz="3200" dirty="0">
                <a:latin typeface="Symbol"/>
                <a:cs typeface="Symbol"/>
              </a:rPr>
              <a:t></a:t>
            </a:r>
            <a:r>
              <a:rPr sz="3200" b="1" dirty="0">
                <a:latin typeface="Calibri"/>
                <a:cs typeface="Calibri"/>
              </a:rPr>
              <a:t>[</a:t>
            </a:r>
            <a:r>
              <a:rPr sz="3200" dirty="0">
                <a:latin typeface="Symbol"/>
                <a:cs typeface="Symbol"/>
              </a:rPr>
              <a:t></a:t>
            </a:r>
            <a:r>
              <a:rPr sz="3200" b="1" dirty="0">
                <a:latin typeface="Calibri"/>
                <a:cs typeface="Calibri"/>
              </a:rPr>
              <a:t>y</a:t>
            </a:r>
            <a:r>
              <a:rPr sz="3200" dirty="0">
                <a:latin typeface="Symbol"/>
                <a:cs typeface="Symbol"/>
              </a:rPr>
              <a:t></a:t>
            </a:r>
            <a:r>
              <a:rPr sz="3200" b="1" dirty="0">
                <a:latin typeface="Calibri"/>
                <a:cs typeface="Calibri"/>
              </a:rPr>
              <a:t>B,</a:t>
            </a:r>
            <a:r>
              <a:rPr sz="3200" b="1" spc="-70" dirty="0">
                <a:latin typeface="Calibri"/>
                <a:cs typeface="Calibri"/>
              </a:rPr>
              <a:t> </a:t>
            </a:r>
            <a:r>
              <a:rPr sz="3200" dirty="0">
                <a:latin typeface="Symbol"/>
                <a:cs typeface="Symbol"/>
              </a:rPr>
              <a:t></a:t>
            </a:r>
            <a:r>
              <a:rPr sz="3200" b="1" dirty="0">
                <a:latin typeface="Calibri"/>
                <a:cs typeface="Calibri"/>
              </a:rPr>
              <a:t>x</a:t>
            </a:r>
            <a:r>
              <a:rPr sz="3200" b="1" spc="-50" dirty="0">
                <a:latin typeface="Calibri"/>
                <a:cs typeface="Calibri"/>
              </a:rPr>
              <a:t> </a:t>
            </a:r>
            <a:r>
              <a:rPr sz="3200" dirty="0">
                <a:latin typeface="Symbol"/>
                <a:cs typeface="Symbol"/>
              </a:rPr>
              <a:t></a:t>
            </a:r>
            <a:r>
              <a:rPr sz="3200" b="1" dirty="0">
                <a:latin typeface="Calibri"/>
                <a:cs typeface="Calibri"/>
              </a:rPr>
              <a:t>A</a:t>
            </a:r>
            <a:r>
              <a:rPr sz="3200" b="1" spc="-55" dirty="0">
                <a:latin typeface="Calibri"/>
                <a:cs typeface="Calibri"/>
              </a:rPr>
              <a:t> </a:t>
            </a:r>
            <a:r>
              <a:rPr sz="3200" b="1" dirty="0">
                <a:latin typeface="Calibri"/>
                <a:cs typeface="Calibri"/>
              </a:rPr>
              <a:t>,</a:t>
            </a:r>
            <a:r>
              <a:rPr sz="3200" b="1" spc="-35" dirty="0">
                <a:latin typeface="Calibri"/>
                <a:cs typeface="Calibri"/>
              </a:rPr>
              <a:t> </a:t>
            </a:r>
            <a:r>
              <a:rPr sz="3200" b="1" spc="-10" dirty="0">
                <a:latin typeface="Calibri"/>
                <a:cs typeface="Calibri"/>
              </a:rPr>
              <a:t>p(x,y)] </a:t>
            </a:r>
            <a:r>
              <a:rPr sz="3200" b="1" dirty="0">
                <a:latin typeface="Calibri"/>
                <a:cs typeface="Calibri"/>
              </a:rPr>
              <a:t>Ví</a:t>
            </a:r>
            <a:r>
              <a:rPr sz="3200" b="1" spc="-35" dirty="0">
                <a:latin typeface="Calibri"/>
                <a:cs typeface="Calibri"/>
              </a:rPr>
              <a:t> </a:t>
            </a:r>
            <a:r>
              <a:rPr sz="3200" b="1" dirty="0">
                <a:latin typeface="Calibri"/>
                <a:cs typeface="Calibri"/>
              </a:rPr>
              <a:t>dụ:</a:t>
            </a:r>
            <a:r>
              <a:rPr sz="3200" b="1" spc="-35" dirty="0">
                <a:latin typeface="Calibri"/>
                <a:cs typeface="Calibri"/>
              </a:rPr>
              <a:t> </a:t>
            </a:r>
            <a:r>
              <a:rPr sz="3200" dirty="0">
                <a:latin typeface="Calibri"/>
                <a:cs typeface="Calibri"/>
              </a:rPr>
              <a:t>p(x,</a:t>
            </a:r>
            <a:r>
              <a:rPr sz="3200" spc="-10" dirty="0">
                <a:latin typeface="Calibri"/>
                <a:cs typeface="Calibri"/>
              </a:rPr>
              <a:t> </a:t>
            </a:r>
            <a:r>
              <a:rPr sz="3200" dirty="0">
                <a:latin typeface="Calibri"/>
                <a:cs typeface="Calibri"/>
              </a:rPr>
              <a:t>y)</a:t>
            </a:r>
            <a:r>
              <a:rPr sz="3200" spc="-25"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x+y=1,</a:t>
            </a:r>
            <a:r>
              <a:rPr sz="3200" spc="-25" dirty="0">
                <a:latin typeface="Calibri"/>
                <a:cs typeface="Calibri"/>
              </a:rPr>
              <a:t> </a:t>
            </a:r>
            <a:r>
              <a:rPr sz="3200" dirty="0">
                <a:latin typeface="Calibri"/>
                <a:cs typeface="Calibri"/>
              </a:rPr>
              <a:t>x,</a:t>
            </a:r>
            <a:r>
              <a:rPr sz="3200" spc="-25" dirty="0">
                <a:latin typeface="Calibri"/>
                <a:cs typeface="Calibri"/>
              </a:rPr>
              <a:t> </a:t>
            </a:r>
            <a:r>
              <a:rPr sz="3200" dirty="0">
                <a:latin typeface="Calibri"/>
                <a:cs typeface="Calibri"/>
              </a:rPr>
              <a:t>y</a:t>
            </a:r>
            <a:r>
              <a:rPr sz="3200" spc="-25" dirty="0">
                <a:latin typeface="Calibri"/>
                <a:cs typeface="Calibri"/>
              </a:rPr>
              <a:t> </a:t>
            </a:r>
            <a:r>
              <a:rPr sz="3200" dirty="0">
                <a:latin typeface="Symbol"/>
                <a:cs typeface="Symbol"/>
              </a:rPr>
              <a:t></a:t>
            </a:r>
            <a:r>
              <a:rPr sz="3200" spc="-100" dirty="0">
                <a:latin typeface="Times New Roman"/>
                <a:cs typeface="Times New Roman"/>
              </a:rPr>
              <a:t> </a:t>
            </a:r>
            <a:r>
              <a:rPr sz="3200" spc="-25" dirty="0">
                <a:latin typeface="Calibri"/>
                <a:cs typeface="Calibri"/>
              </a:rPr>
              <a:t>R.</a:t>
            </a:r>
            <a:endParaRPr sz="3200">
              <a:latin typeface="Calibri"/>
              <a:cs typeface="Calibri"/>
            </a:endParaRPr>
          </a:p>
          <a:p>
            <a:pPr marL="12700">
              <a:lnSpc>
                <a:spcPct val="100000"/>
              </a:lnSpc>
              <a:spcBef>
                <a:spcPts val="740"/>
              </a:spcBef>
            </a:pPr>
            <a:r>
              <a:rPr sz="3200" dirty="0">
                <a:latin typeface="Calibri"/>
                <a:cs typeface="Calibri"/>
              </a:rPr>
              <a:t>Xét</a:t>
            </a:r>
            <a:r>
              <a:rPr sz="3200" spc="-90" dirty="0">
                <a:latin typeface="Calibri"/>
                <a:cs typeface="Calibri"/>
              </a:rPr>
              <a:t> </a:t>
            </a:r>
            <a:r>
              <a:rPr sz="3200" dirty="0">
                <a:latin typeface="Calibri"/>
                <a:cs typeface="Calibri"/>
              </a:rPr>
              <a:t>mệnh</a:t>
            </a:r>
            <a:r>
              <a:rPr sz="3200" spc="-55" dirty="0">
                <a:latin typeface="Calibri"/>
                <a:cs typeface="Calibri"/>
              </a:rPr>
              <a:t> </a:t>
            </a:r>
            <a:r>
              <a:rPr sz="3200" spc="-25" dirty="0">
                <a:latin typeface="Calibri"/>
                <a:cs typeface="Calibri"/>
              </a:rPr>
              <a:t>đề</a:t>
            </a:r>
            <a:endParaRPr sz="3200">
              <a:latin typeface="Calibri"/>
              <a:cs typeface="Calibri"/>
            </a:endParaRPr>
          </a:p>
          <a:p>
            <a:pPr marL="2013585">
              <a:lnSpc>
                <a:spcPct val="100000"/>
              </a:lnSpc>
              <a:spcBef>
                <a:spcPts val="795"/>
              </a:spcBef>
              <a:tabLst>
                <a:tab pos="6060440" algn="l"/>
              </a:tabLst>
            </a:pPr>
            <a:r>
              <a:rPr sz="3200" dirty="0">
                <a:latin typeface="Symbol"/>
                <a:cs typeface="Symbol"/>
              </a:rPr>
              <a:t></a:t>
            </a:r>
            <a:r>
              <a:rPr sz="3200" dirty="0">
                <a:latin typeface="Calibri"/>
                <a:cs typeface="Calibri"/>
              </a:rPr>
              <a:t>y</a:t>
            </a:r>
            <a:r>
              <a:rPr sz="3200" dirty="0">
                <a:latin typeface="Symbol"/>
                <a:cs typeface="Symbol"/>
              </a:rPr>
              <a:t></a:t>
            </a:r>
            <a:r>
              <a:rPr sz="3200" dirty="0">
                <a:latin typeface="Calibri"/>
                <a:cs typeface="Calibri"/>
              </a:rPr>
              <a:t>R,</a:t>
            </a:r>
            <a:r>
              <a:rPr sz="3200" spc="-20" dirty="0">
                <a:latin typeface="Calibri"/>
                <a:cs typeface="Calibri"/>
              </a:rPr>
              <a:t> </a:t>
            </a:r>
            <a:r>
              <a:rPr sz="3200" dirty="0">
                <a:latin typeface="Symbol"/>
                <a:cs typeface="Symbol"/>
              </a:rPr>
              <a:t></a:t>
            </a:r>
            <a:r>
              <a:rPr sz="3200" dirty="0">
                <a:latin typeface="Calibri"/>
                <a:cs typeface="Calibri"/>
              </a:rPr>
              <a:t>x</a:t>
            </a:r>
            <a:r>
              <a:rPr sz="3200" spc="-25" dirty="0">
                <a:latin typeface="Calibri"/>
                <a:cs typeface="Calibri"/>
              </a:rPr>
              <a:t> </a:t>
            </a:r>
            <a:r>
              <a:rPr sz="3200" dirty="0">
                <a:latin typeface="Symbol"/>
                <a:cs typeface="Symbol"/>
              </a:rPr>
              <a:t></a:t>
            </a:r>
            <a:r>
              <a:rPr sz="3200" dirty="0">
                <a:latin typeface="Calibri"/>
                <a:cs typeface="Calibri"/>
              </a:rPr>
              <a:t>R</a:t>
            </a:r>
            <a:r>
              <a:rPr sz="3200" spc="-25" dirty="0">
                <a:latin typeface="Calibri"/>
                <a:cs typeface="Calibri"/>
              </a:rPr>
              <a:t> </a:t>
            </a:r>
            <a:r>
              <a:rPr sz="3200" dirty="0">
                <a:latin typeface="Calibri"/>
                <a:cs typeface="Calibri"/>
              </a:rPr>
              <a:t>,</a:t>
            </a:r>
            <a:r>
              <a:rPr sz="3200" spc="-20" dirty="0">
                <a:latin typeface="Calibri"/>
                <a:cs typeface="Calibri"/>
              </a:rPr>
              <a:t> </a:t>
            </a:r>
            <a:r>
              <a:rPr sz="3200" spc="-10" dirty="0">
                <a:latin typeface="Calibri"/>
                <a:cs typeface="Calibri"/>
              </a:rPr>
              <a:t>p(x,y).</a:t>
            </a:r>
            <a:r>
              <a:rPr sz="3200" dirty="0">
                <a:latin typeface="Calibri"/>
                <a:cs typeface="Calibri"/>
              </a:rPr>
              <a:t>	</a:t>
            </a:r>
            <a:r>
              <a:rPr sz="3200" spc="-25" dirty="0">
                <a:latin typeface="Calibri"/>
                <a:cs typeface="Calibri"/>
              </a:rPr>
              <a:t>(1)</a:t>
            </a:r>
            <a:endParaRPr sz="3200">
              <a:latin typeface="Calibri"/>
              <a:cs typeface="Calibri"/>
            </a:endParaRPr>
          </a:p>
          <a:p>
            <a:pPr marL="12700">
              <a:lnSpc>
                <a:spcPct val="100000"/>
              </a:lnSpc>
              <a:spcBef>
                <a:spcPts val="770"/>
              </a:spcBef>
            </a:pPr>
            <a:r>
              <a:rPr sz="3200" spc="-105" dirty="0">
                <a:latin typeface="Calibri"/>
                <a:cs typeface="Calibri"/>
              </a:rPr>
              <a:t>Ta</a:t>
            </a:r>
            <a:r>
              <a:rPr sz="3200" spc="-40" dirty="0">
                <a:latin typeface="Calibri"/>
                <a:cs typeface="Calibri"/>
              </a:rPr>
              <a:t> </a:t>
            </a:r>
            <a:r>
              <a:rPr sz="3200" dirty="0">
                <a:latin typeface="Calibri"/>
                <a:cs typeface="Calibri"/>
              </a:rPr>
              <a:t>có</a:t>
            </a:r>
            <a:r>
              <a:rPr sz="3200" spc="-55" dirty="0">
                <a:latin typeface="Calibri"/>
                <a:cs typeface="Calibri"/>
              </a:rPr>
              <a:t> </a:t>
            </a:r>
            <a:r>
              <a:rPr sz="3200" dirty="0">
                <a:latin typeface="Calibri"/>
                <a:cs typeface="Calibri"/>
              </a:rPr>
              <a:t>khi</a:t>
            </a:r>
            <a:r>
              <a:rPr sz="3200" spc="-35" dirty="0">
                <a:latin typeface="Calibri"/>
                <a:cs typeface="Calibri"/>
              </a:rPr>
              <a:t> </a:t>
            </a:r>
            <a:r>
              <a:rPr sz="3200" dirty="0">
                <a:latin typeface="Calibri"/>
                <a:cs typeface="Calibri"/>
              </a:rPr>
              <a:t>thay</a:t>
            </a:r>
            <a:r>
              <a:rPr sz="3200" spc="-40" dirty="0">
                <a:latin typeface="Calibri"/>
                <a:cs typeface="Calibri"/>
              </a:rPr>
              <a:t> </a:t>
            </a:r>
            <a:r>
              <a:rPr sz="3200" dirty="0">
                <a:latin typeface="Calibri"/>
                <a:cs typeface="Calibri"/>
              </a:rPr>
              <a:t>y</a:t>
            </a:r>
            <a:r>
              <a:rPr sz="3200" spc="-40" dirty="0">
                <a:latin typeface="Calibri"/>
                <a:cs typeface="Calibri"/>
              </a:rPr>
              <a:t> </a:t>
            </a:r>
            <a:r>
              <a:rPr sz="3200" dirty="0">
                <a:latin typeface="Calibri"/>
                <a:cs typeface="Calibri"/>
              </a:rPr>
              <a:t>bởi</a:t>
            </a:r>
            <a:r>
              <a:rPr sz="3200" spc="-30" dirty="0">
                <a:latin typeface="Calibri"/>
                <a:cs typeface="Calibri"/>
              </a:rPr>
              <a:t> </a:t>
            </a:r>
            <a:r>
              <a:rPr sz="3200" dirty="0">
                <a:latin typeface="Calibri"/>
                <a:cs typeface="Calibri"/>
              </a:rPr>
              <a:t>b</a:t>
            </a:r>
            <a:r>
              <a:rPr sz="3200" spc="-45" dirty="0">
                <a:latin typeface="Calibri"/>
                <a:cs typeface="Calibri"/>
              </a:rPr>
              <a:t> </a:t>
            </a:r>
            <a:r>
              <a:rPr sz="3200" dirty="0">
                <a:latin typeface="Calibri"/>
                <a:cs typeface="Calibri"/>
              </a:rPr>
              <a:t>bất</a:t>
            </a:r>
            <a:r>
              <a:rPr sz="3200" spc="-40" dirty="0">
                <a:latin typeface="Calibri"/>
                <a:cs typeface="Calibri"/>
              </a:rPr>
              <a:t> </a:t>
            </a:r>
            <a:r>
              <a:rPr sz="3200" dirty="0">
                <a:latin typeface="Calibri"/>
                <a:cs typeface="Calibri"/>
              </a:rPr>
              <a:t>kỳ</a:t>
            </a:r>
            <a:r>
              <a:rPr sz="3200" spc="-30" dirty="0">
                <a:latin typeface="Calibri"/>
                <a:cs typeface="Calibri"/>
              </a:rPr>
              <a:t> </a:t>
            </a:r>
            <a:r>
              <a:rPr sz="3200" dirty="0">
                <a:latin typeface="Symbol"/>
                <a:cs typeface="Symbol"/>
              </a:rPr>
              <a:t></a:t>
            </a:r>
            <a:r>
              <a:rPr sz="3200" dirty="0">
                <a:latin typeface="Calibri"/>
                <a:cs typeface="Calibri"/>
              </a:rPr>
              <a:t>R</a:t>
            </a:r>
            <a:r>
              <a:rPr sz="3200" spc="-35" dirty="0">
                <a:latin typeface="Calibri"/>
                <a:cs typeface="Calibri"/>
              </a:rPr>
              <a:t> </a:t>
            </a:r>
            <a:r>
              <a:rPr sz="3200" dirty="0">
                <a:latin typeface="Calibri"/>
                <a:cs typeface="Calibri"/>
              </a:rPr>
              <a:t>ta</a:t>
            </a:r>
            <a:r>
              <a:rPr sz="3200" spc="-40" dirty="0">
                <a:latin typeface="Calibri"/>
                <a:cs typeface="Calibri"/>
              </a:rPr>
              <a:t> </a:t>
            </a:r>
            <a:r>
              <a:rPr sz="3200" dirty="0">
                <a:latin typeface="Calibri"/>
                <a:cs typeface="Calibri"/>
              </a:rPr>
              <a:t>luôn</a:t>
            </a:r>
            <a:r>
              <a:rPr sz="3200" spc="-25" dirty="0">
                <a:latin typeface="Calibri"/>
                <a:cs typeface="Calibri"/>
              </a:rPr>
              <a:t> </a:t>
            </a:r>
            <a:r>
              <a:rPr sz="3200" dirty="0">
                <a:latin typeface="Calibri"/>
                <a:cs typeface="Calibri"/>
              </a:rPr>
              <a:t>tìm</a:t>
            </a:r>
            <a:r>
              <a:rPr sz="3200" spc="-30" dirty="0">
                <a:latin typeface="Calibri"/>
                <a:cs typeface="Calibri"/>
              </a:rPr>
              <a:t> </a:t>
            </a:r>
            <a:r>
              <a:rPr sz="3200" dirty="0">
                <a:latin typeface="Calibri"/>
                <a:cs typeface="Calibri"/>
              </a:rPr>
              <a:t>được</a:t>
            </a:r>
            <a:r>
              <a:rPr sz="3200" spc="-65" dirty="0">
                <a:latin typeface="Calibri"/>
                <a:cs typeface="Calibri"/>
              </a:rPr>
              <a:t> </a:t>
            </a:r>
            <a:r>
              <a:rPr sz="3200" spc="-50" dirty="0">
                <a:latin typeface="Calibri"/>
                <a:cs typeface="Calibri"/>
              </a:rPr>
              <a:t>x</a:t>
            </a:r>
            <a:endParaRPr sz="3200">
              <a:latin typeface="Calibri"/>
              <a:cs typeface="Calibri"/>
            </a:endParaRPr>
          </a:p>
          <a:p>
            <a:pPr marL="12700">
              <a:lnSpc>
                <a:spcPct val="100000"/>
              </a:lnSpc>
              <a:tabLst>
                <a:tab pos="4780915" algn="l"/>
              </a:tabLst>
            </a:pPr>
            <a:r>
              <a:rPr sz="3200" dirty="0">
                <a:latin typeface="Calibri"/>
                <a:cs typeface="Calibri"/>
              </a:rPr>
              <a:t>=</a:t>
            </a:r>
            <a:r>
              <a:rPr sz="3200" spc="-25" dirty="0">
                <a:latin typeface="Calibri"/>
                <a:cs typeface="Calibri"/>
              </a:rPr>
              <a:t> </a:t>
            </a:r>
            <a:r>
              <a:rPr sz="3200" dirty="0">
                <a:latin typeface="Calibri"/>
                <a:cs typeface="Calibri"/>
              </a:rPr>
              <a:t>1-b</a:t>
            </a:r>
            <a:r>
              <a:rPr sz="3200" spc="-35"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R</a:t>
            </a:r>
            <a:r>
              <a:rPr sz="3200" spc="-25" dirty="0">
                <a:latin typeface="Calibri"/>
                <a:cs typeface="Calibri"/>
              </a:rPr>
              <a:t> </a:t>
            </a:r>
            <a:r>
              <a:rPr sz="3200" dirty="0">
                <a:latin typeface="Calibri"/>
                <a:cs typeface="Calibri"/>
              </a:rPr>
              <a:t>để</a:t>
            </a:r>
            <a:r>
              <a:rPr sz="3200" spc="-35" dirty="0">
                <a:latin typeface="Calibri"/>
                <a:cs typeface="Calibri"/>
              </a:rPr>
              <a:t> </a:t>
            </a:r>
            <a:r>
              <a:rPr sz="3200" dirty="0">
                <a:latin typeface="Calibri"/>
                <a:cs typeface="Calibri"/>
              </a:rPr>
              <a:t>cho</a:t>
            </a:r>
            <a:r>
              <a:rPr sz="3200" spc="-25" dirty="0">
                <a:latin typeface="Calibri"/>
                <a:cs typeface="Calibri"/>
              </a:rPr>
              <a:t> </a:t>
            </a:r>
            <a:r>
              <a:rPr sz="3200" dirty="0">
                <a:latin typeface="Calibri"/>
                <a:cs typeface="Calibri"/>
              </a:rPr>
              <a:t>x+y=1.</a:t>
            </a:r>
            <a:r>
              <a:rPr sz="3200" spc="-15" dirty="0">
                <a:latin typeface="Calibri"/>
                <a:cs typeface="Calibri"/>
              </a:rPr>
              <a:t> </a:t>
            </a:r>
            <a:r>
              <a:rPr sz="3200" spc="-25" dirty="0">
                <a:latin typeface="Calibri"/>
                <a:cs typeface="Calibri"/>
              </a:rPr>
              <a:t>Vậy</a:t>
            </a:r>
            <a:r>
              <a:rPr sz="3200" dirty="0">
                <a:latin typeface="Calibri"/>
                <a:cs typeface="Calibri"/>
              </a:rPr>
              <a:t>	(1)</a:t>
            </a:r>
            <a:r>
              <a:rPr sz="3200" spc="-30" dirty="0">
                <a:latin typeface="Calibri"/>
                <a:cs typeface="Calibri"/>
              </a:rPr>
              <a:t> </a:t>
            </a:r>
            <a:r>
              <a:rPr sz="3200" dirty="0">
                <a:latin typeface="Calibri"/>
                <a:cs typeface="Calibri"/>
              </a:rPr>
              <a:t>có</a:t>
            </a:r>
            <a:r>
              <a:rPr sz="3200" spc="-55" dirty="0">
                <a:latin typeface="Calibri"/>
                <a:cs typeface="Calibri"/>
              </a:rPr>
              <a:t> </a:t>
            </a:r>
            <a:r>
              <a:rPr sz="3200" dirty="0">
                <a:latin typeface="Calibri"/>
                <a:cs typeface="Calibri"/>
              </a:rPr>
              <a:t>chân</a:t>
            </a:r>
            <a:r>
              <a:rPr sz="3200" spc="-40" dirty="0">
                <a:latin typeface="Calibri"/>
                <a:cs typeface="Calibri"/>
              </a:rPr>
              <a:t> </a:t>
            </a:r>
            <a:r>
              <a:rPr sz="3200" dirty="0">
                <a:latin typeface="Calibri"/>
                <a:cs typeface="Calibri"/>
              </a:rPr>
              <a:t>trị</a:t>
            </a:r>
            <a:r>
              <a:rPr sz="3200" spc="-45" dirty="0">
                <a:latin typeface="Calibri"/>
                <a:cs typeface="Calibri"/>
              </a:rPr>
              <a:t> </a:t>
            </a:r>
            <a:r>
              <a:rPr sz="3200" spc="-10" dirty="0">
                <a:latin typeface="Calibri"/>
                <a:cs typeface="Calibri"/>
              </a:rPr>
              <a:t>đúng.</a:t>
            </a:r>
            <a:endParaRPr sz="3200">
              <a:latin typeface="Calibri"/>
              <a:cs typeface="Calibri"/>
            </a:endParaRPr>
          </a:p>
          <a:p>
            <a:pPr marL="12700">
              <a:lnSpc>
                <a:spcPct val="100000"/>
              </a:lnSpc>
              <a:spcBef>
                <a:spcPts val="745"/>
              </a:spcBef>
            </a:pPr>
            <a:r>
              <a:rPr sz="3200" dirty="0">
                <a:latin typeface="Calibri"/>
                <a:cs typeface="Calibri"/>
              </a:rPr>
              <a:t>Xét</a:t>
            </a:r>
            <a:r>
              <a:rPr sz="3200" spc="-110" dirty="0">
                <a:latin typeface="Calibri"/>
                <a:cs typeface="Calibri"/>
              </a:rPr>
              <a:t> </a:t>
            </a:r>
            <a:r>
              <a:rPr sz="3200" dirty="0">
                <a:latin typeface="Calibri"/>
                <a:cs typeface="Calibri"/>
              </a:rPr>
              <a:t>mệnh</a:t>
            </a:r>
            <a:r>
              <a:rPr sz="3200" spc="-85" dirty="0">
                <a:latin typeface="Calibri"/>
                <a:cs typeface="Calibri"/>
              </a:rPr>
              <a:t> </a:t>
            </a:r>
            <a:r>
              <a:rPr sz="3200" spc="-25" dirty="0">
                <a:latin typeface="Calibri"/>
                <a:cs typeface="Calibri"/>
              </a:rPr>
              <a:t>đề</a:t>
            </a:r>
            <a:endParaRPr sz="3200">
              <a:latin typeface="Calibri"/>
              <a:cs typeface="Calibri"/>
            </a:endParaRPr>
          </a:p>
          <a:p>
            <a:pPr marL="2105025">
              <a:lnSpc>
                <a:spcPct val="100000"/>
              </a:lnSpc>
              <a:spcBef>
                <a:spcPts val="795"/>
              </a:spcBef>
              <a:tabLst>
                <a:tab pos="6059805" algn="l"/>
              </a:tabLst>
            </a:pPr>
            <a:r>
              <a:rPr sz="3200" dirty="0">
                <a:latin typeface="Symbol"/>
                <a:cs typeface="Symbol"/>
              </a:rPr>
              <a:t></a:t>
            </a:r>
            <a:r>
              <a:rPr sz="3200" dirty="0">
                <a:latin typeface="Calibri"/>
                <a:cs typeface="Calibri"/>
              </a:rPr>
              <a:t>x</a:t>
            </a:r>
            <a:r>
              <a:rPr sz="3200" spc="-35" dirty="0">
                <a:latin typeface="Calibri"/>
                <a:cs typeface="Calibri"/>
              </a:rPr>
              <a:t> </a:t>
            </a:r>
            <a:r>
              <a:rPr sz="3200" dirty="0">
                <a:latin typeface="Symbol"/>
                <a:cs typeface="Symbol"/>
              </a:rPr>
              <a:t></a:t>
            </a:r>
            <a:r>
              <a:rPr sz="3200" dirty="0">
                <a:latin typeface="Calibri"/>
                <a:cs typeface="Calibri"/>
              </a:rPr>
              <a:t>R</a:t>
            </a:r>
            <a:r>
              <a:rPr sz="3200" spc="-30" dirty="0">
                <a:latin typeface="Calibri"/>
                <a:cs typeface="Calibri"/>
              </a:rPr>
              <a:t> </a:t>
            </a:r>
            <a:r>
              <a:rPr sz="3200" dirty="0">
                <a:latin typeface="Calibri"/>
                <a:cs typeface="Calibri"/>
              </a:rPr>
              <a:t>,</a:t>
            </a:r>
            <a:r>
              <a:rPr sz="3200" dirty="0">
                <a:latin typeface="Symbol"/>
                <a:cs typeface="Symbol"/>
              </a:rPr>
              <a:t></a:t>
            </a:r>
            <a:r>
              <a:rPr sz="3200" dirty="0">
                <a:latin typeface="Calibri"/>
                <a:cs typeface="Calibri"/>
              </a:rPr>
              <a:t>y</a:t>
            </a:r>
            <a:r>
              <a:rPr sz="3200" dirty="0">
                <a:latin typeface="Symbol"/>
                <a:cs typeface="Symbol"/>
              </a:rPr>
              <a:t></a:t>
            </a:r>
            <a:r>
              <a:rPr sz="3200" dirty="0">
                <a:latin typeface="Calibri"/>
                <a:cs typeface="Calibri"/>
              </a:rPr>
              <a:t>R,</a:t>
            </a:r>
            <a:r>
              <a:rPr sz="3200" spc="-25" dirty="0">
                <a:latin typeface="Calibri"/>
                <a:cs typeface="Calibri"/>
              </a:rPr>
              <a:t> </a:t>
            </a:r>
            <a:r>
              <a:rPr sz="3200" spc="-10" dirty="0">
                <a:latin typeface="Calibri"/>
                <a:cs typeface="Calibri"/>
              </a:rPr>
              <a:t>p(x,y).</a:t>
            </a:r>
            <a:r>
              <a:rPr sz="3200" dirty="0">
                <a:latin typeface="Calibri"/>
                <a:cs typeface="Calibri"/>
              </a:rPr>
              <a:t>	</a:t>
            </a:r>
            <a:r>
              <a:rPr sz="3200" spc="-25" dirty="0">
                <a:latin typeface="Calibri"/>
                <a:cs typeface="Calibri"/>
              </a:rPr>
              <a:t>(2)</a:t>
            </a:r>
            <a:endParaRPr sz="3200">
              <a:latin typeface="Calibri"/>
              <a:cs typeface="Calibri"/>
            </a:endParaRPr>
          </a:p>
          <a:p>
            <a:pPr marL="12700" marR="878840">
              <a:lnSpc>
                <a:spcPts val="3820"/>
              </a:lnSpc>
              <a:spcBef>
                <a:spcPts val="885"/>
              </a:spcBef>
            </a:pPr>
            <a:r>
              <a:rPr sz="3200" spc="-105" dirty="0">
                <a:latin typeface="Calibri"/>
                <a:cs typeface="Calibri"/>
              </a:rPr>
              <a:t>Ta</a:t>
            </a:r>
            <a:r>
              <a:rPr sz="3200" spc="-40" dirty="0">
                <a:latin typeface="Calibri"/>
                <a:cs typeface="Calibri"/>
              </a:rPr>
              <a:t> </a:t>
            </a:r>
            <a:r>
              <a:rPr sz="3200" dirty="0">
                <a:latin typeface="Calibri"/>
                <a:cs typeface="Calibri"/>
              </a:rPr>
              <a:t>có</a:t>
            </a:r>
            <a:r>
              <a:rPr sz="3200" spc="-50" dirty="0">
                <a:latin typeface="Calibri"/>
                <a:cs typeface="Calibri"/>
              </a:rPr>
              <a:t> </a:t>
            </a:r>
            <a:r>
              <a:rPr sz="3200" dirty="0">
                <a:latin typeface="Calibri"/>
                <a:cs typeface="Calibri"/>
              </a:rPr>
              <a:t>thay</a:t>
            </a:r>
            <a:r>
              <a:rPr sz="3200" spc="-20" dirty="0">
                <a:latin typeface="Calibri"/>
                <a:cs typeface="Calibri"/>
              </a:rPr>
              <a:t> </a:t>
            </a:r>
            <a:r>
              <a:rPr sz="3200" dirty="0">
                <a:latin typeface="Calibri"/>
                <a:cs typeface="Calibri"/>
              </a:rPr>
              <a:t>x</a:t>
            </a:r>
            <a:r>
              <a:rPr sz="3200" spc="-35" dirty="0">
                <a:latin typeface="Calibri"/>
                <a:cs typeface="Calibri"/>
              </a:rPr>
              <a:t> </a:t>
            </a:r>
            <a:r>
              <a:rPr sz="3200" dirty="0">
                <a:latin typeface="Calibri"/>
                <a:cs typeface="Calibri"/>
              </a:rPr>
              <a:t>bởi</a:t>
            </a:r>
            <a:r>
              <a:rPr sz="3200" spc="-30" dirty="0">
                <a:latin typeface="Calibri"/>
                <a:cs typeface="Calibri"/>
              </a:rPr>
              <a:t> </a:t>
            </a:r>
            <a:r>
              <a:rPr sz="3200" dirty="0">
                <a:latin typeface="Calibri"/>
                <a:cs typeface="Calibri"/>
              </a:rPr>
              <a:t>a</a:t>
            </a:r>
            <a:r>
              <a:rPr sz="3200" spc="-35" dirty="0">
                <a:latin typeface="Calibri"/>
                <a:cs typeface="Calibri"/>
              </a:rPr>
              <a:t> </a:t>
            </a:r>
            <a:r>
              <a:rPr sz="3200" dirty="0">
                <a:latin typeface="Calibri"/>
                <a:cs typeface="Calibri"/>
              </a:rPr>
              <a:t>bất</a:t>
            </a:r>
            <a:r>
              <a:rPr sz="3200" spc="-40" dirty="0">
                <a:latin typeface="Calibri"/>
                <a:cs typeface="Calibri"/>
              </a:rPr>
              <a:t> </a:t>
            </a:r>
            <a:r>
              <a:rPr sz="3200" dirty="0">
                <a:latin typeface="Calibri"/>
                <a:cs typeface="Calibri"/>
              </a:rPr>
              <a:t>kỳ</a:t>
            </a:r>
            <a:r>
              <a:rPr sz="3200" spc="-20" dirty="0">
                <a:latin typeface="Calibri"/>
                <a:cs typeface="Calibri"/>
              </a:rPr>
              <a:t> </a:t>
            </a:r>
            <a:r>
              <a:rPr sz="3200" dirty="0">
                <a:latin typeface="Symbol"/>
                <a:cs typeface="Symbol"/>
              </a:rPr>
              <a:t></a:t>
            </a:r>
            <a:r>
              <a:rPr sz="3200" dirty="0">
                <a:latin typeface="Calibri"/>
                <a:cs typeface="Calibri"/>
              </a:rPr>
              <a:t>R</a:t>
            </a:r>
            <a:r>
              <a:rPr sz="3200" spc="-35" dirty="0">
                <a:latin typeface="Calibri"/>
                <a:cs typeface="Calibri"/>
              </a:rPr>
              <a:t> </a:t>
            </a:r>
            <a:r>
              <a:rPr sz="3200" dirty="0">
                <a:latin typeface="Calibri"/>
                <a:cs typeface="Calibri"/>
              </a:rPr>
              <a:t>luôn</a:t>
            </a:r>
            <a:r>
              <a:rPr sz="3200" spc="-20" dirty="0">
                <a:latin typeface="Calibri"/>
                <a:cs typeface="Calibri"/>
              </a:rPr>
              <a:t> </a:t>
            </a:r>
            <a:r>
              <a:rPr sz="3200" dirty="0">
                <a:latin typeface="Calibri"/>
                <a:cs typeface="Calibri"/>
              </a:rPr>
              <a:t>có</a:t>
            </a:r>
            <a:r>
              <a:rPr sz="3200" spc="-50" dirty="0">
                <a:latin typeface="Calibri"/>
                <a:cs typeface="Calibri"/>
              </a:rPr>
              <a:t> </a:t>
            </a:r>
            <a:r>
              <a:rPr sz="3200" dirty="0">
                <a:latin typeface="Calibri"/>
                <a:cs typeface="Calibri"/>
              </a:rPr>
              <a:t>y</a:t>
            </a:r>
            <a:r>
              <a:rPr sz="3200" spc="-40"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-a</a:t>
            </a:r>
            <a:r>
              <a:rPr sz="3200" spc="-35" dirty="0">
                <a:latin typeface="Calibri"/>
                <a:cs typeface="Calibri"/>
              </a:rPr>
              <a:t> </a:t>
            </a:r>
            <a:r>
              <a:rPr sz="3200" spc="-25" dirty="0">
                <a:latin typeface="Calibri"/>
                <a:cs typeface="Calibri"/>
              </a:rPr>
              <a:t>mà </a:t>
            </a:r>
            <a:r>
              <a:rPr sz="3200" dirty="0">
                <a:latin typeface="Calibri"/>
                <a:cs typeface="Calibri"/>
              </a:rPr>
              <a:t>x+y=1</a:t>
            </a:r>
            <a:r>
              <a:rPr sz="3200" spc="-55" dirty="0">
                <a:latin typeface="Calibri"/>
                <a:cs typeface="Calibri"/>
              </a:rPr>
              <a:t> </a:t>
            </a:r>
            <a:r>
              <a:rPr sz="3200" dirty="0">
                <a:latin typeface="Calibri"/>
                <a:cs typeface="Calibri"/>
              </a:rPr>
              <a:t>là</a:t>
            </a:r>
            <a:r>
              <a:rPr sz="3200" spc="-45" dirty="0">
                <a:latin typeface="Calibri"/>
                <a:cs typeface="Calibri"/>
              </a:rPr>
              <a:t> </a:t>
            </a:r>
            <a:r>
              <a:rPr sz="3200" dirty="0">
                <a:latin typeface="Calibri"/>
                <a:cs typeface="Calibri"/>
              </a:rPr>
              <a:t>sai.</a:t>
            </a:r>
            <a:r>
              <a:rPr sz="3200" spc="-55" dirty="0">
                <a:latin typeface="Calibri"/>
                <a:cs typeface="Calibri"/>
              </a:rPr>
              <a:t> </a:t>
            </a:r>
            <a:r>
              <a:rPr sz="3200" spc="-45" dirty="0">
                <a:latin typeface="Calibri"/>
                <a:cs typeface="Calibri"/>
              </a:rPr>
              <a:t>Vậy</a:t>
            </a:r>
            <a:r>
              <a:rPr sz="3200" spc="-55" dirty="0">
                <a:latin typeface="Calibri"/>
                <a:cs typeface="Calibri"/>
              </a:rPr>
              <a:t> </a:t>
            </a:r>
            <a:r>
              <a:rPr sz="3200" dirty="0">
                <a:latin typeface="Calibri"/>
                <a:cs typeface="Calibri"/>
              </a:rPr>
              <a:t>(2)</a:t>
            </a:r>
            <a:r>
              <a:rPr sz="3200" spc="-50" dirty="0">
                <a:latin typeface="Calibri"/>
                <a:cs typeface="Calibri"/>
              </a:rPr>
              <a:t> </a:t>
            </a:r>
            <a:r>
              <a:rPr sz="3200" dirty="0">
                <a:latin typeface="Calibri"/>
                <a:cs typeface="Calibri"/>
              </a:rPr>
              <a:t>có</a:t>
            </a:r>
            <a:r>
              <a:rPr sz="3200" spc="-70" dirty="0">
                <a:latin typeface="Calibri"/>
                <a:cs typeface="Calibri"/>
              </a:rPr>
              <a:t> </a:t>
            </a:r>
            <a:r>
              <a:rPr sz="3200" dirty="0">
                <a:latin typeface="Calibri"/>
                <a:cs typeface="Calibri"/>
              </a:rPr>
              <a:t>chân</a:t>
            </a:r>
            <a:r>
              <a:rPr sz="3200" spc="-60" dirty="0">
                <a:latin typeface="Calibri"/>
                <a:cs typeface="Calibri"/>
              </a:rPr>
              <a:t> </a:t>
            </a:r>
            <a:r>
              <a:rPr sz="3200" dirty="0">
                <a:latin typeface="Calibri"/>
                <a:cs typeface="Calibri"/>
              </a:rPr>
              <a:t>trị</a:t>
            </a:r>
            <a:r>
              <a:rPr sz="3200" spc="-45" dirty="0">
                <a:latin typeface="Calibri"/>
                <a:cs typeface="Calibri"/>
              </a:rPr>
              <a:t> </a:t>
            </a:r>
            <a:r>
              <a:rPr sz="3200" spc="-20" dirty="0">
                <a:latin typeface="Calibri"/>
                <a:cs typeface="Calibri"/>
              </a:rPr>
              <a:t>sai.</a:t>
            </a:r>
            <a:endParaRPr sz="3200">
              <a:latin typeface="Calibri"/>
              <a:cs typeface="Calibri"/>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9207"/>
            <a:ext cx="5606415" cy="514350"/>
          </a:xfrm>
          <a:prstGeom prst="rect">
            <a:avLst/>
          </a:prstGeom>
        </p:spPr>
        <p:txBody>
          <a:bodyPr vert="horz" wrap="square" lIns="0" tIns="13335" rIns="0" bIns="0" rtlCol="0">
            <a:spAutoFit/>
          </a:bodyPr>
          <a:lstStyle/>
          <a:p>
            <a:pPr marL="12700">
              <a:lnSpc>
                <a:spcPct val="100000"/>
              </a:lnSpc>
              <a:spcBef>
                <a:spcPts val="105"/>
              </a:spcBef>
            </a:pPr>
            <a:r>
              <a:rPr sz="3200" b="1" dirty="0">
                <a:latin typeface="Calibri"/>
                <a:cs typeface="Calibri"/>
              </a:rPr>
              <a:t>1.8.8</a:t>
            </a:r>
            <a:r>
              <a:rPr sz="3200" b="1" spc="-20" dirty="0">
                <a:latin typeface="Calibri"/>
                <a:cs typeface="Calibri"/>
              </a:rPr>
              <a:t> </a:t>
            </a:r>
            <a:r>
              <a:rPr sz="3200" b="1" dirty="0">
                <a:latin typeface="Calibri"/>
                <a:cs typeface="Calibri"/>
              </a:rPr>
              <a:t>Luật</a:t>
            </a:r>
            <a:r>
              <a:rPr sz="3200" b="1" spc="-40" dirty="0">
                <a:latin typeface="Calibri"/>
                <a:cs typeface="Calibri"/>
              </a:rPr>
              <a:t> </a:t>
            </a:r>
            <a:r>
              <a:rPr sz="3200" b="1" dirty="0">
                <a:latin typeface="Calibri"/>
                <a:cs typeface="Calibri"/>
              </a:rPr>
              <a:t>suy</a:t>
            </a:r>
            <a:r>
              <a:rPr sz="3200" b="1" spc="-30" dirty="0">
                <a:latin typeface="Calibri"/>
                <a:cs typeface="Calibri"/>
              </a:rPr>
              <a:t> </a:t>
            </a:r>
            <a:r>
              <a:rPr sz="3200" b="1" dirty="0">
                <a:latin typeface="Calibri"/>
                <a:cs typeface="Calibri"/>
              </a:rPr>
              <a:t>diễn</a:t>
            </a:r>
            <a:r>
              <a:rPr sz="3200" b="1" spc="-30" dirty="0">
                <a:latin typeface="Calibri"/>
                <a:cs typeface="Calibri"/>
              </a:rPr>
              <a:t> </a:t>
            </a:r>
            <a:r>
              <a:rPr sz="3200" b="1" dirty="0">
                <a:latin typeface="Calibri"/>
                <a:cs typeface="Calibri"/>
              </a:rPr>
              <a:t>cho</a:t>
            </a:r>
            <a:r>
              <a:rPr sz="3200" b="1" spc="-35" dirty="0">
                <a:latin typeface="Calibri"/>
                <a:cs typeface="Calibri"/>
              </a:rPr>
              <a:t> </a:t>
            </a:r>
            <a:r>
              <a:rPr sz="3200" b="1" dirty="0">
                <a:latin typeface="Calibri"/>
                <a:cs typeface="Calibri"/>
              </a:rPr>
              <a:t>lượng</a:t>
            </a:r>
            <a:r>
              <a:rPr sz="3200" b="1" spc="-35" dirty="0">
                <a:latin typeface="Calibri"/>
                <a:cs typeface="Calibri"/>
              </a:rPr>
              <a:t> </a:t>
            </a:r>
            <a:r>
              <a:rPr sz="3200" b="1" spc="-25" dirty="0">
                <a:latin typeface="Calibri"/>
                <a:cs typeface="Calibri"/>
              </a:rPr>
              <a:t>từ:</a:t>
            </a:r>
            <a:endParaRPr sz="3200">
              <a:latin typeface="Calibri"/>
              <a:cs typeface="Calibri"/>
            </a:endParaRPr>
          </a:p>
        </p:txBody>
      </p:sp>
      <p:sp>
        <p:nvSpPr>
          <p:cNvPr id="3" name="object 3"/>
          <p:cNvSpPr/>
          <p:nvPr/>
        </p:nvSpPr>
        <p:spPr>
          <a:xfrm>
            <a:off x="2588641" y="1843913"/>
            <a:ext cx="370205" cy="282575"/>
          </a:xfrm>
          <a:custGeom>
            <a:avLst/>
            <a:gdLst/>
            <a:ahLst/>
            <a:cxnLst/>
            <a:rect l="l" t="t" r="r" b="b"/>
            <a:pathLst>
              <a:path w="370205" h="282575">
                <a:moveTo>
                  <a:pt x="280034" y="0"/>
                </a:moveTo>
                <a:lnTo>
                  <a:pt x="276097" y="11429"/>
                </a:lnTo>
                <a:lnTo>
                  <a:pt x="292405" y="18504"/>
                </a:lnTo>
                <a:lnTo>
                  <a:pt x="306450" y="28305"/>
                </a:lnTo>
                <a:lnTo>
                  <a:pt x="334974" y="73852"/>
                </a:lnTo>
                <a:lnTo>
                  <a:pt x="343229" y="115339"/>
                </a:lnTo>
                <a:lnTo>
                  <a:pt x="343269" y="115623"/>
                </a:lnTo>
                <a:lnTo>
                  <a:pt x="343251" y="164580"/>
                </a:lnTo>
                <a:lnTo>
                  <a:pt x="334920" y="207529"/>
                </a:lnTo>
                <a:lnTo>
                  <a:pt x="306498" y="253777"/>
                </a:lnTo>
                <a:lnTo>
                  <a:pt x="276478" y="270763"/>
                </a:lnTo>
                <a:lnTo>
                  <a:pt x="280034" y="282321"/>
                </a:lnTo>
                <a:lnTo>
                  <a:pt x="318531" y="264239"/>
                </a:lnTo>
                <a:lnTo>
                  <a:pt x="346836" y="232917"/>
                </a:lnTo>
                <a:lnTo>
                  <a:pt x="364267" y="191071"/>
                </a:lnTo>
                <a:lnTo>
                  <a:pt x="370077" y="141224"/>
                </a:lnTo>
                <a:lnTo>
                  <a:pt x="368641" y="115623"/>
                </a:lnTo>
                <a:lnTo>
                  <a:pt x="357004" y="69429"/>
                </a:lnTo>
                <a:lnTo>
                  <a:pt x="333881" y="32093"/>
                </a:lnTo>
                <a:lnTo>
                  <a:pt x="300491" y="7379"/>
                </a:lnTo>
                <a:lnTo>
                  <a:pt x="280034" y="0"/>
                </a:lnTo>
                <a:close/>
              </a:path>
              <a:path w="370205" h="282575">
                <a:moveTo>
                  <a:pt x="90042" y="0"/>
                </a:moveTo>
                <a:lnTo>
                  <a:pt x="51641" y="18081"/>
                </a:lnTo>
                <a:lnTo>
                  <a:pt x="23240" y="49402"/>
                </a:lnTo>
                <a:lnTo>
                  <a:pt x="5810" y="91408"/>
                </a:lnTo>
                <a:lnTo>
                  <a:pt x="85" y="139700"/>
                </a:lnTo>
                <a:lnTo>
                  <a:pt x="0" y="141224"/>
                </a:lnTo>
                <a:lnTo>
                  <a:pt x="5810" y="191071"/>
                </a:lnTo>
                <a:lnTo>
                  <a:pt x="23240" y="232917"/>
                </a:lnTo>
                <a:lnTo>
                  <a:pt x="51546" y="264239"/>
                </a:lnTo>
                <a:lnTo>
                  <a:pt x="90042" y="282321"/>
                </a:lnTo>
                <a:lnTo>
                  <a:pt x="93598" y="270763"/>
                </a:lnTo>
                <a:lnTo>
                  <a:pt x="77531" y="263663"/>
                </a:lnTo>
                <a:lnTo>
                  <a:pt x="63642" y="253777"/>
                </a:lnTo>
                <a:lnTo>
                  <a:pt x="35210" y="207529"/>
                </a:lnTo>
                <a:lnTo>
                  <a:pt x="26828" y="164580"/>
                </a:lnTo>
                <a:lnTo>
                  <a:pt x="25845" y="141224"/>
                </a:lnTo>
                <a:lnTo>
                  <a:pt x="25781" y="139700"/>
                </a:lnTo>
                <a:lnTo>
                  <a:pt x="29972" y="93678"/>
                </a:lnTo>
                <a:lnTo>
                  <a:pt x="42544" y="56134"/>
                </a:lnTo>
                <a:lnTo>
                  <a:pt x="77799" y="18504"/>
                </a:lnTo>
                <a:lnTo>
                  <a:pt x="94106" y="11429"/>
                </a:lnTo>
                <a:lnTo>
                  <a:pt x="90042" y="0"/>
                </a:lnTo>
                <a:close/>
              </a:path>
            </a:pathLst>
          </a:custGeom>
          <a:solidFill>
            <a:srgbClr val="000000"/>
          </a:solidFill>
        </p:spPr>
        <p:txBody>
          <a:bodyPr wrap="square" lIns="0" tIns="0" rIns="0" bIns="0" rtlCol="0"/>
          <a:lstStyle/>
          <a:p>
            <a:endParaRPr/>
          </a:p>
        </p:txBody>
      </p:sp>
      <p:sp>
        <p:nvSpPr>
          <p:cNvPr id="4" name="object 4"/>
          <p:cNvSpPr/>
          <p:nvPr/>
        </p:nvSpPr>
        <p:spPr>
          <a:xfrm>
            <a:off x="2296032" y="2278252"/>
            <a:ext cx="349250" cy="282575"/>
          </a:xfrm>
          <a:custGeom>
            <a:avLst/>
            <a:gdLst/>
            <a:ahLst/>
            <a:cxnLst/>
            <a:rect l="l" t="t" r="r" b="b"/>
            <a:pathLst>
              <a:path w="349250" h="282575">
                <a:moveTo>
                  <a:pt x="258699" y="0"/>
                </a:moveTo>
                <a:lnTo>
                  <a:pt x="254762" y="11430"/>
                </a:lnTo>
                <a:lnTo>
                  <a:pt x="271069" y="18504"/>
                </a:lnTo>
                <a:lnTo>
                  <a:pt x="285114" y="28305"/>
                </a:lnTo>
                <a:lnTo>
                  <a:pt x="313638" y="73852"/>
                </a:lnTo>
                <a:lnTo>
                  <a:pt x="321893" y="115339"/>
                </a:lnTo>
                <a:lnTo>
                  <a:pt x="321933" y="115623"/>
                </a:lnTo>
                <a:lnTo>
                  <a:pt x="321915" y="164580"/>
                </a:lnTo>
                <a:lnTo>
                  <a:pt x="313584" y="207529"/>
                </a:lnTo>
                <a:lnTo>
                  <a:pt x="285162" y="253777"/>
                </a:lnTo>
                <a:lnTo>
                  <a:pt x="255143" y="270763"/>
                </a:lnTo>
                <a:lnTo>
                  <a:pt x="258699" y="282321"/>
                </a:lnTo>
                <a:lnTo>
                  <a:pt x="297195" y="264239"/>
                </a:lnTo>
                <a:lnTo>
                  <a:pt x="325500" y="232918"/>
                </a:lnTo>
                <a:lnTo>
                  <a:pt x="342931" y="191071"/>
                </a:lnTo>
                <a:lnTo>
                  <a:pt x="348742" y="141224"/>
                </a:lnTo>
                <a:lnTo>
                  <a:pt x="347305" y="115623"/>
                </a:lnTo>
                <a:lnTo>
                  <a:pt x="335668" y="69429"/>
                </a:lnTo>
                <a:lnTo>
                  <a:pt x="312545" y="32093"/>
                </a:lnTo>
                <a:lnTo>
                  <a:pt x="279155" y="7379"/>
                </a:lnTo>
                <a:lnTo>
                  <a:pt x="258699" y="0"/>
                </a:lnTo>
                <a:close/>
              </a:path>
              <a:path w="349250" h="282575">
                <a:moveTo>
                  <a:pt x="90043" y="0"/>
                </a:moveTo>
                <a:lnTo>
                  <a:pt x="51641" y="18081"/>
                </a:lnTo>
                <a:lnTo>
                  <a:pt x="23241" y="49402"/>
                </a:lnTo>
                <a:lnTo>
                  <a:pt x="5810" y="91408"/>
                </a:lnTo>
                <a:lnTo>
                  <a:pt x="85" y="139700"/>
                </a:lnTo>
                <a:lnTo>
                  <a:pt x="0" y="141224"/>
                </a:lnTo>
                <a:lnTo>
                  <a:pt x="5810" y="191071"/>
                </a:lnTo>
                <a:lnTo>
                  <a:pt x="23241" y="232918"/>
                </a:lnTo>
                <a:lnTo>
                  <a:pt x="51546" y="264239"/>
                </a:lnTo>
                <a:lnTo>
                  <a:pt x="90043" y="282321"/>
                </a:lnTo>
                <a:lnTo>
                  <a:pt x="93599" y="270763"/>
                </a:lnTo>
                <a:lnTo>
                  <a:pt x="77531" y="263663"/>
                </a:lnTo>
                <a:lnTo>
                  <a:pt x="63642" y="253777"/>
                </a:lnTo>
                <a:lnTo>
                  <a:pt x="35210" y="207529"/>
                </a:lnTo>
                <a:lnTo>
                  <a:pt x="26828" y="164580"/>
                </a:lnTo>
                <a:lnTo>
                  <a:pt x="25845" y="141224"/>
                </a:lnTo>
                <a:lnTo>
                  <a:pt x="25781" y="139700"/>
                </a:lnTo>
                <a:lnTo>
                  <a:pt x="29972" y="93678"/>
                </a:lnTo>
                <a:lnTo>
                  <a:pt x="42544" y="56134"/>
                </a:lnTo>
                <a:lnTo>
                  <a:pt x="77799" y="18504"/>
                </a:lnTo>
                <a:lnTo>
                  <a:pt x="94106" y="11430"/>
                </a:lnTo>
                <a:lnTo>
                  <a:pt x="90043" y="0"/>
                </a:lnTo>
                <a:close/>
              </a:path>
            </a:pathLst>
          </a:custGeom>
          <a:solidFill>
            <a:srgbClr val="000000"/>
          </a:solidFill>
        </p:spPr>
        <p:txBody>
          <a:bodyPr wrap="square" lIns="0" tIns="0" rIns="0" bIns="0" rtlCol="0"/>
          <a:lstStyle/>
          <a:p>
            <a:endParaRPr/>
          </a:p>
        </p:txBody>
      </p:sp>
      <p:sp>
        <p:nvSpPr>
          <p:cNvPr id="5" name="object 5"/>
          <p:cNvSpPr/>
          <p:nvPr/>
        </p:nvSpPr>
        <p:spPr>
          <a:xfrm>
            <a:off x="1543177" y="2712466"/>
            <a:ext cx="349250" cy="282575"/>
          </a:xfrm>
          <a:custGeom>
            <a:avLst/>
            <a:gdLst/>
            <a:ahLst/>
            <a:cxnLst/>
            <a:rect l="l" t="t" r="r" b="b"/>
            <a:pathLst>
              <a:path w="349250" h="282575">
                <a:moveTo>
                  <a:pt x="258698" y="0"/>
                </a:moveTo>
                <a:lnTo>
                  <a:pt x="254761" y="11430"/>
                </a:lnTo>
                <a:lnTo>
                  <a:pt x="271069" y="18577"/>
                </a:lnTo>
                <a:lnTo>
                  <a:pt x="285114" y="28416"/>
                </a:lnTo>
                <a:lnTo>
                  <a:pt x="313638" y="73908"/>
                </a:lnTo>
                <a:lnTo>
                  <a:pt x="321885" y="115341"/>
                </a:lnTo>
                <a:lnTo>
                  <a:pt x="322960" y="139826"/>
                </a:lnTo>
                <a:lnTo>
                  <a:pt x="321915" y="164689"/>
                </a:lnTo>
                <a:lnTo>
                  <a:pt x="313584" y="207603"/>
                </a:lnTo>
                <a:lnTo>
                  <a:pt x="285162" y="253857"/>
                </a:lnTo>
                <a:lnTo>
                  <a:pt x="255142" y="270891"/>
                </a:lnTo>
                <a:lnTo>
                  <a:pt x="258698" y="282321"/>
                </a:lnTo>
                <a:lnTo>
                  <a:pt x="297195" y="264302"/>
                </a:lnTo>
                <a:lnTo>
                  <a:pt x="325500" y="233045"/>
                </a:lnTo>
                <a:lnTo>
                  <a:pt x="342931" y="191135"/>
                </a:lnTo>
                <a:lnTo>
                  <a:pt x="348741" y="141224"/>
                </a:lnTo>
                <a:lnTo>
                  <a:pt x="347308" y="115679"/>
                </a:lnTo>
                <a:lnTo>
                  <a:pt x="347289" y="115341"/>
                </a:lnTo>
                <a:lnTo>
                  <a:pt x="335668" y="69482"/>
                </a:lnTo>
                <a:lnTo>
                  <a:pt x="312545" y="32146"/>
                </a:lnTo>
                <a:lnTo>
                  <a:pt x="279155" y="7381"/>
                </a:lnTo>
                <a:lnTo>
                  <a:pt x="258698" y="0"/>
                </a:lnTo>
                <a:close/>
              </a:path>
              <a:path w="349250" h="282575">
                <a:moveTo>
                  <a:pt x="90042" y="0"/>
                </a:moveTo>
                <a:lnTo>
                  <a:pt x="51641" y="18097"/>
                </a:lnTo>
                <a:lnTo>
                  <a:pt x="23240" y="49530"/>
                </a:lnTo>
                <a:lnTo>
                  <a:pt x="5810" y="91424"/>
                </a:lnTo>
                <a:lnTo>
                  <a:pt x="78" y="139826"/>
                </a:lnTo>
                <a:lnTo>
                  <a:pt x="0" y="141224"/>
                </a:lnTo>
                <a:lnTo>
                  <a:pt x="5810" y="191135"/>
                </a:lnTo>
                <a:lnTo>
                  <a:pt x="23240" y="233045"/>
                </a:lnTo>
                <a:lnTo>
                  <a:pt x="51546" y="264302"/>
                </a:lnTo>
                <a:lnTo>
                  <a:pt x="90042" y="282321"/>
                </a:lnTo>
                <a:lnTo>
                  <a:pt x="93598" y="270891"/>
                </a:lnTo>
                <a:lnTo>
                  <a:pt x="77531" y="263773"/>
                </a:lnTo>
                <a:lnTo>
                  <a:pt x="63642" y="253857"/>
                </a:lnTo>
                <a:lnTo>
                  <a:pt x="35210" y="207603"/>
                </a:lnTo>
                <a:lnTo>
                  <a:pt x="26828" y="164689"/>
                </a:lnTo>
                <a:lnTo>
                  <a:pt x="25839" y="141224"/>
                </a:lnTo>
                <a:lnTo>
                  <a:pt x="25781" y="139826"/>
                </a:lnTo>
                <a:lnTo>
                  <a:pt x="29971" y="93710"/>
                </a:lnTo>
                <a:lnTo>
                  <a:pt x="42544" y="56261"/>
                </a:lnTo>
                <a:lnTo>
                  <a:pt x="77799" y="18577"/>
                </a:lnTo>
                <a:lnTo>
                  <a:pt x="94106" y="11430"/>
                </a:lnTo>
                <a:lnTo>
                  <a:pt x="90042" y="0"/>
                </a:lnTo>
                <a:close/>
              </a:path>
            </a:pathLst>
          </a:custGeom>
          <a:solidFill>
            <a:srgbClr val="000000"/>
          </a:solidFill>
        </p:spPr>
        <p:txBody>
          <a:bodyPr wrap="square" lIns="0" tIns="0" rIns="0" bIns="0" rtlCol="0"/>
          <a:lstStyle/>
          <a:p>
            <a:endParaRPr/>
          </a:p>
        </p:txBody>
      </p:sp>
      <p:sp>
        <p:nvSpPr>
          <p:cNvPr id="6" name="object 6"/>
          <p:cNvSpPr/>
          <p:nvPr/>
        </p:nvSpPr>
        <p:spPr>
          <a:xfrm>
            <a:off x="2582545" y="3578478"/>
            <a:ext cx="370205" cy="282575"/>
          </a:xfrm>
          <a:custGeom>
            <a:avLst/>
            <a:gdLst/>
            <a:ahLst/>
            <a:cxnLst/>
            <a:rect l="l" t="t" r="r" b="b"/>
            <a:pathLst>
              <a:path w="370205" h="282575">
                <a:moveTo>
                  <a:pt x="280035" y="0"/>
                </a:moveTo>
                <a:lnTo>
                  <a:pt x="276098" y="11430"/>
                </a:lnTo>
                <a:lnTo>
                  <a:pt x="292405" y="18504"/>
                </a:lnTo>
                <a:lnTo>
                  <a:pt x="306450" y="28305"/>
                </a:lnTo>
                <a:lnTo>
                  <a:pt x="334974" y="73852"/>
                </a:lnTo>
                <a:lnTo>
                  <a:pt x="343229" y="115339"/>
                </a:lnTo>
                <a:lnTo>
                  <a:pt x="343269" y="115623"/>
                </a:lnTo>
                <a:lnTo>
                  <a:pt x="343251" y="164580"/>
                </a:lnTo>
                <a:lnTo>
                  <a:pt x="334920" y="207529"/>
                </a:lnTo>
                <a:lnTo>
                  <a:pt x="306498" y="253777"/>
                </a:lnTo>
                <a:lnTo>
                  <a:pt x="276479" y="270764"/>
                </a:lnTo>
                <a:lnTo>
                  <a:pt x="280035" y="282321"/>
                </a:lnTo>
                <a:lnTo>
                  <a:pt x="318531" y="264239"/>
                </a:lnTo>
                <a:lnTo>
                  <a:pt x="346837" y="232918"/>
                </a:lnTo>
                <a:lnTo>
                  <a:pt x="364267" y="191071"/>
                </a:lnTo>
                <a:lnTo>
                  <a:pt x="370078" y="141224"/>
                </a:lnTo>
                <a:lnTo>
                  <a:pt x="368641" y="115623"/>
                </a:lnTo>
                <a:lnTo>
                  <a:pt x="368625" y="115339"/>
                </a:lnTo>
                <a:lnTo>
                  <a:pt x="357004" y="69429"/>
                </a:lnTo>
                <a:lnTo>
                  <a:pt x="333881" y="32093"/>
                </a:lnTo>
                <a:lnTo>
                  <a:pt x="300491" y="7379"/>
                </a:lnTo>
                <a:lnTo>
                  <a:pt x="280035" y="0"/>
                </a:lnTo>
                <a:close/>
              </a:path>
              <a:path w="370205" h="282575">
                <a:moveTo>
                  <a:pt x="90043" y="0"/>
                </a:moveTo>
                <a:lnTo>
                  <a:pt x="51641" y="18081"/>
                </a:lnTo>
                <a:lnTo>
                  <a:pt x="23241" y="49403"/>
                </a:lnTo>
                <a:lnTo>
                  <a:pt x="5810" y="91408"/>
                </a:lnTo>
                <a:lnTo>
                  <a:pt x="85" y="139700"/>
                </a:lnTo>
                <a:lnTo>
                  <a:pt x="0" y="141224"/>
                </a:lnTo>
                <a:lnTo>
                  <a:pt x="5810" y="191071"/>
                </a:lnTo>
                <a:lnTo>
                  <a:pt x="23241" y="232918"/>
                </a:lnTo>
                <a:lnTo>
                  <a:pt x="51546" y="264239"/>
                </a:lnTo>
                <a:lnTo>
                  <a:pt x="90043" y="282321"/>
                </a:lnTo>
                <a:lnTo>
                  <a:pt x="93599" y="270764"/>
                </a:lnTo>
                <a:lnTo>
                  <a:pt x="77531" y="263663"/>
                </a:lnTo>
                <a:lnTo>
                  <a:pt x="63642" y="253777"/>
                </a:lnTo>
                <a:lnTo>
                  <a:pt x="35210" y="207529"/>
                </a:lnTo>
                <a:lnTo>
                  <a:pt x="26828" y="164580"/>
                </a:lnTo>
                <a:lnTo>
                  <a:pt x="25845" y="141224"/>
                </a:lnTo>
                <a:lnTo>
                  <a:pt x="25781" y="139700"/>
                </a:lnTo>
                <a:lnTo>
                  <a:pt x="29972" y="93678"/>
                </a:lnTo>
                <a:lnTo>
                  <a:pt x="42544" y="56134"/>
                </a:lnTo>
                <a:lnTo>
                  <a:pt x="77799" y="18504"/>
                </a:lnTo>
                <a:lnTo>
                  <a:pt x="94106" y="11430"/>
                </a:lnTo>
                <a:lnTo>
                  <a:pt x="90043" y="0"/>
                </a:lnTo>
                <a:close/>
              </a:path>
            </a:pathLst>
          </a:custGeom>
          <a:solidFill>
            <a:srgbClr val="000000"/>
          </a:solidFill>
        </p:spPr>
        <p:txBody>
          <a:bodyPr wrap="square" lIns="0" tIns="0" rIns="0" bIns="0" rtlCol="0"/>
          <a:lstStyle/>
          <a:p>
            <a:endParaRPr/>
          </a:p>
        </p:txBody>
      </p:sp>
      <p:sp>
        <p:nvSpPr>
          <p:cNvPr id="7" name="object 7"/>
          <p:cNvSpPr/>
          <p:nvPr/>
        </p:nvSpPr>
        <p:spPr>
          <a:xfrm>
            <a:off x="2806573" y="4012819"/>
            <a:ext cx="349250" cy="282575"/>
          </a:xfrm>
          <a:custGeom>
            <a:avLst/>
            <a:gdLst/>
            <a:ahLst/>
            <a:cxnLst/>
            <a:rect l="l" t="t" r="r" b="b"/>
            <a:pathLst>
              <a:path w="349250" h="282575">
                <a:moveTo>
                  <a:pt x="258699" y="0"/>
                </a:moveTo>
                <a:lnTo>
                  <a:pt x="254762" y="11429"/>
                </a:lnTo>
                <a:lnTo>
                  <a:pt x="271069" y="18504"/>
                </a:lnTo>
                <a:lnTo>
                  <a:pt x="285114" y="28305"/>
                </a:lnTo>
                <a:lnTo>
                  <a:pt x="313638" y="73852"/>
                </a:lnTo>
                <a:lnTo>
                  <a:pt x="321893" y="115339"/>
                </a:lnTo>
                <a:lnTo>
                  <a:pt x="321933" y="115623"/>
                </a:lnTo>
                <a:lnTo>
                  <a:pt x="321915" y="164580"/>
                </a:lnTo>
                <a:lnTo>
                  <a:pt x="313584" y="207529"/>
                </a:lnTo>
                <a:lnTo>
                  <a:pt x="285162" y="253777"/>
                </a:lnTo>
                <a:lnTo>
                  <a:pt x="255143" y="270763"/>
                </a:lnTo>
                <a:lnTo>
                  <a:pt x="258699" y="282320"/>
                </a:lnTo>
                <a:lnTo>
                  <a:pt x="297195" y="264239"/>
                </a:lnTo>
                <a:lnTo>
                  <a:pt x="325500" y="232917"/>
                </a:lnTo>
                <a:lnTo>
                  <a:pt x="342931" y="191071"/>
                </a:lnTo>
                <a:lnTo>
                  <a:pt x="348741" y="141223"/>
                </a:lnTo>
                <a:lnTo>
                  <a:pt x="347305" y="115623"/>
                </a:lnTo>
                <a:lnTo>
                  <a:pt x="347289" y="115339"/>
                </a:lnTo>
                <a:lnTo>
                  <a:pt x="335668" y="69429"/>
                </a:lnTo>
                <a:lnTo>
                  <a:pt x="312545" y="32093"/>
                </a:lnTo>
                <a:lnTo>
                  <a:pt x="279155" y="7379"/>
                </a:lnTo>
                <a:lnTo>
                  <a:pt x="258699" y="0"/>
                </a:lnTo>
                <a:close/>
              </a:path>
              <a:path w="349250" h="282575">
                <a:moveTo>
                  <a:pt x="90043" y="0"/>
                </a:moveTo>
                <a:lnTo>
                  <a:pt x="51641" y="18081"/>
                </a:lnTo>
                <a:lnTo>
                  <a:pt x="23240" y="49402"/>
                </a:lnTo>
                <a:lnTo>
                  <a:pt x="5810" y="91408"/>
                </a:lnTo>
                <a:lnTo>
                  <a:pt x="85" y="139699"/>
                </a:lnTo>
                <a:lnTo>
                  <a:pt x="0" y="141223"/>
                </a:lnTo>
                <a:lnTo>
                  <a:pt x="5810" y="191071"/>
                </a:lnTo>
                <a:lnTo>
                  <a:pt x="23240" y="232917"/>
                </a:lnTo>
                <a:lnTo>
                  <a:pt x="51546" y="264239"/>
                </a:lnTo>
                <a:lnTo>
                  <a:pt x="90043" y="282320"/>
                </a:lnTo>
                <a:lnTo>
                  <a:pt x="93599" y="270763"/>
                </a:lnTo>
                <a:lnTo>
                  <a:pt x="77531" y="263663"/>
                </a:lnTo>
                <a:lnTo>
                  <a:pt x="63642" y="253777"/>
                </a:lnTo>
                <a:lnTo>
                  <a:pt x="35210" y="207529"/>
                </a:lnTo>
                <a:lnTo>
                  <a:pt x="26828" y="164580"/>
                </a:lnTo>
                <a:lnTo>
                  <a:pt x="25845" y="141223"/>
                </a:lnTo>
                <a:lnTo>
                  <a:pt x="25781" y="139699"/>
                </a:lnTo>
                <a:lnTo>
                  <a:pt x="29972" y="93678"/>
                </a:lnTo>
                <a:lnTo>
                  <a:pt x="42544" y="56133"/>
                </a:lnTo>
                <a:lnTo>
                  <a:pt x="77799" y="18504"/>
                </a:lnTo>
                <a:lnTo>
                  <a:pt x="94106" y="11429"/>
                </a:lnTo>
                <a:lnTo>
                  <a:pt x="90043" y="0"/>
                </a:lnTo>
                <a:close/>
              </a:path>
            </a:pathLst>
          </a:custGeom>
          <a:solidFill>
            <a:srgbClr val="000000"/>
          </a:solidFill>
        </p:spPr>
        <p:txBody>
          <a:bodyPr wrap="square" lIns="0" tIns="0" rIns="0" bIns="0" rtlCol="0"/>
          <a:lstStyle/>
          <a:p>
            <a:endParaRPr/>
          </a:p>
        </p:txBody>
      </p:sp>
      <p:sp>
        <p:nvSpPr>
          <p:cNvPr id="8" name="object 8"/>
          <p:cNvSpPr/>
          <p:nvPr/>
        </p:nvSpPr>
        <p:spPr>
          <a:xfrm>
            <a:off x="1514221" y="4443857"/>
            <a:ext cx="349250" cy="282575"/>
          </a:xfrm>
          <a:custGeom>
            <a:avLst/>
            <a:gdLst/>
            <a:ahLst/>
            <a:cxnLst/>
            <a:rect l="l" t="t" r="r" b="b"/>
            <a:pathLst>
              <a:path w="349250" h="282575">
                <a:moveTo>
                  <a:pt x="258698" y="0"/>
                </a:moveTo>
                <a:lnTo>
                  <a:pt x="254761" y="11430"/>
                </a:lnTo>
                <a:lnTo>
                  <a:pt x="271069" y="18577"/>
                </a:lnTo>
                <a:lnTo>
                  <a:pt x="285114" y="28416"/>
                </a:lnTo>
                <a:lnTo>
                  <a:pt x="313638" y="73908"/>
                </a:lnTo>
                <a:lnTo>
                  <a:pt x="321885" y="115341"/>
                </a:lnTo>
                <a:lnTo>
                  <a:pt x="321933" y="115679"/>
                </a:lnTo>
                <a:lnTo>
                  <a:pt x="321915" y="164689"/>
                </a:lnTo>
                <a:lnTo>
                  <a:pt x="313584" y="207603"/>
                </a:lnTo>
                <a:lnTo>
                  <a:pt x="285162" y="253857"/>
                </a:lnTo>
                <a:lnTo>
                  <a:pt x="255142" y="270891"/>
                </a:lnTo>
                <a:lnTo>
                  <a:pt x="258698" y="282321"/>
                </a:lnTo>
                <a:lnTo>
                  <a:pt x="297195" y="264302"/>
                </a:lnTo>
                <a:lnTo>
                  <a:pt x="325501" y="233045"/>
                </a:lnTo>
                <a:lnTo>
                  <a:pt x="342931" y="191135"/>
                </a:lnTo>
                <a:lnTo>
                  <a:pt x="348741" y="141224"/>
                </a:lnTo>
                <a:lnTo>
                  <a:pt x="347308" y="115679"/>
                </a:lnTo>
                <a:lnTo>
                  <a:pt x="347289" y="115341"/>
                </a:lnTo>
                <a:lnTo>
                  <a:pt x="335668" y="69482"/>
                </a:lnTo>
                <a:lnTo>
                  <a:pt x="312545" y="32146"/>
                </a:lnTo>
                <a:lnTo>
                  <a:pt x="279155" y="7381"/>
                </a:lnTo>
                <a:lnTo>
                  <a:pt x="258698" y="0"/>
                </a:lnTo>
                <a:close/>
              </a:path>
              <a:path w="349250" h="282575">
                <a:moveTo>
                  <a:pt x="90042" y="0"/>
                </a:moveTo>
                <a:lnTo>
                  <a:pt x="51641" y="18097"/>
                </a:lnTo>
                <a:lnTo>
                  <a:pt x="23240" y="49530"/>
                </a:lnTo>
                <a:lnTo>
                  <a:pt x="5810" y="91424"/>
                </a:lnTo>
                <a:lnTo>
                  <a:pt x="78" y="139827"/>
                </a:lnTo>
                <a:lnTo>
                  <a:pt x="0" y="141224"/>
                </a:lnTo>
                <a:lnTo>
                  <a:pt x="5810" y="191135"/>
                </a:lnTo>
                <a:lnTo>
                  <a:pt x="23240" y="233045"/>
                </a:lnTo>
                <a:lnTo>
                  <a:pt x="51546" y="264302"/>
                </a:lnTo>
                <a:lnTo>
                  <a:pt x="90042" y="282321"/>
                </a:lnTo>
                <a:lnTo>
                  <a:pt x="93598" y="270891"/>
                </a:lnTo>
                <a:lnTo>
                  <a:pt x="77531" y="263773"/>
                </a:lnTo>
                <a:lnTo>
                  <a:pt x="63642" y="253857"/>
                </a:lnTo>
                <a:lnTo>
                  <a:pt x="35210" y="207603"/>
                </a:lnTo>
                <a:lnTo>
                  <a:pt x="26828" y="164689"/>
                </a:lnTo>
                <a:lnTo>
                  <a:pt x="25839" y="141224"/>
                </a:lnTo>
                <a:lnTo>
                  <a:pt x="25781" y="139827"/>
                </a:lnTo>
                <a:lnTo>
                  <a:pt x="29971" y="93710"/>
                </a:lnTo>
                <a:lnTo>
                  <a:pt x="42544" y="56261"/>
                </a:lnTo>
                <a:lnTo>
                  <a:pt x="77799" y="18577"/>
                </a:lnTo>
                <a:lnTo>
                  <a:pt x="94106" y="11430"/>
                </a:lnTo>
                <a:lnTo>
                  <a:pt x="90042" y="0"/>
                </a:lnTo>
                <a:close/>
              </a:path>
            </a:pathLst>
          </a:custGeom>
          <a:solidFill>
            <a:srgbClr val="000000"/>
          </a:solidFill>
        </p:spPr>
        <p:txBody>
          <a:bodyPr wrap="square" lIns="0" tIns="0" rIns="0" bIns="0" rtlCol="0"/>
          <a:lstStyle/>
          <a:p>
            <a:endParaRPr/>
          </a:p>
        </p:txBody>
      </p:sp>
      <p:graphicFrame>
        <p:nvGraphicFramePr>
          <p:cNvPr id="9" name="object 9"/>
          <p:cNvGraphicFramePr>
            <a:graphicFrameLocks noGrp="1"/>
          </p:cNvGraphicFramePr>
          <p:nvPr/>
        </p:nvGraphicFramePr>
        <p:xfrm>
          <a:off x="679450" y="1289050"/>
          <a:ext cx="7543799" cy="3922395"/>
        </p:xfrm>
        <a:graphic>
          <a:graphicData uri="http://schemas.openxmlformats.org/drawingml/2006/table">
            <a:tbl>
              <a:tblPr firstRow="1" bandRow="1">
                <a:tableStyleId>{2D5ABB26-0587-4C30-8999-92F81FD0307C}</a:tableStyleId>
              </a:tblPr>
              <a:tblGrid>
                <a:gridCol w="4274820">
                  <a:extLst>
                    <a:ext uri="{9D8B030D-6E8A-4147-A177-3AD203B41FA5}">
                      <a16:colId xmlns:a16="http://schemas.microsoft.com/office/drawing/2014/main" val="20000"/>
                    </a:ext>
                  </a:extLst>
                </a:gridCol>
                <a:gridCol w="3268979">
                  <a:extLst>
                    <a:ext uri="{9D8B030D-6E8A-4147-A177-3AD203B41FA5}">
                      <a16:colId xmlns:a16="http://schemas.microsoft.com/office/drawing/2014/main" val="20001"/>
                    </a:ext>
                  </a:extLst>
                </a:gridCol>
              </a:tblGrid>
              <a:tr h="457200">
                <a:tc>
                  <a:txBody>
                    <a:bodyPr/>
                    <a:lstStyle/>
                    <a:p>
                      <a:pPr marL="91440">
                        <a:lnSpc>
                          <a:spcPct val="100000"/>
                        </a:lnSpc>
                        <a:spcBef>
                          <a:spcPts val="204"/>
                        </a:spcBef>
                      </a:pPr>
                      <a:r>
                        <a:rPr sz="2400" b="1" dirty="0">
                          <a:latin typeface="Calibri"/>
                          <a:cs typeface="Calibri"/>
                        </a:rPr>
                        <a:t>Luật</a:t>
                      </a:r>
                      <a:r>
                        <a:rPr sz="2400" b="1" spc="-45" dirty="0">
                          <a:latin typeface="Calibri"/>
                          <a:cs typeface="Calibri"/>
                        </a:rPr>
                        <a:t> </a:t>
                      </a:r>
                      <a:r>
                        <a:rPr sz="2400" b="1" dirty="0">
                          <a:latin typeface="Calibri"/>
                          <a:cs typeface="Calibri"/>
                        </a:rPr>
                        <a:t>suy</a:t>
                      </a:r>
                      <a:r>
                        <a:rPr sz="2400" b="1" spc="-30" dirty="0">
                          <a:latin typeface="Calibri"/>
                          <a:cs typeface="Calibri"/>
                        </a:rPr>
                        <a:t> </a:t>
                      </a:r>
                      <a:r>
                        <a:rPr sz="2400" b="1" spc="-20" dirty="0">
                          <a:latin typeface="Calibri"/>
                          <a:cs typeface="Calibri"/>
                        </a:rPr>
                        <a:t>diễn</a:t>
                      </a:r>
                      <a:endParaRPr sz="2400">
                        <a:latin typeface="Calibri"/>
                        <a:cs typeface="Calibri"/>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04"/>
                        </a:spcBef>
                      </a:pPr>
                      <a:r>
                        <a:rPr sz="2400" b="1" spc="-45" dirty="0">
                          <a:latin typeface="Calibri"/>
                          <a:cs typeface="Calibri"/>
                        </a:rPr>
                        <a:t>Tên</a:t>
                      </a:r>
                      <a:r>
                        <a:rPr sz="2400" b="1" spc="-90" dirty="0">
                          <a:latin typeface="Calibri"/>
                          <a:cs typeface="Calibri"/>
                        </a:rPr>
                        <a:t> </a:t>
                      </a:r>
                      <a:r>
                        <a:rPr sz="2400" b="1" spc="-20" dirty="0">
                          <a:latin typeface="Calibri"/>
                          <a:cs typeface="Calibri"/>
                        </a:rPr>
                        <a:t>luật</a:t>
                      </a:r>
                      <a:endParaRPr sz="2400">
                        <a:latin typeface="Calibri"/>
                        <a:cs typeface="Calibri"/>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863600">
                <a:tc>
                  <a:txBody>
                    <a:bodyPr/>
                    <a:lstStyle/>
                    <a:p>
                      <a:pPr marL="1203960">
                        <a:lnSpc>
                          <a:spcPct val="100000"/>
                        </a:lnSpc>
                        <a:spcBef>
                          <a:spcPts val="110"/>
                        </a:spcBef>
                        <a:tabLst>
                          <a:tab pos="2002789" algn="l"/>
                          <a:tab pos="2367280" algn="l"/>
                        </a:tabLst>
                      </a:pPr>
                      <a:r>
                        <a:rPr sz="2400" dirty="0">
                          <a:latin typeface="Cambria Math"/>
                          <a:cs typeface="Cambria Math"/>
                        </a:rPr>
                        <a:t>∀𝑥,</a:t>
                      </a:r>
                      <a:r>
                        <a:rPr sz="2400" spc="-85" dirty="0">
                          <a:latin typeface="Cambria Math"/>
                          <a:cs typeface="Cambria Math"/>
                        </a:rPr>
                        <a:t> </a:t>
                      </a:r>
                      <a:r>
                        <a:rPr sz="2400" spc="-50" dirty="0">
                          <a:latin typeface="Cambria Math"/>
                          <a:cs typeface="Cambria Math"/>
                        </a:rPr>
                        <a:t>𝑃</a:t>
                      </a:r>
                      <a:r>
                        <a:rPr sz="2400" dirty="0">
                          <a:latin typeface="Cambria Math"/>
                          <a:cs typeface="Cambria Math"/>
                        </a:rPr>
                        <a:t>	</a:t>
                      </a:r>
                      <a:r>
                        <a:rPr sz="2400" spc="-60" dirty="0">
                          <a:latin typeface="Cambria Math"/>
                          <a:cs typeface="Cambria Math"/>
                        </a:rPr>
                        <a:t>𝑥</a:t>
                      </a:r>
                      <a:r>
                        <a:rPr sz="2400" dirty="0">
                          <a:latin typeface="Cambria Math"/>
                          <a:cs typeface="Cambria Math"/>
                        </a:rPr>
                        <a:t>	</a:t>
                      </a:r>
                      <a:r>
                        <a:rPr sz="2400" spc="-20" dirty="0">
                          <a:latin typeface="Cambria Math"/>
                          <a:cs typeface="Cambria Math"/>
                        </a:rPr>
                        <a:t>đú𝑛𝑔</a:t>
                      </a:r>
                      <a:endParaRPr sz="2400">
                        <a:latin typeface="Cambria Math"/>
                        <a:cs typeface="Cambria Math"/>
                      </a:endParaRPr>
                    </a:p>
                    <a:p>
                      <a:pPr marL="1127760">
                        <a:lnSpc>
                          <a:spcPct val="100000"/>
                        </a:lnSpc>
                        <a:spcBef>
                          <a:spcPts val="540"/>
                        </a:spcBef>
                        <a:tabLst>
                          <a:tab pos="1710055" algn="l"/>
                          <a:tab pos="1986280" algn="l"/>
                        </a:tabLst>
                      </a:pPr>
                      <a:r>
                        <a:rPr sz="2400" dirty="0">
                          <a:latin typeface="Cambria Math"/>
                          <a:cs typeface="Cambria Math"/>
                        </a:rPr>
                        <a:t>∴</a:t>
                      </a:r>
                      <a:r>
                        <a:rPr sz="2400" spc="135" dirty="0">
                          <a:latin typeface="Cambria Math"/>
                          <a:cs typeface="Cambria Math"/>
                        </a:rPr>
                        <a:t> </a:t>
                      </a:r>
                      <a:r>
                        <a:rPr sz="2400" spc="-50" dirty="0">
                          <a:latin typeface="Cambria Math"/>
                          <a:cs typeface="Cambria Math"/>
                        </a:rPr>
                        <a:t>𝑃</a:t>
                      </a:r>
                      <a:r>
                        <a:rPr sz="2400" dirty="0">
                          <a:latin typeface="Cambria Math"/>
                          <a:cs typeface="Cambria Math"/>
                        </a:rPr>
                        <a:t>	</a:t>
                      </a:r>
                      <a:r>
                        <a:rPr sz="2400" spc="-50" dirty="0">
                          <a:latin typeface="Cambria Math"/>
                          <a:cs typeface="Cambria Math"/>
                        </a:rPr>
                        <a:t>𝑐</a:t>
                      </a:r>
                      <a:r>
                        <a:rPr sz="2400" dirty="0">
                          <a:latin typeface="Cambria Math"/>
                          <a:cs typeface="Cambria Math"/>
                        </a:rPr>
                        <a:t>	,</a:t>
                      </a:r>
                      <a:r>
                        <a:rPr sz="2400" spc="-135" dirty="0">
                          <a:latin typeface="Cambria Math"/>
                          <a:cs typeface="Cambria Math"/>
                        </a:rPr>
                        <a:t> </a:t>
                      </a:r>
                      <a:r>
                        <a:rPr sz="2400" dirty="0">
                          <a:latin typeface="Cambria Math"/>
                          <a:cs typeface="Cambria Math"/>
                        </a:rPr>
                        <a:t>𝑐</a:t>
                      </a:r>
                      <a:r>
                        <a:rPr sz="2400" spc="45" dirty="0">
                          <a:latin typeface="Cambria Math"/>
                          <a:cs typeface="Cambria Math"/>
                        </a:rPr>
                        <a:t> </a:t>
                      </a:r>
                      <a:r>
                        <a:rPr sz="2400" dirty="0">
                          <a:latin typeface="Cambria Math"/>
                          <a:cs typeface="Cambria Math"/>
                        </a:rPr>
                        <a:t>𝑏ấ𝑡</a:t>
                      </a:r>
                      <a:r>
                        <a:rPr sz="2400" spc="45" dirty="0">
                          <a:latin typeface="Cambria Math"/>
                          <a:cs typeface="Cambria Math"/>
                        </a:rPr>
                        <a:t> </a:t>
                      </a:r>
                      <a:r>
                        <a:rPr sz="2400" spc="-25" dirty="0">
                          <a:latin typeface="Cambria Math"/>
                          <a:cs typeface="Cambria Math"/>
                        </a:rPr>
                        <a:t>𝑘ỳ</a:t>
                      </a:r>
                      <a:endParaRPr sz="2400">
                        <a:latin typeface="Cambria Math"/>
                        <a:cs typeface="Cambria Math"/>
                      </a:endParaRPr>
                    </a:p>
                  </a:txBody>
                  <a:tcPr marL="0" marR="0" marT="139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04"/>
                        </a:spcBef>
                      </a:pPr>
                      <a:r>
                        <a:rPr sz="2400" dirty="0">
                          <a:latin typeface="Calibri"/>
                          <a:cs typeface="Calibri"/>
                        </a:rPr>
                        <a:t>Qui</a:t>
                      </a:r>
                      <a:r>
                        <a:rPr sz="2400" spc="-20" dirty="0">
                          <a:latin typeface="Calibri"/>
                          <a:cs typeface="Calibri"/>
                        </a:rPr>
                        <a:t> </a:t>
                      </a:r>
                      <a:r>
                        <a:rPr sz="2400" dirty="0">
                          <a:latin typeface="Calibri"/>
                          <a:cs typeface="Calibri"/>
                        </a:rPr>
                        <a:t>tắc</a:t>
                      </a:r>
                      <a:r>
                        <a:rPr sz="2400" spc="-30" dirty="0">
                          <a:latin typeface="Calibri"/>
                          <a:cs typeface="Calibri"/>
                        </a:rPr>
                        <a:t> </a:t>
                      </a:r>
                      <a:r>
                        <a:rPr sz="2400" dirty="0">
                          <a:latin typeface="Calibri"/>
                          <a:cs typeface="Calibri"/>
                        </a:rPr>
                        <a:t>đặc</a:t>
                      </a:r>
                      <a:r>
                        <a:rPr sz="2400" spc="-5" dirty="0">
                          <a:latin typeface="Calibri"/>
                          <a:cs typeface="Calibri"/>
                        </a:rPr>
                        <a:t> </a:t>
                      </a:r>
                      <a:r>
                        <a:rPr sz="2400" dirty="0">
                          <a:latin typeface="Calibri"/>
                          <a:cs typeface="Calibri"/>
                        </a:rPr>
                        <a:t>biệt</a:t>
                      </a:r>
                      <a:r>
                        <a:rPr sz="2400" spc="-25" dirty="0">
                          <a:latin typeface="Calibri"/>
                          <a:cs typeface="Calibri"/>
                        </a:rPr>
                        <a:t> </a:t>
                      </a:r>
                      <a:r>
                        <a:rPr sz="2400" dirty="0">
                          <a:latin typeface="Calibri"/>
                          <a:cs typeface="Calibri"/>
                        </a:rPr>
                        <a:t>hóa</a:t>
                      </a:r>
                      <a:r>
                        <a:rPr sz="2400" spc="-5" dirty="0">
                          <a:latin typeface="Calibri"/>
                          <a:cs typeface="Calibri"/>
                        </a:rPr>
                        <a:t> </a:t>
                      </a:r>
                      <a:r>
                        <a:rPr sz="2400" spc="-25" dirty="0">
                          <a:latin typeface="Calibri"/>
                          <a:cs typeface="Calibri"/>
                        </a:rPr>
                        <a:t>phổ</a:t>
                      </a:r>
                      <a:endParaRPr sz="2400">
                        <a:latin typeface="Calibri"/>
                        <a:cs typeface="Calibri"/>
                      </a:endParaRPr>
                    </a:p>
                    <a:p>
                      <a:pPr marL="92075">
                        <a:lnSpc>
                          <a:spcPct val="100000"/>
                        </a:lnSpc>
                        <a:spcBef>
                          <a:spcPts val="5"/>
                        </a:spcBef>
                      </a:pPr>
                      <a:r>
                        <a:rPr sz="2400" spc="-20" dirty="0">
                          <a:latin typeface="Calibri"/>
                          <a:cs typeface="Calibri"/>
                        </a:rPr>
                        <a:t>dụng</a:t>
                      </a:r>
                      <a:endParaRPr sz="2400">
                        <a:latin typeface="Calibri"/>
                        <a:cs typeface="Calibri"/>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869950">
                <a:tc>
                  <a:txBody>
                    <a:bodyPr/>
                    <a:lstStyle/>
                    <a:p>
                      <a:pPr algn="ctr">
                        <a:lnSpc>
                          <a:spcPct val="100000"/>
                        </a:lnSpc>
                        <a:spcBef>
                          <a:spcPts val="145"/>
                        </a:spcBef>
                        <a:tabLst>
                          <a:tab pos="321310" algn="l"/>
                          <a:tab pos="664210" algn="l"/>
                        </a:tabLst>
                      </a:pPr>
                      <a:r>
                        <a:rPr sz="2400" spc="-50" dirty="0">
                          <a:latin typeface="Cambria Math"/>
                          <a:cs typeface="Cambria Math"/>
                        </a:rPr>
                        <a:t>𝑃</a:t>
                      </a:r>
                      <a:r>
                        <a:rPr sz="2400" dirty="0">
                          <a:latin typeface="Cambria Math"/>
                          <a:cs typeface="Cambria Math"/>
                        </a:rPr>
                        <a:t>	</a:t>
                      </a:r>
                      <a:r>
                        <a:rPr sz="2400" spc="-50" dirty="0">
                          <a:latin typeface="Cambria Math"/>
                          <a:cs typeface="Cambria Math"/>
                        </a:rPr>
                        <a:t>𝑐</a:t>
                      </a:r>
                      <a:r>
                        <a:rPr sz="2400" dirty="0">
                          <a:latin typeface="Cambria Math"/>
                          <a:cs typeface="Cambria Math"/>
                        </a:rPr>
                        <a:t>	đú𝑛𝑔</a:t>
                      </a:r>
                      <a:r>
                        <a:rPr sz="2400" spc="25" dirty="0">
                          <a:latin typeface="Cambria Math"/>
                          <a:cs typeface="Cambria Math"/>
                        </a:rPr>
                        <a:t> </a:t>
                      </a:r>
                      <a:r>
                        <a:rPr sz="2400" dirty="0">
                          <a:latin typeface="Cambria Math"/>
                          <a:cs typeface="Cambria Math"/>
                        </a:rPr>
                        <a:t>𝑣ớ𝑖</a:t>
                      </a:r>
                      <a:r>
                        <a:rPr sz="2400" spc="50" dirty="0">
                          <a:latin typeface="Cambria Math"/>
                          <a:cs typeface="Cambria Math"/>
                        </a:rPr>
                        <a:t> </a:t>
                      </a:r>
                      <a:r>
                        <a:rPr sz="2400" dirty="0">
                          <a:latin typeface="Cambria Math"/>
                          <a:cs typeface="Cambria Math"/>
                        </a:rPr>
                        <a:t>𝑐</a:t>
                      </a:r>
                      <a:r>
                        <a:rPr sz="2400" spc="45" dirty="0">
                          <a:latin typeface="Cambria Math"/>
                          <a:cs typeface="Cambria Math"/>
                        </a:rPr>
                        <a:t> </a:t>
                      </a:r>
                      <a:r>
                        <a:rPr sz="2400" dirty="0">
                          <a:latin typeface="Cambria Math"/>
                          <a:cs typeface="Cambria Math"/>
                        </a:rPr>
                        <a:t>𝑏ấ𝑡</a:t>
                      </a:r>
                      <a:r>
                        <a:rPr sz="2400" spc="60" dirty="0">
                          <a:latin typeface="Cambria Math"/>
                          <a:cs typeface="Cambria Math"/>
                        </a:rPr>
                        <a:t> </a:t>
                      </a:r>
                      <a:r>
                        <a:rPr sz="2400" spc="-25" dirty="0">
                          <a:latin typeface="Cambria Math"/>
                          <a:cs typeface="Cambria Math"/>
                        </a:rPr>
                        <a:t>𝑘ỳ</a:t>
                      </a:r>
                      <a:endParaRPr sz="2400">
                        <a:latin typeface="Cambria Math"/>
                        <a:cs typeface="Cambria Math"/>
                      </a:endParaRPr>
                    </a:p>
                    <a:p>
                      <a:pPr algn="ctr">
                        <a:lnSpc>
                          <a:spcPct val="100000"/>
                        </a:lnSpc>
                        <a:spcBef>
                          <a:spcPts val="545"/>
                        </a:spcBef>
                      </a:pPr>
                      <a:r>
                        <a:rPr sz="2400" dirty="0">
                          <a:latin typeface="Cambria Math"/>
                          <a:cs typeface="Cambria Math"/>
                        </a:rPr>
                        <a:t>∴</a:t>
                      </a:r>
                      <a:r>
                        <a:rPr sz="2400" spc="175" dirty="0">
                          <a:latin typeface="Cambria Math"/>
                          <a:cs typeface="Cambria Math"/>
                        </a:rPr>
                        <a:t> </a:t>
                      </a:r>
                      <a:r>
                        <a:rPr sz="2400" dirty="0">
                          <a:latin typeface="Cambria Math"/>
                          <a:cs typeface="Cambria Math"/>
                        </a:rPr>
                        <a:t>∀𝑥,</a:t>
                      </a:r>
                      <a:r>
                        <a:rPr sz="2400" spc="-125" dirty="0">
                          <a:latin typeface="Cambria Math"/>
                          <a:cs typeface="Cambria Math"/>
                        </a:rPr>
                        <a:t> </a:t>
                      </a:r>
                      <a:r>
                        <a:rPr sz="2400" spc="-20" dirty="0">
                          <a:latin typeface="Cambria Math"/>
                          <a:cs typeface="Cambria Math"/>
                        </a:rPr>
                        <a:t>𝑃(𝑥)</a:t>
                      </a:r>
                      <a:endParaRPr sz="2400">
                        <a:latin typeface="Cambria Math"/>
                        <a:cs typeface="Cambria Math"/>
                      </a:endParaRPr>
                    </a:p>
                  </a:txBody>
                  <a:tcPr marL="0" marR="0" marT="184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490855">
                        <a:lnSpc>
                          <a:spcPct val="100000"/>
                        </a:lnSpc>
                        <a:spcBef>
                          <a:spcPts val="209"/>
                        </a:spcBef>
                      </a:pPr>
                      <a:r>
                        <a:rPr sz="2400" dirty="0">
                          <a:latin typeface="Calibri"/>
                          <a:cs typeface="Calibri"/>
                        </a:rPr>
                        <a:t>Qui</a:t>
                      </a:r>
                      <a:r>
                        <a:rPr sz="2400" spc="-40" dirty="0">
                          <a:latin typeface="Calibri"/>
                          <a:cs typeface="Calibri"/>
                        </a:rPr>
                        <a:t> </a:t>
                      </a:r>
                      <a:r>
                        <a:rPr sz="2400" dirty="0">
                          <a:latin typeface="Calibri"/>
                          <a:cs typeface="Calibri"/>
                        </a:rPr>
                        <a:t>tắc</a:t>
                      </a:r>
                      <a:r>
                        <a:rPr sz="2400" spc="-50" dirty="0">
                          <a:latin typeface="Calibri"/>
                          <a:cs typeface="Calibri"/>
                        </a:rPr>
                        <a:t> </a:t>
                      </a:r>
                      <a:r>
                        <a:rPr sz="2400" dirty="0">
                          <a:latin typeface="Calibri"/>
                          <a:cs typeface="Calibri"/>
                        </a:rPr>
                        <a:t>tổng</a:t>
                      </a:r>
                      <a:r>
                        <a:rPr sz="2400" spc="-25" dirty="0">
                          <a:latin typeface="Calibri"/>
                          <a:cs typeface="Calibri"/>
                        </a:rPr>
                        <a:t> </a:t>
                      </a:r>
                      <a:r>
                        <a:rPr sz="2400" dirty="0">
                          <a:latin typeface="Calibri"/>
                          <a:cs typeface="Calibri"/>
                        </a:rPr>
                        <a:t>quát</a:t>
                      </a:r>
                      <a:r>
                        <a:rPr sz="2400" spc="-35" dirty="0">
                          <a:latin typeface="Calibri"/>
                          <a:cs typeface="Calibri"/>
                        </a:rPr>
                        <a:t> </a:t>
                      </a:r>
                      <a:r>
                        <a:rPr sz="2400" spc="-25" dirty="0">
                          <a:latin typeface="Calibri"/>
                          <a:cs typeface="Calibri"/>
                        </a:rPr>
                        <a:t>hóa </a:t>
                      </a:r>
                      <a:r>
                        <a:rPr sz="2400" dirty="0">
                          <a:latin typeface="Calibri"/>
                          <a:cs typeface="Calibri"/>
                        </a:rPr>
                        <a:t>phổ</a:t>
                      </a:r>
                      <a:r>
                        <a:rPr sz="2400" spc="-15" dirty="0">
                          <a:latin typeface="Calibri"/>
                          <a:cs typeface="Calibri"/>
                        </a:rPr>
                        <a:t> </a:t>
                      </a:r>
                      <a:r>
                        <a:rPr sz="2400" spc="-20" dirty="0">
                          <a:latin typeface="Calibri"/>
                          <a:cs typeface="Calibri"/>
                        </a:rPr>
                        <a:t>dụng</a:t>
                      </a:r>
                      <a:endParaRPr sz="2400">
                        <a:latin typeface="Calibri"/>
                        <a:cs typeface="Calibri"/>
                      </a:endParaRPr>
                    </a:p>
                  </a:txBody>
                  <a:tcPr marL="0" marR="0" marT="2666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865505">
                <a:tc>
                  <a:txBody>
                    <a:bodyPr/>
                    <a:lstStyle/>
                    <a:p>
                      <a:pPr algn="ctr">
                        <a:lnSpc>
                          <a:spcPct val="100000"/>
                        </a:lnSpc>
                        <a:spcBef>
                          <a:spcPts val="110"/>
                        </a:spcBef>
                        <a:tabLst>
                          <a:tab pos="786130" algn="l"/>
                          <a:tab pos="1150620" algn="l"/>
                        </a:tabLst>
                      </a:pPr>
                      <a:r>
                        <a:rPr sz="2400" dirty="0">
                          <a:latin typeface="Cambria Math"/>
                          <a:cs typeface="Cambria Math"/>
                        </a:rPr>
                        <a:t>∃𝑥,</a:t>
                      </a:r>
                      <a:r>
                        <a:rPr sz="2400" spc="-75" dirty="0">
                          <a:latin typeface="Cambria Math"/>
                          <a:cs typeface="Cambria Math"/>
                        </a:rPr>
                        <a:t> </a:t>
                      </a:r>
                      <a:r>
                        <a:rPr sz="2400" spc="-50" dirty="0">
                          <a:latin typeface="Cambria Math"/>
                          <a:cs typeface="Cambria Math"/>
                        </a:rPr>
                        <a:t>𝑃</a:t>
                      </a:r>
                      <a:r>
                        <a:rPr sz="2400" dirty="0">
                          <a:latin typeface="Cambria Math"/>
                          <a:cs typeface="Cambria Math"/>
                        </a:rPr>
                        <a:t>	</a:t>
                      </a:r>
                      <a:r>
                        <a:rPr sz="2400" spc="-50" dirty="0">
                          <a:latin typeface="Cambria Math"/>
                          <a:cs typeface="Cambria Math"/>
                        </a:rPr>
                        <a:t>𝑥</a:t>
                      </a:r>
                      <a:r>
                        <a:rPr sz="2400" dirty="0">
                          <a:latin typeface="Cambria Math"/>
                          <a:cs typeface="Cambria Math"/>
                        </a:rPr>
                        <a:t>	</a:t>
                      </a:r>
                      <a:r>
                        <a:rPr sz="2400" spc="-20" dirty="0">
                          <a:latin typeface="Cambria Math"/>
                          <a:cs typeface="Cambria Math"/>
                        </a:rPr>
                        <a:t>đú𝑛𝑔</a:t>
                      </a:r>
                      <a:endParaRPr sz="2400">
                        <a:latin typeface="Cambria Math"/>
                        <a:cs typeface="Cambria Math"/>
                      </a:endParaRPr>
                    </a:p>
                    <a:p>
                      <a:pPr algn="ctr">
                        <a:lnSpc>
                          <a:spcPct val="100000"/>
                        </a:lnSpc>
                        <a:spcBef>
                          <a:spcPts val="545"/>
                        </a:spcBef>
                        <a:tabLst>
                          <a:tab pos="1212850" algn="l"/>
                          <a:tab pos="1555750" algn="l"/>
                        </a:tabLst>
                      </a:pPr>
                      <a:r>
                        <a:rPr sz="2400" dirty="0">
                          <a:latin typeface="Cambria Math"/>
                          <a:cs typeface="Cambria Math"/>
                        </a:rPr>
                        <a:t>∴</a:t>
                      </a:r>
                      <a:r>
                        <a:rPr sz="2400" spc="150" dirty="0">
                          <a:latin typeface="Cambria Math"/>
                          <a:cs typeface="Cambria Math"/>
                        </a:rPr>
                        <a:t> </a:t>
                      </a:r>
                      <a:r>
                        <a:rPr sz="2400" dirty="0">
                          <a:latin typeface="Cambria Math"/>
                          <a:cs typeface="Cambria Math"/>
                        </a:rPr>
                        <a:t>𝑐ó</a:t>
                      </a:r>
                      <a:r>
                        <a:rPr sz="2400" spc="20" dirty="0">
                          <a:latin typeface="Cambria Math"/>
                          <a:cs typeface="Cambria Math"/>
                        </a:rPr>
                        <a:t> </a:t>
                      </a:r>
                      <a:r>
                        <a:rPr sz="2400" dirty="0">
                          <a:latin typeface="Cambria Math"/>
                          <a:cs typeface="Cambria Math"/>
                        </a:rPr>
                        <a:t>𝑐,</a:t>
                      </a:r>
                      <a:r>
                        <a:rPr sz="2400" spc="-110" dirty="0">
                          <a:latin typeface="Cambria Math"/>
                          <a:cs typeface="Cambria Math"/>
                        </a:rPr>
                        <a:t> </a:t>
                      </a:r>
                      <a:r>
                        <a:rPr sz="2400" spc="-50" dirty="0">
                          <a:latin typeface="Cambria Math"/>
                          <a:cs typeface="Cambria Math"/>
                        </a:rPr>
                        <a:t>𝑃</a:t>
                      </a:r>
                      <a:r>
                        <a:rPr sz="2400" dirty="0">
                          <a:latin typeface="Cambria Math"/>
                          <a:cs typeface="Cambria Math"/>
                        </a:rPr>
                        <a:t>	</a:t>
                      </a:r>
                      <a:r>
                        <a:rPr sz="2400" spc="-50" dirty="0">
                          <a:latin typeface="Cambria Math"/>
                          <a:cs typeface="Cambria Math"/>
                        </a:rPr>
                        <a:t>𝑐</a:t>
                      </a:r>
                      <a:r>
                        <a:rPr sz="2400" dirty="0">
                          <a:latin typeface="Cambria Math"/>
                          <a:cs typeface="Cambria Math"/>
                        </a:rPr>
                        <a:t>	</a:t>
                      </a:r>
                      <a:r>
                        <a:rPr sz="2400" spc="-20" dirty="0">
                          <a:latin typeface="Cambria Math"/>
                          <a:cs typeface="Cambria Math"/>
                        </a:rPr>
                        <a:t>đú𝑛𝑔</a:t>
                      </a:r>
                      <a:endParaRPr sz="2400">
                        <a:latin typeface="Cambria Math"/>
                        <a:cs typeface="Cambria Math"/>
                      </a:endParaRPr>
                    </a:p>
                  </a:txBody>
                  <a:tcPr marL="0" marR="0" marT="139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04"/>
                        </a:spcBef>
                      </a:pPr>
                      <a:r>
                        <a:rPr sz="2400" dirty="0">
                          <a:latin typeface="Calibri"/>
                          <a:cs typeface="Calibri"/>
                        </a:rPr>
                        <a:t>Qui</a:t>
                      </a:r>
                      <a:r>
                        <a:rPr sz="2400" spc="-40" dirty="0">
                          <a:latin typeface="Calibri"/>
                          <a:cs typeface="Calibri"/>
                        </a:rPr>
                        <a:t> </a:t>
                      </a:r>
                      <a:r>
                        <a:rPr sz="2400" dirty="0">
                          <a:latin typeface="Calibri"/>
                          <a:cs typeface="Calibri"/>
                        </a:rPr>
                        <a:t>tắc</a:t>
                      </a:r>
                      <a:r>
                        <a:rPr sz="2400" spc="-45" dirty="0">
                          <a:latin typeface="Calibri"/>
                          <a:cs typeface="Calibri"/>
                        </a:rPr>
                        <a:t> </a:t>
                      </a:r>
                      <a:r>
                        <a:rPr sz="2400" dirty="0">
                          <a:latin typeface="Calibri"/>
                          <a:cs typeface="Calibri"/>
                        </a:rPr>
                        <a:t>tồn</a:t>
                      </a:r>
                      <a:r>
                        <a:rPr sz="2400" spc="-25" dirty="0">
                          <a:latin typeface="Calibri"/>
                          <a:cs typeface="Calibri"/>
                        </a:rPr>
                        <a:t> </a:t>
                      </a:r>
                      <a:r>
                        <a:rPr sz="2400" dirty="0">
                          <a:latin typeface="Calibri"/>
                          <a:cs typeface="Calibri"/>
                        </a:rPr>
                        <a:t>tại</a:t>
                      </a:r>
                      <a:r>
                        <a:rPr sz="2400" spc="-35" dirty="0">
                          <a:latin typeface="Calibri"/>
                          <a:cs typeface="Calibri"/>
                        </a:rPr>
                        <a:t> </a:t>
                      </a:r>
                      <a:r>
                        <a:rPr sz="2400" dirty="0">
                          <a:latin typeface="Calibri"/>
                          <a:cs typeface="Calibri"/>
                        </a:rPr>
                        <a:t>phần</a:t>
                      </a:r>
                      <a:r>
                        <a:rPr sz="2400" spc="-25" dirty="0">
                          <a:latin typeface="Calibri"/>
                          <a:cs typeface="Calibri"/>
                        </a:rPr>
                        <a:t> tử</a:t>
                      </a:r>
                      <a:endParaRPr sz="2400">
                        <a:latin typeface="Calibri"/>
                        <a:cs typeface="Calibri"/>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866140">
                <a:tc>
                  <a:txBody>
                    <a:bodyPr/>
                    <a:lstStyle/>
                    <a:p>
                      <a:pPr algn="ctr">
                        <a:lnSpc>
                          <a:spcPct val="100000"/>
                        </a:lnSpc>
                        <a:spcBef>
                          <a:spcPts val="110"/>
                        </a:spcBef>
                        <a:tabLst>
                          <a:tab pos="322580" algn="l"/>
                          <a:tab pos="665480" algn="l"/>
                        </a:tabLst>
                      </a:pPr>
                      <a:r>
                        <a:rPr sz="2400" spc="-50" dirty="0">
                          <a:latin typeface="Cambria Math"/>
                          <a:cs typeface="Cambria Math"/>
                        </a:rPr>
                        <a:t>𝑃</a:t>
                      </a:r>
                      <a:r>
                        <a:rPr sz="2400" dirty="0">
                          <a:latin typeface="Cambria Math"/>
                          <a:cs typeface="Cambria Math"/>
                        </a:rPr>
                        <a:t>	</a:t>
                      </a:r>
                      <a:r>
                        <a:rPr sz="2400" spc="-50" dirty="0">
                          <a:latin typeface="Cambria Math"/>
                          <a:cs typeface="Cambria Math"/>
                        </a:rPr>
                        <a:t>𝑐</a:t>
                      </a:r>
                      <a:r>
                        <a:rPr sz="2400" dirty="0">
                          <a:latin typeface="Cambria Math"/>
                          <a:cs typeface="Cambria Math"/>
                        </a:rPr>
                        <a:t>	đú𝑛𝑔</a:t>
                      </a:r>
                      <a:r>
                        <a:rPr sz="2400" spc="20" dirty="0">
                          <a:latin typeface="Cambria Math"/>
                          <a:cs typeface="Cambria Math"/>
                        </a:rPr>
                        <a:t> </a:t>
                      </a:r>
                      <a:r>
                        <a:rPr sz="2400" dirty="0">
                          <a:latin typeface="Cambria Math"/>
                          <a:cs typeface="Cambria Math"/>
                        </a:rPr>
                        <a:t>𝑣ớ𝑖</a:t>
                      </a:r>
                      <a:r>
                        <a:rPr sz="2400" spc="50" dirty="0">
                          <a:latin typeface="Cambria Math"/>
                          <a:cs typeface="Cambria Math"/>
                        </a:rPr>
                        <a:t> </a:t>
                      </a:r>
                      <a:r>
                        <a:rPr sz="2400" dirty="0">
                          <a:latin typeface="Cambria Math"/>
                          <a:cs typeface="Cambria Math"/>
                        </a:rPr>
                        <a:t>𝑐</a:t>
                      </a:r>
                      <a:r>
                        <a:rPr sz="2400" spc="55" dirty="0">
                          <a:latin typeface="Cambria Math"/>
                          <a:cs typeface="Cambria Math"/>
                        </a:rPr>
                        <a:t> </a:t>
                      </a:r>
                      <a:r>
                        <a:rPr sz="2400" dirty="0">
                          <a:latin typeface="Cambria Math"/>
                          <a:cs typeface="Cambria Math"/>
                        </a:rPr>
                        <a:t>𝑛à𝑜</a:t>
                      </a:r>
                      <a:r>
                        <a:rPr sz="2400" spc="30" dirty="0">
                          <a:latin typeface="Cambria Math"/>
                          <a:cs typeface="Cambria Math"/>
                        </a:rPr>
                        <a:t> </a:t>
                      </a:r>
                      <a:r>
                        <a:rPr sz="2400" spc="-25" dirty="0">
                          <a:latin typeface="Cambria Math"/>
                          <a:cs typeface="Cambria Math"/>
                        </a:rPr>
                        <a:t>đó</a:t>
                      </a:r>
                      <a:endParaRPr sz="2400">
                        <a:latin typeface="Cambria Math"/>
                        <a:cs typeface="Cambria Math"/>
                      </a:endParaRPr>
                    </a:p>
                    <a:p>
                      <a:pPr algn="ctr">
                        <a:lnSpc>
                          <a:spcPct val="100000"/>
                        </a:lnSpc>
                        <a:spcBef>
                          <a:spcPts val="545"/>
                        </a:spcBef>
                      </a:pPr>
                      <a:r>
                        <a:rPr sz="2400" dirty="0">
                          <a:latin typeface="Cambria Math"/>
                          <a:cs typeface="Cambria Math"/>
                        </a:rPr>
                        <a:t>∴</a:t>
                      </a:r>
                      <a:r>
                        <a:rPr sz="2400" spc="170" dirty="0">
                          <a:latin typeface="Cambria Math"/>
                          <a:cs typeface="Cambria Math"/>
                        </a:rPr>
                        <a:t> </a:t>
                      </a:r>
                      <a:r>
                        <a:rPr sz="2400" dirty="0">
                          <a:latin typeface="Cambria Math"/>
                          <a:cs typeface="Cambria Math"/>
                        </a:rPr>
                        <a:t>∃𝑥,</a:t>
                      </a:r>
                      <a:r>
                        <a:rPr sz="2400" spc="-110" dirty="0">
                          <a:latin typeface="Cambria Math"/>
                          <a:cs typeface="Cambria Math"/>
                        </a:rPr>
                        <a:t> </a:t>
                      </a:r>
                      <a:r>
                        <a:rPr sz="2400" spc="-20" dirty="0">
                          <a:latin typeface="Cambria Math"/>
                          <a:cs typeface="Cambria Math"/>
                        </a:rPr>
                        <a:t>𝑃(𝑥)</a:t>
                      </a:r>
                      <a:endParaRPr sz="2400">
                        <a:latin typeface="Cambria Math"/>
                        <a:cs typeface="Cambria Math"/>
                      </a:endParaRPr>
                    </a:p>
                  </a:txBody>
                  <a:tcPr marL="0" marR="0" marT="139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10"/>
                        </a:spcBef>
                      </a:pPr>
                      <a:r>
                        <a:rPr sz="2400" dirty="0">
                          <a:latin typeface="Calibri"/>
                          <a:cs typeface="Calibri"/>
                        </a:rPr>
                        <a:t>Qui</a:t>
                      </a:r>
                      <a:r>
                        <a:rPr sz="2400" spc="-35" dirty="0">
                          <a:latin typeface="Calibri"/>
                          <a:cs typeface="Calibri"/>
                        </a:rPr>
                        <a:t> </a:t>
                      </a:r>
                      <a:r>
                        <a:rPr sz="2400" dirty="0">
                          <a:latin typeface="Calibri"/>
                          <a:cs typeface="Calibri"/>
                        </a:rPr>
                        <a:t>tắc</a:t>
                      </a:r>
                      <a:r>
                        <a:rPr sz="2400" spc="-45" dirty="0">
                          <a:latin typeface="Calibri"/>
                          <a:cs typeface="Calibri"/>
                        </a:rPr>
                        <a:t> </a:t>
                      </a:r>
                      <a:r>
                        <a:rPr sz="2400" dirty="0">
                          <a:latin typeface="Calibri"/>
                          <a:cs typeface="Calibri"/>
                        </a:rPr>
                        <a:t>tổng</a:t>
                      </a:r>
                      <a:r>
                        <a:rPr sz="2400" spc="-20" dirty="0">
                          <a:latin typeface="Calibri"/>
                          <a:cs typeface="Calibri"/>
                        </a:rPr>
                        <a:t> </a:t>
                      </a:r>
                      <a:r>
                        <a:rPr sz="2400" dirty="0">
                          <a:latin typeface="Calibri"/>
                          <a:cs typeface="Calibri"/>
                        </a:rPr>
                        <a:t>quát</a:t>
                      </a:r>
                      <a:r>
                        <a:rPr sz="2400" spc="-15" dirty="0">
                          <a:latin typeface="Calibri"/>
                          <a:cs typeface="Calibri"/>
                        </a:rPr>
                        <a:t> </a:t>
                      </a:r>
                      <a:r>
                        <a:rPr sz="2400" spc="-25" dirty="0">
                          <a:latin typeface="Calibri"/>
                          <a:cs typeface="Calibri"/>
                        </a:rPr>
                        <a:t>hóa</a:t>
                      </a:r>
                      <a:endParaRPr sz="2400">
                        <a:latin typeface="Calibri"/>
                        <a:cs typeface="Calibri"/>
                      </a:endParaRPr>
                    </a:p>
                    <a:p>
                      <a:pPr marL="92075">
                        <a:lnSpc>
                          <a:spcPct val="100000"/>
                        </a:lnSpc>
                      </a:pPr>
                      <a:r>
                        <a:rPr sz="2400" dirty="0">
                          <a:latin typeface="Calibri"/>
                          <a:cs typeface="Calibri"/>
                        </a:rPr>
                        <a:t>tồn</a:t>
                      </a:r>
                      <a:r>
                        <a:rPr sz="2400" spc="-40" dirty="0">
                          <a:latin typeface="Calibri"/>
                          <a:cs typeface="Calibri"/>
                        </a:rPr>
                        <a:t> </a:t>
                      </a:r>
                      <a:r>
                        <a:rPr sz="2400" spc="-25" dirty="0">
                          <a:latin typeface="Calibri"/>
                          <a:cs typeface="Calibri"/>
                        </a:rPr>
                        <a:t>tại</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bl>
          </a:graphicData>
        </a:graphic>
      </p:graphicFrame>
      <p:sp>
        <p:nvSpPr>
          <p:cNvPr id="10" name="object 10"/>
          <p:cNvSpPr/>
          <p:nvPr/>
        </p:nvSpPr>
        <p:spPr>
          <a:xfrm>
            <a:off x="1813560" y="2205227"/>
            <a:ext cx="2018030" cy="20320"/>
          </a:xfrm>
          <a:custGeom>
            <a:avLst/>
            <a:gdLst/>
            <a:ahLst/>
            <a:cxnLst/>
            <a:rect l="l" t="t" r="r" b="b"/>
            <a:pathLst>
              <a:path w="2018029" h="20319">
                <a:moveTo>
                  <a:pt x="2017776" y="0"/>
                </a:moveTo>
                <a:lnTo>
                  <a:pt x="0" y="0"/>
                </a:lnTo>
                <a:lnTo>
                  <a:pt x="0" y="19812"/>
                </a:lnTo>
                <a:lnTo>
                  <a:pt x="2017776" y="19812"/>
                </a:lnTo>
                <a:lnTo>
                  <a:pt x="2017776" y="0"/>
                </a:lnTo>
                <a:close/>
              </a:path>
            </a:pathLst>
          </a:custGeom>
          <a:solidFill>
            <a:srgbClr val="000000"/>
          </a:solidFill>
        </p:spPr>
        <p:txBody>
          <a:bodyPr wrap="square" lIns="0" tIns="0" rIns="0" bIns="0" rtlCol="0"/>
          <a:lstStyle/>
          <a:p>
            <a:endParaRPr/>
          </a:p>
        </p:txBody>
      </p:sp>
      <p:sp>
        <p:nvSpPr>
          <p:cNvPr id="11" name="object 11"/>
          <p:cNvSpPr/>
          <p:nvPr/>
        </p:nvSpPr>
        <p:spPr>
          <a:xfrm>
            <a:off x="1321308" y="3073907"/>
            <a:ext cx="3004185" cy="20320"/>
          </a:xfrm>
          <a:custGeom>
            <a:avLst/>
            <a:gdLst/>
            <a:ahLst/>
            <a:cxnLst/>
            <a:rect l="l" t="t" r="r" b="b"/>
            <a:pathLst>
              <a:path w="3004185" h="20319">
                <a:moveTo>
                  <a:pt x="3003804" y="0"/>
                </a:moveTo>
                <a:lnTo>
                  <a:pt x="0" y="0"/>
                </a:lnTo>
                <a:lnTo>
                  <a:pt x="0" y="19812"/>
                </a:lnTo>
                <a:lnTo>
                  <a:pt x="3003804" y="19812"/>
                </a:lnTo>
                <a:lnTo>
                  <a:pt x="3003804" y="0"/>
                </a:lnTo>
                <a:close/>
              </a:path>
            </a:pathLst>
          </a:custGeom>
          <a:solidFill>
            <a:srgbClr val="000000"/>
          </a:solidFill>
        </p:spPr>
        <p:txBody>
          <a:bodyPr wrap="square" lIns="0" tIns="0" rIns="0" bIns="0" rtlCol="0"/>
          <a:lstStyle/>
          <a:p>
            <a:endParaRPr/>
          </a:p>
        </p:txBody>
      </p:sp>
      <p:sp>
        <p:nvSpPr>
          <p:cNvPr id="12" name="object 12"/>
          <p:cNvSpPr/>
          <p:nvPr/>
        </p:nvSpPr>
        <p:spPr>
          <a:xfrm>
            <a:off x="1693164" y="3939794"/>
            <a:ext cx="2258695" cy="20320"/>
          </a:xfrm>
          <a:custGeom>
            <a:avLst/>
            <a:gdLst/>
            <a:ahLst/>
            <a:cxnLst/>
            <a:rect l="l" t="t" r="r" b="b"/>
            <a:pathLst>
              <a:path w="2258695" h="20320">
                <a:moveTo>
                  <a:pt x="2258568" y="0"/>
                </a:moveTo>
                <a:lnTo>
                  <a:pt x="0" y="0"/>
                </a:lnTo>
                <a:lnTo>
                  <a:pt x="0" y="19811"/>
                </a:lnTo>
                <a:lnTo>
                  <a:pt x="2258568" y="19811"/>
                </a:lnTo>
                <a:lnTo>
                  <a:pt x="2258568" y="0"/>
                </a:lnTo>
                <a:close/>
              </a:path>
            </a:pathLst>
          </a:custGeom>
          <a:solidFill>
            <a:srgbClr val="000000"/>
          </a:solidFill>
        </p:spPr>
        <p:txBody>
          <a:bodyPr wrap="square" lIns="0" tIns="0" rIns="0" bIns="0" rtlCol="0"/>
          <a:lstStyle/>
          <a:p>
            <a:endParaRPr/>
          </a:p>
        </p:txBody>
      </p:sp>
      <p:sp>
        <p:nvSpPr>
          <p:cNvPr id="13" name="object 13"/>
          <p:cNvSpPr/>
          <p:nvPr/>
        </p:nvSpPr>
        <p:spPr>
          <a:xfrm>
            <a:off x="1290827" y="4805298"/>
            <a:ext cx="3063240" cy="20320"/>
          </a:xfrm>
          <a:custGeom>
            <a:avLst/>
            <a:gdLst/>
            <a:ahLst/>
            <a:cxnLst/>
            <a:rect l="l" t="t" r="r" b="b"/>
            <a:pathLst>
              <a:path w="3063240" h="20320">
                <a:moveTo>
                  <a:pt x="3063240" y="0"/>
                </a:moveTo>
                <a:lnTo>
                  <a:pt x="0" y="0"/>
                </a:lnTo>
                <a:lnTo>
                  <a:pt x="0" y="19812"/>
                </a:lnTo>
                <a:lnTo>
                  <a:pt x="3063240" y="19812"/>
                </a:lnTo>
                <a:lnTo>
                  <a:pt x="3063240" y="0"/>
                </a:lnTo>
                <a:close/>
              </a:path>
            </a:pathLst>
          </a:custGeom>
          <a:solidFill>
            <a:srgbClr val="000000"/>
          </a:solidFill>
        </p:spPr>
        <p:txBody>
          <a:bodyPr wrap="square" lIns="0" tIns="0" rIns="0" bIns="0" rtlCol="0"/>
          <a:lstStyle/>
          <a:p>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154635"/>
            <a:ext cx="8215630" cy="6153785"/>
          </a:xfrm>
          <a:prstGeom prst="rect">
            <a:avLst/>
          </a:prstGeom>
        </p:spPr>
        <p:txBody>
          <a:bodyPr vert="horz" wrap="square" lIns="0" tIns="12700" rIns="0" bIns="0" rtlCol="0">
            <a:spAutoFit/>
          </a:bodyPr>
          <a:lstStyle/>
          <a:p>
            <a:pPr marL="12700" algn="just">
              <a:lnSpc>
                <a:spcPct val="100000"/>
              </a:lnSpc>
              <a:spcBef>
                <a:spcPts val="100"/>
              </a:spcBef>
            </a:pPr>
            <a:r>
              <a:rPr sz="3000" b="1" dirty="0">
                <a:latin typeface="Calibri"/>
                <a:cs typeface="Calibri"/>
              </a:rPr>
              <a:t>Các</a:t>
            </a:r>
            <a:r>
              <a:rPr sz="3000" b="1" spc="-35" dirty="0">
                <a:latin typeface="Calibri"/>
                <a:cs typeface="Calibri"/>
              </a:rPr>
              <a:t> </a:t>
            </a:r>
            <a:r>
              <a:rPr sz="3000" b="1" dirty="0">
                <a:latin typeface="Calibri"/>
                <a:cs typeface="Calibri"/>
              </a:rPr>
              <a:t>tiền</a:t>
            </a:r>
            <a:r>
              <a:rPr sz="3000" b="1" spc="-45" dirty="0">
                <a:latin typeface="Calibri"/>
                <a:cs typeface="Calibri"/>
              </a:rPr>
              <a:t> </a:t>
            </a:r>
            <a:r>
              <a:rPr sz="3000" b="1" dirty="0">
                <a:latin typeface="Calibri"/>
                <a:cs typeface="Calibri"/>
              </a:rPr>
              <a:t>đề</a:t>
            </a:r>
            <a:r>
              <a:rPr sz="3000" b="1" spc="-30" dirty="0">
                <a:latin typeface="Calibri"/>
                <a:cs typeface="Calibri"/>
              </a:rPr>
              <a:t> </a:t>
            </a:r>
            <a:r>
              <a:rPr sz="3000" b="1" dirty="0">
                <a:latin typeface="Calibri"/>
                <a:cs typeface="Calibri"/>
              </a:rPr>
              <a:t>trong</a:t>
            </a:r>
            <a:r>
              <a:rPr sz="3000" b="1" spc="-30" dirty="0">
                <a:latin typeface="Calibri"/>
                <a:cs typeface="Calibri"/>
              </a:rPr>
              <a:t> </a:t>
            </a:r>
            <a:r>
              <a:rPr sz="3000" b="1" dirty="0">
                <a:latin typeface="Calibri"/>
                <a:cs typeface="Calibri"/>
              </a:rPr>
              <a:t>2</a:t>
            </a:r>
            <a:r>
              <a:rPr sz="3000" b="1" spc="-25" dirty="0">
                <a:latin typeface="Calibri"/>
                <a:cs typeface="Calibri"/>
              </a:rPr>
              <a:t> </a:t>
            </a:r>
            <a:r>
              <a:rPr sz="3000" b="1" dirty="0">
                <a:latin typeface="Calibri"/>
                <a:cs typeface="Calibri"/>
              </a:rPr>
              <a:t>ví</a:t>
            </a:r>
            <a:r>
              <a:rPr sz="3000" b="1" spc="-20" dirty="0">
                <a:latin typeface="Calibri"/>
                <a:cs typeface="Calibri"/>
              </a:rPr>
              <a:t> </a:t>
            </a:r>
            <a:r>
              <a:rPr sz="3000" b="1" dirty="0">
                <a:latin typeface="Calibri"/>
                <a:cs typeface="Calibri"/>
              </a:rPr>
              <a:t>dụ</a:t>
            </a:r>
            <a:r>
              <a:rPr sz="3000" b="1" spc="-30" dirty="0">
                <a:latin typeface="Calibri"/>
                <a:cs typeface="Calibri"/>
              </a:rPr>
              <a:t> </a:t>
            </a:r>
            <a:r>
              <a:rPr sz="3000" b="1" dirty="0">
                <a:latin typeface="Calibri"/>
                <a:cs typeface="Calibri"/>
              </a:rPr>
              <a:t>là</a:t>
            </a:r>
            <a:r>
              <a:rPr sz="3000" b="1" spc="-40" dirty="0">
                <a:latin typeface="Calibri"/>
                <a:cs typeface="Calibri"/>
              </a:rPr>
              <a:t> </a:t>
            </a:r>
            <a:r>
              <a:rPr sz="3000" b="1" spc="-10" dirty="0">
                <a:latin typeface="Calibri"/>
                <a:cs typeface="Calibri"/>
              </a:rPr>
              <a:t>đúng.</a:t>
            </a:r>
            <a:endParaRPr sz="3000">
              <a:latin typeface="Calibri"/>
              <a:cs typeface="Calibri"/>
            </a:endParaRPr>
          </a:p>
          <a:p>
            <a:pPr marL="12700" marR="5080" algn="just">
              <a:lnSpc>
                <a:spcPts val="2880"/>
              </a:lnSpc>
              <a:spcBef>
                <a:spcPts val="700"/>
              </a:spcBef>
            </a:pPr>
            <a:r>
              <a:rPr sz="3000" b="1" dirty="0">
                <a:latin typeface="Calibri"/>
                <a:cs typeface="Calibri"/>
              </a:rPr>
              <a:t>Ví</a:t>
            </a:r>
            <a:r>
              <a:rPr sz="3000" b="1" spc="-20" dirty="0">
                <a:latin typeface="Calibri"/>
                <a:cs typeface="Calibri"/>
              </a:rPr>
              <a:t> </a:t>
            </a:r>
            <a:r>
              <a:rPr sz="3000" b="1" dirty="0">
                <a:latin typeface="Calibri"/>
                <a:cs typeface="Calibri"/>
              </a:rPr>
              <a:t>dụ</a:t>
            </a:r>
            <a:r>
              <a:rPr sz="3000" b="1" spc="-15" dirty="0">
                <a:latin typeface="Calibri"/>
                <a:cs typeface="Calibri"/>
              </a:rPr>
              <a:t> </a:t>
            </a:r>
            <a:r>
              <a:rPr sz="3000" b="1" dirty="0">
                <a:latin typeface="Calibri"/>
                <a:cs typeface="Calibri"/>
              </a:rPr>
              <a:t>1</a:t>
            </a:r>
            <a:r>
              <a:rPr sz="3000" b="1" spc="-20" dirty="0">
                <a:latin typeface="Calibri"/>
                <a:cs typeface="Calibri"/>
              </a:rPr>
              <a:t> </a:t>
            </a:r>
            <a:r>
              <a:rPr sz="3000" b="1" dirty="0">
                <a:latin typeface="Calibri"/>
                <a:cs typeface="Calibri"/>
              </a:rPr>
              <a:t>:</a:t>
            </a:r>
            <a:r>
              <a:rPr sz="3000" b="1" spc="-25" dirty="0">
                <a:latin typeface="Calibri"/>
                <a:cs typeface="Calibri"/>
              </a:rPr>
              <a:t> </a:t>
            </a:r>
            <a:r>
              <a:rPr sz="3000" dirty="0">
                <a:latin typeface="Calibri"/>
                <a:cs typeface="Calibri"/>
              </a:rPr>
              <a:t>Cho</a:t>
            </a:r>
            <a:r>
              <a:rPr sz="3000" spc="-25" dirty="0">
                <a:latin typeface="Calibri"/>
                <a:cs typeface="Calibri"/>
              </a:rPr>
              <a:t> </a:t>
            </a:r>
            <a:r>
              <a:rPr sz="3000" dirty="0">
                <a:latin typeface="Calibri"/>
                <a:cs typeface="Calibri"/>
              </a:rPr>
              <a:t>hai</a:t>
            </a:r>
            <a:r>
              <a:rPr sz="3000" spc="-15" dirty="0">
                <a:latin typeface="Calibri"/>
                <a:cs typeface="Calibri"/>
              </a:rPr>
              <a:t> </a:t>
            </a:r>
            <a:r>
              <a:rPr sz="3000" i="1" dirty="0">
                <a:latin typeface="Calibri"/>
                <a:cs typeface="Calibri"/>
              </a:rPr>
              <a:t>tiền</a:t>
            </a:r>
            <a:r>
              <a:rPr sz="3000" i="1" spc="-35" dirty="0">
                <a:latin typeface="Calibri"/>
                <a:cs typeface="Calibri"/>
              </a:rPr>
              <a:t> </a:t>
            </a:r>
            <a:r>
              <a:rPr sz="3000" i="1" dirty="0">
                <a:latin typeface="Calibri"/>
                <a:cs typeface="Calibri"/>
              </a:rPr>
              <a:t>đề</a:t>
            </a:r>
            <a:r>
              <a:rPr sz="3000" i="1" spc="-15" dirty="0">
                <a:latin typeface="Calibri"/>
                <a:cs typeface="Calibri"/>
              </a:rPr>
              <a:t> </a:t>
            </a:r>
            <a:r>
              <a:rPr sz="3000" dirty="0">
                <a:latin typeface="Calibri"/>
                <a:cs typeface="Calibri"/>
              </a:rPr>
              <a:t>“</a:t>
            </a:r>
            <a:r>
              <a:rPr sz="3000" spc="-35" dirty="0">
                <a:latin typeface="Calibri"/>
                <a:cs typeface="Calibri"/>
              </a:rPr>
              <a:t> </a:t>
            </a:r>
            <a:r>
              <a:rPr sz="3000" dirty="0">
                <a:latin typeface="Calibri"/>
                <a:cs typeface="Calibri"/>
              </a:rPr>
              <a:t>Mọi</a:t>
            </a:r>
            <a:r>
              <a:rPr sz="3000" spc="-15" dirty="0">
                <a:latin typeface="Calibri"/>
                <a:cs typeface="Calibri"/>
              </a:rPr>
              <a:t> </a:t>
            </a:r>
            <a:r>
              <a:rPr sz="3000" dirty="0">
                <a:latin typeface="Calibri"/>
                <a:cs typeface="Calibri"/>
              </a:rPr>
              <a:t>sinh</a:t>
            </a:r>
            <a:r>
              <a:rPr sz="3000" spc="-25" dirty="0">
                <a:latin typeface="Calibri"/>
                <a:cs typeface="Calibri"/>
              </a:rPr>
              <a:t> </a:t>
            </a:r>
            <a:r>
              <a:rPr sz="3000" dirty="0">
                <a:latin typeface="Calibri"/>
                <a:cs typeface="Calibri"/>
              </a:rPr>
              <a:t>viên</a:t>
            </a:r>
            <a:r>
              <a:rPr sz="3000" spc="-30" dirty="0">
                <a:latin typeface="Calibri"/>
                <a:cs typeface="Calibri"/>
              </a:rPr>
              <a:t> </a:t>
            </a:r>
            <a:r>
              <a:rPr sz="3000" dirty="0">
                <a:latin typeface="Calibri"/>
                <a:cs typeface="Calibri"/>
              </a:rPr>
              <a:t>đang</a:t>
            </a:r>
            <a:r>
              <a:rPr sz="3000" spc="-15" dirty="0">
                <a:latin typeface="Calibri"/>
                <a:cs typeface="Calibri"/>
              </a:rPr>
              <a:t> </a:t>
            </a:r>
            <a:r>
              <a:rPr sz="3000" dirty="0">
                <a:latin typeface="Calibri"/>
                <a:cs typeface="Calibri"/>
              </a:rPr>
              <a:t>học</a:t>
            </a:r>
            <a:r>
              <a:rPr sz="3000" spc="-15" dirty="0">
                <a:latin typeface="Calibri"/>
                <a:cs typeface="Calibri"/>
              </a:rPr>
              <a:t> </a:t>
            </a:r>
            <a:r>
              <a:rPr sz="3000" spc="-25" dirty="0">
                <a:latin typeface="Calibri"/>
                <a:cs typeface="Calibri"/>
              </a:rPr>
              <a:t>lớp </a:t>
            </a:r>
            <a:r>
              <a:rPr sz="3000" spc="-55" dirty="0">
                <a:latin typeface="Calibri"/>
                <a:cs typeface="Calibri"/>
              </a:rPr>
              <a:t>Toán</a:t>
            </a:r>
            <a:r>
              <a:rPr sz="3000" spc="-45" dirty="0">
                <a:latin typeface="Calibri"/>
                <a:cs typeface="Calibri"/>
              </a:rPr>
              <a:t> </a:t>
            </a:r>
            <a:r>
              <a:rPr sz="3000" dirty="0">
                <a:latin typeface="Calibri"/>
                <a:cs typeface="Calibri"/>
              </a:rPr>
              <a:t>rời</a:t>
            </a:r>
            <a:r>
              <a:rPr sz="3000" spc="-40" dirty="0">
                <a:latin typeface="Calibri"/>
                <a:cs typeface="Calibri"/>
              </a:rPr>
              <a:t> </a:t>
            </a:r>
            <a:r>
              <a:rPr sz="3000" dirty="0">
                <a:latin typeface="Calibri"/>
                <a:cs typeface="Calibri"/>
              </a:rPr>
              <a:t>rạc</a:t>
            </a:r>
            <a:r>
              <a:rPr sz="3000" spc="-40" dirty="0">
                <a:latin typeface="Calibri"/>
                <a:cs typeface="Calibri"/>
              </a:rPr>
              <a:t> </a:t>
            </a:r>
            <a:r>
              <a:rPr sz="3000" dirty="0">
                <a:latin typeface="Calibri"/>
                <a:cs typeface="Calibri"/>
              </a:rPr>
              <a:t>thì</a:t>
            </a:r>
            <a:r>
              <a:rPr sz="3000" spc="-55" dirty="0">
                <a:latin typeface="Calibri"/>
                <a:cs typeface="Calibri"/>
              </a:rPr>
              <a:t> </a:t>
            </a:r>
            <a:r>
              <a:rPr sz="3000" dirty="0">
                <a:latin typeface="Calibri"/>
                <a:cs typeface="Calibri"/>
              </a:rPr>
              <a:t>đã</a:t>
            </a:r>
            <a:r>
              <a:rPr sz="3000" spc="-60" dirty="0">
                <a:latin typeface="Calibri"/>
                <a:cs typeface="Calibri"/>
              </a:rPr>
              <a:t> </a:t>
            </a:r>
            <a:r>
              <a:rPr sz="3000" dirty="0">
                <a:latin typeface="Calibri"/>
                <a:cs typeface="Calibri"/>
              </a:rPr>
              <a:t>học</a:t>
            </a:r>
            <a:r>
              <a:rPr sz="3000" spc="-40" dirty="0">
                <a:latin typeface="Calibri"/>
                <a:cs typeface="Calibri"/>
              </a:rPr>
              <a:t> </a:t>
            </a:r>
            <a:r>
              <a:rPr sz="3000" dirty="0">
                <a:latin typeface="Calibri"/>
                <a:cs typeface="Calibri"/>
              </a:rPr>
              <a:t>Nhập</a:t>
            </a:r>
            <a:r>
              <a:rPr sz="3000" spc="-45" dirty="0">
                <a:latin typeface="Calibri"/>
                <a:cs typeface="Calibri"/>
              </a:rPr>
              <a:t> </a:t>
            </a:r>
            <a:r>
              <a:rPr sz="3000" dirty="0">
                <a:latin typeface="Calibri"/>
                <a:cs typeface="Calibri"/>
              </a:rPr>
              <a:t>môn</a:t>
            </a:r>
            <a:r>
              <a:rPr sz="3000" spc="-45" dirty="0">
                <a:latin typeface="Calibri"/>
                <a:cs typeface="Calibri"/>
              </a:rPr>
              <a:t> </a:t>
            </a:r>
            <a:r>
              <a:rPr sz="3000" dirty="0">
                <a:latin typeface="Calibri"/>
                <a:cs typeface="Calibri"/>
              </a:rPr>
              <a:t>lập</a:t>
            </a:r>
            <a:r>
              <a:rPr sz="3000" spc="-45" dirty="0">
                <a:latin typeface="Calibri"/>
                <a:cs typeface="Calibri"/>
              </a:rPr>
              <a:t> </a:t>
            </a:r>
            <a:r>
              <a:rPr sz="3000" dirty="0">
                <a:latin typeface="Calibri"/>
                <a:cs typeface="Calibri"/>
              </a:rPr>
              <a:t>trình”</a:t>
            </a:r>
            <a:r>
              <a:rPr sz="3000" spc="-40" dirty="0">
                <a:latin typeface="Calibri"/>
                <a:cs typeface="Calibri"/>
              </a:rPr>
              <a:t> </a:t>
            </a:r>
            <a:r>
              <a:rPr sz="3000" dirty="0">
                <a:latin typeface="Calibri"/>
                <a:cs typeface="Calibri"/>
              </a:rPr>
              <a:t>và</a:t>
            </a:r>
            <a:r>
              <a:rPr sz="3000" spc="-45" dirty="0">
                <a:latin typeface="Calibri"/>
                <a:cs typeface="Calibri"/>
              </a:rPr>
              <a:t> </a:t>
            </a:r>
            <a:r>
              <a:rPr sz="3000" spc="-10" dirty="0">
                <a:latin typeface="Calibri"/>
                <a:cs typeface="Calibri"/>
              </a:rPr>
              <a:t>“Dũng </a:t>
            </a:r>
            <a:r>
              <a:rPr sz="3000" dirty="0">
                <a:latin typeface="Calibri"/>
                <a:cs typeface="Calibri"/>
              </a:rPr>
              <a:t>đang</a:t>
            </a:r>
            <a:r>
              <a:rPr sz="3000" spc="-65" dirty="0">
                <a:latin typeface="Calibri"/>
                <a:cs typeface="Calibri"/>
              </a:rPr>
              <a:t> </a:t>
            </a:r>
            <a:r>
              <a:rPr sz="3000" dirty="0">
                <a:latin typeface="Calibri"/>
                <a:cs typeface="Calibri"/>
              </a:rPr>
              <a:t>học</a:t>
            </a:r>
            <a:r>
              <a:rPr sz="3000" spc="-45" dirty="0">
                <a:latin typeface="Calibri"/>
                <a:cs typeface="Calibri"/>
              </a:rPr>
              <a:t> </a:t>
            </a:r>
            <a:r>
              <a:rPr sz="3000" spc="-50" dirty="0">
                <a:latin typeface="Calibri"/>
                <a:cs typeface="Calibri"/>
              </a:rPr>
              <a:t>Toán </a:t>
            </a:r>
            <a:r>
              <a:rPr sz="3000" dirty="0">
                <a:latin typeface="Calibri"/>
                <a:cs typeface="Calibri"/>
              </a:rPr>
              <a:t>rời</a:t>
            </a:r>
            <a:r>
              <a:rPr sz="3000" spc="-50" dirty="0">
                <a:latin typeface="Calibri"/>
                <a:cs typeface="Calibri"/>
              </a:rPr>
              <a:t> </a:t>
            </a:r>
            <a:r>
              <a:rPr sz="3000" spc="-60" dirty="0">
                <a:latin typeface="Calibri"/>
                <a:cs typeface="Calibri"/>
              </a:rPr>
              <a:t>rạc”.</a:t>
            </a:r>
            <a:r>
              <a:rPr sz="3000" spc="-65" dirty="0">
                <a:latin typeface="Calibri"/>
                <a:cs typeface="Calibri"/>
              </a:rPr>
              <a:t> </a:t>
            </a:r>
            <a:r>
              <a:rPr sz="3000" dirty="0">
                <a:latin typeface="Calibri"/>
                <a:cs typeface="Calibri"/>
              </a:rPr>
              <a:t>Chứng</a:t>
            </a:r>
            <a:r>
              <a:rPr sz="3000" spc="-50" dirty="0">
                <a:latin typeface="Calibri"/>
                <a:cs typeface="Calibri"/>
              </a:rPr>
              <a:t> </a:t>
            </a:r>
            <a:r>
              <a:rPr sz="3000" dirty="0">
                <a:latin typeface="Calibri"/>
                <a:cs typeface="Calibri"/>
              </a:rPr>
              <a:t>minh</a:t>
            </a:r>
            <a:r>
              <a:rPr sz="3000" spc="-50" dirty="0">
                <a:latin typeface="Calibri"/>
                <a:cs typeface="Calibri"/>
              </a:rPr>
              <a:t> </a:t>
            </a:r>
            <a:r>
              <a:rPr sz="3000" dirty="0">
                <a:latin typeface="Calibri"/>
                <a:cs typeface="Calibri"/>
              </a:rPr>
              <a:t>rằng</a:t>
            </a:r>
            <a:r>
              <a:rPr sz="3000" spc="-50" dirty="0">
                <a:latin typeface="Calibri"/>
                <a:cs typeface="Calibri"/>
              </a:rPr>
              <a:t> </a:t>
            </a:r>
            <a:r>
              <a:rPr sz="3000" dirty="0">
                <a:latin typeface="Calibri"/>
                <a:cs typeface="Calibri"/>
              </a:rPr>
              <a:t>“Dũng</a:t>
            </a:r>
            <a:r>
              <a:rPr sz="3000" spc="-45" dirty="0">
                <a:latin typeface="Calibri"/>
                <a:cs typeface="Calibri"/>
              </a:rPr>
              <a:t> </a:t>
            </a:r>
            <a:r>
              <a:rPr sz="3000" spc="-25" dirty="0">
                <a:latin typeface="Calibri"/>
                <a:cs typeface="Calibri"/>
              </a:rPr>
              <a:t>đã</a:t>
            </a:r>
            <a:endParaRPr sz="3000">
              <a:latin typeface="Calibri"/>
              <a:cs typeface="Calibri"/>
            </a:endParaRPr>
          </a:p>
          <a:p>
            <a:pPr marL="12700" algn="just">
              <a:lnSpc>
                <a:spcPts val="2905"/>
              </a:lnSpc>
            </a:pPr>
            <a:r>
              <a:rPr sz="3000" dirty="0">
                <a:latin typeface="Calibri"/>
                <a:cs typeface="Calibri"/>
              </a:rPr>
              <a:t>học</a:t>
            </a:r>
            <a:r>
              <a:rPr sz="3000" spc="-30" dirty="0">
                <a:latin typeface="Calibri"/>
                <a:cs typeface="Calibri"/>
              </a:rPr>
              <a:t> </a:t>
            </a:r>
            <a:r>
              <a:rPr sz="3000" dirty="0">
                <a:latin typeface="Calibri"/>
                <a:cs typeface="Calibri"/>
              </a:rPr>
              <a:t>Nhập</a:t>
            </a:r>
            <a:r>
              <a:rPr sz="3000" spc="-30" dirty="0">
                <a:latin typeface="Calibri"/>
                <a:cs typeface="Calibri"/>
              </a:rPr>
              <a:t> </a:t>
            </a:r>
            <a:r>
              <a:rPr sz="3000" dirty="0">
                <a:latin typeface="Calibri"/>
                <a:cs typeface="Calibri"/>
              </a:rPr>
              <a:t>môn</a:t>
            </a:r>
            <a:r>
              <a:rPr sz="3000" spc="-25" dirty="0">
                <a:latin typeface="Calibri"/>
                <a:cs typeface="Calibri"/>
              </a:rPr>
              <a:t> </a:t>
            </a:r>
            <a:r>
              <a:rPr sz="3000" dirty="0">
                <a:latin typeface="Calibri"/>
                <a:cs typeface="Calibri"/>
              </a:rPr>
              <a:t>lập</a:t>
            </a:r>
            <a:r>
              <a:rPr sz="3000" spc="-20" dirty="0">
                <a:latin typeface="Calibri"/>
                <a:cs typeface="Calibri"/>
              </a:rPr>
              <a:t> </a:t>
            </a:r>
            <a:r>
              <a:rPr sz="3000" dirty="0">
                <a:latin typeface="Calibri"/>
                <a:cs typeface="Calibri"/>
              </a:rPr>
              <a:t>trình”</a:t>
            </a:r>
            <a:r>
              <a:rPr sz="3000" spc="-20" dirty="0">
                <a:latin typeface="Calibri"/>
                <a:cs typeface="Calibri"/>
              </a:rPr>
              <a:t> </a:t>
            </a:r>
            <a:r>
              <a:rPr sz="3000" dirty="0">
                <a:solidFill>
                  <a:srgbClr val="FF0000"/>
                </a:solidFill>
                <a:latin typeface="Calibri"/>
                <a:cs typeface="Calibri"/>
              </a:rPr>
              <a:t>là</a:t>
            </a:r>
            <a:r>
              <a:rPr sz="3000" spc="-20" dirty="0">
                <a:solidFill>
                  <a:srgbClr val="FF0000"/>
                </a:solidFill>
                <a:latin typeface="Calibri"/>
                <a:cs typeface="Calibri"/>
              </a:rPr>
              <a:t> </a:t>
            </a:r>
            <a:r>
              <a:rPr sz="3000" dirty="0">
                <a:solidFill>
                  <a:srgbClr val="FF0000"/>
                </a:solidFill>
                <a:latin typeface="Calibri"/>
                <a:cs typeface="Calibri"/>
              </a:rPr>
              <a:t>mệnh</a:t>
            </a:r>
            <a:r>
              <a:rPr sz="3000" spc="-35" dirty="0">
                <a:solidFill>
                  <a:srgbClr val="FF0000"/>
                </a:solidFill>
                <a:latin typeface="Calibri"/>
                <a:cs typeface="Calibri"/>
              </a:rPr>
              <a:t> </a:t>
            </a:r>
            <a:r>
              <a:rPr sz="3000" dirty="0">
                <a:solidFill>
                  <a:srgbClr val="FF0000"/>
                </a:solidFill>
                <a:latin typeface="Calibri"/>
                <a:cs typeface="Calibri"/>
              </a:rPr>
              <a:t>đề</a:t>
            </a:r>
            <a:r>
              <a:rPr sz="3000" spc="-35" dirty="0">
                <a:solidFill>
                  <a:srgbClr val="FF0000"/>
                </a:solidFill>
                <a:latin typeface="Calibri"/>
                <a:cs typeface="Calibri"/>
              </a:rPr>
              <a:t> </a:t>
            </a:r>
            <a:r>
              <a:rPr sz="3000" spc="-10" dirty="0">
                <a:solidFill>
                  <a:srgbClr val="FF0000"/>
                </a:solidFill>
                <a:latin typeface="Calibri"/>
                <a:cs typeface="Calibri"/>
              </a:rPr>
              <a:t>đúng</a:t>
            </a:r>
            <a:r>
              <a:rPr sz="3000" spc="-10" dirty="0">
                <a:latin typeface="Calibri"/>
                <a:cs typeface="Calibri"/>
              </a:rPr>
              <a:t>.</a:t>
            </a:r>
            <a:endParaRPr sz="3000">
              <a:latin typeface="Calibri"/>
              <a:cs typeface="Calibri"/>
            </a:endParaRPr>
          </a:p>
          <a:p>
            <a:pPr marL="12700" algn="just">
              <a:lnSpc>
                <a:spcPct val="100000"/>
              </a:lnSpc>
            </a:pPr>
            <a:r>
              <a:rPr sz="3000" dirty="0">
                <a:latin typeface="Calibri"/>
                <a:cs typeface="Calibri"/>
              </a:rPr>
              <a:t>Giải</a:t>
            </a:r>
            <a:r>
              <a:rPr sz="3000" spc="-15" dirty="0">
                <a:latin typeface="Calibri"/>
                <a:cs typeface="Calibri"/>
              </a:rPr>
              <a:t> </a:t>
            </a:r>
            <a:r>
              <a:rPr sz="3000" spc="-50" dirty="0">
                <a:latin typeface="Calibri"/>
                <a:cs typeface="Calibri"/>
              </a:rPr>
              <a:t>:</a:t>
            </a:r>
            <a:endParaRPr sz="3000">
              <a:latin typeface="Calibri"/>
              <a:cs typeface="Calibri"/>
            </a:endParaRPr>
          </a:p>
          <a:p>
            <a:pPr marL="12700" algn="just">
              <a:lnSpc>
                <a:spcPct val="100000"/>
              </a:lnSpc>
            </a:pPr>
            <a:r>
              <a:rPr sz="3000" dirty="0">
                <a:latin typeface="Calibri"/>
                <a:cs typeface="Calibri"/>
              </a:rPr>
              <a:t>Đặt</a:t>
            </a:r>
            <a:r>
              <a:rPr sz="3000" spc="-80" dirty="0">
                <a:latin typeface="Calibri"/>
                <a:cs typeface="Calibri"/>
              </a:rPr>
              <a:t> </a:t>
            </a:r>
            <a:r>
              <a:rPr sz="3000" spc="-60" dirty="0">
                <a:latin typeface="Calibri"/>
                <a:cs typeface="Calibri"/>
              </a:rPr>
              <a:t>:</a:t>
            </a:r>
            <a:endParaRPr sz="3000">
              <a:latin typeface="Calibri"/>
              <a:cs typeface="Calibri"/>
            </a:endParaRPr>
          </a:p>
          <a:p>
            <a:pPr marL="467995" indent="-455295" algn="just">
              <a:lnSpc>
                <a:spcPct val="100000"/>
              </a:lnSpc>
              <a:buChar char="-"/>
              <a:tabLst>
                <a:tab pos="467995" algn="l"/>
              </a:tabLst>
            </a:pPr>
            <a:r>
              <a:rPr sz="3000" dirty="0">
                <a:latin typeface="Calibri"/>
                <a:cs typeface="Calibri"/>
              </a:rPr>
              <a:t>P(x)</a:t>
            </a:r>
            <a:r>
              <a:rPr sz="3000" spc="-40" dirty="0">
                <a:latin typeface="Calibri"/>
                <a:cs typeface="Calibri"/>
              </a:rPr>
              <a:t> </a:t>
            </a:r>
            <a:r>
              <a:rPr sz="3000" dirty="0">
                <a:latin typeface="Calibri"/>
                <a:cs typeface="Calibri"/>
              </a:rPr>
              <a:t>:</a:t>
            </a:r>
            <a:r>
              <a:rPr sz="3000" spc="-35" dirty="0">
                <a:latin typeface="Calibri"/>
                <a:cs typeface="Calibri"/>
              </a:rPr>
              <a:t> </a:t>
            </a:r>
            <a:r>
              <a:rPr sz="3000" dirty="0">
                <a:latin typeface="Calibri"/>
                <a:cs typeface="Calibri"/>
              </a:rPr>
              <a:t>“</a:t>
            </a:r>
            <a:r>
              <a:rPr sz="3000" spc="-50" dirty="0">
                <a:latin typeface="Calibri"/>
                <a:cs typeface="Calibri"/>
              </a:rPr>
              <a:t> </a:t>
            </a:r>
            <a:r>
              <a:rPr sz="3000" dirty="0">
                <a:latin typeface="Calibri"/>
                <a:cs typeface="Calibri"/>
              </a:rPr>
              <a:t>x</a:t>
            </a:r>
            <a:r>
              <a:rPr sz="3000" spc="-35" dirty="0">
                <a:latin typeface="Calibri"/>
                <a:cs typeface="Calibri"/>
              </a:rPr>
              <a:t> </a:t>
            </a:r>
            <a:r>
              <a:rPr sz="3000" dirty="0">
                <a:latin typeface="Calibri"/>
                <a:cs typeface="Calibri"/>
              </a:rPr>
              <a:t>đang</a:t>
            </a:r>
            <a:r>
              <a:rPr sz="3000" spc="-50" dirty="0">
                <a:latin typeface="Calibri"/>
                <a:cs typeface="Calibri"/>
              </a:rPr>
              <a:t> </a:t>
            </a:r>
            <a:r>
              <a:rPr sz="3000" dirty="0">
                <a:latin typeface="Calibri"/>
                <a:cs typeface="Calibri"/>
              </a:rPr>
              <a:t>học</a:t>
            </a:r>
            <a:r>
              <a:rPr sz="3000" spc="-35" dirty="0">
                <a:latin typeface="Calibri"/>
                <a:cs typeface="Calibri"/>
              </a:rPr>
              <a:t> </a:t>
            </a:r>
            <a:r>
              <a:rPr sz="3000" dirty="0">
                <a:latin typeface="Calibri"/>
                <a:cs typeface="Calibri"/>
              </a:rPr>
              <a:t>lớp</a:t>
            </a:r>
            <a:r>
              <a:rPr sz="3000" spc="-40" dirty="0">
                <a:latin typeface="Calibri"/>
                <a:cs typeface="Calibri"/>
              </a:rPr>
              <a:t> </a:t>
            </a:r>
            <a:r>
              <a:rPr sz="3000" spc="-50" dirty="0">
                <a:latin typeface="Calibri"/>
                <a:cs typeface="Calibri"/>
              </a:rPr>
              <a:t>Toán</a:t>
            </a:r>
            <a:r>
              <a:rPr sz="3000" spc="-35" dirty="0">
                <a:latin typeface="Calibri"/>
                <a:cs typeface="Calibri"/>
              </a:rPr>
              <a:t> </a:t>
            </a:r>
            <a:r>
              <a:rPr sz="3000" dirty="0">
                <a:latin typeface="Calibri"/>
                <a:cs typeface="Calibri"/>
              </a:rPr>
              <a:t>rời</a:t>
            </a:r>
            <a:r>
              <a:rPr sz="3000" spc="-45" dirty="0">
                <a:latin typeface="Calibri"/>
                <a:cs typeface="Calibri"/>
              </a:rPr>
              <a:t> </a:t>
            </a:r>
            <a:r>
              <a:rPr sz="3000" dirty="0">
                <a:latin typeface="Calibri"/>
                <a:cs typeface="Calibri"/>
              </a:rPr>
              <a:t>rạc</a:t>
            </a:r>
            <a:r>
              <a:rPr sz="3000" spc="-30" dirty="0">
                <a:latin typeface="Calibri"/>
                <a:cs typeface="Calibri"/>
              </a:rPr>
              <a:t> </a:t>
            </a:r>
            <a:r>
              <a:rPr sz="3000" spc="-50" dirty="0">
                <a:latin typeface="Calibri"/>
                <a:cs typeface="Calibri"/>
              </a:rPr>
              <a:t>“</a:t>
            </a:r>
            <a:endParaRPr sz="3000">
              <a:latin typeface="Calibri"/>
              <a:cs typeface="Calibri"/>
            </a:endParaRPr>
          </a:p>
          <a:p>
            <a:pPr marL="12700" marR="1934845" indent="455295" algn="just">
              <a:lnSpc>
                <a:spcPct val="100000"/>
              </a:lnSpc>
              <a:spcBef>
                <a:spcPts val="5"/>
              </a:spcBef>
              <a:buChar char="-"/>
              <a:tabLst>
                <a:tab pos="467995" algn="l"/>
              </a:tabLst>
            </a:pPr>
            <a:r>
              <a:rPr sz="3000" dirty="0">
                <a:latin typeface="Calibri"/>
                <a:cs typeface="Calibri"/>
              </a:rPr>
              <a:t>Q(x)</a:t>
            </a:r>
            <a:r>
              <a:rPr sz="3000" spc="-25" dirty="0">
                <a:latin typeface="Calibri"/>
                <a:cs typeface="Calibri"/>
              </a:rPr>
              <a:t> </a:t>
            </a:r>
            <a:r>
              <a:rPr sz="3000" dirty="0">
                <a:latin typeface="Calibri"/>
                <a:cs typeface="Calibri"/>
              </a:rPr>
              <a:t>:</a:t>
            </a:r>
            <a:r>
              <a:rPr sz="3000" spc="-25" dirty="0">
                <a:latin typeface="Calibri"/>
                <a:cs typeface="Calibri"/>
              </a:rPr>
              <a:t> </a:t>
            </a:r>
            <a:r>
              <a:rPr sz="3000" dirty="0">
                <a:latin typeface="Calibri"/>
                <a:cs typeface="Calibri"/>
              </a:rPr>
              <a:t>“</a:t>
            </a:r>
            <a:r>
              <a:rPr sz="3000" spc="-20" dirty="0">
                <a:latin typeface="Calibri"/>
                <a:cs typeface="Calibri"/>
              </a:rPr>
              <a:t> </a:t>
            </a:r>
            <a:r>
              <a:rPr sz="3000" dirty="0">
                <a:latin typeface="Calibri"/>
                <a:cs typeface="Calibri"/>
              </a:rPr>
              <a:t>x</a:t>
            </a:r>
            <a:r>
              <a:rPr sz="3000" spc="-25" dirty="0">
                <a:latin typeface="Calibri"/>
                <a:cs typeface="Calibri"/>
              </a:rPr>
              <a:t> </a:t>
            </a:r>
            <a:r>
              <a:rPr sz="3000" dirty="0">
                <a:latin typeface="Calibri"/>
                <a:cs typeface="Calibri"/>
              </a:rPr>
              <a:t>đã</a:t>
            </a:r>
            <a:r>
              <a:rPr sz="3000" spc="-25" dirty="0">
                <a:latin typeface="Calibri"/>
                <a:cs typeface="Calibri"/>
              </a:rPr>
              <a:t> </a:t>
            </a:r>
            <a:r>
              <a:rPr sz="3000" dirty="0">
                <a:latin typeface="Calibri"/>
                <a:cs typeface="Calibri"/>
              </a:rPr>
              <a:t>học</a:t>
            </a:r>
            <a:r>
              <a:rPr sz="3000" spc="-15" dirty="0">
                <a:latin typeface="Calibri"/>
                <a:cs typeface="Calibri"/>
              </a:rPr>
              <a:t> </a:t>
            </a:r>
            <a:r>
              <a:rPr sz="3000" dirty="0">
                <a:latin typeface="Calibri"/>
                <a:cs typeface="Calibri"/>
              </a:rPr>
              <a:t>Nhập</a:t>
            </a:r>
            <a:r>
              <a:rPr sz="3000" spc="-20" dirty="0">
                <a:latin typeface="Calibri"/>
                <a:cs typeface="Calibri"/>
              </a:rPr>
              <a:t> </a:t>
            </a:r>
            <a:r>
              <a:rPr sz="3000" dirty="0">
                <a:latin typeface="Calibri"/>
                <a:cs typeface="Calibri"/>
              </a:rPr>
              <a:t>môn</a:t>
            </a:r>
            <a:r>
              <a:rPr sz="3000" spc="-20" dirty="0">
                <a:latin typeface="Calibri"/>
                <a:cs typeface="Calibri"/>
              </a:rPr>
              <a:t> </a:t>
            </a:r>
            <a:r>
              <a:rPr sz="3000" dirty="0">
                <a:latin typeface="Calibri"/>
                <a:cs typeface="Calibri"/>
              </a:rPr>
              <a:t>lập</a:t>
            </a:r>
            <a:r>
              <a:rPr sz="3000" spc="-30" dirty="0">
                <a:latin typeface="Calibri"/>
                <a:cs typeface="Calibri"/>
              </a:rPr>
              <a:t> </a:t>
            </a:r>
            <a:r>
              <a:rPr sz="3000" dirty="0">
                <a:latin typeface="Calibri"/>
                <a:cs typeface="Calibri"/>
              </a:rPr>
              <a:t>trình </a:t>
            </a:r>
            <a:r>
              <a:rPr sz="3000" spc="-50" dirty="0">
                <a:latin typeface="Calibri"/>
                <a:cs typeface="Calibri"/>
              </a:rPr>
              <a:t>“ </a:t>
            </a:r>
            <a:r>
              <a:rPr sz="3000" spc="-110" dirty="0">
                <a:latin typeface="Calibri"/>
                <a:cs typeface="Calibri"/>
              </a:rPr>
              <a:t>Ta</a:t>
            </a:r>
            <a:r>
              <a:rPr sz="3000" spc="-35" dirty="0">
                <a:latin typeface="Calibri"/>
                <a:cs typeface="Calibri"/>
              </a:rPr>
              <a:t> </a:t>
            </a:r>
            <a:r>
              <a:rPr sz="3000" dirty="0">
                <a:latin typeface="Calibri"/>
                <a:cs typeface="Calibri"/>
              </a:rPr>
              <a:t>có</a:t>
            </a:r>
            <a:r>
              <a:rPr sz="3000" spc="-30" dirty="0">
                <a:latin typeface="Calibri"/>
                <a:cs typeface="Calibri"/>
              </a:rPr>
              <a:t> </a:t>
            </a:r>
            <a:r>
              <a:rPr sz="3000" dirty="0">
                <a:latin typeface="Calibri"/>
                <a:cs typeface="Calibri"/>
              </a:rPr>
              <a:t>các</a:t>
            </a:r>
            <a:r>
              <a:rPr sz="3000" spc="-45" dirty="0">
                <a:latin typeface="Calibri"/>
                <a:cs typeface="Calibri"/>
              </a:rPr>
              <a:t> </a:t>
            </a:r>
            <a:r>
              <a:rPr sz="3000" dirty="0">
                <a:latin typeface="Calibri"/>
                <a:cs typeface="Calibri"/>
              </a:rPr>
              <a:t>tiền</a:t>
            </a:r>
            <a:r>
              <a:rPr sz="3000" spc="-35" dirty="0">
                <a:latin typeface="Calibri"/>
                <a:cs typeface="Calibri"/>
              </a:rPr>
              <a:t> </a:t>
            </a:r>
            <a:r>
              <a:rPr sz="3000" dirty="0">
                <a:latin typeface="Calibri"/>
                <a:cs typeface="Calibri"/>
              </a:rPr>
              <a:t>đề</a:t>
            </a:r>
            <a:r>
              <a:rPr sz="3000" spc="-40" dirty="0">
                <a:latin typeface="Calibri"/>
                <a:cs typeface="Calibri"/>
              </a:rPr>
              <a:t> </a:t>
            </a:r>
            <a:r>
              <a:rPr sz="3000" spc="-50" dirty="0">
                <a:latin typeface="Calibri"/>
                <a:cs typeface="Calibri"/>
              </a:rPr>
              <a:t>:</a:t>
            </a:r>
            <a:endParaRPr sz="3000">
              <a:latin typeface="Calibri"/>
              <a:cs typeface="Calibri"/>
            </a:endParaRPr>
          </a:p>
          <a:p>
            <a:pPr marL="12700" algn="just">
              <a:lnSpc>
                <a:spcPct val="100000"/>
              </a:lnSpc>
            </a:pPr>
            <a:r>
              <a:rPr sz="3000" dirty="0">
                <a:latin typeface="Calibri"/>
                <a:cs typeface="Calibri"/>
              </a:rPr>
              <a:t>-</a:t>
            </a:r>
            <a:r>
              <a:rPr sz="3000" spc="635" dirty="0">
                <a:latin typeface="Calibri"/>
                <a:cs typeface="Calibri"/>
              </a:rPr>
              <a:t>  </a:t>
            </a:r>
            <a:r>
              <a:rPr sz="3000" dirty="0">
                <a:latin typeface="Symbol"/>
                <a:cs typeface="Symbol"/>
              </a:rPr>
              <a:t></a:t>
            </a:r>
            <a:r>
              <a:rPr sz="3000" dirty="0">
                <a:latin typeface="Calibri"/>
                <a:cs typeface="Calibri"/>
              </a:rPr>
              <a:t>x,</a:t>
            </a:r>
            <a:r>
              <a:rPr sz="3000" spc="-30" dirty="0">
                <a:latin typeface="Calibri"/>
                <a:cs typeface="Calibri"/>
              </a:rPr>
              <a:t> </a:t>
            </a:r>
            <a:r>
              <a:rPr sz="3000" dirty="0">
                <a:latin typeface="Calibri"/>
                <a:cs typeface="Calibri"/>
              </a:rPr>
              <a:t>P(x)</a:t>
            </a:r>
            <a:r>
              <a:rPr sz="3000" spc="-5" dirty="0">
                <a:latin typeface="Calibri"/>
                <a:cs typeface="Calibri"/>
              </a:rPr>
              <a:t> </a:t>
            </a:r>
            <a:r>
              <a:rPr sz="3000" dirty="0">
                <a:latin typeface="Symbol"/>
                <a:cs typeface="Symbol"/>
              </a:rPr>
              <a:t></a:t>
            </a:r>
            <a:r>
              <a:rPr sz="3000" spc="-90" dirty="0">
                <a:latin typeface="Times New Roman"/>
                <a:cs typeface="Times New Roman"/>
              </a:rPr>
              <a:t> </a:t>
            </a:r>
            <a:r>
              <a:rPr sz="3000" spc="-20" dirty="0">
                <a:latin typeface="Calibri"/>
                <a:cs typeface="Calibri"/>
              </a:rPr>
              <a:t>Q(x)</a:t>
            </a:r>
            <a:endParaRPr sz="3000">
              <a:latin typeface="Calibri"/>
              <a:cs typeface="Calibri"/>
            </a:endParaRPr>
          </a:p>
          <a:p>
            <a:pPr marL="469900" indent="-457200">
              <a:lnSpc>
                <a:spcPct val="100000"/>
              </a:lnSpc>
              <a:buChar char="-"/>
              <a:tabLst>
                <a:tab pos="469900" algn="l"/>
              </a:tabLst>
            </a:pPr>
            <a:r>
              <a:rPr sz="3000" spc="-10" dirty="0">
                <a:latin typeface="Calibri"/>
                <a:cs typeface="Calibri"/>
              </a:rPr>
              <a:t>P(Dũng)</a:t>
            </a:r>
            <a:endParaRPr sz="3000">
              <a:latin typeface="Calibri"/>
              <a:cs typeface="Calibri"/>
            </a:endParaRPr>
          </a:p>
          <a:p>
            <a:pPr marL="12700">
              <a:lnSpc>
                <a:spcPct val="100000"/>
              </a:lnSpc>
            </a:pPr>
            <a:r>
              <a:rPr sz="3000" dirty="0">
                <a:latin typeface="Calibri"/>
                <a:cs typeface="Calibri"/>
              </a:rPr>
              <a:t>Chứng</a:t>
            </a:r>
            <a:r>
              <a:rPr sz="3000" spc="-60" dirty="0">
                <a:latin typeface="Calibri"/>
                <a:cs typeface="Calibri"/>
              </a:rPr>
              <a:t> </a:t>
            </a:r>
            <a:r>
              <a:rPr sz="3000" dirty="0">
                <a:latin typeface="Calibri"/>
                <a:cs typeface="Calibri"/>
              </a:rPr>
              <a:t>minh</a:t>
            </a:r>
            <a:r>
              <a:rPr sz="3000" spc="-65" dirty="0">
                <a:latin typeface="Calibri"/>
                <a:cs typeface="Calibri"/>
              </a:rPr>
              <a:t> </a:t>
            </a:r>
            <a:r>
              <a:rPr sz="3000" dirty="0">
                <a:latin typeface="Calibri"/>
                <a:cs typeface="Calibri"/>
              </a:rPr>
              <a:t>kết</a:t>
            </a:r>
            <a:r>
              <a:rPr sz="3000" spc="-80" dirty="0">
                <a:latin typeface="Calibri"/>
                <a:cs typeface="Calibri"/>
              </a:rPr>
              <a:t> </a:t>
            </a:r>
            <a:r>
              <a:rPr sz="3000" dirty="0">
                <a:latin typeface="Calibri"/>
                <a:cs typeface="Calibri"/>
              </a:rPr>
              <a:t>luận</a:t>
            </a:r>
            <a:r>
              <a:rPr sz="3000" spc="-60" dirty="0">
                <a:latin typeface="Calibri"/>
                <a:cs typeface="Calibri"/>
              </a:rPr>
              <a:t> </a:t>
            </a:r>
            <a:r>
              <a:rPr sz="3000" spc="-50" dirty="0">
                <a:latin typeface="Calibri"/>
                <a:cs typeface="Calibri"/>
              </a:rPr>
              <a:t>:</a:t>
            </a:r>
            <a:endParaRPr sz="3000">
              <a:latin typeface="Calibri"/>
              <a:cs typeface="Calibri"/>
            </a:endParaRPr>
          </a:p>
          <a:p>
            <a:pPr marL="212725" indent="-200025">
              <a:lnSpc>
                <a:spcPct val="100000"/>
              </a:lnSpc>
              <a:buChar char="-"/>
              <a:tabLst>
                <a:tab pos="212725" algn="l"/>
              </a:tabLst>
            </a:pPr>
            <a:r>
              <a:rPr sz="3000" spc="-10" dirty="0">
                <a:latin typeface="Calibri"/>
                <a:cs typeface="Calibri"/>
              </a:rPr>
              <a:t>Q(Dũng)</a:t>
            </a:r>
            <a:endParaRPr sz="3000">
              <a:latin typeface="Calibri"/>
              <a:cs typeface="Calibri"/>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138215"/>
            <a:ext cx="6689725" cy="1196975"/>
          </a:xfrm>
          <a:prstGeom prst="rect">
            <a:avLst/>
          </a:prstGeom>
        </p:spPr>
        <p:txBody>
          <a:bodyPr vert="horz" wrap="square" lIns="0" tIns="110489" rIns="0" bIns="0" rtlCol="0">
            <a:spAutoFit/>
          </a:bodyPr>
          <a:lstStyle/>
          <a:p>
            <a:pPr marL="469900" indent="-457200">
              <a:lnSpc>
                <a:spcPct val="100000"/>
              </a:lnSpc>
              <a:spcBef>
                <a:spcPts val="869"/>
              </a:spcBef>
              <a:buChar char="-"/>
              <a:tabLst>
                <a:tab pos="469900" algn="l"/>
              </a:tabLst>
            </a:pPr>
            <a:r>
              <a:rPr sz="3200" dirty="0">
                <a:latin typeface="Calibri"/>
                <a:cs typeface="Calibri"/>
              </a:rPr>
              <a:t>P(x)</a:t>
            </a:r>
            <a:r>
              <a:rPr sz="3200" spc="-40" dirty="0">
                <a:latin typeface="Calibri"/>
                <a:cs typeface="Calibri"/>
              </a:rPr>
              <a:t> </a:t>
            </a:r>
            <a:r>
              <a:rPr sz="3200" dirty="0">
                <a:latin typeface="Calibri"/>
                <a:cs typeface="Calibri"/>
              </a:rPr>
              <a:t>:</a:t>
            </a:r>
            <a:r>
              <a:rPr sz="3200" spc="-35" dirty="0">
                <a:latin typeface="Calibri"/>
                <a:cs typeface="Calibri"/>
              </a:rPr>
              <a:t> </a:t>
            </a:r>
            <a:r>
              <a:rPr sz="3200" dirty="0">
                <a:latin typeface="Calibri"/>
                <a:cs typeface="Calibri"/>
              </a:rPr>
              <a:t>“</a:t>
            </a:r>
            <a:r>
              <a:rPr sz="3200" spc="-40" dirty="0">
                <a:latin typeface="Calibri"/>
                <a:cs typeface="Calibri"/>
              </a:rPr>
              <a:t> </a:t>
            </a:r>
            <a:r>
              <a:rPr sz="3200" dirty="0">
                <a:latin typeface="Calibri"/>
                <a:cs typeface="Calibri"/>
              </a:rPr>
              <a:t>x</a:t>
            </a:r>
            <a:r>
              <a:rPr sz="3200" spc="-40" dirty="0">
                <a:latin typeface="Calibri"/>
                <a:cs typeface="Calibri"/>
              </a:rPr>
              <a:t> </a:t>
            </a:r>
            <a:r>
              <a:rPr sz="3200" dirty="0">
                <a:latin typeface="Calibri"/>
                <a:cs typeface="Calibri"/>
              </a:rPr>
              <a:t>đang</a:t>
            </a:r>
            <a:r>
              <a:rPr sz="3200" spc="-35" dirty="0">
                <a:latin typeface="Calibri"/>
                <a:cs typeface="Calibri"/>
              </a:rPr>
              <a:t> </a:t>
            </a:r>
            <a:r>
              <a:rPr sz="3200" dirty="0">
                <a:latin typeface="Calibri"/>
                <a:cs typeface="Calibri"/>
              </a:rPr>
              <a:t>học</a:t>
            </a:r>
            <a:r>
              <a:rPr sz="3200" spc="-40" dirty="0">
                <a:latin typeface="Calibri"/>
                <a:cs typeface="Calibri"/>
              </a:rPr>
              <a:t> </a:t>
            </a:r>
            <a:r>
              <a:rPr sz="3200" dirty="0">
                <a:latin typeface="Calibri"/>
                <a:cs typeface="Calibri"/>
              </a:rPr>
              <a:t>lớp</a:t>
            </a:r>
            <a:r>
              <a:rPr sz="3200" spc="-35" dirty="0">
                <a:latin typeface="Calibri"/>
                <a:cs typeface="Calibri"/>
              </a:rPr>
              <a:t> </a:t>
            </a:r>
            <a:r>
              <a:rPr sz="3200" spc="-55" dirty="0">
                <a:latin typeface="Calibri"/>
                <a:cs typeface="Calibri"/>
              </a:rPr>
              <a:t>Toán</a:t>
            </a:r>
            <a:r>
              <a:rPr sz="3200" spc="-35" dirty="0">
                <a:latin typeface="Calibri"/>
                <a:cs typeface="Calibri"/>
              </a:rPr>
              <a:t> </a:t>
            </a:r>
            <a:r>
              <a:rPr sz="3200" dirty="0">
                <a:latin typeface="Calibri"/>
                <a:cs typeface="Calibri"/>
              </a:rPr>
              <a:t>rời</a:t>
            </a:r>
            <a:r>
              <a:rPr sz="3200" spc="-45" dirty="0">
                <a:latin typeface="Calibri"/>
                <a:cs typeface="Calibri"/>
              </a:rPr>
              <a:t> </a:t>
            </a:r>
            <a:r>
              <a:rPr sz="3200" dirty="0">
                <a:latin typeface="Calibri"/>
                <a:cs typeface="Calibri"/>
              </a:rPr>
              <a:t>rạc</a:t>
            </a:r>
            <a:r>
              <a:rPr sz="3200" spc="-50" dirty="0">
                <a:latin typeface="Calibri"/>
                <a:cs typeface="Calibri"/>
              </a:rPr>
              <a:t> “</a:t>
            </a:r>
            <a:endParaRPr sz="3200">
              <a:latin typeface="Calibri"/>
              <a:cs typeface="Calibri"/>
            </a:endParaRPr>
          </a:p>
          <a:p>
            <a:pPr marL="469900" indent="-457200">
              <a:lnSpc>
                <a:spcPct val="100000"/>
              </a:lnSpc>
              <a:spcBef>
                <a:spcPts val="770"/>
              </a:spcBef>
              <a:buChar char="-"/>
              <a:tabLst>
                <a:tab pos="469900" algn="l"/>
              </a:tabLst>
            </a:pPr>
            <a:r>
              <a:rPr sz="3200" dirty="0">
                <a:latin typeface="Calibri"/>
                <a:cs typeface="Calibri"/>
              </a:rPr>
              <a:t>Q(x)</a:t>
            </a:r>
            <a:r>
              <a:rPr sz="3200" spc="-35"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a:t>
            </a:r>
            <a:r>
              <a:rPr sz="3200" spc="-35" dirty="0">
                <a:latin typeface="Calibri"/>
                <a:cs typeface="Calibri"/>
              </a:rPr>
              <a:t> </a:t>
            </a:r>
            <a:r>
              <a:rPr sz="3200" dirty="0">
                <a:latin typeface="Calibri"/>
                <a:cs typeface="Calibri"/>
              </a:rPr>
              <a:t>x</a:t>
            </a:r>
            <a:r>
              <a:rPr sz="3200" spc="-30" dirty="0">
                <a:latin typeface="Calibri"/>
                <a:cs typeface="Calibri"/>
              </a:rPr>
              <a:t> </a:t>
            </a:r>
            <a:r>
              <a:rPr sz="3200" dirty="0">
                <a:latin typeface="Calibri"/>
                <a:cs typeface="Calibri"/>
              </a:rPr>
              <a:t>đã</a:t>
            </a:r>
            <a:r>
              <a:rPr sz="3200" spc="-35" dirty="0">
                <a:latin typeface="Calibri"/>
                <a:cs typeface="Calibri"/>
              </a:rPr>
              <a:t> </a:t>
            </a:r>
            <a:r>
              <a:rPr sz="3200" dirty="0">
                <a:latin typeface="Calibri"/>
                <a:cs typeface="Calibri"/>
              </a:rPr>
              <a:t>học</a:t>
            </a:r>
            <a:r>
              <a:rPr sz="3200" spc="-20" dirty="0">
                <a:latin typeface="Calibri"/>
                <a:cs typeface="Calibri"/>
              </a:rPr>
              <a:t> </a:t>
            </a:r>
            <a:r>
              <a:rPr sz="3200" dirty="0">
                <a:latin typeface="Calibri"/>
                <a:cs typeface="Calibri"/>
              </a:rPr>
              <a:t>Nhập</a:t>
            </a:r>
            <a:r>
              <a:rPr sz="3200" spc="-35" dirty="0">
                <a:latin typeface="Calibri"/>
                <a:cs typeface="Calibri"/>
              </a:rPr>
              <a:t> </a:t>
            </a:r>
            <a:r>
              <a:rPr sz="3200" dirty="0">
                <a:latin typeface="Calibri"/>
                <a:cs typeface="Calibri"/>
              </a:rPr>
              <a:t>môn</a:t>
            </a:r>
            <a:r>
              <a:rPr sz="3200" spc="-35" dirty="0">
                <a:latin typeface="Calibri"/>
                <a:cs typeface="Calibri"/>
              </a:rPr>
              <a:t> </a:t>
            </a:r>
            <a:r>
              <a:rPr sz="3200" dirty="0">
                <a:latin typeface="Calibri"/>
                <a:cs typeface="Calibri"/>
              </a:rPr>
              <a:t>lập</a:t>
            </a:r>
            <a:r>
              <a:rPr sz="3200" spc="-20" dirty="0">
                <a:latin typeface="Calibri"/>
                <a:cs typeface="Calibri"/>
              </a:rPr>
              <a:t> </a:t>
            </a:r>
            <a:r>
              <a:rPr sz="3200" dirty="0">
                <a:latin typeface="Calibri"/>
                <a:cs typeface="Calibri"/>
              </a:rPr>
              <a:t>trình</a:t>
            </a:r>
            <a:r>
              <a:rPr sz="3200" spc="5" dirty="0">
                <a:latin typeface="Calibri"/>
                <a:cs typeface="Calibri"/>
              </a:rPr>
              <a:t> </a:t>
            </a:r>
            <a:r>
              <a:rPr sz="3200" spc="-50" dirty="0">
                <a:latin typeface="Calibri"/>
                <a:cs typeface="Calibri"/>
              </a:rPr>
              <a:t>“</a:t>
            </a:r>
            <a:endParaRPr sz="3200">
              <a:latin typeface="Calibri"/>
              <a:cs typeface="Calibri"/>
            </a:endParaRPr>
          </a:p>
        </p:txBody>
      </p:sp>
      <p:graphicFrame>
        <p:nvGraphicFramePr>
          <p:cNvPr id="3" name="object 3"/>
          <p:cNvGraphicFramePr>
            <a:graphicFrameLocks noGrp="1"/>
          </p:cNvGraphicFramePr>
          <p:nvPr/>
        </p:nvGraphicFramePr>
        <p:xfrm>
          <a:off x="527050" y="1974850"/>
          <a:ext cx="7937500" cy="2286000"/>
        </p:xfrm>
        <a:graphic>
          <a:graphicData uri="http://schemas.openxmlformats.org/drawingml/2006/table">
            <a:tbl>
              <a:tblPr firstRow="1" bandRow="1">
                <a:tableStyleId>{2D5ABB26-0587-4C30-8999-92F81FD0307C}</a:tableStyleId>
              </a:tblPr>
              <a:tblGrid>
                <a:gridCol w="3924300">
                  <a:extLst>
                    <a:ext uri="{9D8B030D-6E8A-4147-A177-3AD203B41FA5}">
                      <a16:colId xmlns:a16="http://schemas.microsoft.com/office/drawing/2014/main" val="20000"/>
                    </a:ext>
                  </a:extLst>
                </a:gridCol>
                <a:gridCol w="3924300">
                  <a:extLst>
                    <a:ext uri="{9D8B030D-6E8A-4147-A177-3AD203B41FA5}">
                      <a16:colId xmlns:a16="http://schemas.microsoft.com/office/drawing/2014/main" val="20001"/>
                    </a:ext>
                  </a:extLst>
                </a:gridCol>
              </a:tblGrid>
              <a:tr h="457200">
                <a:tc>
                  <a:txBody>
                    <a:bodyPr/>
                    <a:lstStyle/>
                    <a:p>
                      <a:pPr marL="91440">
                        <a:lnSpc>
                          <a:spcPct val="100000"/>
                        </a:lnSpc>
                        <a:spcBef>
                          <a:spcPts val="204"/>
                        </a:spcBef>
                      </a:pPr>
                      <a:r>
                        <a:rPr sz="2400" b="1" dirty="0">
                          <a:latin typeface="Calibri"/>
                          <a:cs typeface="Calibri"/>
                        </a:rPr>
                        <a:t>Các</a:t>
                      </a:r>
                      <a:r>
                        <a:rPr sz="2400" b="1" spc="-45" dirty="0">
                          <a:latin typeface="Calibri"/>
                          <a:cs typeface="Calibri"/>
                        </a:rPr>
                        <a:t> </a:t>
                      </a:r>
                      <a:r>
                        <a:rPr sz="2400" b="1" spc="-20" dirty="0">
                          <a:latin typeface="Calibri"/>
                          <a:cs typeface="Calibri"/>
                        </a:rPr>
                        <a:t>bước</a:t>
                      </a:r>
                      <a:endParaRPr sz="2400">
                        <a:latin typeface="Calibri"/>
                        <a:cs typeface="Calibri"/>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04"/>
                        </a:spcBef>
                      </a:pPr>
                      <a:r>
                        <a:rPr sz="2400" b="1" dirty="0">
                          <a:latin typeface="Calibri"/>
                          <a:cs typeface="Calibri"/>
                        </a:rPr>
                        <a:t>Suy</a:t>
                      </a:r>
                      <a:r>
                        <a:rPr sz="2400" b="1" spc="-40" dirty="0">
                          <a:latin typeface="Calibri"/>
                          <a:cs typeface="Calibri"/>
                        </a:rPr>
                        <a:t> </a:t>
                      </a:r>
                      <a:r>
                        <a:rPr sz="2400" b="1" spc="-20" dirty="0">
                          <a:latin typeface="Calibri"/>
                          <a:cs typeface="Calibri"/>
                        </a:rPr>
                        <a:t>luận</a:t>
                      </a:r>
                      <a:endParaRPr sz="2400">
                        <a:latin typeface="Calibri"/>
                        <a:cs typeface="Calibri"/>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457200">
                <a:tc>
                  <a:txBody>
                    <a:bodyPr/>
                    <a:lstStyle/>
                    <a:p>
                      <a:pPr marL="91440">
                        <a:lnSpc>
                          <a:spcPct val="100000"/>
                        </a:lnSpc>
                        <a:spcBef>
                          <a:spcPts val="229"/>
                        </a:spcBef>
                      </a:pPr>
                      <a:r>
                        <a:rPr sz="2400" dirty="0">
                          <a:latin typeface="Calibri"/>
                          <a:cs typeface="Calibri"/>
                        </a:rPr>
                        <a:t>1.</a:t>
                      </a:r>
                      <a:r>
                        <a:rPr sz="2400" spc="-15" dirty="0">
                          <a:latin typeface="Calibri"/>
                          <a:cs typeface="Calibri"/>
                        </a:rPr>
                        <a:t> </a:t>
                      </a:r>
                      <a:r>
                        <a:rPr sz="2400" dirty="0">
                          <a:latin typeface="Symbol"/>
                          <a:cs typeface="Symbol"/>
                        </a:rPr>
                        <a:t></a:t>
                      </a:r>
                      <a:r>
                        <a:rPr sz="2400" dirty="0">
                          <a:latin typeface="Calibri"/>
                          <a:cs typeface="Calibri"/>
                        </a:rPr>
                        <a:t>x,</a:t>
                      </a:r>
                      <a:r>
                        <a:rPr sz="2400" spc="-20" dirty="0">
                          <a:latin typeface="Calibri"/>
                          <a:cs typeface="Calibri"/>
                        </a:rPr>
                        <a:t> </a:t>
                      </a:r>
                      <a:r>
                        <a:rPr sz="2400" dirty="0">
                          <a:latin typeface="Calibri"/>
                          <a:cs typeface="Calibri"/>
                        </a:rPr>
                        <a:t>P(x)</a:t>
                      </a:r>
                      <a:r>
                        <a:rPr sz="2400" spc="-30" dirty="0">
                          <a:latin typeface="Calibri"/>
                          <a:cs typeface="Calibri"/>
                        </a:rPr>
                        <a:t> </a:t>
                      </a:r>
                      <a:r>
                        <a:rPr sz="2400" dirty="0">
                          <a:latin typeface="Symbol"/>
                          <a:cs typeface="Symbol"/>
                        </a:rPr>
                        <a:t></a:t>
                      </a:r>
                      <a:r>
                        <a:rPr sz="2400" spc="-70" dirty="0">
                          <a:latin typeface="Times New Roman"/>
                          <a:cs typeface="Times New Roman"/>
                        </a:rPr>
                        <a:t> </a:t>
                      </a:r>
                      <a:r>
                        <a:rPr sz="2400" dirty="0">
                          <a:latin typeface="Calibri"/>
                          <a:cs typeface="Calibri"/>
                        </a:rPr>
                        <a:t>Q(x)</a:t>
                      </a:r>
                      <a:r>
                        <a:rPr sz="2400" spc="-45" dirty="0">
                          <a:latin typeface="Calibri"/>
                          <a:cs typeface="Calibri"/>
                        </a:rPr>
                        <a:t> </a:t>
                      </a:r>
                      <a:r>
                        <a:rPr sz="2400" spc="-10" dirty="0">
                          <a:latin typeface="Calibri"/>
                          <a:cs typeface="Calibri"/>
                        </a:rPr>
                        <a:t>(</a:t>
                      </a:r>
                      <a:r>
                        <a:rPr sz="2400" spc="-10" dirty="0">
                          <a:solidFill>
                            <a:srgbClr val="FF0000"/>
                          </a:solidFill>
                          <a:latin typeface="Calibri"/>
                          <a:cs typeface="Calibri"/>
                        </a:rPr>
                        <a:t>Đúng</a:t>
                      </a:r>
                      <a:r>
                        <a:rPr sz="2400" spc="-10" dirty="0">
                          <a:latin typeface="Calibri"/>
                          <a:cs typeface="Calibri"/>
                        </a:rPr>
                        <a:t>)</a:t>
                      </a:r>
                      <a:endParaRPr sz="2400">
                        <a:latin typeface="Calibri"/>
                        <a:cs typeface="Calibri"/>
                      </a:endParaRPr>
                    </a:p>
                  </a:txBody>
                  <a:tcPr marL="0" marR="0" marT="2920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04"/>
                        </a:spcBef>
                      </a:pPr>
                      <a:r>
                        <a:rPr sz="2400" dirty="0">
                          <a:latin typeface="Calibri"/>
                          <a:cs typeface="Calibri"/>
                        </a:rPr>
                        <a:t>Tiền</a:t>
                      </a:r>
                      <a:r>
                        <a:rPr sz="2400" spc="-50" dirty="0">
                          <a:latin typeface="Calibri"/>
                          <a:cs typeface="Calibri"/>
                        </a:rPr>
                        <a:t> </a:t>
                      </a:r>
                      <a:r>
                        <a:rPr sz="2400" spc="-25" dirty="0">
                          <a:latin typeface="Calibri"/>
                          <a:cs typeface="Calibri"/>
                        </a:rPr>
                        <a:t>đề</a:t>
                      </a:r>
                      <a:endParaRPr sz="2400">
                        <a:latin typeface="Calibri"/>
                        <a:cs typeface="Calibri"/>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457200">
                <a:tc>
                  <a:txBody>
                    <a:bodyPr/>
                    <a:lstStyle/>
                    <a:p>
                      <a:pPr marL="91440">
                        <a:lnSpc>
                          <a:spcPct val="100000"/>
                        </a:lnSpc>
                        <a:spcBef>
                          <a:spcPts val="229"/>
                        </a:spcBef>
                      </a:pPr>
                      <a:r>
                        <a:rPr sz="2400" dirty="0">
                          <a:latin typeface="Calibri"/>
                          <a:cs typeface="Calibri"/>
                        </a:rPr>
                        <a:t>2.</a:t>
                      </a:r>
                      <a:r>
                        <a:rPr sz="2400" spc="-40" dirty="0">
                          <a:latin typeface="Calibri"/>
                          <a:cs typeface="Calibri"/>
                        </a:rPr>
                        <a:t> </a:t>
                      </a:r>
                      <a:r>
                        <a:rPr sz="2400" dirty="0">
                          <a:latin typeface="Calibri"/>
                          <a:cs typeface="Calibri"/>
                        </a:rPr>
                        <a:t>P(Dũng)</a:t>
                      </a:r>
                      <a:r>
                        <a:rPr sz="2400" spc="-25" dirty="0">
                          <a:latin typeface="Calibri"/>
                          <a:cs typeface="Calibri"/>
                        </a:rPr>
                        <a:t> </a:t>
                      </a:r>
                      <a:r>
                        <a:rPr sz="2400" dirty="0">
                          <a:latin typeface="Symbol"/>
                          <a:cs typeface="Symbol"/>
                        </a:rPr>
                        <a:t></a:t>
                      </a:r>
                      <a:r>
                        <a:rPr sz="2400" spc="-95" dirty="0">
                          <a:latin typeface="Times New Roman"/>
                          <a:cs typeface="Times New Roman"/>
                        </a:rPr>
                        <a:t> </a:t>
                      </a:r>
                      <a:r>
                        <a:rPr sz="2400" dirty="0">
                          <a:latin typeface="Calibri"/>
                          <a:cs typeface="Calibri"/>
                        </a:rPr>
                        <a:t>Q(Dũng)</a:t>
                      </a:r>
                      <a:r>
                        <a:rPr sz="2400" spc="-30" dirty="0">
                          <a:latin typeface="Calibri"/>
                          <a:cs typeface="Calibri"/>
                        </a:rPr>
                        <a:t> </a:t>
                      </a:r>
                      <a:r>
                        <a:rPr sz="2400" spc="-10" dirty="0">
                          <a:latin typeface="Calibri"/>
                          <a:cs typeface="Calibri"/>
                        </a:rPr>
                        <a:t>(</a:t>
                      </a:r>
                      <a:r>
                        <a:rPr sz="2400" spc="-10" dirty="0">
                          <a:solidFill>
                            <a:srgbClr val="FF0000"/>
                          </a:solidFill>
                          <a:latin typeface="Calibri"/>
                          <a:cs typeface="Calibri"/>
                        </a:rPr>
                        <a:t>Đúng</a:t>
                      </a:r>
                      <a:r>
                        <a:rPr sz="2400" spc="-10" dirty="0">
                          <a:latin typeface="Calibri"/>
                          <a:cs typeface="Calibri"/>
                        </a:rPr>
                        <a:t>)</a:t>
                      </a:r>
                      <a:endParaRPr sz="2400">
                        <a:latin typeface="Calibri"/>
                        <a:cs typeface="Calibri"/>
                      </a:endParaRPr>
                    </a:p>
                  </a:txBody>
                  <a:tcPr marL="0" marR="0" marT="2920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04"/>
                        </a:spcBef>
                      </a:pPr>
                      <a:r>
                        <a:rPr sz="2400" dirty="0">
                          <a:latin typeface="Calibri"/>
                          <a:cs typeface="Calibri"/>
                        </a:rPr>
                        <a:t>Đặc</a:t>
                      </a:r>
                      <a:r>
                        <a:rPr sz="2400" spc="-20" dirty="0">
                          <a:latin typeface="Calibri"/>
                          <a:cs typeface="Calibri"/>
                        </a:rPr>
                        <a:t> </a:t>
                      </a:r>
                      <a:r>
                        <a:rPr sz="2400" dirty="0">
                          <a:latin typeface="Calibri"/>
                          <a:cs typeface="Calibri"/>
                        </a:rPr>
                        <a:t>biệt</a:t>
                      </a:r>
                      <a:r>
                        <a:rPr sz="2400" spc="-25" dirty="0">
                          <a:latin typeface="Calibri"/>
                          <a:cs typeface="Calibri"/>
                        </a:rPr>
                        <a:t> </a:t>
                      </a:r>
                      <a:r>
                        <a:rPr sz="2400" dirty="0">
                          <a:latin typeface="Calibri"/>
                          <a:cs typeface="Calibri"/>
                        </a:rPr>
                        <a:t>hóa</a:t>
                      </a:r>
                      <a:r>
                        <a:rPr sz="2400" spc="-10" dirty="0">
                          <a:latin typeface="Calibri"/>
                          <a:cs typeface="Calibri"/>
                        </a:rPr>
                        <a:t> </a:t>
                      </a:r>
                      <a:r>
                        <a:rPr sz="2400" dirty="0">
                          <a:latin typeface="Calibri"/>
                          <a:cs typeface="Calibri"/>
                        </a:rPr>
                        <a:t>phổ</a:t>
                      </a:r>
                      <a:r>
                        <a:rPr sz="2400" spc="-15" dirty="0">
                          <a:latin typeface="Calibri"/>
                          <a:cs typeface="Calibri"/>
                        </a:rPr>
                        <a:t> </a:t>
                      </a:r>
                      <a:r>
                        <a:rPr sz="2400" dirty="0">
                          <a:latin typeface="Calibri"/>
                          <a:cs typeface="Calibri"/>
                        </a:rPr>
                        <a:t>dụng</a:t>
                      </a:r>
                      <a:r>
                        <a:rPr sz="2400" spc="-10" dirty="0">
                          <a:latin typeface="Calibri"/>
                          <a:cs typeface="Calibri"/>
                        </a:rPr>
                        <a:t> </a:t>
                      </a:r>
                      <a:r>
                        <a:rPr sz="2400" dirty="0">
                          <a:latin typeface="Calibri"/>
                          <a:cs typeface="Calibri"/>
                        </a:rPr>
                        <a:t>từ</a:t>
                      </a:r>
                      <a:r>
                        <a:rPr sz="2400" spc="-25" dirty="0">
                          <a:latin typeface="Calibri"/>
                          <a:cs typeface="Calibri"/>
                        </a:rPr>
                        <a:t> </a:t>
                      </a:r>
                      <a:r>
                        <a:rPr sz="2400" spc="-50" dirty="0">
                          <a:latin typeface="Calibri"/>
                          <a:cs typeface="Calibri"/>
                        </a:rPr>
                        <a:t>1</a:t>
                      </a:r>
                      <a:endParaRPr sz="2400">
                        <a:latin typeface="Calibri"/>
                        <a:cs typeface="Calibri"/>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457200">
                <a:tc>
                  <a:txBody>
                    <a:bodyPr/>
                    <a:lstStyle/>
                    <a:p>
                      <a:pPr marL="91440">
                        <a:lnSpc>
                          <a:spcPct val="100000"/>
                        </a:lnSpc>
                        <a:spcBef>
                          <a:spcPts val="210"/>
                        </a:spcBef>
                      </a:pPr>
                      <a:r>
                        <a:rPr sz="2400" dirty="0">
                          <a:latin typeface="Calibri"/>
                          <a:cs typeface="Calibri"/>
                        </a:rPr>
                        <a:t>3.</a:t>
                      </a:r>
                      <a:r>
                        <a:rPr sz="2400" spc="-35" dirty="0">
                          <a:latin typeface="Calibri"/>
                          <a:cs typeface="Calibri"/>
                        </a:rPr>
                        <a:t> </a:t>
                      </a:r>
                      <a:r>
                        <a:rPr sz="2400" dirty="0">
                          <a:latin typeface="Calibri"/>
                          <a:cs typeface="Calibri"/>
                        </a:rPr>
                        <a:t>P(Dũng)</a:t>
                      </a:r>
                      <a:r>
                        <a:rPr sz="2400" spc="-25" dirty="0">
                          <a:latin typeface="Calibri"/>
                          <a:cs typeface="Calibri"/>
                        </a:rPr>
                        <a:t> </a:t>
                      </a:r>
                      <a:r>
                        <a:rPr sz="2400" spc="-10" dirty="0">
                          <a:latin typeface="Calibri"/>
                          <a:cs typeface="Calibri"/>
                        </a:rPr>
                        <a:t>(</a:t>
                      </a:r>
                      <a:r>
                        <a:rPr sz="2400" spc="-10" dirty="0">
                          <a:solidFill>
                            <a:srgbClr val="FF0000"/>
                          </a:solidFill>
                          <a:latin typeface="Calibri"/>
                          <a:cs typeface="Calibri"/>
                        </a:rPr>
                        <a:t>Đúng</a:t>
                      </a:r>
                      <a:r>
                        <a:rPr sz="2400" spc="-10" dirty="0">
                          <a:latin typeface="Calibri"/>
                          <a:cs typeface="Calibri"/>
                        </a:rPr>
                        <a:t>)</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10"/>
                        </a:spcBef>
                      </a:pPr>
                      <a:r>
                        <a:rPr sz="2400" dirty="0">
                          <a:latin typeface="Calibri"/>
                          <a:cs typeface="Calibri"/>
                        </a:rPr>
                        <a:t>Tiền</a:t>
                      </a:r>
                      <a:r>
                        <a:rPr sz="2400" spc="-50" dirty="0">
                          <a:latin typeface="Calibri"/>
                          <a:cs typeface="Calibri"/>
                        </a:rPr>
                        <a:t> </a:t>
                      </a:r>
                      <a:r>
                        <a:rPr sz="2400" spc="-25" dirty="0">
                          <a:latin typeface="Calibri"/>
                          <a:cs typeface="Calibri"/>
                        </a:rPr>
                        <a:t>đề</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457200">
                <a:tc>
                  <a:txBody>
                    <a:bodyPr/>
                    <a:lstStyle/>
                    <a:p>
                      <a:pPr marL="91440">
                        <a:lnSpc>
                          <a:spcPct val="100000"/>
                        </a:lnSpc>
                        <a:spcBef>
                          <a:spcPts val="210"/>
                        </a:spcBef>
                      </a:pPr>
                      <a:r>
                        <a:rPr sz="2400" dirty="0">
                          <a:latin typeface="Calibri"/>
                          <a:cs typeface="Calibri"/>
                        </a:rPr>
                        <a:t>4.</a:t>
                      </a:r>
                      <a:r>
                        <a:rPr sz="2400" spc="-35" dirty="0">
                          <a:latin typeface="Calibri"/>
                          <a:cs typeface="Calibri"/>
                        </a:rPr>
                        <a:t> </a:t>
                      </a:r>
                      <a:r>
                        <a:rPr sz="2400" dirty="0">
                          <a:latin typeface="Calibri"/>
                          <a:cs typeface="Calibri"/>
                        </a:rPr>
                        <a:t>Q(Dũng)</a:t>
                      </a:r>
                      <a:r>
                        <a:rPr sz="2400" spc="-30" dirty="0">
                          <a:latin typeface="Calibri"/>
                          <a:cs typeface="Calibri"/>
                        </a:rPr>
                        <a:t> </a:t>
                      </a:r>
                      <a:r>
                        <a:rPr sz="2400" spc="-10" dirty="0">
                          <a:latin typeface="Calibri"/>
                          <a:cs typeface="Calibri"/>
                        </a:rPr>
                        <a:t>(</a:t>
                      </a:r>
                      <a:r>
                        <a:rPr sz="2400" spc="-10" dirty="0">
                          <a:solidFill>
                            <a:srgbClr val="FF0000"/>
                          </a:solidFill>
                          <a:latin typeface="Calibri"/>
                          <a:cs typeface="Calibri"/>
                        </a:rPr>
                        <a:t>Đúng</a:t>
                      </a:r>
                      <a:r>
                        <a:rPr sz="2400" spc="-10" dirty="0">
                          <a:latin typeface="Calibri"/>
                          <a:cs typeface="Calibri"/>
                        </a:rPr>
                        <a:t>)</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10"/>
                        </a:spcBef>
                      </a:pPr>
                      <a:r>
                        <a:rPr sz="2400" dirty="0">
                          <a:latin typeface="Calibri"/>
                          <a:cs typeface="Calibri"/>
                        </a:rPr>
                        <a:t>PP</a:t>
                      </a:r>
                      <a:r>
                        <a:rPr sz="2400" spc="-35" dirty="0">
                          <a:latin typeface="Calibri"/>
                          <a:cs typeface="Calibri"/>
                        </a:rPr>
                        <a:t> </a:t>
                      </a:r>
                      <a:r>
                        <a:rPr sz="2400" dirty="0">
                          <a:latin typeface="Calibri"/>
                          <a:cs typeface="Calibri"/>
                        </a:rPr>
                        <a:t>khẳng</a:t>
                      </a:r>
                      <a:r>
                        <a:rPr sz="2400" spc="-40" dirty="0">
                          <a:latin typeface="Calibri"/>
                          <a:cs typeface="Calibri"/>
                        </a:rPr>
                        <a:t> </a:t>
                      </a:r>
                      <a:r>
                        <a:rPr sz="2400" dirty="0">
                          <a:latin typeface="Calibri"/>
                          <a:cs typeface="Calibri"/>
                        </a:rPr>
                        <a:t>định</a:t>
                      </a:r>
                      <a:r>
                        <a:rPr sz="2400" spc="-25" dirty="0">
                          <a:latin typeface="Calibri"/>
                          <a:cs typeface="Calibri"/>
                        </a:rPr>
                        <a:t> </a:t>
                      </a:r>
                      <a:r>
                        <a:rPr sz="2400" dirty="0">
                          <a:latin typeface="Calibri"/>
                          <a:cs typeface="Calibri"/>
                        </a:rPr>
                        <a:t>từ</a:t>
                      </a:r>
                      <a:r>
                        <a:rPr sz="2400" spc="-30" dirty="0">
                          <a:latin typeface="Calibri"/>
                          <a:cs typeface="Calibri"/>
                        </a:rPr>
                        <a:t> </a:t>
                      </a:r>
                      <a:r>
                        <a:rPr sz="2400" dirty="0">
                          <a:latin typeface="Calibri"/>
                          <a:cs typeface="Calibri"/>
                        </a:rPr>
                        <a:t>2</a:t>
                      </a:r>
                      <a:r>
                        <a:rPr sz="2400" spc="-30" dirty="0">
                          <a:latin typeface="Calibri"/>
                          <a:cs typeface="Calibri"/>
                        </a:rPr>
                        <a:t> </a:t>
                      </a:r>
                      <a:r>
                        <a:rPr sz="2400" dirty="0">
                          <a:latin typeface="Calibri"/>
                          <a:cs typeface="Calibri"/>
                        </a:rPr>
                        <a:t>và</a:t>
                      </a:r>
                      <a:r>
                        <a:rPr sz="2400" spc="-25" dirty="0">
                          <a:latin typeface="Calibri"/>
                          <a:cs typeface="Calibri"/>
                        </a:rPr>
                        <a:t> </a:t>
                      </a:r>
                      <a:r>
                        <a:rPr sz="2400" spc="-50" dirty="0">
                          <a:latin typeface="Calibri"/>
                          <a:cs typeface="Calibri"/>
                        </a:rPr>
                        <a:t>3</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154635"/>
            <a:ext cx="8233409" cy="6428105"/>
          </a:xfrm>
          <a:prstGeom prst="rect">
            <a:avLst/>
          </a:prstGeom>
        </p:spPr>
        <p:txBody>
          <a:bodyPr vert="horz" wrap="square" lIns="0" tIns="100965" rIns="0" bIns="0" rtlCol="0">
            <a:spAutoFit/>
          </a:bodyPr>
          <a:lstStyle/>
          <a:p>
            <a:pPr marL="12700" marR="518795">
              <a:lnSpc>
                <a:spcPts val="2880"/>
              </a:lnSpc>
              <a:spcBef>
                <a:spcPts val="795"/>
              </a:spcBef>
            </a:pPr>
            <a:r>
              <a:rPr sz="3000" b="1" dirty="0">
                <a:latin typeface="Calibri"/>
                <a:cs typeface="Calibri"/>
              </a:rPr>
              <a:t>Ví</a:t>
            </a:r>
            <a:r>
              <a:rPr sz="3000" b="1" spc="-15" dirty="0">
                <a:latin typeface="Calibri"/>
                <a:cs typeface="Calibri"/>
              </a:rPr>
              <a:t> </a:t>
            </a:r>
            <a:r>
              <a:rPr sz="3000" b="1" dirty="0">
                <a:latin typeface="Calibri"/>
                <a:cs typeface="Calibri"/>
              </a:rPr>
              <a:t>dụ</a:t>
            </a:r>
            <a:r>
              <a:rPr sz="3000" b="1" spc="-15" dirty="0">
                <a:latin typeface="Calibri"/>
                <a:cs typeface="Calibri"/>
              </a:rPr>
              <a:t> </a:t>
            </a:r>
            <a:r>
              <a:rPr sz="3000" b="1" dirty="0">
                <a:latin typeface="Calibri"/>
                <a:cs typeface="Calibri"/>
              </a:rPr>
              <a:t>2</a:t>
            </a:r>
            <a:r>
              <a:rPr sz="3000" b="1" spc="-15" dirty="0">
                <a:latin typeface="Calibri"/>
                <a:cs typeface="Calibri"/>
              </a:rPr>
              <a:t> </a:t>
            </a:r>
            <a:r>
              <a:rPr sz="3000" b="1" dirty="0">
                <a:latin typeface="Calibri"/>
                <a:cs typeface="Calibri"/>
              </a:rPr>
              <a:t>:</a:t>
            </a:r>
            <a:r>
              <a:rPr sz="3000" b="1" spc="-30" dirty="0">
                <a:latin typeface="Calibri"/>
                <a:cs typeface="Calibri"/>
              </a:rPr>
              <a:t> </a:t>
            </a:r>
            <a:r>
              <a:rPr sz="3000" dirty="0">
                <a:latin typeface="Calibri"/>
                <a:cs typeface="Calibri"/>
              </a:rPr>
              <a:t>Cho</a:t>
            </a:r>
            <a:r>
              <a:rPr sz="3000" spc="-20" dirty="0">
                <a:latin typeface="Calibri"/>
                <a:cs typeface="Calibri"/>
              </a:rPr>
              <a:t> </a:t>
            </a:r>
            <a:r>
              <a:rPr sz="3000" dirty="0">
                <a:latin typeface="Calibri"/>
                <a:cs typeface="Calibri"/>
              </a:rPr>
              <a:t>hai</a:t>
            </a:r>
            <a:r>
              <a:rPr sz="3000" spc="-20" dirty="0">
                <a:latin typeface="Calibri"/>
                <a:cs typeface="Calibri"/>
              </a:rPr>
              <a:t> </a:t>
            </a:r>
            <a:r>
              <a:rPr sz="3000" i="1" dirty="0">
                <a:latin typeface="Calibri"/>
                <a:cs typeface="Calibri"/>
              </a:rPr>
              <a:t>tiền</a:t>
            </a:r>
            <a:r>
              <a:rPr sz="3000" i="1" spc="-35" dirty="0">
                <a:latin typeface="Calibri"/>
                <a:cs typeface="Calibri"/>
              </a:rPr>
              <a:t> </a:t>
            </a:r>
            <a:r>
              <a:rPr sz="3000" i="1" dirty="0">
                <a:latin typeface="Calibri"/>
                <a:cs typeface="Calibri"/>
              </a:rPr>
              <a:t>đề</a:t>
            </a:r>
            <a:r>
              <a:rPr sz="3000" i="1" spc="-15" dirty="0">
                <a:latin typeface="Calibri"/>
                <a:cs typeface="Calibri"/>
              </a:rPr>
              <a:t> </a:t>
            </a:r>
            <a:r>
              <a:rPr sz="3000" dirty="0">
                <a:latin typeface="Calibri"/>
                <a:cs typeface="Calibri"/>
              </a:rPr>
              <a:t>“</a:t>
            </a:r>
            <a:r>
              <a:rPr sz="3000" spc="-30" dirty="0">
                <a:latin typeface="Calibri"/>
                <a:cs typeface="Calibri"/>
              </a:rPr>
              <a:t> </a:t>
            </a:r>
            <a:r>
              <a:rPr sz="3000" dirty="0">
                <a:latin typeface="Calibri"/>
                <a:cs typeface="Calibri"/>
              </a:rPr>
              <a:t>Có</a:t>
            </a:r>
            <a:r>
              <a:rPr sz="3000" spc="-20" dirty="0">
                <a:latin typeface="Calibri"/>
                <a:cs typeface="Calibri"/>
              </a:rPr>
              <a:t> </a:t>
            </a:r>
            <a:r>
              <a:rPr sz="3000" dirty="0">
                <a:latin typeface="Calibri"/>
                <a:cs typeface="Calibri"/>
              </a:rPr>
              <a:t>ít</a:t>
            </a:r>
            <a:r>
              <a:rPr sz="3000" spc="-15" dirty="0">
                <a:latin typeface="Calibri"/>
                <a:cs typeface="Calibri"/>
              </a:rPr>
              <a:t> </a:t>
            </a:r>
            <a:r>
              <a:rPr sz="3000" dirty="0">
                <a:latin typeface="Calibri"/>
                <a:cs typeface="Calibri"/>
              </a:rPr>
              <a:t>nhất</a:t>
            </a:r>
            <a:r>
              <a:rPr sz="3000" spc="-15" dirty="0">
                <a:latin typeface="Calibri"/>
                <a:cs typeface="Calibri"/>
              </a:rPr>
              <a:t> </a:t>
            </a:r>
            <a:r>
              <a:rPr sz="3000" dirty="0">
                <a:latin typeface="Calibri"/>
                <a:cs typeface="Calibri"/>
              </a:rPr>
              <a:t>một</a:t>
            </a:r>
            <a:r>
              <a:rPr sz="3000" spc="-10" dirty="0">
                <a:latin typeface="Calibri"/>
                <a:cs typeface="Calibri"/>
              </a:rPr>
              <a:t> </a:t>
            </a:r>
            <a:r>
              <a:rPr sz="3000" dirty="0">
                <a:latin typeface="Calibri"/>
                <a:cs typeface="Calibri"/>
              </a:rPr>
              <a:t>sinh</a:t>
            </a:r>
            <a:r>
              <a:rPr sz="3000" spc="-20" dirty="0">
                <a:latin typeface="Calibri"/>
                <a:cs typeface="Calibri"/>
              </a:rPr>
              <a:t> viên </a:t>
            </a:r>
            <a:r>
              <a:rPr sz="3000" dirty="0">
                <a:latin typeface="Calibri"/>
                <a:cs typeface="Calibri"/>
              </a:rPr>
              <a:t>học</a:t>
            </a:r>
            <a:r>
              <a:rPr sz="3000" spc="-50" dirty="0">
                <a:latin typeface="Calibri"/>
                <a:cs typeface="Calibri"/>
              </a:rPr>
              <a:t> </a:t>
            </a:r>
            <a:r>
              <a:rPr sz="3000" dirty="0">
                <a:latin typeface="Calibri"/>
                <a:cs typeface="Calibri"/>
              </a:rPr>
              <a:t>lớp</a:t>
            </a:r>
            <a:r>
              <a:rPr sz="3000" spc="-55" dirty="0">
                <a:latin typeface="Calibri"/>
                <a:cs typeface="Calibri"/>
              </a:rPr>
              <a:t> Toán </a:t>
            </a:r>
            <a:r>
              <a:rPr sz="3000" dirty="0">
                <a:latin typeface="Calibri"/>
                <a:cs typeface="Calibri"/>
              </a:rPr>
              <a:t>rời</a:t>
            </a:r>
            <a:r>
              <a:rPr sz="3000" spc="-50" dirty="0">
                <a:latin typeface="Calibri"/>
                <a:cs typeface="Calibri"/>
              </a:rPr>
              <a:t> </a:t>
            </a:r>
            <a:r>
              <a:rPr sz="3000" dirty="0">
                <a:latin typeface="Calibri"/>
                <a:cs typeface="Calibri"/>
              </a:rPr>
              <a:t>rạc</a:t>
            </a:r>
            <a:r>
              <a:rPr sz="3000" spc="-60" dirty="0">
                <a:latin typeface="Calibri"/>
                <a:cs typeface="Calibri"/>
              </a:rPr>
              <a:t> </a:t>
            </a:r>
            <a:r>
              <a:rPr sz="3000" dirty="0">
                <a:latin typeface="Calibri"/>
                <a:cs typeface="Calibri"/>
              </a:rPr>
              <a:t>mà</a:t>
            </a:r>
            <a:r>
              <a:rPr sz="3000" spc="-55" dirty="0">
                <a:latin typeface="Calibri"/>
                <a:cs typeface="Calibri"/>
              </a:rPr>
              <a:t> </a:t>
            </a:r>
            <a:r>
              <a:rPr sz="3000" dirty="0">
                <a:latin typeface="Calibri"/>
                <a:cs typeface="Calibri"/>
              </a:rPr>
              <a:t>không</a:t>
            </a:r>
            <a:r>
              <a:rPr sz="3000" spc="-45" dirty="0">
                <a:latin typeface="Calibri"/>
                <a:cs typeface="Calibri"/>
              </a:rPr>
              <a:t> </a:t>
            </a:r>
            <a:r>
              <a:rPr sz="3000" dirty="0">
                <a:latin typeface="Calibri"/>
                <a:cs typeface="Calibri"/>
              </a:rPr>
              <a:t>học</a:t>
            </a:r>
            <a:r>
              <a:rPr sz="3000" spc="-50" dirty="0">
                <a:latin typeface="Calibri"/>
                <a:cs typeface="Calibri"/>
              </a:rPr>
              <a:t> </a:t>
            </a:r>
            <a:r>
              <a:rPr sz="3000" dirty="0">
                <a:latin typeface="Calibri"/>
                <a:cs typeface="Calibri"/>
              </a:rPr>
              <a:t>Nhập</a:t>
            </a:r>
            <a:r>
              <a:rPr sz="3000" spc="-50" dirty="0">
                <a:latin typeface="Calibri"/>
                <a:cs typeface="Calibri"/>
              </a:rPr>
              <a:t> </a:t>
            </a:r>
            <a:r>
              <a:rPr sz="3000" dirty="0">
                <a:latin typeface="Calibri"/>
                <a:cs typeface="Calibri"/>
              </a:rPr>
              <a:t>môn</a:t>
            </a:r>
            <a:r>
              <a:rPr sz="3000" spc="-55" dirty="0">
                <a:latin typeface="Calibri"/>
                <a:cs typeface="Calibri"/>
              </a:rPr>
              <a:t> </a:t>
            </a:r>
            <a:r>
              <a:rPr sz="3000" spc="-25" dirty="0">
                <a:latin typeface="Calibri"/>
                <a:cs typeface="Calibri"/>
              </a:rPr>
              <a:t>lập </a:t>
            </a:r>
            <a:r>
              <a:rPr sz="3000" dirty="0">
                <a:latin typeface="Calibri"/>
                <a:cs typeface="Calibri"/>
              </a:rPr>
              <a:t>trình”</a:t>
            </a:r>
            <a:r>
              <a:rPr sz="3000" spc="-45" dirty="0">
                <a:latin typeface="Calibri"/>
                <a:cs typeface="Calibri"/>
              </a:rPr>
              <a:t> </a:t>
            </a:r>
            <a:r>
              <a:rPr sz="3000" dirty="0">
                <a:latin typeface="Calibri"/>
                <a:cs typeface="Calibri"/>
              </a:rPr>
              <a:t>và</a:t>
            </a:r>
            <a:r>
              <a:rPr sz="3000" spc="-45" dirty="0">
                <a:latin typeface="Calibri"/>
                <a:cs typeface="Calibri"/>
              </a:rPr>
              <a:t> </a:t>
            </a:r>
            <a:r>
              <a:rPr sz="3000" dirty="0">
                <a:latin typeface="Calibri"/>
                <a:cs typeface="Calibri"/>
              </a:rPr>
              <a:t>“Mọi</a:t>
            </a:r>
            <a:r>
              <a:rPr sz="3000" spc="-55" dirty="0">
                <a:latin typeface="Calibri"/>
                <a:cs typeface="Calibri"/>
              </a:rPr>
              <a:t> </a:t>
            </a:r>
            <a:r>
              <a:rPr sz="3000" dirty="0">
                <a:latin typeface="Calibri"/>
                <a:cs typeface="Calibri"/>
              </a:rPr>
              <a:t>sinh</a:t>
            </a:r>
            <a:r>
              <a:rPr sz="3000" spc="-40" dirty="0">
                <a:latin typeface="Calibri"/>
                <a:cs typeface="Calibri"/>
              </a:rPr>
              <a:t> </a:t>
            </a:r>
            <a:r>
              <a:rPr sz="3000" dirty="0">
                <a:latin typeface="Calibri"/>
                <a:cs typeface="Calibri"/>
              </a:rPr>
              <a:t>viên</a:t>
            </a:r>
            <a:r>
              <a:rPr sz="3000" spc="-45" dirty="0">
                <a:latin typeface="Calibri"/>
                <a:cs typeface="Calibri"/>
              </a:rPr>
              <a:t> </a:t>
            </a:r>
            <a:r>
              <a:rPr sz="3000" dirty="0">
                <a:latin typeface="Calibri"/>
                <a:cs typeface="Calibri"/>
              </a:rPr>
              <a:t>học</a:t>
            </a:r>
            <a:r>
              <a:rPr sz="3000" spc="-40" dirty="0">
                <a:latin typeface="Calibri"/>
                <a:cs typeface="Calibri"/>
              </a:rPr>
              <a:t> </a:t>
            </a:r>
            <a:r>
              <a:rPr sz="3000" spc="-55" dirty="0">
                <a:latin typeface="Calibri"/>
                <a:cs typeface="Calibri"/>
              </a:rPr>
              <a:t>Toán</a:t>
            </a:r>
            <a:r>
              <a:rPr sz="3000" spc="-45" dirty="0">
                <a:latin typeface="Calibri"/>
                <a:cs typeface="Calibri"/>
              </a:rPr>
              <a:t> </a:t>
            </a:r>
            <a:r>
              <a:rPr sz="3000" dirty="0">
                <a:latin typeface="Calibri"/>
                <a:cs typeface="Calibri"/>
              </a:rPr>
              <a:t>rời</a:t>
            </a:r>
            <a:r>
              <a:rPr sz="3000" spc="-35" dirty="0">
                <a:latin typeface="Calibri"/>
                <a:cs typeface="Calibri"/>
              </a:rPr>
              <a:t> </a:t>
            </a:r>
            <a:r>
              <a:rPr sz="3000" dirty="0">
                <a:latin typeface="Calibri"/>
                <a:cs typeface="Calibri"/>
              </a:rPr>
              <a:t>rạc</a:t>
            </a:r>
            <a:r>
              <a:rPr sz="3000" spc="-55" dirty="0">
                <a:latin typeface="Calibri"/>
                <a:cs typeface="Calibri"/>
              </a:rPr>
              <a:t> </a:t>
            </a:r>
            <a:r>
              <a:rPr sz="3000" dirty="0">
                <a:latin typeface="Calibri"/>
                <a:cs typeface="Calibri"/>
              </a:rPr>
              <a:t>đều</a:t>
            </a:r>
            <a:r>
              <a:rPr sz="3000" spc="-60" dirty="0">
                <a:latin typeface="Calibri"/>
                <a:cs typeface="Calibri"/>
              </a:rPr>
              <a:t> </a:t>
            </a:r>
            <a:r>
              <a:rPr sz="3000" spc="-25" dirty="0">
                <a:latin typeface="Calibri"/>
                <a:cs typeface="Calibri"/>
              </a:rPr>
              <a:t>đạt</a:t>
            </a:r>
            <a:endParaRPr sz="3000">
              <a:latin typeface="Calibri"/>
              <a:cs typeface="Calibri"/>
            </a:endParaRPr>
          </a:p>
          <a:p>
            <a:pPr marL="12700" marR="5080">
              <a:lnSpc>
                <a:spcPct val="80000"/>
              </a:lnSpc>
              <a:spcBef>
                <a:spcPts val="30"/>
              </a:spcBef>
            </a:pPr>
            <a:r>
              <a:rPr sz="3000" spc="-55" dirty="0">
                <a:latin typeface="Calibri"/>
                <a:cs typeface="Calibri"/>
              </a:rPr>
              <a:t>Toán</a:t>
            </a:r>
            <a:r>
              <a:rPr sz="3000" spc="-70" dirty="0">
                <a:latin typeface="Calibri"/>
                <a:cs typeface="Calibri"/>
              </a:rPr>
              <a:t> </a:t>
            </a:r>
            <a:r>
              <a:rPr sz="3000" dirty="0">
                <a:latin typeface="Calibri"/>
                <a:cs typeface="Calibri"/>
              </a:rPr>
              <a:t>rời</a:t>
            </a:r>
            <a:r>
              <a:rPr sz="3000" spc="-60" dirty="0">
                <a:latin typeface="Calibri"/>
                <a:cs typeface="Calibri"/>
              </a:rPr>
              <a:t> </a:t>
            </a:r>
            <a:r>
              <a:rPr sz="3000" spc="-55" dirty="0">
                <a:latin typeface="Calibri"/>
                <a:cs typeface="Calibri"/>
              </a:rPr>
              <a:t>rạc”.</a:t>
            </a:r>
            <a:r>
              <a:rPr sz="3000" spc="-70" dirty="0">
                <a:latin typeface="Calibri"/>
                <a:cs typeface="Calibri"/>
              </a:rPr>
              <a:t> </a:t>
            </a:r>
            <a:r>
              <a:rPr sz="3000" dirty="0">
                <a:latin typeface="Calibri"/>
                <a:cs typeface="Calibri"/>
              </a:rPr>
              <a:t>Chứng</a:t>
            </a:r>
            <a:r>
              <a:rPr sz="3000" spc="-60" dirty="0">
                <a:latin typeface="Calibri"/>
                <a:cs typeface="Calibri"/>
              </a:rPr>
              <a:t> </a:t>
            </a:r>
            <a:r>
              <a:rPr sz="3000" dirty="0">
                <a:latin typeface="Calibri"/>
                <a:cs typeface="Calibri"/>
              </a:rPr>
              <a:t>minh</a:t>
            </a:r>
            <a:r>
              <a:rPr sz="3000" spc="-70" dirty="0">
                <a:latin typeface="Calibri"/>
                <a:cs typeface="Calibri"/>
              </a:rPr>
              <a:t> </a:t>
            </a:r>
            <a:r>
              <a:rPr sz="3000" dirty="0">
                <a:latin typeface="Calibri"/>
                <a:cs typeface="Calibri"/>
              </a:rPr>
              <a:t>rằng</a:t>
            </a:r>
            <a:r>
              <a:rPr sz="3000" spc="-55" dirty="0">
                <a:latin typeface="Calibri"/>
                <a:cs typeface="Calibri"/>
              </a:rPr>
              <a:t> </a:t>
            </a:r>
            <a:r>
              <a:rPr sz="3000" dirty="0">
                <a:latin typeface="Calibri"/>
                <a:cs typeface="Calibri"/>
              </a:rPr>
              <a:t>“Có</a:t>
            </a:r>
            <a:r>
              <a:rPr sz="3000" spc="-65" dirty="0">
                <a:latin typeface="Calibri"/>
                <a:cs typeface="Calibri"/>
              </a:rPr>
              <a:t> </a:t>
            </a:r>
            <a:r>
              <a:rPr sz="3000" dirty="0">
                <a:latin typeface="Calibri"/>
                <a:cs typeface="Calibri"/>
              </a:rPr>
              <a:t>một</a:t>
            </a:r>
            <a:r>
              <a:rPr sz="3000" spc="-60" dirty="0">
                <a:latin typeface="Calibri"/>
                <a:cs typeface="Calibri"/>
              </a:rPr>
              <a:t> </a:t>
            </a:r>
            <a:r>
              <a:rPr sz="3000" dirty="0">
                <a:latin typeface="Calibri"/>
                <a:cs typeface="Calibri"/>
              </a:rPr>
              <a:t>sinh</a:t>
            </a:r>
            <a:r>
              <a:rPr sz="3000" spc="-65" dirty="0">
                <a:latin typeface="Calibri"/>
                <a:cs typeface="Calibri"/>
              </a:rPr>
              <a:t> </a:t>
            </a:r>
            <a:r>
              <a:rPr sz="3000" dirty="0">
                <a:latin typeface="Calibri"/>
                <a:cs typeface="Calibri"/>
              </a:rPr>
              <a:t>viên</a:t>
            </a:r>
            <a:r>
              <a:rPr sz="3000" spc="-70" dirty="0">
                <a:latin typeface="Calibri"/>
                <a:cs typeface="Calibri"/>
              </a:rPr>
              <a:t> </a:t>
            </a:r>
            <a:r>
              <a:rPr sz="3000" spc="-25" dirty="0">
                <a:latin typeface="Calibri"/>
                <a:cs typeface="Calibri"/>
              </a:rPr>
              <a:t>đạt </a:t>
            </a:r>
            <a:r>
              <a:rPr sz="3000" dirty="0">
                <a:latin typeface="Calibri"/>
                <a:cs typeface="Calibri"/>
              </a:rPr>
              <a:t>TRR</a:t>
            </a:r>
            <a:r>
              <a:rPr sz="3000" spc="-35" dirty="0">
                <a:latin typeface="Calibri"/>
                <a:cs typeface="Calibri"/>
              </a:rPr>
              <a:t> </a:t>
            </a:r>
            <a:r>
              <a:rPr sz="3000" dirty="0">
                <a:latin typeface="Calibri"/>
                <a:cs typeface="Calibri"/>
              </a:rPr>
              <a:t>mà</a:t>
            </a:r>
            <a:r>
              <a:rPr sz="3000" spc="-20" dirty="0">
                <a:latin typeface="Calibri"/>
                <a:cs typeface="Calibri"/>
              </a:rPr>
              <a:t> </a:t>
            </a:r>
            <a:r>
              <a:rPr sz="3000" dirty="0">
                <a:latin typeface="Calibri"/>
                <a:cs typeface="Calibri"/>
              </a:rPr>
              <a:t>không</a:t>
            </a:r>
            <a:r>
              <a:rPr sz="3000" spc="-35" dirty="0">
                <a:latin typeface="Calibri"/>
                <a:cs typeface="Calibri"/>
              </a:rPr>
              <a:t> </a:t>
            </a:r>
            <a:r>
              <a:rPr sz="3000" dirty="0">
                <a:latin typeface="Calibri"/>
                <a:cs typeface="Calibri"/>
              </a:rPr>
              <a:t>học</a:t>
            </a:r>
            <a:r>
              <a:rPr sz="3000" spc="-35" dirty="0">
                <a:latin typeface="Calibri"/>
                <a:cs typeface="Calibri"/>
              </a:rPr>
              <a:t> </a:t>
            </a:r>
            <a:r>
              <a:rPr sz="3000" dirty="0">
                <a:latin typeface="Calibri"/>
                <a:cs typeface="Calibri"/>
              </a:rPr>
              <a:t>Nhập</a:t>
            </a:r>
            <a:r>
              <a:rPr sz="3000" spc="-25" dirty="0">
                <a:latin typeface="Calibri"/>
                <a:cs typeface="Calibri"/>
              </a:rPr>
              <a:t> </a:t>
            </a:r>
            <a:r>
              <a:rPr sz="3000" dirty="0">
                <a:latin typeface="Calibri"/>
                <a:cs typeface="Calibri"/>
              </a:rPr>
              <a:t>môn</a:t>
            </a:r>
            <a:r>
              <a:rPr sz="3000" spc="-25" dirty="0">
                <a:latin typeface="Calibri"/>
                <a:cs typeface="Calibri"/>
              </a:rPr>
              <a:t> </a:t>
            </a:r>
            <a:r>
              <a:rPr sz="3000" dirty="0">
                <a:latin typeface="Calibri"/>
                <a:cs typeface="Calibri"/>
              </a:rPr>
              <a:t>lập</a:t>
            </a:r>
            <a:r>
              <a:rPr sz="3000" spc="-10" dirty="0">
                <a:latin typeface="Calibri"/>
                <a:cs typeface="Calibri"/>
              </a:rPr>
              <a:t> </a:t>
            </a:r>
            <a:r>
              <a:rPr sz="3000" dirty="0">
                <a:latin typeface="Calibri"/>
                <a:cs typeface="Calibri"/>
              </a:rPr>
              <a:t>trình”</a:t>
            </a:r>
            <a:r>
              <a:rPr sz="3000" spc="-20" dirty="0">
                <a:latin typeface="Calibri"/>
                <a:cs typeface="Calibri"/>
              </a:rPr>
              <a:t> </a:t>
            </a:r>
            <a:r>
              <a:rPr sz="3000" dirty="0">
                <a:solidFill>
                  <a:srgbClr val="FF0000"/>
                </a:solidFill>
                <a:latin typeface="Calibri"/>
                <a:cs typeface="Calibri"/>
              </a:rPr>
              <a:t>là</a:t>
            </a:r>
            <a:r>
              <a:rPr sz="3000" spc="-35" dirty="0">
                <a:solidFill>
                  <a:srgbClr val="FF0000"/>
                </a:solidFill>
                <a:latin typeface="Calibri"/>
                <a:cs typeface="Calibri"/>
              </a:rPr>
              <a:t> </a:t>
            </a:r>
            <a:r>
              <a:rPr sz="3000" dirty="0">
                <a:solidFill>
                  <a:srgbClr val="FF0000"/>
                </a:solidFill>
                <a:latin typeface="Calibri"/>
                <a:cs typeface="Calibri"/>
              </a:rPr>
              <a:t>mệnh</a:t>
            </a:r>
            <a:r>
              <a:rPr sz="3000" spc="-25" dirty="0">
                <a:solidFill>
                  <a:srgbClr val="FF0000"/>
                </a:solidFill>
                <a:latin typeface="Calibri"/>
                <a:cs typeface="Calibri"/>
              </a:rPr>
              <a:t> đề </a:t>
            </a:r>
            <a:r>
              <a:rPr sz="3000" spc="-10" dirty="0">
                <a:solidFill>
                  <a:srgbClr val="FF0000"/>
                </a:solidFill>
                <a:latin typeface="Calibri"/>
                <a:cs typeface="Calibri"/>
              </a:rPr>
              <a:t>đúng</a:t>
            </a:r>
            <a:r>
              <a:rPr sz="3000" spc="-10" dirty="0">
                <a:latin typeface="Calibri"/>
                <a:cs typeface="Calibri"/>
              </a:rPr>
              <a:t>.</a:t>
            </a:r>
            <a:endParaRPr sz="3000">
              <a:latin typeface="Calibri"/>
              <a:cs typeface="Calibri"/>
            </a:endParaRPr>
          </a:p>
          <a:p>
            <a:pPr marL="12700">
              <a:lnSpc>
                <a:spcPct val="100000"/>
              </a:lnSpc>
            </a:pPr>
            <a:r>
              <a:rPr sz="3000" dirty="0">
                <a:latin typeface="Calibri"/>
                <a:cs typeface="Calibri"/>
              </a:rPr>
              <a:t>Giải</a:t>
            </a:r>
            <a:r>
              <a:rPr sz="3000" spc="-40" dirty="0">
                <a:latin typeface="Calibri"/>
                <a:cs typeface="Calibri"/>
              </a:rPr>
              <a:t> </a:t>
            </a:r>
            <a:r>
              <a:rPr sz="3000" dirty="0">
                <a:latin typeface="Calibri"/>
                <a:cs typeface="Calibri"/>
              </a:rPr>
              <a:t>:</a:t>
            </a:r>
            <a:r>
              <a:rPr sz="3000" spc="-25" dirty="0">
                <a:latin typeface="Calibri"/>
                <a:cs typeface="Calibri"/>
              </a:rPr>
              <a:t> </a:t>
            </a:r>
            <a:r>
              <a:rPr sz="3000" dirty="0">
                <a:latin typeface="Calibri"/>
                <a:cs typeface="Calibri"/>
              </a:rPr>
              <a:t>Đặt</a:t>
            </a:r>
            <a:r>
              <a:rPr sz="3000" spc="-40" dirty="0">
                <a:latin typeface="Calibri"/>
                <a:cs typeface="Calibri"/>
              </a:rPr>
              <a:t> </a:t>
            </a:r>
            <a:r>
              <a:rPr sz="3000" spc="-50" dirty="0">
                <a:latin typeface="Calibri"/>
                <a:cs typeface="Calibri"/>
              </a:rPr>
              <a:t>:</a:t>
            </a:r>
            <a:endParaRPr sz="3000">
              <a:latin typeface="Calibri"/>
              <a:cs typeface="Calibri"/>
            </a:endParaRPr>
          </a:p>
          <a:p>
            <a:pPr marL="469900" indent="-457200">
              <a:lnSpc>
                <a:spcPct val="100000"/>
              </a:lnSpc>
              <a:buChar char="-"/>
              <a:tabLst>
                <a:tab pos="469900" algn="l"/>
              </a:tabLst>
            </a:pPr>
            <a:r>
              <a:rPr sz="3000" dirty="0">
                <a:latin typeface="Calibri"/>
                <a:cs typeface="Calibri"/>
              </a:rPr>
              <a:t>P(x)</a:t>
            </a:r>
            <a:r>
              <a:rPr sz="3000" spc="-45" dirty="0">
                <a:latin typeface="Calibri"/>
                <a:cs typeface="Calibri"/>
              </a:rPr>
              <a:t> </a:t>
            </a:r>
            <a:r>
              <a:rPr sz="3000" dirty="0">
                <a:latin typeface="Calibri"/>
                <a:cs typeface="Calibri"/>
              </a:rPr>
              <a:t>:</a:t>
            </a:r>
            <a:r>
              <a:rPr sz="3000" spc="-35" dirty="0">
                <a:latin typeface="Calibri"/>
                <a:cs typeface="Calibri"/>
              </a:rPr>
              <a:t> </a:t>
            </a:r>
            <a:r>
              <a:rPr sz="3000" dirty="0">
                <a:latin typeface="Calibri"/>
                <a:cs typeface="Calibri"/>
              </a:rPr>
              <a:t>“</a:t>
            </a:r>
            <a:r>
              <a:rPr sz="3000" spc="-55" dirty="0">
                <a:latin typeface="Calibri"/>
                <a:cs typeface="Calibri"/>
              </a:rPr>
              <a:t> </a:t>
            </a:r>
            <a:r>
              <a:rPr sz="3000" dirty="0">
                <a:latin typeface="Calibri"/>
                <a:cs typeface="Calibri"/>
              </a:rPr>
              <a:t>x</a:t>
            </a:r>
            <a:r>
              <a:rPr sz="3000" spc="-40" dirty="0">
                <a:latin typeface="Calibri"/>
                <a:cs typeface="Calibri"/>
              </a:rPr>
              <a:t> </a:t>
            </a:r>
            <a:r>
              <a:rPr sz="3000" dirty="0">
                <a:latin typeface="Calibri"/>
                <a:cs typeface="Calibri"/>
              </a:rPr>
              <a:t>học</a:t>
            </a:r>
            <a:r>
              <a:rPr sz="3000" spc="-40" dirty="0">
                <a:latin typeface="Calibri"/>
                <a:cs typeface="Calibri"/>
              </a:rPr>
              <a:t> </a:t>
            </a:r>
            <a:r>
              <a:rPr sz="3000" dirty="0">
                <a:latin typeface="Calibri"/>
                <a:cs typeface="Calibri"/>
              </a:rPr>
              <a:t>lớp</a:t>
            </a:r>
            <a:r>
              <a:rPr sz="3000" spc="-50" dirty="0">
                <a:latin typeface="Calibri"/>
                <a:cs typeface="Calibri"/>
              </a:rPr>
              <a:t> Toán</a:t>
            </a:r>
            <a:r>
              <a:rPr sz="3000" spc="-45" dirty="0">
                <a:latin typeface="Calibri"/>
                <a:cs typeface="Calibri"/>
              </a:rPr>
              <a:t> </a:t>
            </a:r>
            <a:r>
              <a:rPr sz="3000" dirty="0">
                <a:latin typeface="Calibri"/>
                <a:cs typeface="Calibri"/>
              </a:rPr>
              <a:t>rời</a:t>
            </a:r>
            <a:r>
              <a:rPr sz="3000" spc="-45" dirty="0">
                <a:latin typeface="Calibri"/>
                <a:cs typeface="Calibri"/>
              </a:rPr>
              <a:t> </a:t>
            </a:r>
            <a:r>
              <a:rPr sz="3000" dirty="0">
                <a:latin typeface="Calibri"/>
                <a:cs typeface="Calibri"/>
              </a:rPr>
              <a:t>rạc</a:t>
            </a:r>
            <a:r>
              <a:rPr sz="3000" spc="-35" dirty="0">
                <a:latin typeface="Calibri"/>
                <a:cs typeface="Calibri"/>
              </a:rPr>
              <a:t> </a:t>
            </a:r>
            <a:r>
              <a:rPr sz="3000" spc="-50" dirty="0">
                <a:latin typeface="Calibri"/>
                <a:cs typeface="Calibri"/>
              </a:rPr>
              <a:t>“</a:t>
            </a:r>
            <a:endParaRPr sz="3000">
              <a:latin typeface="Calibri"/>
              <a:cs typeface="Calibri"/>
            </a:endParaRPr>
          </a:p>
          <a:p>
            <a:pPr marL="469900" indent="-457200">
              <a:lnSpc>
                <a:spcPct val="100000"/>
              </a:lnSpc>
              <a:buChar char="-"/>
              <a:tabLst>
                <a:tab pos="469900" algn="l"/>
              </a:tabLst>
            </a:pPr>
            <a:r>
              <a:rPr sz="3000" dirty="0">
                <a:latin typeface="Calibri"/>
                <a:cs typeface="Calibri"/>
              </a:rPr>
              <a:t>Q(x)</a:t>
            </a:r>
            <a:r>
              <a:rPr sz="3000" spc="-25" dirty="0">
                <a:latin typeface="Calibri"/>
                <a:cs typeface="Calibri"/>
              </a:rPr>
              <a:t> </a:t>
            </a:r>
            <a:r>
              <a:rPr sz="3000" dirty="0">
                <a:latin typeface="Calibri"/>
                <a:cs typeface="Calibri"/>
              </a:rPr>
              <a:t>:</a:t>
            </a:r>
            <a:r>
              <a:rPr sz="3000" spc="-25" dirty="0">
                <a:latin typeface="Calibri"/>
                <a:cs typeface="Calibri"/>
              </a:rPr>
              <a:t> </a:t>
            </a:r>
            <a:r>
              <a:rPr sz="3000" dirty="0">
                <a:latin typeface="Calibri"/>
                <a:cs typeface="Calibri"/>
              </a:rPr>
              <a:t>“</a:t>
            </a:r>
            <a:r>
              <a:rPr sz="3000" spc="-20" dirty="0">
                <a:latin typeface="Calibri"/>
                <a:cs typeface="Calibri"/>
              </a:rPr>
              <a:t> </a:t>
            </a:r>
            <a:r>
              <a:rPr sz="3000" dirty="0">
                <a:latin typeface="Calibri"/>
                <a:cs typeface="Calibri"/>
              </a:rPr>
              <a:t>x</a:t>
            </a:r>
            <a:r>
              <a:rPr sz="3000" spc="-30" dirty="0">
                <a:latin typeface="Calibri"/>
                <a:cs typeface="Calibri"/>
              </a:rPr>
              <a:t> </a:t>
            </a:r>
            <a:r>
              <a:rPr sz="3000" dirty="0">
                <a:latin typeface="Calibri"/>
                <a:cs typeface="Calibri"/>
              </a:rPr>
              <a:t>học</a:t>
            </a:r>
            <a:r>
              <a:rPr sz="3000" spc="-20" dirty="0">
                <a:latin typeface="Calibri"/>
                <a:cs typeface="Calibri"/>
              </a:rPr>
              <a:t> </a:t>
            </a:r>
            <a:r>
              <a:rPr sz="3000" dirty="0">
                <a:latin typeface="Calibri"/>
                <a:cs typeface="Calibri"/>
              </a:rPr>
              <a:t>Nhập</a:t>
            </a:r>
            <a:r>
              <a:rPr sz="3000" spc="-20" dirty="0">
                <a:latin typeface="Calibri"/>
                <a:cs typeface="Calibri"/>
              </a:rPr>
              <a:t> </a:t>
            </a:r>
            <a:r>
              <a:rPr sz="3000" dirty="0">
                <a:latin typeface="Calibri"/>
                <a:cs typeface="Calibri"/>
              </a:rPr>
              <a:t>môn</a:t>
            </a:r>
            <a:r>
              <a:rPr sz="3000" spc="-20" dirty="0">
                <a:latin typeface="Calibri"/>
                <a:cs typeface="Calibri"/>
              </a:rPr>
              <a:t> </a:t>
            </a:r>
            <a:r>
              <a:rPr sz="3000" dirty="0">
                <a:latin typeface="Calibri"/>
                <a:cs typeface="Calibri"/>
              </a:rPr>
              <a:t>lập</a:t>
            </a:r>
            <a:r>
              <a:rPr sz="3000" spc="-25" dirty="0">
                <a:latin typeface="Calibri"/>
                <a:cs typeface="Calibri"/>
              </a:rPr>
              <a:t> </a:t>
            </a:r>
            <a:r>
              <a:rPr sz="3000" dirty="0">
                <a:latin typeface="Calibri"/>
                <a:cs typeface="Calibri"/>
              </a:rPr>
              <a:t>trình</a:t>
            </a:r>
            <a:r>
              <a:rPr sz="3000" spc="5" dirty="0">
                <a:latin typeface="Calibri"/>
                <a:cs typeface="Calibri"/>
              </a:rPr>
              <a:t> </a:t>
            </a:r>
            <a:r>
              <a:rPr sz="3000" spc="-50" dirty="0">
                <a:latin typeface="Calibri"/>
                <a:cs typeface="Calibri"/>
              </a:rPr>
              <a:t>“</a:t>
            </a:r>
            <a:endParaRPr sz="3000">
              <a:latin typeface="Calibri"/>
              <a:cs typeface="Calibri"/>
            </a:endParaRPr>
          </a:p>
          <a:p>
            <a:pPr marL="12700" marR="3724910" indent="457200">
              <a:lnSpc>
                <a:spcPct val="100000"/>
              </a:lnSpc>
              <a:buChar char="-"/>
              <a:tabLst>
                <a:tab pos="469900" algn="l"/>
              </a:tabLst>
            </a:pPr>
            <a:r>
              <a:rPr sz="3000" dirty="0">
                <a:latin typeface="Calibri"/>
                <a:cs typeface="Calibri"/>
              </a:rPr>
              <a:t>R(x)</a:t>
            </a:r>
            <a:r>
              <a:rPr sz="3000" spc="-50" dirty="0">
                <a:latin typeface="Calibri"/>
                <a:cs typeface="Calibri"/>
              </a:rPr>
              <a:t> </a:t>
            </a:r>
            <a:r>
              <a:rPr sz="3000" dirty="0">
                <a:latin typeface="Calibri"/>
                <a:cs typeface="Calibri"/>
              </a:rPr>
              <a:t>:</a:t>
            </a:r>
            <a:r>
              <a:rPr sz="3000" spc="-45" dirty="0">
                <a:latin typeface="Calibri"/>
                <a:cs typeface="Calibri"/>
              </a:rPr>
              <a:t> </a:t>
            </a:r>
            <a:r>
              <a:rPr sz="3000" dirty="0">
                <a:latin typeface="Calibri"/>
                <a:cs typeface="Calibri"/>
              </a:rPr>
              <a:t>“</a:t>
            </a:r>
            <a:r>
              <a:rPr sz="3000" spc="-60" dirty="0">
                <a:latin typeface="Calibri"/>
                <a:cs typeface="Calibri"/>
              </a:rPr>
              <a:t> </a:t>
            </a:r>
            <a:r>
              <a:rPr sz="3000" dirty="0">
                <a:latin typeface="Calibri"/>
                <a:cs typeface="Calibri"/>
              </a:rPr>
              <a:t>x</a:t>
            </a:r>
            <a:r>
              <a:rPr sz="3000" spc="-45" dirty="0">
                <a:latin typeface="Calibri"/>
                <a:cs typeface="Calibri"/>
              </a:rPr>
              <a:t> </a:t>
            </a:r>
            <a:r>
              <a:rPr sz="3000" dirty="0">
                <a:latin typeface="Calibri"/>
                <a:cs typeface="Calibri"/>
              </a:rPr>
              <a:t>đạt</a:t>
            </a:r>
            <a:r>
              <a:rPr sz="3000" spc="-65" dirty="0">
                <a:latin typeface="Calibri"/>
                <a:cs typeface="Calibri"/>
              </a:rPr>
              <a:t> </a:t>
            </a:r>
            <a:r>
              <a:rPr sz="3000" spc="-55" dirty="0">
                <a:latin typeface="Calibri"/>
                <a:cs typeface="Calibri"/>
              </a:rPr>
              <a:t>Toán</a:t>
            </a:r>
            <a:r>
              <a:rPr sz="3000" spc="-45" dirty="0">
                <a:latin typeface="Calibri"/>
                <a:cs typeface="Calibri"/>
              </a:rPr>
              <a:t> </a:t>
            </a:r>
            <a:r>
              <a:rPr sz="3000" dirty="0">
                <a:latin typeface="Calibri"/>
                <a:cs typeface="Calibri"/>
              </a:rPr>
              <a:t>rời</a:t>
            </a:r>
            <a:r>
              <a:rPr sz="3000" spc="-35" dirty="0">
                <a:latin typeface="Calibri"/>
                <a:cs typeface="Calibri"/>
              </a:rPr>
              <a:t> </a:t>
            </a:r>
            <a:r>
              <a:rPr sz="3000" dirty="0">
                <a:latin typeface="Calibri"/>
                <a:cs typeface="Calibri"/>
              </a:rPr>
              <a:t>rạc</a:t>
            </a:r>
            <a:r>
              <a:rPr sz="3000" spc="-55" dirty="0">
                <a:latin typeface="Calibri"/>
                <a:cs typeface="Calibri"/>
              </a:rPr>
              <a:t> </a:t>
            </a:r>
            <a:r>
              <a:rPr sz="3000" spc="-50" dirty="0">
                <a:latin typeface="Calibri"/>
                <a:cs typeface="Calibri"/>
              </a:rPr>
              <a:t>“ </a:t>
            </a:r>
            <a:r>
              <a:rPr sz="3000" spc="-110" dirty="0">
                <a:latin typeface="Calibri"/>
                <a:cs typeface="Calibri"/>
              </a:rPr>
              <a:t>Ta</a:t>
            </a:r>
            <a:r>
              <a:rPr sz="3000" spc="-40" dirty="0">
                <a:latin typeface="Calibri"/>
                <a:cs typeface="Calibri"/>
              </a:rPr>
              <a:t> </a:t>
            </a:r>
            <a:r>
              <a:rPr sz="3000" dirty="0">
                <a:latin typeface="Calibri"/>
                <a:cs typeface="Calibri"/>
              </a:rPr>
              <a:t>có</a:t>
            </a:r>
            <a:r>
              <a:rPr sz="3000" spc="-35" dirty="0">
                <a:latin typeface="Calibri"/>
                <a:cs typeface="Calibri"/>
              </a:rPr>
              <a:t> </a:t>
            </a:r>
            <a:r>
              <a:rPr sz="3000" dirty="0">
                <a:latin typeface="Calibri"/>
                <a:cs typeface="Calibri"/>
              </a:rPr>
              <a:t>các</a:t>
            </a:r>
            <a:r>
              <a:rPr sz="3000" spc="-55" dirty="0">
                <a:latin typeface="Calibri"/>
                <a:cs typeface="Calibri"/>
              </a:rPr>
              <a:t> </a:t>
            </a:r>
            <a:r>
              <a:rPr sz="3000" dirty="0">
                <a:latin typeface="Calibri"/>
                <a:cs typeface="Calibri"/>
              </a:rPr>
              <a:t>tiền</a:t>
            </a:r>
            <a:r>
              <a:rPr sz="3000" spc="-35" dirty="0">
                <a:latin typeface="Calibri"/>
                <a:cs typeface="Calibri"/>
              </a:rPr>
              <a:t> </a:t>
            </a:r>
            <a:r>
              <a:rPr sz="3000" spc="-25" dirty="0">
                <a:latin typeface="Calibri"/>
                <a:cs typeface="Calibri"/>
              </a:rPr>
              <a:t>đề:</a:t>
            </a:r>
            <a:endParaRPr sz="3000">
              <a:latin typeface="Calibri"/>
              <a:cs typeface="Calibri"/>
            </a:endParaRPr>
          </a:p>
          <a:p>
            <a:pPr marL="12700">
              <a:lnSpc>
                <a:spcPct val="100000"/>
              </a:lnSpc>
              <a:spcBef>
                <a:spcPts val="5"/>
              </a:spcBef>
              <a:tabLst>
                <a:tab pos="469900" algn="l"/>
              </a:tabLst>
            </a:pPr>
            <a:r>
              <a:rPr sz="3000" spc="-50" dirty="0">
                <a:latin typeface="Calibri"/>
                <a:cs typeface="Calibri"/>
              </a:rPr>
              <a:t>-</a:t>
            </a:r>
            <a:r>
              <a:rPr sz="3000" dirty="0">
                <a:latin typeface="Calibri"/>
                <a:cs typeface="Calibri"/>
              </a:rPr>
              <a:t>	</a:t>
            </a:r>
            <a:r>
              <a:rPr sz="3000" dirty="0">
                <a:latin typeface="Symbol"/>
                <a:cs typeface="Symbol"/>
              </a:rPr>
              <a:t></a:t>
            </a:r>
            <a:r>
              <a:rPr sz="3000" dirty="0">
                <a:latin typeface="Calibri"/>
                <a:cs typeface="Calibri"/>
              </a:rPr>
              <a:t>x,</a:t>
            </a:r>
            <a:r>
              <a:rPr sz="3000" spc="-40" dirty="0">
                <a:latin typeface="Calibri"/>
                <a:cs typeface="Calibri"/>
              </a:rPr>
              <a:t> </a:t>
            </a:r>
            <a:r>
              <a:rPr sz="3000" dirty="0">
                <a:latin typeface="Calibri"/>
                <a:cs typeface="Calibri"/>
              </a:rPr>
              <a:t>P(x)</a:t>
            </a:r>
            <a:r>
              <a:rPr sz="3000" spc="-45" dirty="0">
                <a:latin typeface="Calibri"/>
                <a:cs typeface="Calibri"/>
              </a:rPr>
              <a:t> </a:t>
            </a:r>
            <a:r>
              <a:rPr sz="3000" dirty="0">
                <a:latin typeface="Symbol"/>
                <a:cs typeface="Symbol"/>
              </a:rPr>
              <a:t></a:t>
            </a:r>
            <a:r>
              <a:rPr sz="3000" spc="-105" dirty="0">
                <a:latin typeface="Times New Roman"/>
                <a:cs typeface="Times New Roman"/>
              </a:rPr>
              <a:t> </a:t>
            </a:r>
            <a:r>
              <a:rPr sz="3000" spc="-10" dirty="0">
                <a:latin typeface="Symbol"/>
                <a:cs typeface="Symbol"/>
              </a:rPr>
              <a:t></a:t>
            </a:r>
            <a:r>
              <a:rPr sz="3000" spc="-10" dirty="0">
                <a:latin typeface="Calibri"/>
                <a:cs typeface="Calibri"/>
              </a:rPr>
              <a:t>Q(x)</a:t>
            </a:r>
            <a:endParaRPr sz="3000">
              <a:latin typeface="Calibri"/>
              <a:cs typeface="Calibri"/>
            </a:endParaRPr>
          </a:p>
          <a:p>
            <a:pPr marL="12700">
              <a:lnSpc>
                <a:spcPct val="100000"/>
              </a:lnSpc>
              <a:tabLst>
                <a:tab pos="469900" algn="l"/>
              </a:tabLst>
            </a:pPr>
            <a:r>
              <a:rPr sz="3000" spc="-50" dirty="0">
                <a:latin typeface="Calibri"/>
                <a:cs typeface="Calibri"/>
              </a:rPr>
              <a:t>-</a:t>
            </a:r>
            <a:r>
              <a:rPr sz="3000" dirty="0">
                <a:latin typeface="Calibri"/>
                <a:cs typeface="Calibri"/>
              </a:rPr>
              <a:t>	</a:t>
            </a:r>
            <a:r>
              <a:rPr sz="3000" dirty="0">
                <a:latin typeface="Symbol"/>
                <a:cs typeface="Symbol"/>
              </a:rPr>
              <a:t></a:t>
            </a:r>
            <a:r>
              <a:rPr sz="3000" dirty="0">
                <a:latin typeface="Calibri"/>
                <a:cs typeface="Calibri"/>
              </a:rPr>
              <a:t>x,</a:t>
            </a:r>
            <a:r>
              <a:rPr sz="3000" spc="-40" dirty="0">
                <a:latin typeface="Calibri"/>
                <a:cs typeface="Calibri"/>
              </a:rPr>
              <a:t> </a:t>
            </a:r>
            <a:r>
              <a:rPr sz="3000" dirty="0">
                <a:latin typeface="Calibri"/>
                <a:cs typeface="Calibri"/>
              </a:rPr>
              <a:t>P(x)</a:t>
            </a:r>
            <a:r>
              <a:rPr sz="3000" spc="-40" dirty="0">
                <a:latin typeface="Calibri"/>
                <a:cs typeface="Calibri"/>
              </a:rPr>
              <a:t> </a:t>
            </a:r>
            <a:r>
              <a:rPr sz="3000" dirty="0">
                <a:latin typeface="Symbol"/>
                <a:cs typeface="Symbol"/>
              </a:rPr>
              <a:t></a:t>
            </a:r>
            <a:r>
              <a:rPr sz="3000" spc="-114" dirty="0">
                <a:latin typeface="Times New Roman"/>
                <a:cs typeface="Times New Roman"/>
              </a:rPr>
              <a:t> </a:t>
            </a:r>
            <a:r>
              <a:rPr sz="3000" spc="-20" dirty="0">
                <a:latin typeface="Calibri"/>
                <a:cs typeface="Calibri"/>
              </a:rPr>
              <a:t>R(x)</a:t>
            </a:r>
            <a:endParaRPr sz="3000">
              <a:latin typeface="Calibri"/>
              <a:cs typeface="Calibri"/>
            </a:endParaRPr>
          </a:p>
          <a:p>
            <a:pPr marL="12700">
              <a:lnSpc>
                <a:spcPct val="100000"/>
              </a:lnSpc>
            </a:pPr>
            <a:r>
              <a:rPr sz="3000" dirty="0">
                <a:latin typeface="Calibri"/>
                <a:cs typeface="Calibri"/>
              </a:rPr>
              <a:t>Chứng</a:t>
            </a:r>
            <a:r>
              <a:rPr sz="3000" spc="-60" dirty="0">
                <a:latin typeface="Calibri"/>
                <a:cs typeface="Calibri"/>
              </a:rPr>
              <a:t> </a:t>
            </a:r>
            <a:r>
              <a:rPr sz="3000" dirty="0">
                <a:latin typeface="Calibri"/>
                <a:cs typeface="Calibri"/>
              </a:rPr>
              <a:t>minh</a:t>
            </a:r>
            <a:r>
              <a:rPr sz="3000" spc="-65" dirty="0">
                <a:latin typeface="Calibri"/>
                <a:cs typeface="Calibri"/>
              </a:rPr>
              <a:t> </a:t>
            </a:r>
            <a:r>
              <a:rPr sz="3000" dirty="0">
                <a:latin typeface="Calibri"/>
                <a:cs typeface="Calibri"/>
              </a:rPr>
              <a:t>kết</a:t>
            </a:r>
            <a:r>
              <a:rPr sz="3000" spc="-80" dirty="0">
                <a:latin typeface="Calibri"/>
                <a:cs typeface="Calibri"/>
              </a:rPr>
              <a:t> </a:t>
            </a:r>
            <a:r>
              <a:rPr sz="3000" dirty="0">
                <a:latin typeface="Calibri"/>
                <a:cs typeface="Calibri"/>
              </a:rPr>
              <a:t>luận</a:t>
            </a:r>
            <a:r>
              <a:rPr sz="3000" spc="-60" dirty="0">
                <a:latin typeface="Calibri"/>
                <a:cs typeface="Calibri"/>
              </a:rPr>
              <a:t> </a:t>
            </a:r>
            <a:r>
              <a:rPr sz="3000" spc="-50" dirty="0">
                <a:latin typeface="Calibri"/>
                <a:cs typeface="Calibri"/>
              </a:rPr>
              <a:t>:</a:t>
            </a:r>
            <a:endParaRPr sz="3000">
              <a:latin typeface="Calibri"/>
              <a:cs typeface="Calibri"/>
            </a:endParaRPr>
          </a:p>
          <a:p>
            <a:pPr marL="12700">
              <a:lnSpc>
                <a:spcPct val="100000"/>
              </a:lnSpc>
            </a:pPr>
            <a:r>
              <a:rPr sz="3000" dirty="0">
                <a:latin typeface="Calibri"/>
                <a:cs typeface="Calibri"/>
              </a:rPr>
              <a:t>-</a:t>
            </a:r>
            <a:r>
              <a:rPr sz="3000" spc="-35" dirty="0">
                <a:latin typeface="Calibri"/>
                <a:cs typeface="Calibri"/>
              </a:rPr>
              <a:t> </a:t>
            </a:r>
            <a:r>
              <a:rPr sz="3000" dirty="0">
                <a:latin typeface="Symbol"/>
                <a:cs typeface="Symbol"/>
              </a:rPr>
              <a:t></a:t>
            </a:r>
            <a:r>
              <a:rPr sz="3000" dirty="0">
                <a:latin typeface="Calibri"/>
                <a:cs typeface="Calibri"/>
              </a:rPr>
              <a:t>x,</a:t>
            </a:r>
            <a:r>
              <a:rPr sz="3000" spc="-15" dirty="0">
                <a:latin typeface="Calibri"/>
                <a:cs typeface="Calibri"/>
              </a:rPr>
              <a:t> </a:t>
            </a:r>
            <a:r>
              <a:rPr sz="3000" dirty="0">
                <a:latin typeface="Calibri"/>
                <a:cs typeface="Calibri"/>
              </a:rPr>
              <a:t>R(x)</a:t>
            </a:r>
            <a:r>
              <a:rPr sz="3000" spc="-25" dirty="0">
                <a:latin typeface="Calibri"/>
                <a:cs typeface="Calibri"/>
              </a:rPr>
              <a:t> </a:t>
            </a:r>
            <a:r>
              <a:rPr sz="3000" dirty="0">
                <a:latin typeface="Symbol"/>
                <a:cs typeface="Symbol"/>
              </a:rPr>
              <a:t></a:t>
            </a:r>
            <a:r>
              <a:rPr sz="3000" spc="-95" dirty="0">
                <a:latin typeface="Times New Roman"/>
                <a:cs typeface="Times New Roman"/>
              </a:rPr>
              <a:t> </a:t>
            </a:r>
            <a:r>
              <a:rPr sz="3000" spc="-10" dirty="0">
                <a:latin typeface="Symbol"/>
                <a:cs typeface="Symbol"/>
              </a:rPr>
              <a:t></a:t>
            </a:r>
            <a:r>
              <a:rPr sz="3000" spc="-10" dirty="0">
                <a:latin typeface="Calibri"/>
                <a:cs typeface="Calibri"/>
              </a:rPr>
              <a:t>Q(x)</a:t>
            </a:r>
            <a:endParaRPr sz="3000">
              <a:latin typeface="Calibri"/>
              <a:cs typeface="Calibri"/>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62015"/>
            <a:ext cx="6175375" cy="1782445"/>
          </a:xfrm>
          <a:prstGeom prst="rect">
            <a:avLst/>
          </a:prstGeom>
        </p:spPr>
        <p:txBody>
          <a:bodyPr vert="horz" wrap="square" lIns="0" tIns="110489" rIns="0" bIns="0" rtlCol="0">
            <a:spAutoFit/>
          </a:bodyPr>
          <a:lstStyle/>
          <a:p>
            <a:pPr marL="469900" indent="-457200">
              <a:lnSpc>
                <a:spcPct val="100000"/>
              </a:lnSpc>
              <a:spcBef>
                <a:spcPts val="869"/>
              </a:spcBef>
              <a:buChar char="-"/>
              <a:tabLst>
                <a:tab pos="469900" algn="l"/>
              </a:tabLst>
            </a:pPr>
            <a:r>
              <a:rPr sz="3200" dirty="0">
                <a:latin typeface="Calibri"/>
                <a:cs typeface="Calibri"/>
              </a:rPr>
              <a:t>P(x)</a:t>
            </a:r>
            <a:r>
              <a:rPr sz="3200" spc="-30"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a:t>
            </a:r>
            <a:r>
              <a:rPr sz="3200" spc="-35" dirty="0">
                <a:latin typeface="Calibri"/>
                <a:cs typeface="Calibri"/>
              </a:rPr>
              <a:t> </a:t>
            </a:r>
            <a:r>
              <a:rPr sz="3200" dirty="0">
                <a:latin typeface="Calibri"/>
                <a:cs typeface="Calibri"/>
              </a:rPr>
              <a:t>x</a:t>
            </a:r>
            <a:r>
              <a:rPr sz="3200" spc="-30" dirty="0">
                <a:latin typeface="Calibri"/>
                <a:cs typeface="Calibri"/>
              </a:rPr>
              <a:t> </a:t>
            </a:r>
            <a:r>
              <a:rPr sz="3200" dirty="0">
                <a:latin typeface="Calibri"/>
                <a:cs typeface="Calibri"/>
              </a:rPr>
              <a:t>học</a:t>
            </a:r>
            <a:r>
              <a:rPr sz="3200" spc="-40" dirty="0">
                <a:latin typeface="Calibri"/>
                <a:cs typeface="Calibri"/>
              </a:rPr>
              <a:t> </a:t>
            </a:r>
            <a:r>
              <a:rPr sz="3200" dirty="0">
                <a:latin typeface="Calibri"/>
                <a:cs typeface="Calibri"/>
              </a:rPr>
              <a:t>lớp</a:t>
            </a:r>
            <a:r>
              <a:rPr sz="3200" spc="-20" dirty="0">
                <a:latin typeface="Calibri"/>
                <a:cs typeface="Calibri"/>
              </a:rPr>
              <a:t> </a:t>
            </a:r>
            <a:r>
              <a:rPr sz="3200" spc="-55" dirty="0">
                <a:latin typeface="Calibri"/>
                <a:cs typeface="Calibri"/>
              </a:rPr>
              <a:t>Toán</a:t>
            </a:r>
            <a:r>
              <a:rPr sz="3200" spc="-30" dirty="0">
                <a:latin typeface="Calibri"/>
                <a:cs typeface="Calibri"/>
              </a:rPr>
              <a:t> </a:t>
            </a:r>
            <a:r>
              <a:rPr sz="3200" dirty="0">
                <a:latin typeface="Calibri"/>
                <a:cs typeface="Calibri"/>
              </a:rPr>
              <a:t>rời</a:t>
            </a:r>
            <a:r>
              <a:rPr sz="3200" spc="-40" dirty="0">
                <a:latin typeface="Calibri"/>
                <a:cs typeface="Calibri"/>
              </a:rPr>
              <a:t> </a:t>
            </a:r>
            <a:r>
              <a:rPr sz="3200" dirty="0">
                <a:latin typeface="Calibri"/>
                <a:cs typeface="Calibri"/>
              </a:rPr>
              <a:t>rạc</a:t>
            </a:r>
            <a:r>
              <a:rPr sz="3200" spc="-45" dirty="0">
                <a:latin typeface="Calibri"/>
                <a:cs typeface="Calibri"/>
              </a:rPr>
              <a:t> </a:t>
            </a:r>
            <a:r>
              <a:rPr sz="3200" spc="-50" dirty="0">
                <a:latin typeface="Calibri"/>
                <a:cs typeface="Calibri"/>
              </a:rPr>
              <a:t>“</a:t>
            </a:r>
            <a:endParaRPr sz="3200">
              <a:latin typeface="Calibri"/>
              <a:cs typeface="Calibri"/>
            </a:endParaRPr>
          </a:p>
          <a:p>
            <a:pPr marL="469900" indent="-457200">
              <a:lnSpc>
                <a:spcPct val="100000"/>
              </a:lnSpc>
              <a:spcBef>
                <a:spcPts val="770"/>
              </a:spcBef>
              <a:buChar char="-"/>
              <a:tabLst>
                <a:tab pos="469900" algn="l"/>
              </a:tabLst>
            </a:pPr>
            <a:r>
              <a:rPr sz="3200" dirty="0">
                <a:latin typeface="Calibri"/>
                <a:cs typeface="Calibri"/>
              </a:rPr>
              <a:t>Q(x)</a:t>
            </a:r>
            <a:r>
              <a:rPr sz="3200" spc="-35" dirty="0">
                <a:latin typeface="Calibri"/>
                <a:cs typeface="Calibri"/>
              </a:rPr>
              <a:t> </a:t>
            </a:r>
            <a:r>
              <a:rPr sz="3200" dirty="0">
                <a:latin typeface="Calibri"/>
                <a:cs typeface="Calibri"/>
              </a:rPr>
              <a:t>:</a:t>
            </a:r>
            <a:r>
              <a:rPr sz="3200" spc="-45"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x</a:t>
            </a:r>
            <a:r>
              <a:rPr sz="3200" spc="-35" dirty="0">
                <a:latin typeface="Calibri"/>
                <a:cs typeface="Calibri"/>
              </a:rPr>
              <a:t> </a:t>
            </a:r>
            <a:r>
              <a:rPr sz="3200" dirty="0">
                <a:latin typeface="Calibri"/>
                <a:cs typeface="Calibri"/>
              </a:rPr>
              <a:t>học</a:t>
            </a:r>
            <a:r>
              <a:rPr sz="3200" spc="-35" dirty="0">
                <a:latin typeface="Calibri"/>
                <a:cs typeface="Calibri"/>
              </a:rPr>
              <a:t> </a:t>
            </a:r>
            <a:r>
              <a:rPr sz="3200" dirty="0">
                <a:latin typeface="Calibri"/>
                <a:cs typeface="Calibri"/>
              </a:rPr>
              <a:t>Nhập</a:t>
            </a:r>
            <a:r>
              <a:rPr sz="3200" spc="-30" dirty="0">
                <a:latin typeface="Calibri"/>
                <a:cs typeface="Calibri"/>
              </a:rPr>
              <a:t> </a:t>
            </a:r>
            <a:r>
              <a:rPr sz="3200" dirty="0">
                <a:latin typeface="Calibri"/>
                <a:cs typeface="Calibri"/>
              </a:rPr>
              <a:t>môn</a:t>
            </a:r>
            <a:r>
              <a:rPr sz="3200" spc="-40" dirty="0">
                <a:latin typeface="Calibri"/>
                <a:cs typeface="Calibri"/>
              </a:rPr>
              <a:t> </a:t>
            </a:r>
            <a:r>
              <a:rPr sz="3200" dirty="0">
                <a:latin typeface="Calibri"/>
                <a:cs typeface="Calibri"/>
              </a:rPr>
              <a:t>lập</a:t>
            </a:r>
            <a:r>
              <a:rPr sz="3200" spc="-20" dirty="0">
                <a:latin typeface="Calibri"/>
                <a:cs typeface="Calibri"/>
              </a:rPr>
              <a:t> </a:t>
            </a:r>
            <a:r>
              <a:rPr sz="3200" dirty="0">
                <a:latin typeface="Calibri"/>
                <a:cs typeface="Calibri"/>
              </a:rPr>
              <a:t>trình</a:t>
            </a:r>
            <a:r>
              <a:rPr sz="3200" spc="-30" dirty="0">
                <a:latin typeface="Calibri"/>
                <a:cs typeface="Calibri"/>
              </a:rPr>
              <a:t> </a:t>
            </a:r>
            <a:r>
              <a:rPr sz="3200" spc="-50" dirty="0">
                <a:latin typeface="Calibri"/>
                <a:cs typeface="Calibri"/>
              </a:rPr>
              <a:t>“</a:t>
            </a:r>
            <a:endParaRPr sz="3200">
              <a:latin typeface="Calibri"/>
              <a:cs typeface="Calibri"/>
            </a:endParaRPr>
          </a:p>
          <a:p>
            <a:pPr marL="469900" indent="-457200">
              <a:lnSpc>
                <a:spcPct val="100000"/>
              </a:lnSpc>
              <a:spcBef>
                <a:spcPts val="770"/>
              </a:spcBef>
              <a:buChar char="-"/>
              <a:tabLst>
                <a:tab pos="469900" algn="l"/>
              </a:tabLst>
            </a:pPr>
            <a:r>
              <a:rPr sz="3200" dirty="0">
                <a:latin typeface="Calibri"/>
                <a:cs typeface="Calibri"/>
              </a:rPr>
              <a:t>R(x)</a:t>
            </a:r>
            <a:r>
              <a:rPr sz="3200" spc="-45" dirty="0">
                <a:latin typeface="Calibri"/>
                <a:cs typeface="Calibri"/>
              </a:rPr>
              <a:t> </a:t>
            </a:r>
            <a:r>
              <a:rPr sz="3200" dirty="0">
                <a:latin typeface="Calibri"/>
                <a:cs typeface="Calibri"/>
              </a:rPr>
              <a:t>:</a:t>
            </a:r>
            <a:r>
              <a:rPr sz="3200" spc="-35" dirty="0">
                <a:latin typeface="Calibri"/>
                <a:cs typeface="Calibri"/>
              </a:rPr>
              <a:t> </a:t>
            </a:r>
            <a:r>
              <a:rPr sz="3200" dirty="0">
                <a:latin typeface="Calibri"/>
                <a:cs typeface="Calibri"/>
              </a:rPr>
              <a:t>“</a:t>
            </a:r>
            <a:r>
              <a:rPr sz="3200" spc="-60" dirty="0">
                <a:latin typeface="Calibri"/>
                <a:cs typeface="Calibri"/>
              </a:rPr>
              <a:t> </a:t>
            </a:r>
            <a:r>
              <a:rPr sz="3200" dirty="0">
                <a:latin typeface="Calibri"/>
                <a:cs typeface="Calibri"/>
              </a:rPr>
              <a:t>x</a:t>
            </a:r>
            <a:r>
              <a:rPr sz="3200" spc="-40" dirty="0">
                <a:latin typeface="Calibri"/>
                <a:cs typeface="Calibri"/>
              </a:rPr>
              <a:t> </a:t>
            </a:r>
            <a:r>
              <a:rPr sz="3200" dirty="0">
                <a:latin typeface="Calibri"/>
                <a:cs typeface="Calibri"/>
              </a:rPr>
              <a:t>đạt</a:t>
            </a:r>
            <a:r>
              <a:rPr sz="3200" spc="-45" dirty="0">
                <a:latin typeface="Calibri"/>
                <a:cs typeface="Calibri"/>
              </a:rPr>
              <a:t> </a:t>
            </a:r>
            <a:r>
              <a:rPr sz="3200" spc="-60" dirty="0">
                <a:latin typeface="Calibri"/>
                <a:cs typeface="Calibri"/>
              </a:rPr>
              <a:t>Toán</a:t>
            </a:r>
            <a:r>
              <a:rPr sz="3200" spc="-40" dirty="0">
                <a:latin typeface="Calibri"/>
                <a:cs typeface="Calibri"/>
              </a:rPr>
              <a:t> </a:t>
            </a:r>
            <a:r>
              <a:rPr sz="3200" dirty="0">
                <a:latin typeface="Calibri"/>
                <a:cs typeface="Calibri"/>
              </a:rPr>
              <a:t>rời</a:t>
            </a:r>
            <a:r>
              <a:rPr sz="3200" spc="-40" dirty="0">
                <a:latin typeface="Calibri"/>
                <a:cs typeface="Calibri"/>
              </a:rPr>
              <a:t> </a:t>
            </a:r>
            <a:r>
              <a:rPr sz="3200" dirty="0">
                <a:latin typeface="Calibri"/>
                <a:cs typeface="Calibri"/>
              </a:rPr>
              <a:t>rạc</a:t>
            </a:r>
            <a:r>
              <a:rPr sz="3200" spc="-60" dirty="0">
                <a:latin typeface="Calibri"/>
                <a:cs typeface="Calibri"/>
              </a:rPr>
              <a:t> </a:t>
            </a:r>
            <a:r>
              <a:rPr sz="3200" spc="-50" dirty="0">
                <a:latin typeface="Calibri"/>
                <a:cs typeface="Calibri"/>
              </a:rPr>
              <a:t>“</a:t>
            </a:r>
            <a:endParaRPr sz="3200">
              <a:latin typeface="Calibri"/>
              <a:cs typeface="Calibri"/>
            </a:endParaRPr>
          </a:p>
        </p:txBody>
      </p:sp>
      <p:graphicFrame>
        <p:nvGraphicFramePr>
          <p:cNvPr id="3" name="object 3"/>
          <p:cNvGraphicFramePr>
            <a:graphicFrameLocks noGrp="1"/>
          </p:cNvGraphicFramePr>
          <p:nvPr/>
        </p:nvGraphicFramePr>
        <p:xfrm>
          <a:off x="527050" y="1974850"/>
          <a:ext cx="7848600" cy="4572000"/>
        </p:xfrm>
        <a:graphic>
          <a:graphicData uri="http://schemas.openxmlformats.org/drawingml/2006/table">
            <a:tbl>
              <a:tblPr firstRow="1" bandRow="1">
                <a:tableStyleId>{2D5ABB26-0587-4C30-8999-92F81FD0307C}</a:tableStyleId>
              </a:tblPr>
              <a:tblGrid>
                <a:gridCol w="3581400">
                  <a:extLst>
                    <a:ext uri="{9D8B030D-6E8A-4147-A177-3AD203B41FA5}">
                      <a16:colId xmlns:a16="http://schemas.microsoft.com/office/drawing/2014/main" val="20000"/>
                    </a:ext>
                  </a:extLst>
                </a:gridCol>
                <a:gridCol w="4267200">
                  <a:extLst>
                    <a:ext uri="{9D8B030D-6E8A-4147-A177-3AD203B41FA5}">
                      <a16:colId xmlns:a16="http://schemas.microsoft.com/office/drawing/2014/main" val="20001"/>
                    </a:ext>
                  </a:extLst>
                </a:gridCol>
              </a:tblGrid>
              <a:tr h="457200">
                <a:tc>
                  <a:txBody>
                    <a:bodyPr/>
                    <a:lstStyle/>
                    <a:p>
                      <a:pPr marL="91440">
                        <a:lnSpc>
                          <a:spcPct val="100000"/>
                        </a:lnSpc>
                        <a:spcBef>
                          <a:spcPts val="204"/>
                        </a:spcBef>
                      </a:pPr>
                      <a:r>
                        <a:rPr sz="2400" b="1" dirty="0">
                          <a:latin typeface="Calibri"/>
                          <a:cs typeface="Calibri"/>
                        </a:rPr>
                        <a:t>Các</a:t>
                      </a:r>
                      <a:r>
                        <a:rPr sz="2400" b="1" spc="-45" dirty="0">
                          <a:latin typeface="Calibri"/>
                          <a:cs typeface="Calibri"/>
                        </a:rPr>
                        <a:t> </a:t>
                      </a:r>
                      <a:r>
                        <a:rPr sz="2400" b="1" spc="-20" dirty="0">
                          <a:latin typeface="Calibri"/>
                          <a:cs typeface="Calibri"/>
                        </a:rPr>
                        <a:t>bước</a:t>
                      </a:r>
                      <a:endParaRPr sz="2400">
                        <a:latin typeface="Calibri"/>
                        <a:cs typeface="Calibri"/>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04"/>
                        </a:spcBef>
                      </a:pPr>
                      <a:r>
                        <a:rPr sz="2400" b="1" dirty="0">
                          <a:latin typeface="Calibri"/>
                          <a:cs typeface="Calibri"/>
                        </a:rPr>
                        <a:t>Suy</a:t>
                      </a:r>
                      <a:r>
                        <a:rPr sz="2400" b="1" spc="-35" dirty="0">
                          <a:latin typeface="Calibri"/>
                          <a:cs typeface="Calibri"/>
                        </a:rPr>
                        <a:t> </a:t>
                      </a:r>
                      <a:r>
                        <a:rPr sz="2400" b="1" spc="-20" dirty="0">
                          <a:latin typeface="Calibri"/>
                          <a:cs typeface="Calibri"/>
                        </a:rPr>
                        <a:t>luận</a:t>
                      </a:r>
                      <a:endParaRPr sz="2400">
                        <a:latin typeface="Calibri"/>
                        <a:cs typeface="Calibri"/>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457200">
                <a:tc>
                  <a:txBody>
                    <a:bodyPr/>
                    <a:lstStyle/>
                    <a:p>
                      <a:pPr marL="91440">
                        <a:lnSpc>
                          <a:spcPct val="100000"/>
                        </a:lnSpc>
                        <a:spcBef>
                          <a:spcPts val="229"/>
                        </a:spcBef>
                      </a:pPr>
                      <a:r>
                        <a:rPr sz="2400" dirty="0">
                          <a:latin typeface="Calibri"/>
                          <a:cs typeface="Calibri"/>
                        </a:rPr>
                        <a:t>1.</a:t>
                      </a:r>
                      <a:r>
                        <a:rPr sz="2400" spc="-20" dirty="0">
                          <a:latin typeface="Calibri"/>
                          <a:cs typeface="Calibri"/>
                        </a:rPr>
                        <a:t> </a:t>
                      </a:r>
                      <a:r>
                        <a:rPr sz="2400" dirty="0">
                          <a:latin typeface="Symbol"/>
                          <a:cs typeface="Symbol"/>
                        </a:rPr>
                        <a:t></a:t>
                      </a:r>
                      <a:r>
                        <a:rPr sz="2400" dirty="0">
                          <a:latin typeface="Calibri"/>
                          <a:cs typeface="Calibri"/>
                        </a:rPr>
                        <a:t>x,</a:t>
                      </a:r>
                      <a:r>
                        <a:rPr sz="2400" spc="-35" dirty="0">
                          <a:latin typeface="Calibri"/>
                          <a:cs typeface="Calibri"/>
                        </a:rPr>
                        <a:t> </a:t>
                      </a:r>
                      <a:r>
                        <a:rPr sz="2400" dirty="0">
                          <a:latin typeface="Calibri"/>
                          <a:cs typeface="Calibri"/>
                        </a:rPr>
                        <a:t>P(x)</a:t>
                      </a:r>
                      <a:r>
                        <a:rPr sz="2400" spc="-20" dirty="0">
                          <a:latin typeface="Calibri"/>
                          <a:cs typeface="Calibri"/>
                        </a:rPr>
                        <a:t> </a:t>
                      </a:r>
                      <a:r>
                        <a:rPr sz="2400" dirty="0">
                          <a:latin typeface="Symbol"/>
                          <a:cs typeface="Symbol"/>
                        </a:rPr>
                        <a:t></a:t>
                      </a:r>
                      <a:r>
                        <a:rPr sz="2400" spc="-85" dirty="0">
                          <a:latin typeface="Times New Roman"/>
                          <a:cs typeface="Times New Roman"/>
                        </a:rPr>
                        <a:t> </a:t>
                      </a:r>
                      <a:r>
                        <a:rPr sz="2400" dirty="0">
                          <a:latin typeface="Symbol"/>
                          <a:cs typeface="Symbol"/>
                        </a:rPr>
                        <a:t></a:t>
                      </a:r>
                      <a:r>
                        <a:rPr sz="2400" dirty="0">
                          <a:latin typeface="Calibri"/>
                          <a:cs typeface="Calibri"/>
                        </a:rPr>
                        <a:t>Q(x)</a:t>
                      </a:r>
                      <a:r>
                        <a:rPr sz="2400" spc="-45" dirty="0">
                          <a:latin typeface="Calibri"/>
                          <a:cs typeface="Calibri"/>
                        </a:rPr>
                        <a:t> </a:t>
                      </a:r>
                      <a:r>
                        <a:rPr sz="2400" spc="-10" dirty="0">
                          <a:latin typeface="Calibri"/>
                          <a:cs typeface="Calibri"/>
                        </a:rPr>
                        <a:t>(</a:t>
                      </a:r>
                      <a:r>
                        <a:rPr sz="2400" spc="-10" dirty="0">
                          <a:solidFill>
                            <a:srgbClr val="FF0000"/>
                          </a:solidFill>
                          <a:latin typeface="Calibri"/>
                          <a:cs typeface="Calibri"/>
                        </a:rPr>
                        <a:t>Đúng</a:t>
                      </a:r>
                      <a:r>
                        <a:rPr sz="2400" spc="-10" dirty="0">
                          <a:latin typeface="Calibri"/>
                          <a:cs typeface="Calibri"/>
                        </a:rPr>
                        <a:t>)</a:t>
                      </a:r>
                      <a:endParaRPr sz="2400">
                        <a:latin typeface="Calibri"/>
                        <a:cs typeface="Calibri"/>
                      </a:endParaRPr>
                    </a:p>
                  </a:txBody>
                  <a:tcPr marL="0" marR="0" marT="2920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04"/>
                        </a:spcBef>
                      </a:pPr>
                      <a:r>
                        <a:rPr sz="2400" dirty="0">
                          <a:latin typeface="Calibri"/>
                          <a:cs typeface="Calibri"/>
                        </a:rPr>
                        <a:t>Tiền</a:t>
                      </a:r>
                      <a:r>
                        <a:rPr sz="2400" spc="-50" dirty="0">
                          <a:latin typeface="Calibri"/>
                          <a:cs typeface="Calibri"/>
                        </a:rPr>
                        <a:t> </a:t>
                      </a:r>
                      <a:r>
                        <a:rPr sz="2400" spc="-25" dirty="0">
                          <a:latin typeface="Calibri"/>
                          <a:cs typeface="Calibri"/>
                        </a:rPr>
                        <a:t>đề</a:t>
                      </a:r>
                      <a:endParaRPr sz="2400">
                        <a:latin typeface="Calibri"/>
                        <a:cs typeface="Calibri"/>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457200">
                <a:tc>
                  <a:txBody>
                    <a:bodyPr/>
                    <a:lstStyle/>
                    <a:p>
                      <a:pPr marL="91440">
                        <a:lnSpc>
                          <a:spcPct val="100000"/>
                        </a:lnSpc>
                        <a:spcBef>
                          <a:spcPts val="229"/>
                        </a:spcBef>
                      </a:pPr>
                      <a:r>
                        <a:rPr sz="2400" dirty="0">
                          <a:latin typeface="Calibri"/>
                          <a:cs typeface="Calibri"/>
                        </a:rPr>
                        <a:t>2.</a:t>
                      </a:r>
                      <a:r>
                        <a:rPr sz="2400" spc="-20" dirty="0">
                          <a:latin typeface="Calibri"/>
                          <a:cs typeface="Calibri"/>
                        </a:rPr>
                        <a:t> </a:t>
                      </a:r>
                      <a:r>
                        <a:rPr sz="2400" dirty="0">
                          <a:latin typeface="Calibri"/>
                          <a:cs typeface="Calibri"/>
                        </a:rPr>
                        <a:t>P(a)</a:t>
                      </a:r>
                      <a:r>
                        <a:rPr sz="2400" spc="-35" dirty="0">
                          <a:latin typeface="Calibri"/>
                          <a:cs typeface="Calibri"/>
                        </a:rPr>
                        <a:t> </a:t>
                      </a:r>
                      <a:r>
                        <a:rPr sz="2400" dirty="0">
                          <a:latin typeface="Symbol"/>
                          <a:cs typeface="Symbol"/>
                        </a:rPr>
                        <a:t></a:t>
                      </a:r>
                      <a:r>
                        <a:rPr sz="2400" spc="-75" dirty="0">
                          <a:latin typeface="Times New Roman"/>
                          <a:cs typeface="Times New Roman"/>
                        </a:rPr>
                        <a:t> </a:t>
                      </a:r>
                      <a:r>
                        <a:rPr sz="2400" dirty="0">
                          <a:latin typeface="Symbol"/>
                          <a:cs typeface="Symbol"/>
                        </a:rPr>
                        <a:t></a:t>
                      </a:r>
                      <a:r>
                        <a:rPr sz="2400" dirty="0">
                          <a:latin typeface="Calibri"/>
                          <a:cs typeface="Calibri"/>
                        </a:rPr>
                        <a:t>Q(a)</a:t>
                      </a:r>
                      <a:r>
                        <a:rPr sz="2400" spc="-35" dirty="0">
                          <a:latin typeface="Calibri"/>
                          <a:cs typeface="Calibri"/>
                        </a:rPr>
                        <a:t> </a:t>
                      </a:r>
                      <a:r>
                        <a:rPr sz="2400" spc="-10" dirty="0">
                          <a:latin typeface="Calibri"/>
                          <a:cs typeface="Calibri"/>
                        </a:rPr>
                        <a:t>(</a:t>
                      </a:r>
                      <a:r>
                        <a:rPr sz="2400" spc="-10" dirty="0">
                          <a:solidFill>
                            <a:srgbClr val="FF0000"/>
                          </a:solidFill>
                          <a:latin typeface="Calibri"/>
                          <a:cs typeface="Calibri"/>
                        </a:rPr>
                        <a:t>Đúng</a:t>
                      </a:r>
                      <a:r>
                        <a:rPr sz="2400" spc="-10" dirty="0">
                          <a:latin typeface="Calibri"/>
                          <a:cs typeface="Calibri"/>
                        </a:rPr>
                        <a:t>)</a:t>
                      </a:r>
                      <a:endParaRPr sz="2400">
                        <a:latin typeface="Calibri"/>
                        <a:cs typeface="Calibri"/>
                      </a:endParaRPr>
                    </a:p>
                  </a:txBody>
                  <a:tcPr marL="0" marR="0" marT="2920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04"/>
                        </a:spcBef>
                      </a:pPr>
                      <a:r>
                        <a:rPr sz="2400" spc="-60" dirty="0">
                          <a:latin typeface="Calibri"/>
                          <a:cs typeface="Calibri"/>
                        </a:rPr>
                        <a:t>Tồn</a:t>
                      </a:r>
                      <a:r>
                        <a:rPr sz="2400" spc="-35" dirty="0">
                          <a:latin typeface="Calibri"/>
                          <a:cs typeface="Calibri"/>
                        </a:rPr>
                        <a:t> </a:t>
                      </a:r>
                      <a:r>
                        <a:rPr sz="2400" dirty="0">
                          <a:latin typeface="Calibri"/>
                          <a:cs typeface="Calibri"/>
                        </a:rPr>
                        <a:t>tại</a:t>
                      </a:r>
                      <a:r>
                        <a:rPr sz="2400" spc="-45" dirty="0">
                          <a:latin typeface="Calibri"/>
                          <a:cs typeface="Calibri"/>
                        </a:rPr>
                        <a:t> </a:t>
                      </a:r>
                      <a:r>
                        <a:rPr sz="2400" dirty="0">
                          <a:latin typeface="Calibri"/>
                          <a:cs typeface="Calibri"/>
                        </a:rPr>
                        <a:t>phần</a:t>
                      </a:r>
                      <a:r>
                        <a:rPr sz="2400" spc="-40" dirty="0">
                          <a:latin typeface="Calibri"/>
                          <a:cs typeface="Calibri"/>
                        </a:rPr>
                        <a:t> </a:t>
                      </a:r>
                      <a:r>
                        <a:rPr sz="2400" dirty="0">
                          <a:latin typeface="Calibri"/>
                          <a:cs typeface="Calibri"/>
                        </a:rPr>
                        <a:t>tử</a:t>
                      </a:r>
                      <a:r>
                        <a:rPr sz="2400" spc="-30" dirty="0">
                          <a:latin typeface="Calibri"/>
                          <a:cs typeface="Calibri"/>
                        </a:rPr>
                        <a:t> </a:t>
                      </a:r>
                      <a:r>
                        <a:rPr sz="2400" dirty="0">
                          <a:latin typeface="Calibri"/>
                          <a:cs typeface="Calibri"/>
                        </a:rPr>
                        <a:t>từ</a:t>
                      </a:r>
                      <a:r>
                        <a:rPr sz="2400" spc="-40" dirty="0">
                          <a:latin typeface="Calibri"/>
                          <a:cs typeface="Calibri"/>
                        </a:rPr>
                        <a:t> </a:t>
                      </a:r>
                      <a:r>
                        <a:rPr sz="2400" spc="-50" dirty="0">
                          <a:latin typeface="Calibri"/>
                          <a:cs typeface="Calibri"/>
                        </a:rPr>
                        <a:t>1</a:t>
                      </a:r>
                      <a:endParaRPr sz="2400">
                        <a:latin typeface="Calibri"/>
                        <a:cs typeface="Calibri"/>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457200">
                <a:tc>
                  <a:txBody>
                    <a:bodyPr/>
                    <a:lstStyle/>
                    <a:p>
                      <a:pPr marL="91440">
                        <a:lnSpc>
                          <a:spcPct val="100000"/>
                        </a:lnSpc>
                        <a:spcBef>
                          <a:spcPts val="210"/>
                        </a:spcBef>
                      </a:pPr>
                      <a:r>
                        <a:rPr sz="2400" dirty="0">
                          <a:latin typeface="Calibri"/>
                          <a:cs typeface="Calibri"/>
                        </a:rPr>
                        <a:t>3.</a:t>
                      </a:r>
                      <a:r>
                        <a:rPr sz="2400" spc="-30" dirty="0">
                          <a:latin typeface="Calibri"/>
                          <a:cs typeface="Calibri"/>
                        </a:rPr>
                        <a:t> </a:t>
                      </a:r>
                      <a:r>
                        <a:rPr sz="2400" dirty="0">
                          <a:latin typeface="Calibri"/>
                          <a:cs typeface="Calibri"/>
                        </a:rPr>
                        <a:t>P(a)</a:t>
                      </a:r>
                      <a:r>
                        <a:rPr sz="2400" spc="-25" dirty="0">
                          <a:latin typeface="Calibri"/>
                          <a:cs typeface="Calibri"/>
                        </a:rPr>
                        <a:t> </a:t>
                      </a:r>
                      <a:r>
                        <a:rPr sz="2400" spc="-10" dirty="0">
                          <a:latin typeface="Calibri"/>
                          <a:cs typeface="Calibri"/>
                        </a:rPr>
                        <a:t>(</a:t>
                      </a:r>
                      <a:r>
                        <a:rPr sz="2400" spc="-10" dirty="0">
                          <a:solidFill>
                            <a:srgbClr val="FF0000"/>
                          </a:solidFill>
                          <a:latin typeface="Calibri"/>
                          <a:cs typeface="Calibri"/>
                        </a:rPr>
                        <a:t>Đúng</a:t>
                      </a:r>
                      <a:r>
                        <a:rPr sz="2400" spc="-10" dirty="0">
                          <a:latin typeface="Calibri"/>
                          <a:cs typeface="Calibri"/>
                        </a:rPr>
                        <a:t>)</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10"/>
                        </a:spcBef>
                      </a:pPr>
                      <a:r>
                        <a:rPr sz="2400" dirty="0">
                          <a:latin typeface="Calibri"/>
                          <a:cs typeface="Calibri"/>
                        </a:rPr>
                        <a:t>Qui</a:t>
                      </a:r>
                      <a:r>
                        <a:rPr sz="2400" spc="-35" dirty="0">
                          <a:latin typeface="Calibri"/>
                          <a:cs typeface="Calibri"/>
                        </a:rPr>
                        <a:t> </a:t>
                      </a:r>
                      <a:r>
                        <a:rPr sz="2400" dirty="0">
                          <a:latin typeface="Calibri"/>
                          <a:cs typeface="Calibri"/>
                        </a:rPr>
                        <a:t>tắc</a:t>
                      </a:r>
                      <a:r>
                        <a:rPr sz="2400" spc="-40" dirty="0">
                          <a:latin typeface="Calibri"/>
                          <a:cs typeface="Calibri"/>
                        </a:rPr>
                        <a:t> </a:t>
                      </a:r>
                      <a:r>
                        <a:rPr sz="2400" dirty="0">
                          <a:latin typeface="Calibri"/>
                          <a:cs typeface="Calibri"/>
                        </a:rPr>
                        <a:t>đơn</a:t>
                      </a:r>
                      <a:r>
                        <a:rPr sz="2400" spc="-20" dirty="0">
                          <a:latin typeface="Calibri"/>
                          <a:cs typeface="Calibri"/>
                        </a:rPr>
                        <a:t> </a:t>
                      </a:r>
                      <a:r>
                        <a:rPr sz="2400" dirty="0">
                          <a:latin typeface="Calibri"/>
                          <a:cs typeface="Calibri"/>
                        </a:rPr>
                        <a:t>giản</a:t>
                      </a:r>
                      <a:r>
                        <a:rPr sz="2400" spc="-25" dirty="0">
                          <a:latin typeface="Calibri"/>
                          <a:cs typeface="Calibri"/>
                        </a:rPr>
                        <a:t> </a:t>
                      </a:r>
                      <a:r>
                        <a:rPr sz="2400" dirty="0">
                          <a:latin typeface="Calibri"/>
                          <a:cs typeface="Calibri"/>
                        </a:rPr>
                        <a:t>từ</a:t>
                      </a:r>
                      <a:r>
                        <a:rPr sz="2400" spc="-30" dirty="0">
                          <a:latin typeface="Calibri"/>
                          <a:cs typeface="Calibri"/>
                        </a:rPr>
                        <a:t> </a:t>
                      </a:r>
                      <a:r>
                        <a:rPr sz="2400" spc="-50" dirty="0">
                          <a:latin typeface="Calibri"/>
                          <a:cs typeface="Calibri"/>
                        </a:rPr>
                        <a:t>2</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457200">
                <a:tc>
                  <a:txBody>
                    <a:bodyPr/>
                    <a:lstStyle/>
                    <a:p>
                      <a:pPr marL="91440">
                        <a:lnSpc>
                          <a:spcPct val="100000"/>
                        </a:lnSpc>
                        <a:spcBef>
                          <a:spcPts val="235"/>
                        </a:spcBef>
                      </a:pPr>
                      <a:r>
                        <a:rPr sz="2400" dirty="0">
                          <a:latin typeface="Calibri"/>
                          <a:cs typeface="Calibri"/>
                        </a:rPr>
                        <a:t>4.</a:t>
                      </a:r>
                      <a:r>
                        <a:rPr sz="2400" spc="-15" dirty="0">
                          <a:latin typeface="Calibri"/>
                          <a:cs typeface="Calibri"/>
                        </a:rPr>
                        <a:t> </a:t>
                      </a:r>
                      <a:r>
                        <a:rPr sz="2400" dirty="0">
                          <a:latin typeface="Symbol"/>
                          <a:cs typeface="Symbol"/>
                        </a:rPr>
                        <a:t></a:t>
                      </a:r>
                      <a:r>
                        <a:rPr sz="2400" dirty="0">
                          <a:latin typeface="Calibri"/>
                          <a:cs typeface="Calibri"/>
                        </a:rPr>
                        <a:t>x,</a:t>
                      </a:r>
                      <a:r>
                        <a:rPr sz="2400" spc="-20" dirty="0">
                          <a:latin typeface="Calibri"/>
                          <a:cs typeface="Calibri"/>
                        </a:rPr>
                        <a:t> </a:t>
                      </a:r>
                      <a:r>
                        <a:rPr sz="2400" dirty="0">
                          <a:latin typeface="Calibri"/>
                          <a:cs typeface="Calibri"/>
                        </a:rPr>
                        <a:t>P(x)</a:t>
                      </a:r>
                      <a:r>
                        <a:rPr sz="2400" spc="-30" dirty="0">
                          <a:latin typeface="Calibri"/>
                          <a:cs typeface="Calibri"/>
                        </a:rPr>
                        <a:t> </a:t>
                      </a:r>
                      <a:r>
                        <a:rPr sz="2400" dirty="0">
                          <a:latin typeface="Symbol"/>
                          <a:cs typeface="Symbol"/>
                        </a:rPr>
                        <a:t></a:t>
                      </a:r>
                      <a:r>
                        <a:rPr sz="2400" spc="-70" dirty="0">
                          <a:latin typeface="Times New Roman"/>
                          <a:cs typeface="Times New Roman"/>
                        </a:rPr>
                        <a:t> </a:t>
                      </a:r>
                      <a:r>
                        <a:rPr sz="2400" dirty="0">
                          <a:latin typeface="Calibri"/>
                          <a:cs typeface="Calibri"/>
                        </a:rPr>
                        <a:t>R(x)</a:t>
                      </a:r>
                      <a:r>
                        <a:rPr sz="2400" spc="-45" dirty="0">
                          <a:latin typeface="Calibri"/>
                          <a:cs typeface="Calibri"/>
                        </a:rPr>
                        <a:t> </a:t>
                      </a:r>
                      <a:r>
                        <a:rPr sz="2400" spc="-10" dirty="0">
                          <a:latin typeface="Calibri"/>
                          <a:cs typeface="Calibri"/>
                        </a:rPr>
                        <a:t>(</a:t>
                      </a:r>
                      <a:r>
                        <a:rPr sz="2400" spc="-10" dirty="0">
                          <a:solidFill>
                            <a:srgbClr val="FF0000"/>
                          </a:solidFill>
                          <a:latin typeface="Calibri"/>
                          <a:cs typeface="Calibri"/>
                        </a:rPr>
                        <a:t>Đúng</a:t>
                      </a:r>
                      <a:r>
                        <a:rPr sz="2400" spc="-10" dirty="0">
                          <a:latin typeface="Calibri"/>
                          <a:cs typeface="Calibri"/>
                        </a:rPr>
                        <a:t>)</a:t>
                      </a:r>
                      <a:endParaRPr sz="2400">
                        <a:latin typeface="Calibri"/>
                        <a:cs typeface="Calibri"/>
                      </a:endParaRPr>
                    </a:p>
                  </a:txBody>
                  <a:tcPr marL="0" marR="0" marT="298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10"/>
                        </a:spcBef>
                      </a:pPr>
                      <a:r>
                        <a:rPr sz="2400" dirty="0">
                          <a:latin typeface="Calibri"/>
                          <a:cs typeface="Calibri"/>
                        </a:rPr>
                        <a:t>Tiền</a:t>
                      </a:r>
                      <a:r>
                        <a:rPr sz="2400" spc="-50" dirty="0">
                          <a:latin typeface="Calibri"/>
                          <a:cs typeface="Calibri"/>
                        </a:rPr>
                        <a:t> </a:t>
                      </a:r>
                      <a:r>
                        <a:rPr sz="2400" spc="-25" dirty="0">
                          <a:latin typeface="Calibri"/>
                          <a:cs typeface="Calibri"/>
                        </a:rPr>
                        <a:t>đề</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457200">
                <a:tc>
                  <a:txBody>
                    <a:bodyPr/>
                    <a:lstStyle/>
                    <a:p>
                      <a:pPr marL="91440">
                        <a:lnSpc>
                          <a:spcPct val="100000"/>
                        </a:lnSpc>
                        <a:spcBef>
                          <a:spcPts val="235"/>
                        </a:spcBef>
                      </a:pPr>
                      <a:r>
                        <a:rPr sz="2400" dirty="0">
                          <a:latin typeface="Calibri"/>
                          <a:cs typeface="Calibri"/>
                        </a:rPr>
                        <a:t>5.</a:t>
                      </a:r>
                      <a:r>
                        <a:rPr sz="2400" spc="-15" dirty="0">
                          <a:latin typeface="Calibri"/>
                          <a:cs typeface="Calibri"/>
                        </a:rPr>
                        <a:t> </a:t>
                      </a:r>
                      <a:r>
                        <a:rPr sz="2400" dirty="0">
                          <a:latin typeface="Calibri"/>
                          <a:cs typeface="Calibri"/>
                        </a:rPr>
                        <a:t>P(a)</a:t>
                      </a:r>
                      <a:r>
                        <a:rPr sz="2400" spc="-25" dirty="0">
                          <a:latin typeface="Calibri"/>
                          <a:cs typeface="Calibri"/>
                        </a:rPr>
                        <a:t> </a:t>
                      </a:r>
                      <a:r>
                        <a:rPr sz="2400" dirty="0">
                          <a:latin typeface="Symbol"/>
                          <a:cs typeface="Symbol"/>
                        </a:rPr>
                        <a:t></a:t>
                      </a:r>
                      <a:r>
                        <a:rPr sz="2400" spc="-75" dirty="0">
                          <a:latin typeface="Times New Roman"/>
                          <a:cs typeface="Times New Roman"/>
                        </a:rPr>
                        <a:t> </a:t>
                      </a:r>
                      <a:r>
                        <a:rPr sz="2400" dirty="0">
                          <a:latin typeface="Calibri"/>
                          <a:cs typeface="Calibri"/>
                        </a:rPr>
                        <a:t>R(a)</a:t>
                      </a:r>
                      <a:r>
                        <a:rPr sz="2400" spc="-25" dirty="0">
                          <a:latin typeface="Calibri"/>
                          <a:cs typeface="Calibri"/>
                        </a:rPr>
                        <a:t> </a:t>
                      </a:r>
                      <a:r>
                        <a:rPr sz="2400" spc="-10" dirty="0">
                          <a:latin typeface="Calibri"/>
                          <a:cs typeface="Calibri"/>
                        </a:rPr>
                        <a:t>(</a:t>
                      </a:r>
                      <a:r>
                        <a:rPr sz="2400" spc="-10" dirty="0">
                          <a:solidFill>
                            <a:srgbClr val="FF0000"/>
                          </a:solidFill>
                          <a:latin typeface="Calibri"/>
                          <a:cs typeface="Calibri"/>
                        </a:rPr>
                        <a:t>Đúng</a:t>
                      </a:r>
                      <a:r>
                        <a:rPr sz="2400" spc="-10" dirty="0">
                          <a:latin typeface="Calibri"/>
                          <a:cs typeface="Calibri"/>
                        </a:rPr>
                        <a:t>)</a:t>
                      </a:r>
                      <a:endParaRPr sz="2400">
                        <a:latin typeface="Calibri"/>
                        <a:cs typeface="Calibri"/>
                      </a:endParaRPr>
                    </a:p>
                  </a:txBody>
                  <a:tcPr marL="0" marR="0" marT="298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10"/>
                        </a:spcBef>
                      </a:pPr>
                      <a:r>
                        <a:rPr sz="2400" dirty="0">
                          <a:latin typeface="Calibri"/>
                          <a:cs typeface="Calibri"/>
                        </a:rPr>
                        <a:t>Đặc</a:t>
                      </a:r>
                      <a:r>
                        <a:rPr sz="2400" spc="-25" dirty="0">
                          <a:latin typeface="Calibri"/>
                          <a:cs typeface="Calibri"/>
                        </a:rPr>
                        <a:t> </a:t>
                      </a:r>
                      <a:r>
                        <a:rPr sz="2400" dirty="0">
                          <a:latin typeface="Calibri"/>
                          <a:cs typeface="Calibri"/>
                        </a:rPr>
                        <a:t>biệt</a:t>
                      </a:r>
                      <a:r>
                        <a:rPr sz="2400" spc="-30" dirty="0">
                          <a:latin typeface="Calibri"/>
                          <a:cs typeface="Calibri"/>
                        </a:rPr>
                        <a:t> </a:t>
                      </a:r>
                      <a:r>
                        <a:rPr sz="2400" dirty="0">
                          <a:latin typeface="Calibri"/>
                          <a:cs typeface="Calibri"/>
                        </a:rPr>
                        <a:t>hóa</a:t>
                      </a:r>
                      <a:r>
                        <a:rPr sz="2400" spc="-15" dirty="0">
                          <a:latin typeface="Calibri"/>
                          <a:cs typeface="Calibri"/>
                        </a:rPr>
                        <a:t> </a:t>
                      </a:r>
                      <a:r>
                        <a:rPr sz="2400" dirty="0">
                          <a:latin typeface="Calibri"/>
                          <a:cs typeface="Calibri"/>
                        </a:rPr>
                        <a:t>phổ</a:t>
                      </a:r>
                      <a:r>
                        <a:rPr sz="2400" spc="-20" dirty="0">
                          <a:latin typeface="Calibri"/>
                          <a:cs typeface="Calibri"/>
                        </a:rPr>
                        <a:t> </a:t>
                      </a:r>
                      <a:r>
                        <a:rPr sz="2400" dirty="0">
                          <a:latin typeface="Calibri"/>
                          <a:cs typeface="Calibri"/>
                        </a:rPr>
                        <a:t>dụng</a:t>
                      </a:r>
                      <a:r>
                        <a:rPr sz="2400" spc="-10" dirty="0">
                          <a:latin typeface="Calibri"/>
                          <a:cs typeface="Calibri"/>
                        </a:rPr>
                        <a:t> </a:t>
                      </a:r>
                      <a:r>
                        <a:rPr sz="2400" dirty="0">
                          <a:latin typeface="Calibri"/>
                          <a:cs typeface="Calibri"/>
                        </a:rPr>
                        <a:t>từ</a:t>
                      </a:r>
                      <a:r>
                        <a:rPr sz="2400" spc="-30" dirty="0">
                          <a:latin typeface="Calibri"/>
                          <a:cs typeface="Calibri"/>
                        </a:rPr>
                        <a:t> </a:t>
                      </a:r>
                      <a:r>
                        <a:rPr sz="2400" spc="-50" dirty="0">
                          <a:latin typeface="Calibri"/>
                          <a:cs typeface="Calibri"/>
                        </a:rPr>
                        <a:t>4</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457200">
                <a:tc>
                  <a:txBody>
                    <a:bodyPr/>
                    <a:lstStyle/>
                    <a:p>
                      <a:pPr marL="91440">
                        <a:lnSpc>
                          <a:spcPct val="100000"/>
                        </a:lnSpc>
                        <a:spcBef>
                          <a:spcPts val="210"/>
                        </a:spcBef>
                      </a:pPr>
                      <a:r>
                        <a:rPr sz="2400" dirty="0">
                          <a:latin typeface="Calibri"/>
                          <a:cs typeface="Calibri"/>
                        </a:rPr>
                        <a:t>6.</a:t>
                      </a:r>
                      <a:r>
                        <a:rPr sz="2400" spc="-25" dirty="0">
                          <a:latin typeface="Calibri"/>
                          <a:cs typeface="Calibri"/>
                        </a:rPr>
                        <a:t> </a:t>
                      </a:r>
                      <a:r>
                        <a:rPr sz="2400" dirty="0">
                          <a:latin typeface="Calibri"/>
                          <a:cs typeface="Calibri"/>
                        </a:rPr>
                        <a:t>R(a)</a:t>
                      </a:r>
                      <a:r>
                        <a:rPr sz="2400" spc="-20" dirty="0">
                          <a:latin typeface="Calibri"/>
                          <a:cs typeface="Calibri"/>
                        </a:rPr>
                        <a:t> </a:t>
                      </a:r>
                      <a:r>
                        <a:rPr sz="2400" spc="-10" dirty="0">
                          <a:latin typeface="Calibri"/>
                          <a:cs typeface="Calibri"/>
                        </a:rPr>
                        <a:t>(</a:t>
                      </a:r>
                      <a:r>
                        <a:rPr sz="2400" spc="-10" dirty="0">
                          <a:solidFill>
                            <a:srgbClr val="FF0000"/>
                          </a:solidFill>
                          <a:latin typeface="Calibri"/>
                          <a:cs typeface="Calibri"/>
                        </a:rPr>
                        <a:t>Đúng</a:t>
                      </a:r>
                      <a:r>
                        <a:rPr sz="2400" spc="-10" dirty="0">
                          <a:latin typeface="Calibri"/>
                          <a:cs typeface="Calibri"/>
                        </a:rPr>
                        <a:t>)</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10"/>
                        </a:spcBef>
                      </a:pPr>
                      <a:r>
                        <a:rPr sz="2400" dirty="0">
                          <a:latin typeface="Calibri"/>
                          <a:cs typeface="Calibri"/>
                        </a:rPr>
                        <a:t>PP</a:t>
                      </a:r>
                      <a:r>
                        <a:rPr sz="2400" spc="-25" dirty="0">
                          <a:latin typeface="Calibri"/>
                          <a:cs typeface="Calibri"/>
                        </a:rPr>
                        <a:t> </a:t>
                      </a:r>
                      <a:r>
                        <a:rPr sz="2400" dirty="0">
                          <a:latin typeface="Calibri"/>
                          <a:cs typeface="Calibri"/>
                        </a:rPr>
                        <a:t>khẳng</a:t>
                      </a:r>
                      <a:r>
                        <a:rPr sz="2400" spc="-50" dirty="0">
                          <a:latin typeface="Calibri"/>
                          <a:cs typeface="Calibri"/>
                        </a:rPr>
                        <a:t> </a:t>
                      </a:r>
                      <a:r>
                        <a:rPr sz="2400" dirty="0">
                          <a:latin typeface="Calibri"/>
                          <a:cs typeface="Calibri"/>
                        </a:rPr>
                        <a:t>định</a:t>
                      </a:r>
                      <a:r>
                        <a:rPr sz="2400" spc="-25" dirty="0">
                          <a:latin typeface="Calibri"/>
                          <a:cs typeface="Calibri"/>
                        </a:rPr>
                        <a:t> </a:t>
                      </a:r>
                      <a:r>
                        <a:rPr sz="2400" dirty="0">
                          <a:latin typeface="Calibri"/>
                          <a:cs typeface="Calibri"/>
                        </a:rPr>
                        <a:t>từ</a:t>
                      </a:r>
                      <a:r>
                        <a:rPr sz="2400" spc="-30" dirty="0">
                          <a:latin typeface="Calibri"/>
                          <a:cs typeface="Calibri"/>
                        </a:rPr>
                        <a:t> </a:t>
                      </a:r>
                      <a:r>
                        <a:rPr sz="2400" dirty="0">
                          <a:latin typeface="Calibri"/>
                          <a:cs typeface="Calibri"/>
                        </a:rPr>
                        <a:t>3</a:t>
                      </a:r>
                      <a:r>
                        <a:rPr sz="2400" spc="-30" dirty="0">
                          <a:latin typeface="Calibri"/>
                          <a:cs typeface="Calibri"/>
                        </a:rPr>
                        <a:t> </a:t>
                      </a:r>
                      <a:r>
                        <a:rPr sz="2400" dirty="0">
                          <a:latin typeface="Calibri"/>
                          <a:cs typeface="Calibri"/>
                        </a:rPr>
                        <a:t>và</a:t>
                      </a:r>
                      <a:r>
                        <a:rPr sz="2400" spc="-25" dirty="0">
                          <a:latin typeface="Calibri"/>
                          <a:cs typeface="Calibri"/>
                        </a:rPr>
                        <a:t> </a:t>
                      </a:r>
                      <a:r>
                        <a:rPr sz="2400" spc="-50" dirty="0">
                          <a:latin typeface="Calibri"/>
                          <a:cs typeface="Calibri"/>
                        </a:rPr>
                        <a:t>5</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457200">
                <a:tc>
                  <a:txBody>
                    <a:bodyPr/>
                    <a:lstStyle/>
                    <a:p>
                      <a:pPr marL="91440">
                        <a:lnSpc>
                          <a:spcPct val="100000"/>
                        </a:lnSpc>
                        <a:spcBef>
                          <a:spcPts val="235"/>
                        </a:spcBef>
                      </a:pPr>
                      <a:r>
                        <a:rPr sz="2400" dirty="0">
                          <a:latin typeface="Calibri"/>
                          <a:cs typeface="Calibri"/>
                        </a:rPr>
                        <a:t>7.</a:t>
                      </a:r>
                      <a:r>
                        <a:rPr sz="2400" spc="-20" dirty="0">
                          <a:latin typeface="Calibri"/>
                          <a:cs typeface="Calibri"/>
                        </a:rPr>
                        <a:t> </a:t>
                      </a:r>
                      <a:r>
                        <a:rPr sz="2400" dirty="0">
                          <a:latin typeface="Symbol"/>
                          <a:cs typeface="Symbol"/>
                        </a:rPr>
                        <a:t></a:t>
                      </a:r>
                      <a:r>
                        <a:rPr sz="2400" dirty="0">
                          <a:latin typeface="Calibri"/>
                          <a:cs typeface="Calibri"/>
                        </a:rPr>
                        <a:t>Q(a)</a:t>
                      </a:r>
                      <a:r>
                        <a:rPr sz="2400" spc="-50" dirty="0">
                          <a:latin typeface="Calibri"/>
                          <a:cs typeface="Calibri"/>
                        </a:rPr>
                        <a:t> </a:t>
                      </a:r>
                      <a:r>
                        <a:rPr sz="2400" spc="-10" dirty="0">
                          <a:latin typeface="Calibri"/>
                          <a:cs typeface="Calibri"/>
                        </a:rPr>
                        <a:t>(</a:t>
                      </a:r>
                      <a:r>
                        <a:rPr sz="2400" spc="-10" dirty="0">
                          <a:solidFill>
                            <a:srgbClr val="FF0000"/>
                          </a:solidFill>
                          <a:latin typeface="Calibri"/>
                          <a:cs typeface="Calibri"/>
                        </a:rPr>
                        <a:t>Đúng</a:t>
                      </a:r>
                      <a:r>
                        <a:rPr sz="2400" spc="-10" dirty="0">
                          <a:latin typeface="Calibri"/>
                          <a:cs typeface="Calibri"/>
                        </a:rPr>
                        <a:t>)</a:t>
                      </a:r>
                      <a:endParaRPr sz="2400">
                        <a:latin typeface="Calibri"/>
                        <a:cs typeface="Calibri"/>
                      </a:endParaRPr>
                    </a:p>
                  </a:txBody>
                  <a:tcPr marL="0" marR="0" marT="298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10"/>
                        </a:spcBef>
                      </a:pPr>
                      <a:r>
                        <a:rPr sz="2400" dirty="0">
                          <a:latin typeface="Calibri"/>
                          <a:cs typeface="Calibri"/>
                        </a:rPr>
                        <a:t>Qui</a:t>
                      </a:r>
                      <a:r>
                        <a:rPr sz="2400" spc="-35" dirty="0">
                          <a:latin typeface="Calibri"/>
                          <a:cs typeface="Calibri"/>
                        </a:rPr>
                        <a:t> </a:t>
                      </a:r>
                      <a:r>
                        <a:rPr sz="2400" dirty="0">
                          <a:latin typeface="Calibri"/>
                          <a:cs typeface="Calibri"/>
                        </a:rPr>
                        <a:t>tắc</a:t>
                      </a:r>
                      <a:r>
                        <a:rPr sz="2400" spc="-40" dirty="0">
                          <a:latin typeface="Calibri"/>
                          <a:cs typeface="Calibri"/>
                        </a:rPr>
                        <a:t> </a:t>
                      </a:r>
                      <a:r>
                        <a:rPr sz="2400" dirty="0">
                          <a:latin typeface="Calibri"/>
                          <a:cs typeface="Calibri"/>
                        </a:rPr>
                        <a:t>đơn</a:t>
                      </a:r>
                      <a:r>
                        <a:rPr sz="2400" spc="-20" dirty="0">
                          <a:latin typeface="Calibri"/>
                          <a:cs typeface="Calibri"/>
                        </a:rPr>
                        <a:t> </a:t>
                      </a:r>
                      <a:r>
                        <a:rPr sz="2400" dirty="0">
                          <a:latin typeface="Calibri"/>
                          <a:cs typeface="Calibri"/>
                        </a:rPr>
                        <a:t>giản</a:t>
                      </a:r>
                      <a:r>
                        <a:rPr sz="2400" spc="-25" dirty="0">
                          <a:latin typeface="Calibri"/>
                          <a:cs typeface="Calibri"/>
                        </a:rPr>
                        <a:t> </a:t>
                      </a:r>
                      <a:r>
                        <a:rPr sz="2400" dirty="0">
                          <a:latin typeface="Calibri"/>
                          <a:cs typeface="Calibri"/>
                        </a:rPr>
                        <a:t>từ</a:t>
                      </a:r>
                      <a:r>
                        <a:rPr sz="2400" spc="-30" dirty="0">
                          <a:latin typeface="Calibri"/>
                          <a:cs typeface="Calibri"/>
                        </a:rPr>
                        <a:t> </a:t>
                      </a:r>
                      <a:r>
                        <a:rPr sz="2400" spc="-50" dirty="0">
                          <a:latin typeface="Calibri"/>
                          <a:cs typeface="Calibri"/>
                        </a:rPr>
                        <a:t>2</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r h="457200">
                <a:tc>
                  <a:txBody>
                    <a:bodyPr/>
                    <a:lstStyle/>
                    <a:p>
                      <a:pPr marL="91440">
                        <a:lnSpc>
                          <a:spcPct val="100000"/>
                        </a:lnSpc>
                        <a:spcBef>
                          <a:spcPts val="235"/>
                        </a:spcBef>
                      </a:pPr>
                      <a:r>
                        <a:rPr sz="2400" dirty="0">
                          <a:latin typeface="Calibri"/>
                          <a:cs typeface="Calibri"/>
                        </a:rPr>
                        <a:t>8.</a:t>
                      </a:r>
                      <a:r>
                        <a:rPr sz="2400" spc="-30" dirty="0">
                          <a:latin typeface="Calibri"/>
                          <a:cs typeface="Calibri"/>
                        </a:rPr>
                        <a:t> </a:t>
                      </a:r>
                      <a:r>
                        <a:rPr sz="2400" dirty="0">
                          <a:latin typeface="Calibri"/>
                          <a:cs typeface="Calibri"/>
                        </a:rPr>
                        <a:t>R(a)</a:t>
                      </a:r>
                      <a:r>
                        <a:rPr sz="2400" spc="-25" dirty="0">
                          <a:latin typeface="Calibri"/>
                          <a:cs typeface="Calibri"/>
                        </a:rPr>
                        <a:t> </a:t>
                      </a:r>
                      <a:r>
                        <a:rPr sz="2400" dirty="0">
                          <a:latin typeface="Symbol"/>
                          <a:cs typeface="Symbol"/>
                        </a:rPr>
                        <a:t></a:t>
                      </a:r>
                      <a:r>
                        <a:rPr sz="2400" spc="-85" dirty="0">
                          <a:latin typeface="Times New Roman"/>
                          <a:cs typeface="Times New Roman"/>
                        </a:rPr>
                        <a:t> </a:t>
                      </a:r>
                      <a:r>
                        <a:rPr sz="2400" dirty="0">
                          <a:latin typeface="Symbol"/>
                          <a:cs typeface="Symbol"/>
                        </a:rPr>
                        <a:t></a:t>
                      </a:r>
                      <a:r>
                        <a:rPr sz="2400" dirty="0">
                          <a:latin typeface="Calibri"/>
                          <a:cs typeface="Calibri"/>
                        </a:rPr>
                        <a:t>Q(a)</a:t>
                      </a:r>
                      <a:r>
                        <a:rPr sz="2400" spc="-30" dirty="0">
                          <a:latin typeface="Calibri"/>
                          <a:cs typeface="Calibri"/>
                        </a:rPr>
                        <a:t> </a:t>
                      </a:r>
                      <a:r>
                        <a:rPr sz="2400" spc="-10" dirty="0">
                          <a:latin typeface="Calibri"/>
                          <a:cs typeface="Calibri"/>
                        </a:rPr>
                        <a:t>(</a:t>
                      </a:r>
                      <a:r>
                        <a:rPr sz="2400" spc="-10" dirty="0">
                          <a:solidFill>
                            <a:srgbClr val="FF0000"/>
                          </a:solidFill>
                          <a:latin typeface="Calibri"/>
                          <a:cs typeface="Calibri"/>
                        </a:rPr>
                        <a:t>Đúng</a:t>
                      </a:r>
                      <a:r>
                        <a:rPr sz="2400" spc="-10" dirty="0">
                          <a:latin typeface="Calibri"/>
                          <a:cs typeface="Calibri"/>
                        </a:rPr>
                        <a:t>)</a:t>
                      </a:r>
                      <a:endParaRPr sz="2400">
                        <a:latin typeface="Calibri"/>
                        <a:cs typeface="Calibri"/>
                      </a:endParaRPr>
                    </a:p>
                  </a:txBody>
                  <a:tcPr marL="0" marR="0" marT="298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10"/>
                        </a:spcBef>
                      </a:pPr>
                      <a:r>
                        <a:rPr sz="2400" dirty="0">
                          <a:latin typeface="Calibri"/>
                          <a:cs typeface="Calibri"/>
                        </a:rPr>
                        <a:t>Qui</a:t>
                      </a:r>
                      <a:r>
                        <a:rPr sz="2400" spc="-40" dirty="0">
                          <a:latin typeface="Calibri"/>
                          <a:cs typeface="Calibri"/>
                        </a:rPr>
                        <a:t> </a:t>
                      </a:r>
                      <a:r>
                        <a:rPr sz="2400" dirty="0">
                          <a:latin typeface="Calibri"/>
                          <a:cs typeface="Calibri"/>
                        </a:rPr>
                        <a:t>tắc</a:t>
                      </a:r>
                      <a:r>
                        <a:rPr sz="2400" spc="-45" dirty="0">
                          <a:latin typeface="Calibri"/>
                          <a:cs typeface="Calibri"/>
                        </a:rPr>
                        <a:t> </a:t>
                      </a:r>
                      <a:r>
                        <a:rPr sz="2400" dirty="0">
                          <a:latin typeface="Calibri"/>
                          <a:cs typeface="Calibri"/>
                        </a:rPr>
                        <a:t>nối</a:t>
                      </a:r>
                      <a:r>
                        <a:rPr sz="2400" spc="-35" dirty="0">
                          <a:latin typeface="Calibri"/>
                          <a:cs typeface="Calibri"/>
                        </a:rPr>
                        <a:t> </a:t>
                      </a:r>
                      <a:r>
                        <a:rPr sz="2400" dirty="0">
                          <a:latin typeface="Calibri"/>
                          <a:cs typeface="Calibri"/>
                        </a:rPr>
                        <a:t>liền</a:t>
                      </a:r>
                      <a:r>
                        <a:rPr sz="2400" spc="-25" dirty="0">
                          <a:latin typeface="Calibri"/>
                          <a:cs typeface="Calibri"/>
                        </a:rPr>
                        <a:t> </a:t>
                      </a:r>
                      <a:r>
                        <a:rPr sz="2400" dirty="0">
                          <a:latin typeface="Calibri"/>
                          <a:cs typeface="Calibri"/>
                        </a:rPr>
                        <a:t>6</a:t>
                      </a:r>
                      <a:r>
                        <a:rPr sz="2400" spc="-25" dirty="0">
                          <a:latin typeface="Calibri"/>
                          <a:cs typeface="Calibri"/>
                        </a:rPr>
                        <a:t> </a:t>
                      </a:r>
                      <a:r>
                        <a:rPr sz="2400" dirty="0">
                          <a:latin typeface="Calibri"/>
                          <a:cs typeface="Calibri"/>
                        </a:rPr>
                        <a:t>và</a:t>
                      </a:r>
                      <a:r>
                        <a:rPr sz="2400" spc="-30" dirty="0">
                          <a:latin typeface="Calibri"/>
                          <a:cs typeface="Calibri"/>
                        </a:rPr>
                        <a:t> </a:t>
                      </a:r>
                      <a:r>
                        <a:rPr sz="2400" spc="-50" dirty="0">
                          <a:latin typeface="Calibri"/>
                          <a:cs typeface="Calibri"/>
                        </a:rPr>
                        <a:t>7</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r h="457200">
                <a:tc>
                  <a:txBody>
                    <a:bodyPr/>
                    <a:lstStyle/>
                    <a:p>
                      <a:pPr marL="91440">
                        <a:lnSpc>
                          <a:spcPct val="100000"/>
                        </a:lnSpc>
                        <a:spcBef>
                          <a:spcPts val="235"/>
                        </a:spcBef>
                      </a:pPr>
                      <a:r>
                        <a:rPr sz="2400" dirty="0">
                          <a:latin typeface="Calibri"/>
                          <a:cs typeface="Calibri"/>
                        </a:rPr>
                        <a:t>9.</a:t>
                      </a:r>
                      <a:r>
                        <a:rPr sz="2400" spc="-20" dirty="0">
                          <a:latin typeface="Calibri"/>
                          <a:cs typeface="Calibri"/>
                        </a:rPr>
                        <a:t> </a:t>
                      </a:r>
                      <a:r>
                        <a:rPr sz="2400" dirty="0">
                          <a:latin typeface="Symbol"/>
                          <a:cs typeface="Symbol"/>
                        </a:rPr>
                        <a:t></a:t>
                      </a:r>
                      <a:r>
                        <a:rPr sz="2400" dirty="0">
                          <a:latin typeface="Calibri"/>
                          <a:cs typeface="Calibri"/>
                        </a:rPr>
                        <a:t>x,</a:t>
                      </a:r>
                      <a:r>
                        <a:rPr sz="2400" spc="-35" dirty="0">
                          <a:latin typeface="Calibri"/>
                          <a:cs typeface="Calibri"/>
                        </a:rPr>
                        <a:t> </a:t>
                      </a:r>
                      <a:r>
                        <a:rPr sz="2400" dirty="0">
                          <a:latin typeface="Calibri"/>
                          <a:cs typeface="Calibri"/>
                        </a:rPr>
                        <a:t>R(x)</a:t>
                      </a:r>
                      <a:r>
                        <a:rPr sz="2400" spc="-30" dirty="0">
                          <a:latin typeface="Calibri"/>
                          <a:cs typeface="Calibri"/>
                        </a:rPr>
                        <a:t> </a:t>
                      </a:r>
                      <a:r>
                        <a:rPr sz="2400" dirty="0">
                          <a:latin typeface="Symbol"/>
                          <a:cs typeface="Symbol"/>
                        </a:rPr>
                        <a:t></a:t>
                      </a:r>
                      <a:r>
                        <a:rPr sz="2400" spc="-80" dirty="0">
                          <a:latin typeface="Times New Roman"/>
                          <a:cs typeface="Times New Roman"/>
                        </a:rPr>
                        <a:t> </a:t>
                      </a:r>
                      <a:r>
                        <a:rPr sz="2400" dirty="0">
                          <a:latin typeface="Symbol"/>
                          <a:cs typeface="Symbol"/>
                        </a:rPr>
                        <a:t></a:t>
                      </a:r>
                      <a:r>
                        <a:rPr sz="2400" dirty="0">
                          <a:latin typeface="Calibri"/>
                          <a:cs typeface="Calibri"/>
                        </a:rPr>
                        <a:t>Q(x)</a:t>
                      </a:r>
                      <a:r>
                        <a:rPr sz="2400" spc="-30" dirty="0">
                          <a:latin typeface="Calibri"/>
                          <a:cs typeface="Calibri"/>
                        </a:rPr>
                        <a:t> </a:t>
                      </a:r>
                      <a:r>
                        <a:rPr sz="2400" spc="-10" dirty="0">
                          <a:latin typeface="Calibri"/>
                          <a:cs typeface="Calibri"/>
                        </a:rPr>
                        <a:t>(</a:t>
                      </a:r>
                      <a:r>
                        <a:rPr sz="2400" spc="-10" dirty="0">
                          <a:solidFill>
                            <a:srgbClr val="FF0000"/>
                          </a:solidFill>
                          <a:latin typeface="Calibri"/>
                          <a:cs typeface="Calibri"/>
                        </a:rPr>
                        <a:t>Đúng</a:t>
                      </a:r>
                      <a:r>
                        <a:rPr sz="2400" spc="-10" dirty="0">
                          <a:latin typeface="Calibri"/>
                          <a:cs typeface="Calibri"/>
                        </a:rPr>
                        <a:t>)</a:t>
                      </a:r>
                      <a:endParaRPr sz="2400">
                        <a:latin typeface="Calibri"/>
                        <a:cs typeface="Calibri"/>
                      </a:endParaRPr>
                    </a:p>
                  </a:txBody>
                  <a:tcPr marL="0" marR="0" marT="298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10"/>
                        </a:spcBef>
                      </a:pPr>
                      <a:r>
                        <a:rPr sz="2400" dirty="0">
                          <a:latin typeface="Calibri"/>
                          <a:cs typeface="Calibri"/>
                        </a:rPr>
                        <a:t>Qui</a:t>
                      </a:r>
                      <a:r>
                        <a:rPr sz="2400" spc="-40" dirty="0">
                          <a:latin typeface="Calibri"/>
                          <a:cs typeface="Calibri"/>
                        </a:rPr>
                        <a:t> </a:t>
                      </a:r>
                      <a:r>
                        <a:rPr sz="2400" dirty="0">
                          <a:latin typeface="Calibri"/>
                          <a:cs typeface="Calibri"/>
                        </a:rPr>
                        <a:t>tắc</a:t>
                      </a:r>
                      <a:r>
                        <a:rPr sz="2400" spc="-60" dirty="0">
                          <a:latin typeface="Calibri"/>
                          <a:cs typeface="Calibri"/>
                        </a:rPr>
                        <a:t> </a:t>
                      </a:r>
                      <a:r>
                        <a:rPr sz="2400" dirty="0">
                          <a:latin typeface="Calibri"/>
                          <a:cs typeface="Calibri"/>
                        </a:rPr>
                        <a:t>tổng</a:t>
                      </a:r>
                      <a:r>
                        <a:rPr sz="2400" spc="-25" dirty="0">
                          <a:latin typeface="Calibri"/>
                          <a:cs typeface="Calibri"/>
                        </a:rPr>
                        <a:t> </a:t>
                      </a:r>
                      <a:r>
                        <a:rPr sz="2400" dirty="0">
                          <a:latin typeface="Calibri"/>
                          <a:cs typeface="Calibri"/>
                        </a:rPr>
                        <a:t>quát</a:t>
                      </a:r>
                      <a:r>
                        <a:rPr sz="2400" spc="-30" dirty="0">
                          <a:latin typeface="Calibri"/>
                          <a:cs typeface="Calibri"/>
                        </a:rPr>
                        <a:t> </a:t>
                      </a:r>
                      <a:r>
                        <a:rPr sz="2400" dirty="0">
                          <a:latin typeface="Calibri"/>
                          <a:cs typeface="Calibri"/>
                        </a:rPr>
                        <a:t>hóa</a:t>
                      </a:r>
                      <a:r>
                        <a:rPr sz="2400" spc="-30" dirty="0">
                          <a:latin typeface="Calibri"/>
                          <a:cs typeface="Calibri"/>
                        </a:rPr>
                        <a:t> </a:t>
                      </a:r>
                      <a:r>
                        <a:rPr sz="2400" dirty="0">
                          <a:latin typeface="Calibri"/>
                          <a:cs typeface="Calibri"/>
                        </a:rPr>
                        <a:t>tồn</a:t>
                      </a:r>
                      <a:r>
                        <a:rPr sz="2400" spc="-35" dirty="0">
                          <a:latin typeface="Calibri"/>
                          <a:cs typeface="Calibri"/>
                        </a:rPr>
                        <a:t> </a:t>
                      </a:r>
                      <a:r>
                        <a:rPr sz="2400" dirty="0">
                          <a:latin typeface="Calibri"/>
                          <a:cs typeface="Calibri"/>
                        </a:rPr>
                        <a:t>tại</a:t>
                      </a:r>
                      <a:r>
                        <a:rPr sz="2400" spc="-45" dirty="0">
                          <a:latin typeface="Calibri"/>
                          <a:cs typeface="Calibri"/>
                        </a:rPr>
                        <a:t> </a:t>
                      </a:r>
                      <a:r>
                        <a:rPr sz="2400" spc="-50" dirty="0">
                          <a:latin typeface="Calibri"/>
                          <a:cs typeface="Calibri"/>
                        </a:rPr>
                        <a:t>8</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9"/>
                  </a:ext>
                </a:extLst>
              </a:tr>
            </a:tbl>
          </a:graphicData>
        </a:graphic>
      </p:graphicFrame>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110439"/>
            <a:ext cx="8303895" cy="5977255"/>
          </a:xfrm>
          <a:prstGeom prst="rect">
            <a:avLst/>
          </a:prstGeom>
        </p:spPr>
        <p:txBody>
          <a:bodyPr vert="horz" wrap="square" lIns="0" tIns="67945" rIns="0" bIns="0" rtlCol="0">
            <a:spAutoFit/>
          </a:bodyPr>
          <a:lstStyle/>
          <a:p>
            <a:pPr marL="12700" marR="730250" algn="just">
              <a:lnSpc>
                <a:spcPts val="3460"/>
              </a:lnSpc>
              <a:spcBef>
                <a:spcPts val="535"/>
              </a:spcBef>
            </a:pPr>
            <a:r>
              <a:rPr sz="3200" b="1" dirty="0">
                <a:latin typeface="Calibri"/>
                <a:cs typeface="Calibri"/>
              </a:rPr>
              <a:t>Bài</a:t>
            </a:r>
            <a:r>
              <a:rPr sz="3200" b="1" spc="-40" dirty="0">
                <a:latin typeface="Calibri"/>
                <a:cs typeface="Calibri"/>
              </a:rPr>
              <a:t> </a:t>
            </a:r>
            <a:r>
              <a:rPr sz="3200" b="1" dirty="0">
                <a:latin typeface="Calibri"/>
                <a:cs typeface="Calibri"/>
              </a:rPr>
              <a:t>tập</a:t>
            </a:r>
            <a:r>
              <a:rPr sz="3200" b="1" spc="-35" dirty="0">
                <a:latin typeface="Calibri"/>
                <a:cs typeface="Calibri"/>
              </a:rPr>
              <a:t> </a:t>
            </a:r>
            <a:r>
              <a:rPr sz="3200" b="1" dirty="0">
                <a:latin typeface="Calibri"/>
                <a:cs typeface="Calibri"/>
              </a:rPr>
              <a:t>:</a:t>
            </a:r>
            <a:r>
              <a:rPr sz="3200" b="1" spc="-20" dirty="0">
                <a:latin typeface="Calibri"/>
                <a:cs typeface="Calibri"/>
              </a:rPr>
              <a:t> </a:t>
            </a:r>
            <a:r>
              <a:rPr sz="3200" dirty="0">
                <a:latin typeface="Calibri"/>
                <a:cs typeface="Calibri"/>
              </a:rPr>
              <a:t>Giả</a:t>
            </a:r>
            <a:r>
              <a:rPr sz="3200" spc="-10" dirty="0">
                <a:latin typeface="Calibri"/>
                <a:cs typeface="Calibri"/>
              </a:rPr>
              <a:t> </a:t>
            </a:r>
            <a:r>
              <a:rPr sz="3200" dirty="0">
                <a:latin typeface="Calibri"/>
                <a:cs typeface="Calibri"/>
              </a:rPr>
              <a:t>sử</a:t>
            </a:r>
            <a:r>
              <a:rPr sz="3200" spc="-40" dirty="0">
                <a:latin typeface="Calibri"/>
                <a:cs typeface="Calibri"/>
              </a:rPr>
              <a:t> </a:t>
            </a:r>
            <a:r>
              <a:rPr sz="3200" dirty="0">
                <a:latin typeface="Calibri"/>
                <a:cs typeface="Calibri"/>
              </a:rPr>
              <a:t>các</a:t>
            </a:r>
            <a:r>
              <a:rPr sz="3200" spc="-35" dirty="0">
                <a:latin typeface="Calibri"/>
                <a:cs typeface="Calibri"/>
              </a:rPr>
              <a:t> </a:t>
            </a:r>
            <a:r>
              <a:rPr sz="3200" dirty="0">
                <a:latin typeface="Calibri"/>
                <a:cs typeface="Calibri"/>
              </a:rPr>
              <a:t>tiền</a:t>
            </a:r>
            <a:r>
              <a:rPr sz="3200" spc="-15" dirty="0">
                <a:latin typeface="Calibri"/>
                <a:cs typeface="Calibri"/>
              </a:rPr>
              <a:t> </a:t>
            </a:r>
            <a:r>
              <a:rPr sz="3200" dirty="0">
                <a:latin typeface="Calibri"/>
                <a:cs typeface="Calibri"/>
              </a:rPr>
              <a:t>đề</a:t>
            </a:r>
            <a:r>
              <a:rPr sz="3200" spc="-45" dirty="0">
                <a:latin typeface="Calibri"/>
                <a:cs typeface="Calibri"/>
              </a:rPr>
              <a:t> </a:t>
            </a:r>
            <a:r>
              <a:rPr sz="3200" dirty="0">
                <a:latin typeface="Calibri"/>
                <a:cs typeface="Calibri"/>
              </a:rPr>
              <a:t>là</a:t>
            </a:r>
            <a:r>
              <a:rPr sz="3200" spc="-20" dirty="0">
                <a:latin typeface="Calibri"/>
                <a:cs typeface="Calibri"/>
              </a:rPr>
              <a:t> </a:t>
            </a:r>
            <a:r>
              <a:rPr sz="3200" dirty="0">
                <a:latin typeface="Calibri"/>
                <a:cs typeface="Calibri"/>
              </a:rPr>
              <a:t>đúng.</a:t>
            </a:r>
            <a:r>
              <a:rPr sz="3200" spc="-15" dirty="0">
                <a:latin typeface="Calibri"/>
                <a:cs typeface="Calibri"/>
              </a:rPr>
              <a:t> </a:t>
            </a:r>
            <a:r>
              <a:rPr sz="3200" dirty="0">
                <a:latin typeface="Calibri"/>
                <a:cs typeface="Calibri"/>
              </a:rPr>
              <a:t>Thực</a:t>
            </a:r>
            <a:r>
              <a:rPr sz="3200" spc="-25" dirty="0">
                <a:latin typeface="Calibri"/>
                <a:cs typeface="Calibri"/>
              </a:rPr>
              <a:t> </a:t>
            </a:r>
            <a:r>
              <a:rPr sz="3200" spc="-20" dirty="0">
                <a:latin typeface="Calibri"/>
                <a:cs typeface="Calibri"/>
              </a:rPr>
              <a:t>hiện </a:t>
            </a:r>
            <a:r>
              <a:rPr sz="3200" dirty="0">
                <a:latin typeface="Calibri"/>
                <a:cs typeface="Calibri"/>
              </a:rPr>
              <a:t>từng</a:t>
            </a:r>
            <a:r>
              <a:rPr sz="3200" spc="-55" dirty="0">
                <a:latin typeface="Calibri"/>
                <a:cs typeface="Calibri"/>
              </a:rPr>
              <a:t> </a:t>
            </a:r>
            <a:r>
              <a:rPr sz="3200" dirty="0">
                <a:latin typeface="Calibri"/>
                <a:cs typeface="Calibri"/>
              </a:rPr>
              <a:t>bước</a:t>
            </a:r>
            <a:r>
              <a:rPr sz="3200" spc="-55" dirty="0">
                <a:latin typeface="Calibri"/>
                <a:cs typeface="Calibri"/>
              </a:rPr>
              <a:t> </a:t>
            </a:r>
            <a:r>
              <a:rPr sz="3200" dirty="0">
                <a:latin typeface="Calibri"/>
                <a:cs typeface="Calibri"/>
              </a:rPr>
              <a:t>để</a:t>
            </a:r>
            <a:r>
              <a:rPr sz="3200" spc="-55" dirty="0">
                <a:latin typeface="Calibri"/>
                <a:cs typeface="Calibri"/>
              </a:rPr>
              <a:t> </a:t>
            </a:r>
            <a:r>
              <a:rPr sz="3200" dirty="0">
                <a:latin typeface="Calibri"/>
                <a:cs typeface="Calibri"/>
              </a:rPr>
              <a:t>chỉ</a:t>
            </a:r>
            <a:r>
              <a:rPr sz="3200" spc="-65" dirty="0">
                <a:latin typeface="Calibri"/>
                <a:cs typeface="Calibri"/>
              </a:rPr>
              <a:t> </a:t>
            </a:r>
            <a:r>
              <a:rPr sz="3200" dirty="0">
                <a:latin typeface="Calibri"/>
                <a:cs typeface="Calibri"/>
              </a:rPr>
              <a:t>ra</a:t>
            </a:r>
            <a:r>
              <a:rPr sz="3200" spc="-55" dirty="0">
                <a:latin typeface="Calibri"/>
                <a:cs typeface="Calibri"/>
              </a:rPr>
              <a:t> </a:t>
            </a:r>
            <a:r>
              <a:rPr sz="3200" dirty="0">
                <a:latin typeface="Calibri"/>
                <a:cs typeface="Calibri"/>
              </a:rPr>
              <a:t>kết</a:t>
            </a:r>
            <a:r>
              <a:rPr sz="3200" spc="-55" dirty="0">
                <a:latin typeface="Calibri"/>
                <a:cs typeface="Calibri"/>
              </a:rPr>
              <a:t> </a:t>
            </a:r>
            <a:r>
              <a:rPr sz="3200" dirty="0">
                <a:latin typeface="Calibri"/>
                <a:cs typeface="Calibri"/>
              </a:rPr>
              <a:t>luật</a:t>
            </a:r>
            <a:r>
              <a:rPr sz="3200" spc="-55" dirty="0">
                <a:latin typeface="Calibri"/>
                <a:cs typeface="Calibri"/>
              </a:rPr>
              <a:t> </a:t>
            </a:r>
            <a:r>
              <a:rPr sz="3200" dirty="0">
                <a:latin typeface="Calibri"/>
                <a:cs typeface="Calibri"/>
              </a:rPr>
              <a:t>là</a:t>
            </a:r>
            <a:r>
              <a:rPr sz="3200" spc="-55" dirty="0">
                <a:latin typeface="Calibri"/>
                <a:cs typeface="Calibri"/>
              </a:rPr>
              <a:t> </a:t>
            </a:r>
            <a:r>
              <a:rPr sz="3200" spc="-10" dirty="0">
                <a:latin typeface="Calibri"/>
                <a:cs typeface="Calibri"/>
              </a:rPr>
              <a:t>đúng.</a:t>
            </a:r>
            <a:endParaRPr sz="3200">
              <a:latin typeface="Calibri"/>
              <a:cs typeface="Calibri"/>
            </a:endParaRPr>
          </a:p>
          <a:p>
            <a:pPr marL="526415" marR="5080" indent="-514350" algn="just">
              <a:lnSpc>
                <a:spcPct val="90000"/>
              </a:lnSpc>
              <a:spcBef>
                <a:spcPts val="715"/>
              </a:spcBef>
              <a:buAutoNum type="arabicPeriod"/>
              <a:tabLst>
                <a:tab pos="527685" algn="l"/>
              </a:tabLst>
            </a:pPr>
            <a:r>
              <a:rPr sz="3200" dirty="0">
                <a:latin typeface="Calibri"/>
                <a:cs typeface="Calibri"/>
              </a:rPr>
              <a:t>Duy,</a:t>
            </a:r>
            <a:r>
              <a:rPr sz="3200" spc="114" dirty="0">
                <a:latin typeface="Calibri"/>
                <a:cs typeface="Calibri"/>
              </a:rPr>
              <a:t> </a:t>
            </a:r>
            <a:r>
              <a:rPr sz="3200" dirty="0">
                <a:latin typeface="Calibri"/>
                <a:cs typeface="Calibri"/>
              </a:rPr>
              <a:t>một</a:t>
            </a:r>
            <a:r>
              <a:rPr sz="3200" spc="105" dirty="0">
                <a:latin typeface="Calibri"/>
                <a:cs typeface="Calibri"/>
              </a:rPr>
              <a:t> </a:t>
            </a:r>
            <a:r>
              <a:rPr sz="3200" dirty="0">
                <a:latin typeface="Calibri"/>
                <a:cs typeface="Calibri"/>
              </a:rPr>
              <a:t>sinh</a:t>
            </a:r>
            <a:r>
              <a:rPr sz="3200" spc="105" dirty="0">
                <a:latin typeface="Calibri"/>
                <a:cs typeface="Calibri"/>
              </a:rPr>
              <a:t> </a:t>
            </a:r>
            <a:r>
              <a:rPr sz="3200" dirty="0">
                <a:latin typeface="Calibri"/>
                <a:cs typeface="Calibri"/>
              </a:rPr>
              <a:t>viên</a:t>
            </a:r>
            <a:r>
              <a:rPr sz="3200" spc="105" dirty="0">
                <a:latin typeface="Calibri"/>
                <a:cs typeface="Calibri"/>
              </a:rPr>
              <a:t> </a:t>
            </a:r>
            <a:r>
              <a:rPr sz="3200" dirty="0">
                <a:latin typeface="Calibri"/>
                <a:cs typeface="Calibri"/>
              </a:rPr>
              <a:t>đang</a:t>
            </a:r>
            <a:r>
              <a:rPr sz="3200" spc="100" dirty="0">
                <a:latin typeface="Calibri"/>
                <a:cs typeface="Calibri"/>
              </a:rPr>
              <a:t> </a:t>
            </a:r>
            <a:r>
              <a:rPr sz="3200" dirty="0">
                <a:latin typeface="Calibri"/>
                <a:cs typeface="Calibri"/>
              </a:rPr>
              <a:t>học</a:t>
            </a:r>
            <a:r>
              <a:rPr sz="3200" spc="110" dirty="0">
                <a:latin typeface="Calibri"/>
                <a:cs typeface="Calibri"/>
              </a:rPr>
              <a:t> </a:t>
            </a:r>
            <a:r>
              <a:rPr sz="3200" dirty="0">
                <a:latin typeface="Calibri"/>
                <a:cs typeface="Calibri"/>
              </a:rPr>
              <a:t>lớp</a:t>
            </a:r>
            <a:r>
              <a:rPr sz="3200" spc="90" dirty="0">
                <a:latin typeface="Calibri"/>
                <a:cs typeface="Calibri"/>
              </a:rPr>
              <a:t> </a:t>
            </a:r>
            <a:r>
              <a:rPr sz="3200" dirty="0">
                <a:latin typeface="Calibri"/>
                <a:cs typeface="Calibri"/>
              </a:rPr>
              <a:t>TRR,</a:t>
            </a:r>
            <a:r>
              <a:rPr sz="3200" spc="105" dirty="0">
                <a:latin typeface="Calibri"/>
                <a:cs typeface="Calibri"/>
              </a:rPr>
              <a:t> </a:t>
            </a:r>
            <a:r>
              <a:rPr sz="3200" dirty="0">
                <a:latin typeface="Calibri"/>
                <a:cs typeface="Calibri"/>
              </a:rPr>
              <a:t>biết</a:t>
            </a:r>
            <a:r>
              <a:rPr sz="3200" spc="95" dirty="0">
                <a:latin typeface="Calibri"/>
                <a:cs typeface="Calibri"/>
              </a:rPr>
              <a:t> </a:t>
            </a:r>
            <a:r>
              <a:rPr sz="3200" spc="-20" dirty="0">
                <a:latin typeface="Calibri"/>
                <a:cs typeface="Calibri"/>
              </a:rPr>
              <a:t>viết 	</a:t>
            </a:r>
            <a:r>
              <a:rPr sz="3200" dirty="0">
                <a:latin typeface="Calibri"/>
                <a:cs typeface="Calibri"/>
              </a:rPr>
              <a:t>chương</a:t>
            </a:r>
            <a:r>
              <a:rPr sz="3200" spc="60" dirty="0">
                <a:latin typeface="Calibri"/>
                <a:cs typeface="Calibri"/>
              </a:rPr>
              <a:t> </a:t>
            </a:r>
            <a:r>
              <a:rPr sz="3200" dirty="0">
                <a:latin typeface="Calibri"/>
                <a:cs typeface="Calibri"/>
              </a:rPr>
              <a:t>trình</a:t>
            </a:r>
            <a:r>
              <a:rPr sz="3200" spc="80" dirty="0">
                <a:latin typeface="Calibri"/>
                <a:cs typeface="Calibri"/>
              </a:rPr>
              <a:t> </a:t>
            </a:r>
            <a:r>
              <a:rPr sz="3200" dirty="0">
                <a:latin typeface="Calibri"/>
                <a:cs typeface="Calibri"/>
              </a:rPr>
              <a:t>bằng</a:t>
            </a:r>
            <a:r>
              <a:rPr sz="3200" spc="75" dirty="0">
                <a:latin typeface="Calibri"/>
                <a:cs typeface="Calibri"/>
              </a:rPr>
              <a:t> </a:t>
            </a:r>
            <a:r>
              <a:rPr sz="3200" dirty="0">
                <a:latin typeface="Calibri"/>
                <a:cs typeface="Calibri"/>
              </a:rPr>
              <a:t>C++.</a:t>
            </a:r>
            <a:r>
              <a:rPr sz="3200" spc="60" dirty="0">
                <a:latin typeface="Calibri"/>
                <a:cs typeface="Calibri"/>
              </a:rPr>
              <a:t> </a:t>
            </a:r>
            <a:r>
              <a:rPr sz="3200" dirty="0">
                <a:latin typeface="Calibri"/>
                <a:cs typeface="Calibri"/>
              </a:rPr>
              <a:t>Mọi</a:t>
            </a:r>
            <a:r>
              <a:rPr sz="3200" spc="65" dirty="0">
                <a:latin typeface="Calibri"/>
                <a:cs typeface="Calibri"/>
              </a:rPr>
              <a:t> </a:t>
            </a:r>
            <a:r>
              <a:rPr sz="3200" dirty="0">
                <a:latin typeface="Calibri"/>
                <a:cs typeface="Calibri"/>
              </a:rPr>
              <a:t>người,</a:t>
            </a:r>
            <a:r>
              <a:rPr sz="3200" spc="80" dirty="0">
                <a:latin typeface="Calibri"/>
                <a:cs typeface="Calibri"/>
              </a:rPr>
              <a:t> </a:t>
            </a:r>
            <a:r>
              <a:rPr sz="3200" dirty="0">
                <a:latin typeface="Calibri"/>
                <a:cs typeface="Calibri"/>
              </a:rPr>
              <a:t>nếu</a:t>
            </a:r>
            <a:r>
              <a:rPr sz="3200" spc="60" dirty="0">
                <a:latin typeface="Calibri"/>
                <a:cs typeface="Calibri"/>
              </a:rPr>
              <a:t> </a:t>
            </a:r>
            <a:r>
              <a:rPr sz="3200" dirty="0">
                <a:latin typeface="Calibri"/>
                <a:cs typeface="Calibri"/>
              </a:rPr>
              <a:t>ai</a:t>
            </a:r>
            <a:r>
              <a:rPr sz="3200" spc="75" dirty="0">
                <a:latin typeface="Calibri"/>
                <a:cs typeface="Calibri"/>
              </a:rPr>
              <a:t> </a:t>
            </a:r>
            <a:r>
              <a:rPr sz="3200" spc="-20" dirty="0">
                <a:latin typeface="Calibri"/>
                <a:cs typeface="Calibri"/>
              </a:rPr>
              <a:t>biết 	</a:t>
            </a:r>
            <a:r>
              <a:rPr sz="3200" dirty="0">
                <a:latin typeface="Calibri"/>
                <a:cs typeface="Calibri"/>
              </a:rPr>
              <a:t>viết</a:t>
            </a:r>
            <a:r>
              <a:rPr sz="3200" spc="125" dirty="0">
                <a:latin typeface="Calibri"/>
                <a:cs typeface="Calibri"/>
              </a:rPr>
              <a:t> </a:t>
            </a:r>
            <a:r>
              <a:rPr sz="3200" dirty="0">
                <a:latin typeface="Calibri"/>
                <a:cs typeface="Calibri"/>
              </a:rPr>
              <a:t>chương</a:t>
            </a:r>
            <a:r>
              <a:rPr sz="3200" spc="140" dirty="0">
                <a:latin typeface="Calibri"/>
                <a:cs typeface="Calibri"/>
              </a:rPr>
              <a:t> </a:t>
            </a:r>
            <a:r>
              <a:rPr sz="3200" dirty="0">
                <a:latin typeface="Calibri"/>
                <a:cs typeface="Calibri"/>
              </a:rPr>
              <a:t>trình</a:t>
            </a:r>
            <a:r>
              <a:rPr sz="3200" spc="145" dirty="0">
                <a:latin typeface="Calibri"/>
                <a:cs typeface="Calibri"/>
              </a:rPr>
              <a:t> </a:t>
            </a:r>
            <a:r>
              <a:rPr sz="3200" dirty="0">
                <a:latin typeface="Calibri"/>
                <a:cs typeface="Calibri"/>
              </a:rPr>
              <a:t>bằng</a:t>
            </a:r>
            <a:r>
              <a:rPr sz="3200" spc="150" dirty="0">
                <a:latin typeface="Calibri"/>
                <a:cs typeface="Calibri"/>
              </a:rPr>
              <a:t> </a:t>
            </a:r>
            <a:r>
              <a:rPr sz="3200" dirty="0">
                <a:latin typeface="Calibri"/>
                <a:cs typeface="Calibri"/>
              </a:rPr>
              <a:t>C++</a:t>
            </a:r>
            <a:r>
              <a:rPr sz="3200" spc="135" dirty="0">
                <a:latin typeface="Calibri"/>
                <a:cs typeface="Calibri"/>
              </a:rPr>
              <a:t> </a:t>
            </a:r>
            <a:r>
              <a:rPr sz="3200" dirty="0">
                <a:latin typeface="Calibri"/>
                <a:cs typeface="Calibri"/>
              </a:rPr>
              <a:t>đều</a:t>
            </a:r>
            <a:r>
              <a:rPr sz="3200" spc="145" dirty="0">
                <a:latin typeface="Calibri"/>
                <a:cs typeface="Calibri"/>
              </a:rPr>
              <a:t> </a:t>
            </a:r>
            <a:r>
              <a:rPr sz="3200" dirty="0">
                <a:latin typeface="Calibri"/>
                <a:cs typeface="Calibri"/>
              </a:rPr>
              <a:t>tìm</a:t>
            </a:r>
            <a:r>
              <a:rPr sz="3200" spc="130" dirty="0">
                <a:latin typeface="Calibri"/>
                <a:cs typeface="Calibri"/>
              </a:rPr>
              <a:t> </a:t>
            </a:r>
            <a:r>
              <a:rPr sz="3200" dirty="0">
                <a:latin typeface="Calibri"/>
                <a:cs typeface="Calibri"/>
              </a:rPr>
              <a:t>được</a:t>
            </a:r>
            <a:r>
              <a:rPr sz="3200" spc="140" dirty="0">
                <a:latin typeface="Calibri"/>
                <a:cs typeface="Calibri"/>
              </a:rPr>
              <a:t> </a:t>
            </a:r>
            <a:r>
              <a:rPr sz="3200" spc="-20" dirty="0">
                <a:latin typeface="Calibri"/>
                <a:cs typeface="Calibri"/>
              </a:rPr>
              <a:t>việc 	</a:t>
            </a:r>
            <a:r>
              <a:rPr sz="3200" dirty="0">
                <a:latin typeface="Calibri"/>
                <a:cs typeface="Calibri"/>
              </a:rPr>
              <a:t>làm</a:t>
            </a:r>
            <a:r>
              <a:rPr sz="3200" spc="405" dirty="0">
                <a:latin typeface="Calibri"/>
                <a:cs typeface="Calibri"/>
              </a:rPr>
              <a:t> </a:t>
            </a:r>
            <a:r>
              <a:rPr sz="3200" dirty="0">
                <a:latin typeface="Calibri"/>
                <a:cs typeface="Calibri"/>
              </a:rPr>
              <a:t>lương</a:t>
            </a:r>
            <a:r>
              <a:rPr sz="3200" spc="409" dirty="0">
                <a:latin typeface="Calibri"/>
                <a:cs typeface="Calibri"/>
              </a:rPr>
              <a:t> </a:t>
            </a:r>
            <a:r>
              <a:rPr sz="3200" dirty="0">
                <a:latin typeface="Calibri"/>
                <a:cs typeface="Calibri"/>
              </a:rPr>
              <a:t>cao.</a:t>
            </a:r>
            <a:r>
              <a:rPr sz="3200" spc="400" dirty="0">
                <a:latin typeface="Calibri"/>
                <a:cs typeface="Calibri"/>
              </a:rPr>
              <a:t> </a:t>
            </a:r>
            <a:r>
              <a:rPr sz="3200" dirty="0">
                <a:latin typeface="Calibri"/>
                <a:cs typeface="Calibri"/>
              </a:rPr>
              <a:t>Vậy,</a:t>
            </a:r>
            <a:r>
              <a:rPr sz="3200" spc="409" dirty="0">
                <a:latin typeface="Calibri"/>
                <a:cs typeface="Calibri"/>
              </a:rPr>
              <a:t> </a:t>
            </a:r>
            <a:r>
              <a:rPr sz="3200" dirty="0">
                <a:latin typeface="Calibri"/>
                <a:cs typeface="Calibri"/>
              </a:rPr>
              <a:t>có</a:t>
            </a:r>
            <a:r>
              <a:rPr sz="3200" spc="409" dirty="0">
                <a:latin typeface="Calibri"/>
                <a:cs typeface="Calibri"/>
              </a:rPr>
              <a:t> </a:t>
            </a:r>
            <a:r>
              <a:rPr sz="3200" dirty="0">
                <a:latin typeface="Calibri"/>
                <a:cs typeface="Calibri"/>
              </a:rPr>
              <a:t>ít</a:t>
            </a:r>
            <a:r>
              <a:rPr sz="3200" spc="405" dirty="0">
                <a:latin typeface="Calibri"/>
                <a:cs typeface="Calibri"/>
              </a:rPr>
              <a:t> </a:t>
            </a:r>
            <a:r>
              <a:rPr sz="3200" dirty="0">
                <a:latin typeface="Calibri"/>
                <a:cs typeface="Calibri"/>
              </a:rPr>
              <a:t>nhất</a:t>
            </a:r>
            <a:r>
              <a:rPr sz="3200" spc="409" dirty="0">
                <a:latin typeface="Calibri"/>
                <a:cs typeface="Calibri"/>
              </a:rPr>
              <a:t> </a:t>
            </a:r>
            <a:r>
              <a:rPr sz="3200" dirty="0">
                <a:latin typeface="Calibri"/>
                <a:cs typeface="Calibri"/>
              </a:rPr>
              <a:t>một</a:t>
            </a:r>
            <a:r>
              <a:rPr sz="3200" spc="405" dirty="0">
                <a:latin typeface="Calibri"/>
                <a:cs typeface="Calibri"/>
              </a:rPr>
              <a:t> </a:t>
            </a:r>
            <a:r>
              <a:rPr sz="3200" dirty="0">
                <a:latin typeface="Calibri"/>
                <a:cs typeface="Calibri"/>
              </a:rPr>
              <a:t>sinh</a:t>
            </a:r>
            <a:r>
              <a:rPr sz="3200" spc="409" dirty="0">
                <a:latin typeface="Calibri"/>
                <a:cs typeface="Calibri"/>
              </a:rPr>
              <a:t> </a:t>
            </a:r>
            <a:r>
              <a:rPr sz="3200" spc="-20" dirty="0">
                <a:latin typeface="Calibri"/>
                <a:cs typeface="Calibri"/>
              </a:rPr>
              <a:t>viên 	</a:t>
            </a:r>
            <a:r>
              <a:rPr sz="3200" dirty="0">
                <a:latin typeface="Calibri"/>
                <a:cs typeface="Calibri"/>
              </a:rPr>
              <a:t>đang</a:t>
            </a:r>
            <a:r>
              <a:rPr sz="3200" spc="220" dirty="0">
                <a:latin typeface="Calibri"/>
                <a:cs typeface="Calibri"/>
              </a:rPr>
              <a:t> </a:t>
            </a:r>
            <a:r>
              <a:rPr sz="3200" dirty="0">
                <a:latin typeface="Calibri"/>
                <a:cs typeface="Calibri"/>
              </a:rPr>
              <a:t>học</a:t>
            </a:r>
            <a:r>
              <a:rPr sz="3200" spc="220" dirty="0">
                <a:latin typeface="Calibri"/>
                <a:cs typeface="Calibri"/>
              </a:rPr>
              <a:t> </a:t>
            </a:r>
            <a:r>
              <a:rPr sz="3200" dirty="0">
                <a:latin typeface="Calibri"/>
                <a:cs typeface="Calibri"/>
              </a:rPr>
              <a:t>lớp</a:t>
            </a:r>
            <a:r>
              <a:rPr sz="3200" spc="215" dirty="0">
                <a:latin typeface="Calibri"/>
                <a:cs typeface="Calibri"/>
              </a:rPr>
              <a:t> </a:t>
            </a:r>
            <a:r>
              <a:rPr sz="3200" dirty="0">
                <a:latin typeface="Calibri"/>
                <a:cs typeface="Calibri"/>
              </a:rPr>
              <a:t>TRR</a:t>
            </a:r>
            <a:r>
              <a:rPr sz="3200" spc="229" dirty="0">
                <a:latin typeface="Calibri"/>
                <a:cs typeface="Calibri"/>
              </a:rPr>
              <a:t> </a:t>
            </a:r>
            <a:r>
              <a:rPr sz="3200" dirty="0">
                <a:latin typeface="Calibri"/>
                <a:cs typeface="Calibri"/>
              </a:rPr>
              <a:t>sẽ</a:t>
            </a:r>
            <a:r>
              <a:rPr sz="3200" spc="215" dirty="0">
                <a:latin typeface="Calibri"/>
                <a:cs typeface="Calibri"/>
              </a:rPr>
              <a:t> </a:t>
            </a:r>
            <a:r>
              <a:rPr sz="3200" dirty="0">
                <a:latin typeface="Calibri"/>
                <a:cs typeface="Calibri"/>
              </a:rPr>
              <a:t>tìm</a:t>
            </a:r>
            <a:r>
              <a:rPr sz="3200" spc="229" dirty="0">
                <a:latin typeface="Calibri"/>
                <a:cs typeface="Calibri"/>
              </a:rPr>
              <a:t> </a:t>
            </a:r>
            <a:r>
              <a:rPr sz="3200" dirty="0">
                <a:latin typeface="Calibri"/>
                <a:cs typeface="Calibri"/>
              </a:rPr>
              <a:t>được</a:t>
            </a:r>
            <a:r>
              <a:rPr sz="3200" spc="220" dirty="0">
                <a:latin typeface="Calibri"/>
                <a:cs typeface="Calibri"/>
              </a:rPr>
              <a:t> </a:t>
            </a:r>
            <a:r>
              <a:rPr sz="3200" dirty="0">
                <a:latin typeface="Calibri"/>
                <a:cs typeface="Calibri"/>
              </a:rPr>
              <a:t>việc</a:t>
            </a:r>
            <a:r>
              <a:rPr sz="3200" spc="210" dirty="0">
                <a:latin typeface="Calibri"/>
                <a:cs typeface="Calibri"/>
              </a:rPr>
              <a:t> </a:t>
            </a:r>
            <a:r>
              <a:rPr sz="3200" dirty="0">
                <a:latin typeface="Calibri"/>
                <a:cs typeface="Calibri"/>
              </a:rPr>
              <a:t>làm</a:t>
            </a:r>
            <a:r>
              <a:rPr sz="3200" spc="225" dirty="0">
                <a:latin typeface="Calibri"/>
                <a:cs typeface="Calibri"/>
              </a:rPr>
              <a:t> </a:t>
            </a:r>
            <a:r>
              <a:rPr sz="3200" spc="-10" dirty="0">
                <a:latin typeface="Calibri"/>
                <a:cs typeface="Calibri"/>
              </a:rPr>
              <a:t>lương 	</a:t>
            </a:r>
            <a:r>
              <a:rPr sz="3200" spc="-20" dirty="0">
                <a:latin typeface="Calibri"/>
                <a:cs typeface="Calibri"/>
              </a:rPr>
              <a:t>cao.</a:t>
            </a:r>
            <a:endParaRPr sz="3200">
              <a:latin typeface="Calibri"/>
              <a:cs typeface="Calibri"/>
            </a:endParaRPr>
          </a:p>
          <a:p>
            <a:pPr marL="526415" marR="5715" indent="-514350" algn="just">
              <a:lnSpc>
                <a:spcPct val="90000"/>
              </a:lnSpc>
              <a:spcBef>
                <a:spcPts val="770"/>
              </a:spcBef>
              <a:buAutoNum type="arabicPeriod"/>
              <a:tabLst>
                <a:tab pos="527685" algn="l"/>
              </a:tabLst>
            </a:pPr>
            <a:r>
              <a:rPr sz="3200" dirty="0">
                <a:latin typeface="Calibri"/>
                <a:cs typeface="Calibri"/>
              </a:rPr>
              <a:t>Một</a:t>
            </a:r>
            <a:r>
              <a:rPr sz="3200" spc="350" dirty="0">
                <a:latin typeface="Calibri"/>
                <a:cs typeface="Calibri"/>
              </a:rPr>
              <a:t> </a:t>
            </a:r>
            <a:r>
              <a:rPr sz="3200" dirty="0">
                <a:latin typeface="Calibri"/>
                <a:cs typeface="Calibri"/>
              </a:rPr>
              <a:t>vài</a:t>
            </a:r>
            <a:r>
              <a:rPr sz="3200" spc="375" dirty="0">
                <a:latin typeface="Calibri"/>
                <a:cs typeface="Calibri"/>
              </a:rPr>
              <a:t> </a:t>
            </a:r>
            <a:r>
              <a:rPr sz="3200" dirty="0">
                <a:latin typeface="Calibri"/>
                <a:cs typeface="Calibri"/>
              </a:rPr>
              <a:t>sinh</a:t>
            </a:r>
            <a:r>
              <a:rPr sz="3200" spc="360" dirty="0">
                <a:latin typeface="Calibri"/>
                <a:cs typeface="Calibri"/>
              </a:rPr>
              <a:t> </a:t>
            </a:r>
            <a:r>
              <a:rPr sz="3200" dirty="0">
                <a:latin typeface="Calibri"/>
                <a:cs typeface="Calibri"/>
              </a:rPr>
              <a:t>viên</a:t>
            </a:r>
            <a:r>
              <a:rPr sz="3200" spc="370" dirty="0">
                <a:latin typeface="Calibri"/>
                <a:cs typeface="Calibri"/>
              </a:rPr>
              <a:t> </a:t>
            </a:r>
            <a:r>
              <a:rPr sz="3200" dirty="0">
                <a:latin typeface="Calibri"/>
                <a:cs typeface="Calibri"/>
              </a:rPr>
              <a:t>trong</a:t>
            </a:r>
            <a:r>
              <a:rPr sz="3200" spc="370" dirty="0">
                <a:latin typeface="Calibri"/>
                <a:cs typeface="Calibri"/>
              </a:rPr>
              <a:t> </a:t>
            </a:r>
            <a:r>
              <a:rPr sz="3200" dirty="0">
                <a:latin typeface="Calibri"/>
                <a:cs typeface="Calibri"/>
              </a:rPr>
              <a:t>lớp</a:t>
            </a:r>
            <a:r>
              <a:rPr sz="3200" spc="375" dirty="0">
                <a:latin typeface="Calibri"/>
                <a:cs typeface="Calibri"/>
              </a:rPr>
              <a:t> </a:t>
            </a:r>
            <a:r>
              <a:rPr sz="3200" dirty="0">
                <a:latin typeface="Calibri"/>
                <a:cs typeface="Calibri"/>
              </a:rPr>
              <a:t>học</a:t>
            </a:r>
            <a:r>
              <a:rPr sz="3200" spc="360" dirty="0">
                <a:latin typeface="Calibri"/>
                <a:cs typeface="Calibri"/>
              </a:rPr>
              <a:t> </a:t>
            </a:r>
            <a:r>
              <a:rPr sz="3200" dirty="0">
                <a:latin typeface="Calibri"/>
                <a:cs typeface="Calibri"/>
              </a:rPr>
              <a:t>thích</a:t>
            </a:r>
            <a:r>
              <a:rPr sz="3200" spc="355" dirty="0">
                <a:latin typeface="Calibri"/>
                <a:cs typeface="Calibri"/>
              </a:rPr>
              <a:t> </a:t>
            </a:r>
            <a:r>
              <a:rPr sz="3200" dirty="0">
                <a:latin typeface="Calibri"/>
                <a:cs typeface="Calibri"/>
              </a:rPr>
              <a:t>xem</a:t>
            </a:r>
            <a:r>
              <a:rPr sz="3200" spc="360" dirty="0">
                <a:latin typeface="Calibri"/>
                <a:cs typeface="Calibri"/>
              </a:rPr>
              <a:t> </a:t>
            </a:r>
            <a:r>
              <a:rPr sz="3200" spc="-25" dirty="0">
                <a:latin typeface="Calibri"/>
                <a:cs typeface="Calibri"/>
              </a:rPr>
              <a:t>cá 	</a:t>
            </a:r>
            <a:r>
              <a:rPr sz="3200" dirty="0">
                <a:latin typeface="Calibri"/>
                <a:cs typeface="Calibri"/>
              </a:rPr>
              <a:t>voi.</a:t>
            </a:r>
            <a:r>
              <a:rPr sz="3200" spc="300" dirty="0">
                <a:latin typeface="Calibri"/>
                <a:cs typeface="Calibri"/>
              </a:rPr>
              <a:t> </a:t>
            </a:r>
            <a:r>
              <a:rPr sz="3200" dirty="0">
                <a:latin typeface="Calibri"/>
                <a:cs typeface="Calibri"/>
              </a:rPr>
              <a:t>Bất</a:t>
            </a:r>
            <a:r>
              <a:rPr sz="3200" spc="325" dirty="0">
                <a:latin typeface="Calibri"/>
                <a:cs typeface="Calibri"/>
              </a:rPr>
              <a:t> </a:t>
            </a:r>
            <a:r>
              <a:rPr sz="3200" dirty="0">
                <a:latin typeface="Calibri"/>
                <a:cs typeface="Calibri"/>
              </a:rPr>
              <a:t>kỳ</a:t>
            </a:r>
            <a:r>
              <a:rPr sz="3200" spc="315" dirty="0">
                <a:latin typeface="Calibri"/>
                <a:cs typeface="Calibri"/>
              </a:rPr>
              <a:t> </a:t>
            </a:r>
            <a:r>
              <a:rPr sz="3200" dirty="0">
                <a:latin typeface="Calibri"/>
                <a:cs typeface="Calibri"/>
              </a:rPr>
              <a:t>ai</a:t>
            </a:r>
            <a:r>
              <a:rPr sz="3200" spc="325" dirty="0">
                <a:latin typeface="Calibri"/>
                <a:cs typeface="Calibri"/>
              </a:rPr>
              <a:t> </a:t>
            </a:r>
            <a:r>
              <a:rPr sz="3200" dirty="0">
                <a:latin typeface="Calibri"/>
                <a:cs typeface="Calibri"/>
              </a:rPr>
              <a:t>nếu</a:t>
            </a:r>
            <a:r>
              <a:rPr sz="3200" spc="315" dirty="0">
                <a:latin typeface="Calibri"/>
                <a:cs typeface="Calibri"/>
              </a:rPr>
              <a:t> </a:t>
            </a:r>
            <a:r>
              <a:rPr sz="3200" dirty="0">
                <a:latin typeface="Calibri"/>
                <a:cs typeface="Calibri"/>
              </a:rPr>
              <a:t>thích</a:t>
            </a:r>
            <a:r>
              <a:rPr sz="3200" spc="325" dirty="0">
                <a:latin typeface="Calibri"/>
                <a:cs typeface="Calibri"/>
              </a:rPr>
              <a:t> </a:t>
            </a:r>
            <a:r>
              <a:rPr sz="3200" dirty="0">
                <a:latin typeface="Calibri"/>
                <a:cs typeface="Calibri"/>
              </a:rPr>
              <a:t>xem</a:t>
            </a:r>
            <a:r>
              <a:rPr sz="3200" spc="320" dirty="0">
                <a:latin typeface="Calibri"/>
                <a:cs typeface="Calibri"/>
              </a:rPr>
              <a:t> </a:t>
            </a:r>
            <a:r>
              <a:rPr sz="3200" dirty="0">
                <a:latin typeface="Calibri"/>
                <a:cs typeface="Calibri"/>
              </a:rPr>
              <a:t>cái</a:t>
            </a:r>
            <a:r>
              <a:rPr sz="3200" spc="315" dirty="0">
                <a:latin typeface="Calibri"/>
                <a:cs typeface="Calibri"/>
              </a:rPr>
              <a:t> </a:t>
            </a:r>
            <a:r>
              <a:rPr sz="3200" dirty="0">
                <a:latin typeface="Calibri"/>
                <a:cs typeface="Calibri"/>
              </a:rPr>
              <a:t>voi</a:t>
            </a:r>
            <a:r>
              <a:rPr sz="3200" spc="295" dirty="0">
                <a:latin typeface="Calibri"/>
                <a:cs typeface="Calibri"/>
              </a:rPr>
              <a:t> </a:t>
            </a:r>
            <a:r>
              <a:rPr sz="3200" dirty="0">
                <a:latin typeface="Calibri"/>
                <a:cs typeface="Calibri"/>
              </a:rPr>
              <a:t>đều</a:t>
            </a:r>
            <a:r>
              <a:rPr sz="3200" spc="320" dirty="0">
                <a:latin typeface="Calibri"/>
                <a:cs typeface="Calibri"/>
              </a:rPr>
              <a:t> </a:t>
            </a:r>
            <a:r>
              <a:rPr sz="3200" spc="-20" dirty="0">
                <a:latin typeface="Calibri"/>
                <a:cs typeface="Calibri"/>
              </a:rPr>
              <a:t>quan 	</a:t>
            </a:r>
            <a:r>
              <a:rPr sz="3200" dirty="0">
                <a:latin typeface="Calibri"/>
                <a:cs typeface="Calibri"/>
              </a:rPr>
              <a:t>tâm tới</a:t>
            </a:r>
            <a:r>
              <a:rPr sz="3200" spc="-5" dirty="0">
                <a:latin typeface="Calibri"/>
                <a:cs typeface="Calibri"/>
              </a:rPr>
              <a:t> </a:t>
            </a:r>
            <a:r>
              <a:rPr sz="3200" dirty="0">
                <a:latin typeface="Calibri"/>
                <a:cs typeface="Calibri"/>
              </a:rPr>
              <a:t>sự ô</a:t>
            </a:r>
            <a:r>
              <a:rPr sz="3200" spc="-5" dirty="0">
                <a:latin typeface="Calibri"/>
                <a:cs typeface="Calibri"/>
              </a:rPr>
              <a:t> </a:t>
            </a:r>
            <a:r>
              <a:rPr sz="3200" dirty="0">
                <a:latin typeface="Calibri"/>
                <a:cs typeface="Calibri"/>
              </a:rPr>
              <a:t>nhiểm</a:t>
            </a:r>
            <a:r>
              <a:rPr sz="3200" spc="-15" dirty="0">
                <a:latin typeface="Calibri"/>
                <a:cs typeface="Calibri"/>
              </a:rPr>
              <a:t> </a:t>
            </a:r>
            <a:r>
              <a:rPr sz="3200" dirty="0">
                <a:latin typeface="Calibri"/>
                <a:cs typeface="Calibri"/>
              </a:rPr>
              <a:t>của</a:t>
            </a:r>
            <a:r>
              <a:rPr sz="3200" spc="-5" dirty="0">
                <a:latin typeface="Calibri"/>
                <a:cs typeface="Calibri"/>
              </a:rPr>
              <a:t> </a:t>
            </a:r>
            <a:r>
              <a:rPr sz="3200" dirty="0">
                <a:latin typeface="Calibri"/>
                <a:cs typeface="Calibri"/>
              </a:rPr>
              <a:t>đại dương. Do đó, có</a:t>
            </a:r>
            <a:r>
              <a:rPr sz="3200" spc="-5" dirty="0">
                <a:latin typeface="Calibri"/>
                <a:cs typeface="Calibri"/>
              </a:rPr>
              <a:t> </a:t>
            </a:r>
            <a:r>
              <a:rPr sz="3200" spc="-25" dirty="0">
                <a:latin typeface="Calibri"/>
                <a:cs typeface="Calibri"/>
              </a:rPr>
              <a:t>ít 	</a:t>
            </a:r>
            <a:r>
              <a:rPr sz="3200" dirty="0">
                <a:latin typeface="Calibri"/>
                <a:cs typeface="Calibri"/>
              </a:rPr>
              <a:t>nhất</a:t>
            </a:r>
            <a:r>
              <a:rPr sz="3200" spc="45" dirty="0">
                <a:latin typeface="Calibri"/>
                <a:cs typeface="Calibri"/>
              </a:rPr>
              <a:t> </a:t>
            </a:r>
            <a:r>
              <a:rPr sz="3200" dirty="0">
                <a:latin typeface="Calibri"/>
                <a:cs typeface="Calibri"/>
              </a:rPr>
              <a:t>một</a:t>
            </a:r>
            <a:r>
              <a:rPr sz="3200" spc="60" dirty="0">
                <a:latin typeface="Calibri"/>
                <a:cs typeface="Calibri"/>
              </a:rPr>
              <a:t> </a:t>
            </a:r>
            <a:r>
              <a:rPr sz="3200" dirty="0">
                <a:latin typeface="Calibri"/>
                <a:cs typeface="Calibri"/>
              </a:rPr>
              <a:t>sinh</a:t>
            </a:r>
            <a:r>
              <a:rPr sz="3200" spc="60" dirty="0">
                <a:latin typeface="Calibri"/>
                <a:cs typeface="Calibri"/>
              </a:rPr>
              <a:t> </a:t>
            </a:r>
            <a:r>
              <a:rPr sz="3200" dirty="0">
                <a:latin typeface="Calibri"/>
                <a:cs typeface="Calibri"/>
              </a:rPr>
              <a:t>viên</a:t>
            </a:r>
            <a:r>
              <a:rPr sz="3200" spc="60" dirty="0">
                <a:latin typeface="Calibri"/>
                <a:cs typeface="Calibri"/>
              </a:rPr>
              <a:t> </a:t>
            </a:r>
            <a:r>
              <a:rPr sz="3200" dirty="0">
                <a:latin typeface="Calibri"/>
                <a:cs typeface="Calibri"/>
              </a:rPr>
              <a:t>trong</a:t>
            </a:r>
            <a:r>
              <a:rPr sz="3200" spc="50" dirty="0">
                <a:latin typeface="Calibri"/>
                <a:cs typeface="Calibri"/>
              </a:rPr>
              <a:t> </a:t>
            </a:r>
            <a:r>
              <a:rPr sz="3200" dirty="0">
                <a:latin typeface="Calibri"/>
                <a:cs typeface="Calibri"/>
              </a:rPr>
              <a:t>lớp</a:t>
            </a:r>
            <a:r>
              <a:rPr sz="3200" spc="60" dirty="0">
                <a:latin typeface="Calibri"/>
                <a:cs typeface="Calibri"/>
              </a:rPr>
              <a:t> </a:t>
            </a:r>
            <a:r>
              <a:rPr sz="3200" dirty="0">
                <a:latin typeface="Calibri"/>
                <a:cs typeface="Calibri"/>
              </a:rPr>
              <a:t>học</a:t>
            </a:r>
            <a:r>
              <a:rPr sz="3200" spc="50" dirty="0">
                <a:latin typeface="Calibri"/>
                <a:cs typeface="Calibri"/>
              </a:rPr>
              <a:t> </a:t>
            </a:r>
            <a:r>
              <a:rPr sz="3200" dirty="0">
                <a:latin typeface="Calibri"/>
                <a:cs typeface="Calibri"/>
              </a:rPr>
              <a:t>quan</a:t>
            </a:r>
            <a:r>
              <a:rPr sz="3200" spc="60" dirty="0">
                <a:latin typeface="Calibri"/>
                <a:cs typeface="Calibri"/>
              </a:rPr>
              <a:t> </a:t>
            </a:r>
            <a:r>
              <a:rPr sz="3200" dirty="0">
                <a:latin typeface="Calibri"/>
                <a:cs typeface="Calibri"/>
              </a:rPr>
              <a:t>tâm</a:t>
            </a:r>
            <a:r>
              <a:rPr sz="3200" spc="60" dirty="0">
                <a:latin typeface="Calibri"/>
                <a:cs typeface="Calibri"/>
              </a:rPr>
              <a:t> </a:t>
            </a:r>
            <a:r>
              <a:rPr sz="3200" spc="-25" dirty="0">
                <a:latin typeface="Calibri"/>
                <a:cs typeface="Calibri"/>
              </a:rPr>
              <a:t>tới 	</a:t>
            </a:r>
            <a:r>
              <a:rPr sz="3200" dirty="0">
                <a:latin typeface="Calibri"/>
                <a:cs typeface="Calibri"/>
              </a:rPr>
              <a:t>sự</a:t>
            </a:r>
            <a:r>
              <a:rPr sz="3200" spc="-35" dirty="0">
                <a:latin typeface="Calibri"/>
                <a:cs typeface="Calibri"/>
              </a:rPr>
              <a:t> </a:t>
            </a:r>
            <a:r>
              <a:rPr sz="3200" dirty="0">
                <a:latin typeface="Calibri"/>
                <a:cs typeface="Calibri"/>
              </a:rPr>
              <a:t>ô</a:t>
            </a:r>
            <a:r>
              <a:rPr sz="3200" spc="-30" dirty="0">
                <a:latin typeface="Calibri"/>
                <a:cs typeface="Calibri"/>
              </a:rPr>
              <a:t> </a:t>
            </a:r>
            <a:r>
              <a:rPr sz="3200" dirty="0">
                <a:latin typeface="Calibri"/>
                <a:cs typeface="Calibri"/>
              </a:rPr>
              <a:t>nhiểm</a:t>
            </a:r>
            <a:r>
              <a:rPr sz="3200" spc="-20" dirty="0">
                <a:latin typeface="Calibri"/>
                <a:cs typeface="Calibri"/>
              </a:rPr>
              <a:t> </a:t>
            </a:r>
            <a:r>
              <a:rPr sz="3200" dirty="0">
                <a:latin typeface="Calibri"/>
                <a:cs typeface="Calibri"/>
              </a:rPr>
              <a:t>của</a:t>
            </a:r>
            <a:r>
              <a:rPr sz="3200" spc="-25" dirty="0">
                <a:latin typeface="Calibri"/>
                <a:cs typeface="Calibri"/>
              </a:rPr>
              <a:t> </a:t>
            </a:r>
            <a:r>
              <a:rPr sz="3200" dirty="0">
                <a:latin typeface="Calibri"/>
                <a:cs typeface="Calibri"/>
              </a:rPr>
              <a:t>đại</a:t>
            </a:r>
            <a:r>
              <a:rPr sz="3200" spc="-30" dirty="0">
                <a:latin typeface="Calibri"/>
                <a:cs typeface="Calibri"/>
              </a:rPr>
              <a:t> </a:t>
            </a:r>
            <a:r>
              <a:rPr sz="3200" spc="-10" dirty="0">
                <a:latin typeface="Calibri"/>
                <a:cs typeface="Calibri"/>
              </a:rPr>
              <a:t>dương.</a:t>
            </a:r>
            <a:endParaRPr sz="3200">
              <a:latin typeface="Calibri"/>
              <a:cs typeface="Calibri"/>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235407"/>
            <a:ext cx="4093210" cy="514350"/>
          </a:xfrm>
          <a:prstGeom prst="rect">
            <a:avLst/>
          </a:prstGeom>
        </p:spPr>
        <p:txBody>
          <a:bodyPr vert="horz" wrap="square" lIns="0" tIns="13335" rIns="0" bIns="0" rtlCol="0">
            <a:spAutoFit/>
          </a:bodyPr>
          <a:lstStyle/>
          <a:p>
            <a:pPr marL="12700">
              <a:lnSpc>
                <a:spcPct val="100000"/>
              </a:lnSpc>
              <a:spcBef>
                <a:spcPts val="105"/>
              </a:spcBef>
            </a:pPr>
            <a:r>
              <a:rPr sz="3200" b="1" dirty="0">
                <a:latin typeface="Calibri"/>
                <a:cs typeface="Calibri"/>
              </a:rPr>
              <a:t>1.8.8</a:t>
            </a:r>
            <a:r>
              <a:rPr sz="3200" b="1" spc="-25" dirty="0">
                <a:latin typeface="Calibri"/>
                <a:cs typeface="Calibri"/>
              </a:rPr>
              <a:t> </a:t>
            </a:r>
            <a:r>
              <a:rPr sz="3200" b="1" dirty="0">
                <a:latin typeface="Calibri"/>
                <a:cs typeface="Calibri"/>
              </a:rPr>
              <a:t>Nguyên</a:t>
            </a:r>
            <a:r>
              <a:rPr sz="3200" b="1" spc="-35" dirty="0">
                <a:latin typeface="Calibri"/>
                <a:cs typeface="Calibri"/>
              </a:rPr>
              <a:t> </a:t>
            </a:r>
            <a:r>
              <a:rPr sz="3200" b="1" dirty="0">
                <a:latin typeface="Calibri"/>
                <a:cs typeface="Calibri"/>
              </a:rPr>
              <a:t>lý</a:t>
            </a:r>
            <a:r>
              <a:rPr sz="3200" b="1" spc="-35" dirty="0">
                <a:latin typeface="Calibri"/>
                <a:cs typeface="Calibri"/>
              </a:rPr>
              <a:t> </a:t>
            </a:r>
            <a:r>
              <a:rPr sz="3200" b="1" dirty="0">
                <a:latin typeface="Calibri"/>
                <a:cs typeface="Calibri"/>
              </a:rPr>
              <a:t>qui</a:t>
            </a:r>
            <a:r>
              <a:rPr sz="3200" b="1" spc="-35" dirty="0">
                <a:latin typeface="Calibri"/>
                <a:cs typeface="Calibri"/>
              </a:rPr>
              <a:t> </a:t>
            </a:r>
            <a:r>
              <a:rPr sz="3200" b="1" spc="-20" dirty="0">
                <a:latin typeface="Calibri"/>
                <a:cs typeface="Calibri"/>
              </a:rPr>
              <a:t>nạp:</a:t>
            </a:r>
            <a:endParaRPr sz="3200">
              <a:latin typeface="Calibri"/>
              <a:cs typeface="Calibri"/>
            </a:endParaRPr>
          </a:p>
        </p:txBody>
      </p:sp>
      <p:sp>
        <p:nvSpPr>
          <p:cNvPr id="3" name="object 3"/>
          <p:cNvSpPr/>
          <p:nvPr/>
        </p:nvSpPr>
        <p:spPr>
          <a:xfrm>
            <a:off x="396240" y="2213764"/>
            <a:ext cx="8178800" cy="0"/>
          </a:xfrm>
          <a:custGeom>
            <a:avLst/>
            <a:gdLst/>
            <a:ahLst/>
            <a:cxnLst/>
            <a:rect l="l" t="t" r="r" b="b"/>
            <a:pathLst>
              <a:path w="8178800">
                <a:moveTo>
                  <a:pt x="0" y="0"/>
                </a:moveTo>
                <a:lnTo>
                  <a:pt x="8178506" y="0"/>
                </a:lnTo>
              </a:path>
            </a:pathLst>
          </a:custGeom>
          <a:ln w="27262">
            <a:solidFill>
              <a:srgbClr val="000000"/>
            </a:solidFill>
            <a:prstDash val="dash"/>
          </a:ln>
        </p:spPr>
        <p:txBody>
          <a:bodyPr wrap="square" lIns="0" tIns="0" rIns="0" bIns="0" rtlCol="0"/>
          <a:lstStyle/>
          <a:p>
            <a:endParaRPr/>
          </a:p>
        </p:txBody>
      </p:sp>
      <p:sp>
        <p:nvSpPr>
          <p:cNvPr id="4" name="object 4"/>
          <p:cNvSpPr txBox="1"/>
          <p:nvPr/>
        </p:nvSpPr>
        <p:spPr>
          <a:xfrm>
            <a:off x="358140" y="802223"/>
            <a:ext cx="7914640" cy="5705475"/>
          </a:xfrm>
          <a:prstGeom prst="rect">
            <a:avLst/>
          </a:prstGeom>
        </p:spPr>
        <p:txBody>
          <a:bodyPr vert="horz" wrap="square" lIns="0" tIns="51435" rIns="0" bIns="0" rtlCol="0">
            <a:spAutoFit/>
          </a:bodyPr>
          <a:lstStyle/>
          <a:p>
            <a:pPr marL="38100" marR="30480">
              <a:lnSpc>
                <a:spcPts val="3840"/>
              </a:lnSpc>
              <a:spcBef>
                <a:spcPts val="405"/>
              </a:spcBef>
            </a:pPr>
            <a:r>
              <a:rPr sz="3200" dirty="0">
                <a:latin typeface="Calibri"/>
                <a:cs typeface="Calibri"/>
              </a:rPr>
              <a:t>Mệnh</a:t>
            </a:r>
            <a:r>
              <a:rPr sz="3200" spc="-75" dirty="0">
                <a:latin typeface="Calibri"/>
                <a:cs typeface="Calibri"/>
              </a:rPr>
              <a:t> </a:t>
            </a:r>
            <a:r>
              <a:rPr sz="3200" dirty="0">
                <a:latin typeface="Calibri"/>
                <a:cs typeface="Calibri"/>
              </a:rPr>
              <a:t>đề</a:t>
            </a:r>
            <a:r>
              <a:rPr sz="3200" spc="-35" dirty="0">
                <a:latin typeface="Calibri"/>
                <a:cs typeface="Calibri"/>
              </a:rPr>
              <a:t> </a:t>
            </a:r>
            <a:r>
              <a:rPr sz="3200" dirty="0">
                <a:latin typeface="Calibri"/>
                <a:cs typeface="Calibri"/>
              </a:rPr>
              <a:t>“</a:t>
            </a:r>
            <a:r>
              <a:rPr sz="3350" dirty="0">
                <a:latin typeface="Symbol"/>
                <a:cs typeface="Symbol"/>
              </a:rPr>
              <a:t></a:t>
            </a:r>
            <a:r>
              <a:rPr sz="3200" i="1" dirty="0">
                <a:latin typeface="Calibri"/>
                <a:cs typeface="Calibri"/>
              </a:rPr>
              <a:t>n</a:t>
            </a:r>
            <a:r>
              <a:rPr sz="3200" i="1" spc="-30" dirty="0">
                <a:latin typeface="Calibri"/>
                <a:cs typeface="Calibri"/>
              </a:rPr>
              <a:t> </a:t>
            </a:r>
            <a:r>
              <a:rPr sz="3350" spc="-125" dirty="0">
                <a:latin typeface="Symbol"/>
                <a:cs typeface="Symbol"/>
              </a:rPr>
              <a:t></a:t>
            </a:r>
            <a:r>
              <a:rPr sz="3350" spc="-110" dirty="0">
                <a:latin typeface="Times New Roman"/>
                <a:cs typeface="Times New Roman"/>
              </a:rPr>
              <a:t> </a:t>
            </a:r>
            <a:r>
              <a:rPr sz="3200" dirty="0">
                <a:latin typeface="Cambria Math"/>
                <a:cs typeface="Cambria Math"/>
              </a:rPr>
              <a:t>𝑁</a:t>
            </a:r>
            <a:r>
              <a:rPr sz="3200" spc="55" dirty="0">
                <a:latin typeface="Cambria Math"/>
                <a:cs typeface="Cambria Math"/>
              </a:rPr>
              <a:t> </a:t>
            </a:r>
            <a:r>
              <a:rPr sz="3200" i="1" dirty="0">
                <a:latin typeface="Calibri"/>
                <a:cs typeface="Calibri"/>
              </a:rPr>
              <a:t>,n</a:t>
            </a:r>
            <a:r>
              <a:rPr sz="3200" i="1" spc="-25" dirty="0">
                <a:latin typeface="Calibri"/>
                <a:cs typeface="Calibri"/>
              </a:rPr>
              <a:t> </a:t>
            </a:r>
            <a:r>
              <a:rPr sz="3350" dirty="0">
                <a:latin typeface="Symbol"/>
                <a:cs typeface="Symbol"/>
              </a:rPr>
              <a:t></a:t>
            </a:r>
            <a:r>
              <a:rPr sz="3350" spc="-150" dirty="0">
                <a:latin typeface="Times New Roman"/>
                <a:cs typeface="Times New Roman"/>
              </a:rPr>
              <a:t> </a:t>
            </a:r>
            <a:r>
              <a:rPr sz="3200" i="1" dirty="0">
                <a:latin typeface="Calibri"/>
                <a:cs typeface="Calibri"/>
              </a:rPr>
              <a:t>N</a:t>
            </a:r>
            <a:r>
              <a:rPr sz="3150" i="1" baseline="-21164" dirty="0">
                <a:latin typeface="Calibri"/>
                <a:cs typeface="Calibri"/>
              </a:rPr>
              <a:t>0</a:t>
            </a:r>
            <a:r>
              <a:rPr sz="3150" i="1" spc="330" baseline="-21164" dirty="0">
                <a:latin typeface="Calibri"/>
                <a:cs typeface="Calibri"/>
              </a:rPr>
              <a:t> </a:t>
            </a:r>
            <a:r>
              <a:rPr sz="3200" i="1" dirty="0">
                <a:latin typeface="Calibri"/>
                <a:cs typeface="Calibri"/>
              </a:rPr>
              <a:t>,</a:t>
            </a:r>
            <a:r>
              <a:rPr sz="3200" i="1" spc="-35" dirty="0">
                <a:latin typeface="Calibri"/>
                <a:cs typeface="Calibri"/>
              </a:rPr>
              <a:t> </a:t>
            </a:r>
            <a:r>
              <a:rPr sz="3200" i="1" dirty="0">
                <a:latin typeface="Calibri"/>
                <a:cs typeface="Calibri"/>
              </a:rPr>
              <a:t>p(n)</a:t>
            </a:r>
            <a:r>
              <a:rPr sz="3200" dirty="0">
                <a:latin typeface="Calibri"/>
                <a:cs typeface="Calibri"/>
              </a:rPr>
              <a:t>”</a:t>
            </a:r>
            <a:r>
              <a:rPr sz="3200" spc="-25" dirty="0">
                <a:latin typeface="Calibri"/>
                <a:cs typeface="Calibri"/>
              </a:rPr>
              <a:t> </a:t>
            </a:r>
            <a:r>
              <a:rPr sz="3200" dirty="0">
                <a:latin typeface="Calibri"/>
                <a:cs typeface="Calibri"/>
              </a:rPr>
              <a:t>là</a:t>
            </a:r>
            <a:r>
              <a:rPr sz="3200" spc="-30" dirty="0">
                <a:latin typeface="Calibri"/>
                <a:cs typeface="Calibri"/>
              </a:rPr>
              <a:t> </a:t>
            </a:r>
            <a:r>
              <a:rPr sz="3200" dirty="0">
                <a:latin typeface="Calibri"/>
                <a:cs typeface="Calibri"/>
              </a:rPr>
              <a:t>hệ</a:t>
            </a:r>
            <a:r>
              <a:rPr sz="3200" spc="-30" dirty="0">
                <a:latin typeface="Calibri"/>
                <a:cs typeface="Calibri"/>
              </a:rPr>
              <a:t> </a:t>
            </a:r>
            <a:r>
              <a:rPr sz="3200" dirty="0">
                <a:latin typeface="Calibri"/>
                <a:cs typeface="Calibri"/>
              </a:rPr>
              <a:t>quả</a:t>
            </a:r>
            <a:r>
              <a:rPr sz="3200" spc="-15" dirty="0">
                <a:latin typeface="Calibri"/>
                <a:cs typeface="Calibri"/>
              </a:rPr>
              <a:t> </a:t>
            </a:r>
            <a:r>
              <a:rPr sz="3200" spc="-10" dirty="0">
                <a:latin typeface="Calibri"/>
                <a:cs typeface="Calibri"/>
              </a:rPr>
              <a:t>logic </a:t>
            </a:r>
            <a:r>
              <a:rPr sz="3200" dirty="0">
                <a:latin typeface="Calibri"/>
                <a:cs typeface="Calibri"/>
              </a:rPr>
              <a:t>của</a:t>
            </a:r>
            <a:r>
              <a:rPr sz="3200" spc="-145" dirty="0">
                <a:latin typeface="Calibri"/>
                <a:cs typeface="Calibri"/>
              </a:rPr>
              <a:t> </a:t>
            </a:r>
            <a:r>
              <a:rPr sz="3200" dirty="0">
                <a:latin typeface="Calibri"/>
                <a:cs typeface="Calibri"/>
              </a:rPr>
              <a:t>“</a:t>
            </a:r>
            <a:r>
              <a:rPr sz="3200" i="1" dirty="0">
                <a:latin typeface="Calibri"/>
                <a:cs typeface="Calibri"/>
              </a:rPr>
              <a:t>p(N</a:t>
            </a:r>
            <a:r>
              <a:rPr sz="3150" i="1" baseline="-21164" dirty="0">
                <a:latin typeface="Calibri"/>
                <a:cs typeface="Calibri"/>
              </a:rPr>
              <a:t>0</a:t>
            </a:r>
            <a:r>
              <a:rPr sz="3200" i="1" dirty="0">
                <a:latin typeface="Calibri"/>
                <a:cs typeface="Calibri"/>
              </a:rPr>
              <a:t>)</a:t>
            </a:r>
            <a:r>
              <a:rPr sz="3200" i="1" spc="-30" dirty="0">
                <a:latin typeface="Calibri"/>
                <a:cs typeface="Calibri"/>
              </a:rPr>
              <a:t> </a:t>
            </a:r>
            <a:r>
              <a:rPr sz="3350" spc="-110" dirty="0">
                <a:latin typeface="Symbol"/>
                <a:cs typeface="Symbol"/>
              </a:rPr>
              <a:t></a:t>
            </a:r>
            <a:r>
              <a:rPr sz="3350" spc="-120" dirty="0">
                <a:latin typeface="Times New Roman"/>
                <a:cs typeface="Times New Roman"/>
              </a:rPr>
              <a:t> </a:t>
            </a:r>
            <a:r>
              <a:rPr sz="3200" i="1" dirty="0">
                <a:latin typeface="Calibri"/>
                <a:cs typeface="Calibri"/>
              </a:rPr>
              <a:t>[</a:t>
            </a:r>
            <a:r>
              <a:rPr sz="3350" dirty="0">
                <a:latin typeface="Symbol"/>
                <a:cs typeface="Symbol"/>
              </a:rPr>
              <a:t></a:t>
            </a:r>
            <a:r>
              <a:rPr sz="3200" i="1" dirty="0">
                <a:latin typeface="Calibri"/>
                <a:cs typeface="Calibri"/>
              </a:rPr>
              <a:t>n</a:t>
            </a:r>
            <a:r>
              <a:rPr sz="3200" i="1" spc="-20" dirty="0">
                <a:latin typeface="Calibri"/>
                <a:cs typeface="Calibri"/>
              </a:rPr>
              <a:t> </a:t>
            </a:r>
            <a:r>
              <a:rPr sz="3350" spc="-125" dirty="0">
                <a:latin typeface="Symbol"/>
                <a:cs typeface="Symbol"/>
              </a:rPr>
              <a:t></a:t>
            </a:r>
            <a:r>
              <a:rPr sz="3350" spc="-110" dirty="0">
                <a:latin typeface="Times New Roman"/>
                <a:cs typeface="Times New Roman"/>
              </a:rPr>
              <a:t> </a:t>
            </a:r>
            <a:r>
              <a:rPr sz="3200" i="1" dirty="0">
                <a:latin typeface="Calibri"/>
                <a:cs typeface="Calibri"/>
              </a:rPr>
              <a:t>N</a:t>
            </a:r>
            <a:r>
              <a:rPr sz="3200" i="1" spc="-35" dirty="0">
                <a:latin typeface="Calibri"/>
                <a:cs typeface="Calibri"/>
              </a:rPr>
              <a:t> </a:t>
            </a:r>
            <a:r>
              <a:rPr sz="3200" i="1" dirty="0">
                <a:latin typeface="Calibri"/>
                <a:cs typeface="Calibri"/>
              </a:rPr>
              <a:t>,</a:t>
            </a:r>
            <a:r>
              <a:rPr sz="3200" i="1" spc="-45" dirty="0">
                <a:latin typeface="Calibri"/>
                <a:cs typeface="Calibri"/>
              </a:rPr>
              <a:t> </a:t>
            </a:r>
            <a:r>
              <a:rPr sz="3200" i="1" dirty="0">
                <a:latin typeface="Calibri"/>
                <a:cs typeface="Calibri"/>
              </a:rPr>
              <a:t>n</a:t>
            </a:r>
            <a:r>
              <a:rPr sz="3200" i="1" spc="-30" dirty="0">
                <a:latin typeface="Calibri"/>
                <a:cs typeface="Calibri"/>
              </a:rPr>
              <a:t> </a:t>
            </a:r>
            <a:r>
              <a:rPr sz="3350" dirty="0">
                <a:latin typeface="Symbol"/>
                <a:cs typeface="Symbol"/>
              </a:rPr>
              <a:t></a:t>
            </a:r>
            <a:r>
              <a:rPr sz="3350" spc="-150" dirty="0">
                <a:latin typeface="Times New Roman"/>
                <a:cs typeface="Times New Roman"/>
              </a:rPr>
              <a:t> </a:t>
            </a:r>
            <a:r>
              <a:rPr sz="3200" i="1" dirty="0">
                <a:latin typeface="Calibri"/>
                <a:cs typeface="Calibri"/>
              </a:rPr>
              <a:t>N</a:t>
            </a:r>
            <a:r>
              <a:rPr sz="3150" i="1" baseline="-21164" dirty="0">
                <a:latin typeface="Calibri"/>
                <a:cs typeface="Calibri"/>
              </a:rPr>
              <a:t>0</a:t>
            </a:r>
            <a:r>
              <a:rPr sz="3200" i="1" dirty="0">
                <a:latin typeface="Calibri"/>
                <a:cs typeface="Calibri"/>
              </a:rPr>
              <a:t>,</a:t>
            </a:r>
            <a:r>
              <a:rPr sz="3200" i="1" spc="-25" dirty="0">
                <a:latin typeface="Calibri"/>
                <a:cs typeface="Calibri"/>
              </a:rPr>
              <a:t> </a:t>
            </a:r>
            <a:r>
              <a:rPr sz="3200" i="1" dirty="0">
                <a:latin typeface="Calibri"/>
                <a:cs typeface="Calibri"/>
              </a:rPr>
              <a:t>p(n)</a:t>
            </a:r>
            <a:r>
              <a:rPr sz="3200" i="1" spc="-20" dirty="0">
                <a:latin typeface="Calibri"/>
                <a:cs typeface="Calibri"/>
              </a:rPr>
              <a:t> </a:t>
            </a:r>
            <a:r>
              <a:rPr sz="3350" spc="-165" dirty="0">
                <a:latin typeface="Symbol"/>
                <a:cs typeface="Symbol"/>
              </a:rPr>
              <a:t></a:t>
            </a:r>
            <a:r>
              <a:rPr sz="3350" spc="-114" dirty="0">
                <a:latin typeface="Times New Roman"/>
                <a:cs typeface="Times New Roman"/>
              </a:rPr>
              <a:t> </a:t>
            </a:r>
            <a:r>
              <a:rPr sz="3200" i="1" spc="-10" dirty="0">
                <a:latin typeface="Calibri"/>
                <a:cs typeface="Calibri"/>
              </a:rPr>
              <a:t>p(n+1)]</a:t>
            </a:r>
            <a:r>
              <a:rPr sz="3200" spc="-10" dirty="0">
                <a:latin typeface="Calibri"/>
                <a:cs typeface="Calibri"/>
              </a:rPr>
              <a:t>”.</a:t>
            </a:r>
            <a:endParaRPr sz="3200">
              <a:latin typeface="Calibri"/>
              <a:cs typeface="Calibri"/>
            </a:endParaRPr>
          </a:p>
          <a:p>
            <a:pPr>
              <a:lnSpc>
                <a:spcPct val="100000"/>
              </a:lnSpc>
              <a:spcBef>
                <a:spcPts val="640"/>
              </a:spcBef>
            </a:pPr>
            <a:endParaRPr sz="3200">
              <a:latin typeface="Calibri"/>
              <a:cs typeface="Calibri"/>
            </a:endParaRPr>
          </a:p>
          <a:p>
            <a:pPr marL="2026920" marR="837565" indent="-1989455">
              <a:lnSpc>
                <a:spcPct val="118900"/>
              </a:lnSpc>
              <a:tabLst>
                <a:tab pos="2891155" algn="l"/>
                <a:tab pos="6523355" algn="l"/>
              </a:tabLst>
            </a:pPr>
            <a:r>
              <a:rPr sz="2800" dirty="0">
                <a:latin typeface="Calibri"/>
                <a:cs typeface="Calibri"/>
              </a:rPr>
              <a:t>VD</a:t>
            </a:r>
            <a:r>
              <a:rPr sz="2800" spc="-55" dirty="0">
                <a:latin typeface="Calibri"/>
                <a:cs typeface="Calibri"/>
              </a:rPr>
              <a:t> </a:t>
            </a:r>
            <a:r>
              <a:rPr sz="2800" dirty="0">
                <a:latin typeface="Calibri"/>
                <a:cs typeface="Calibri"/>
              </a:rPr>
              <a:t>1:</a:t>
            </a:r>
            <a:r>
              <a:rPr sz="2800" spc="-40" dirty="0">
                <a:latin typeface="Calibri"/>
                <a:cs typeface="Calibri"/>
              </a:rPr>
              <a:t> </a:t>
            </a:r>
            <a:r>
              <a:rPr sz="2800" dirty="0">
                <a:latin typeface="Calibri"/>
                <a:cs typeface="Calibri"/>
              </a:rPr>
              <a:t>Chứng</a:t>
            </a:r>
            <a:r>
              <a:rPr sz="2800" spc="-50" dirty="0">
                <a:latin typeface="Calibri"/>
                <a:cs typeface="Calibri"/>
              </a:rPr>
              <a:t> </a:t>
            </a:r>
            <a:r>
              <a:rPr sz="2800" dirty="0">
                <a:latin typeface="Calibri"/>
                <a:cs typeface="Calibri"/>
              </a:rPr>
              <a:t>minh</a:t>
            </a:r>
            <a:r>
              <a:rPr sz="2800" spc="-30" dirty="0">
                <a:latin typeface="Calibri"/>
                <a:cs typeface="Calibri"/>
              </a:rPr>
              <a:t> </a:t>
            </a:r>
            <a:r>
              <a:rPr sz="2800" dirty="0">
                <a:latin typeface="Calibri"/>
                <a:cs typeface="Calibri"/>
              </a:rPr>
              <a:t>rằng</a:t>
            </a:r>
            <a:r>
              <a:rPr sz="2800" spc="-60" dirty="0">
                <a:latin typeface="Calibri"/>
                <a:cs typeface="Calibri"/>
              </a:rPr>
              <a:t> </a:t>
            </a:r>
            <a:r>
              <a:rPr sz="2800" dirty="0">
                <a:latin typeface="Calibri"/>
                <a:cs typeface="Calibri"/>
              </a:rPr>
              <a:t>với</a:t>
            </a:r>
            <a:r>
              <a:rPr sz="2800" spc="-50" dirty="0">
                <a:latin typeface="Calibri"/>
                <a:cs typeface="Calibri"/>
              </a:rPr>
              <a:t> </a:t>
            </a:r>
            <a:r>
              <a:rPr sz="2800" dirty="0">
                <a:latin typeface="Calibri"/>
                <a:cs typeface="Calibri"/>
              </a:rPr>
              <a:t>mọi</a:t>
            </a:r>
            <a:r>
              <a:rPr sz="2800" spc="-50" dirty="0">
                <a:latin typeface="Calibri"/>
                <a:cs typeface="Calibri"/>
              </a:rPr>
              <a:t> </a:t>
            </a:r>
            <a:r>
              <a:rPr sz="2800" dirty="0">
                <a:latin typeface="Calibri"/>
                <a:cs typeface="Calibri"/>
              </a:rPr>
              <a:t>số</a:t>
            </a:r>
            <a:r>
              <a:rPr sz="2800" spc="-60" dirty="0">
                <a:latin typeface="Calibri"/>
                <a:cs typeface="Calibri"/>
              </a:rPr>
              <a:t> </a:t>
            </a:r>
            <a:r>
              <a:rPr sz="2800" dirty="0">
                <a:latin typeface="Calibri"/>
                <a:cs typeface="Calibri"/>
              </a:rPr>
              <a:t>nguyên</a:t>
            </a:r>
            <a:r>
              <a:rPr sz="2800" spc="-30" dirty="0">
                <a:latin typeface="Calibri"/>
                <a:cs typeface="Calibri"/>
              </a:rPr>
              <a:t> </a:t>
            </a:r>
            <a:r>
              <a:rPr sz="2800" spc="-50" dirty="0">
                <a:latin typeface="Calibri"/>
                <a:cs typeface="Calibri"/>
              </a:rPr>
              <a:t>n</a:t>
            </a:r>
            <a:r>
              <a:rPr sz="2800" dirty="0">
                <a:latin typeface="Calibri"/>
                <a:cs typeface="Calibri"/>
              </a:rPr>
              <a:t>	</a:t>
            </a:r>
            <a:r>
              <a:rPr sz="2800" dirty="0">
                <a:latin typeface="Symbol"/>
                <a:cs typeface="Symbol"/>
              </a:rPr>
              <a:t></a:t>
            </a:r>
            <a:r>
              <a:rPr sz="2800" spc="-85" dirty="0">
                <a:latin typeface="Times New Roman"/>
                <a:cs typeface="Times New Roman"/>
              </a:rPr>
              <a:t> </a:t>
            </a:r>
            <a:r>
              <a:rPr sz="2800" spc="-25" dirty="0">
                <a:latin typeface="Calibri"/>
                <a:cs typeface="Calibri"/>
              </a:rPr>
              <a:t>0, </a:t>
            </a:r>
            <a:r>
              <a:rPr sz="2800" dirty="0">
                <a:latin typeface="Calibri"/>
                <a:cs typeface="Calibri"/>
              </a:rPr>
              <a:t>0</a:t>
            </a:r>
            <a:r>
              <a:rPr sz="2800" spc="-5" dirty="0">
                <a:latin typeface="Calibri"/>
                <a:cs typeface="Calibri"/>
              </a:rPr>
              <a:t> </a:t>
            </a:r>
            <a:r>
              <a:rPr sz="2800" dirty="0">
                <a:latin typeface="Calibri"/>
                <a:cs typeface="Calibri"/>
              </a:rPr>
              <a:t>+</a:t>
            </a:r>
            <a:r>
              <a:rPr sz="2800" spc="-5" dirty="0">
                <a:latin typeface="Calibri"/>
                <a:cs typeface="Calibri"/>
              </a:rPr>
              <a:t> </a:t>
            </a:r>
            <a:r>
              <a:rPr sz="2800" spc="-50" dirty="0">
                <a:latin typeface="Calibri"/>
                <a:cs typeface="Calibri"/>
              </a:rPr>
              <a:t>1</a:t>
            </a:r>
            <a:r>
              <a:rPr sz="2800" dirty="0">
                <a:latin typeface="Calibri"/>
                <a:cs typeface="Calibri"/>
              </a:rPr>
              <a:t>	+</a:t>
            </a:r>
            <a:r>
              <a:rPr sz="2800" spc="-20" dirty="0">
                <a:latin typeface="Calibri"/>
                <a:cs typeface="Calibri"/>
              </a:rPr>
              <a:t> </a:t>
            </a:r>
            <a:r>
              <a:rPr sz="2800" dirty="0">
                <a:latin typeface="Calibri"/>
                <a:cs typeface="Calibri"/>
              </a:rPr>
              <a:t>2 +</a:t>
            </a:r>
            <a:r>
              <a:rPr sz="2800" spc="-5"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 +</a:t>
            </a:r>
            <a:r>
              <a:rPr sz="2800" spc="-15" dirty="0">
                <a:latin typeface="Calibri"/>
                <a:cs typeface="Calibri"/>
              </a:rPr>
              <a:t> </a:t>
            </a:r>
            <a:r>
              <a:rPr sz="2800" dirty="0">
                <a:latin typeface="Calibri"/>
                <a:cs typeface="Calibri"/>
              </a:rPr>
              <a:t>n</a:t>
            </a:r>
            <a:r>
              <a:rPr sz="2800" spc="-5" dirty="0">
                <a:latin typeface="Calibri"/>
                <a:cs typeface="Calibri"/>
              </a:rPr>
              <a:t> </a:t>
            </a:r>
            <a:r>
              <a:rPr sz="2800" dirty="0">
                <a:latin typeface="Calibri"/>
                <a:cs typeface="Calibri"/>
              </a:rPr>
              <a:t>=</a:t>
            </a:r>
            <a:r>
              <a:rPr sz="2800" spc="-5" dirty="0">
                <a:latin typeface="Calibri"/>
                <a:cs typeface="Calibri"/>
              </a:rPr>
              <a:t> </a:t>
            </a:r>
            <a:r>
              <a:rPr sz="2800" spc="-10" dirty="0">
                <a:latin typeface="Calibri"/>
                <a:cs typeface="Calibri"/>
              </a:rPr>
              <a:t>n(n+1)/2.</a:t>
            </a:r>
            <a:endParaRPr sz="2800">
              <a:latin typeface="Calibri"/>
              <a:cs typeface="Calibri"/>
            </a:endParaRPr>
          </a:p>
          <a:p>
            <a:pPr marL="38100">
              <a:lnSpc>
                <a:spcPct val="100000"/>
              </a:lnSpc>
              <a:spcBef>
                <a:spcPts val="675"/>
              </a:spcBef>
            </a:pPr>
            <a:r>
              <a:rPr sz="2800" spc="-10" dirty="0">
                <a:latin typeface="Calibri"/>
                <a:cs typeface="Calibri"/>
              </a:rPr>
              <a:t>Gỉai:</a:t>
            </a:r>
            <a:endParaRPr sz="2800">
              <a:latin typeface="Calibri"/>
              <a:cs typeface="Calibri"/>
            </a:endParaRPr>
          </a:p>
          <a:p>
            <a:pPr marL="38100">
              <a:lnSpc>
                <a:spcPct val="100000"/>
              </a:lnSpc>
              <a:spcBef>
                <a:spcPts val="670"/>
              </a:spcBef>
              <a:tabLst>
                <a:tab pos="2487295" algn="l"/>
              </a:tabLst>
            </a:pPr>
            <a:r>
              <a:rPr sz="2800" dirty="0">
                <a:latin typeface="Calibri"/>
                <a:cs typeface="Calibri"/>
              </a:rPr>
              <a:t>Đặt</a:t>
            </a:r>
            <a:r>
              <a:rPr sz="2800" spc="-45" dirty="0">
                <a:latin typeface="Calibri"/>
                <a:cs typeface="Calibri"/>
              </a:rPr>
              <a:t> </a:t>
            </a:r>
            <a:r>
              <a:rPr sz="2800" dirty="0">
                <a:latin typeface="Calibri"/>
                <a:cs typeface="Calibri"/>
              </a:rPr>
              <a:t>p(n)</a:t>
            </a:r>
            <a:r>
              <a:rPr sz="2800" spc="-5"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“0</a:t>
            </a:r>
            <a:r>
              <a:rPr sz="2800" spc="-35" dirty="0">
                <a:latin typeface="Calibri"/>
                <a:cs typeface="Calibri"/>
              </a:rPr>
              <a:t> </a:t>
            </a:r>
            <a:r>
              <a:rPr sz="2800" dirty="0">
                <a:latin typeface="Calibri"/>
                <a:cs typeface="Calibri"/>
              </a:rPr>
              <a:t>+</a:t>
            </a:r>
            <a:r>
              <a:rPr sz="2800" spc="-15" dirty="0">
                <a:latin typeface="Calibri"/>
                <a:cs typeface="Calibri"/>
              </a:rPr>
              <a:t> </a:t>
            </a:r>
            <a:r>
              <a:rPr sz="2800" spc="-50" dirty="0">
                <a:latin typeface="Calibri"/>
                <a:cs typeface="Calibri"/>
              </a:rPr>
              <a:t>1</a:t>
            </a:r>
            <a:r>
              <a:rPr sz="2800" dirty="0">
                <a:latin typeface="Calibri"/>
                <a:cs typeface="Calibri"/>
              </a:rPr>
              <a:t>	+</a:t>
            </a:r>
            <a:r>
              <a:rPr sz="2800" spc="-5" dirty="0">
                <a:latin typeface="Calibri"/>
                <a:cs typeface="Calibri"/>
              </a:rPr>
              <a:t> </a:t>
            </a:r>
            <a:r>
              <a:rPr sz="2800" dirty="0">
                <a:latin typeface="Calibri"/>
                <a:cs typeface="Calibri"/>
              </a:rPr>
              <a:t>2 +</a:t>
            </a:r>
            <a:r>
              <a:rPr sz="2800" spc="-5"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a:t>
            </a:r>
            <a:r>
              <a:rPr sz="2800" spc="-20"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n</a:t>
            </a:r>
            <a:r>
              <a:rPr sz="2800" spc="-5" dirty="0">
                <a:latin typeface="Calibri"/>
                <a:cs typeface="Calibri"/>
              </a:rPr>
              <a:t> </a:t>
            </a:r>
            <a:r>
              <a:rPr sz="2800" dirty="0">
                <a:latin typeface="Calibri"/>
                <a:cs typeface="Calibri"/>
              </a:rPr>
              <a:t>=</a:t>
            </a:r>
            <a:r>
              <a:rPr sz="2800" spc="-5" dirty="0">
                <a:latin typeface="Calibri"/>
                <a:cs typeface="Calibri"/>
              </a:rPr>
              <a:t> </a:t>
            </a:r>
            <a:r>
              <a:rPr sz="2800" spc="-10" dirty="0">
                <a:latin typeface="Calibri"/>
                <a:cs typeface="Calibri"/>
              </a:rPr>
              <a:t>n(n+1)/2”.</a:t>
            </a:r>
            <a:endParaRPr sz="2800">
              <a:latin typeface="Calibri"/>
              <a:cs typeface="Calibri"/>
            </a:endParaRPr>
          </a:p>
          <a:p>
            <a:pPr marL="38100">
              <a:lnSpc>
                <a:spcPct val="100000"/>
              </a:lnSpc>
              <a:spcBef>
                <a:spcPts val="710"/>
              </a:spcBef>
              <a:tabLst>
                <a:tab pos="6550659" algn="l"/>
              </a:tabLst>
            </a:pPr>
            <a:r>
              <a:rPr sz="2800" dirty="0">
                <a:latin typeface="Calibri"/>
                <a:cs typeface="Calibri"/>
              </a:rPr>
              <a:t>VD</a:t>
            </a:r>
            <a:r>
              <a:rPr sz="2800" spc="-30" dirty="0">
                <a:latin typeface="Calibri"/>
                <a:cs typeface="Calibri"/>
              </a:rPr>
              <a:t> </a:t>
            </a:r>
            <a:r>
              <a:rPr sz="2800" dirty="0">
                <a:latin typeface="Calibri"/>
                <a:cs typeface="Calibri"/>
              </a:rPr>
              <a:t>đã</a:t>
            </a:r>
            <a:r>
              <a:rPr sz="2800" spc="-30" dirty="0">
                <a:latin typeface="Calibri"/>
                <a:cs typeface="Calibri"/>
              </a:rPr>
              <a:t> </a:t>
            </a:r>
            <a:r>
              <a:rPr sz="2800" dirty="0">
                <a:latin typeface="Calibri"/>
                <a:cs typeface="Calibri"/>
              </a:rPr>
              <a:t>cho</a:t>
            </a:r>
            <a:r>
              <a:rPr sz="2800" spc="-20" dirty="0">
                <a:latin typeface="Calibri"/>
                <a:cs typeface="Calibri"/>
              </a:rPr>
              <a:t> </a:t>
            </a:r>
            <a:r>
              <a:rPr sz="2800" dirty="0">
                <a:latin typeface="Calibri"/>
                <a:cs typeface="Calibri"/>
              </a:rPr>
              <a:t>là</a:t>
            </a:r>
            <a:r>
              <a:rPr sz="2800" spc="-25" dirty="0">
                <a:latin typeface="Calibri"/>
                <a:cs typeface="Calibri"/>
              </a:rPr>
              <a:t> </a:t>
            </a:r>
            <a:r>
              <a:rPr sz="2800" dirty="0">
                <a:latin typeface="Calibri"/>
                <a:cs typeface="Calibri"/>
              </a:rPr>
              <a:t>mệnh</a:t>
            </a:r>
            <a:r>
              <a:rPr sz="2800" spc="-10" dirty="0">
                <a:latin typeface="Calibri"/>
                <a:cs typeface="Calibri"/>
              </a:rPr>
              <a:t> </a:t>
            </a:r>
            <a:r>
              <a:rPr sz="2800" dirty="0">
                <a:latin typeface="Calibri"/>
                <a:cs typeface="Calibri"/>
              </a:rPr>
              <a:t>đề:</a:t>
            </a:r>
            <a:r>
              <a:rPr sz="2800" spc="-5" dirty="0">
                <a:latin typeface="Calibri"/>
                <a:cs typeface="Calibri"/>
              </a:rPr>
              <a:t> </a:t>
            </a:r>
            <a:r>
              <a:rPr sz="2800" dirty="0">
                <a:latin typeface="Symbol"/>
                <a:cs typeface="Symbol"/>
              </a:rPr>
              <a:t></a:t>
            </a:r>
            <a:r>
              <a:rPr sz="2800" dirty="0">
                <a:latin typeface="Calibri"/>
                <a:cs typeface="Calibri"/>
              </a:rPr>
              <a:t>n</a:t>
            </a:r>
            <a:r>
              <a:rPr sz="2800" spc="-5" dirty="0">
                <a:latin typeface="Calibri"/>
                <a:cs typeface="Calibri"/>
              </a:rPr>
              <a:t> </a:t>
            </a:r>
            <a:r>
              <a:rPr sz="2800" dirty="0">
                <a:latin typeface="Symbol"/>
                <a:cs typeface="Symbol"/>
              </a:rPr>
              <a:t></a:t>
            </a:r>
            <a:r>
              <a:rPr sz="2800" spc="-80" dirty="0">
                <a:latin typeface="Times New Roman"/>
                <a:cs typeface="Times New Roman"/>
              </a:rPr>
              <a:t> </a:t>
            </a:r>
            <a:r>
              <a:rPr sz="2800" dirty="0">
                <a:latin typeface="Cambria Math"/>
                <a:cs typeface="Cambria Math"/>
              </a:rPr>
              <a:t>N</a:t>
            </a:r>
            <a:r>
              <a:rPr sz="2800" spc="-15" dirty="0">
                <a:latin typeface="Cambria Math"/>
                <a:cs typeface="Cambria Math"/>
              </a:rPr>
              <a:t> </a:t>
            </a:r>
            <a:r>
              <a:rPr sz="2800" dirty="0">
                <a:latin typeface="Calibri"/>
                <a:cs typeface="Calibri"/>
              </a:rPr>
              <a:t>,</a:t>
            </a:r>
            <a:r>
              <a:rPr sz="2800" spc="-20" dirty="0">
                <a:latin typeface="Calibri"/>
                <a:cs typeface="Calibri"/>
              </a:rPr>
              <a:t> </a:t>
            </a:r>
            <a:r>
              <a:rPr sz="2800" dirty="0">
                <a:solidFill>
                  <a:srgbClr val="FF0000"/>
                </a:solidFill>
                <a:latin typeface="Calibri"/>
                <a:cs typeface="Calibri"/>
              </a:rPr>
              <a:t>n</a:t>
            </a:r>
            <a:r>
              <a:rPr sz="2800" spc="-20" dirty="0">
                <a:solidFill>
                  <a:srgbClr val="FF0000"/>
                </a:solidFill>
                <a:latin typeface="Calibri"/>
                <a:cs typeface="Calibri"/>
              </a:rPr>
              <a:t> </a:t>
            </a:r>
            <a:r>
              <a:rPr sz="2800" dirty="0">
                <a:solidFill>
                  <a:srgbClr val="FF0000"/>
                </a:solidFill>
                <a:latin typeface="Symbol"/>
                <a:cs typeface="Symbol"/>
              </a:rPr>
              <a:t></a:t>
            </a:r>
            <a:r>
              <a:rPr sz="2800" spc="-90" dirty="0">
                <a:solidFill>
                  <a:srgbClr val="FF0000"/>
                </a:solidFill>
                <a:latin typeface="Times New Roman"/>
                <a:cs typeface="Times New Roman"/>
              </a:rPr>
              <a:t> </a:t>
            </a:r>
            <a:r>
              <a:rPr sz="2800" dirty="0">
                <a:solidFill>
                  <a:srgbClr val="FF0000"/>
                </a:solidFill>
                <a:latin typeface="Calibri"/>
                <a:cs typeface="Calibri"/>
              </a:rPr>
              <a:t>0</a:t>
            </a:r>
            <a:r>
              <a:rPr sz="2800" spc="-15" dirty="0">
                <a:solidFill>
                  <a:srgbClr val="FF0000"/>
                </a:solidFill>
                <a:latin typeface="Calibri"/>
                <a:cs typeface="Calibri"/>
              </a:rPr>
              <a:t> </a:t>
            </a:r>
            <a:r>
              <a:rPr sz="2800" dirty="0">
                <a:latin typeface="Calibri"/>
                <a:cs typeface="Calibri"/>
              </a:rPr>
              <a:t>,</a:t>
            </a:r>
            <a:r>
              <a:rPr sz="2800" spc="-20" dirty="0">
                <a:latin typeface="Calibri"/>
                <a:cs typeface="Calibri"/>
              </a:rPr>
              <a:t> p(n)</a:t>
            </a:r>
            <a:r>
              <a:rPr sz="2800" dirty="0">
                <a:latin typeface="Calibri"/>
                <a:cs typeface="Calibri"/>
              </a:rPr>
              <a:t>	</a:t>
            </a:r>
            <a:r>
              <a:rPr sz="2800" spc="-25" dirty="0">
                <a:latin typeface="Calibri"/>
                <a:cs typeface="Calibri"/>
              </a:rPr>
              <a:t>(1)</a:t>
            </a:r>
            <a:endParaRPr sz="2800">
              <a:latin typeface="Calibri"/>
              <a:cs typeface="Calibri"/>
            </a:endParaRPr>
          </a:p>
          <a:p>
            <a:pPr marL="1610995" marR="1166495" indent="-1573530">
              <a:lnSpc>
                <a:spcPts val="4070"/>
              </a:lnSpc>
              <a:spcBef>
                <a:spcPts val="180"/>
              </a:spcBef>
              <a:tabLst>
                <a:tab pos="6342380" algn="l"/>
              </a:tabLst>
            </a:pPr>
            <a:r>
              <a:rPr sz="2800" dirty="0">
                <a:latin typeface="Calibri"/>
                <a:cs typeface="Calibri"/>
              </a:rPr>
              <a:t>Theo</a:t>
            </a:r>
            <a:r>
              <a:rPr sz="2800" spc="-60" dirty="0">
                <a:latin typeface="Calibri"/>
                <a:cs typeface="Calibri"/>
              </a:rPr>
              <a:t> </a:t>
            </a:r>
            <a:r>
              <a:rPr sz="2800" dirty="0">
                <a:latin typeface="Calibri"/>
                <a:cs typeface="Calibri"/>
              </a:rPr>
              <a:t>nguyên</a:t>
            </a:r>
            <a:r>
              <a:rPr sz="2800" spc="-40" dirty="0">
                <a:latin typeface="Calibri"/>
                <a:cs typeface="Calibri"/>
              </a:rPr>
              <a:t> </a:t>
            </a:r>
            <a:r>
              <a:rPr sz="2800" dirty="0">
                <a:latin typeface="Calibri"/>
                <a:cs typeface="Calibri"/>
              </a:rPr>
              <a:t>lý</a:t>
            </a:r>
            <a:r>
              <a:rPr sz="2800" spc="-65" dirty="0">
                <a:latin typeface="Calibri"/>
                <a:cs typeface="Calibri"/>
              </a:rPr>
              <a:t> </a:t>
            </a:r>
            <a:r>
              <a:rPr sz="2800" dirty="0">
                <a:latin typeface="Calibri"/>
                <a:cs typeface="Calibri"/>
              </a:rPr>
              <a:t>qui</a:t>
            </a:r>
            <a:r>
              <a:rPr sz="2800" spc="-45" dirty="0">
                <a:latin typeface="Calibri"/>
                <a:cs typeface="Calibri"/>
              </a:rPr>
              <a:t> </a:t>
            </a:r>
            <a:r>
              <a:rPr sz="2800" dirty="0">
                <a:latin typeface="Calibri"/>
                <a:cs typeface="Calibri"/>
              </a:rPr>
              <a:t>nạp,</a:t>
            </a:r>
            <a:r>
              <a:rPr sz="2800" spc="-45" dirty="0">
                <a:latin typeface="Calibri"/>
                <a:cs typeface="Calibri"/>
              </a:rPr>
              <a:t> </a:t>
            </a:r>
            <a:r>
              <a:rPr sz="2800" dirty="0">
                <a:latin typeface="Calibri"/>
                <a:cs typeface="Calibri"/>
              </a:rPr>
              <a:t>chỉ</a:t>
            </a:r>
            <a:r>
              <a:rPr sz="2800" spc="-55" dirty="0">
                <a:latin typeface="Calibri"/>
                <a:cs typeface="Calibri"/>
              </a:rPr>
              <a:t> </a:t>
            </a:r>
            <a:r>
              <a:rPr sz="2800" dirty="0">
                <a:latin typeface="Calibri"/>
                <a:cs typeface="Calibri"/>
              </a:rPr>
              <a:t>cần</a:t>
            </a:r>
            <a:r>
              <a:rPr sz="2800" spc="-65" dirty="0">
                <a:latin typeface="Calibri"/>
                <a:cs typeface="Calibri"/>
              </a:rPr>
              <a:t> </a:t>
            </a:r>
            <a:r>
              <a:rPr sz="2800" dirty="0">
                <a:latin typeface="Calibri"/>
                <a:cs typeface="Calibri"/>
              </a:rPr>
              <a:t>chứng</a:t>
            </a:r>
            <a:r>
              <a:rPr sz="2800" spc="-40" dirty="0">
                <a:latin typeface="Calibri"/>
                <a:cs typeface="Calibri"/>
              </a:rPr>
              <a:t> </a:t>
            </a:r>
            <a:r>
              <a:rPr sz="2800" spc="-20" dirty="0">
                <a:latin typeface="Calibri"/>
                <a:cs typeface="Calibri"/>
              </a:rPr>
              <a:t>minh </a:t>
            </a:r>
            <a:r>
              <a:rPr sz="2800" dirty="0">
                <a:latin typeface="Calibri"/>
                <a:cs typeface="Calibri"/>
              </a:rPr>
              <a:t>p(0)</a:t>
            </a:r>
            <a:r>
              <a:rPr sz="2800" spc="-15" dirty="0">
                <a:latin typeface="Calibri"/>
                <a:cs typeface="Calibri"/>
              </a:rPr>
              <a:t> </a:t>
            </a:r>
            <a:r>
              <a:rPr sz="2800" dirty="0">
                <a:latin typeface="Symbol"/>
                <a:cs typeface="Symbol"/>
              </a:rPr>
              <a:t></a:t>
            </a:r>
            <a:r>
              <a:rPr sz="2800" spc="-95" dirty="0">
                <a:latin typeface="Times New Roman"/>
                <a:cs typeface="Times New Roman"/>
              </a:rPr>
              <a:t> </a:t>
            </a:r>
            <a:r>
              <a:rPr sz="2800" dirty="0">
                <a:latin typeface="Calibri"/>
                <a:cs typeface="Calibri"/>
              </a:rPr>
              <a:t>[</a:t>
            </a:r>
            <a:r>
              <a:rPr sz="2800" dirty="0">
                <a:latin typeface="Symbol"/>
                <a:cs typeface="Symbol"/>
              </a:rPr>
              <a:t></a:t>
            </a:r>
            <a:r>
              <a:rPr sz="2800" dirty="0">
                <a:latin typeface="Calibri"/>
                <a:cs typeface="Calibri"/>
              </a:rPr>
              <a:t>n</a:t>
            </a:r>
            <a:r>
              <a:rPr sz="2800" spc="-5" dirty="0">
                <a:latin typeface="Calibri"/>
                <a:cs typeface="Calibri"/>
              </a:rPr>
              <a:t> </a:t>
            </a:r>
            <a:r>
              <a:rPr sz="2800" dirty="0">
                <a:latin typeface="Symbol"/>
                <a:cs typeface="Symbol"/>
              </a:rPr>
              <a:t></a:t>
            </a:r>
            <a:r>
              <a:rPr sz="2800" spc="-90" dirty="0">
                <a:latin typeface="Times New Roman"/>
                <a:cs typeface="Times New Roman"/>
              </a:rPr>
              <a:t> </a:t>
            </a:r>
            <a:r>
              <a:rPr sz="2800" dirty="0">
                <a:latin typeface="Calibri"/>
                <a:cs typeface="Calibri"/>
              </a:rPr>
              <a:t>N</a:t>
            </a:r>
            <a:r>
              <a:rPr sz="2800" spc="-25" dirty="0">
                <a:latin typeface="Calibri"/>
                <a:cs typeface="Calibri"/>
              </a:rPr>
              <a:t> </a:t>
            </a:r>
            <a:r>
              <a:rPr sz="2800" dirty="0">
                <a:latin typeface="Calibri"/>
                <a:cs typeface="Calibri"/>
              </a:rPr>
              <a:t>,</a:t>
            </a:r>
            <a:r>
              <a:rPr sz="2800" spc="-35" dirty="0">
                <a:latin typeface="Calibri"/>
                <a:cs typeface="Calibri"/>
              </a:rPr>
              <a:t> </a:t>
            </a:r>
            <a:r>
              <a:rPr sz="2800" dirty="0">
                <a:latin typeface="Calibri"/>
                <a:cs typeface="Calibri"/>
              </a:rPr>
              <a:t>p(n)</a:t>
            </a:r>
            <a:r>
              <a:rPr sz="2800" spc="-10" dirty="0">
                <a:latin typeface="Calibri"/>
                <a:cs typeface="Calibri"/>
              </a:rPr>
              <a:t> </a:t>
            </a:r>
            <a:r>
              <a:rPr sz="2800" spc="-10" dirty="0">
                <a:latin typeface="Symbol"/>
                <a:cs typeface="Symbol"/>
              </a:rPr>
              <a:t></a:t>
            </a:r>
            <a:r>
              <a:rPr sz="2800" spc="-10" dirty="0">
                <a:latin typeface="Calibri"/>
                <a:cs typeface="Calibri"/>
              </a:rPr>
              <a:t>p(n+1)]</a:t>
            </a:r>
            <a:r>
              <a:rPr sz="2800" dirty="0">
                <a:latin typeface="Calibri"/>
                <a:cs typeface="Calibri"/>
              </a:rPr>
              <a:t>	</a:t>
            </a:r>
            <a:r>
              <a:rPr sz="2800" spc="-25" dirty="0">
                <a:latin typeface="Calibri"/>
                <a:cs typeface="Calibri"/>
              </a:rPr>
              <a:t>(2)</a:t>
            </a:r>
            <a:endParaRPr sz="2800">
              <a:latin typeface="Calibri"/>
              <a:cs typeface="Calibri"/>
            </a:endParaRPr>
          </a:p>
          <a:p>
            <a:pPr marL="38100">
              <a:lnSpc>
                <a:spcPct val="100000"/>
              </a:lnSpc>
              <a:spcBef>
                <a:spcPts val="380"/>
              </a:spcBef>
            </a:pPr>
            <a:r>
              <a:rPr sz="2800" dirty="0">
                <a:latin typeface="Calibri"/>
                <a:cs typeface="Calibri"/>
              </a:rPr>
              <a:t>đúng</a:t>
            </a:r>
            <a:r>
              <a:rPr sz="2800" spc="-30" dirty="0">
                <a:latin typeface="Calibri"/>
                <a:cs typeface="Calibri"/>
              </a:rPr>
              <a:t> </a:t>
            </a:r>
            <a:r>
              <a:rPr sz="2800" dirty="0">
                <a:latin typeface="Calibri"/>
                <a:cs typeface="Calibri"/>
              </a:rPr>
              <a:t>thì</a:t>
            </a:r>
            <a:r>
              <a:rPr sz="2800" spc="-25" dirty="0">
                <a:latin typeface="Calibri"/>
                <a:cs typeface="Calibri"/>
              </a:rPr>
              <a:t> </a:t>
            </a:r>
            <a:r>
              <a:rPr sz="2800" dirty="0">
                <a:latin typeface="Calibri"/>
                <a:cs typeface="Calibri"/>
              </a:rPr>
              <a:t>ta</a:t>
            </a:r>
            <a:r>
              <a:rPr sz="2800" spc="-35" dirty="0">
                <a:latin typeface="Calibri"/>
                <a:cs typeface="Calibri"/>
              </a:rPr>
              <a:t> </a:t>
            </a:r>
            <a:r>
              <a:rPr sz="2800" dirty="0">
                <a:latin typeface="Calibri"/>
                <a:cs typeface="Calibri"/>
              </a:rPr>
              <a:t>có</a:t>
            </a:r>
            <a:r>
              <a:rPr sz="2800" spc="-40" dirty="0">
                <a:latin typeface="Calibri"/>
                <a:cs typeface="Calibri"/>
              </a:rPr>
              <a:t> </a:t>
            </a:r>
            <a:r>
              <a:rPr sz="2800" dirty="0">
                <a:latin typeface="Calibri"/>
                <a:cs typeface="Calibri"/>
              </a:rPr>
              <a:t>(1)</a:t>
            </a:r>
            <a:r>
              <a:rPr sz="2800" spc="-40" dirty="0">
                <a:latin typeface="Calibri"/>
                <a:cs typeface="Calibri"/>
              </a:rPr>
              <a:t> </a:t>
            </a:r>
            <a:r>
              <a:rPr sz="2800" spc="-20" dirty="0">
                <a:latin typeface="Calibri"/>
                <a:cs typeface="Calibri"/>
              </a:rPr>
              <a:t>đúng.</a:t>
            </a:r>
            <a:endParaRPr sz="2800">
              <a:latin typeface="Calibri"/>
              <a:cs typeface="Calibri"/>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86639"/>
            <a:ext cx="4093210" cy="514350"/>
          </a:xfrm>
          <a:prstGeom prst="rect">
            <a:avLst/>
          </a:prstGeom>
        </p:spPr>
        <p:txBody>
          <a:bodyPr vert="horz" wrap="square" lIns="0" tIns="13335" rIns="0" bIns="0" rtlCol="0">
            <a:spAutoFit/>
          </a:bodyPr>
          <a:lstStyle/>
          <a:p>
            <a:pPr marL="12700">
              <a:lnSpc>
                <a:spcPct val="100000"/>
              </a:lnSpc>
              <a:spcBef>
                <a:spcPts val="105"/>
              </a:spcBef>
            </a:pPr>
            <a:r>
              <a:rPr sz="3200" b="1" dirty="0">
                <a:latin typeface="Calibri"/>
                <a:cs typeface="Calibri"/>
              </a:rPr>
              <a:t>1.8.8</a:t>
            </a:r>
            <a:r>
              <a:rPr sz="3200" b="1" spc="-25" dirty="0">
                <a:latin typeface="Calibri"/>
                <a:cs typeface="Calibri"/>
              </a:rPr>
              <a:t> </a:t>
            </a:r>
            <a:r>
              <a:rPr sz="3200" b="1" dirty="0">
                <a:latin typeface="Calibri"/>
                <a:cs typeface="Calibri"/>
              </a:rPr>
              <a:t>Nguyên</a:t>
            </a:r>
            <a:r>
              <a:rPr sz="3200" b="1" spc="-35" dirty="0">
                <a:latin typeface="Calibri"/>
                <a:cs typeface="Calibri"/>
              </a:rPr>
              <a:t> </a:t>
            </a:r>
            <a:r>
              <a:rPr sz="3200" b="1" dirty="0">
                <a:latin typeface="Calibri"/>
                <a:cs typeface="Calibri"/>
              </a:rPr>
              <a:t>lý</a:t>
            </a:r>
            <a:r>
              <a:rPr sz="3200" b="1" spc="-35" dirty="0">
                <a:latin typeface="Calibri"/>
                <a:cs typeface="Calibri"/>
              </a:rPr>
              <a:t> </a:t>
            </a:r>
            <a:r>
              <a:rPr sz="3200" b="1" dirty="0">
                <a:latin typeface="Calibri"/>
                <a:cs typeface="Calibri"/>
              </a:rPr>
              <a:t>qui</a:t>
            </a:r>
            <a:r>
              <a:rPr sz="3200" b="1" spc="-35" dirty="0">
                <a:latin typeface="Calibri"/>
                <a:cs typeface="Calibri"/>
              </a:rPr>
              <a:t> </a:t>
            </a:r>
            <a:r>
              <a:rPr sz="3200" b="1" spc="-20" dirty="0">
                <a:latin typeface="Calibri"/>
                <a:cs typeface="Calibri"/>
              </a:rPr>
              <a:t>nạp:</a:t>
            </a:r>
            <a:endParaRPr sz="3200">
              <a:latin typeface="Calibri"/>
              <a:cs typeface="Calibri"/>
            </a:endParaRPr>
          </a:p>
        </p:txBody>
      </p:sp>
      <p:sp>
        <p:nvSpPr>
          <p:cNvPr id="3" name="object 3"/>
          <p:cNvSpPr/>
          <p:nvPr/>
        </p:nvSpPr>
        <p:spPr>
          <a:xfrm>
            <a:off x="396240" y="2018236"/>
            <a:ext cx="8175625" cy="0"/>
          </a:xfrm>
          <a:custGeom>
            <a:avLst/>
            <a:gdLst/>
            <a:ahLst/>
            <a:cxnLst/>
            <a:rect l="l" t="t" r="r" b="b"/>
            <a:pathLst>
              <a:path w="8175625">
                <a:moveTo>
                  <a:pt x="0" y="0"/>
                </a:moveTo>
                <a:lnTo>
                  <a:pt x="8175266" y="0"/>
                </a:lnTo>
              </a:path>
            </a:pathLst>
          </a:custGeom>
          <a:ln w="27283">
            <a:solidFill>
              <a:srgbClr val="000000"/>
            </a:solidFill>
            <a:prstDash val="dash"/>
          </a:ln>
        </p:spPr>
        <p:txBody>
          <a:bodyPr wrap="square" lIns="0" tIns="0" rIns="0" bIns="0" rtlCol="0"/>
          <a:lstStyle/>
          <a:p>
            <a:endParaRPr/>
          </a:p>
        </p:txBody>
      </p:sp>
      <p:sp>
        <p:nvSpPr>
          <p:cNvPr id="4" name="object 4"/>
          <p:cNvSpPr txBox="1"/>
          <p:nvPr/>
        </p:nvSpPr>
        <p:spPr>
          <a:xfrm>
            <a:off x="383540" y="704687"/>
            <a:ext cx="7598409" cy="2833370"/>
          </a:xfrm>
          <a:prstGeom prst="rect">
            <a:avLst/>
          </a:prstGeom>
        </p:spPr>
        <p:txBody>
          <a:bodyPr vert="horz" wrap="square" lIns="0" tIns="90170" rIns="0" bIns="0" rtlCol="0">
            <a:spAutoFit/>
          </a:bodyPr>
          <a:lstStyle/>
          <a:p>
            <a:pPr marL="12700" marR="213360">
              <a:lnSpc>
                <a:spcPts val="3460"/>
              </a:lnSpc>
              <a:spcBef>
                <a:spcPts val="710"/>
              </a:spcBef>
            </a:pPr>
            <a:r>
              <a:rPr sz="3200" dirty="0">
                <a:latin typeface="Calibri"/>
                <a:cs typeface="Calibri"/>
              </a:rPr>
              <a:t>Mệnh</a:t>
            </a:r>
            <a:r>
              <a:rPr sz="3200" spc="-55" dirty="0">
                <a:latin typeface="Calibri"/>
                <a:cs typeface="Calibri"/>
              </a:rPr>
              <a:t> </a:t>
            </a:r>
            <a:r>
              <a:rPr sz="3200" dirty="0">
                <a:latin typeface="Calibri"/>
                <a:cs typeface="Calibri"/>
              </a:rPr>
              <a:t>đề</a:t>
            </a:r>
            <a:r>
              <a:rPr sz="3200" spc="-30" dirty="0">
                <a:latin typeface="Calibri"/>
                <a:cs typeface="Calibri"/>
              </a:rPr>
              <a:t> </a:t>
            </a:r>
            <a:r>
              <a:rPr sz="3200" spc="-35" dirty="0">
                <a:latin typeface="Calibri"/>
                <a:cs typeface="Calibri"/>
              </a:rPr>
              <a:t>“</a:t>
            </a:r>
            <a:r>
              <a:rPr sz="3350" spc="-35" dirty="0">
                <a:solidFill>
                  <a:srgbClr val="006FC0"/>
                </a:solidFill>
                <a:latin typeface="Symbol"/>
                <a:cs typeface="Symbol"/>
              </a:rPr>
              <a:t></a:t>
            </a:r>
            <a:r>
              <a:rPr sz="3350" spc="-150" dirty="0">
                <a:solidFill>
                  <a:srgbClr val="006FC0"/>
                </a:solidFill>
                <a:latin typeface="Times New Roman"/>
                <a:cs typeface="Times New Roman"/>
              </a:rPr>
              <a:t> </a:t>
            </a:r>
            <a:r>
              <a:rPr sz="3200" i="1" dirty="0">
                <a:solidFill>
                  <a:srgbClr val="006FC0"/>
                </a:solidFill>
                <a:latin typeface="Calibri"/>
                <a:cs typeface="Calibri"/>
              </a:rPr>
              <a:t>n</a:t>
            </a:r>
            <a:r>
              <a:rPr sz="3200" i="1" spc="-20" dirty="0">
                <a:solidFill>
                  <a:srgbClr val="006FC0"/>
                </a:solidFill>
                <a:latin typeface="Calibri"/>
                <a:cs typeface="Calibri"/>
              </a:rPr>
              <a:t> </a:t>
            </a:r>
            <a:r>
              <a:rPr sz="3350" spc="-125" dirty="0">
                <a:solidFill>
                  <a:srgbClr val="006FC0"/>
                </a:solidFill>
                <a:latin typeface="Symbol"/>
                <a:cs typeface="Symbol"/>
              </a:rPr>
              <a:t></a:t>
            </a:r>
            <a:r>
              <a:rPr sz="3350" spc="-110" dirty="0">
                <a:solidFill>
                  <a:srgbClr val="006FC0"/>
                </a:solidFill>
                <a:latin typeface="Times New Roman"/>
                <a:cs typeface="Times New Roman"/>
              </a:rPr>
              <a:t> </a:t>
            </a:r>
            <a:r>
              <a:rPr sz="3200" dirty="0">
                <a:solidFill>
                  <a:srgbClr val="006FC0"/>
                </a:solidFill>
                <a:latin typeface="Cambria Math"/>
                <a:cs typeface="Cambria Math"/>
              </a:rPr>
              <a:t>𝑁</a:t>
            </a:r>
            <a:r>
              <a:rPr sz="3200" spc="70" dirty="0">
                <a:solidFill>
                  <a:srgbClr val="006FC0"/>
                </a:solidFill>
                <a:latin typeface="Cambria Math"/>
                <a:cs typeface="Cambria Math"/>
              </a:rPr>
              <a:t> </a:t>
            </a:r>
            <a:r>
              <a:rPr sz="3200" i="1" dirty="0">
                <a:solidFill>
                  <a:srgbClr val="006FC0"/>
                </a:solidFill>
                <a:latin typeface="Calibri"/>
                <a:cs typeface="Calibri"/>
              </a:rPr>
              <a:t>,</a:t>
            </a:r>
            <a:r>
              <a:rPr sz="3200" i="1" spc="-25" dirty="0">
                <a:solidFill>
                  <a:srgbClr val="006FC0"/>
                </a:solidFill>
                <a:latin typeface="Calibri"/>
                <a:cs typeface="Calibri"/>
              </a:rPr>
              <a:t> </a:t>
            </a:r>
            <a:r>
              <a:rPr sz="3200" i="1" dirty="0">
                <a:solidFill>
                  <a:srgbClr val="006FC0"/>
                </a:solidFill>
                <a:latin typeface="Calibri"/>
                <a:cs typeface="Calibri"/>
              </a:rPr>
              <a:t>S(n)</a:t>
            </a:r>
            <a:r>
              <a:rPr sz="3200" dirty="0">
                <a:latin typeface="Calibri"/>
                <a:cs typeface="Calibri"/>
              </a:rPr>
              <a:t>”</a:t>
            </a:r>
            <a:r>
              <a:rPr sz="3200" spc="-25" dirty="0">
                <a:latin typeface="Calibri"/>
                <a:cs typeface="Calibri"/>
              </a:rPr>
              <a:t> </a:t>
            </a:r>
            <a:r>
              <a:rPr sz="3200" dirty="0">
                <a:latin typeface="Calibri"/>
                <a:cs typeface="Calibri"/>
              </a:rPr>
              <a:t>là</a:t>
            </a:r>
            <a:r>
              <a:rPr sz="3200" spc="-25" dirty="0">
                <a:latin typeface="Calibri"/>
                <a:cs typeface="Calibri"/>
              </a:rPr>
              <a:t> </a:t>
            </a:r>
            <a:r>
              <a:rPr sz="3200" dirty="0">
                <a:latin typeface="Calibri"/>
                <a:cs typeface="Calibri"/>
              </a:rPr>
              <a:t>hệ</a:t>
            </a:r>
            <a:r>
              <a:rPr sz="3200" spc="-20" dirty="0">
                <a:latin typeface="Calibri"/>
                <a:cs typeface="Calibri"/>
              </a:rPr>
              <a:t> </a:t>
            </a:r>
            <a:r>
              <a:rPr sz="3200" dirty="0">
                <a:latin typeface="Calibri"/>
                <a:cs typeface="Calibri"/>
              </a:rPr>
              <a:t>quả</a:t>
            </a:r>
            <a:r>
              <a:rPr sz="3200" spc="-20" dirty="0">
                <a:latin typeface="Calibri"/>
                <a:cs typeface="Calibri"/>
              </a:rPr>
              <a:t> </a:t>
            </a:r>
            <a:r>
              <a:rPr sz="3200" dirty="0">
                <a:latin typeface="Calibri"/>
                <a:cs typeface="Calibri"/>
              </a:rPr>
              <a:t>logic</a:t>
            </a:r>
            <a:r>
              <a:rPr sz="3200" spc="-25" dirty="0">
                <a:latin typeface="Calibri"/>
                <a:cs typeface="Calibri"/>
              </a:rPr>
              <a:t> của </a:t>
            </a:r>
            <a:r>
              <a:rPr sz="3200" dirty="0">
                <a:latin typeface="Calibri"/>
                <a:cs typeface="Calibri"/>
              </a:rPr>
              <a:t>“</a:t>
            </a:r>
            <a:r>
              <a:rPr sz="3200" i="1" dirty="0">
                <a:solidFill>
                  <a:srgbClr val="FF0000"/>
                </a:solidFill>
                <a:latin typeface="Calibri"/>
                <a:cs typeface="Calibri"/>
              </a:rPr>
              <a:t>S(0)</a:t>
            </a:r>
            <a:r>
              <a:rPr sz="3200" i="1" spc="-125" dirty="0">
                <a:solidFill>
                  <a:srgbClr val="FF0000"/>
                </a:solidFill>
                <a:latin typeface="Calibri"/>
                <a:cs typeface="Calibri"/>
              </a:rPr>
              <a:t> </a:t>
            </a:r>
            <a:r>
              <a:rPr sz="3350" spc="-110" dirty="0">
                <a:solidFill>
                  <a:srgbClr val="FF0000"/>
                </a:solidFill>
                <a:latin typeface="Symbol"/>
                <a:cs typeface="Symbol"/>
              </a:rPr>
              <a:t></a:t>
            </a:r>
            <a:r>
              <a:rPr sz="3350" spc="-130" dirty="0">
                <a:solidFill>
                  <a:srgbClr val="FF0000"/>
                </a:solidFill>
                <a:latin typeface="Times New Roman"/>
                <a:cs typeface="Times New Roman"/>
              </a:rPr>
              <a:t> </a:t>
            </a:r>
            <a:r>
              <a:rPr sz="3200" i="1" dirty="0">
                <a:solidFill>
                  <a:srgbClr val="FF0000"/>
                </a:solidFill>
                <a:latin typeface="Calibri"/>
                <a:cs typeface="Calibri"/>
              </a:rPr>
              <a:t>[</a:t>
            </a:r>
            <a:r>
              <a:rPr sz="3350" dirty="0">
                <a:solidFill>
                  <a:srgbClr val="FF0000"/>
                </a:solidFill>
                <a:latin typeface="Symbol"/>
                <a:cs typeface="Symbol"/>
              </a:rPr>
              <a:t></a:t>
            </a:r>
            <a:r>
              <a:rPr sz="3200" i="1" dirty="0">
                <a:solidFill>
                  <a:srgbClr val="FF0000"/>
                </a:solidFill>
                <a:latin typeface="Calibri"/>
                <a:cs typeface="Calibri"/>
              </a:rPr>
              <a:t>n</a:t>
            </a:r>
            <a:r>
              <a:rPr sz="3200" i="1" spc="-20" dirty="0">
                <a:solidFill>
                  <a:srgbClr val="FF0000"/>
                </a:solidFill>
                <a:latin typeface="Calibri"/>
                <a:cs typeface="Calibri"/>
              </a:rPr>
              <a:t> </a:t>
            </a:r>
            <a:r>
              <a:rPr sz="3350" spc="-125" dirty="0">
                <a:solidFill>
                  <a:srgbClr val="FF0000"/>
                </a:solidFill>
                <a:latin typeface="Symbol"/>
                <a:cs typeface="Symbol"/>
              </a:rPr>
              <a:t></a:t>
            </a:r>
            <a:r>
              <a:rPr sz="3350" spc="-110" dirty="0">
                <a:solidFill>
                  <a:srgbClr val="FF0000"/>
                </a:solidFill>
                <a:latin typeface="Times New Roman"/>
                <a:cs typeface="Times New Roman"/>
              </a:rPr>
              <a:t> </a:t>
            </a:r>
            <a:r>
              <a:rPr sz="3200" i="1" dirty="0">
                <a:solidFill>
                  <a:srgbClr val="FF0000"/>
                </a:solidFill>
                <a:latin typeface="Calibri"/>
                <a:cs typeface="Calibri"/>
              </a:rPr>
              <a:t>N</a:t>
            </a:r>
            <a:r>
              <a:rPr sz="3200" i="1" spc="-30" dirty="0">
                <a:solidFill>
                  <a:srgbClr val="FF0000"/>
                </a:solidFill>
                <a:latin typeface="Calibri"/>
                <a:cs typeface="Calibri"/>
              </a:rPr>
              <a:t> </a:t>
            </a:r>
            <a:r>
              <a:rPr sz="3200" i="1" dirty="0">
                <a:solidFill>
                  <a:srgbClr val="FF0000"/>
                </a:solidFill>
                <a:latin typeface="Calibri"/>
                <a:cs typeface="Calibri"/>
              </a:rPr>
              <a:t>,</a:t>
            </a:r>
            <a:r>
              <a:rPr sz="3200" i="1" spc="-30" dirty="0">
                <a:solidFill>
                  <a:srgbClr val="FF0000"/>
                </a:solidFill>
                <a:latin typeface="Calibri"/>
                <a:cs typeface="Calibri"/>
              </a:rPr>
              <a:t> </a:t>
            </a:r>
            <a:r>
              <a:rPr sz="3200" i="1" dirty="0">
                <a:solidFill>
                  <a:srgbClr val="FF0000"/>
                </a:solidFill>
                <a:latin typeface="Calibri"/>
                <a:cs typeface="Calibri"/>
              </a:rPr>
              <a:t>S(n)</a:t>
            </a:r>
            <a:r>
              <a:rPr sz="3200" i="1" spc="-30" dirty="0">
                <a:solidFill>
                  <a:srgbClr val="FF0000"/>
                </a:solidFill>
                <a:latin typeface="Calibri"/>
                <a:cs typeface="Calibri"/>
              </a:rPr>
              <a:t> </a:t>
            </a:r>
            <a:r>
              <a:rPr sz="3350" spc="-165" dirty="0">
                <a:solidFill>
                  <a:srgbClr val="FF0000"/>
                </a:solidFill>
                <a:latin typeface="Symbol"/>
                <a:cs typeface="Symbol"/>
              </a:rPr>
              <a:t></a:t>
            </a:r>
            <a:r>
              <a:rPr sz="3350" spc="-110" dirty="0">
                <a:solidFill>
                  <a:srgbClr val="FF0000"/>
                </a:solidFill>
                <a:latin typeface="Times New Roman"/>
                <a:cs typeface="Times New Roman"/>
              </a:rPr>
              <a:t> </a:t>
            </a:r>
            <a:r>
              <a:rPr sz="3200" i="1" spc="-10" dirty="0">
                <a:solidFill>
                  <a:srgbClr val="FF0000"/>
                </a:solidFill>
                <a:latin typeface="Calibri"/>
                <a:cs typeface="Calibri"/>
              </a:rPr>
              <a:t>S(n+1)]</a:t>
            </a:r>
            <a:r>
              <a:rPr sz="3200" spc="-10" dirty="0">
                <a:latin typeface="Calibri"/>
                <a:cs typeface="Calibri"/>
              </a:rPr>
              <a:t>”.</a:t>
            </a:r>
            <a:endParaRPr sz="3200">
              <a:latin typeface="Calibri"/>
              <a:cs typeface="Calibri"/>
            </a:endParaRPr>
          </a:p>
          <a:p>
            <a:pPr>
              <a:lnSpc>
                <a:spcPct val="100000"/>
              </a:lnSpc>
              <a:spcBef>
                <a:spcPts val="1035"/>
              </a:spcBef>
            </a:pPr>
            <a:endParaRPr sz="3200">
              <a:latin typeface="Calibri"/>
              <a:cs typeface="Calibri"/>
            </a:endParaRPr>
          </a:p>
          <a:p>
            <a:pPr marL="12700" marR="5080">
              <a:lnSpc>
                <a:spcPts val="2990"/>
              </a:lnSpc>
            </a:pPr>
            <a:r>
              <a:rPr sz="2800" dirty="0">
                <a:latin typeface="Calibri"/>
                <a:cs typeface="Calibri"/>
              </a:rPr>
              <a:t>VD</a:t>
            </a:r>
            <a:r>
              <a:rPr sz="2800" spc="-30" dirty="0">
                <a:latin typeface="Calibri"/>
                <a:cs typeface="Calibri"/>
              </a:rPr>
              <a:t> </a:t>
            </a:r>
            <a:r>
              <a:rPr sz="2800" dirty="0">
                <a:latin typeface="Calibri"/>
                <a:cs typeface="Calibri"/>
              </a:rPr>
              <a:t>2:</a:t>
            </a:r>
            <a:r>
              <a:rPr sz="2800" spc="-15" dirty="0">
                <a:latin typeface="Calibri"/>
                <a:cs typeface="Calibri"/>
              </a:rPr>
              <a:t> </a:t>
            </a:r>
            <a:r>
              <a:rPr sz="2800" dirty="0">
                <a:latin typeface="Calibri"/>
                <a:cs typeface="Calibri"/>
              </a:rPr>
              <a:t>n</a:t>
            </a:r>
            <a:r>
              <a:rPr sz="2800" spc="-30" dirty="0">
                <a:latin typeface="Calibri"/>
                <a:cs typeface="Calibri"/>
              </a:rPr>
              <a:t> </a:t>
            </a:r>
            <a:r>
              <a:rPr sz="2800" dirty="0">
                <a:latin typeface="Calibri"/>
                <a:cs typeface="Calibri"/>
              </a:rPr>
              <a:t>là</a:t>
            </a:r>
            <a:r>
              <a:rPr sz="2800" spc="-45" dirty="0">
                <a:latin typeface="Calibri"/>
                <a:cs typeface="Calibri"/>
              </a:rPr>
              <a:t> </a:t>
            </a:r>
            <a:r>
              <a:rPr sz="2800" dirty="0">
                <a:latin typeface="Calibri"/>
                <a:cs typeface="Calibri"/>
              </a:rPr>
              <a:t>số</a:t>
            </a:r>
            <a:r>
              <a:rPr sz="2800" spc="-20" dirty="0">
                <a:latin typeface="Calibri"/>
                <a:cs typeface="Calibri"/>
              </a:rPr>
              <a:t> </a:t>
            </a:r>
            <a:r>
              <a:rPr sz="2800" dirty="0">
                <a:latin typeface="Calibri"/>
                <a:cs typeface="Calibri"/>
              </a:rPr>
              <a:t>nguyên </a:t>
            </a:r>
            <a:r>
              <a:rPr sz="2800" dirty="0">
                <a:latin typeface="Symbol"/>
                <a:cs typeface="Symbol"/>
              </a:rPr>
              <a:t></a:t>
            </a:r>
            <a:r>
              <a:rPr sz="2800" spc="-85" dirty="0">
                <a:latin typeface="Times New Roman"/>
                <a:cs typeface="Times New Roman"/>
              </a:rPr>
              <a:t> </a:t>
            </a:r>
            <a:r>
              <a:rPr sz="2800" dirty="0">
                <a:latin typeface="Calibri"/>
                <a:cs typeface="Calibri"/>
              </a:rPr>
              <a:t>0,</a:t>
            </a:r>
            <a:r>
              <a:rPr sz="2800" spc="-30" dirty="0">
                <a:latin typeface="Calibri"/>
                <a:cs typeface="Calibri"/>
              </a:rPr>
              <a:t> </a:t>
            </a:r>
            <a:r>
              <a:rPr sz="2800" dirty="0">
                <a:latin typeface="Calibri"/>
                <a:cs typeface="Calibri"/>
              </a:rPr>
              <a:t>x,</a:t>
            </a:r>
            <a:r>
              <a:rPr sz="2800" spc="-30" dirty="0">
                <a:latin typeface="Calibri"/>
                <a:cs typeface="Calibri"/>
              </a:rPr>
              <a:t> </a:t>
            </a:r>
            <a:r>
              <a:rPr sz="2800" dirty="0">
                <a:latin typeface="Calibri"/>
                <a:cs typeface="Calibri"/>
              </a:rPr>
              <a:t>y</a:t>
            </a:r>
            <a:r>
              <a:rPr sz="2800" spc="-25" dirty="0">
                <a:latin typeface="Calibri"/>
                <a:cs typeface="Calibri"/>
              </a:rPr>
              <a:t> </a:t>
            </a:r>
            <a:r>
              <a:rPr sz="2800" dirty="0">
                <a:latin typeface="Calibri"/>
                <a:cs typeface="Calibri"/>
              </a:rPr>
              <a:t>là</a:t>
            </a:r>
            <a:r>
              <a:rPr sz="2800" spc="-50" dirty="0">
                <a:latin typeface="Calibri"/>
                <a:cs typeface="Calibri"/>
              </a:rPr>
              <a:t> </a:t>
            </a:r>
            <a:r>
              <a:rPr sz="2800" dirty="0">
                <a:latin typeface="Calibri"/>
                <a:cs typeface="Calibri"/>
              </a:rPr>
              <a:t>giá</a:t>
            </a:r>
            <a:r>
              <a:rPr sz="2800" spc="-35" dirty="0">
                <a:latin typeface="Calibri"/>
                <a:cs typeface="Calibri"/>
              </a:rPr>
              <a:t> </a:t>
            </a:r>
            <a:r>
              <a:rPr sz="2800" dirty="0">
                <a:latin typeface="Calibri"/>
                <a:cs typeface="Calibri"/>
              </a:rPr>
              <a:t>trị</a:t>
            </a:r>
            <a:r>
              <a:rPr sz="2800" spc="-25" dirty="0">
                <a:latin typeface="Calibri"/>
                <a:cs typeface="Calibri"/>
              </a:rPr>
              <a:t> </a:t>
            </a:r>
            <a:r>
              <a:rPr sz="2800" dirty="0">
                <a:latin typeface="Calibri"/>
                <a:cs typeface="Calibri"/>
              </a:rPr>
              <a:t>thực.</a:t>
            </a:r>
            <a:r>
              <a:rPr sz="2800" spc="10" dirty="0">
                <a:latin typeface="Calibri"/>
                <a:cs typeface="Calibri"/>
              </a:rPr>
              <a:t> </a:t>
            </a:r>
            <a:r>
              <a:rPr sz="2800" dirty="0">
                <a:latin typeface="Calibri"/>
                <a:cs typeface="Calibri"/>
              </a:rPr>
              <a:t>Xét</a:t>
            </a:r>
            <a:r>
              <a:rPr sz="2800" spc="-40" dirty="0">
                <a:latin typeface="Calibri"/>
                <a:cs typeface="Calibri"/>
              </a:rPr>
              <a:t> </a:t>
            </a:r>
            <a:r>
              <a:rPr sz="2800" spc="-20" dirty="0">
                <a:latin typeface="Calibri"/>
                <a:cs typeface="Calibri"/>
              </a:rPr>
              <a:t>đoạn </a:t>
            </a:r>
            <a:r>
              <a:rPr sz="2800" dirty="0">
                <a:latin typeface="Calibri"/>
                <a:cs typeface="Calibri"/>
              </a:rPr>
              <a:t>chương</a:t>
            </a:r>
            <a:r>
              <a:rPr sz="2800" spc="-70" dirty="0">
                <a:latin typeface="Calibri"/>
                <a:cs typeface="Calibri"/>
              </a:rPr>
              <a:t> </a:t>
            </a:r>
            <a:r>
              <a:rPr sz="2800" spc="-10" dirty="0">
                <a:latin typeface="Calibri"/>
                <a:cs typeface="Calibri"/>
              </a:rPr>
              <a:t>trình</a:t>
            </a:r>
            <a:endParaRPr sz="2800">
              <a:latin typeface="Calibri"/>
              <a:cs typeface="Calibri"/>
            </a:endParaRPr>
          </a:p>
          <a:p>
            <a:pPr marL="1803400">
              <a:lnSpc>
                <a:spcPct val="100000"/>
              </a:lnSpc>
              <a:spcBef>
                <a:spcPts val="295"/>
              </a:spcBef>
            </a:pPr>
            <a:r>
              <a:rPr sz="2800" dirty="0">
                <a:latin typeface="Calibri"/>
                <a:cs typeface="Calibri"/>
              </a:rPr>
              <a:t>X=x;</a:t>
            </a:r>
            <a:r>
              <a:rPr sz="2800" spc="-45" dirty="0">
                <a:latin typeface="Calibri"/>
                <a:cs typeface="Calibri"/>
              </a:rPr>
              <a:t> </a:t>
            </a:r>
            <a:r>
              <a:rPr sz="2800" dirty="0">
                <a:latin typeface="Calibri"/>
                <a:cs typeface="Calibri"/>
              </a:rPr>
              <a:t>Y=y;</a:t>
            </a:r>
            <a:r>
              <a:rPr sz="2800" spc="-35" dirty="0">
                <a:latin typeface="Calibri"/>
                <a:cs typeface="Calibri"/>
              </a:rPr>
              <a:t> </a:t>
            </a:r>
            <a:r>
              <a:rPr sz="2800" spc="-20" dirty="0">
                <a:latin typeface="Calibri"/>
                <a:cs typeface="Calibri"/>
              </a:rPr>
              <a:t>N=</a:t>
            </a:r>
            <a:r>
              <a:rPr sz="2800" spc="-20" dirty="0">
                <a:solidFill>
                  <a:srgbClr val="FF0000"/>
                </a:solidFill>
                <a:latin typeface="Calibri"/>
                <a:cs typeface="Calibri"/>
              </a:rPr>
              <a:t>n</a:t>
            </a:r>
            <a:r>
              <a:rPr sz="2800" spc="-20" dirty="0">
                <a:latin typeface="Calibri"/>
                <a:cs typeface="Calibri"/>
              </a:rPr>
              <a:t>;</a:t>
            </a:r>
            <a:endParaRPr sz="2800">
              <a:latin typeface="Calibri"/>
              <a:cs typeface="Calibri"/>
            </a:endParaRPr>
          </a:p>
        </p:txBody>
      </p:sp>
      <p:sp>
        <p:nvSpPr>
          <p:cNvPr id="5" name="object 5"/>
          <p:cNvSpPr txBox="1"/>
          <p:nvPr/>
        </p:nvSpPr>
        <p:spPr>
          <a:xfrm>
            <a:off x="2174494" y="3512591"/>
            <a:ext cx="1803400" cy="2842260"/>
          </a:xfrm>
          <a:prstGeom prst="rect">
            <a:avLst/>
          </a:prstGeom>
        </p:spPr>
        <p:txBody>
          <a:bodyPr vert="horz" wrap="square" lIns="0" tIns="55244" rIns="0" bIns="0" rtlCol="0">
            <a:spAutoFit/>
          </a:bodyPr>
          <a:lstStyle/>
          <a:p>
            <a:pPr marL="12700">
              <a:lnSpc>
                <a:spcPct val="100000"/>
              </a:lnSpc>
              <a:spcBef>
                <a:spcPts val="434"/>
              </a:spcBef>
            </a:pPr>
            <a:r>
              <a:rPr sz="2800" dirty="0">
                <a:latin typeface="Calibri"/>
                <a:cs typeface="Calibri"/>
              </a:rPr>
              <a:t>while</a:t>
            </a:r>
            <a:r>
              <a:rPr sz="2800" spc="-15" dirty="0">
                <a:latin typeface="Calibri"/>
                <a:cs typeface="Calibri"/>
              </a:rPr>
              <a:t> </a:t>
            </a:r>
            <a:r>
              <a:rPr sz="2800" spc="-10" dirty="0">
                <a:latin typeface="Calibri"/>
                <a:cs typeface="Calibri"/>
              </a:rPr>
              <a:t>(N!=0)</a:t>
            </a:r>
            <a:endParaRPr sz="2800">
              <a:latin typeface="Calibri"/>
              <a:cs typeface="Calibri"/>
            </a:endParaRPr>
          </a:p>
          <a:p>
            <a:pPr marL="12700">
              <a:lnSpc>
                <a:spcPct val="100000"/>
              </a:lnSpc>
              <a:spcBef>
                <a:spcPts val="335"/>
              </a:spcBef>
            </a:pPr>
            <a:r>
              <a:rPr sz="2800" spc="-50" dirty="0">
                <a:latin typeface="Calibri"/>
                <a:cs typeface="Calibri"/>
              </a:rPr>
              <a:t>{</a:t>
            </a:r>
            <a:endParaRPr sz="2800">
              <a:latin typeface="Calibri"/>
              <a:cs typeface="Calibri"/>
            </a:endParaRPr>
          </a:p>
          <a:p>
            <a:pPr marL="377190" marR="400685">
              <a:lnSpc>
                <a:spcPts val="3700"/>
              </a:lnSpc>
              <a:spcBef>
                <a:spcPts val="175"/>
              </a:spcBef>
            </a:pPr>
            <a:r>
              <a:rPr sz="2800" spc="-10" dirty="0">
                <a:latin typeface="Calibri"/>
                <a:cs typeface="Calibri"/>
              </a:rPr>
              <a:t>X=X*Y; </a:t>
            </a:r>
            <a:r>
              <a:rPr sz="2800" spc="-25" dirty="0">
                <a:latin typeface="Calibri"/>
                <a:cs typeface="Calibri"/>
              </a:rPr>
              <a:t>N=N-1;</a:t>
            </a:r>
            <a:endParaRPr sz="2800">
              <a:latin typeface="Calibri"/>
              <a:cs typeface="Calibri"/>
            </a:endParaRPr>
          </a:p>
          <a:p>
            <a:pPr marL="12700">
              <a:lnSpc>
                <a:spcPct val="100000"/>
              </a:lnSpc>
              <a:spcBef>
                <a:spcPts val="155"/>
              </a:spcBef>
            </a:pPr>
            <a:r>
              <a:rPr sz="2800" spc="-50" dirty="0">
                <a:latin typeface="Calibri"/>
                <a:cs typeface="Calibri"/>
              </a:rPr>
              <a:t>}</a:t>
            </a:r>
            <a:endParaRPr sz="2800">
              <a:latin typeface="Calibri"/>
              <a:cs typeface="Calibri"/>
            </a:endParaRPr>
          </a:p>
          <a:p>
            <a:pPr marL="12700">
              <a:lnSpc>
                <a:spcPct val="100000"/>
              </a:lnSpc>
              <a:spcBef>
                <a:spcPts val="340"/>
              </a:spcBef>
            </a:pPr>
            <a:r>
              <a:rPr sz="2800" spc="-10" dirty="0">
                <a:latin typeface="Calibri"/>
                <a:cs typeface="Calibri"/>
              </a:rPr>
              <a:t>ketqua=X;</a:t>
            </a:r>
            <a:endParaRPr sz="2800">
              <a:latin typeface="Calibri"/>
              <a:cs typeface="Calibri"/>
            </a:endParaRPr>
          </a:p>
        </p:txBody>
      </p:sp>
      <p:sp>
        <p:nvSpPr>
          <p:cNvPr id="6" name="object 6"/>
          <p:cNvSpPr txBox="1"/>
          <p:nvPr/>
        </p:nvSpPr>
        <p:spPr>
          <a:xfrm>
            <a:off x="4877561" y="3658361"/>
            <a:ext cx="3886200" cy="1385570"/>
          </a:xfrm>
          <a:prstGeom prst="rect">
            <a:avLst/>
          </a:prstGeom>
          <a:ln w="25907">
            <a:solidFill>
              <a:srgbClr val="000000"/>
            </a:solidFill>
          </a:ln>
        </p:spPr>
        <p:txBody>
          <a:bodyPr vert="horz" wrap="square" lIns="0" tIns="22225" rIns="0" bIns="0" rtlCol="0">
            <a:spAutoFit/>
          </a:bodyPr>
          <a:lstStyle/>
          <a:p>
            <a:pPr marL="91440" marR="262890">
              <a:lnSpc>
                <a:spcPct val="100000"/>
              </a:lnSpc>
              <a:spcBef>
                <a:spcPts val="175"/>
              </a:spcBef>
            </a:pPr>
            <a:r>
              <a:rPr sz="2800" dirty="0">
                <a:latin typeface="Calibri"/>
                <a:cs typeface="Calibri"/>
              </a:rPr>
              <a:t>Chứng</a:t>
            </a:r>
            <a:r>
              <a:rPr sz="2800" spc="-55" dirty="0">
                <a:latin typeface="Calibri"/>
                <a:cs typeface="Calibri"/>
              </a:rPr>
              <a:t> </a:t>
            </a:r>
            <a:r>
              <a:rPr sz="2800" dirty="0">
                <a:latin typeface="Calibri"/>
                <a:cs typeface="Calibri"/>
              </a:rPr>
              <a:t>minh</a:t>
            </a:r>
            <a:r>
              <a:rPr sz="2800" spc="-60" dirty="0">
                <a:latin typeface="Calibri"/>
                <a:cs typeface="Calibri"/>
              </a:rPr>
              <a:t> </a:t>
            </a:r>
            <a:r>
              <a:rPr sz="2800" dirty="0">
                <a:latin typeface="Calibri"/>
                <a:cs typeface="Calibri"/>
              </a:rPr>
              <a:t>rằng</a:t>
            </a:r>
            <a:r>
              <a:rPr sz="2800" spc="-55" dirty="0">
                <a:latin typeface="Calibri"/>
                <a:cs typeface="Calibri"/>
              </a:rPr>
              <a:t> </a:t>
            </a:r>
            <a:r>
              <a:rPr sz="2800" dirty="0">
                <a:latin typeface="Calibri"/>
                <a:cs typeface="Calibri"/>
              </a:rPr>
              <a:t>khi</a:t>
            </a:r>
            <a:r>
              <a:rPr sz="2800" spc="-65" dirty="0">
                <a:latin typeface="Calibri"/>
                <a:cs typeface="Calibri"/>
              </a:rPr>
              <a:t> </a:t>
            </a:r>
            <a:r>
              <a:rPr sz="2800" spc="-25" dirty="0">
                <a:latin typeface="Calibri"/>
                <a:cs typeface="Calibri"/>
              </a:rPr>
              <a:t>kết </a:t>
            </a:r>
            <a:r>
              <a:rPr sz="2800" dirty="0">
                <a:latin typeface="Calibri"/>
                <a:cs typeface="Calibri"/>
              </a:rPr>
              <a:t>thúc</a:t>
            </a:r>
            <a:r>
              <a:rPr sz="2800" spc="-10" dirty="0">
                <a:latin typeface="Calibri"/>
                <a:cs typeface="Calibri"/>
              </a:rPr>
              <a:t> </a:t>
            </a:r>
            <a:r>
              <a:rPr sz="2800" dirty="0">
                <a:latin typeface="Calibri"/>
                <a:cs typeface="Calibri"/>
              </a:rPr>
              <a:t>vòng</a:t>
            </a:r>
            <a:r>
              <a:rPr sz="2800" spc="-40" dirty="0">
                <a:latin typeface="Calibri"/>
                <a:cs typeface="Calibri"/>
              </a:rPr>
              <a:t> </a:t>
            </a:r>
            <a:r>
              <a:rPr sz="2800" dirty="0">
                <a:latin typeface="Calibri"/>
                <a:cs typeface="Calibri"/>
              </a:rPr>
              <a:t>lặp</a:t>
            </a:r>
            <a:r>
              <a:rPr sz="2800" spc="-30" dirty="0">
                <a:latin typeface="Calibri"/>
                <a:cs typeface="Calibri"/>
              </a:rPr>
              <a:t> </a:t>
            </a:r>
            <a:r>
              <a:rPr sz="2800" dirty="0">
                <a:latin typeface="Calibri"/>
                <a:cs typeface="Calibri"/>
              </a:rPr>
              <a:t>thì</a:t>
            </a:r>
            <a:r>
              <a:rPr sz="2800" spc="-35" dirty="0">
                <a:latin typeface="Calibri"/>
                <a:cs typeface="Calibri"/>
              </a:rPr>
              <a:t> </a:t>
            </a:r>
            <a:r>
              <a:rPr sz="2800" dirty="0">
                <a:latin typeface="Calibri"/>
                <a:cs typeface="Calibri"/>
              </a:rPr>
              <a:t>giá</a:t>
            </a:r>
            <a:r>
              <a:rPr sz="2800" spc="-40" dirty="0">
                <a:latin typeface="Calibri"/>
                <a:cs typeface="Calibri"/>
              </a:rPr>
              <a:t> </a:t>
            </a:r>
            <a:r>
              <a:rPr sz="2800" spc="-25" dirty="0">
                <a:latin typeface="Calibri"/>
                <a:cs typeface="Calibri"/>
              </a:rPr>
              <a:t>trị </a:t>
            </a:r>
            <a:r>
              <a:rPr sz="2800" dirty="0">
                <a:latin typeface="Calibri"/>
                <a:cs typeface="Calibri"/>
              </a:rPr>
              <a:t>của</a:t>
            </a:r>
            <a:r>
              <a:rPr sz="2800" spc="-55" dirty="0">
                <a:latin typeface="Calibri"/>
                <a:cs typeface="Calibri"/>
              </a:rPr>
              <a:t> </a:t>
            </a:r>
            <a:r>
              <a:rPr sz="2800" b="1" spc="-10" dirty="0">
                <a:latin typeface="Calibri"/>
                <a:cs typeface="Calibri"/>
              </a:rPr>
              <a:t>ketqua</a:t>
            </a:r>
            <a:r>
              <a:rPr sz="2800" b="1" spc="-25" dirty="0">
                <a:latin typeface="Calibri"/>
                <a:cs typeface="Calibri"/>
              </a:rPr>
              <a:t> </a:t>
            </a:r>
            <a:r>
              <a:rPr sz="2800" dirty="0">
                <a:latin typeface="Calibri"/>
                <a:cs typeface="Calibri"/>
              </a:rPr>
              <a:t>là</a:t>
            </a:r>
            <a:r>
              <a:rPr sz="2800" spc="-55" dirty="0">
                <a:latin typeface="Calibri"/>
                <a:cs typeface="Calibri"/>
              </a:rPr>
              <a:t> </a:t>
            </a:r>
            <a:r>
              <a:rPr sz="2800" b="1" dirty="0">
                <a:latin typeface="Calibri"/>
                <a:cs typeface="Calibri"/>
              </a:rPr>
              <a:t>xy</a:t>
            </a:r>
            <a:r>
              <a:rPr sz="2775" b="1" baseline="25525" dirty="0">
                <a:latin typeface="Calibri"/>
                <a:cs typeface="Calibri"/>
              </a:rPr>
              <a:t>n</a:t>
            </a:r>
            <a:r>
              <a:rPr sz="2775" b="1" spc="232" baseline="25525" dirty="0">
                <a:latin typeface="Calibri"/>
                <a:cs typeface="Calibri"/>
              </a:rPr>
              <a:t> </a:t>
            </a:r>
            <a:r>
              <a:rPr sz="2800" spc="-50" dirty="0">
                <a:latin typeface="Calibri"/>
                <a:cs typeface="Calibri"/>
              </a:rPr>
              <a:t>.</a:t>
            </a:r>
            <a:endParaRPr sz="2800">
              <a:latin typeface="Calibri"/>
              <a:cs typeface="Calibri"/>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243027"/>
            <a:ext cx="7406640" cy="452120"/>
          </a:xfrm>
          <a:prstGeom prst="rect">
            <a:avLst/>
          </a:prstGeom>
        </p:spPr>
        <p:txBody>
          <a:bodyPr vert="horz" wrap="square" lIns="0" tIns="12065" rIns="0" bIns="0" rtlCol="0">
            <a:spAutoFit/>
          </a:bodyPr>
          <a:lstStyle/>
          <a:p>
            <a:pPr marL="12700">
              <a:lnSpc>
                <a:spcPct val="100000"/>
              </a:lnSpc>
              <a:spcBef>
                <a:spcPts val="95"/>
              </a:spcBef>
            </a:pPr>
            <a:r>
              <a:rPr sz="2800" dirty="0">
                <a:latin typeface="Calibri"/>
                <a:cs typeface="Calibri"/>
              </a:rPr>
              <a:t>VD</a:t>
            </a:r>
            <a:r>
              <a:rPr sz="2800" spc="-40" dirty="0">
                <a:latin typeface="Calibri"/>
                <a:cs typeface="Calibri"/>
              </a:rPr>
              <a:t> </a:t>
            </a:r>
            <a:r>
              <a:rPr sz="2800" dirty="0">
                <a:latin typeface="Calibri"/>
                <a:cs typeface="Calibri"/>
              </a:rPr>
              <a:t>2:</a:t>
            </a:r>
            <a:r>
              <a:rPr sz="2800" spc="-10" dirty="0">
                <a:latin typeface="Calibri"/>
                <a:cs typeface="Calibri"/>
              </a:rPr>
              <a:t> </a:t>
            </a:r>
            <a:r>
              <a:rPr sz="2800" dirty="0">
                <a:latin typeface="Calibri"/>
                <a:cs typeface="Calibri"/>
              </a:rPr>
              <a:t>n</a:t>
            </a:r>
            <a:r>
              <a:rPr sz="2800" spc="-30" dirty="0">
                <a:latin typeface="Calibri"/>
                <a:cs typeface="Calibri"/>
              </a:rPr>
              <a:t> </a:t>
            </a:r>
            <a:r>
              <a:rPr sz="2800" dirty="0">
                <a:latin typeface="Calibri"/>
                <a:cs typeface="Calibri"/>
              </a:rPr>
              <a:t>là</a:t>
            </a:r>
            <a:r>
              <a:rPr sz="2800" spc="-50" dirty="0">
                <a:latin typeface="Calibri"/>
                <a:cs typeface="Calibri"/>
              </a:rPr>
              <a:t> </a:t>
            </a:r>
            <a:r>
              <a:rPr sz="2800" dirty="0">
                <a:latin typeface="Calibri"/>
                <a:cs typeface="Calibri"/>
              </a:rPr>
              <a:t>số</a:t>
            </a:r>
            <a:r>
              <a:rPr sz="2800" spc="-30" dirty="0">
                <a:latin typeface="Calibri"/>
                <a:cs typeface="Calibri"/>
              </a:rPr>
              <a:t> </a:t>
            </a:r>
            <a:r>
              <a:rPr sz="2800" dirty="0">
                <a:latin typeface="Calibri"/>
                <a:cs typeface="Calibri"/>
              </a:rPr>
              <a:t>nguyên</a:t>
            </a:r>
            <a:r>
              <a:rPr sz="2800" spc="-10" dirty="0">
                <a:latin typeface="Calibri"/>
                <a:cs typeface="Calibri"/>
              </a:rPr>
              <a:t> </a:t>
            </a:r>
            <a:r>
              <a:rPr sz="2800" dirty="0">
                <a:latin typeface="Symbol"/>
                <a:cs typeface="Symbol"/>
              </a:rPr>
              <a:t></a:t>
            </a:r>
            <a:r>
              <a:rPr sz="2800" spc="-90" dirty="0">
                <a:latin typeface="Times New Roman"/>
                <a:cs typeface="Times New Roman"/>
              </a:rPr>
              <a:t> </a:t>
            </a:r>
            <a:r>
              <a:rPr sz="2800" dirty="0">
                <a:latin typeface="Calibri"/>
                <a:cs typeface="Calibri"/>
              </a:rPr>
              <a:t>0,</a:t>
            </a:r>
            <a:r>
              <a:rPr sz="2800" spc="-25" dirty="0">
                <a:latin typeface="Calibri"/>
                <a:cs typeface="Calibri"/>
              </a:rPr>
              <a:t> </a:t>
            </a:r>
            <a:r>
              <a:rPr sz="2800" dirty="0">
                <a:latin typeface="Calibri"/>
                <a:cs typeface="Calibri"/>
              </a:rPr>
              <a:t>x,</a:t>
            </a:r>
            <a:r>
              <a:rPr sz="2800" spc="-35" dirty="0">
                <a:latin typeface="Calibri"/>
                <a:cs typeface="Calibri"/>
              </a:rPr>
              <a:t> </a:t>
            </a:r>
            <a:r>
              <a:rPr sz="2800" dirty="0">
                <a:latin typeface="Calibri"/>
                <a:cs typeface="Calibri"/>
              </a:rPr>
              <a:t>y</a:t>
            </a:r>
            <a:r>
              <a:rPr sz="2800" spc="-35" dirty="0">
                <a:latin typeface="Calibri"/>
                <a:cs typeface="Calibri"/>
              </a:rPr>
              <a:t> </a:t>
            </a:r>
            <a:r>
              <a:rPr sz="2800" dirty="0">
                <a:latin typeface="Calibri"/>
                <a:cs typeface="Calibri"/>
              </a:rPr>
              <a:t>là</a:t>
            </a:r>
            <a:r>
              <a:rPr sz="2800" spc="-40" dirty="0">
                <a:latin typeface="Calibri"/>
                <a:cs typeface="Calibri"/>
              </a:rPr>
              <a:t> </a:t>
            </a:r>
            <a:r>
              <a:rPr sz="2800" dirty="0">
                <a:latin typeface="Calibri"/>
                <a:cs typeface="Calibri"/>
              </a:rPr>
              <a:t>biến</a:t>
            </a:r>
            <a:r>
              <a:rPr sz="2800" spc="-20" dirty="0">
                <a:latin typeface="Calibri"/>
                <a:cs typeface="Calibri"/>
              </a:rPr>
              <a:t> </a:t>
            </a:r>
            <a:r>
              <a:rPr sz="2800" dirty="0">
                <a:latin typeface="Calibri"/>
                <a:cs typeface="Calibri"/>
              </a:rPr>
              <a:t>thực. Xét</a:t>
            </a:r>
            <a:r>
              <a:rPr sz="2800" spc="-50" dirty="0">
                <a:latin typeface="Calibri"/>
                <a:cs typeface="Calibri"/>
              </a:rPr>
              <a:t> </a:t>
            </a:r>
            <a:r>
              <a:rPr sz="2800" spc="-20" dirty="0">
                <a:latin typeface="Calibri"/>
                <a:cs typeface="Calibri"/>
              </a:rPr>
              <a:t>đoạn</a:t>
            </a:r>
            <a:endParaRPr sz="2800">
              <a:latin typeface="Calibri"/>
              <a:cs typeface="Calibri"/>
            </a:endParaRPr>
          </a:p>
        </p:txBody>
      </p:sp>
      <p:sp>
        <p:nvSpPr>
          <p:cNvPr id="3" name="object 3"/>
          <p:cNvSpPr txBox="1"/>
          <p:nvPr/>
        </p:nvSpPr>
        <p:spPr>
          <a:xfrm>
            <a:off x="383540" y="579780"/>
            <a:ext cx="2091055" cy="4123054"/>
          </a:xfrm>
          <a:prstGeom prst="rect">
            <a:avLst/>
          </a:prstGeom>
        </p:spPr>
        <p:txBody>
          <a:bodyPr vert="horz" wrap="square" lIns="0" tIns="12700" rIns="0" bIns="0" rtlCol="0">
            <a:spAutoFit/>
          </a:bodyPr>
          <a:lstStyle/>
          <a:p>
            <a:pPr marL="12700" marR="5080">
              <a:lnSpc>
                <a:spcPct val="120000"/>
              </a:lnSpc>
              <a:spcBef>
                <a:spcPts val="100"/>
              </a:spcBef>
            </a:pPr>
            <a:r>
              <a:rPr sz="2800" dirty="0">
                <a:latin typeface="Calibri"/>
                <a:cs typeface="Calibri"/>
              </a:rPr>
              <a:t>chương</a:t>
            </a:r>
            <a:r>
              <a:rPr sz="2800" spc="-70" dirty="0">
                <a:latin typeface="Calibri"/>
                <a:cs typeface="Calibri"/>
              </a:rPr>
              <a:t> </a:t>
            </a:r>
            <a:r>
              <a:rPr sz="2800" spc="-10" dirty="0">
                <a:latin typeface="Calibri"/>
                <a:cs typeface="Calibri"/>
              </a:rPr>
              <a:t>trình </a:t>
            </a:r>
            <a:r>
              <a:rPr sz="2800" dirty="0">
                <a:latin typeface="Calibri"/>
                <a:cs typeface="Calibri"/>
              </a:rPr>
              <a:t>X=x;</a:t>
            </a:r>
            <a:r>
              <a:rPr sz="2800" spc="-45" dirty="0">
                <a:latin typeface="Calibri"/>
                <a:cs typeface="Calibri"/>
              </a:rPr>
              <a:t> </a:t>
            </a:r>
            <a:r>
              <a:rPr sz="2800" dirty="0">
                <a:latin typeface="Calibri"/>
                <a:cs typeface="Calibri"/>
              </a:rPr>
              <a:t>Y=y;</a:t>
            </a:r>
            <a:r>
              <a:rPr sz="2800" spc="-45" dirty="0">
                <a:latin typeface="Calibri"/>
                <a:cs typeface="Calibri"/>
              </a:rPr>
              <a:t> </a:t>
            </a:r>
            <a:r>
              <a:rPr sz="2800" spc="-20" dirty="0">
                <a:latin typeface="Calibri"/>
                <a:cs typeface="Calibri"/>
              </a:rPr>
              <a:t>N=n;</a:t>
            </a:r>
            <a:endParaRPr sz="2800">
              <a:latin typeface="Calibri"/>
              <a:cs typeface="Calibri"/>
            </a:endParaRPr>
          </a:p>
          <a:p>
            <a:pPr marL="12700">
              <a:lnSpc>
                <a:spcPct val="100000"/>
              </a:lnSpc>
              <a:spcBef>
                <a:spcPts val="670"/>
              </a:spcBef>
            </a:pPr>
            <a:r>
              <a:rPr sz="2800" dirty="0">
                <a:latin typeface="Calibri"/>
                <a:cs typeface="Calibri"/>
              </a:rPr>
              <a:t>while</a:t>
            </a:r>
            <a:r>
              <a:rPr sz="2800" spc="-15" dirty="0">
                <a:latin typeface="Calibri"/>
                <a:cs typeface="Calibri"/>
              </a:rPr>
              <a:t> </a:t>
            </a:r>
            <a:r>
              <a:rPr sz="2800" spc="-10" dirty="0">
                <a:latin typeface="Calibri"/>
                <a:cs typeface="Calibri"/>
              </a:rPr>
              <a:t>(N!=0)</a:t>
            </a:r>
            <a:endParaRPr sz="2800">
              <a:latin typeface="Calibri"/>
              <a:cs typeface="Calibri"/>
            </a:endParaRPr>
          </a:p>
          <a:p>
            <a:pPr marL="12700">
              <a:lnSpc>
                <a:spcPct val="100000"/>
              </a:lnSpc>
              <a:spcBef>
                <a:spcPts val="675"/>
              </a:spcBef>
            </a:pPr>
            <a:r>
              <a:rPr sz="2800" spc="-50" dirty="0">
                <a:latin typeface="Calibri"/>
                <a:cs typeface="Calibri"/>
              </a:rPr>
              <a:t>{</a:t>
            </a:r>
            <a:endParaRPr sz="2800">
              <a:latin typeface="Calibri"/>
              <a:cs typeface="Calibri"/>
            </a:endParaRPr>
          </a:p>
          <a:p>
            <a:pPr marL="276225" marR="789305">
              <a:lnSpc>
                <a:spcPts val="4029"/>
              </a:lnSpc>
              <a:spcBef>
                <a:spcPts val="250"/>
              </a:spcBef>
            </a:pPr>
            <a:r>
              <a:rPr sz="2800" spc="-10" dirty="0">
                <a:latin typeface="Calibri"/>
                <a:cs typeface="Calibri"/>
              </a:rPr>
              <a:t>X=X*Y; </a:t>
            </a:r>
            <a:r>
              <a:rPr sz="2800" spc="-25" dirty="0">
                <a:latin typeface="Calibri"/>
                <a:cs typeface="Calibri"/>
              </a:rPr>
              <a:t>N=N-1;</a:t>
            </a:r>
            <a:endParaRPr sz="2800">
              <a:latin typeface="Calibri"/>
              <a:cs typeface="Calibri"/>
            </a:endParaRPr>
          </a:p>
          <a:p>
            <a:pPr marL="12700">
              <a:lnSpc>
                <a:spcPct val="100000"/>
              </a:lnSpc>
              <a:spcBef>
                <a:spcPts val="430"/>
              </a:spcBef>
            </a:pPr>
            <a:r>
              <a:rPr sz="2800" spc="-50" dirty="0">
                <a:latin typeface="Calibri"/>
                <a:cs typeface="Calibri"/>
              </a:rPr>
              <a:t>}</a:t>
            </a:r>
            <a:endParaRPr sz="2800">
              <a:latin typeface="Calibri"/>
              <a:cs typeface="Calibri"/>
            </a:endParaRPr>
          </a:p>
          <a:p>
            <a:pPr marL="12700">
              <a:lnSpc>
                <a:spcPct val="100000"/>
              </a:lnSpc>
              <a:spcBef>
                <a:spcPts val="670"/>
              </a:spcBef>
            </a:pPr>
            <a:r>
              <a:rPr sz="2800" spc="-10" dirty="0">
                <a:latin typeface="Calibri"/>
                <a:cs typeface="Calibri"/>
              </a:rPr>
              <a:t>ketqua=X;</a:t>
            </a:r>
            <a:endParaRPr sz="2800">
              <a:latin typeface="Calibri"/>
              <a:cs typeface="Calibri"/>
            </a:endParaRPr>
          </a:p>
        </p:txBody>
      </p:sp>
      <p:sp>
        <p:nvSpPr>
          <p:cNvPr id="4" name="object 4"/>
          <p:cNvSpPr txBox="1"/>
          <p:nvPr/>
        </p:nvSpPr>
        <p:spPr>
          <a:xfrm>
            <a:off x="3048761" y="811530"/>
            <a:ext cx="5638800" cy="1816735"/>
          </a:xfrm>
          <a:prstGeom prst="rect">
            <a:avLst/>
          </a:prstGeom>
          <a:ln w="25907">
            <a:solidFill>
              <a:srgbClr val="000000"/>
            </a:solidFill>
          </a:ln>
        </p:spPr>
        <p:txBody>
          <a:bodyPr vert="horz" wrap="square" lIns="0" tIns="21590" rIns="0" bIns="0" rtlCol="0">
            <a:spAutoFit/>
          </a:bodyPr>
          <a:lstStyle/>
          <a:p>
            <a:pPr marL="90805" marR="217170" algn="just">
              <a:lnSpc>
                <a:spcPct val="100000"/>
              </a:lnSpc>
              <a:spcBef>
                <a:spcPts val="170"/>
              </a:spcBef>
            </a:pPr>
            <a:r>
              <a:rPr sz="2800" dirty="0">
                <a:latin typeface="Calibri"/>
                <a:cs typeface="Calibri"/>
              </a:rPr>
              <a:t>Đặt</a:t>
            </a:r>
            <a:r>
              <a:rPr sz="2800" spc="-65" dirty="0">
                <a:latin typeface="Calibri"/>
                <a:cs typeface="Calibri"/>
              </a:rPr>
              <a:t> </a:t>
            </a:r>
            <a:r>
              <a:rPr sz="2800" dirty="0">
                <a:solidFill>
                  <a:srgbClr val="FF0000"/>
                </a:solidFill>
                <a:latin typeface="Calibri"/>
                <a:cs typeface="Calibri"/>
              </a:rPr>
              <a:t>S(n)</a:t>
            </a:r>
            <a:r>
              <a:rPr sz="2800" dirty="0">
                <a:latin typeface="Calibri"/>
                <a:cs typeface="Calibri"/>
              </a:rPr>
              <a:t>:</a:t>
            </a:r>
            <a:r>
              <a:rPr sz="2800" spc="-40" dirty="0">
                <a:latin typeface="Calibri"/>
                <a:cs typeface="Calibri"/>
              </a:rPr>
              <a:t> </a:t>
            </a:r>
            <a:r>
              <a:rPr sz="2800" dirty="0">
                <a:latin typeface="Calibri"/>
                <a:cs typeface="Calibri"/>
              </a:rPr>
              <a:t>“với</a:t>
            </a:r>
            <a:r>
              <a:rPr sz="2800" spc="-45" dirty="0">
                <a:latin typeface="Calibri"/>
                <a:cs typeface="Calibri"/>
              </a:rPr>
              <a:t> </a:t>
            </a:r>
            <a:r>
              <a:rPr sz="2800" dirty="0">
                <a:latin typeface="Calibri"/>
                <a:cs typeface="Calibri"/>
              </a:rPr>
              <a:t>bất</a:t>
            </a:r>
            <a:r>
              <a:rPr sz="2800" spc="-60" dirty="0">
                <a:latin typeface="Calibri"/>
                <a:cs typeface="Calibri"/>
              </a:rPr>
              <a:t> </a:t>
            </a:r>
            <a:r>
              <a:rPr sz="2800" dirty="0">
                <a:latin typeface="Calibri"/>
                <a:cs typeface="Calibri"/>
              </a:rPr>
              <a:t>kỳ</a:t>
            </a:r>
            <a:r>
              <a:rPr sz="2800" spc="-45" dirty="0">
                <a:latin typeface="Calibri"/>
                <a:cs typeface="Calibri"/>
              </a:rPr>
              <a:t> </a:t>
            </a:r>
            <a:r>
              <a:rPr sz="2800" dirty="0">
                <a:latin typeface="Calibri"/>
                <a:cs typeface="Calibri"/>
              </a:rPr>
              <a:t>số</a:t>
            </a:r>
            <a:r>
              <a:rPr sz="2800" spc="-60" dirty="0">
                <a:latin typeface="Calibri"/>
                <a:cs typeface="Calibri"/>
              </a:rPr>
              <a:t> </a:t>
            </a:r>
            <a:r>
              <a:rPr sz="2800" dirty="0">
                <a:latin typeface="Calibri"/>
                <a:cs typeface="Calibri"/>
              </a:rPr>
              <a:t>thực</a:t>
            </a:r>
            <a:r>
              <a:rPr sz="2800" spc="-35" dirty="0">
                <a:latin typeface="Calibri"/>
                <a:cs typeface="Calibri"/>
              </a:rPr>
              <a:t> </a:t>
            </a:r>
            <a:r>
              <a:rPr sz="2800" dirty="0">
                <a:latin typeface="Calibri"/>
                <a:cs typeface="Calibri"/>
              </a:rPr>
              <a:t>x,</a:t>
            </a:r>
            <a:r>
              <a:rPr sz="2800" spc="-45" dirty="0">
                <a:latin typeface="Calibri"/>
                <a:cs typeface="Calibri"/>
              </a:rPr>
              <a:t> </a:t>
            </a:r>
            <a:r>
              <a:rPr sz="2800" spc="-50" dirty="0">
                <a:latin typeface="Calibri"/>
                <a:cs typeface="Calibri"/>
              </a:rPr>
              <a:t>y,</a:t>
            </a:r>
            <a:r>
              <a:rPr sz="2800" spc="-45" dirty="0">
                <a:latin typeface="Calibri"/>
                <a:cs typeface="Calibri"/>
              </a:rPr>
              <a:t> </a:t>
            </a:r>
            <a:r>
              <a:rPr sz="2800" spc="-25" dirty="0">
                <a:latin typeface="Calibri"/>
                <a:cs typeface="Calibri"/>
              </a:rPr>
              <a:t>nếu </a:t>
            </a:r>
            <a:r>
              <a:rPr sz="2800" dirty="0">
                <a:latin typeface="Calibri"/>
                <a:cs typeface="Calibri"/>
              </a:rPr>
              <a:t>khi</a:t>
            </a:r>
            <a:r>
              <a:rPr sz="2800" spc="-45" dirty="0">
                <a:latin typeface="Calibri"/>
                <a:cs typeface="Calibri"/>
              </a:rPr>
              <a:t> </a:t>
            </a:r>
            <a:r>
              <a:rPr sz="2800" dirty="0">
                <a:latin typeface="Calibri"/>
                <a:cs typeface="Calibri"/>
              </a:rPr>
              <a:t>kiểm</a:t>
            </a:r>
            <a:r>
              <a:rPr sz="2800" spc="-40" dirty="0">
                <a:latin typeface="Calibri"/>
                <a:cs typeface="Calibri"/>
              </a:rPr>
              <a:t> </a:t>
            </a:r>
            <a:r>
              <a:rPr sz="2800" dirty="0">
                <a:latin typeface="Calibri"/>
                <a:cs typeface="Calibri"/>
              </a:rPr>
              <a:t>tra</a:t>
            </a:r>
            <a:r>
              <a:rPr sz="2800" spc="-45" dirty="0">
                <a:latin typeface="Calibri"/>
                <a:cs typeface="Calibri"/>
              </a:rPr>
              <a:t> </a:t>
            </a:r>
            <a:r>
              <a:rPr sz="2800" dirty="0">
                <a:latin typeface="Calibri"/>
                <a:cs typeface="Calibri"/>
              </a:rPr>
              <a:t>điều</a:t>
            </a:r>
            <a:r>
              <a:rPr sz="2800" spc="-45" dirty="0">
                <a:latin typeface="Calibri"/>
                <a:cs typeface="Calibri"/>
              </a:rPr>
              <a:t> </a:t>
            </a:r>
            <a:r>
              <a:rPr sz="2800" dirty="0">
                <a:latin typeface="Calibri"/>
                <a:cs typeface="Calibri"/>
              </a:rPr>
              <a:t>kiện</a:t>
            </a:r>
            <a:r>
              <a:rPr sz="2800" spc="-45" dirty="0">
                <a:latin typeface="Calibri"/>
                <a:cs typeface="Calibri"/>
              </a:rPr>
              <a:t> </a:t>
            </a:r>
            <a:r>
              <a:rPr sz="2800" dirty="0">
                <a:latin typeface="Calibri"/>
                <a:cs typeface="Calibri"/>
              </a:rPr>
              <a:t>N!=0</a:t>
            </a:r>
            <a:r>
              <a:rPr sz="2800" spc="-15" dirty="0">
                <a:latin typeface="Calibri"/>
                <a:cs typeface="Calibri"/>
              </a:rPr>
              <a:t> </a:t>
            </a:r>
            <a:r>
              <a:rPr sz="2800" dirty="0">
                <a:latin typeface="Calibri"/>
                <a:cs typeface="Calibri"/>
              </a:rPr>
              <a:t>với</a:t>
            </a:r>
            <a:r>
              <a:rPr sz="2800" spc="-35" dirty="0">
                <a:latin typeface="Calibri"/>
                <a:cs typeface="Calibri"/>
              </a:rPr>
              <a:t> </a:t>
            </a:r>
            <a:r>
              <a:rPr sz="2800" dirty="0">
                <a:latin typeface="Calibri"/>
                <a:cs typeface="Calibri"/>
              </a:rPr>
              <a:t>giá</a:t>
            </a:r>
            <a:r>
              <a:rPr sz="2800" spc="-45" dirty="0">
                <a:latin typeface="Calibri"/>
                <a:cs typeface="Calibri"/>
              </a:rPr>
              <a:t> </a:t>
            </a:r>
            <a:r>
              <a:rPr sz="2800" spc="-25" dirty="0">
                <a:latin typeface="Calibri"/>
                <a:cs typeface="Calibri"/>
              </a:rPr>
              <a:t>trị </a:t>
            </a:r>
            <a:r>
              <a:rPr sz="2800" dirty="0">
                <a:latin typeface="Calibri"/>
                <a:cs typeface="Calibri"/>
              </a:rPr>
              <a:t>của</a:t>
            </a:r>
            <a:r>
              <a:rPr sz="2800" spc="-45" dirty="0">
                <a:latin typeface="Calibri"/>
                <a:cs typeface="Calibri"/>
              </a:rPr>
              <a:t> </a:t>
            </a:r>
            <a:r>
              <a:rPr sz="2800" dirty="0">
                <a:latin typeface="Calibri"/>
                <a:cs typeface="Calibri"/>
              </a:rPr>
              <a:t>các</a:t>
            </a:r>
            <a:r>
              <a:rPr sz="2800" spc="-40" dirty="0">
                <a:latin typeface="Calibri"/>
                <a:cs typeface="Calibri"/>
              </a:rPr>
              <a:t> </a:t>
            </a:r>
            <a:r>
              <a:rPr sz="2800" dirty="0">
                <a:latin typeface="Calibri"/>
                <a:cs typeface="Calibri"/>
              </a:rPr>
              <a:t>biến</a:t>
            </a:r>
            <a:r>
              <a:rPr sz="2800" spc="-25" dirty="0">
                <a:latin typeface="Calibri"/>
                <a:cs typeface="Calibri"/>
              </a:rPr>
              <a:t> </a:t>
            </a:r>
            <a:r>
              <a:rPr sz="2800" dirty="0">
                <a:latin typeface="Calibri"/>
                <a:cs typeface="Calibri"/>
              </a:rPr>
              <a:t>là</a:t>
            </a:r>
            <a:r>
              <a:rPr sz="2800" spc="-55" dirty="0">
                <a:latin typeface="Calibri"/>
                <a:cs typeface="Calibri"/>
              </a:rPr>
              <a:t> </a:t>
            </a:r>
            <a:r>
              <a:rPr sz="2800" dirty="0">
                <a:latin typeface="Calibri"/>
                <a:cs typeface="Calibri"/>
              </a:rPr>
              <a:t>x,</a:t>
            </a:r>
            <a:r>
              <a:rPr sz="2800" spc="-35" dirty="0">
                <a:latin typeface="Calibri"/>
                <a:cs typeface="Calibri"/>
              </a:rPr>
              <a:t> </a:t>
            </a:r>
            <a:r>
              <a:rPr sz="2800" spc="-60" dirty="0">
                <a:latin typeface="Calibri"/>
                <a:cs typeface="Calibri"/>
              </a:rPr>
              <a:t>y,</a:t>
            </a:r>
            <a:r>
              <a:rPr sz="2800" spc="-35" dirty="0">
                <a:latin typeface="Calibri"/>
                <a:cs typeface="Calibri"/>
              </a:rPr>
              <a:t> </a:t>
            </a:r>
            <a:r>
              <a:rPr sz="2800" dirty="0">
                <a:latin typeface="Calibri"/>
                <a:cs typeface="Calibri"/>
              </a:rPr>
              <a:t>n</a:t>
            </a:r>
            <a:r>
              <a:rPr sz="2800" spc="-35" dirty="0">
                <a:latin typeface="Calibri"/>
                <a:cs typeface="Calibri"/>
              </a:rPr>
              <a:t> </a:t>
            </a:r>
            <a:r>
              <a:rPr sz="2800" dirty="0">
                <a:latin typeface="Calibri"/>
                <a:cs typeface="Calibri"/>
              </a:rPr>
              <a:t>thì</a:t>
            </a:r>
            <a:r>
              <a:rPr sz="2800" spc="-40" dirty="0">
                <a:latin typeface="Calibri"/>
                <a:cs typeface="Calibri"/>
              </a:rPr>
              <a:t> </a:t>
            </a:r>
            <a:r>
              <a:rPr sz="2800" dirty="0">
                <a:latin typeface="Calibri"/>
                <a:cs typeface="Calibri"/>
              </a:rPr>
              <a:t>khi</a:t>
            </a:r>
            <a:r>
              <a:rPr sz="2800" spc="-30" dirty="0">
                <a:latin typeface="Calibri"/>
                <a:cs typeface="Calibri"/>
              </a:rPr>
              <a:t> </a:t>
            </a:r>
            <a:r>
              <a:rPr sz="2800" dirty="0">
                <a:latin typeface="Calibri"/>
                <a:cs typeface="Calibri"/>
              </a:rPr>
              <a:t>kết</a:t>
            </a:r>
            <a:r>
              <a:rPr sz="2800" spc="-55" dirty="0">
                <a:latin typeface="Calibri"/>
                <a:cs typeface="Calibri"/>
              </a:rPr>
              <a:t> </a:t>
            </a:r>
            <a:r>
              <a:rPr sz="2800" spc="-20" dirty="0">
                <a:latin typeface="Calibri"/>
                <a:cs typeface="Calibri"/>
              </a:rPr>
              <a:t>thúc </a:t>
            </a:r>
            <a:r>
              <a:rPr sz="2800" dirty="0">
                <a:latin typeface="Calibri"/>
                <a:cs typeface="Calibri"/>
              </a:rPr>
              <a:t>vòng</a:t>
            </a:r>
            <a:r>
              <a:rPr sz="2800" spc="-35" dirty="0">
                <a:latin typeface="Calibri"/>
                <a:cs typeface="Calibri"/>
              </a:rPr>
              <a:t> </a:t>
            </a:r>
            <a:r>
              <a:rPr sz="2800" dirty="0">
                <a:latin typeface="Calibri"/>
                <a:cs typeface="Calibri"/>
              </a:rPr>
              <a:t>lặp</a:t>
            </a:r>
            <a:r>
              <a:rPr sz="2800" spc="-15" dirty="0">
                <a:latin typeface="Calibri"/>
                <a:cs typeface="Calibri"/>
              </a:rPr>
              <a:t> </a:t>
            </a:r>
            <a:r>
              <a:rPr sz="2800" dirty="0">
                <a:latin typeface="Calibri"/>
                <a:cs typeface="Calibri"/>
              </a:rPr>
              <a:t>biến</a:t>
            </a:r>
            <a:r>
              <a:rPr sz="2800" spc="-10" dirty="0">
                <a:latin typeface="Calibri"/>
                <a:cs typeface="Calibri"/>
              </a:rPr>
              <a:t> </a:t>
            </a:r>
            <a:r>
              <a:rPr sz="2800" dirty="0">
                <a:latin typeface="Calibri"/>
                <a:cs typeface="Calibri"/>
              </a:rPr>
              <a:t>X</a:t>
            </a:r>
            <a:r>
              <a:rPr sz="2800" spc="-35" dirty="0">
                <a:latin typeface="Calibri"/>
                <a:cs typeface="Calibri"/>
              </a:rPr>
              <a:t> </a:t>
            </a:r>
            <a:r>
              <a:rPr sz="2800" dirty="0">
                <a:latin typeface="Calibri"/>
                <a:cs typeface="Calibri"/>
              </a:rPr>
              <a:t>có</a:t>
            </a:r>
            <a:r>
              <a:rPr sz="2800" spc="-30" dirty="0">
                <a:latin typeface="Calibri"/>
                <a:cs typeface="Calibri"/>
              </a:rPr>
              <a:t> </a:t>
            </a:r>
            <a:r>
              <a:rPr sz="2800" dirty="0">
                <a:latin typeface="Calibri"/>
                <a:cs typeface="Calibri"/>
              </a:rPr>
              <a:t>giá</a:t>
            </a:r>
            <a:r>
              <a:rPr sz="2800" spc="-40" dirty="0">
                <a:latin typeface="Calibri"/>
                <a:cs typeface="Calibri"/>
              </a:rPr>
              <a:t> </a:t>
            </a:r>
            <a:r>
              <a:rPr sz="2800" dirty="0">
                <a:latin typeface="Calibri"/>
                <a:cs typeface="Calibri"/>
              </a:rPr>
              <a:t>trị</a:t>
            </a:r>
            <a:r>
              <a:rPr sz="2800" spc="-25" dirty="0">
                <a:latin typeface="Calibri"/>
                <a:cs typeface="Calibri"/>
              </a:rPr>
              <a:t> </a:t>
            </a:r>
            <a:r>
              <a:rPr sz="2800" b="1" dirty="0">
                <a:latin typeface="Calibri"/>
                <a:cs typeface="Calibri"/>
              </a:rPr>
              <a:t>xy</a:t>
            </a:r>
            <a:r>
              <a:rPr sz="2775" b="1" baseline="25525" dirty="0">
                <a:latin typeface="Calibri"/>
                <a:cs typeface="Calibri"/>
              </a:rPr>
              <a:t>n</a:t>
            </a:r>
            <a:r>
              <a:rPr sz="2775" b="1" spc="-7" baseline="25525" dirty="0">
                <a:latin typeface="Calibri"/>
                <a:cs typeface="Calibri"/>
              </a:rPr>
              <a:t> </a:t>
            </a:r>
            <a:r>
              <a:rPr sz="2800" spc="-50" dirty="0">
                <a:latin typeface="Calibri"/>
                <a:cs typeface="Calibri"/>
              </a:rPr>
              <a:t>”</a:t>
            </a:r>
            <a:endParaRPr sz="2800">
              <a:latin typeface="Calibri"/>
              <a:cs typeface="Calibri"/>
            </a:endParaRPr>
          </a:p>
        </p:txBody>
      </p:sp>
      <p:sp>
        <p:nvSpPr>
          <p:cNvPr id="5" name="object 5"/>
          <p:cNvSpPr/>
          <p:nvPr/>
        </p:nvSpPr>
        <p:spPr>
          <a:xfrm>
            <a:off x="3048761" y="2896361"/>
            <a:ext cx="5638800" cy="3108960"/>
          </a:xfrm>
          <a:custGeom>
            <a:avLst/>
            <a:gdLst/>
            <a:ahLst/>
            <a:cxnLst/>
            <a:rect l="l" t="t" r="r" b="b"/>
            <a:pathLst>
              <a:path w="5638800" h="3108960">
                <a:moveTo>
                  <a:pt x="0" y="3108960"/>
                </a:moveTo>
                <a:lnTo>
                  <a:pt x="5638799" y="3108960"/>
                </a:lnTo>
                <a:lnTo>
                  <a:pt x="5638799" y="0"/>
                </a:lnTo>
                <a:lnTo>
                  <a:pt x="0" y="0"/>
                </a:lnTo>
                <a:lnTo>
                  <a:pt x="0" y="3108960"/>
                </a:lnTo>
                <a:close/>
              </a:path>
            </a:pathLst>
          </a:custGeom>
          <a:ln w="25908">
            <a:solidFill>
              <a:srgbClr val="000000"/>
            </a:solidFill>
          </a:ln>
        </p:spPr>
        <p:txBody>
          <a:bodyPr wrap="square" lIns="0" tIns="0" rIns="0" bIns="0" rtlCol="0"/>
          <a:lstStyle/>
          <a:p>
            <a:endParaRPr/>
          </a:p>
        </p:txBody>
      </p:sp>
      <p:sp>
        <p:nvSpPr>
          <p:cNvPr id="6" name="object 6"/>
          <p:cNvSpPr txBox="1"/>
          <p:nvPr/>
        </p:nvSpPr>
        <p:spPr>
          <a:xfrm>
            <a:off x="3114675" y="2906394"/>
            <a:ext cx="5476240" cy="3012440"/>
          </a:xfrm>
          <a:prstGeom prst="rect">
            <a:avLst/>
          </a:prstGeom>
        </p:spPr>
        <p:txBody>
          <a:bodyPr vert="horz" wrap="square" lIns="0" tIns="12065" rIns="0" bIns="0" rtlCol="0">
            <a:spAutoFit/>
          </a:bodyPr>
          <a:lstStyle/>
          <a:p>
            <a:pPr marL="481965" indent="-456565">
              <a:lnSpc>
                <a:spcPct val="100000"/>
              </a:lnSpc>
              <a:spcBef>
                <a:spcPts val="95"/>
              </a:spcBef>
              <a:buChar char="-"/>
              <a:tabLst>
                <a:tab pos="481965" algn="l"/>
              </a:tabLst>
            </a:pPr>
            <a:r>
              <a:rPr sz="2800" dirty="0">
                <a:latin typeface="Calibri"/>
                <a:cs typeface="Calibri"/>
              </a:rPr>
              <a:t>S(0)</a:t>
            </a:r>
            <a:r>
              <a:rPr sz="2800" spc="-30" dirty="0">
                <a:latin typeface="Calibri"/>
                <a:cs typeface="Calibri"/>
              </a:rPr>
              <a:t> </a:t>
            </a:r>
            <a:r>
              <a:rPr sz="2800" dirty="0">
                <a:latin typeface="Calibri"/>
                <a:cs typeface="Calibri"/>
              </a:rPr>
              <a:t>:</a:t>
            </a:r>
            <a:r>
              <a:rPr sz="2800" spc="-40" dirty="0">
                <a:latin typeface="Calibri"/>
                <a:cs typeface="Calibri"/>
              </a:rPr>
              <a:t> </a:t>
            </a:r>
            <a:r>
              <a:rPr sz="2800" dirty="0">
                <a:latin typeface="Calibri"/>
                <a:cs typeface="Calibri"/>
              </a:rPr>
              <a:t>Đúng,</a:t>
            </a:r>
            <a:r>
              <a:rPr sz="2800" spc="-20" dirty="0">
                <a:latin typeface="Calibri"/>
                <a:cs typeface="Calibri"/>
              </a:rPr>
              <a:t> </a:t>
            </a:r>
            <a:r>
              <a:rPr sz="2800" dirty="0">
                <a:latin typeface="Calibri"/>
                <a:cs typeface="Calibri"/>
              </a:rPr>
              <a:t>ta</a:t>
            </a:r>
            <a:r>
              <a:rPr sz="2800" spc="-45" dirty="0">
                <a:latin typeface="Calibri"/>
                <a:cs typeface="Calibri"/>
              </a:rPr>
              <a:t> </a:t>
            </a:r>
            <a:r>
              <a:rPr sz="2800" dirty="0">
                <a:latin typeface="Calibri"/>
                <a:cs typeface="Calibri"/>
              </a:rPr>
              <a:t>có</a:t>
            </a:r>
            <a:r>
              <a:rPr sz="2800" spc="-30" dirty="0">
                <a:latin typeface="Calibri"/>
                <a:cs typeface="Calibri"/>
              </a:rPr>
              <a:t> </a:t>
            </a:r>
            <a:r>
              <a:rPr sz="2800" spc="-10" dirty="0">
                <a:latin typeface="Calibri"/>
                <a:cs typeface="Calibri"/>
              </a:rPr>
              <a:t>ketqua=xy</a:t>
            </a:r>
            <a:r>
              <a:rPr sz="2775" spc="-15" baseline="25525" dirty="0">
                <a:latin typeface="Calibri"/>
                <a:cs typeface="Calibri"/>
              </a:rPr>
              <a:t>0</a:t>
            </a:r>
            <a:r>
              <a:rPr sz="2800" spc="-10" dirty="0">
                <a:latin typeface="Calibri"/>
                <a:cs typeface="Calibri"/>
              </a:rPr>
              <a:t>.</a:t>
            </a:r>
            <a:endParaRPr sz="2800">
              <a:latin typeface="Calibri"/>
              <a:cs typeface="Calibri"/>
            </a:endParaRPr>
          </a:p>
          <a:p>
            <a:pPr marL="481965" indent="-456565">
              <a:lnSpc>
                <a:spcPts val="3340"/>
              </a:lnSpc>
              <a:spcBef>
                <a:spcPts val="35"/>
              </a:spcBef>
              <a:buChar char="-"/>
              <a:tabLst>
                <a:tab pos="481965" algn="l"/>
              </a:tabLst>
            </a:pPr>
            <a:r>
              <a:rPr sz="2800" dirty="0">
                <a:latin typeface="Calibri"/>
                <a:cs typeface="Calibri"/>
              </a:rPr>
              <a:t>Giả</a:t>
            </a:r>
            <a:r>
              <a:rPr sz="2800" spc="-30" dirty="0">
                <a:latin typeface="Calibri"/>
                <a:cs typeface="Calibri"/>
              </a:rPr>
              <a:t> </a:t>
            </a:r>
            <a:r>
              <a:rPr sz="2800" dirty="0">
                <a:latin typeface="Calibri"/>
                <a:cs typeface="Calibri"/>
              </a:rPr>
              <a:t>sử</a:t>
            </a:r>
            <a:r>
              <a:rPr sz="2800" spc="-20" dirty="0">
                <a:latin typeface="Calibri"/>
                <a:cs typeface="Calibri"/>
              </a:rPr>
              <a:t> </a:t>
            </a:r>
            <a:r>
              <a:rPr sz="2800" dirty="0">
                <a:latin typeface="Calibri"/>
                <a:cs typeface="Calibri"/>
              </a:rPr>
              <a:t>S(k)</a:t>
            </a:r>
            <a:r>
              <a:rPr sz="2800" spc="-20" dirty="0">
                <a:latin typeface="Calibri"/>
                <a:cs typeface="Calibri"/>
              </a:rPr>
              <a:t> </a:t>
            </a:r>
            <a:r>
              <a:rPr sz="2800" dirty="0">
                <a:latin typeface="Calibri"/>
                <a:cs typeface="Calibri"/>
              </a:rPr>
              <a:t>đúng,</a:t>
            </a:r>
            <a:r>
              <a:rPr sz="2800" spc="-5" dirty="0">
                <a:latin typeface="Calibri"/>
                <a:cs typeface="Calibri"/>
              </a:rPr>
              <a:t> </a:t>
            </a:r>
            <a:r>
              <a:rPr sz="2800" dirty="0">
                <a:latin typeface="Calibri"/>
                <a:cs typeface="Calibri"/>
              </a:rPr>
              <a:t>k</a:t>
            </a:r>
            <a:r>
              <a:rPr sz="2800" spc="-10" dirty="0">
                <a:latin typeface="Calibri"/>
                <a:cs typeface="Calibri"/>
              </a:rPr>
              <a:t> </a:t>
            </a:r>
            <a:r>
              <a:rPr sz="2800" dirty="0">
                <a:latin typeface="Symbol"/>
                <a:cs typeface="Symbol"/>
              </a:rPr>
              <a:t></a:t>
            </a:r>
            <a:r>
              <a:rPr sz="2800" spc="-90" dirty="0">
                <a:latin typeface="Times New Roman"/>
                <a:cs typeface="Times New Roman"/>
              </a:rPr>
              <a:t> </a:t>
            </a:r>
            <a:r>
              <a:rPr sz="2800" spc="-25" dirty="0">
                <a:latin typeface="Calibri"/>
                <a:cs typeface="Calibri"/>
              </a:rPr>
              <a:t>0.</a:t>
            </a:r>
            <a:endParaRPr sz="2800">
              <a:latin typeface="Calibri"/>
              <a:cs typeface="Calibri"/>
            </a:endParaRPr>
          </a:p>
          <a:p>
            <a:pPr marL="482600" marR="226695" indent="-457200" algn="just">
              <a:lnSpc>
                <a:spcPts val="3360"/>
              </a:lnSpc>
              <a:spcBef>
                <a:spcPts val="95"/>
              </a:spcBef>
              <a:buChar char="-"/>
              <a:tabLst>
                <a:tab pos="482600" algn="l"/>
                <a:tab pos="484505" algn="l"/>
              </a:tabLst>
            </a:pPr>
            <a:r>
              <a:rPr sz="2800" dirty="0">
                <a:latin typeface="Calibri"/>
                <a:cs typeface="Calibri"/>
              </a:rPr>
              <a:t>	Xét</a:t>
            </a:r>
            <a:r>
              <a:rPr sz="2800" spc="-60" dirty="0">
                <a:latin typeface="Calibri"/>
                <a:cs typeface="Calibri"/>
              </a:rPr>
              <a:t> </a:t>
            </a:r>
            <a:r>
              <a:rPr sz="2800" dirty="0">
                <a:latin typeface="Calibri"/>
                <a:cs typeface="Calibri"/>
              </a:rPr>
              <a:t>S(k+1):</a:t>
            </a:r>
            <a:r>
              <a:rPr sz="2800" spc="-25" dirty="0">
                <a:latin typeface="Calibri"/>
                <a:cs typeface="Calibri"/>
              </a:rPr>
              <a:t> </a:t>
            </a:r>
            <a:r>
              <a:rPr sz="2800" dirty="0">
                <a:latin typeface="Calibri"/>
                <a:cs typeface="Calibri"/>
              </a:rPr>
              <a:t>Khi</a:t>
            </a:r>
            <a:r>
              <a:rPr sz="2800" spc="-50" dirty="0">
                <a:latin typeface="Calibri"/>
                <a:cs typeface="Calibri"/>
              </a:rPr>
              <a:t> </a:t>
            </a:r>
            <a:r>
              <a:rPr sz="2800" dirty="0">
                <a:latin typeface="Calibri"/>
                <a:cs typeface="Calibri"/>
              </a:rPr>
              <a:t>kiểm</a:t>
            </a:r>
            <a:r>
              <a:rPr sz="2800" spc="-45" dirty="0">
                <a:latin typeface="Calibri"/>
                <a:cs typeface="Calibri"/>
              </a:rPr>
              <a:t> </a:t>
            </a:r>
            <a:r>
              <a:rPr sz="2800" dirty="0">
                <a:latin typeface="Calibri"/>
                <a:cs typeface="Calibri"/>
              </a:rPr>
              <a:t>tra</a:t>
            </a:r>
            <a:r>
              <a:rPr sz="2800" spc="-50" dirty="0">
                <a:latin typeface="Calibri"/>
                <a:cs typeface="Calibri"/>
              </a:rPr>
              <a:t> </a:t>
            </a:r>
            <a:r>
              <a:rPr sz="2800" dirty="0">
                <a:latin typeface="Calibri"/>
                <a:cs typeface="Calibri"/>
              </a:rPr>
              <a:t>điều</a:t>
            </a:r>
            <a:r>
              <a:rPr sz="2800" spc="-50" dirty="0">
                <a:latin typeface="Calibri"/>
                <a:cs typeface="Calibri"/>
              </a:rPr>
              <a:t> </a:t>
            </a:r>
            <a:r>
              <a:rPr sz="2800" spc="-20" dirty="0">
                <a:latin typeface="Calibri"/>
                <a:cs typeface="Calibri"/>
              </a:rPr>
              <a:t>kiện </a:t>
            </a:r>
            <a:r>
              <a:rPr sz="2800" dirty="0">
                <a:latin typeface="Calibri"/>
                <a:cs typeface="Calibri"/>
              </a:rPr>
              <a:t>N!=0,</a:t>
            </a:r>
            <a:r>
              <a:rPr sz="2800" spc="-20" dirty="0">
                <a:latin typeface="Calibri"/>
                <a:cs typeface="Calibri"/>
              </a:rPr>
              <a:t> </a:t>
            </a:r>
            <a:r>
              <a:rPr sz="2800" dirty="0">
                <a:latin typeface="Calibri"/>
                <a:cs typeface="Calibri"/>
              </a:rPr>
              <a:t>vì</a:t>
            </a:r>
            <a:r>
              <a:rPr sz="2800" spc="-60" dirty="0">
                <a:latin typeface="Calibri"/>
                <a:cs typeface="Calibri"/>
              </a:rPr>
              <a:t> </a:t>
            </a:r>
            <a:r>
              <a:rPr sz="2800" dirty="0">
                <a:latin typeface="Calibri"/>
                <a:cs typeface="Calibri"/>
              </a:rPr>
              <a:t>k+1&gt;0 nên</a:t>
            </a:r>
            <a:r>
              <a:rPr sz="2800" spc="-45" dirty="0">
                <a:latin typeface="Calibri"/>
                <a:cs typeface="Calibri"/>
              </a:rPr>
              <a:t> </a:t>
            </a:r>
            <a:r>
              <a:rPr sz="2800" dirty="0">
                <a:latin typeface="Calibri"/>
                <a:cs typeface="Calibri"/>
              </a:rPr>
              <a:t>vòng</a:t>
            </a:r>
            <a:r>
              <a:rPr sz="2800" spc="-35" dirty="0">
                <a:latin typeface="Calibri"/>
                <a:cs typeface="Calibri"/>
              </a:rPr>
              <a:t> </a:t>
            </a:r>
            <a:r>
              <a:rPr sz="2800" dirty="0">
                <a:latin typeface="Calibri"/>
                <a:cs typeface="Calibri"/>
              </a:rPr>
              <a:t>lặp</a:t>
            </a:r>
            <a:r>
              <a:rPr sz="2800" spc="-45" dirty="0">
                <a:latin typeface="Calibri"/>
                <a:cs typeface="Calibri"/>
              </a:rPr>
              <a:t> </a:t>
            </a:r>
            <a:r>
              <a:rPr sz="2800" spc="-20" dirty="0">
                <a:latin typeface="Calibri"/>
                <a:cs typeface="Calibri"/>
              </a:rPr>
              <a:t>thực </a:t>
            </a:r>
            <a:r>
              <a:rPr sz="2800" dirty="0">
                <a:latin typeface="Calibri"/>
                <a:cs typeface="Calibri"/>
              </a:rPr>
              <a:t>hiện</a:t>
            </a:r>
            <a:r>
              <a:rPr sz="2800" spc="-40" dirty="0">
                <a:latin typeface="Calibri"/>
                <a:cs typeface="Calibri"/>
              </a:rPr>
              <a:t> </a:t>
            </a:r>
            <a:r>
              <a:rPr sz="2800" dirty="0">
                <a:latin typeface="Calibri"/>
                <a:cs typeface="Calibri"/>
              </a:rPr>
              <a:t>thêm</a:t>
            </a:r>
            <a:r>
              <a:rPr sz="2800" spc="-45" dirty="0">
                <a:latin typeface="Calibri"/>
                <a:cs typeface="Calibri"/>
              </a:rPr>
              <a:t> </a:t>
            </a:r>
            <a:r>
              <a:rPr sz="2800" dirty="0">
                <a:latin typeface="Calibri"/>
                <a:cs typeface="Calibri"/>
              </a:rPr>
              <a:t>ít</a:t>
            </a:r>
            <a:r>
              <a:rPr sz="2800" spc="-55" dirty="0">
                <a:latin typeface="Calibri"/>
                <a:cs typeface="Calibri"/>
              </a:rPr>
              <a:t> </a:t>
            </a:r>
            <a:r>
              <a:rPr sz="2800" dirty="0">
                <a:latin typeface="Calibri"/>
                <a:cs typeface="Calibri"/>
              </a:rPr>
              <a:t>nhất</a:t>
            </a:r>
            <a:r>
              <a:rPr sz="2800" spc="-25" dirty="0">
                <a:latin typeface="Calibri"/>
                <a:cs typeface="Calibri"/>
              </a:rPr>
              <a:t> </a:t>
            </a:r>
            <a:r>
              <a:rPr sz="2800" dirty="0">
                <a:latin typeface="Calibri"/>
                <a:cs typeface="Calibri"/>
              </a:rPr>
              <a:t>một</a:t>
            </a:r>
            <a:r>
              <a:rPr sz="2800" spc="-50" dirty="0">
                <a:latin typeface="Calibri"/>
                <a:cs typeface="Calibri"/>
              </a:rPr>
              <a:t> </a:t>
            </a:r>
            <a:r>
              <a:rPr sz="2800" dirty="0">
                <a:latin typeface="Calibri"/>
                <a:cs typeface="Calibri"/>
              </a:rPr>
              <a:t>lần</a:t>
            </a:r>
            <a:r>
              <a:rPr sz="2800" spc="-45" dirty="0">
                <a:latin typeface="Calibri"/>
                <a:cs typeface="Calibri"/>
              </a:rPr>
              <a:t> </a:t>
            </a:r>
            <a:r>
              <a:rPr sz="2800" spc="-20" dirty="0">
                <a:latin typeface="Calibri"/>
                <a:cs typeface="Calibri"/>
              </a:rPr>
              <a:t>nữa.</a:t>
            </a:r>
            <a:endParaRPr sz="2800">
              <a:latin typeface="Calibri"/>
              <a:cs typeface="Calibri"/>
            </a:endParaRPr>
          </a:p>
          <a:p>
            <a:pPr marL="482600" marR="43180" algn="just">
              <a:lnSpc>
                <a:spcPts val="3360"/>
              </a:lnSpc>
            </a:pPr>
            <a:r>
              <a:rPr sz="2800" dirty="0">
                <a:latin typeface="Calibri"/>
                <a:cs typeface="Calibri"/>
              </a:rPr>
              <a:t>Sau</a:t>
            </a:r>
            <a:r>
              <a:rPr sz="2800" spc="-40" dirty="0">
                <a:latin typeface="Calibri"/>
                <a:cs typeface="Calibri"/>
              </a:rPr>
              <a:t> </a:t>
            </a:r>
            <a:r>
              <a:rPr sz="2800" dirty="0">
                <a:latin typeface="Calibri"/>
                <a:cs typeface="Calibri"/>
              </a:rPr>
              <a:t>lần</a:t>
            </a:r>
            <a:r>
              <a:rPr sz="2800" spc="-50" dirty="0">
                <a:latin typeface="Calibri"/>
                <a:cs typeface="Calibri"/>
              </a:rPr>
              <a:t> </a:t>
            </a:r>
            <a:r>
              <a:rPr sz="2800" dirty="0">
                <a:latin typeface="Calibri"/>
                <a:cs typeface="Calibri"/>
              </a:rPr>
              <a:t>thực</a:t>
            </a:r>
            <a:r>
              <a:rPr sz="2800" spc="-20" dirty="0">
                <a:latin typeface="Calibri"/>
                <a:cs typeface="Calibri"/>
              </a:rPr>
              <a:t> </a:t>
            </a:r>
            <a:r>
              <a:rPr sz="2800" dirty="0">
                <a:latin typeface="Calibri"/>
                <a:cs typeface="Calibri"/>
              </a:rPr>
              <a:t>hiên</a:t>
            </a:r>
            <a:r>
              <a:rPr sz="2800" spc="-25" dirty="0">
                <a:latin typeface="Calibri"/>
                <a:cs typeface="Calibri"/>
              </a:rPr>
              <a:t> </a:t>
            </a:r>
            <a:r>
              <a:rPr sz="2800" dirty="0">
                <a:latin typeface="Calibri"/>
                <a:cs typeface="Calibri"/>
              </a:rPr>
              <a:t>này</a:t>
            </a:r>
            <a:r>
              <a:rPr sz="2800" spc="-55" dirty="0">
                <a:latin typeface="Calibri"/>
                <a:cs typeface="Calibri"/>
              </a:rPr>
              <a:t> </a:t>
            </a:r>
            <a:r>
              <a:rPr sz="2800" dirty="0">
                <a:latin typeface="Calibri"/>
                <a:cs typeface="Calibri"/>
              </a:rPr>
              <a:t>,</a:t>
            </a:r>
            <a:r>
              <a:rPr sz="2800" spc="-40" dirty="0">
                <a:latin typeface="Calibri"/>
                <a:cs typeface="Calibri"/>
              </a:rPr>
              <a:t> </a:t>
            </a:r>
            <a:r>
              <a:rPr sz="2800" dirty="0">
                <a:latin typeface="Calibri"/>
                <a:cs typeface="Calibri"/>
              </a:rPr>
              <a:t>các</a:t>
            </a:r>
            <a:r>
              <a:rPr sz="2800" spc="-40" dirty="0">
                <a:latin typeface="Calibri"/>
                <a:cs typeface="Calibri"/>
              </a:rPr>
              <a:t> </a:t>
            </a:r>
            <a:r>
              <a:rPr sz="2800" dirty="0">
                <a:latin typeface="Calibri"/>
                <a:cs typeface="Calibri"/>
              </a:rPr>
              <a:t>biến</a:t>
            </a:r>
            <a:r>
              <a:rPr sz="2800" spc="-40" dirty="0">
                <a:latin typeface="Calibri"/>
                <a:cs typeface="Calibri"/>
              </a:rPr>
              <a:t> </a:t>
            </a:r>
            <a:r>
              <a:rPr sz="2800" spc="-25" dirty="0">
                <a:latin typeface="Calibri"/>
                <a:cs typeface="Calibri"/>
              </a:rPr>
              <a:t>có </a:t>
            </a:r>
            <a:r>
              <a:rPr sz="2800" dirty="0">
                <a:latin typeface="Calibri"/>
                <a:cs typeface="Calibri"/>
              </a:rPr>
              <a:t>giá</a:t>
            </a:r>
            <a:r>
              <a:rPr sz="2800" spc="-70" dirty="0">
                <a:latin typeface="Calibri"/>
                <a:cs typeface="Calibri"/>
              </a:rPr>
              <a:t> </a:t>
            </a:r>
            <a:r>
              <a:rPr sz="2800" dirty="0">
                <a:latin typeface="Calibri"/>
                <a:cs typeface="Calibri"/>
              </a:rPr>
              <a:t>trị</a:t>
            </a:r>
            <a:r>
              <a:rPr sz="2800" spc="-55" dirty="0">
                <a:latin typeface="Calibri"/>
                <a:cs typeface="Calibri"/>
              </a:rPr>
              <a:t> </a:t>
            </a:r>
            <a:r>
              <a:rPr sz="2800" dirty="0">
                <a:latin typeface="Calibri"/>
                <a:cs typeface="Calibri"/>
              </a:rPr>
              <a:t>là</a:t>
            </a:r>
            <a:r>
              <a:rPr sz="2800" spc="-75" dirty="0">
                <a:latin typeface="Calibri"/>
                <a:cs typeface="Calibri"/>
              </a:rPr>
              <a:t> </a:t>
            </a:r>
            <a:r>
              <a:rPr sz="2800" spc="-25" dirty="0">
                <a:latin typeface="Calibri"/>
                <a:cs typeface="Calibri"/>
              </a:rPr>
              <a:t>X=xy,</a:t>
            </a:r>
            <a:r>
              <a:rPr sz="2800" spc="-40" dirty="0">
                <a:latin typeface="Calibri"/>
                <a:cs typeface="Calibri"/>
              </a:rPr>
              <a:t> </a:t>
            </a:r>
            <a:r>
              <a:rPr sz="2800" spc="-25" dirty="0">
                <a:latin typeface="Calibri"/>
                <a:cs typeface="Calibri"/>
              </a:rPr>
              <a:t>Y=y,</a:t>
            </a:r>
            <a:r>
              <a:rPr sz="2800" spc="-55" dirty="0">
                <a:latin typeface="Calibri"/>
                <a:cs typeface="Calibri"/>
              </a:rPr>
              <a:t> </a:t>
            </a:r>
            <a:r>
              <a:rPr sz="2800" spc="-20" dirty="0">
                <a:latin typeface="Calibri"/>
                <a:cs typeface="Calibri"/>
              </a:rPr>
              <a:t>N=k.</a:t>
            </a:r>
            <a:endParaRPr sz="2800">
              <a:latin typeface="Calibri"/>
              <a:cs typeface="Calibri"/>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243027"/>
            <a:ext cx="7711440" cy="874394"/>
          </a:xfrm>
          <a:prstGeom prst="rect">
            <a:avLst/>
          </a:prstGeom>
        </p:spPr>
        <p:txBody>
          <a:bodyPr vert="horz" wrap="square" lIns="0" tIns="27940" rIns="0" bIns="0" rtlCol="0">
            <a:spAutoFit/>
          </a:bodyPr>
          <a:lstStyle/>
          <a:p>
            <a:pPr marL="12700" marR="5080">
              <a:lnSpc>
                <a:spcPts val="3329"/>
              </a:lnSpc>
              <a:spcBef>
                <a:spcPts val="220"/>
              </a:spcBef>
            </a:pPr>
            <a:r>
              <a:rPr dirty="0"/>
              <a:t>VD</a:t>
            </a:r>
            <a:r>
              <a:rPr spc="-40" dirty="0"/>
              <a:t> </a:t>
            </a:r>
            <a:r>
              <a:rPr dirty="0"/>
              <a:t>2:</a:t>
            </a:r>
            <a:r>
              <a:rPr spc="-10" dirty="0"/>
              <a:t> </a:t>
            </a:r>
            <a:r>
              <a:rPr dirty="0"/>
              <a:t>n</a:t>
            </a:r>
            <a:r>
              <a:rPr spc="-30" dirty="0"/>
              <a:t> </a:t>
            </a:r>
            <a:r>
              <a:rPr dirty="0"/>
              <a:t>là</a:t>
            </a:r>
            <a:r>
              <a:rPr spc="-45" dirty="0"/>
              <a:t> </a:t>
            </a:r>
            <a:r>
              <a:rPr dirty="0"/>
              <a:t>biến</a:t>
            </a:r>
            <a:r>
              <a:rPr spc="-20" dirty="0"/>
              <a:t> </a:t>
            </a:r>
            <a:r>
              <a:rPr dirty="0"/>
              <a:t>nguyên</a:t>
            </a:r>
            <a:r>
              <a:rPr spc="-5" dirty="0"/>
              <a:t> </a:t>
            </a:r>
            <a:r>
              <a:rPr dirty="0">
                <a:latin typeface="Symbol"/>
                <a:cs typeface="Symbol"/>
              </a:rPr>
              <a:t></a:t>
            </a:r>
            <a:r>
              <a:rPr spc="-90" dirty="0">
                <a:latin typeface="Times New Roman"/>
                <a:cs typeface="Times New Roman"/>
              </a:rPr>
              <a:t> </a:t>
            </a:r>
            <a:r>
              <a:rPr dirty="0"/>
              <a:t>0,</a:t>
            </a:r>
            <a:r>
              <a:rPr spc="-25" dirty="0"/>
              <a:t> </a:t>
            </a:r>
            <a:r>
              <a:rPr dirty="0"/>
              <a:t>x,</a:t>
            </a:r>
            <a:r>
              <a:rPr spc="-35" dirty="0"/>
              <a:t> </a:t>
            </a:r>
            <a:r>
              <a:rPr dirty="0"/>
              <a:t>y</a:t>
            </a:r>
            <a:r>
              <a:rPr spc="-35" dirty="0"/>
              <a:t> </a:t>
            </a:r>
            <a:r>
              <a:rPr dirty="0"/>
              <a:t>là</a:t>
            </a:r>
            <a:r>
              <a:rPr spc="-35" dirty="0"/>
              <a:t> </a:t>
            </a:r>
            <a:r>
              <a:rPr dirty="0"/>
              <a:t>biến</a:t>
            </a:r>
            <a:r>
              <a:rPr spc="-20" dirty="0"/>
              <a:t> </a:t>
            </a:r>
            <a:r>
              <a:rPr dirty="0"/>
              <a:t>thực. Xét</a:t>
            </a:r>
            <a:r>
              <a:rPr spc="-45" dirty="0"/>
              <a:t> </a:t>
            </a:r>
            <a:r>
              <a:rPr spc="-20" dirty="0"/>
              <a:t>đoạn </a:t>
            </a:r>
            <a:r>
              <a:rPr dirty="0"/>
              <a:t>chương</a:t>
            </a:r>
            <a:r>
              <a:rPr spc="-70" dirty="0"/>
              <a:t> </a:t>
            </a:r>
            <a:r>
              <a:rPr spc="-10" dirty="0"/>
              <a:t>trình</a:t>
            </a:r>
          </a:p>
        </p:txBody>
      </p:sp>
      <p:sp>
        <p:nvSpPr>
          <p:cNvPr id="3" name="object 3"/>
          <p:cNvSpPr txBox="1"/>
          <p:nvPr/>
        </p:nvSpPr>
        <p:spPr>
          <a:xfrm>
            <a:off x="383540" y="1092223"/>
            <a:ext cx="2091055" cy="3610610"/>
          </a:xfrm>
          <a:prstGeom prst="rect">
            <a:avLst/>
          </a:prstGeom>
        </p:spPr>
        <p:txBody>
          <a:bodyPr vert="horz" wrap="square" lIns="0" tIns="97790" rIns="0" bIns="0" rtlCol="0">
            <a:spAutoFit/>
          </a:bodyPr>
          <a:lstStyle/>
          <a:p>
            <a:pPr marL="12700">
              <a:lnSpc>
                <a:spcPct val="100000"/>
              </a:lnSpc>
              <a:spcBef>
                <a:spcPts val="770"/>
              </a:spcBef>
            </a:pPr>
            <a:r>
              <a:rPr sz="2800" dirty="0">
                <a:latin typeface="Calibri"/>
                <a:cs typeface="Calibri"/>
              </a:rPr>
              <a:t>X=x;</a:t>
            </a:r>
            <a:r>
              <a:rPr sz="2800" spc="-45" dirty="0">
                <a:latin typeface="Calibri"/>
                <a:cs typeface="Calibri"/>
              </a:rPr>
              <a:t> </a:t>
            </a:r>
            <a:r>
              <a:rPr sz="2800" dirty="0">
                <a:latin typeface="Calibri"/>
                <a:cs typeface="Calibri"/>
              </a:rPr>
              <a:t>Y=y;</a:t>
            </a:r>
            <a:r>
              <a:rPr sz="2800" spc="-45" dirty="0">
                <a:latin typeface="Calibri"/>
                <a:cs typeface="Calibri"/>
              </a:rPr>
              <a:t> </a:t>
            </a:r>
            <a:r>
              <a:rPr sz="2800" spc="-20" dirty="0">
                <a:latin typeface="Calibri"/>
                <a:cs typeface="Calibri"/>
              </a:rPr>
              <a:t>N=n;</a:t>
            </a:r>
            <a:endParaRPr sz="2800">
              <a:latin typeface="Calibri"/>
              <a:cs typeface="Calibri"/>
            </a:endParaRPr>
          </a:p>
          <a:p>
            <a:pPr marL="12700">
              <a:lnSpc>
                <a:spcPct val="100000"/>
              </a:lnSpc>
              <a:spcBef>
                <a:spcPts val="670"/>
              </a:spcBef>
            </a:pPr>
            <a:r>
              <a:rPr sz="2800" dirty="0">
                <a:latin typeface="Calibri"/>
                <a:cs typeface="Calibri"/>
              </a:rPr>
              <a:t>while</a:t>
            </a:r>
            <a:r>
              <a:rPr sz="2800" spc="-15" dirty="0">
                <a:latin typeface="Calibri"/>
                <a:cs typeface="Calibri"/>
              </a:rPr>
              <a:t> </a:t>
            </a:r>
            <a:r>
              <a:rPr sz="2800" spc="-10" dirty="0">
                <a:latin typeface="Calibri"/>
                <a:cs typeface="Calibri"/>
              </a:rPr>
              <a:t>(N!=0)</a:t>
            </a:r>
            <a:endParaRPr sz="2800">
              <a:latin typeface="Calibri"/>
              <a:cs typeface="Calibri"/>
            </a:endParaRPr>
          </a:p>
          <a:p>
            <a:pPr marL="12700">
              <a:lnSpc>
                <a:spcPct val="100000"/>
              </a:lnSpc>
              <a:spcBef>
                <a:spcPts val="675"/>
              </a:spcBef>
            </a:pPr>
            <a:r>
              <a:rPr sz="2800" spc="-50" dirty="0">
                <a:latin typeface="Calibri"/>
                <a:cs typeface="Calibri"/>
              </a:rPr>
              <a:t>{</a:t>
            </a:r>
            <a:endParaRPr sz="2800">
              <a:latin typeface="Calibri"/>
              <a:cs typeface="Calibri"/>
            </a:endParaRPr>
          </a:p>
          <a:p>
            <a:pPr marL="276225" marR="789305">
              <a:lnSpc>
                <a:spcPts val="4029"/>
              </a:lnSpc>
              <a:spcBef>
                <a:spcPts val="250"/>
              </a:spcBef>
            </a:pPr>
            <a:r>
              <a:rPr sz="2800" spc="-10" dirty="0">
                <a:latin typeface="Calibri"/>
                <a:cs typeface="Calibri"/>
              </a:rPr>
              <a:t>X=X*Y; </a:t>
            </a:r>
            <a:r>
              <a:rPr sz="2800" spc="-25" dirty="0">
                <a:latin typeface="Calibri"/>
                <a:cs typeface="Calibri"/>
              </a:rPr>
              <a:t>N=N-1;</a:t>
            </a:r>
            <a:endParaRPr sz="2800">
              <a:latin typeface="Calibri"/>
              <a:cs typeface="Calibri"/>
            </a:endParaRPr>
          </a:p>
          <a:p>
            <a:pPr marL="12700">
              <a:lnSpc>
                <a:spcPct val="100000"/>
              </a:lnSpc>
              <a:spcBef>
                <a:spcPts val="430"/>
              </a:spcBef>
            </a:pPr>
            <a:r>
              <a:rPr sz="2800" spc="-50" dirty="0">
                <a:latin typeface="Calibri"/>
                <a:cs typeface="Calibri"/>
              </a:rPr>
              <a:t>}</a:t>
            </a:r>
            <a:endParaRPr sz="2800">
              <a:latin typeface="Calibri"/>
              <a:cs typeface="Calibri"/>
            </a:endParaRPr>
          </a:p>
          <a:p>
            <a:pPr marL="12700">
              <a:lnSpc>
                <a:spcPct val="100000"/>
              </a:lnSpc>
              <a:spcBef>
                <a:spcPts val="670"/>
              </a:spcBef>
            </a:pPr>
            <a:r>
              <a:rPr sz="2800" spc="-10" dirty="0">
                <a:latin typeface="Calibri"/>
                <a:cs typeface="Calibri"/>
              </a:rPr>
              <a:t>ketqua=X;</a:t>
            </a:r>
            <a:endParaRPr sz="2800">
              <a:latin typeface="Calibri"/>
              <a:cs typeface="Calibri"/>
            </a:endParaRPr>
          </a:p>
        </p:txBody>
      </p:sp>
      <p:sp>
        <p:nvSpPr>
          <p:cNvPr id="4" name="object 4"/>
          <p:cNvSpPr txBox="1"/>
          <p:nvPr/>
        </p:nvSpPr>
        <p:spPr>
          <a:xfrm>
            <a:off x="3048761" y="1372361"/>
            <a:ext cx="5638800" cy="1569720"/>
          </a:xfrm>
          <a:prstGeom prst="rect">
            <a:avLst/>
          </a:prstGeom>
          <a:ln w="25907">
            <a:solidFill>
              <a:srgbClr val="000000"/>
            </a:solidFill>
          </a:ln>
        </p:spPr>
        <p:txBody>
          <a:bodyPr vert="horz" wrap="square" lIns="0" tIns="25400" rIns="0" bIns="0" rtlCol="0">
            <a:spAutoFit/>
          </a:bodyPr>
          <a:lstStyle/>
          <a:p>
            <a:pPr marL="90805" marR="447040">
              <a:lnSpc>
                <a:spcPct val="100000"/>
              </a:lnSpc>
              <a:spcBef>
                <a:spcPts val="200"/>
              </a:spcBef>
            </a:pPr>
            <a:r>
              <a:rPr sz="2400" dirty="0">
                <a:latin typeface="Calibri"/>
                <a:cs typeface="Calibri"/>
              </a:rPr>
              <a:t>Đặt</a:t>
            </a:r>
            <a:r>
              <a:rPr sz="2400" spc="-40" dirty="0">
                <a:latin typeface="Calibri"/>
                <a:cs typeface="Calibri"/>
              </a:rPr>
              <a:t> </a:t>
            </a:r>
            <a:r>
              <a:rPr sz="2400" dirty="0">
                <a:latin typeface="Calibri"/>
                <a:cs typeface="Calibri"/>
              </a:rPr>
              <a:t>S(n):</a:t>
            </a:r>
            <a:r>
              <a:rPr sz="2400" spc="-45" dirty="0">
                <a:latin typeface="Calibri"/>
                <a:cs typeface="Calibri"/>
              </a:rPr>
              <a:t> </a:t>
            </a:r>
            <a:r>
              <a:rPr sz="2400" dirty="0">
                <a:latin typeface="Calibri"/>
                <a:cs typeface="Calibri"/>
              </a:rPr>
              <a:t>“với</a:t>
            </a:r>
            <a:r>
              <a:rPr sz="2400" spc="-30" dirty="0">
                <a:latin typeface="Calibri"/>
                <a:cs typeface="Calibri"/>
              </a:rPr>
              <a:t> </a:t>
            </a:r>
            <a:r>
              <a:rPr sz="2400" dirty="0">
                <a:latin typeface="Calibri"/>
                <a:cs typeface="Calibri"/>
              </a:rPr>
              <a:t>bất</a:t>
            </a:r>
            <a:r>
              <a:rPr sz="2400" spc="-30" dirty="0">
                <a:latin typeface="Calibri"/>
                <a:cs typeface="Calibri"/>
              </a:rPr>
              <a:t> </a:t>
            </a:r>
            <a:r>
              <a:rPr sz="2400" dirty="0">
                <a:latin typeface="Calibri"/>
                <a:cs typeface="Calibri"/>
              </a:rPr>
              <a:t>kỳ</a:t>
            </a:r>
            <a:r>
              <a:rPr sz="2400" spc="-40" dirty="0">
                <a:latin typeface="Calibri"/>
                <a:cs typeface="Calibri"/>
              </a:rPr>
              <a:t> </a:t>
            </a:r>
            <a:r>
              <a:rPr sz="2400" dirty="0">
                <a:latin typeface="Calibri"/>
                <a:cs typeface="Calibri"/>
              </a:rPr>
              <a:t>số</a:t>
            </a:r>
            <a:r>
              <a:rPr sz="2400" spc="-35" dirty="0">
                <a:latin typeface="Calibri"/>
                <a:cs typeface="Calibri"/>
              </a:rPr>
              <a:t> </a:t>
            </a:r>
            <a:r>
              <a:rPr sz="2400" dirty="0">
                <a:latin typeface="Calibri"/>
                <a:cs typeface="Calibri"/>
              </a:rPr>
              <a:t>thực</a:t>
            </a:r>
            <a:r>
              <a:rPr sz="2400" spc="-30" dirty="0">
                <a:latin typeface="Calibri"/>
                <a:cs typeface="Calibri"/>
              </a:rPr>
              <a:t> </a:t>
            </a:r>
            <a:r>
              <a:rPr sz="2400" dirty="0">
                <a:latin typeface="Calibri"/>
                <a:cs typeface="Calibri"/>
              </a:rPr>
              <a:t>x,</a:t>
            </a:r>
            <a:r>
              <a:rPr sz="2400" spc="-35" dirty="0">
                <a:latin typeface="Calibri"/>
                <a:cs typeface="Calibri"/>
              </a:rPr>
              <a:t> </a:t>
            </a:r>
            <a:r>
              <a:rPr sz="2400" spc="-65" dirty="0">
                <a:latin typeface="Calibri"/>
                <a:cs typeface="Calibri"/>
              </a:rPr>
              <a:t>y,</a:t>
            </a:r>
            <a:r>
              <a:rPr sz="2400" spc="-40" dirty="0">
                <a:latin typeface="Calibri"/>
                <a:cs typeface="Calibri"/>
              </a:rPr>
              <a:t> </a:t>
            </a:r>
            <a:r>
              <a:rPr sz="2400" dirty="0">
                <a:latin typeface="Calibri"/>
                <a:cs typeface="Calibri"/>
              </a:rPr>
              <a:t>nếu</a:t>
            </a:r>
            <a:r>
              <a:rPr sz="2400" spc="-10" dirty="0">
                <a:latin typeface="Calibri"/>
                <a:cs typeface="Calibri"/>
              </a:rPr>
              <a:t> </a:t>
            </a:r>
            <a:r>
              <a:rPr sz="2400" spc="-25" dirty="0">
                <a:latin typeface="Calibri"/>
                <a:cs typeface="Calibri"/>
              </a:rPr>
              <a:t>khi </a:t>
            </a:r>
            <a:r>
              <a:rPr sz="2400" dirty="0">
                <a:latin typeface="Calibri"/>
                <a:cs typeface="Calibri"/>
              </a:rPr>
              <a:t>kiểm</a:t>
            </a:r>
            <a:r>
              <a:rPr sz="2400" spc="-40" dirty="0">
                <a:latin typeface="Calibri"/>
                <a:cs typeface="Calibri"/>
              </a:rPr>
              <a:t> </a:t>
            </a:r>
            <a:r>
              <a:rPr sz="2400" dirty="0">
                <a:latin typeface="Calibri"/>
                <a:cs typeface="Calibri"/>
              </a:rPr>
              <a:t>tra</a:t>
            </a:r>
            <a:r>
              <a:rPr sz="2400" spc="-40" dirty="0">
                <a:latin typeface="Calibri"/>
                <a:cs typeface="Calibri"/>
              </a:rPr>
              <a:t> </a:t>
            </a:r>
            <a:r>
              <a:rPr sz="2400" dirty="0">
                <a:latin typeface="Calibri"/>
                <a:cs typeface="Calibri"/>
              </a:rPr>
              <a:t>điều</a:t>
            </a:r>
            <a:r>
              <a:rPr sz="2400" spc="-35" dirty="0">
                <a:latin typeface="Calibri"/>
                <a:cs typeface="Calibri"/>
              </a:rPr>
              <a:t> </a:t>
            </a:r>
            <a:r>
              <a:rPr sz="2400" dirty="0">
                <a:latin typeface="Calibri"/>
                <a:cs typeface="Calibri"/>
              </a:rPr>
              <a:t>kiện</a:t>
            </a:r>
            <a:r>
              <a:rPr sz="2400" spc="-35" dirty="0">
                <a:latin typeface="Calibri"/>
                <a:cs typeface="Calibri"/>
              </a:rPr>
              <a:t> </a:t>
            </a:r>
            <a:r>
              <a:rPr sz="2400" dirty="0">
                <a:latin typeface="Calibri"/>
                <a:cs typeface="Calibri"/>
              </a:rPr>
              <a:t>N!=0</a:t>
            </a:r>
            <a:r>
              <a:rPr sz="2400" spc="-30" dirty="0">
                <a:latin typeface="Calibri"/>
                <a:cs typeface="Calibri"/>
              </a:rPr>
              <a:t> </a:t>
            </a:r>
            <a:r>
              <a:rPr sz="2400" dirty="0">
                <a:latin typeface="Calibri"/>
                <a:cs typeface="Calibri"/>
              </a:rPr>
              <a:t>với</a:t>
            </a:r>
            <a:r>
              <a:rPr sz="2400" spc="-25" dirty="0">
                <a:latin typeface="Calibri"/>
                <a:cs typeface="Calibri"/>
              </a:rPr>
              <a:t> </a:t>
            </a:r>
            <a:r>
              <a:rPr sz="2400" dirty="0">
                <a:latin typeface="Calibri"/>
                <a:cs typeface="Calibri"/>
              </a:rPr>
              <a:t>giá</a:t>
            </a:r>
            <a:r>
              <a:rPr sz="2400" spc="-40" dirty="0">
                <a:latin typeface="Calibri"/>
                <a:cs typeface="Calibri"/>
              </a:rPr>
              <a:t> </a:t>
            </a:r>
            <a:r>
              <a:rPr sz="2400" dirty="0">
                <a:latin typeface="Calibri"/>
                <a:cs typeface="Calibri"/>
              </a:rPr>
              <a:t>trị</a:t>
            </a:r>
            <a:r>
              <a:rPr sz="2400" spc="-40" dirty="0">
                <a:latin typeface="Calibri"/>
                <a:cs typeface="Calibri"/>
              </a:rPr>
              <a:t> </a:t>
            </a:r>
            <a:r>
              <a:rPr sz="2400" dirty="0">
                <a:latin typeface="Calibri"/>
                <a:cs typeface="Calibri"/>
              </a:rPr>
              <a:t>của</a:t>
            </a:r>
            <a:r>
              <a:rPr sz="2400" spc="-40" dirty="0">
                <a:latin typeface="Calibri"/>
                <a:cs typeface="Calibri"/>
              </a:rPr>
              <a:t> </a:t>
            </a:r>
            <a:r>
              <a:rPr sz="2400" spc="-25" dirty="0">
                <a:latin typeface="Calibri"/>
                <a:cs typeface="Calibri"/>
              </a:rPr>
              <a:t>các</a:t>
            </a:r>
            <a:endParaRPr sz="2400">
              <a:latin typeface="Calibri"/>
              <a:cs typeface="Calibri"/>
            </a:endParaRPr>
          </a:p>
          <a:p>
            <a:pPr marL="90805" marR="93345">
              <a:lnSpc>
                <a:spcPct val="100000"/>
              </a:lnSpc>
            </a:pPr>
            <a:r>
              <a:rPr sz="2400" dirty="0">
                <a:latin typeface="Calibri"/>
                <a:cs typeface="Calibri"/>
              </a:rPr>
              <a:t>biến</a:t>
            </a:r>
            <a:r>
              <a:rPr sz="2400" spc="-40" dirty="0">
                <a:latin typeface="Calibri"/>
                <a:cs typeface="Calibri"/>
              </a:rPr>
              <a:t> </a:t>
            </a:r>
            <a:r>
              <a:rPr sz="2400" dirty="0">
                <a:latin typeface="Calibri"/>
                <a:cs typeface="Calibri"/>
              </a:rPr>
              <a:t>là</a:t>
            </a:r>
            <a:r>
              <a:rPr sz="2400" spc="-40" dirty="0">
                <a:latin typeface="Calibri"/>
                <a:cs typeface="Calibri"/>
              </a:rPr>
              <a:t> </a:t>
            </a:r>
            <a:r>
              <a:rPr sz="2400" dirty="0">
                <a:latin typeface="Calibri"/>
                <a:cs typeface="Calibri"/>
              </a:rPr>
              <a:t>x,</a:t>
            </a:r>
            <a:r>
              <a:rPr sz="2400" spc="-30" dirty="0">
                <a:latin typeface="Calibri"/>
                <a:cs typeface="Calibri"/>
              </a:rPr>
              <a:t> </a:t>
            </a:r>
            <a:r>
              <a:rPr sz="2400" spc="-60" dirty="0">
                <a:latin typeface="Calibri"/>
                <a:cs typeface="Calibri"/>
              </a:rPr>
              <a:t>y,</a:t>
            </a:r>
            <a:r>
              <a:rPr sz="2400" spc="-45" dirty="0">
                <a:latin typeface="Calibri"/>
                <a:cs typeface="Calibri"/>
              </a:rPr>
              <a:t> </a:t>
            </a:r>
            <a:r>
              <a:rPr sz="2400" dirty="0">
                <a:latin typeface="Calibri"/>
                <a:cs typeface="Calibri"/>
              </a:rPr>
              <a:t>n</a:t>
            </a:r>
            <a:r>
              <a:rPr sz="2400" spc="-35" dirty="0">
                <a:latin typeface="Calibri"/>
                <a:cs typeface="Calibri"/>
              </a:rPr>
              <a:t> </a:t>
            </a:r>
            <a:r>
              <a:rPr sz="2400" dirty="0">
                <a:latin typeface="Calibri"/>
                <a:cs typeface="Calibri"/>
              </a:rPr>
              <a:t>thì</a:t>
            </a:r>
            <a:r>
              <a:rPr sz="2400" spc="-50" dirty="0">
                <a:latin typeface="Calibri"/>
                <a:cs typeface="Calibri"/>
              </a:rPr>
              <a:t> </a:t>
            </a:r>
            <a:r>
              <a:rPr sz="2400" dirty="0">
                <a:latin typeface="Calibri"/>
                <a:cs typeface="Calibri"/>
              </a:rPr>
              <a:t>khi</a:t>
            </a:r>
            <a:r>
              <a:rPr sz="2400" spc="-30" dirty="0">
                <a:latin typeface="Calibri"/>
                <a:cs typeface="Calibri"/>
              </a:rPr>
              <a:t> </a:t>
            </a:r>
            <a:r>
              <a:rPr sz="2400" dirty="0">
                <a:latin typeface="Calibri"/>
                <a:cs typeface="Calibri"/>
              </a:rPr>
              <a:t>kết</a:t>
            </a:r>
            <a:r>
              <a:rPr sz="2400" spc="-60" dirty="0">
                <a:latin typeface="Calibri"/>
                <a:cs typeface="Calibri"/>
              </a:rPr>
              <a:t> </a:t>
            </a:r>
            <a:r>
              <a:rPr sz="2400" dirty="0">
                <a:latin typeface="Calibri"/>
                <a:cs typeface="Calibri"/>
              </a:rPr>
              <a:t>thúc</a:t>
            </a:r>
            <a:r>
              <a:rPr sz="2400" spc="-30" dirty="0">
                <a:latin typeface="Calibri"/>
                <a:cs typeface="Calibri"/>
              </a:rPr>
              <a:t> </a:t>
            </a:r>
            <a:r>
              <a:rPr sz="2400" dirty="0">
                <a:latin typeface="Calibri"/>
                <a:cs typeface="Calibri"/>
              </a:rPr>
              <a:t>vòng</a:t>
            </a:r>
            <a:r>
              <a:rPr sz="2400" spc="-40" dirty="0">
                <a:latin typeface="Calibri"/>
                <a:cs typeface="Calibri"/>
              </a:rPr>
              <a:t> </a:t>
            </a:r>
            <a:r>
              <a:rPr sz="2400" dirty="0">
                <a:latin typeface="Calibri"/>
                <a:cs typeface="Calibri"/>
              </a:rPr>
              <a:t>lặp</a:t>
            </a:r>
            <a:r>
              <a:rPr sz="2400" spc="-40" dirty="0">
                <a:latin typeface="Calibri"/>
                <a:cs typeface="Calibri"/>
              </a:rPr>
              <a:t> </a:t>
            </a:r>
            <a:r>
              <a:rPr sz="2400" dirty="0">
                <a:latin typeface="Calibri"/>
                <a:cs typeface="Calibri"/>
              </a:rPr>
              <a:t>biến</a:t>
            </a:r>
            <a:r>
              <a:rPr sz="2400" spc="-35" dirty="0">
                <a:latin typeface="Calibri"/>
                <a:cs typeface="Calibri"/>
              </a:rPr>
              <a:t> </a:t>
            </a:r>
            <a:r>
              <a:rPr sz="2400" spc="-50" dirty="0">
                <a:latin typeface="Calibri"/>
                <a:cs typeface="Calibri"/>
              </a:rPr>
              <a:t>X </a:t>
            </a:r>
            <a:r>
              <a:rPr sz="2400" dirty="0">
                <a:latin typeface="Calibri"/>
                <a:cs typeface="Calibri"/>
              </a:rPr>
              <a:t>có</a:t>
            </a:r>
            <a:r>
              <a:rPr sz="2400" spc="-20" dirty="0">
                <a:latin typeface="Calibri"/>
                <a:cs typeface="Calibri"/>
              </a:rPr>
              <a:t> </a:t>
            </a:r>
            <a:r>
              <a:rPr sz="2400" dirty="0">
                <a:latin typeface="Calibri"/>
                <a:cs typeface="Calibri"/>
              </a:rPr>
              <a:t>giá</a:t>
            </a:r>
            <a:r>
              <a:rPr sz="2400" spc="-20" dirty="0">
                <a:latin typeface="Calibri"/>
                <a:cs typeface="Calibri"/>
              </a:rPr>
              <a:t> </a:t>
            </a:r>
            <a:r>
              <a:rPr sz="2400" dirty="0">
                <a:latin typeface="Calibri"/>
                <a:cs typeface="Calibri"/>
              </a:rPr>
              <a:t>trị</a:t>
            </a:r>
            <a:r>
              <a:rPr sz="2400" spc="-20" dirty="0">
                <a:latin typeface="Calibri"/>
                <a:cs typeface="Calibri"/>
              </a:rPr>
              <a:t> xy</a:t>
            </a:r>
            <a:r>
              <a:rPr sz="2400" spc="-30" baseline="24305" dirty="0">
                <a:latin typeface="Calibri"/>
                <a:cs typeface="Calibri"/>
              </a:rPr>
              <a:t>n</a:t>
            </a:r>
            <a:r>
              <a:rPr sz="2400" spc="-20" dirty="0">
                <a:latin typeface="Calibri"/>
                <a:cs typeface="Calibri"/>
              </a:rPr>
              <a:t>”</a:t>
            </a:r>
            <a:endParaRPr sz="2400">
              <a:latin typeface="Calibri"/>
              <a:cs typeface="Calibri"/>
            </a:endParaRPr>
          </a:p>
        </p:txBody>
      </p:sp>
      <p:sp>
        <p:nvSpPr>
          <p:cNvPr id="5" name="object 5"/>
          <p:cNvSpPr/>
          <p:nvPr/>
        </p:nvSpPr>
        <p:spPr>
          <a:xfrm>
            <a:off x="3048761" y="3277361"/>
            <a:ext cx="5638800" cy="2677795"/>
          </a:xfrm>
          <a:custGeom>
            <a:avLst/>
            <a:gdLst/>
            <a:ahLst/>
            <a:cxnLst/>
            <a:rect l="l" t="t" r="r" b="b"/>
            <a:pathLst>
              <a:path w="5638800" h="2677795">
                <a:moveTo>
                  <a:pt x="0" y="2677668"/>
                </a:moveTo>
                <a:lnTo>
                  <a:pt x="5638799" y="2677668"/>
                </a:lnTo>
                <a:lnTo>
                  <a:pt x="5638799" y="0"/>
                </a:lnTo>
                <a:lnTo>
                  <a:pt x="0" y="0"/>
                </a:lnTo>
                <a:lnTo>
                  <a:pt x="0" y="2677668"/>
                </a:lnTo>
                <a:close/>
              </a:path>
            </a:pathLst>
          </a:custGeom>
          <a:ln w="25908">
            <a:solidFill>
              <a:srgbClr val="000000"/>
            </a:solidFill>
          </a:ln>
        </p:spPr>
        <p:txBody>
          <a:bodyPr wrap="square" lIns="0" tIns="0" rIns="0" bIns="0" rtlCol="0"/>
          <a:lstStyle/>
          <a:p>
            <a:endParaRPr/>
          </a:p>
        </p:txBody>
      </p:sp>
      <p:sp>
        <p:nvSpPr>
          <p:cNvPr id="6" name="object 6"/>
          <p:cNvSpPr txBox="1"/>
          <p:nvPr/>
        </p:nvSpPr>
        <p:spPr>
          <a:xfrm>
            <a:off x="3114675" y="3293745"/>
            <a:ext cx="5496560" cy="2583180"/>
          </a:xfrm>
          <a:prstGeom prst="rect">
            <a:avLst/>
          </a:prstGeom>
        </p:spPr>
        <p:txBody>
          <a:bodyPr vert="horz" wrap="square" lIns="0" tIns="12700" rIns="0" bIns="0" rtlCol="0">
            <a:spAutoFit/>
          </a:bodyPr>
          <a:lstStyle/>
          <a:p>
            <a:pPr marL="481965" indent="-456565">
              <a:lnSpc>
                <a:spcPts val="2870"/>
              </a:lnSpc>
              <a:spcBef>
                <a:spcPts val="100"/>
              </a:spcBef>
              <a:buChar char="-"/>
              <a:tabLst>
                <a:tab pos="481965" algn="l"/>
              </a:tabLst>
            </a:pPr>
            <a:r>
              <a:rPr sz="2400" dirty="0">
                <a:latin typeface="Calibri"/>
                <a:cs typeface="Calibri"/>
              </a:rPr>
              <a:t>Giả</a:t>
            </a:r>
            <a:r>
              <a:rPr sz="2400" spc="-20" dirty="0">
                <a:latin typeface="Calibri"/>
                <a:cs typeface="Calibri"/>
              </a:rPr>
              <a:t> </a:t>
            </a:r>
            <a:r>
              <a:rPr sz="2400" dirty="0">
                <a:latin typeface="Calibri"/>
                <a:cs typeface="Calibri"/>
              </a:rPr>
              <a:t>sử</a:t>
            </a:r>
            <a:r>
              <a:rPr sz="2400" spc="-5" dirty="0">
                <a:latin typeface="Calibri"/>
                <a:cs typeface="Calibri"/>
              </a:rPr>
              <a:t> </a:t>
            </a:r>
            <a:r>
              <a:rPr sz="2400" dirty="0">
                <a:latin typeface="Calibri"/>
                <a:cs typeface="Calibri"/>
              </a:rPr>
              <a:t>S(k)</a:t>
            </a:r>
            <a:r>
              <a:rPr sz="2400" spc="-30" dirty="0">
                <a:latin typeface="Calibri"/>
                <a:cs typeface="Calibri"/>
              </a:rPr>
              <a:t> </a:t>
            </a:r>
            <a:r>
              <a:rPr sz="2400" dirty="0">
                <a:latin typeface="Calibri"/>
                <a:cs typeface="Calibri"/>
              </a:rPr>
              <a:t>đúng, k</a:t>
            </a:r>
            <a:r>
              <a:rPr sz="2400" spc="-15" dirty="0">
                <a:latin typeface="Calibri"/>
                <a:cs typeface="Calibri"/>
              </a:rPr>
              <a:t> </a:t>
            </a:r>
            <a:r>
              <a:rPr sz="2400" dirty="0">
                <a:latin typeface="Symbol"/>
                <a:cs typeface="Symbol"/>
              </a:rPr>
              <a:t></a:t>
            </a:r>
            <a:r>
              <a:rPr sz="2400" spc="-70" dirty="0">
                <a:latin typeface="Times New Roman"/>
                <a:cs typeface="Times New Roman"/>
              </a:rPr>
              <a:t> </a:t>
            </a:r>
            <a:r>
              <a:rPr sz="2400" spc="-25" dirty="0">
                <a:latin typeface="Calibri"/>
                <a:cs typeface="Calibri"/>
              </a:rPr>
              <a:t>0.</a:t>
            </a:r>
            <a:endParaRPr sz="2400">
              <a:latin typeface="Calibri"/>
              <a:cs typeface="Calibri"/>
            </a:endParaRPr>
          </a:p>
          <a:p>
            <a:pPr marL="478790" marR="69850" indent="-453390" algn="just">
              <a:lnSpc>
                <a:spcPts val="2880"/>
              </a:lnSpc>
              <a:spcBef>
                <a:spcPts val="80"/>
              </a:spcBef>
              <a:buChar char="-"/>
              <a:tabLst>
                <a:tab pos="482600" algn="l"/>
              </a:tabLst>
            </a:pPr>
            <a:r>
              <a:rPr sz="2400" dirty="0">
                <a:latin typeface="Calibri"/>
                <a:cs typeface="Calibri"/>
              </a:rPr>
              <a:t>Xét</a:t>
            </a:r>
            <a:r>
              <a:rPr sz="2400" spc="-55" dirty="0">
                <a:latin typeface="Calibri"/>
                <a:cs typeface="Calibri"/>
              </a:rPr>
              <a:t> </a:t>
            </a:r>
            <a:r>
              <a:rPr sz="2400" dirty="0">
                <a:latin typeface="Calibri"/>
                <a:cs typeface="Calibri"/>
              </a:rPr>
              <a:t>S(k+1):</a:t>
            </a:r>
            <a:r>
              <a:rPr sz="2400" spc="-75" dirty="0">
                <a:latin typeface="Calibri"/>
                <a:cs typeface="Calibri"/>
              </a:rPr>
              <a:t> </a:t>
            </a:r>
            <a:r>
              <a:rPr sz="2400" dirty="0">
                <a:latin typeface="Calibri"/>
                <a:cs typeface="Calibri"/>
              </a:rPr>
              <a:t>Khi</a:t>
            </a:r>
            <a:r>
              <a:rPr sz="2400" spc="-40" dirty="0">
                <a:latin typeface="Calibri"/>
                <a:cs typeface="Calibri"/>
              </a:rPr>
              <a:t> </a:t>
            </a:r>
            <a:r>
              <a:rPr sz="2400" dirty="0">
                <a:latin typeface="Calibri"/>
                <a:cs typeface="Calibri"/>
              </a:rPr>
              <a:t>kiểm</a:t>
            </a:r>
            <a:r>
              <a:rPr sz="2400" spc="-65" dirty="0">
                <a:latin typeface="Calibri"/>
                <a:cs typeface="Calibri"/>
              </a:rPr>
              <a:t> </a:t>
            </a:r>
            <a:r>
              <a:rPr sz="2400" dirty="0">
                <a:latin typeface="Calibri"/>
                <a:cs typeface="Calibri"/>
              </a:rPr>
              <a:t>tra</a:t>
            </a:r>
            <a:r>
              <a:rPr sz="2400" spc="-60" dirty="0">
                <a:latin typeface="Calibri"/>
                <a:cs typeface="Calibri"/>
              </a:rPr>
              <a:t> </a:t>
            </a:r>
            <a:r>
              <a:rPr sz="2400" dirty="0">
                <a:latin typeface="Calibri"/>
                <a:cs typeface="Calibri"/>
              </a:rPr>
              <a:t>điều</a:t>
            </a:r>
            <a:r>
              <a:rPr sz="2400" spc="-35" dirty="0">
                <a:latin typeface="Calibri"/>
                <a:cs typeface="Calibri"/>
              </a:rPr>
              <a:t> </a:t>
            </a:r>
            <a:r>
              <a:rPr sz="2400" dirty="0">
                <a:latin typeface="Calibri"/>
                <a:cs typeface="Calibri"/>
              </a:rPr>
              <a:t>kiện</a:t>
            </a:r>
            <a:r>
              <a:rPr sz="2400" spc="-55" dirty="0">
                <a:latin typeface="Calibri"/>
                <a:cs typeface="Calibri"/>
              </a:rPr>
              <a:t> </a:t>
            </a:r>
            <a:r>
              <a:rPr sz="2400" spc="-10" dirty="0">
                <a:latin typeface="Calibri"/>
                <a:cs typeface="Calibri"/>
              </a:rPr>
              <a:t>N!=0, 	</a:t>
            </a:r>
            <a:r>
              <a:rPr sz="2400" dirty="0">
                <a:latin typeface="Calibri"/>
                <a:cs typeface="Calibri"/>
              </a:rPr>
              <a:t>vì</a:t>
            </a:r>
            <a:r>
              <a:rPr sz="2400" spc="-40" dirty="0">
                <a:latin typeface="Calibri"/>
                <a:cs typeface="Calibri"/>
              </a:rPr>
              <a:t> </a:t>
            </a:r>
            <a:r>
              <a:rPr sz="2400" dirty="0">
                <a:latin typeface="Calibri"/>
                <a:cs typeface="Calibri"/>
              </a:rPr>
              <a:t>k+1&gt;0</a:t>
            </a:r>
            <a:r>
              <a:rPr sz="2400" spc="-35" dirty="0">
                <a:latin typeface="Calibri"/>
                <a:cs typeface="Calibri"/>
              </a:rPr>
              <a:t> </a:t>
            </a:r>
            <a:r>
              <a:rPr sz="2400" dirty="0">
                <a:latin typeface="Calibri"/>
                <a:cs typeface="Calibri"/>
              </a:rPr>
              <a:t>nên</a:t>
            </a:r>
            <a:r>
              <a:rPr sz="2400" spc="-40" dirty="0">
                <a:latin typeface="Calibri"/>
                <a:cs typeface="Calibri"/>
              </a:rPr>
              <a:t> </a:t>
            </a:r>
            <a:r>
              <a:rPr sz="2400" dirty="0">
                <a:latin typeface="Calibri"/>
                <a:cs typeface="Calibri"/>
              </a:rPr>
              <a:t>vòng</a:t>
            </a:r>
            <a:r>
              <a:rPr sz="2400" spc="-40" dirty="0">
                <a:latin typeface="Calibri"/>
                <a:cs typeface="Calibri"/>
              </a:rPr>
              <a:t> </a:t>
            </a:r>
            <a:r>
              <a:rPr sz="2400" dirty="0">
                <a:latin typeface="Calibri"/>
                <a:cs typeface="Calibri"/>
              </a:rPr>
              <a:t>lặp</a:t>
            </a:r>
            <a:r>
              <a:rPr sz="2400" spc="-50" dirty="0">
                <a:latin typeface="Calibri"/>
                <a:cs typeface="Calibri"/>
              </a:rPr>
              <a:t> </a:t>
            </a:r>
            <a:r>
              <a:rPr sz="2400" dirty="0">
                <a:latin typeface="Calibri"/>
                <a:cs typeface="Calibri"/>
              </a:rPr>
              <a:t>thực</a:t>
            </a:r>
            <a:r>
              <a:rPr sz="2400" spc="-45" dirty="0">
                <a:latin typeface="Calibri"/>
                <a:cs typeface="Calibri"/>
              </a:rPr>
              <a:t> </a:t>
            </a:r>
            <a:r>
              <a:rPr sz="2400" dirty="0">
                <a:latin typeface="Calibri"/>
                <a:cs typeface="Calibri"/>
              </a:rPr>
              <a:t>hiện</a:t>
            </a:r>
            <a:r>
              <a:rPr sz="2400" spc="-40" dirty="0">
                <a:latin typeface="Calibri"/>
                <a:cs typeface="Calibri"/>
              </a:rPr>
              <a:t> </a:t>
            </a:r>
            <a:r>
              <a:rPr sz="2400" dirty="0">
                <a:latin typeface="Calibri"/>
                <a:cs typeface="Calibri"/>
              </a:rPr>
              <a:t>thêm</a:t>
            </a:r>
            <a:r>
              <a:rPr sz="2400" spc="-50" dirty="0">
                <a:latin typeface="Calibri"/>
                <a:cs typeface="Calibri"/>
              </a:rPr>
              <a:t> </a:t>
            </a:r>
            <a:r>
              <a:rPr sz="2400" spc="-25" dirty="0">
                <a:latin typeface="Calibri"/>
                <a:cs typeface="Calibri"/>
              </a:rPr>
              <a:t>ít 	</a:t>
            </a:r>
            <a:r>
              <a:rPr sz="2400" dirty="0">
                <a:latin typeface="Calibri"/>
                <a:cs typeface="Calibri"/>
              </a:rPr>
              <a:t>nhất</a:t>
            </a:r>
            <a:r>
              <a:rPr sz="2400" spc="-40" dirty="0">
                <a:latin typeface="Calibri"/>
                <a:cs typeface="Calibri"/>
              </a:rPr>
              <a:t> </a:t>
            </a:r>
            <a:r>
              <a:rPr sz="2400" dirty="0">
                <a:latin typeface="Calibri"/>
                <a:cs typeface="Calibri"/>
              </a:rPr>
              <a:t>một</a:t>
            </a:r>
            <a:r>
              <a:rPr sz="2400" spc="-50" dirty="0">
                <a:latin typeface="Calibri"/>
                <a:cs typeface="Calibri"/>
              </a:rPr>
              <a:t> </a:t>
            </a:r>
            <a:r>
              <a:rPr sz="2400" dirty="0">
                <a:latin typeface="Calibri"/>
                <a:cs typeface="Calibri"/>
              </a:rPr>
              <a:t>lần</a:t>
            </a:r>
            <a:r>
              <a:rPr sz="2400" spc="-35" dirty="0">
                <a:latin typeface="Calibri"/>
                <a:cs typeface="Calibri"/>
              </a:rPr>
              <a:t> </a:t>
            </a:r>
            <a:r>
              <a:rPr sz="2400" dirty="0">
                <a:latin typeface="Calibri"/>
                <a:cs typeface="Calibri"/>
              </a:rPr>
              <a:t>nữa.</a:t>
            </a:r>
            <a:r>
              <a:rPr sz="2400" spc="-55" dirty="0">
                <a:latin typeface="Calibri"/>
                <a:cs typeface="Calibri"/>
              </a:rPr>
              <a:t> </a:t>
            </a:r>
            <a:r>
              <a:rPr sz="2400" dirty="0">
                <a:latin typeface="Calibri"/>
                <a:cs typeface="Calibri"/>
              </a:rPr>
              <a:t>Sau</a:t>
            </a:r>
            <a:r>
              <a:rPr sz="2400" spc="-35" dirty="0">
                <a:latin typeface="Calibri"/>
                <a:cs typeface="Calibri"/>
              </a:rPr>
              <a:t> </a:t>
            </a:r>
            <a:r>
              <a:rPr sz="2400" dirty="0">
                <a:latin typeface="Calibri"/>
                <a:cs typeface="Calibri"/>
              </a:rPr>
              <a:t>lần</a:t>
            </a:r>
            <a:r>
              <a:rPr sz="2400" spc="-50" dirty="0">
                <a:latin typeface="Calibri"/>
                <a:cs typeface="Calibri"/>
              </a:rPr>
              <a:t> </a:t>
            </a:r>
            <a:r>
              <a:rPr sz="2400" dirty="0">
                <a:latin typeface="Calibri"/>
                <a:cs typeface="Calibri"/>
              </a:rPr>
              <a:t>thực</a:t>
            </a:r>
            <a:r>
              <a:rPr sz="2400" spc="-40" dirty="0">
                <a:latin typeface="Calibri"/>
                <a:cs typeface="Calibri"/>
              </a:rPr>
              <a:t> </a:t>
            </a:r>
            <a:r>
              <a:rPr sz="2400" dirty="0">
                <a:latin typeface="Calibri"/>
                <a:cs typeface="Calibri"/>
              </a:rPr>
              <a:t>hiên</a:t>
            </a:r>
            <a:r>
              <a:rPr sz="2400" spc="-35" dirty="0">
                <a:latin typeface="Calibri"/>
                <a:cs typeface="Calibri"/>
              </a:rPr>
              <a:t> </a:t>
            </a:r>
            <a:r>
              <a:rPr sz="2400" spc="-25" dirty="0">
                <a:latin typeface="Calibri"/>
                <a:cs typeface="Calibri"/>
              </a:rPr>
              <a:t>này</a:t>
            </a:r>
            <a:endParaRPr sz="2400">
              <a:latin typeface="Calibri"/>
              <a:cs typeface="Calibri"/>
            </a:endParaRPr>
          </a:p>
          <a:p>
            <a:pPr marL="482600" algn="just">
              <a:lnSpc>
                <a:spcPts val="2785"/>
              </a:lnSpc>
            </a:pPr>
            <a:r>
              <a:rPr sz="2400" dirty="0">
                <a:latin typeface="Calibri"/>
                <a:cs typeface="Calibri"/>
              </a:rPr>
              <a:t>,</a:t>
            </a:r>
            <a:r>
              <a:rPr sz="2400" spc="-35" dirty="0">
                <a:latin typeface="Calibri"/>
                <a:cs typeface="Calibri"/>
              </a:rPr>
              <a:t> </a:t>
            </a:r>
            <a:r>
              <a:rPr sz="2400" dirty="0">
                <a:latin typeface="Calibri"/>
                <a:cs typeface="Calibri"/>
              </a:rPr>
              <a:t>các</a:t>
            </a:r>
            <a:r>
              <a:rPr sz="2400" spc="-55" dirty="0">
                <a:latin typeface="Calibri"/>
                <a:cs typeface="Calibri"/>
              </a:rPr>
              <a:t> </a:t>
            </a:r>
            <a:r>
              <a:rPr sz="2400" dirty="0">
                <a:latin typeface="Calibri"/>
                <a:cs typeface="Calibri"/>
              </a:rPr>
              <a:t>biến</a:t>
            </a:r>
            <a:r>
              <a:rPr sz="2400" spc="-20" dirty="0">
                <a:latin typeface="Calibri"/>
                <a:cs typeface="Calibri"/>
              </a:rPr>
              <a:t> </a:t>
            </a:r>
            <a:r>
              <a:rPr sz="2400" dirty="0">
                <a:latin typeface="Calibri"/>
                <a:cs typeface="Calibri"/>
              </a:rPr>
              <a:t>có</a:t>
            </a:r>
            <a:r>
              <a:rPr sz="2400" spc="-60" dirty="0">
                <a:latin typeface="Calibri"/>
                <a:cs typeface="Calibri"/>
              </a:rPr>
              <a:t> </a:t>
            </a:r>
            <a:r>
              <a:rPr sz="2400" dirty="0">
                <a:latin typeface="Calibri"/>
                <a:cs typeface="Calibri"/>
              </a:rPr>
              <a:t>giá</a:t>
            </a:r>
            <a:r>
              <a:rPr sz="2400" spc="-45" dirty="0">
                <a:latin typeface="Calibri"/>
                <a:cs typeface="Calibri"/>
              </a:rPr>
              <a:t> </a:t>
            </a:r>
            <a:r>
              <a:rPr sz="2400" dirty="0">
                <a:latin typeface="Calibri"/>
                <a:cs typeface="Calibri"/>
              </a:rPr>
              <a:t>trị</a:t>
            </a:r>
            <a:r>
              <a:rPr sz="2400" spc="-35" dirty="0">
                <a:latin typeface="Calibri"/>
                <a:cs typeface="Calibri"/>
              </a:rPr>
              <a:t> </a:t>
            </a:r>
            <a:r>
              <a:rPr sz="2400" dirty="0">
                <a:latin typeface="Calibri"/>
                <a:cs typeface="Calibri"/>
              </a:rPr>
              <a:t>là</a:t>
            </a:r>
            <a:r>
              <a:rPr sz="2400" spc="-45" dirty="0">
                <a:latin typeface="Calibri"/>
                <a:cs typeface="Calibri"/>
              </a:rPr>
              <a:t> </a:t>
            </a:r>
            <a:r>
              <a:rPr sz="2400" spc="-25" dirty="0">
                <a:latin typeface="Calibri"/>
                <a:cs typeface="Calibri"/>
              </a:rPr>
              <a:t>X=xy,</a:t>
            </a:r>
            <a:r>
              <a:rPr sz="2400" spc="-50" dirty="0">
                <a:latin typeface="Calibri"/>
                <a:cs typeface="Calibri"/>
              </a:rPr>
              <a:t> </a:t>
            </a:r>
            <a:r>
              <a:rPr sz="2400" spc="-25" dirty="0">
                <a:latin typeface="Calibri"/>
                <a:cs typeface="Calibri"/>
              </a:rPr>
              <a:t>Y=y,</a:t>
            </a:r>
            <a:r>
              <a:rPr sz="2400" spc="-35" dirty="0">
                <a:latin typeface="Calibri"/>
                <a:cs typeface="Calibri"/>
              </a:rPr>
              <a:t> </a:t>
            </a:r>
            <a:r>
              <a:rPr sz="2400" spc="-20" dirty="0">
                <a:latin typeface="Calibri"/>
                <a:cs typeface="Calibri"/>
              </a:rPr>
              <a:t>N=k.</a:t>
            </a:r>
            <a:endParaRPr sz="2400">
              <a:latin typeface="Calibri"/>
              <a:cs typeface="Calibri"/>
            </a:endParaRPr>
          </a:p>
          <a:p>
            <a:pPr marL="478790" marR="43180" indent="-453390" algn="just">
              <a:lnSpc>
                <a:spcPct val="100000"/>
              </a:lnSpc>
              <a:spcBef>
                <a:spcPts val="5"/>
              </a:spcBef>
              <a:buChar char="-"/>
              <a:tabLst>
                <a:tab pos="482600" algn="l"/>
              </a:tabLst>
            </a:pPr>
            <a:r>
              <a:rPr sz="2400" dirty="0">
                <a:solidFill>
                  <a:srgbClr val="FF0000"/>
                </a:solidFill>
                <a:latin typeface="Calibri"/>
                <a:cs typeface="Calibri"/>
              </a:rPr>
              <a:t>Do</a:t>
            </a:r>
            <a:r>
              <a:rPr sz="2400" spc="-35" dirty="0">
                <a:solidFill>
                  <a:srgbClr val="FF0000"/>
                </a:solidFill>
                <a:latin typeface="Calibri"/>
                <a:cs typeface="Calibri"/>
              </a:rPr>
              <a:t> </a:t>
            </a:r>
            <a:r>
              <a:rPr sz="2400" dirty="0">
                <a:solidFill>
                  <a:srgbClr val="FF0000"/>
                </a:solidFill>
                <a:latin typeface="Calibri"/>
                <a:cs typeface="Calibri"/>
              </a:rPr>
              <a:t>S(k)</a:t>
            </a:r>
            <a:r>
              <a:rPr sz="2400" spc="-50" dirty="0">
                <a:solidFill>
                  <a:srgbClr val="FF0000"/>
                </a:solidFill>
                <a:latin typeface="Calibri"/>
                <a:cs typeface="Calibri"/>
              </a:rPr>
              <a:t> </a:t>
            </a:r>
            <a:r>
              <a:rPr sz="2400" dirty="0">
                <a:solidFill>
                  <a:srgbClr val="FF0000"/>
                </a:solidFill>
                <a:latin typeface="Calibri"/>
                <a:cs typeface="Calibri"/>
              </a:rPr>
              <a:t>đúng</a:t>
            </a:r>
            <a:r>
              <a:rPr sz="2400" spc="-40" dirty="0">
                <a:solidFill>
                  <a:srgbClr val="FF0000"/>
                </a:solidFill>
                <a:latin typeface="Calibri"/>
                <a:cs typeface="Calibri"/>
              </a:rPr>
              <a:t> </a:t>
            </a:r>
            <a:r>
              <a:rPr sz="2400" dirty="0">
                <a:solidFill>
                  <a:srgbClr val="FF0000"/>
                </a:solidFill>
                <a:latin typeface="Calibri"/>
                <a:cs typeface="Calibri"/>
              </a:rPr>
              <a:t>nên</a:t>
            </a:r>
            <a:r>
              <a:rPr sz="2400" spc="-30" dirty="0">
                <a:solidFill>
                  <a:srgbClr val="FF0000"/>
                </a:solidFill>
                <a:latin typeface="Calibri"/>
                <a:cs typeface="Calibri"/>
              </a:rPr>
              <a:t> </a:t>
            </a:r>
            <a:r>
              <a:rPr sz="2400" dirty="0">
                <a:solidFill>
                  <a:srgbClr val="FF0000"/>
                </a:solidFill>
                <a:latin typeface="Calibri"/>
                <a:cs typeface="Calibri"/>
              </a:rPr>
              <a:t>khi</a:t>
            </a:r>
            <a:r>
              <a:rPr sz="2400" spc="-30" dirty="0">
                <a:solidFill>
                  <a:srgbClr val="FF0000"/>
                </a:solidFill>
                <a:latin typeface="Calibri"/>
                <a:cs typeface="Calibri"/>
              </a:rPr>
              <a:t> </a:t>
            </a:r>
            <a:r>
              <a:rPr sz="2400" dirty="0">
                <a:solidFill>
                  <a:srgbClr val="FF0000"/>
                </a:solidFill>
                <a:latin typeface="Calibri"/>
                <a:cs typeface="Calibri"/>
              </a:rPr>
              <a:t>kết</a:t>
            </a:r>
            <a:r>
              <a:rPr sz="2400" spc="-60" dirty="0">
                <a:solidFill>
                  <a:srgbClr val="FF0000"/>
                </a:solidFill>
                <a:latin typeface="Calibri"/>
                <a:cs typeface="Calibri"/>
              </a:rPr>
              <a:t> </a:t>
            </a:r>
            <a:r>
              <a:rPr sz="2400" dirty="0">
                <a:solidFill>
                  <a:srgbClr val="FF0000"/>
                </a:solidFill>
                <a:latin typeface="Calibri"/>
                <a:cs typeface="Calibri"/>
              </a:rPr>
              <a:t>thúc</a:t>
            </a:r>
            <a:r>
              <a:rPr sz="2400" spc="-25" dirty="0">
                <a:solidFill>
                  <a:srgbClr val="FF0000"/>
                </a:solidFill>
                <a:latin typeface="Calibri"/>
                <a:cs typeface="Calibri"/>
              </a:rPr>
              <a:t> </a:t>
            </a:r>
            <a:r>
              <a:rPr sz="2400" dirty="0">
                <a:solidFill>
                  <a:srgbClr val="FF0000"/>
                </a:solidFill>
                <a:latin typeface="Calibri"/>
                <a:cs typeface="Calibri"/>
              </a:rPr>
              <a:t>vòng</a:t>
            </a:r>
            <a:r>
              <a:rPr sz="2400" spc="-40" dirty="0">
                <a:solidFill>
                  <a:srgbClr val="FF0000"/>
                </a:solidFill>
                <a:latin typeface="Calibri"/>
                <a:cs typeface="Calibri"/>
              </a:rPr>
              <a:t> </a:t>
            </a:r>
            <a:r>
              <a:rPr sz="2400" dirty="0">
                <a:solidFill>
                  <a:srgbClr val="FF0000"/>
                </a:solidFill>
                <a:latin typeface="Calibri"/>
                <a:cs typeface="Calibri"/>
              </a:rPr>
              <a:t>lặp</a:t>
            </a:r>
            <a:r>
              <a:rPr sz="2400" spc="-30" dirty="0">
                <a:solidFill>
                  <a:srgbClr val="FF0000"/>
                </a:solidFill>
                <a:latin typeface="Calibri"/>
                <a:cs typeface="Calibri"/>
              </a:rPr>
              <a:t> </a:t>
            </a:r>
            <a:r>
              <a:rPr sz="2400" spc="-50" dirty="0">
                <a:solidFill>
                  <a:srgbClr val="FF0000"/>
                </a:solidFill>
                <a:latin typeface="Calibri"/>
                <a:cs typeface="Calibri"/>
              </a:rPr>
              <a:t>X 	</a:t>
            </a:r>
            <a:r>
              <a:rPr sz="2400" dirty="0">
                <a:solidFill>
                  <a:srgbClr val="FF0000"/>
                </a:solidFill>
                <a:latin typeface="Calibri"/>
                <a:cs typeface="Calibri"/>
              </a:rPr>
              <a:t>có</a:t>
            </a:r>
            <a:r>
              <a:rPr sz="2400" spc="-15" dirty="0">
                <a:solidFill>
                  <a:srgbClr val="FF0000"/>
                </a:solidFill>
                <a:latin typeface="Calibri"/>
                <a:cs typeface="Calibri"/>
              </a:rPr>
              <a:t> </a:t>
            </a:r>
            <a:r>
              <a:rPr sz="2400" dirty="0">
                <a:solidFill>
                  <a:srgbClr val="FF0000"/>
                </a:solidFill>
                <a:latin typeface="Calibri"/>
                <a:cs typeface="Calibri"/>
              </a:rPr>
              <a:t>giá</a:t>
            </a:r>
            <a:r>
              <a:rPr sz="2400" spc="-20" dirty="0">
                <a:solidFill>
                  <a:srgbClr val="FF0000"/>
                </a:solidFill>
                <a:latin typeface="Calibri"/>
                <a:cs typeface="Calibri"/>
              </a:rPr>
              <a:t> </a:t>
            </a:r>
            <a:r>
              <a:rPr sz="2400" dirty="0">
                <a:solidFill>
                  <a:srgbClr val="FF0000"/>
                </a:solidFill>
                <a:latin typeface="Calibri"/>
                <a:cs typeface="Calibri"/>
              </a:rPr>
              <a:t>trị</a:t>
            </a:r>
            <a:r>
              <a:rPr sz="2400" spc="-20" dirty="0">
                <a:solidFill>
                  <a:srgbClr val="FF0000"/>
                </a:solidFill>
                <a:latin typeface="Calibri"/>
                <a:cs typeface="Calibri"/>
              </a:rPr>
              <a:t> </a:t>
            </a:r>
            <a:r>
              <a:rPr sz="2400" dirty="0">
                <a:solidFill>
                  <a:srgbClr val="FF0000"/>
                </a:solidFill>
                <a:latin typeface="Calibri"/>
                <a:cs typeface="Calibri"/>
              </a:rPr>
              <a:t>là</a:t>
            </a:r>
            <a:r>
              <a:rPr sz="2400" spc="-20" dirty="0">
                <a:solidFill>
                  <a:srgbClr val="FF0000"/>
                </a:solidFill>
                <a:latin typeface="Calibri"/>
                <a:cs typeface="Calibri"/>
              </a:rPr>
              <a:t> </a:t>
            </a:r>
            <a:r>
              <a:rPr sz="2400" dirty="0">
                <a:solidFill>
                  <a:srgbClr val="FF0000"/>
                </a:solidFill>
                <a:latin typeface="Calibri"/>
                <a:cs typeface="Calibri"/>
              </a:rPr>
              <a:t>(xy)y</a:t>
            </a:r>
            <a:r>
              <a:rPr sz="2400" baseline="24305" dirty="0">
                <a:solidFill>
                  <a:srgbClr val="FF0000"/>
                </a:solidFill>
                <a:latin typeface="Calibri"/>
                <a:cs typeface="Calibri"/>
              </a:rPr>
              <a:t>k</a:t>
            </a:r>
            <a:r>
              <a:rPr sz="2400" spc="209" baseline="24305" dirty="0">
                <a:solidFill>
                  <a:srgbClr val="FF0000"/>
                </a:solidFill>
                <a:latin typeface="Calibri"/>
                <a:cs typeface="Calibri"/>
              </a:rPr>
              <a:t> </a:t>
            </a:r>
            <a:r>
              <a:rPr sz="2400" dirty="0">
                <a:solidFill>
                  <a:srgbClr val="FF0000"/>
                </a:solidFill>
                <a:latin typeface="Calibri"/>
                <a:cs typeface="Calibri"/>
              </a:rPr>
              <a:t>=</a:t>
            </a:r>
            <a:r>
              <a:rPr sz="2400" spc="-10" dirty="0">
                <a:solidFill>
                  <a:srgbClr val="FF0000"/>
                </a:solidFill>
                <a:latin typeface="Calibri"/>
                <a:cs typeface="Calibri"/>
              </a:rPr>
              <a:t> xy</a:t>
            </a:r>
            <a:r>
              <a:rPr sz="2400" spc="-15" baseline="24305" dirty="0">
                <a:solidFill>
                  <a:srgbClr val="FF0000"/>
                </a:solidFill>
                <a:latin typeface="Calibri"/>
                <a:cs typeface="Calibri"/>
              </a:rPr>
              <a:t>k+1</a:t>
            </a:r>
            <a:r>
              <a:rPr sz="2400" spc="-10" dirty="0">
                <a:latin typeface="Calibri"/>
                <a:cs typeface="Calibri"/>
              </a:rPr>
              <a:t>.</a:t>
            </a:r>
            <a:endParaRPr sz="2400">
              <a:latin typeface="Calibri"/>
              <a:cs typeface="Calibri"/>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235407"/>
            <a:ext cx="7935595" cy="5002530"/>
          </a:xfrm>
          <a:prstGeom prst="rect">
            <a:avLst/>
          </a:prstGeom>
        </p:spPr>
        <p:txBody>
          <a:bodyPr vert="horz" wrap="square" lIns="0" tIns="13335" rIns="0" bIns="0" rtlCol="0">
            <a:spAutoFit/>
          </a:bodyPr>
          <a:lstStyle/>
          <a:p>
            <a:pPr marL="12700">
              <a:lnSpc>
                <a:spcPct val="100000"/>
              </a:lnSpc>
              <a:spcBef>
                <a:spcPts val="105"/>
              </a:spcBef>
            </a:pPr>
            <a:r>
              <a:rPr sz="3200" b="1" dirty="0">
                <a:latin typeface="Calibri"/>
                <a:cs typeface="Calibri"/>
              </a:rPr>
              <a:t>Các</a:t>
            </a:r>
            <a:r>
              <a:rPr sz="3200" b="1" spc="-30" dirty="0">
                <a:latin typeface="Calibri"/>
                <a:cs typeface="Calibri"/>
              </a:rPr>
              <a:t> </a:t>
            </a:r>
            <a:r>
              <a:rPr sz="3200" b="1" dirty="0">
                <a:latin typeface="Calibri"/>
                <a:cs typeface="Calibri"/>
              </a:rPr>
              <a:t>qui</a:t>
            </a:r>
            <a:r>
              <a:rPr sz="3200" b="1" spc="-45" dirty="0">
                <a:latin typeface="Calibri"/>
                <a:cs typeface="Calibri"/>
              </a:rPr>
              <a:t> </a:t>
            </a:r>
            <a:r>
              <a:rPr sz="3200" b="1" dirty="0">
                <a:latin typeface="Calibri"/>
                <a:cs typeface="Calibri"/>
              </a:rPr>
              <a:t>tắc</a:t>
            </a:r>
            <a:r>
              <a:rPr sz="3200" b="1" spc="-35" dirty="0">
                <a:latin typeface="Calibri"/>
                <a:cs typeface="Calibri"/>
              </a:rPr>
              <a:t> </a:t>
            </a:r>
            <a:r>
              <a:rPr sz="3200" b="1" dirty="0">
                <a:latin typeface="Calibri"/>
                <a:cs typeface="Calibri"/>
              </a:rPr>
              <a:t>chứng</a:t>
            </a:r>
            <a:r>
              <a:rPr sz="3200" b="1" spc="-45" dirty="0">
                <a:latin typeface="Calibri"/>
                <a:cs typeface="Calibri"/>
              </a:rPr>
              <a:t> </a:t>
            </a:r>
            <a:r>
              <a:rPr sz="3200" b="1" spc="-10" dirty="0">
                <a:latin typeface="Calibri"/>
                <a:cs typeface="Calibri"/>
              </a:rPr>
              <a:t>minh.</a:t>
            </a:r>
            <a:endParaRPr sz="3200">
              <a:latin typeface="Calibri"/>
              <a:cs typeface="Calibri"/>
            </a:endParaRPr>
          </a:p>
          <a:p>
            <a:pPr>
              <a:lnSpc>
                <a:spcPct val="100000"/>
              </a:lnSpc>
              <a:spcBef>
                <a:spcPts val="1470"/>
              </a:spcBef>
            </a:pPr>
            <a:endParaRPr sz="3200">
              <a:latin typeface="Calibri"/>
              <a:cs typeface="Calibri"/>
            </a:endParaRPr>
          </a:p>
          <a:p>
            <a:pPr marL="12700">
              <a:lnSpc>
                <a:spcPct val="100000"/>
              </a:lnSpc>
            </a:pPr>
            <a:r>
              <a:rPr sz="3200" b="1" dirty="0">
                <a:latin typeface="Calibri"/>
                <a:cs typeface="Calibri"/>
              </a:rPr>
              <a:t>1.</a:t>
            </a:r>
            <a:r>
              <a:rPr sz="3200" b="1" spc="-25" dirty="0">
                <a:latin typeface="Calibri"/>
                <a:cs typeface="Calibri"/>
              </a:rPr>
              <a:t> </a:t>
            </a:r>
            <a:r>
              <a:rPr sz="3200" b="1" dirty="0">
                <a:latin typeface="Calibri"/>
                <a:cs typeface="Calibri"/>
              </a:rPr>
              <a:t>Chứng</a:t>
            </a:r>
            <a:r>
              <a:rPr sz="3200" b="1" spc="-30" dirty="0">
                <a:latin typeface="Calibri"/>
                <a:cs typeface="Calibri"/>
              </a:rPr>
              <a:t> </a:t>
            </a:r>
            <a:r>
              <a:rPr sz="3200" b="1" dirty="0">
                <a:latin typeface="Calibri"/>
                <a:cs typeface="Calibri"/>
              </a:rPr>
              <a:t>minh</a:t>
            </a:r>
            <a:r>
              <a:rPr sz="3200" b="1" spc="-40" dirty="0">
                <a:latin typeface="Calibri"/>
                <a:cs typeface="Calibri"/>
              </a:rPr>
              <a:t> </a:t>
            </a:r>
            <a:r>
              <a:rPr sz="3200" b="1" i="1" dirty="0">
                <a:latin typeface="Calibri"/>
                <a:cs typeface="Calibri"/>
              </a:rPr>
              <a:t>trực</a:t>
            </a:r>
            <a:r>
              <a:rPr sz="3200" b="1" i="1" spc="-35" dirty="0">
                <a:latin typeface="Calibri"/>
                <a:cs typeface="Calibri"/>
              </a:rPr>
              <a:t> </a:t>
            </a:r>
            <a:r>
              <a:rPr sz="3200" b="1" i="1" dirty="0">
                <a:latin typeface="Calibri"/>
                <a:cs typeface="Calibri"/>
              </a:rPr>
              <a:t>tiếp</a:t>
            </a:r>
            <a:r>
              <a:rPr sz="3200" b="1" i="1" spc="-20" dirty="0">
                <a:latin typeface="Calibri"/>
                <a:cs typeface="Calibri"/>
              </a:rPr>
              <a:t> </a:t>
            </a:r>
            <a:r>
              <a:rPr sz="3200" b="1" dirty="0">
                <a:latin typeface="Calibri"/>
                <a:cs typeface="Calibri"/>
              </a:rPr>
              <a:t>(Direct</a:t>
            </a:r>
            <a:r>
              <a:rPr sz="3200" b="1" spc="-25" dirty="0">
                <a:latin typeface="Calibri"/>
                <a:cs typeface="Calibri"/>
              </a:rPr>
              <a:t> </a:t>
            </a:r>
            <a:r>
              <a:rPr sz="3200" b="1" spc="-10" dirty="0">
                <a:latin typeface="Calibri"/>
                <a:cs typeface="Calibri"/>
              </a:rPr>
              <a:t>proofs)</a:t>
            </a:r>
            <a:endParaRPr sz="3200">
              <a:latin typeface="Calibri"/>
              <a:cs typeface="Calibri"/>
            </a:endParaRPr>
          </a:p>
          <a:p>
            <a:pPr marL="12700" marR="5080">
              <a:lnSpc>
                <a:spcPts val="3820"/>
              </a:lnSpc>
              <a:spcBef>
                <a:spcPts val="940"/>
              </a:spcBef>
            </a:pPr>
            <a:r>
              <a:rPr sz="3200" dirty="0">
                <a:latin typeface="Calibri"/>
                <a:cs typeface="Calibri"/>
              </a:rPr>
              <a:t>Để</a:t>
            </a:r>
            <a:r>
              <a:rPr sz="3200" spc="-60" dirty="0">
                <a:latin typeface="Calibri"/>
                <a:cs typeface="Calibri"/>
              </a:rPr>
              <a:t> </a:t>
            </a:r>
            <a:r>
              <a:rPr sz="3200" dirty="0">
                <a:latin typeface="Calibri"/>
                <a:cs typeface="Calibri"/>
              </a:rPr>
              <a:t>chứng</a:t>
            </a:r>
            <a:r>
              <a:rPr sz="3200" spc="-45" dirty="0">
                <a:latin typeface="Calibri"/>
                <a:cs typeface="Calibri"/>
              </a:rPr>
              <a:t> </a:t>
            </a:r>
            <a:r>
              <a:rPr sz="3200" dirty="0">
                <a:latin typeface="Calibri"/>
                <a:cs typeface="Calibri"/>
              </a:rPr>
              <a:t>minh</a:t>
            </a:r>
            <a:r>
              <a:rPr sz="3200" spc="-20" dirty="0">
                <a:latin typeface="Calibri"/>
                <a:cs typeface="Calibri"/>
              </a:rPr>
              <a:t> </a:t>
            </a:r>
            <a:r>
              <a:rPr sz="3200" dirty="0">
                <a:solidFill>
                  <a:srgbClr val="FF0000"/>
                </a:solidFill>
                <a:latin typeface="Calibri"/>
                <a:cs typeface="Calibri"/>
              </a:rPr>
              <a:t>p</a:t>
            </a:r>
            <a:r>
              <a:rPr sz="3200" spc="-40" dirty="0">
                <a:solidFill>
                  <a:srgbClr val="FF0000"/>
                </a:solidFill>
                <a:latin typeface="Calibri"/>
                <a:cs typeface="Calibri"/>
              </a:rPr>
              <a:t> </a:t>
            </a:r>
            <a:r>
              <a:rPr sz="3200" dirty="0">
                <a:solidFill>
                  <a:srgbClr val="FF0000"/>
                </a:solidFill>
                <a:latin typeface="Symbol"/>
                <a:cs typeface="Symbol"/>
              </a:rPr>
              <a:t></a:t>
            </a:r>
            <a:r>
              <a:rPr sz="3200" spc="-120" dirty="0">
                <a:solidFill>
                  <a:srgbClr val="FF0000"/>
                </a:solidFill>
                <a:latin typeface="Times New Roman"/>
                <a:cs typeface="Times New Roman"/>
              </a:rPr>
              <a:t> </a:t>
            </a:r>
            <a:r>
              <a:rPr sz="3200" dirty="0">
                <a:solidFill>
                  <a:srgbClr val="FF0000"/>
                </a:solidFill>
                <a:latin typeface="Calibri"/>
                <a:cs typeface="Calibri"/>
              </a:rPr>
              <a:t>q</a:t>
            </a:r>
            <a:r>
              <a:rPr sz="3200" spc="-45" dirty="0">
                <a:solidFill>
                  <a:srgbClr val="FF0000"/>
                </a:solidFill>
                <a:latin typeface="Calibri"/>
                <a:cs typeface="Calibri"/>
              </a:rPr>
              <a:t> </a:t>
            </a:r>
            <a:r>
              <a:rPr sz="3200" dirty="0">
                <a:latin typeface="Calibri"/>
                <a:cs typeface="Calibri"/>
              </a:rPr>
              <a:t>là</a:t>
            </a:r>
            <a:r>
              <a:rPr sz="3200" spc="-45" dirty="0">
                <a:latin typeface="Calibri"/>
                <a:cs typeface="Calibri"/>
              </a:rPr>
              <a:t> </a:t>
            </a:r>
            <a:r>
              <a:rPr sz="3200" dirty="0">
                <a:latin typeface="Calibri"/>
                <a:cs typeface="Calibri"/>
              </a:rPr>
              <a:t>đúng,</a:t>
            </a:r>
            <a:r>
              <a:rPr sz="3200" spc="-40" dirty="0">
                <a:latin typeface="Calibri"/>
                <a:cs typeface="Calibri"/>
              </a:rPr>
              <a:t> </a:t>
            </a:r>
            <a:r>
              <a:rPr sz="3200" dirty="0">
                <a:latin typeface="Calibri"/>
                <a:cs typeface="Calibri"/>
              </a:rPr>
              <a:t>chứng</a:t>
            </a:r>
            <a:r>
              <a:rPr sz="3200" spc="-40" dirty="0">
                <a:latin typeface="Calibri"/>
                <a:cs typeface="Calibri"/>
              </a:rPr>
              <a:t> </a:t>
            </a:r>
            <a:r>
              <a:rPr sz="3200" dirty="0">
                <a:latin typeface="Calibri"/>
                <a:cs typeface="Calibri"/>
              </a:rPr>
              <a:t>minh</a:t>
            </a:r>
            <a:r>
              <a:rPr sz="3200" spc="-40" dirty="0">
                <a:latin typeface="Calibri"/>
                <a:cs typeface="Calibri"/>
              </a:rPr>
              <a:t> </a:t>
            </a:r>
            <a:r>
              <a:rPr sz="3200" spc="-20" dirty="0">
                <a:latin typeface="Calibri"/>
                <a:cs typeface="Calibri"/>
              </a:rPr>
              <a:t>trực </a:t>
            </a:r>
            <a:r>
              <a:rPr sz="3200" dirty="0">
                <a:latin typeface="Calibri"/>
                <a:cs typeface="Calibri"/>
              </a:rPr>
              <a:t>tiếp</a:t>
            </a:r>
            <a:r>
              <a:rPr sz="3200" spc="-35" dirty="0">
                <a:latin typeface="Calibri"/>
                <a:cs typeface="Calibri"/>
              </a:rPr>
              <a:t> </a:t>
            </a:r>
            <a:r>
              <a:rPr sz="3200" dirty="0">
                <a:latin typeface="Calibri"/>
                <a:cs typeface="Calibri"/>
              </a:rPr>
              <a:t>thực</a:t>
            </a:r>
            <a:r>
              <a:rPr sz="3200" spc="-30" dirty="0">
                <a:latin typeface="Calibri"/>
                <a:cs typeface="Calibri"/>
              </a:rPr>
              <a:t> </a:t>
            </a:r>
            <a:r>
              <a:rPr sz="3200" dirty="0">
                <a:latin typeface="Calibri"/>
                <a:cs typeface="Calibri"/>
              </a:rPr>
              <a:t>hiện</a:t>
            </a:r>
            <a:r>
              <a:rPr sz="3200" spc="-35" dirty="0">
                <a:latin typeface="Calibri"/>
                <a:cs typeface="Calibri"/>
              </a:rPr>
              <a:t> </a:t>
            </a:r>
            <a:r>
              <a:rPr sz="3200" dirty="0">
                <a:latin typeface="Calibri"/>
                <a:cs typeface="Calibri"/>
              </a:rPr>
              <a:t>như</a:t>
            </a:r>
            <a:r>
              <a:rPr sz="3200" spc="-25" dirty="0">
                <a:latin typeface="Calibri"/>
                <a:cs typeface="Calibri"/>
              </a:rPr>
              <a:t> </a:t>
            </a:r>
            <a:r>
              <a:rPr sz="3200" dirty="0">
                <a:latin typeface="Calibri"/>
                <a:cs typeface="Calibri"/>
              </a:rPr>
              <a:t>sau</a:t>
            </a:r>
            <a:r>
              <a:rPr sz="3200" spc="-25"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giả</a:t>
            </a:r>
            <a:r>
              <a:rPr sz="3200" spc="-30" dirty="0">
                <a:latin typeface="Calibri"/>
                <a:cs typeface="Calibri"/>
              </a:rPr>
              <a:t> </a:t>
            </a:r>
            <a:r>
              <a:rPr sz="3200" dirty="0">
                <a:latin typeface="Calibri"/>
                <a:cs typeface="Calibri"/>
              </a:rPr>
              <a:t>sử</a:t>
            </a:r>
            <a:r>
              <a:rPr sz="3200" spc="-30" dirty="0">
                <a:latin typeface="Calibri"/>
                <a:cs typeface="Calibri"/>
              </a:rPr>
              <a:t> </a:t>
            </a:r>
            <a:r>
              <a:rPr sz="3200" dirty="0">
                <a:latin typeface="Calibri"/>
                <a:cs typeface="Calibri"/>
              </a:rPr>
              <a:t>p</a:t>
            </a:r>
            <a:r>
              <a:rPr sz="3200" spc="-10" dirty="0">
                <a:latin typeface="Calibri"/>
                <a:cs typeface="Calibri"/>
              </a:rPr>
              <a:t> </a:t>
            </a:r>
            <a:r>
              <a:rPr sz="3200" dirty="0">
                <a:latin typeface="Calibri"/>
                <a:cs typeface="Calibri"/>
              </a:rPr>
              <a:t>đúng,</a:t>
            </a:r>
            <a:r>
              <a:rPr sz="3200" spc="-25" dirty="0">
                <a:latin typeface="Calibri"/>
                <a:cs typeface="Calibri"/>
              </a:rPr>
              <a:t> </a:t>
            </a:r>
            <a:r>
              <a:rPr sz="3200" dirty="0">
                <a:latin typeface="Calibri"/>
                <a:cs typeface="Calibri"/>
              </a:rPr>
              <a:t>từ</a:t>
            </a:r>
            <a:r>
              <a:rPr sz="3200" spc="-25" dirty="0">
                <a:latin typeface="Calibri"/>
                <a:cs typeface="Calibri"/>
              </a:rPr>
              <a:t> giả</a:t>
            </a:r>
            <a:endParaRPr sz="3200">
              <a:latin typeface="Calibri"/>
              <a:cs typeface="Calibri"/>
            </a:endParaRPr>
          </a:p>
          <a:p>
            <a:pPr marL="12700">
              <a:lnSpc>
                <a:spcPts val="3710"/>
              </a:lnSpc>
            </a:pPr>
            <a:r>
              <a:rPr sz="3200" dirty="0">
                <a:latin typeface="Calibri"/>
                <a:cs typeface="Calibri"/>
              </a:rPr>
              <a:t>thiết</a:t>
            </a:r>
            <a:r>
              <a:rPr sz="3200" spc="-45" dirty="0">
                <a:latin typeface="Calibri"/>
                <a:cs typeface="Calibri"/>
              </a:rPr>
              <a:t> </a:t>
            </a:r>
            <a:r>
              <a:rPr sz="3200" dirty="0">
                <a:latin typeface="Calibri"/>
                <a:cs typeface="Calibri"/>
              </a:rPr>
              <a:t>đó</a:t>
            </a:r>
            <a:r>
              <a:rPr sz="3200" spc="-70" dirty="0">
                <a:latin typeface="Calibri"/>
                <a:cs typeface="Calibri"/>
              </a:rPr>
              <a:t> </a:t>
            </a:r>
            <a:r>
              <a:rPr sz="3200" dirty="0">
                <a:latin typeface="Calibri"/>
                <a:cs typeface="Calibri"/>
              </a:rPr>
              <a:t>ta</a:t>
            </a:r>
            <a:r>
              <a:rPr sz="3200" spc="-50" dirty="0">
                <a:latin typeface="Calibri"/>
                <a:cs typeface="Calibri"/>
              </a:rPr>
              <a:t> </a:t>
            </a:r>
            <a:r>
              <a:rPr sz="3200" dirty="0">
                <a:latin typeface="Calibri"/>
                <a:cs typeface="Calibri"/>
              </a:rPr>
              <a:t>chứng</a:t>
            </a:r>
            <a:r>
              <a:rPr sz="3200" spc="-50" dirty="0">
                <a:latin typeface="Calibri"/>
                <a:cs typeface="Calibri"/>
              </a:rPr>
              <a:t> </a:t>
            </a:r>
            <a:r>
              <a:rPr sz="3200" dirty="0">
                <a:latin typeface="Calibri"/>
                <a:cs typeface="Calibri"/>
              </a:rPr>
              <a:t>minh</a:t>
            </a:r>
            <a:r>
              <a:rPr sz="3200" spc="-30" dirty="0">
                <a:latin typeface="Calibri"/>
                <a:cs typeface="Calibri"/>
              </a:rPr>
              <a:t> </a:t>
            </a:r>
            <a:r>
              <a:rPr sz="3200" dirty="0">
                <a:latin typeface="Calibri"/>
                <a:cs typeface="Calibri"/>
              </a:rPr>
              <a:t>rằng</a:t>
            </a:r>
            <a:r>
              <a:rPr sz="3200" spc="-55" dirty="0">
                <a:latin typeface="Calibri"/>
                <a:cs typeface="Calibri"/>
              </a:rPr>
              <a:t> </a:t>
            </a:r>
            <a:r>
              <a:rPr sz="3200" dirty="0">
                <a:latin typeface="Calibri"/>
                <a:cs typeface="Calibri"/>
              </a:rPr>
              <a:t>q</a:t>
            </a:r>
            <a:r>
              <a:rPr sz="3200" spc="-55" dirty="0">
                <a:latin typeface="Calibri"/>
                <a:cs typeface="Calibri"/>
              </a:rPr>
              <a:t> </a:t>
            </a:r>
            <a:r>
              <a:rPr sz="3200" spc="-10" dirty="0">
                <a:latin typeface="Calibri"/>
                <a:cs typeface="Calibri"/>
              </a:rPr>
              <a:t>đúng.</a:t>
            </a:r>
            <a:endParaRPr sz="3200">
              <a:latin typeface="Calibri"/>
              <a:cs typeface="Calibri"/>
            </a:endParaRPr>
          </a:p>
          <a:p>
            <a:pPr marL="12700" marR="1045210">
              <a:lnSpc>
                <a:spcPct val="120000"/>
              </a:lnSpc>
              <a:spcBef>
                <a:spcPts val="5"/>
              </a:spcBef>
            </a:pPr>
            <a:r>
              <a:rPr sz="3200" dirty="0">
                <a:latin typeface="Calibri"/>
                <a:cs typeface="Calibri"/>
              </a:rPr>
              <a:t>VD</a:t>
            </a:r>
            <a:r>
              <a:rPr sz="3200" spc="-30"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CMR</a:t>
            </a:r>
            <a:r>
              <a:rPr sz="3200" spc="-25" dirty="0">
                <a:latin typeface="Calibri"/>
                <a:cs typeface="Calibri"/>
              </a:rPr>
              <a:t> </a:t>
            </a:r>
            <a:r>
              <a:rPr sz="3200" dirty="0">
                <a:latin typeface="Calibri"/>
                <a:cs typeface="Calibri"/>
              </a:rPr>
              <a:t>nếu</a:t>
            </a:r>
            <a:r>
              <a:rPr sz="3200" spc="-20" dirty="0">
                <a:latin typeface="Calibri"/>
                <a:cs typeface="Calibri"/>
              </a:rPr>
              <a:t> </a:t>
            </a:r>
            <a:r>
              <a:rPr sz="3200" dirty="0">
                <a:latin typeface="Calibri"/>
                <a:cs typeface="Calibri"/>
              </a:rPr>
              <a:t>n</a:t>
            </a:r>
            <a:r>
              <a:rPr sz="3200" spc="-30" dirty="0">
                <a:latin typeface="Calibri"/>
                <a:cs typeface="Calibri"/>
              </a:rPr>
              <a:t> </a:t>
            </a:r>
            <a:r>
              <a:rPr sz="3200" dirty="0">
                <a:latin typeface="Calibri"/>
                <a:cs typeface="Calibri"/>
              </a:rPr>
              <a:t>là</a:t>
            </a:r>
            <a:r>
              <a:rPr sz="3200" spc="-20" dirty="0">
                <a:latin typeface="Calibri"/>
                <a:cs typeface="Calibri"/>
              </a:rPr>
              <a:t> </a:t>
            </a:r>
            <a:r>
              <a:rPr sz="3200" dirty="0">
                <a:latin typeface="Calibri"/>
                <a:cs typeface="Calibri"/>
              </a:rPr>
              <a:t>chẵn</a:t>
            </a:r>
            <a:r>
              <a:rPr sz="3200" spc="-5" dirty="0">
                <a:latin typeface="Calibri"/>
                <a:cs typeface="Calibri"/>
              </a:rPr>
              <a:t> </a:t>
            </a:r>
            <a:r>
              <a:rPr sz="3200" dirty="0">
                <a:latin typeface="Calibri"/>
                <a:cs typeface="Calibri"/>
              </a:rPr>
              <a:t>thì</a:t>
            </a:r>
            <a:r>
              <a:rPr sz="3200" spc="-20" dirty="0">
                <a:latin typeface="Calibri"/>
                <a:cs typeface="Calibri"/>
              </a:rPr>
              <a:t> </a:t>
            </a:r>
            <a:r>
              <a:rPr sz="3200" dirty="0">
                <a:latin typeface="Calibri"/>
                <a:cs typeface="Calibri"/>
              </a:rPr>
              <a:t>3n</a:t>
            </a:r>
            <a:r>
              <a:rPr sz="3200" spc="-30"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2</a:t>
            </a:r>
            <a:r>
              <a:rPr sz="3200" spc="-25" dirty="0">
                <a:latin typeface="Calibri"/>
                <a:cs typeface="Calibri"/>
              </a:rPr>
              <a:t> </a:t>
            </a:r>
            <a:r>
              <a:rPr sz="3200" dirty="0">
                <a:latin typeface="Calibri"/>
                <a:cs typeface="Calibri"/>
              </a:rPr>
              <a:t>là</a:t>
            </a:r>
            <a:r>
              <a:rPr sz="3200" spc="-25" dirty="0">
                <a:latin typeface="Calibri"/>
                <a:cs typeface="Calibri"/>
              </a:rPr>
              <a:t> </a:t>
            </a:r>
            <a:r>
              <a:rPr sz="3200" spc="-10" dirty="0">
                <a:latin typeface="Calibri"/>
                <a:cs typeface="Calibri"/>
              </a:rPr>
              <a:t>chẵn. </a:t>
            </a:r>
            <a:r>
              <a:rPr sz="3200" dirty="0">
                <a:latin typeface="Calibri"/>
                <a:cs typeface="Calibri"/>
              </a:rPr>
              <a:t>Giả</a:t>
            </a:r>
            <a:r>
              <a:rPr sz="3200" spc="-30" dirty="0">
                <a:latin typeface="Calibri"/>
                <a:cs typeface="Calibri"/>
              </a:rPr>
              <a:t> </a:t>
            </a:r>
            <a:r>
              <a:rPr sz="3200" dirty="0">
                <a:latin typeface="Calibri"/>
                <a:cs typeface="Calibri"/>
              </a:rPr>
              <a:t>sử</a:t>
            </a:r>
            <a:r>
              <a:rPr sz="3200" spc="-50" dirty="0">
                <a:latin typeface="Calibri"/>
                <a:cs typeface="Calibri"/>
              </a:rPr>
              <a:t> </a:t>
            </a:r>
            <a:r>
              <a:rPr sz="3200" dirty="0">
                <a:latin typeface="Calibri"/>
                <a:cs typeface="Calibri"/>
              </a:rPr>
              <a:t>n</a:t>
            </a:r>
            <a:r>
              <a:rPr sz="3200" spc="-50" dirty="0">
                <a:latin typeface="Calibri"/>
                <a:cs typeface="Calibri"/>
              </a:rPr>
              <a:t> </a:t>
            </a:r>
            <a:r>
              <a:rPr sz="3200" dirty="0">
                <a:latin typeface="Calibri"/>
                <a:cs typeface="Calibri"/>
              </a:rPr>
              <a:t>là</a:t>
            </a:r>
            <a:r>
              <a:rPr sz="3200" spc="-35" dirty="0">
                <a:latin typeface="Calibri"/>
                <a:cs typeface="Calibri"/>
              </a:rPr>
              <a:t> </a:t>
            </a:r>
            <a:r>
              <a:rPr sz="3200" dirty="0">
                <a:latin typeface="Calibri"/>
                <a:cs typeface="Calibri"/>
              </a:rPr>
              <a:t>chẵn</a:t>
            </a:r>
            <a:r>
              <a:rPr sz="3200" spc="-30" dirty="0">
                <a:latin typeface="Calibri"/>
                <a:cs typeface="Calibri"/>
              </a:rPr>
              <a:t> </a:t>
            </a:r>
            <a:r>
              <a:rPr sz="3200" dirty="0">
                <a:latin typeface="Calibri"/>
                <a:cs typeface="Calibri"/>
              </a:rPr>
              <a:t>,</a:t>
            </a:r>
            <a:r>
              <a:rPr sz="3200" spc="-45" dirty="0">
                <a:latin typeface="Calibri"/>
                <a:cs typeface="Calibri"/>
              </a:rPr>
              <a:t> </a:t>
            </a:r>
            <a:r>
              <a:rPr sz="3200" dirty="0">
                <a:latin typeface="Calibri"/>
                <a:cs typeface="Calibri"/>
              </a:rPr>
              <a:t>n=2k.</a:t>
            </a:r>
            <a:r>
              <a:rPr sz="3200" spc="-20" dirty="0">
                <a:latin typeface="Calibri"/>
                <a:cs typeface="Calibri"/>
              </a:rPr>
              <a:t> </a:t>
            </a:r>
            <a:r>
              <a:rPr sz="3200" spc="-105" dirty="0">
                <a:latin typeface="Calibri"/>
                <a:cs typeface="Calibri"/>
              </a:rPr>
              <a:t>Ta</a:t>
            </a:r>
            <a:r>
              <a:rPr sz="3200" spc="-45" dirty="0">
                <a:latin typeface="Calibri"/>
                <a:cs typeface="Calibri"/>
              </a:rPr>
              <a:t> </a:t>
            </a:r>
            <a:r>
              <a:rPr sz="3200" spc="-25" dirty="0">
                <a:latin typeface="Calibri"/>
                <a:cs typeface="Calibri"/>
              </a:rPr>
              <a:t>có</a:t>
            </a:r>
            <a:endParaRPr sz="3200">
              <a:latin typeface="Calibri"/>
              <a:cs typeface="Calibri"/>
            </a:endParaRPr>
          </a:p>
          <a:p>
            <a:pPr marL="12700">
              <a:lnSpc>
                <a:spcPct val="100000"/>
              </a:lnSpc>
              <a:spcBef>
                <a:spcPts val="770"/>
              </a:spcBef>
            </a:pPr>
            <a:r>
              <a:rPr sz="3200" dirty="0">
                <a:latin typeface="Calibri"/>
                <a:cs typeface="Calibri"/>
              </a:rPr>
              <a:t>3n</a:t>
            </a:r>
            <a:r>
              <a:rPr sz="3200" spc="-40"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2</a:t>
            </a:r>
            <a:r>
              <a:rPr sz="3200" spc="-35"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3(2k)</a:t>
            </a:r>
            <a:r>
              <a:rPr sz="3200" spc="-20" dirty="0">
                <a:latin typeface="Calibri"/>
                <a:cs typeface="Calibri"/>
              </a:rPr>
              <a:t> </a:t>
            </a:r>
            <a:r>
              <a:rPr sz="3200" dirty="0">
                <a:latin typeface="Calibri"/>
                <a:cs typeface="Calibri"/>
              </a:rPr>
              <a:t>+2</a:t>
            </a:r>
            <a:r>
              <a:rPr sz="3200" spc="-15" dirty="0">
                <a:latin typeface="Calibri"/>
                <a:cs typeface="Calibri"/>
              </a:rPr>
              <a:t> </a:t>
            </a:r>
            <a:r>
              <a:rPr sz="3200" dirty="0">
                <a:latin typeface="Calibri"/>
                <a:cs typeface="Calibri"/>
              </a:rPr>
              <a:t>=2(3k</a:t>
            </a:r>
            <a:r>
              <a:rPr sz="3200" spc="-50" dirty="0">
                <a:latin typeface="Calibri"/>
                <a:cs typeface="Calibri"/>
              </a:rPr>
              <a:t> </a:t>
            </a:r>
            <a:r>
              <a:rPr sz="3200" dirty="0">
                <a:latin typeface="Calibri"/>
                <a:cs typeface="Calibri"/>
              </a:rPr>
              <a:t>+1)</a:t>
            </a:r>
            <a:r>
              <a:rPr sz="3200" spc="-10" dirty="0">
                <a:latin typeface="Calibri"/>
                <a:cs typeface="Calibri"/>
              </a:rPr>
              <a:t> </a:t>
            </a:r>
            <a:r>
              <a:rPr sz="3200" dirty="0">
                <a:latin typeface="Calibri"/>
                <a:cs typeface="Calibri"/>
              </a:rPr>
              <a:t>là</a:t>
            </a:r>
            <a:r>
              <a:rPr sz="3200" spc="-35" dirty="0">
                <a:latin typeface="Calibri"/>
                <a:cs typeface="Calibri"/>
              </a:rPr>
              <a:t> </a:t>
            </a:r>
            <a:r>
              <a:rPr sz="3200" spc="-10" dirty="0">
                <a:latin typeface="Calibri"/>
                <a:cs typeface="Calibri"/>
              </a:rPr>
              <a:t>chẵn.</a:t>
            </a:r>
            <a:endParaRPr sz="3200">
              <a:latin typeface="Calibri"/>
              <a:cs typeface="Calibri"/>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235407"/>
            <a:ext cx="8172450" cy="5002530"/>
          </a:xfrm>
          <a:prstGeom prst="rect">
            <a:avLst/>
          </a:prstGeom>
        </p:spPr>
        <p:txBody>
          <a:bodyPr vert="horz" wrap="square" lIns="0" tIns="13335" rIns="0" bIns="0" rtlCol="0">
            <a:spAutoFit/>
          </a:bodyPr>
          <a:lstStyle/>
          <a:p>
            <a:pPr marL="12700">
              <a:lnSpc>
                <a:spcPct val="100000"/>
              </a:lnSpc>
              <a:spcBef>
                <a:spcPts val="105"/>
              </a:spcBef>
            </a:pPr>
            <a:r>
              <a:rPr sz="3200" b="1" dirty="0">
                <a:latin typeface="Calibri"/>
                <a:cs typeface="Calibri"/>
              </a:rPr>
              <a:t>Các</a:t>
            </a:r>
            <a:r>
              <a:rPr sz="3200" b="1" spc="-30" dirty="0">
                <a:latin typeface="Calibri"/>
                <a:cs typeface="Calibri"/>
              </a:rPr>
              <a:t> </a:t>
            </a:r>
            <a:r>
              <a:rPr sz="3200" b="1" dirty="0">
                <a:latin typeface="Calibri"/>
                <a:cs typeface="Calibri"/>
              </a:rPr>
              <a:t>qui</a:t>
            </a:r>
            <a:r>
              <a:rPr sz="3200" b="1" spc="-45" dirty="0">
                <a:latin typeface="Calibri"/>
                <a:cs typeface="Calibri"/>
              </a:rPr>
              <a:t> </a:t>
            </a:r>
            <a:r>
              <a:rPr sz="3200" b="1" dirty="0">
                <a:latin typeface="Calibri"/>
                <a:cs typeface="Calibri"/>
              </a:rPr>
              <a:t>tắc</a:t>
            </a:r>
            <a:r>
              <a:rPr sz="3200" b="1" spc="-35" dirty="0">
                <a:latin typeface="Calibri"/>
                <a:cs typeface="Calibri"/>
              </a:rPr>
              <a:t> </a:t>
            </a:r>
            <a:r>
              <a:rPr sz="3200" b="1" dirty="0">
                <a:latin typeface="Calibri"/>
                <a:cs typeface="Calibri"/>
              </a:rPr>
              <a:t>chứng</a:t>
            </a:r>
            <a:r>
              <a:rPr sz="3200" b="1" spc="-45" dirty="0">
                <a:latin typeface="Calibri"/>
                <a:cs typeface="Calibri"/>
              </a:rPr>
              <a:t> </a:t>
            </a:r>
            <a:r>
              <a:rPr sz="3200" b="1" spc="-10" dirty="0">
                <a:latin typeface="Calibri"/>
                <a:cs typeface="Calibri"/>
              </a:rPr>
              <a:t>minh.</a:t>
            </a:r>
            <a:endParaRPr sz="3200">
              <a:latin typeface="Calibri"/>
              <a:cs typeface="Calibri"/>
            </a:endParaRPr>
          </a:p>
          <a:p>
            <a:pPr>
              <a:lnSpc>
                <a:spcPct val="100000"/>
              </a:lnSpc>
              <a:spcBef>
                <a:spcPts val="1470"/>
              </a:spcBef>
            </a:pPr>
            <a:endParaRPr sz="3200">
              <a:latin typeface="Calibri"/>
              <a:cs typeface="Calibri"/>
            </a:endParaRPr>
          </a:p>
          <a:p>
            <a:pPr marL="12700">
              <a:lnSpc>
                <a:spcPct val="100000"/>
              </a:lnSpc>
            </a:pPr>
            <a:r>
              <a:rPr sz="3200" b="1" dirty="0">
                <a:latin typeface="Calibri"/>
                <a:cs typeface="Calibri"/>
              </a:rPr>
              <a:t>2.</a:t>
            </a:r>
            <a:r>
              <a:rPr sz="3200" b="1" spc="-20" dirty="0">
                <a:latin typeface="Calibri"/>
                <a:cs typeface="Calibri"/>
              </a:rPr>
              <a:t> </a:t>
            </a:r>
            <a:r>
              <a:rPr sz="3200" b="1" dirty="0">
                <a:latin typeface="Calibri"/>
                <a:cs typeface="Calibri"/>
              </a:rPr>
              <a:t>Chứng</a:t>
            </a:r>
            <a:r>
              <a:rPr sz="3200" b="1" spc="-40" dirty="0">
                <a:latin typeface="Calibri"/>
                <a:cs typeface="Calibri"/>
              </a:rPr>
              <a:t> </a:t>
            </a:r>
            <a:r>
              <a:rPr sz="3200" b="1" dirty="0">
                <a:latin typeface="Calibri"/>
                <a:cs typeface="Calibri"/>
              </a:rPr>
              <a:t>minh</a:t>
            </a:r>
            <a:r>
              <a:rPr sz="3200" b="1" spc="-45" dirty="0">
                <a:latin typeface="Calibri"/>
                <a:cs typeface="Calibri"/>
              </a:rPr>
              <a:t> </a:t>
            </a:r>
            <a:r>
              <a:rPr sz="3200" b="1" i="1" dirty="0">
                <a:latin typeface="Calibri"/>
                <a:cs typeface="Calibri"/>
              </a:rPr>
              <a:t>gián</a:t>
            </a:r>
            <a:r>
              <a:rPr sz="3200" b="1" i="1" spc="-35" dirty="0">
                <a:latin typeface="Calibri"/>
                <a:cs typeface="Calibri"/>
              </a:rPr>
              <a:t> </a:t>
            </a:r>
            <a:r>
              <a:rPr sz="3200" b="1" i="1" dirty="0">
                <a:latin typeface="Calibri"/>
                <a:cs typeface="Calibri"/>
              </a:rPr>
              <a:t>tiếp</a:t>
            </a:r>
            <a:r>
              <a:rPr sz="3200" b="1" i="1" spc="-15" dirty="0">
                <a:latin typeface="Calibri"/>
                <a:cs typeface="Calibri"/>
              </a:rPr>
              <a:t> </a:t>
            </a:r>
            <a:r>
              <a:rPr sz="3200" b="1" dirty="0">
                <a:latin typeface="Calibri"/>
                <a:cs typeface="Calibri"/>
              </a:rPr>
              <a:t>(Indirect</a:t>
            </a:r>
            <a:r>
              <a:rPr sz="3200" b="1" spc="-30" dirty="0">
                <a:latin typeface="Calibri"/>
                <a:cs typeface="Calibri"/>
              </a:rPr>
              <a:t> </a:t>
            </a:r>
            <a:r>
              <a:rPr sz="3200" b="1" spc="-10" dirty="0">
                <a:latin typeface="Calibri"/>
                <a:cs typeface="Calibri"/>
              </a:rPr>
              <a:t>proofs)</a:t>
            </a:r>
            <a:endParaRPr sz="3200">
              <a:latin typeface="Calibri"/>
              <a:cs typeface="Calibri"/>
            </a:endParaRPr>
          </a:p>
          <a:p>
            <a:pPr marL="12700">
              <a:lnSpc>
                <a:spcPct val="100000"/>
              </a:lnSpc>
              <a:spcBef>
                <a:spcPts val="795"/>
              </a:spcBef>
            </a:pPr>
            <a:r>
              <a:rPr sz="3200" dirty="0">
                <a:latin typeface="Calibri"/>
                <a:cs typeface="Calibri"/>
              </a:rPr>
              <a:t>Để</a:t>
            </a:r>
            <a:r>
              <a:rPr sz="3200" spc="-55" dirty="0">
                <a:latin typeface="Calibri"/>
                <a:cs typeface="Calibri"/>
              </a:rPr>
              <a:t> </a:t>
            </a:r>
            <a:r>
              <a:rPr sz="3200" dirty="0">
                <a:latin typeface="Calibri"/>
                <a:cs typeface="Calibri"/>
              </a:rPr>
              <a:t>chứng</a:t>
            </a:r>
            <a:r>
              <a:rPr sz="3200" spc="-40" dirty="0">
                <a:latin typeface="Calibri"/>
                <a:cs typeface="Calibri"/>
              </a:rPr>
              <a:t> </a:t>
            </a:r>
            <a:r>
              <a:rPr sz="3200" dirty="0">
                <a:latin typeface="Calibri"/>
                <a:cs typeface="Calibri"/>
              </a:rPr>
              <a:t>minh</a:t>
            </a:r>
            <a:r>
              <a:rPr sz="3200" spc="-20" dirty="0">
                <a:latin typeface="Calibri"/>
                <a:cs typeface="Calibri"/>
              </a:rPr>
              <a:t> </a:t>
            </a:r>
            <a:r>
              <a:rPr sz="3200" dirty="0">
                <a:latin typeface="Calibri"/>
                <a:cs typeface="Calibri"/>
              </a:rPr>
              <a:t>p</a:t>
            </a:r>
            <a:r>
              <a:rPr sz="3200" spc="-35" dirty="0">
                <a:latin typeface="Calibri"/>
                <a:cs typeface="Calibri"/>
              </a:rPr>
              <a:t> </a:t>
            </a:r>
            <a:r>
              <a:rPr sz="3200" dirty="0">
                <a:latin typeface="Symbol"/>
                <a:cs typeface="Symbol"/>
              </a:rPr>
              <a:t></a:t>
            </a:r>
            <a:r>
              <a:rPr sz="3200" spc="-114" dirty="0">
                <a:latin typeface="Times New Roman"/>
                <a:cs typeface="Times New Roman"/>
              </a:rPr>
              <a:t> </a:t>
            </a:r>
            <a:r>
              <a:rPr sz="3200" dirty="0">
                <a:latin typeface="Calibri"/>
                <a:cs typeface="Calibri"/>
              </a:rPr>
              <a:t>q</a:t>
            </a:r>
            <a:r>
              <a:rPr sz="3200" spc="-45" dirty="0">
                <a:latin typeface="Calibri"/>
                <a:cs typeface="Calibri"/>
              </a:rPr>
              <a:t> </a:t>
            </a:r>
            <a:r>
              <a:rPr sz="3200" dirty="0">
                <a:latin typeface="Calibri"/>
                <a:cs typeface="Calibri"/>
              </a:rPr>
              <a:t>là</a:t>
            </a:r>
            <a:r>
              <a:rPr sz="3200" spc="-40" dirty="0">
                <a:latin typeface="Calibri"/>
                <a:cs typeface="Calibri"/>
              </a:rPr>
              <a:t> </a:t>
            </a:r>
            <a:r>
              <a:rPr sz="3200" dirty="0">
                <a:latin typeface="Calibri"/>
                <a:cs typeface="Calibri"/>
              </a:rPr>
              <a:t>đúng,</a:t>
            </a:r>
            <a:r>
              <a:rPr sz="3200" spc="-35" dirty="0">
                <a:latin typeface="Calibri"/>
                <a:cs typeface="Calibri"/>
              </a:rPr>
              <a:t> </a:t>
            </a:r>
            <a:r>
              <a:rPr sz="3200" dirty="0">
                <a:latin typeface="Calibri"/>
                <a:cs typeface="Calibri"/>
              </a:rPr>
              <a:t>ta</a:t>
            </a:r>
            <a:r>
              <a:rPr sz="3200" spc="-40" dirty="0">
                <a:latin typeface="Calibri"/>
                <a:cs typeface="Calibri"/>
              </a:rPr>
              <a:t> </a:t>
            </a:r>
            <a:r>
              <a:rPr sz="3200" dirty="0">
                <a:latin typeface="Calibri"/>
                <a:cs typeface="Calibri"/>
              </a:rPr>
              <a:t>sẽ</a:t>
            </a:r>
            <a:r>
              <a:rPr sz="3200" spc="-40" dirty="0">
                <a:latin typeface="Calibri"/>
                <a:cs typeface="Calibri"/>
              </a:rPr>
              <a:t> </a:t>
            </a:r>
            <a:r>
              <a:rPr sz="3200" dirty="0">
                <a:latin typeface="Calibri"/>
                <a:cs typeface="Calibri"/>
              </a:rPr>
              <a:t>chứng</a:t>
            </a:r>
            <a:r>
              <a:rPr sz="3200" spc="-40" dirty="0">
                <a:latin typeface="Calibri"/>
                <a:cs typeface="Calibri"/>
              </a:rPr>
              <a:t> </a:t>
            </a:r>
            <a:r>
              <a:rPr sz="3200" dirty="0">
                <a:latin typeface="Symbol"/>
                <a:cs typeface="Symbol"/>
              </a:rPr>
              <a:t></a:t>
            </a:r>
            <a:r>
              <a:rPr sz="3200" dirty="0">
                <a:latin typeface="Calibri"/>
                <a:cs typeface="Calibri"/>
              </a:rPr>
              <a:t>q</a:t>
            </a:r>
            <a:r>
              <a:rPr sz="3200" spc="-25" dirty="0">
                <a:latin typeface="Calibri"/>
                <a:cs typeface="Calibri"/>
              </a:rPr>
              <a:t> </a:t>
            </a:r>
            <a:r>
              <a:rPr sz="3200" spc="-50" dirty="0">
                <a:latin typeface="Symbol"/>
                <a:cs typeface="Symbol"/>
              </a:rPr>
              <a:t></a:t>
            </a:r>
            <a:endParaRPr sz="3200">
              <a:latin typeface="Symbol"/>
              <a:cs typeface="Symbol"/>
            </a:endParaRPr>
          </a:p>
          <a:p>
            <a:pPr marL="12700">
              <a:lnSpc>
                <a:spcPct val="100000"/>
              </a:lnSpc>
            </a:pPr>
            <a:r>
              <a:rPr sz="3200" dirty="0">
                <a:latin typeface="Symbol"/>
                <a:cs typeface="Symbol"/>
              </a:rPr>
              <a:t></a:t>
            </a:r>
            <a:r>
              <a:rPr sz="3200" dirty="0">
                <a:latin typeface="Calibri"/>
                <a:cs typeface="Calibri"/>
              </a:rPr>
              <a:t>p</a:t>
            </a:r>
            <a:r>
              <a:rPr sz="3200" spc="-20" dirty="0">
                <a:latin typeface="Calibri"/>
                <a:cs typeface="Calibri"/>
              </a:rPr>
              <a:t> </a:t>
            </a:r>
            <a:r>
              <a:rPr sz="3200" dirty="0">
                <a:latin typeface="Calibri"/>
                <a:cs typeface="Calibri"/>
              </a:rPr>
              <a:t>là</a:t>
            </a:r>
            <a:r>
              <a:rPr sz="3200" spc="-30" dirty="0">
                <a:latin typeface="Calibri"/>
                <a:cs typeface="Calibri"/>
              </a:rPr>
              <a:t> </a:t>
            </a:r>
            <a:r>
              <a:rPr sz="3200" dirty="0">
                <a:latin typeface="Calibri"/>
                <a:cs typeface="Calibri"/>
              </a:rPr>
              <a:t>đúng</a:t>
            </a:r>
            <a:r>
              <a:rPr sz="3200" spc="-30" dirty="0">
                <a:latin typeface="Calibri"/>
                <a:cs typeface="Calibri"/>
              </a:rPr>
              <a:t> </a:t>
            </a:r>
            <a:r>
              <a:rPr sz="3200" dirty="0">
                <a:latin typeface="Calibri"/>
                <a:cs typeface="Calibri"/>
              </a:rPr>
              <a:t>(lưu</a:t>
            </a:r>
            <a:r>
              <a:rPr sz="3200" spc="-35" dirty="0">
                <a:latin typeface="Calibri"/>
                <a:cs typeface="Calibri"/>
              </a:rPr>
              <a:t> </a:t>
            </a:r>
            <a:r>
              <a:rPr sz="3200" dirty="0">
                <a:latin typeface="Calibri"/>
                <a:cs typeface="Calibri"/>
              </a:rPr>
              <a:t>ý</a:t>
            </a:r>
            <a:r>
              <a:rPr sz="3200" spc="-20" dirty="0">
                <a:latin typeface="Calibri"/>
                <a:cs typeface="Calibri"/>
              </a:rPr>
              <a:t> </a:t>
            </a:r>
            <a:r>
              <a:rPr sz="3200" dirty="0">
                <a:latin typeface="Calibri"/>
                <a:cs typeface="Calibri"/>
              </a:rPr>
              <a:t>p</a:t>
            </a:r>
            <a:r>
              <a:rPr sz="3200" spc="-15" dirty="0">
                <a:latin typeface="Calibri"/>
                <a:cs typeface="Calibri"/>
              </a:rPr>
              <a:t> </a:t>
            </a:r>
            <a:r>
              <a:rPr sz="3200" dirty="0">
                <a:latin typeface="Symbol"/>
                <a:cs typeface="Symbol"/>
              </a:rPr>
              <a:t></a:t>
            </a:r>
            <a:r>
              <a:rPr sz="3200" spc="-105" dirty="0">
                <a:latin typeface="Times New Roman"/>
                <a:cs typeface="Times New Roman"/>
              </a:rPr>
              <a:t> </a:t>
            </a:r>
            <a:r>
              <a:rPr sz="3200" dirty="0">
                <a:latin typeface="Calibri"/>
                <a:cs typeface="Calibri"/>
              </a:rPr>
              <a:t>q</a:t>
            </a:r>
            <a:r>
              <a:rPr sz="3200" spc="-25" dirty="0">
                <a:latin typeface="Calibri"/>
                <a:cs typeface="Calibri"/>
              </a:rPr>
              <a:t> </a:t>
            </a:r>
            <a:r>
              <a:rPr sz="3200" dirty="0">
                <a:latin typeface="Wingdings"/>
                <a:cs typeface="Wingdings"/>
              </a:rPr>
              <a:t></a:t>
            </a:r>
            <a:r>
              <a:rPr sz="3200" spc="-125" dirty="0">
                <a:latin typeface="Times New Roman"/>
                <a:cs typeface="Times New Roman"/>
              </a:rPr>
              <a:t> </a:t>
            </a:r>
            <a:r>
              <a:rPr sz="3200" dirty="0">
                <a:latin typeface="Symbol"/>
                <a:cs typeface="Symbol"/>
              </a:rPr>
              <a:t></a:t>
            </a:r>
            <a:r>
              <a:rPr sz="3200" dirty="0">
                <a:latin typeface="Calibri"/>
                <a:cs typeface="Calibri"/>
              </a:rPr>
              <a:t>q</a:t>
            </a:r>
            <a:r>
              <a:rPr sz="3200" spc="-15" dirty="0">
                <a:latin typeface="Calibri"/>
                <a:cs typeface="Calibri"/>
              </a:rPr>
              <a:t> </a:t>
            </a:r>
            <a:r>
              <a:rPr sz="3200" dirty="0">
                <a:latin typeface="Symbol"/>
                <a:cs typeface="Symbol"/>
              </a:rPr>
              <a:t></a:t>
            </a:r>
            <a:r>
              <a:rPr sz="3200" spc="-105" dirty="0">
                <a:latin typeface="Times New Roman"/>
                <a:cs typeface="Times New Roman"/>
              </a:rPr>
              <a:t> </a:t>
            </a:r>
            <a:r>
              <a:rPr sz="3200" spc="-20" dirty="0">
                <a:latin typeface="Symbol"/>
                <a:cs typeface="Symbol"/>
              </a:rPr>
              <a:t></a:t>
            </a:r>
            <a:r>
              <a:rPr sz="3200" spc="-20" dirty="0">
                <a:latin typeface="Calibri"/>
                <a:cs typeface="Calibri"/>
              </a:rPr>
              <a:t>p).</a:t>
            </a:r>
            <a:endParaRPr sz="3200">
              <a:latin typeface="Calibri"/>
              <a:cs typeface="Calibri"/>
            </a:endParaRPr>
          </a:p>
          <a:p>
            <a:pPr>
              <a:lnSpc>
                <a:spcPct val="100000"/>
              </a:lnSpc>
              <a:spcBef>
                <a:spcPts val="1450"/>
              </a:spcBef>
            </a:pPr>
            <a:endParaRPr sz="3200">
              <a:latin typeface="Calibri"/>
              <a:cs typeface="Calibri"/>
            </a:endParaRPr>
          </a:p>
          <a:p>
            <a:pPr marL="12700">
              <a:lnSpc>
                <a:spcPct val="100000"/>
              </a:lnSpc>
              <a:tabLst>
                <a:tab pos="6158865" algn="l"/>
              </a:tabLst>
            </a:pPr>
            <a:r>
              <a:rPr sz="3200" dirty="0">
                <a:latin typeface="Calibri"/>
                <a:cs typeface="Calibri"/>
              </a:rPr>
              <a:t>VD</a:t>
            </a:r>
            <a:r>
              <a:rPr sz="3200" spc="-25"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CMR</a:t>
            </a:r>
            <a:r>
              <a:rPr sz="3200" spc="-20" dirty="0">
                <a:latin typeface="Calibri"/>
                <a:cs typeface="Calibri"/>
              </a:rPr>
              <a:t> </a:t>
            </a:r>
            <a:r>
              <a:rPr sz="3200" dirty="0">
                <a:latin typeface="Calibri"/>
                <a:cs typeface="Calibri"/>
              </a:rPr>
              <a:t>nếu</a:t>
            </a:r>
            <a:r>
              <a:rPr sz="3200" spc="-25" dirty="0">
                <a:latin typeface="Calibri"/>
                <a:cs typeface="Calibri"/>
              </a:rPr>
              <a:t> </a:t>
            </a:r>
            <a:r>
              <a:rPr sz="3200" dirty="0">
                <a:latin typeface="Calibri"/>
                <a:cs typeface="Calibri"/>
              </a:rPr>
              <a:t>3n</a:t>
            </a:r>
            <a:r>
              <a:rPr sz="3200" spc="-1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2</a:t>
            </a:r>
            <a:r>
              <a:rPr sz="3200" spc="-20" dirty="0">
                <a:latin typeface="Calibri"/>
                <a:cs typeface="Calibri"/>
              </a:rPr>
              <a:t> </a:t>
            </a:r>
            <a:r>
              <a:rPr sz="3200" dirty="0">
                <a:latin typeface="Calibri"/>
                <a:cs typeface="Calibri"/>
              </a:rPr>
              <a:t>là</a:t>
            </a:r>
            <a:r>
              <a:rPr sz="3200" spc="-20" dirty="0">
                <a:latin typeface="Calibri"/>
                <a:cs typeface="Calibri"/>
              </a:rPr>
              <a:t> </a:t>
            </a:r>
            <a:r>
              <a:rPr sz="3200" dirty="0">
                <a:latin typeface="Calibri"/>
                <a:cs typeface="Calibri"/>
              </a:rPr>
              <a:t>lẻ</a:t>
            </a:r>
            <a:r>
              <a:rPr sz="3200" spc="-20" dirty="0">
                <a:latin typeface="Calibri"/>
                <a:cs typeface="Calibri"/>
              </a:rPr>
              <a:t> </a:t>
            </a:r>
            <a:r>
              <a:rPr sz="3200" dirty="0">
                <a:latin typeface="Calibri"/>
                <a:cs typeface="Calibri"/>
              </a:rPr>
              <a:t>thì</a:t>
            </a:r>
            <a:r>
              <a:rPr sz="3200" spc="-5" dirty="0">
                <a:latin typeface="Calibri"/>
                <a:cs typeface="Calibri"/>
              </a:rPr>
              <a:t> </a:t>
            </a:r>
            <a:r>
              <a:rPr sz="3200" dirty="0">
                <a:latin typeface="Calibri"/>
                <a:cs typeface="Calibri"/>
              </a:rPr>
              <a:t>n</a:t>
            </a:r>
            <a:r>
              <a:rPr sz="3200" spc="-25" dirty="0">
                <a:latin typeface="Calibri"/>
                <a:cs typeface="Calibri"/>
              </a:rPr>
              <a:t> </a:t>
            </a:r>
            <a:r>
              <a:rPr sz="3200" dirty="0">
                <a:latin typeface="Calibri"/>
                <a:cs typeface="Calibri"/>
              </a:rPr>
              <a:t>là</a:t>
            </a:r>
            <a:r>
              <a:rPr sz="3200" spc="-15" dirty="0">
                <a:latin typeface="Calibri"/>
                <a:cs typeface="Calibri"/>
              </a:rPr>
              <a:t> </a:t>
            </a:r>
            <a:r>
              <a:rPr sz="3200" spc="-25" dirty="0">
                <a:latin typeface="Calibri"/>
                <a:cs typeface="Calibri"/>
              </a:rPr>
              <a:t>lẻ.</a:t>
            </a:r>
            <a:r>
              <a:rPr sz="3200" dirty="0">
                <a:latin typeface="Calibri"/>
                <a:cs typeface="Calibri"/>
              </a:rPr>
              <a:t>	</a:t>
            </a:r>
            <a:r>
              <a:rPr sz="3200" spc="-25" dirty="0">
                <a:latin typeface="Calibri"/>
                <a:cs typeface="Calibri"/>
              </a:rPr>
              <a:t>(*)</a:t>
            </a:r>
            <a:endParaRPr sz="3200">
              <a:latin typeface="Calibri"/>
              <a:cs typeface="Calibri"/>
            </a:endParaRPr>
          </a:p>
          <a:p>
            <a:pPr marL="12700" marR="307340">
              <a:lnSpc>
                <a:spcPct val="100000"/>
              </a:lnSpc>
              <a:spcBef>
                <a:spcPts val="765"/>
              </a:spcBef>
            </a:pPr>
            <a:r>
              <a:rPr sz="3200" dirty="0">
                <a:latin typeface="Calibri"/>
                <a:cs typeface="Calibri"/>
              </a:rPr>
              <a:t>Giả</a:t>
            </a:r>
            <a:r>
              <a:rPr sz="3200" spc="-30" dirty="0">
                <a:latin typeface="Calibri"/>
                <a:cs typeface="Calibri"/>
              </a:rPr>
              <a:t> </a:t>
            </a:r>
            <a:r>
              <a:rPr sz="3200" dirty="0">
                <a:latin typeface="Calibri"/>
                <a:cs typeface="Calibri"/>
              </a:rPr>
              <a:t>sử</a:t>
            </a:r>
            <a:r>
              <a:rPr sz="3200" spc="-45" dirty="0">
                <a:latin typeface="Calibri"/>
                <a:cs typeface="Calibri"/>
              </a:rPr>
              <a:t> </a:t>
            </a:r>
            <a:r>
              <a:rPr sz="3200" dirty="0">
                <a:latin typeface="Calibri"/>
                <a:cs typeface="Calibri"/>
              </a:rPr>
              <a:t>n</a:t>
            </a:r>
            <a:r>
              <a:rPr sz="3200" spc="-55" dirty="0">
                <a:latin typeface="Calibri"/>
                <a:cs typeface="Calibri"/>
              </a:rPr>
              <a:t> </a:t>
            </a:r>
            <a:r>
              <a:rPr sz="3200" dirty="0">
                <a:latin typeface="Calibri"/>
                <a:cs typeface="Calibri"/>
              </a:rPr>
              <a:t>chẵn</a:t>
            </a:r>
            <a:r>
              <a:rPr sz="3200" spc="-40" dirty="0">
                <a:latin typeface="Calibri"/>
                <a:cs typeface="Calibri"/>
              </a:rPr>
              <a:t> </a:t>
            </a:r>
            <a:r>
              <a:rPr sz="3200" dirty="0">
                <a:latin typeface="Calibri"/>
                <a:cs typeface="Calibri"/>
              </a:rPr>
              <a:t>,</a:t>
            </a:r>
            <a:r>
              <a:rPr sz="3200" spc="-40" dirty="0">
                <a:latin typeface="Calibri"/>
                <a:cs typeface="Calibri"/>
              </a:rPr>
              <a:t> </a:t>
            </a:r>
            <a:r>
              <a:rPr sz="3200" dirty="0">
                <a:latin typeface="Calibri"/>
                <a:cs typeface="Calibri"/>
              </a:rPr>
              <a:t>n=2k.</a:t>
            </a:r>
            <a:r>
              <a:rPr sz="3200" spc="-25" dirty="0">
                <a:latin typeface="Calibri"/>
                <a:cs typeface="Calibri"/>
              </a:rPr>
              <a:t> </a:t>
            </a:r>
            <a:r>
              <a:rPr sz="3200" spc="-105" dirty="0">
                <a:latin typeface="Calibri"/>
                <a:cs typeface="Calibri"/>
              </a:rPr>
              <a:t>Ta</a:t>
            </a:r>
            <a:r>
              <a:rPr sz="3200" spc="-45" dirty="0">
                <a:latin typeface="Calibri"/>
                <a:cs typeface="Calibri"/>
              </a:rPr>
              <a:t> </a:t>
            </a:r>
            <a:r>
              <a:rPr sz="3200" dirty="0">
                <a:latin typeface="Calibri"/>
                <a:cs typeface="Calibri"/>
              </a:rPr>
              <a:t>có</a:t>
            </a:r>
            <a:r>
              <a:rPr sz="3200" spc="-45" dirty="0">
                <a:latin typeface="Calibri"/>
                <a:cs typeface="Calibri"/>
              </a:rPr>
              <a:t> </a:t>
            </a:r>
            <a:r>
              <a:rPr sz="3200" dirty="0">
                <a:latin typeface="Calibri"/>
                <a:cs typeface="Calibri"/>
              </a:rPr>
              <a:t>3(2k)</a:t>
            </a:r>
            <a:r>
              <a:rPr sz="3200" spc="-45" dirty="0">
                <a:latin typeface="Calibri"/>
                <a:cs typeface="Calibri"/>
              </a:rPr>
              <a:t> </a:t>
            </a:r>
            <a:r>
              <a:rPr sz="3200" dirty="0">
                <a:latin typeface="Calibri"/>
                <a:cs typeface="Calibri"/>
              </a:rPr>
              <a:t>+2</a:t>
            </a:r>
            <a:r>
              <a:rPr sz="3200" spc="-25" dirty="0">
                <a:latin typeface="Calibri"/>
                <a:cs typeface="Calibri"/>
              </a:rPr>
              <a:t> </a:t>
            </a:r>
            <a:r>
              <a:rPr sz="3200" dirty="0">
                <a:latin typeface="Calibri"/>
                <a:cs typeface="Calibri"/>
              </a:rPr>
              <a:t>là</a:t>
            </a:r>
            <a:r>
              <a:rPr sz="3200" spc="-40" dirty="0">
                <a:latin typeface="Calibri"/>
                <a:cs typeface="Calibri"/>
              </a:rPr>
              <a:t> </a:t>
            </a:r>
            <a:r>
              <a:rPr sz="3200" dirty="0">
                <a:latin typeface="Calibri"/>
                <a:cs typeface="Calibri"/>
              </a:rPr>
              <a:t>chẵn.</a:t>
            </a:r>
            <a:r>
              <a:rPr sz="3200" spc="-15" dirty="0">
                <a:latin typeface="Calibri"/>
                <a:cs typeface="Calibri"/>
              </a:rPr>
              <a:t> </a:t>
            </a:r>
            <a:r>
              <a:rPr sz="3200" spc="-25" dirty="0">
                <a:latin typeface="Calibri"/>
                <a:cs typeface="Calibri"/>
              </a:rPr>
              <a:t>Vậy </a:t>
            </a:r>
            <a:r>
              <a:rPr sz="3200" dirty="0">
                <a:latin typeface="Calibri"/>
                <a:cs typeface="Calibri"/>
              </a:rPr>
              <a:t>(*)</a:t>
            </a:r>
            <a:r>
              <a:rPr sz="3200" spc="-30" dirty="0">
                <a:latin typeface="Calibri"/>
                <a:cs typeface="Calibri"/>
              </a:rPr>
              <a:t> </a:t>
            </a:r>
            <a:r>
              <a:rPr sz="3200" spc="-10" dirty="0">
                <a:latin typeface="Calibri"/>
                <a:cs typeface="Calibri"/>
              </a:rPr>
              <a:t>đúng.</a:t>
            </a:r>
            <a:endParaRPr sz="3200">
              <a:latin typeface="Calibri"/>
              <a:cs typeface="Calibri"/>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45440" y="145260"/>
            <a:ext cx="8266430" cy="5193665"/>
          </a:xfrm>
          <a:prstGeom prst="rect">
            <a:avLst/>
          </a:prstGeom>
        </p:spPr>
        <p:txBody>
          <a:bodyPr vert="horz" wrap="square" lIns="0" tIns="59054" rIns="0" bIns="0" rtlCol="0">
            <a:spAutoFit/>
          </a:bodyPr>
          <a:lstStyle/>
          <a:p>
            <a:pPr marL="50800">
              <a:lnSpc>
                <a:spcPct val="100000"/>
              </a:lnSpc>
              <a:spcBef>
                <a:spcPts val="464"/>
              </a:spcBef>
            </a:pPr>
            <a:r>
              <a:rPr sz="3000" b="1" dirty="0">
                <a:latin typeface="Calibri"/>
                <a:cs typeface="Calibri"/>
              </a:rPr>
              <a:t>Các</a:t>
            </a:r>
            <a:r>
              <a:rPr sz="3000" b="1" spc="-35" dirty="0">
                <a:latin typeface="Calibri"/>
                <a:cs typeface="Calibri"/>
              </a:rPr>
              <a:t> </a:t>
            </a:r>
            <a:r>
              <a:rPr sz="3000" b="1" dirty="0">
                <a:latin typeface="Calibri"/>
                <a:cs typeface="Calibri"/>
              </a:rPr>
              <a:t>qui</a:t>
            </a:r>
            <a:r>
              <a:rPr sz="3000" b="1" spc="-30" dirty="0">
                <a:latin typeface="Calibri"/>
                <a:cs typeface="Calibri"/>
              </a:rPr>
              <a:t> </a:t>
            </a:r>
            <a:r>
              <a:rPr sz="3000" b="1" dirty="0">
                <a:latin typeface="Calibri"/>
                <a:cs typeface="Calibri"/>
              </a:rPr>
              <a:t>tắc</a:t>
            </a:r>
            <a:r>
              <a:rPr sz="3000" b="1" spc="-65" dirty="0">
                <a:latin typeface="Calibri"/>
                <a:cs typeface="Calibri"/>
              </a:rPr>
              <a:t> </a:t>
            </a:r>
            <a:r>
              <a:rPr sz="3000" b="1" dirty="0">
                <a:latin typeface="Calibri"/>
                <a:cs typeface="Calibri"/>
              </a:rPr>
              <a:t>chứng</a:t>
            </a:r>
            <a:r>
              <a:rPr sz="3000" b="1" spc="-25" dirty="0">
                <a:latin typeface="Calibri"/>
                <a:cs typeface="Calibri"/>
              </a:rPr>
              <a:t> </a:t>
            </a:r>
            <a:r>
              <a:rPr sz="3000" b="1" spc="-10" dirty="0">
                <a:latin typeface="Calibri"/>
                <a:cs typeface="Calibri"/>
              </a:rPr>
              <a:t>minh.</a:t>
            </a:r>
            <a:endParaRPr sz="3000">
              <a:latin typeface="Calibri"/>
              <a:cs typeface="Calibri"/>
            </a:endParaRPr>
          </a:p>
          <a:p>
            <a:pPr marL="50800">
              <a:lnSpc>
                <a:spcPct val="100000"/>
              </a:lnSpc>
              <a:spcBef>
                <a:spcPts val="360"/>
              </a:spcBef>
            </a:pPr>
            <a:r>
              <a:rPr sz="3000" b="1" dirty="0">
                <a:latin typeface="Calibri"/>
                <a:cs typeface="Calibri"/>
              </a:rPr>
              <a:t>3.</a:t>
            </a:r>
            <a:r>
              <a:rPr sz="3000" b="1" spc="-85" dirty="0">
                <a:latin typeface="Calibri"/>
                <a:cs typeface="Calibri"/>
              </a:rPr>
              <a:t> </a:t>
            </a:r>
            <a:r>
              <a:rPr sz="3000" b="1" dirty="0">
                <a:latin typeface="Calibri"/>
                <a:cs typeface="Calibri"/>
              </a:rPr>
              <a:t>Chứng</a:t>
            </a:r>
            <a:r>
              <a:rPr sz="3000" b="1" spc="-80" dirty="0">
                <a:latin typeface="Calibri"/>
                <a:cs typeface="Calibri"/>
              </a:rPr>
              <a:t> </a:t>
            </a:r>
            <a:r>
              <a:rPr sz="3000" b="1" dirty="0">
                <a:latin typeface="Calibri"/>
                <a:cs typeface="Calibri"/>
              </a:rPr>
              <a:t>minh</a:t>
            </a:r>
            <a:r>
              <a:rPr sz="3000" b="1" spc="-65" dirty="0">
                <a:latin typeface="Calibri"/>
                <a:cs typeface="Calibri"/>
              </a:rPr>
              <a:t> </a:t>
            </a:r>
            <a:r>
              <a:rPr sz="3000" b="1" i="1" dirty="0">
                <a:latin typeface="Calibri"/>
                <a:cs typeface="Calibri"/>
              </a:rPr>
              <a:t>tầm</a:t>
            </a:r>
            <a:r>
              <a:rPr sz="3000" b="1" i="1" spc="-75" dirty="0">
                <a:latin typeface="Calibri"/>
                <a:cs typeface="Calibri"/>
              </a:rPr>
              <a:t> </a:t>
            </a:r>
            <a:r>
              <a:rPr sz="3000" b="1" i="1" dirty="0">
                <a:latin typeface="Calibri"/>
                <a:cs typeface="Calibri"/>
              </a:rPr>
              <a:t>thường</a:t>
            </a:r>
            <a:r>
              <a:rPr sz="3000" b="1" i="1" spc="-85" dirty="0">
                <a:latin typeface="Calibri"/>
                <a:cs typeface="Calibri"/>
              </a:rPr>
              <a:t> </a:t>
            </a:r>
            <a:r>
              <a:rPr sz="3000" b="1" spc="-10" dirty="0">
                <a:latin typeface="Calibri"/>
                <a:cs typeface="Calibri"/>
              </a:rPr>
              <a:t>(Vacuous</a:t>
            </a:r>
            <a:r>
              <a:rPr sz="3000" b="1" spc="-70" dirty="0">
                <a:latin typeface="Calibri"/>
                <a:cs typeface="Calibri"/>
              </a:rPr>
              <a:t> </a:t>
            </a:r>
            <a:r>
              <a:rPr sz="3000" b="1" dirty="0">
                <a:latin typeface="Calibri"/>
                <a:cs typeface="Calibri"/>
              </a:rPr>
              <a:t>proofs)</a:t>
            </a:r>
            <a:r>
              <a:rPr sz="3000" b="1" spc="-70" dirty="0">
                <a:latin typeface="Calibri"/>
                <a:cs typeface="Calibri"/>
              </a:rPr>
              <a:t> </a:t>
            </a:r>
            <a:r>
              <a:rPr sz="3000" b="1" i="1" dirty="0">
                <a:latin typeface="Calibri"/>
                <a:cs typeface="Calibri"/>
              </a:rPr>
              <a:t>loại</a:t>
            </a:r>
            <a:r>
              <a:rPr sz="3000" b="1" i="1" spc="-85" dirty="0">
                <a:latin typeface="Calibri"/>
                <a:cs typeface="Calibri"/>
              </a:rPr>
              <a:t> </a:t>
            </a:r>
            <a:r>
              <a:rPr sz="3000" b="1" i="1" spc="-50" dirty="0">
                <a:latin typeface="Calibri"/>
                <a:cs typeface="Calibri"/>
              </a:rPr>
              <a:t>1</a:t>
            </a:r>
            <a:endParaRPr sz="3000">
              <a:latin typeface="Calibri"/>
              <a:cs typeface="Calibri"/>
            </a:endParaRPr>
          </a:p>
          <a:p>
            <a:pPr marL="50800" marR="26670">
              <a:lnSpc>
                <a:spcPct val="89700"/>
              </a:lnSpc>
              <a:spcBef>
                <a:spcPts val="765"/>
              </a:spcBef>
            </a:pPr>
            <a:r>
              <a:rPr sz="3000" dirty="0">
                <a:latin typeface="Calibri"/>
                <a:cs typeface="Calibri"/>
              </a:rPr>
              <a:t>Chứng</a:t>
            </a:r>
            <a:r>
              <a:rPr sz="3000" spc="-40" dirty="0">
                <a:latin typeface="Calibri"/>
                <a:cs typeface="Calibri"/>
              </a:rPr>
              <a:t> </a:t>
            </a:r>
            <a:r>
              <a:rPr sz="3000" dirty="0">
                <a:latin typeface="Calibri"/>
                <a:cs typeface="Calibri"/>
              </a:rPr>
              <a:t>minh</a:t>
            </a:r>
            <a:r>
              <a:rPr sz="3000" spc="-40" dirty="0">
                <a:latin typeface="Calibri"/>
                <a:cs typeface="Calibri"/>
              </a:rPr>
              <a:t> </a:t>
            </a:r>
            <a:r>
              <a:rPr sz="3000" dirty="0">
                <a:latin typeface="Calibri"/>
                <a:cs typeface="Calibri"/>
              </a:rPr>
              <a:t>p</a:t>
            </a:r>
            <a:r>
              <a:rPr sz="3000" spc="-45" dirty="0">
                <a:latin typeface="Calibri"/>
                <a:cs typeface="Calibri"/>
              </a:rPr>
              <a:t> </a:t>
            </a:r>
            <a:r>
              <a:rPr sz="3000" dirty="0">
                <a:latin typeface="Symbol"/>
                <a:cs typeface="Symbol"/>
              </a:rPr>
              <a:t></a:t>
            </a:r>
            <a:r>
              <a:rPr sz="3000" spc="-100" dirty="0">
                <a:latin typeface="Times New Roman"/>
                <a:cs typeface="Times New Roman"/>
              </a:rPr>
              <a:t> </a:t>
            </a:r>
            <a:r>
              <a:rPr sz="3000" dirty="0">
                <a:latin typeface="Calibri"/>
                <a:cs typeface="Calibri"/>
              </a:rPr>
              <a:t>q</a:t>
            </a:r>
            <a:r>
              <a:rPr sz="3000" spc="-50" dirty="0">
                <a:latin typeface="Calibri"/>
                <a:cs typeface="Calibri"/>
              </a:rPr>
              <a:t> </a:t>
            </a:r>
            <a:r>
              <a:rPr sz="3000" dirty="0">
                <a:latin typeface="Calibri"/>
                <a:cs typeface="Calibri"/>
              </a:rPr>
              <a:t>đúng.</a:t>
            </a:r>
            <a:r>
              <a:rPr sz="3000" spc="-40" dirty="0">
                <a:latin typeface="Calibri"/>
                <a:cs typeface="Calibri"/>
              </a:rPr>
              <a:t> </a:t>
            </a:r>
            <a:r>
              <a:rPr sz="3000" spc="-105" dirty="0">
                <a:latin typeface="Calibri"/>
                <a:cs typeface="Calibri"/>
              </a:rPr>
              <a:t>Ta</a:t>
            </a:r>
            <a:r>
              <a:rPr sz="3000" spc="-40" dirty="0">
                <a:latin typeface="Calibri"/>
                <a:cs typeface="Calibri"/>
              </a:rPr>
              <a:t> </a:t>
            </a:r>
            <a:r>
              <a:rPr sz="3000" dirty="0">
                <a:latin typeface="Calibri"/>
                <a:cs typeface="Calibri"/>
              </a:rPr>
              <a:t>có</a:t>
            </a:r>
            <a:r>
              <a:rPr sz="3000" spc="-40" dirty="0">
                <a:latin typeface="Calibri"/>
                <a:cs typeface="Calibri"/>
              </a:rPr>
              <a:t> </a:t>
            </a:r>
            <a:r>
              <a:rPr sz="3000" dirty="0">
                <a:latin typeface="Calibri"/>
                <a:cs typeface="Calibri"/>
              </a:rPr>
              <a:t>nhận</a:t>
            </a:r>
            <a:r>
              <a:rPr sz="3000" spc="-40" dirty="0">
                <a:latin typeface="Calibri"/>
                <a:cs typeface="Calibri"/>
              </a:rPr>
              <a:t> </a:t>
            </a:r>
            <a:r>
              <a:rPr sz="3000" dirty="0">
                <a:latin typeface="Calibri"/>
                <a:cs typeface="Calibri"/>
              </a:rPr>
              <a:t>xét</a:t>
            </a:r>
            <a:r>
              <a:rPr sz="3000" spc="-40" dirty="0">
                <a:latin typeface="Calibri"/>
                <a:cs typeface="Calibri"/>
              </a:rPr>
              <a:t> </a:t>
            </a:r>
            <a:r>
              <a:rPr sz="3000" dirty="0">
                <a:latin typeface="Calibri"/>
                <a:cs typeface="Calibri"/>
              </a:rPr>
              <a:t>nếu</a:t>
            </a:r>
            <a:r>
              <a:rPr sz="3000" spc="-30" dirty="0">
                <a:latin typeface="Calibri"/>
                <a:cs typeface="Calibri"/>
              </a:rPr>
              <a:t> </a:t>
            </a:r>
            <a:r>
              <a:rPr sz="3000" dirty="0">
                <a:latin typeface="Calibri"/>
                <a:cs typeface="Calibri"/>
              </a:rPr>
              <a:t>ta</a:t>
            </a:r>
            <a:r>
              <a:rPr sz="3000" spc="-55" dirty="0">
                <a:latin typeface="Calibri"/>
                <a:cs typeface="Calibri"/>
              </a:rPr>
              <a:t> </a:t>
            </a:r>
            <a:r>
              <a:rPr sz="3000" dirty="0">
                <a:latin typeface="Calibri"/>
                <a:cs typeface="Calibri"/>
              </a:rPr>
              <a:t>chỉ</a:t>
            </a:r>
            <a:r>
              <a:rPr sz="3000" spc="-50" dirty="0">
                <a:latin typeface="Calibri"/>
                <a:cs typeface="Calibri"/>
              </a:rPr>
              <a:t> </a:t>
            </a:r>
            <a:r>
              <a:rPr sz="3000" spc="-25" dirty="0">
                <a:latin typeface="Calibri"/>
                <a:cs typeface="Calibri"/>
              </a:rPr>
              <a:t>ra </a:t>
            </a:r>
            <a:r>
              <a:rPr sz="3000" dirty="0">
                <a:latin typeface="Calibri"/>
                <a:cs typeface="Calibri"/>
              </a:rPr>
              <a:t>được</a:t>
            </a:r>
            <a:r>
              <a:rPr sz="3000" spc="-25" dirty="0">
                <a:latin typeface="Calibri"/>
                <a:cs typeface="Calibri"/>
              </a:rPr>
              <a:t> </a:t>
            </a:r>
            <a:r>
              <a:rPr sz="3000" dirty="0">
                <a:latin typeface="Calibri"/>
                <a:cs typeface="Calibri"/>
              </a:rPr>
              <a:t>p</a:t>
            </a:r>
            <a:r>
              <a:rPr sz="3000" spc="-25" dirty="0">
                <a:latin typeface="Calibri"/>
                <a:cs typeface="Calibri"/>
              </a:rPr>
              <a:t> </a:t>
            </a:r>
            <a:r>
              <a:rPr sz="3000" dirty="0">
                <a:latin typeface="Calibri"/>
                <a:cs typeface="Calibri"/>
              </a:rPr>
              <a:t>sai</a:t>
            </a:r>
            <a:r>
              <a:rPr sz="3000" spc="-10" dirty="0">
                <a:latin typeface="Calibri"/>
                <a:cs typeface="Calibri"/>
              </a:rPr>
              <a:t> </a:t>
            </a:r>
            <a:r>
              <a:rPr sz="3000" dirty="0">
                <a:latin typeface="Calibri"/>
                <a:cs typeface="Calibri"/>
              </a:rPr>
              <a:t>thì</a:t>
            </a:r>
            <a:r>
              <a:rPr sz="3000" spc="-25" dirty="0">
                <a:latin typeface="Calibri"/>
                <a:cs typeface="Calibri"/>
              </a:rPr>
              <a:t> </a:t>
            </a:r>
            <a:r>
              <a:rPr sz="3000" dirty="0">
                <a:latin typeface="Calibri"/>
                <a:cs typeface="Calibri"/>
              </a:rPr>
              <a:t>khi</a:t>
            </a:r>
            <a:r>
              <a:rPr sz="3000" spc="-25" dirty="0">
                <a:latin typeface="Calibri"/>
                <a:cs typeface="Calibri"/>
              </a:rPr>
              <a:t> </a:t>
            </a:r>
            <a:r>
              <a:rPr sz="3000" dirty="0">
                <a:latin typeface="Calibri"/>
                <a:cs typeface="Calibri"/>
              </a:rPr>
              <a:t>đó</a:t>
            </a:r>
            <a:r>
              <a:rPr sz="3000" spc="-15" dirty="0">
                <a:latin typeface="Calibri"/>
                <a:cs typeface="Calibri"/>
              </a:rPr>
              <a:t> </a:t>
            </a:r>
            <a:r>
              <a:rPr sz="3000" dirty="0">
                <a:latin typeface="Calibri"/>
                <a:cs typeface="Calibri"/>
              </a:rPr>
              <a:t>ta</a:t>
            </a:r>
            <a:r>
              <a:rPr sz="3000" spc="-30" dirty="0">
                <a:latin typeface="Calibri"/>
                <a:cs typeface="Calibri"/>
              </a:rPr>
              <a:t> </a:t>
            </a:r>
            <a:r>
              <a:rPr sz="3000" dirty="0">
                <a:latin typeface="Calibri"/>
                <a:cs typeface="Calibri"/>
              </a:rPr>
              <a:t>luôn có</a:t>
            </a:r>
            <a:r>
              <a:rPr sz="3000" spc="-25" dirty="0">
                <a:latin typeface="Calibri"/>
                <a:cs typeface="Calibri"/>
              </a:rPr>
              <a:t> </a:t>
            </a:r>
            <a:r>
              <a:rPr sz="3000" dirty="0">
                <a:latin typeface="Calibri"/>
                <a:cs typeface="Calibri"/>
              </a:rPr>
              <a:t>p</a:t>
            </a:r>
            <a:r>
              <a:rPr sz="3000" spc="-10" dirty="0">
                <a:latin typeface="Calibri"/>
                <a:cs typeface="Calibri"/>
              </a:rPr>
              <a:t> </a:t>
            </a:r>
            <a:r>
              <a:rPr sz="3000" dirty="0">
                <a:latin typeface="Symbol"/>
                <a:cs typeface="Symbol"/>
              </a:rPr>
              <a:t></a:t>
            </a:r>
            <a:r>
              <a:rPr sz="3000" spc="-90" dirty="0">
                <a:latin typeface="Times New Roman"/>
                <a:cs typeface="Times New Roman"/>
              </a:rPr>
              <a:t> </a:t>
            </a:r>
            <a:r>
              <a:rPr sz="3000" dirty="0">
                <a:latin typeface="Calibri"/>
                <a:cs typeface="Calibri"/>
              </a:rPr>
              <a:t>q</a:t>
            </a:r>
            <a:r>
              <a:rPr sz="3000" spc="-15" dirty="0">
                <a:latin typeface="Calibri"/>
                <a:cs typeface="Calibri"/>
              </a:rPr>
              <a:t> </a:t>
            </a:r>
            <a:r>
              <a:rPr sz="3000" dirty="0">
                <a:latin typeface="Calibri"/>
                <a:cs typeface="Calibri"/>
              </a:rPr>
              <a:t>là</a:t>
            </a:r>
            <a:r>
              <a:rPr sz="3000" spc="-10" dirty="0">
                <a:latin typeface="Calibri"/>
                <a:cs typeface="Calibri"/>
              </a:rPr>
              <a:t> </a:t>
            </a:r>
            <a:r>
              <a:rPr sz="3000" dirty="0">
                <a:latin typeface="Calibri"/>
                <a:cs typeface="Calibri"/>
              </a:rPr>
              <a:t>một</a:t>
            </a:r>
            <a:r>
              <a:rPr sz="3000" spc="-10" dirty="0">
                <a:latin typeface="Calibri"/>
                <a:cs typeface="Calibri"/>
              </a:rPr>
              <a:t> khẳng </a:t>
            </a:r>
            <a:r>
              <a:rPr sz="3000" dirty="0">
                <a:latin typeface="Calibri"/>
                <a:cs typeface="Calibri"/>
              </a:rPr>
              <a:t>định</a:t>
            </a:r>
            <a:r>
              <a:rPr sz="3000" spc="-40" dirty="0">
                <a:latin typeface="Calibri"/>
                <a:cs typeface="Calibri"/>
              </a:rPr>
              <a:t> </a:t>
            </a:r>
            <a:r>
              <a:rPr sz="3000" dirty="0">
                <a:latin typeface="Calibri"/>
                <a:cs typeface="Calibri"/>
              </a:rPr>
              <a:t>đúng.</a:t>
            </a:r>
            <a:r>
              <a:rPr sz="3000" spc="-35" dirty="0">
                <a:latin typeface="Calibri"/>
                <a:cs typeface="Calibri"/>
              </a:rPr>
              <a:t> </a:t>
            </a:r>
            <a:r>
              <a:rPr sz="3000" dirty="0">
                <a:latin typeface="Calibri"/>
                <a:cs typeface="Calibri"/>
              </a:rPr>
              <a:t>Phương</a:t>
            </a:r>
            <a:r>
              <a:rPr sz="3000" spc="-35" dirty="0">
                <a:latin typeface="Calibri"/>
                <a:cs typeface="Calibri"/>
              </a:rPr>
              <a:t> </a:t>
            </a:r>
            <a:r>
              <a:rPr sz="3000" dirty="0">
                <a:latin typeface="Calibri"/>
                <a:cs typeface="Calibri"/>
              </a:rPr>
              <a:t>pháp</a:t>
            </a:r>
            <a:r>
              <a:rPr sz="3000" spc="-35" dirty="0">
                <a:latin typeface="Calibri"/>
                <a:cs typeface="Calibri"/>
              </a:rPr>
              <a:t> </a:t>
            </a:r>
            <a:r>
              <a:rPr sz="3000" dirty="0">
                <a:latin typeface="Calibri"/>
                <a:cs typeface="Calibri"/>
              </a:rPr>
              <a:t>chứng</a:t>
            </a:r>
            <a:r>
              <a:rPr sz="3000" spc="-45" dirty="0">
                <a:latin typeface="Calibri"/>
                <a:cs typeface="Calibri"/>
              </a:rPr>
              <a:t> </a:t>
            </a:r>
            <a:r>
              <a:rPr sz="3000" dirty="0">
                <a:latin typeface="Calibri"/>
                <a:cs typeface="Calibri"/>
              </a:rPr>
              <a:t>minh</a:t>
            </a:r>
            <a:r>
              <a:rPr sz="3000" spc="-45" dirty="0">
                <a:latin typeface="Calibri"/>
                <a:cs typeface="Calibri"/>
              </a:rPr>
              <a:t> </a:t>
            </a:r>
            <a:r>
              <a:rPr sz="3000" dirty="0">
                <a:latin typeface="Calibri"/>
                <a:cs typeface="Calibri"/>
              </a:rPr>
              <a:t>dựa</a:t>
            </a:r>
            <a:r>
              <a:rPr sz="3000" spc="-25" dirty="0">
                <a:latin typeface="Calibri"/>
                <a:cs typeface="Calibri"/>
              </a:rPr>
              <a:t> </a:t>
            </a:r>
            <a:r>
              <a:rPr sz="3000" dirty="0">
                <a:latin typeface="Calibri"/>
                <a:cs typeface="Calibri"/>
              </a:rPr>
              <a:t>vào</a:t>
            </a:r>
            <a:r>
              <a:rPr sz="3000" spc="-30" dirty="0">
                <a:latin typeface="Calibri"/>
                <a:cs typeface="Calibri"/>
              </a:rPr>
              <a:t> </a:t>
            </a:r>
            <a:r>
              <a:rPr sz="3000" spc="-10" dirty="0">
                <a:latin typeface="Calibri"/>
                <a:cs typeface="Calibri"/>
              </a:rPr>
              <a:t>thông </a:t>
            </a:r>
            <a:r>
              <a:rPr sz="3000" dirty="0">
                <a:latin typeface="Calibri"/>
                <a:cs typeface="Calibri"/>
              </a:rPr>
              <a:t>tin</a:t>
            </a:r>
            <a:r>
              <a:rPr sz="3000" spc="-55" dirty="0">
                <a:latin typeface="Calibri"/>
                <a:cs typeface="Calibri"/>
              </a:rPr>
              <a:t> </a:t>
            </a:r>
            <a:r>
              <a:rPr sz="3000" dirty="0">
                <a:latin typeface="Calibri"/>
                <a:cs typeface="Calibri"/>
              </a:rPr>
              <a:t>p</a:t>
            </a:r>
            <a:r>
              <a:rPr sz="3000" spc="-40" dirty="0">
                <a:latin typeface="Calibri"/>
                <a:cs typeface="Calibri"/>
              </a:rPr>
              <a:t> </a:t>
            </a:r>
            <a:r>
              <a:rPr sz="3000" dirty="0">
                <a:latin typeface="Calibri"/>
                <a:cs typeface="Calibri"/>
              </a:rPr>
              <a:t>sai</a:t>
            </a:r>
            <a:r>
              <a:rPr sz="3000" spc="-55" dirty="0">
                <a:latin typeface="Calibri"/>
                <a:cs typeface="Calibri"/>
              </a:rPr>
              <a:t> </a:t>
            </a:r>
            <a:r>
              <a:rPr sz="3000" dirty="0">
                <a:latin typeface="Calibri"/>
                <a:cs typeface="Calibri"/>
              </a:rPr>
              <a:t>được</a:t>
            </a:r>
            <a:r>
              <a:rPr sz="3000" spc="-45" dirty="0">
                <a:latin typeface="Calibri"/>
                <a:cs typeface="Calibri"/>
              </a:rPr>
              <a:t> </a:t>
            </a:r>
            <a:r>
              <a:rPr sz="3000" dirty="0">
                <a:latin typeface="Calibri"/>
                <a:cs typeface="Calibri"/>
              </a:rPr>
              <a:t>gọi</a:t>
            </a:r>
            <a:r>
              <a:rPr sz="3000" spc="-35" dirty="0">
                <a:latin typeface="Calibri"/>
                <a:cs typeface="Calibri"/>
              </a:rPr>
              <a:t> </a:t>
            </a:r>
            <a:r>
              <a:rPr sz="3000" dirty="0">
                <a:latin typeface="Calibri"/>
                <a:cs typeface="Calibri"/>
              </a:rPr>
              <a:t>là</a:t>
            </a:r>
            <a:r>
              <a:rPr sz="3000" spc="-35" dirty="0">
                <a:latin typeface="Calibri"/>
                <a:cs typeface="Calibri"/>
              </a:rPr>
              <a:t> </a:t>
            </a:r>
            <a:r>
              <a:rPr sz="3000" b="1" dirty="0">
                <a:latin typeface="Calibri"/>
                <a:cs typeface="Calibri"/>
              </a:rPr>
              <a:t>Chứng</a:t>
            </a:r>
            <a:r>
              <a:rPr sz="3000" b="1" spc="-40" dirty="0">
                <a:latin typeface="Calibri"/>
                <a:cs typeface="Calibri"/>
              </a:rPr>
              <a:t> </a:t>
            </a:r>
            <a:r>
              <a:rPr sz="3000" b="1" dirty="0">
                <a:latin typeface="Calibri"/>
                <a:cs typeface="Calibri"/>
              </a:rPr>
              <a:t>minh</a:t>
            </a:r>
            <a:r>
              <a:rPr sz="3000" b="1" spc="-30" dirty="0">
                <a:latin typeface="Calibri"/>
                <a:cs typeface="Calibri"/>
              </a:rPr>
              <a:t> </a:t>
            </a:r>
            <a:r>
              <a:rPr sz="3000" b="1" i="1" dirty="0">
                <a:latin typeface="Calibri"/>
                <a:cs typeface="Calibri"/>
              </a:rPr>
              <a:t>tầm</a:t>
            </a:r>
            <a:r>
              <a:rPr sz="3000" b="1" i="1" spc="-40" dirty="0">
                <a:latin typeface="Calibri"/>
                <a:cs typeface="Calibri"/>
              </a:rPr>
              <a:t> </a:t>
            </a:r>
            <a:r>
              <a:rPr sz="3000" b="1" i="1" dirty="0">
                <a:latin typeface="Calibri"/>
                <a:cs typeface="Calibri"/>
              </a:rPr>
              <a:t>thường</a:t>
            </a:r>
            <a:r>
              <a:rPr sz="3000" b="1" i="1" spc="-55" dirty="0">
                <a:latin typeface="Calibri"/>
                <a:cs typeface="Calibri"/>
              </a:rPr>
              <a:t> </a:t>
            </a:r>
            <a:r>
              <a:rPr sz="3000" b="1" i="1" dirty="0">
                <a:latin typeface="Calibri"/>
                <a:cs typeface="Calibri"/>
              </a:rPr>
              <a:t>loại</a:t>
            </a:r>
            <a:r>
              <a:rPr sz="3000" b="1" i="1" spc="-30" dirty="0">
                <a:latin typeface="Calibri"/>
                <a:cs typeface="Calibri"/>
              </a:rPr>
              <a:t> </a:t>
            </a:r>
            <a:r>
              <a:rPr sz="3000" b="1" i="1" spc="-25" dirty="0">
                <a:latin typeface="Calibri"/>
                <a:cs typeface="Calibri"/>
              </a:rPr>
              <a:t>1</a:t>
            </a:r>
            <a:r>
              <a:rPr sz="3000" i="1" spc="-25" dirty="0">
                <a:latin typeface="Calibri"/>
                <a:cs typeface="Calibri"/>
              </a:rPr>
              <a:t>.</a:t>
            </a:r>
            <a:endParaRPr sz="3000">
              <a:latin typeface="Calibri"/>
              <a:cs typeface="Calibri"/>
            </a:endParaRPr>
          </a:p>
          <a:p>
            <a:pPr>
              <a:lnSpc>
                <a:spcPct val="100000"/>
              </a:lnSpc>
              <a:spcBef>
                <a:spcPts val="695"/>
              </a:spcBef>
            </a:pPr>
            <a:endParaRPr sz="3000">
              <a:latin typeface="Calibri"/>
              <a:cs typeface="Calibri"/>
            </a:endParaRPr>
          </a:p>
          <a:p>
            <a:pPr marL="50800">
              <a:lnSpc>
                <a:spcPct val="100000"/>
              </a:lnSpc>
              <a:tabLst>
                <a:tab pos="861694" algn="l"/>
              </a:tabLst>
            </a:pPr>
            <a:r>
              <a:rPr sz="3000" dirty="0">
                <a:latin typeface="Calibri"/>
                <a:cs typeface="Calibri"/>
              </a:rPr>
              <a:t>VD</a:t>
            </a:r>
            <a:r>
              <a:rPr sz="3000" spc="-45" dirty="0">
                <a:latin typeface="Calibri"/>
                <a:cs typeface="Calibri"/>
              </a:rPr>
              <a:t> </a:t>
            </a:r>
            <a:r>
              <a:rPr sz="3000" spc="-50" dirty="0">
                <a:latin typeface="Calibri"/>
                <a:cs typeface="Calibri"/>
              </a:rPr>
              <a:t>:</a:t>
            </a:r>
            <a:r>
              <a:rPr sz="3000" dirty="0">
                <a:latin typeface="Calibri"/>
                <a:cs typeface="Calibri"/>
              </a:rPr>
              <a:t>	P(n)</a:t>
            </a:r>
            <a:r>
              <a:rPr sz="3000" spc="-25" dirty="0">
                <a:latin typeface="Calibri"/>
                <a:cs typeface="Calibri"/>
              </a:rPr>
              <a:t> </a:t>
            </a:r>
            <a:r>
              <a:rPr sz="3000" dirty="0">
                <a:latin typeface="Calibri"/>
                <a:cs typeface="Calibri"/>
              </a:rPr>
              <a:t>:</a:t>
            </a:r>
            <a:r>
              <a:rPr sz="3000" spc="-35" dirty="0">
                <a:latin typeface="Calibri"/>
                <a:cs typeface="Calibri"/>
              </a:rPr>
              <a:t> </a:t>
            </a:r>
            <a:r>
              <a:rPr sz="3000" dirty="0">
                <a:latin typeface="Calibri"/>
                <a:cs typeface="Calibri"/>
              </a:rPr>
              <a:t>“n</a:t>
            </a:r>
            <a:r>
              <a:rPr sz="3000" spc="-20" dirty="0">
                <a:latin typeface="Calibri"/>
                <a:cs typeface="Calibri"/>
              </a:rPr>
              <a:t> </a:t>
            </a:r>
            <a:r>
              <a:rPr sz="3000" dirty="0">
                <a:latin typeface="Calibri"/>
                <a:cs typeface="Calibri"/>
              </a:rPr>
              <a:t>&gt;</a:t>
            </a:r>
            <a:r>
              <a:rPr sz="3000" spc="-25" dirty="0">
                <a:latin typeface="Calibri"/>
                <a:cs typeface="Calibri"/>
              </a:rPr>
              <a:t> </a:t>
            </a:r>
            <a:r>
              <a:rPr sz="3000" dirty="0">
                <a:latin typeface="Calibri"/>
                <a:cs typeface="Calibri"/>
              </a:rPr>
              <a:t>1</a:t>
            </a:r>
            <a:r>
              <a:rPr sz="3000" spc="-20" dirty="0">
                <a:latin typeface="Calibri"/>
                <a:cs typeface="Calibri"/>
              </a:rPr>
              <a:t> </a:t>
            </a:r>
            <a:r>
              <a:rPr sz="3000" dirty="0">
                <a:latin typeface="Symbol"/>
                <a:cs typeface="Symbol"/>
              </a:rPr>
              <a:t></a:t>
            </a:r>
            <a:r>
              <a:rPr sz="3000" spc="-95" dirty="0">
                <a:latin typeface="Times New Roman"/>
                <a:cs typeface="Times New Roman"/>
              </a:rPr>
              <a:t> </a:t>
            </a:r>
            <a:r>
              <a:rPr sz="3000" dirty="0">
                <a:latin typeface="Calibri"/>
                <a:cs typeface="Calibri"/>
              </a:rPr>
              <a:t>n</a:t>
            </a:r>
            <a:r>
              <a:rPr sz="3000" baseline="25000" dirty="0">
                <a:latin typeface="Calibri"/>
                <a:cs typeface="Calibri"/>
              </a:rPr>
              <a:t>2</a:t>
            </a:r>
            <a:r>
              <a:rPr sz="3000" spc="307" baseline="25000" dirty="0">
                <a:latin typeface="Calibri"/>
                <a:cs typeface="Calibri"/>
              </a:rPr>
              <a:t> </a:t>
            </a:r>
            <a:r>
              <a:rPr sz="3000" dirty="0">
                <a:latin typeface="Calibri"/>
                <a:cs typeface="Calibri"/>
              </a:rPr>
              <a:t>&gt;</a:t>
            </a:r>
            <a:r>
              <a:rPr sz="3000" spc="-25" dirty="0">
                <a:latin typeface="Calibri"/>
                <a:cs typeface="Calibri"/>
              </a:rPr>
              <a:t> </a:t>
            </a:r>
            <a:r>
              <a:rPr sz="3000" spc="-80" dirty="0">
                <a:latin typeface="Calibri"/>
                <a:cs typeface="Calibri"/>
              </a:rPr>
              <a:t>n”,</a:t>
            </a:r>
            <a:r>
              <a:rPr sz="3000" spc="-30" dirty="0">
                <a:latin typeface="Calibri"/>
                <a:cs typeface="Calibri"/>
              </a:rPr>
              <a:t> </a:t>
            </a:r>
            <a:r>
              <a:rPr sz="3000" dirty="0">
                <a:latin typeface="Calibri"/>
                <a:cs typeface="Calibri"/>
              </a:rPr>
              <a:t>n</a:t>
            </a:r>
            <a:r>
              <a:rPr sz="3000" spc="-20" dirty="0">
                <a:latin typeface="Calibri"/>
                <a:cs typeface="Calibri"/>
              </a:rPr>
              <a:t> </a:t>
            </a:r>
            <a:r>
              <a:rPr sz="3000" dirty="0">
                <a:latin typeface="Symbol"/>
                <a:cs typeface="Symbol"/>
              </a:rPr>
              <a:t></a:t>
            </a:r>
            <a:r>
              <a:rPr sz="3000" spc="-100" dirty="0">
                <a:latin typeface="Times New Roman"/>
                <a:cs typeface="Times New Roman"/>
              </a:rPr>
              <a:t> </a:t>
            </a:r>
            <a:r>
              <a:rPr sz="3000" dirty="0">
                <a:latin typeface="Calibri"/>
                <a:cs typeface="Calibri"/>
              </a:rPr>
              <a:t>{0,</a:t>
            </a:r>
            <a:r>
              <a:rPr sz="3000" spc="-20" dirty="0">
                <a:latin typeface="Calibri"/>
                <a:cs typeface="Calibri"/>
              </a:rPr>
              <a:t> </a:t>
            </a:r>
            <a:r>
              <a:rPr sz="3000" dirty="0">
                <a:latin typeface="Calibri"/>
                <a:cs typeface="Calibri"/>
              </a:rPr>
              <a:t>1,</a:t>
            </a:r>
            <a:r>
              <a:rPr sz="3000" spc="-15" dirty="0">
                <a:latin typeface="Calibri"/>
                <a:cs typeface="Calibri"/>
              </a:rPr>
              <a:t> </a:t>
            </a:r>
            <a:r>
              <a:rPr sz="3000" spc="-25" dirty="0">
                <a:latin typeface="Calibri"/>
                <a:cs typeface="Calibri"/>
              </a:rPr>
              <a:t>…}</a:t>
            </a:r>
            <a:endParaRPr sz="3000">
              <a:latin typeface="Calibri"/>
              <a:cs typeface="Calibri"/>
            </a:endParaRPr>
          </a:p>
          <a:p>
            <a:pPr marL="821690">
              <a:lnSpc>
                <a:spcPct val="100000"/>
              </a:lnSpc>
              <a:spcBef>
                <a:spcPts val="325"/>
              </a:spcBef>
            </a:pPr>
            <a:r>
              <a:rPr sz="3000" dirty="0">
                <a:latin typeface="Calibri"/>
                <a:cs typeface="Calibri"/>
              </a:rPr>
              <a:t>CMR</a:t>
            </a:r>
            <a:r>
              <a:rPr sz="3000" spc="-40" dirty="0">
                <a:latin typeface="Calibri"/>
                <a:cs typeface="Calibri"/>
              </a:rPr>
              <a:t> </a:t>
            </a:r>
            <a:r>
              <a:rPr sz="3000" dirty="0">
                <a:latin typeface="Calibri"/>
                <a:cs typeface="Calibri"/>
              </a:rPr>
              <a:t>P(0)</a:t>
            </a:r>
            <a:r>
              <a:rPr sz="3000" spc="-35" dirty="0">
                <a:latin typeface="Calibri"/>
                <a:cs typeface="Calibri"/>
              </a:rPr>
              <a:t> </a:t>
            </a:r>
            <a:r>
              <a:rPr sz="3000" spc="-10" dirty="0">
                <a:latin typeface="Calibri"/>
                <a:cs typeface="Calibri"/>
              </a:rPr>
              <a:t>đúng.</a:t>
            </a:r>
            <a:endParaRPr sz="3000">
              <a:latin typeface="Calibri"/>
              <a:cs typeface="Calibri"/>
            </a:endParaRPr>
          </a:p>
          <a:p>
            <a:pPr marL="50800" marR="43180">
              <a:lnSpc>
                <a:spcPts val="3210"/>
              </a:lnSpc>
              <a:spcBef>
                <a:spcPts val="830"/>
              </a:spcBef>
            </a:pPr>
            <a:r>
              <a:rPr sz="3000" spc="-80" dirty="0">
                <a:latin typeface="Calibri"/>
                <a:cs typeface="Calibri"/>
              </a:rPr>
              <a:t>Ta</a:t>
            </a:r>
            <a:r>
              <a:rPr sz="3000" spc="-20" dirty="0">
                <a:latin typeface="Calibri"/>
                <a:cs typeface="Calibri"/>
              </a:rPr>
              <a:t> </a:t>
            </a:r>
            <a:r>
              <a:rPr sz="3000" dirty="0">
                <a:latin typeface="Calibri"/>
                <a:cs typeface="Calibri"/>
              </a:rPr>
              <a:t>có</a:t>
            </a:r>
            <a:r>
              <a:rPr sz="3000" spc="-25" dirty="0">
                <a:latin typeface="Calibri"/>
                <a:cs typeface="Calibri"/>
              </a:rPr>
              <a:t> </a:t>
            </a:r>
            <a:r>
              <a:rPr sz="3000" dirty="0">
                <a:latin typeface="Calibri"/>
                <a:cs typeface="Calibri"/>
              </a:rPr>
              <a:t>n=0</a:t>
            </a:r>
            <a:r>
              <a:rPr sz="3000" spc="-10" dirty="0">
                <a:latin typeface="Calibri"/>
                <a:cs typeface="Calibri"/>
              </a:rPr>
              <a:t> </a:t>
            </a:r>
            <a:r>
              <a:rPr sz="3000" dirty="0">
                <a:latin typeface="Calibri"/>
                <a:cs typeface="Calibri"/>
              </a:rPr>
              <a:t>thì</a:t>
            </a:r>
            <a:r>
              <a:rPr sz="3000" spc="-35" dirty="0">
                <a:latin typeface="Calibri"/>
                <a:cs typeface="Calibri"/>
              </a:rPr>
              <a:t> </a:t>
            </a:r>
            <a:r>
              <a:rPr sz="3000" dirty="0">
                <a:latin typeface="Calibri"/>
                <a:cs typeface="Calibri"/>
              </a:rPr>
              <a:t>n</a:t>
            </a:r>
            <a:r>
              <a:rPr sz="3000" spc="-30" dirty="0">
                <a:latin typeface="Calibri"/>
                <a:cs typeface="Calibri"/>
              </a:rPr>
              <a:t> </a:t>
            </a:r>
            <a:r>
              <a:rPr sz="3000" dirty="0">
                <a:latin typeface="Calibri"/>
                <a:cs typeface="Calibri"/>
              </a:rPr>
              <a:t>&gt;</a:t>
            </a:r>
            <a:r>
              <a:rPr sz="3000" spc="-15" dirty="0">
                <a:latin typeface="Calibri"/>
                <a:cs typeface="Calibri"/>
              </a:rPr>
              <a:t> </a:t>
            </a:r>
            <a:r>
              <a:rPr sz="3000" dirty="0">
                <a:latin typeface="Calibri"/>
                <a:cs typeface="Calibri"/>
              </a:rPr>
              <a:t>1</a:t>
            </a:r>
            <a:r>
              <a:rPr sz="3000" spc="-15" dirty="0">
                <a:latin typeface="Calibri"/>
                <a:cs typeface="Calibri"/>
              </a:rPr>
              <a:t> </a:t>
            </a:r>
            <a:r>
              <a:rPr sz="3000" dirty="0">
                <a:latin typeface="Calibri"/>
                <a:cs typeface="Calibri"/>
              </a:rPr>
              <a:t>sai</a:t>
            </a:r>
            <a:r>
              <a:rPr sz="3000" spc="-35" dirty="0">
                <a:latin typeface="Calibri"/>
                <a:cs typeface="Calibri"/>
              </a:rPr>
              <a:t> </a:t>
            </a:r>
            <a:r>
              <a:rPr sz="3000" dirty="0">
                <a:latin typeface="Calibri"/>
                <a:cs typeface="Calibri"/>
              </a:rPr>
              <a:t>do</a:t>
            </a:r>
            <a:r>
              <a:rPr sz="3000" spc="-20" dirty="0">
                <a:latin typeface="Calibri"/>
                <a:cs typeface="Calibri"/>
              </a:rPr>
              <a:t> </a:t>
            </a:r>
            <a:r>
              <a:rPr sz="3000" dirty="0">
                <a:latin typeface="Calibri"/>
                <a:cs typeface="Calibri"/>
              </a:rPr>
              <a:t>đó</a:t>
            </a:r>
            <a:r>
              <a:rPr sz="3000" spc="-25" dirty="0">
                <a:latin typeface="Calibri"/>
                <a:cs typeface="Calibri"/>
              </a:rPr>
              <a:t> </a:t>
            </a:r>
            <a:r>
              <a:rPr sz="3000" dirty="0">
                <a:latin typeface="Calibri"/>
                <a:cs typeface="Calibri"/>
              </a:rPr>
              <a:t>n</a:t>
            </a:r>
            <a:r>
              <a:rPr sz="3000" spc="-35" dirty="0">
                <a:latin typeface="Calibri"/>
                <a:cs typeface="Calibri"/>
              </a:rPr>
              <a:t> </a:t>
            </a:r>
            <a:r>
              <a:rPr sz="3000" dirty="0">
                <a:latin typeface="Calibri"/>
                <a:cs typeface="Calibri"/>
              </a:rPr>
              <a:t>&gt;</a:t>
            </a:r>
            <a:r>
              <a:rPr sz="3000" spc="-15" dirty="0">
                <a:latin typeface="Calibri"/>
                <a:cs typeface="Calibri"/>
              </a:rPr>
              <a:t> </a:t>
            </a:r>
            <a:r>
              <a:rPr sz="3000" dirty="0">
                <a:latin typeface="Calibri"/>
                <a:cs typeface="Calibri"/>
              </a:rPr>
              <a:t>1</a:t>
            </a:r>
            <a:r>
              <a:rPr sz="3000" spc="-5" dirty="0">
                <a:latin typeface="Calibri"/>
                <a:cs typeface="Calibri"/>
              </a:rPr>
              <a:t> </a:t>
            </a:r>
            <a:r>
              <a:rPr sz="3000" dirty="0">
                <a:latin typeface="Symbol"/>
                <a:cs typeface="Symbol"/>
              </a:rPr>
              <a:t></a:t>
            </a:r>
            <a:r>
              <a:rPr sz="3000" spc="-95" dirty="0">
                <a:latin typeface="Times New Roman"/>
                <a:cs typeface="Times New Roman"/>
              </a:rPr>
              <a:t> </a:t>
            </a:r>
            <a:r>
              <a:rPr sz="3000" dirty="0">
                <a:latin typeface="Calibri"/>
                <a:cs typeface="Calibri"/>
              </a:rPr>
              <a:t>n</a:t>
            </a:r>
            <a:r>
              <a:rPr sz="3000" baseline="25000" dirty="0">
                <a:latin typeface="Calibri"/>
                <a:cs typeface="Calibri"/>
              </a:rPr>
              <a:t>2</a:t>
            </a:r>
            <a:r>
              <a:rPr sz="3000" spc="300" baseline="25000" dirty="0">
                <a:latin typeface="Calibri"/>
                <a:cs typeface="Calibri"/>
              </a:rPr>
              <a:t> </a:t>
            </a:r>
            <a:r>
              <a:rPr sz="3000" dirty="0">
                <a:latin typeface="Calibri"/>
                <a:cs typeface="Calibri"/>
              </a:rPr>
              <a:t>&gt;</a:t>
            </a:r>
            <a:r>
              <a:rPr sz="3000" spc="-20" dirty="0">
                <a:latin typeface="Calibri"/>
                <a:cs typeface="Calibri"/>
              </a:rPr>
              <a:t> </a:t>
            </a:r>
            <a:r>
              <a:rPr sz="3000" dirty="0">
                <a:latin typeface="Calibri"/>
                <a:cs typeface="Calibri"/>
              </a:rPr>
              <a:t>n</a:t>
            </a:r>
            <a:r>
              <a:rPr sz="3000" spc="-25" dirty="0">
                <a:latin typeface="Calibri"/>
                <a:cs typeface="Calibri"/>
              </a:rPr>
              <a:t> </a:t>
            </a:r>
            <a:r>
              <a:rPr sz="3000" dirty="0">
                <a:latin typeface="Calibri"/>
                <a:cs typeface="Calibri"/>
              </a:rPr>
              <a:t>đúng.</a:t>
            </a:r>
            <a:r>
              <a:rPr sz="3000" spc="-25" dirty="0">
                <a:latin typeface="Calibri"/>
                <a:cs typeface="Calibri"/>
              </a:rPr>
              <a:t> Vậy </a:t>
            </a:r>
            <a:r>
              <a:rPr sz="3000" dirty="0">
                <a:latin typeface="Calibri"/>
                <a:cs typeface="Calibri"/>
              </a:rPr>
              <a:t>P(0)</a:t>
            </a:r>
            <a:r>
              <a:rPr sz="3000" spc="-50" dirty="0">
                <a:latin typeface="Calibri"/>
                <a:cs typeface="Calibri"/>
              </a:rPr>
              <a:t> </a:t>
            </a:r>
            <a:r>
              <a:rPr sz="3000" spc="-10" dirty="0">
                <a:latin typeface="Calibri"/>
                <a:cs typeface="Calibri"/>
              </a:rPr>
              <a:t>đúng.</a:t>
            </a:r>
            <a:endParaRPr sz="3000">
              <a:latin typeface="Calibri"/>
              <a:cs typeface="Calibri"/>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45440" y="154635"/>
            <a:ext cx="8341995" cy="5056505"/>
          </a:xfrm>
          <a:prstGeom prst="rect">
            <a:avLst/>
          </a:prstGeom>
        </p:spPr>
        <p:txBody>
          <a:bodyPr vert="horz" wrap="square" lIns="0" tIns="12700" rIns="0" bIns="0" rtlCol="0">
            <a:spAutoFit/>
          </a:bodyPr>
          <a:lstStyle/>
          <a:p>
            <a:pPr marL="50800">
              <a:lnSpc>
                <a:spcPct val="100000"/>
              </a:lnSpc>
              <a:spcBef>
                <a:spcPts val="100"/>
              </a:spcBef>
            </a:pPr>
            <a:r>
              <a:rPr sz="3000" b="1" dirty="0">
                <a:latin typeface="Calibri"/>
                <a:cs typeface="Calibri"/>
              </a:rPr>
              <a:t>Các</a:t>
            </a:r>
            <a:r>
              <a:rPr sz="3000" b="1" spc="-35" dirty="0">
                <a:latin typeface="Calibri"/>
                <a:cs typeface="Calibri"/>
              </a:rPr>
              <a:t> </a:t>
            </a:r>
            <a:r>
              <a:rPr sz="3000" b="1" dirty="0">
                <a:latin typeface="Calibri"/>
                <a:cs typeface="Calibri"/>
              </a:rPr>
              <a:t>qui</a:t>
            </a:r>
            <a:r>
              <a:rPr sz="3000" b="1" spc="-30" dirty="0">
                <a:latin typeface="Calibri"/>
                <a:cs typeface="Calibri"/>
              </a:rPr>
              <a:t> </a:t>
            </a:r>
            <a:r>
              <a:rPr sz="3000" b="1" dirty="0">
                <a:latin typeface="Calibri"/>
                <a:cs typeface="Calibri"/>
              </a:rPr>
              <a:t>tắc</a:t>
            </a:r>
            <a:r>
              <a:rPr sz="3000" b="1" spc="-65" dirty="0">
                <a:latin typeface="Calibri"/>
                <a:cs typeface="Calibri"/>
              </a:rPr>
              <a:t> </a:t>
            </a:r>
            <a:r>
              <a:rPr sz="3000" b="1" dirty="0">
                <a:latin typeface="Calibri"/>
                <a:cs typeface="Calibri"/>
              </a:rPr>
              <a:t>chứng</a:t>
            </a:r>
            <a:r>
              <a:rPr sz="3000" b="1" spc="-25" dirty="0">
                <a:latin typeface="Calibri"/>
                <a:cs typeface="Calibri"/>
              </a:rPr>
              <a:t> </a:t>
            </a:r>
            <a:r>
              <a:rPr sz="3000" b="1" spc="-10" dirty="0">
                <a:latin typeface="Calibri"/>
                <a:cs typeface="Calibri"/>
              </a:rPr>
              <a:t>minh.</a:t>
            </a:r>
            <a:endParaRPr sz="3000">
              <a:latin typeface="Calibri"/>
              <a:cs typeface="Calibri"/>
            </a:endParaRPr>
          </a:p>
          <a:p>
            <a:pPr marL="50800">
              <a:lnSpc>
                <a:spcPct val="100000"/>
              </a:lnSpc>
              <a:spcBef>
                <a:spcPts val="5"/>
              </a:spcBef>
            </a:pPr>
            <a:r>
              <a:rPr sz="3000" b="1" dirty="0">
                <a:latin typeface="Calibri"/>
                <a:cs typeface="Calibri"/>
              </a:rPr>
              <a:t>4.</a:t>
            </a:r>
            <a:r>
              <a:rPr sz="3000" b="1" spc="-80" dirty="0">
                <a:latin typeface="Calibri"/>
                <a:cs typeface="Calibri"/>
              </a:rPr>
              <a:t> </a:t>
            </a:r>
            <a:r>
              <a:rPr sz="3000" b="1" dirty="0">
                <a:latin typeface="Calibri"/>
                <a:cs typeface="Calibri"/>
              </a:rPr>
              <a:t>Chứng</a:t>
            </a:r>
            <a:r>
              <a:rPr sz="3000" b="1" spc="-90" dirty="0">
                <a:latin typeface="Calibri"/>
                <a:cs typeface="Calibri"/>
              </a:rPr>
              <a:t> </a:t>
            </a:r>
            <a:r>
              <a:rPr sz="3000" b="1" dirty="0">
                <a:latin typeface="Calibri"/>
                <a:cs typeface="Calibri"/>
              </a:rPr>
              <a:t>minh</a:t>
            </a:r>
            <a:r>
              <a:rPr sz="3000" b="1" spc="-65" dirty="0">
                <a:latin typeface="Calibri"/>
                <a:cs typeface="Calibri"/>
              </a:rPr>
              <a:t> </a:t>
            </a:r>
            <a:r>
              <a:rPr sz="3000" b="1" i="1" dirty="0">
                <a:latin typeface="Calibri"/>
                <a:cs typeface="Calibri"/>
              </a:rPr>
              <a:t>tầm</a:t>
            </a:r>
            <a:r>
              <a:rPr sz="3000" b="1" i="1" spc="-75" dirty="0">
                <a:latin typeface="Calibri"/>
                <a:cs typeface="Calibri"/>
              </a:rPr>
              <a:t> </a:t>
            </a:r>
            <a:r>
              <a:rPr sz="3000" b="1" i="1" dirty="0">
                <a:latin typeface="Calibri"/>
                <a:cs typeface="Calibri"/>
              </a:rPr>
              <a:t>thường</a:t>
            </a:r>
            <a:r>
              <a:rPr sz="3000" b="1" i="1" spc="-85" dirty="0">
                <a:latin typeface="Calibri"/>
                <a:cs typeface="Calibri"/>
              </a:rPr>
              <a:t> </a:t>
            </a:r>
            <a:r>
              <a:rPr sz="3000" b="1" spc="-10" dirty="0">
                <a:latin typeface="Calibri"/>
                <a:cs typeface="Calibri"/>
              </a:rPr>
              <a:t>(Trivial</a:t>
            </a:r>
            <a:r>
              <a:rPr sz="3000" b="1" spc="-75" dirty="0">
                <a:latin typeface="Calibri"/>
                <a:cs typeface="Calibri"/>
              </a:rPr>
              <a:t> </a:t>
            </a:r>
            <a:r>
              <a:rPr sz="3000" b="1" dirty="0">
                <a:latin typeface="Calibri"/>
                <a:cs typeface="Calibri"/>
              </a:rPr>
              <a:t>proofs)</a:t>
            </a:r>
            <a:r>
              <a:rPr sz="3000" b="1" spc="-70" dirty="0">
                <a:latin typeface="Calibri"/>
                <a:cs typeface="Calibri"/>
              </a:rPr>
              <a:t> </a:t>
            </a:r>
            <a:r>
              <a:rPr sz="3000" b="1" dirty="0">
                <a:latin typeface="Calibri"/>
                <a:cs typeface="Calibri"/>
              </a:rPr>
              <a:t>loại</a:t>
            </a:r>
            <a:r>
              <a:rPr sz="3000" b="1" spc="-90" dirty="0">
                <a:latin typeface="Calibri"/>
                <a:cs typeface="Calibri"/>
              </a:rPr>
              <a:t> </a:t>
            </a:r>
            <a:r>
              <a:rPr sz="3000" b="1" spc="-50" dirty="0">
                <a:latin typeface="Calibri"/>
                <a:cs typeface="Calibri"/>
              </a:rPr>
              <a:t>2</a:t>
            </a:r>
            <a:endParaRPr sz="3000">
              <a:latin typeface="Calibri"/>
              <a:cs typeface="Calibri"/>
            </a:endParaRPr>
          </a:p>
          <a:p>
            <a:pPr marL="50800" marR="17780">
              <a:lnSpc>
                <a:spcPct val="80000"/>
              </a:lnSpc>
              <a:spcBef>
                <a:spcPts val="720"/>
              </a:spcBef>
            </a:pPr>
            <a:r>
              <a:rPr sz="3000" dirty="0">
                <a:latin typeface="Calibri"/>
                <a:cs typeface="Calibri"/>
              </a:rPr>
              <a:t>Chứng</a:t>
            </a:r>
            <a:r>
              <a:rPr sz="3000" spc="-40" dirty="0">
                <a:latin typeface="Calibri"/>
                <a:cs typeface="Calibri"/>
              </a:rPr>
              <a:t> </a:t>
            </a:r>
            <a:r>
              <a:rPr sz="3000" dirty="0">
                <a:latin typeface="Calibri"/>
                <a:cs typeface="Calibri"/>
              </a:rPr>
              <a:t>minh</a:t>
            </a:r>
            <a:r>
              <a:rPr sz="3000" spc="-40" dirty="0">
                <a:latin typeface="Calibri"/>
                <a:cs typeface="Calibri"/>
              </a:rPr>
              <a:t> </a:t>
            </a:r>
            <a:r>
              <a:rPr sz="3000" dirty="0">
                <a:latin typeface="Calibri"/>
                <a:cs typeface="Calibri"/>
              </a:rPr>
              <a:t>p</a:t>
            </a:r>
            <a:r>
              <a:rPr sz="3000" spc="-45" dirty="0">
                <a:latin typeface="Calibri"/>
                <a:cs typeface="Calibri"/>
              </a:rPr>
              <a:t> </a:t>
            </a:r>
            <a:r>
              <a:rPr sz="3000" dirty="0">
                <a:latin typeface="Symbol"/>
                <a:cs typeface="Symbol"/>
              </a:rPr>
              <a:t></a:t>
            </a:r>
            <a:r>
              <a:rPr sz="3000" spc="-100" dirty="0">
                <a:latin typeface="Times New Roman"/>
                <a:cs typeface="Times New Roman"/>
              </a:rPr>
              <a:t> </a:t>
            </a:r>
            <a:r>
              <a:rPr sz="3000" dirty="0">
                <a:latin typeface="Calibri"/>
                <a:cs typeface="Calibri"/>
              </a:rPr>
              <a:t>q</a:t>
            </a:r>
            <a:r>
              <a:rPr sz="3000" spc="-50" dirty="0">
                <a:latin typeface="Calibri"/>
                <a:cs typeface="Calibri"/>
              </a:rPr>
              <a:t> </a:t>
            </a:r>
            <a:r>
              <a:rPr sz="3000" dirty="0">
                <a:latin typeface="Calibri"/>
                <a:cs typeface="Calibri"/>
              </a:rPr>
              <a:t>đúng.</a:t>
            </a:r>
            <a:r>
              <a:rPr sz="3000" spc="-40" dirty="0">
                <a:latin typeface="Calibri"/>
                <a:cs typeface="Calibri"/>
              </a:rPr>
              <a:t> </a:t>
            </a:r>
            <a:r>
              <a:rPr sz="3000" spc="-105" dirty="0">
                <a:latin typeface="Calibri"/>
                <a:cs typeface="Calibri"/>
              </a:rPr>
              <a:t>Ta</a:t>
            </a:r>
            <a:r>
              <a:rPr sz="3000" spc="-40" dirty="0">
                <a:latin typeface="Calibri"/>
                <a:cs typeface="Calibri"/>
              </a:rPr>
              <a:t> </a:t>
            </a:r>
            <a:r>
              <a:rPr sz="3000" dirty="0">
                <a:latin typeface="Calibri"/>
                <a:cs typeface="Calibri"/>
              </a:rPr>
              <a:t>có</a:t>
            </a:r>
            <a:r>
              <a:rPr sz="3000" spc="-40" dirty="0">
                <a:latin typeface="Calibri"/>
                <a:cs typeface="Calibri"/>
              </a:rPr>
              <a:t> </a:t>
            </a:r>
            <a:r>
              <a:rPr sz="3000" dirty="0">
                <a:latin typeface="Calibri"/>
                <a:cs typeface="Calibri"/>
              </a:rPr>
              <a:t>nhận</a:t>
            </a:r>
            <a:r>
              <a:rPr sz="3000" spc="-40" dirty="0">
                <a:latin typeface="Calibri"/>
                <a:cs typeface="Calibri"/>
              </a:rPr>
              <a:t> </a:t>
            </a:r>
            <a:r>
              <a:rPr sz="3000" dirty="0">
                <a:latin typeface="Calibri"/>
                <a:cs typeface="Calibri"/>
              </a:rPr>
              <a:t>xét</a:t>
            </a:r>
            <a:r>
              <a:rPr sz="3000" spc="-40" dirty="0">
                <a:latin typeface="Calibri"/>
                <a:cs typeface="Calibri"/>
              </a:rPr>
              <a:t> </a:t>
            </a:r>
            <a:r>
              <a:rPr sz="3000" dirty="0">
                <a:latin typeface="Calibri"/>
                <a:cs typeface="Calibri"/>
              </a:rPr>
              <a:t>nếu</a:t>
            </a:r>
            <a:r>
              <a:rPr sz="3000" spc="-30" dirty="0">
                <a:latin typeface="Calibri"/>
                <a:cs typeface="Calibri"/>
              </a:rPr>
              <a:t> </a:t>
            </a:r>
            <a:r>
              <a:rPr sz="3000" dirty="0">
                <a:latin typeface="Calibri"/>
                <a:cs typeface="Calibri"/>
              </a:rPr>
              <a:t>ta</a:t>
            </a:r>
            <a:r>
              <a:rPr sz="3000" spc="-55" dirty="0">
                <a:latin typeface="Calibri"/>
                <a:cs typeface="Calibri"/>
              </a:rPr>
              <a:t> </a:t>
            </a:r>
            <a:r>
              <a:rPr sz="3000" dirty="0">
                <a:latin typeface="Calibri"/>
                <a:cs typeface="Calibri"/>
              </a:rPr>
              <a:t>chỉ</a:t>
            </a:r>
            <a:r>
              <a:rPr sz="3000" spc="-50" dirty="0">
                <a:latin typeface="Calibri"/>
                <a:cs typeface="Calibri"/>
              </a:rPr>
              <a:t> </a:t>
            </a:r>
            <a:r>
              <a:rPr sz="3000" spc="-25" dirty="0">
                <a:latin typeface="Calibri"/>
                <a:cs typeface="Calibri"/>
              </a:rPr>
              <a:t>ra </a:t>
            </a:r>
            <a:r>
              <a:rPr sz="3000" dirty="0">
                <a:latin typeface="Calibri"/>
                <a:cs typeface="Calibri"/>
              </a:rPr>
              <a:t>được</a:t>
            </a:r>
            <a:r>
              <a:rPr sz="3000" spc="-25" dirty="0">
                <a:latin typeface="Calibri"/>
                <a:cs typeface="Calibri"/>
              </a:rPr>
              <a:t> </a:t>
            </a:r>
            <a:r>
              <a:rPr sz="3000" dirty="0">
                <a:latin typeface="Calibri"/>
                <a:cs typeface="Calibri"/>
              </a:rPr>
              <a:t>q</a:t>
            </a:r>
            <a:r>
              <a:rPr sz="3000" spc="-25" dirty="0">
                <a:latin typeface="Calibri"/>
                <a:cs typeface="Calibri"/>
              </a:rPr>
              <a:t> </a:t>
            </a:r>
            <a:r>
              <a:rPr sz="3000" dirty="0">
                <a:latin typeface="Calibri"/>
                <a:cs typeface="Calibri"/>
              </a:rPr>
              <a:t>đúng</a:t>
            </a:r>
            <a:r>
              <a:rPr sz="3000" spc="-15" dirty="0">
                <a:latin typeface="Calibri"/>
                <a:cs typeface="Calibri"/>
              </a:rPr>
              <a:t> </a:t>
            </a:r>
            <a:r>
              <a:rPr sz="3000" dirty="0">
                <a:latin typeface="Calibri"/>
                <a:cs typeface="Calibri"/>
              </a:rPr>
              <a:t>thì</a:t>
            </a:r>
            <a:r>
              <a:rPr sz="3000" spc="-25" dirty="0">
                <a:latin typeface="Calibri"/>
                <a:cs typeface="Calibri"/>
              </a:rPr>
              <a:t> </a:t>
            </a:r>
            <a:r>
              <a:rPr sz="3000" dirty="0">
                <a:latin typeface="Calibri"/>
                <a:cs typeface="Calibri"/>
              </a:rPr>
              <a:t>khi</a:t>
            </a:r>
            <a:r>
              <a:rPr sz="3000" spc="-15" dirty="0">
                <a:latin typeface="Calibri"/>
                <a:cs typeface="Calibri"/>
              </a:rPr>
              <a:t> </a:t>
            </a:r>
            <a:r>
              <a:rPr sz="3000" dirty="0">
                <a:latin typeface="Calibri"/>
                <a:cs typeface="Calibri"/>
              </a:rPr>
              <a:t>đó</a:t>
            </a:r>
            <a:r>
              <a:rPr sz="3000" spc="-20" dirty="0">
                <a:latin typeface="Calibri"/>
                <a:cs typeface="Calibri"/>
              </a:rPr>
              <a:t> </a:t>
            </a:r>
            <a:r>
              <a:rPr sz="3000" dirty="0">
                <a:latin typeface="Calibri"/>
                <a:cs typeface="Calibri"/>
              </a:rPr>
              <a:t>ta</a:t>
            </a:r>
            <a:r>
              <a:rPr sz="3000" spc="-30" dirty="0">
                <a:latin typeface="Calibri"/>
                <a:cs typeface="Calibri"/>
              </a:rPr>
              <a:t> </a:t>
            </a:r>
            <a:r>
              <a:rPr sz="3000" dirty="0">
                <a:latin typeface="Calibri"/>
                <a:cs typeface="Calibri"/>
              </a:rPr>
              <a:t>luôn</a:t>
            </a:r>
            <a:r>
              <a:rPr sz="3000" spc="-15" dirty="0">
                <a:latin typeface="Calibri"/>
                <a:cs typeface="Calibri"/>
              </a:rPr>
              <a:t> </a:t>
            </a:r>
            <a:r>
              <a:rPr sz="3000" dirty="0">
                <a:latin typeface="Calibri"/>
                <a:cs typeface="Calibri"/>
              </a:rPr>
              <a:t>có</a:t>
            </a:r>
            <a:r>
              <a:rPr sz="3000" spc="-20" dirty="0">
                <a:latin typeface="Calibri"/>
                <a:cs typeface="Calibri"/>
              </a:rPr>
              <a:t> </a:t>
            </a:r>
            <a:r>
              <a:rPr sz="3000" dirty="0">
                <a:latin typeface="Calibri"/>
                <a:cs typeface="Calibri"/>
              </a:rPr>
              <a:t>p</a:t>
            </a:r>
            <a:r>
              <a:rPr sz="3000" spc="-10" dirty="0">
                <a:latin typeface="Calibri"/>
                <a:cs typeface="Calibri"/>
              </a:rPr>
              <a:t> </a:t>
            </a:r>
            <a:r>
              <a:rPr sz="3000" dirty="0">
                <a:latin typeface="Symbol"/>
                <a:cs typeface="Symbol"/>
              </a:rPr>
              <a:t></a:t>
            </a:r>
            <a:r>
              <a:rPr sz="3000" spc="-85" dirty="0">
                <a:latin typeface="Times New Roman"/>
                <a:cs typeface="Times New Roman"/>
              </a:rPr>
              <a:t> </a:t>
            </a:r>
            <a:r>
              <a:rPr sz="3000" dirty="0">
                <a:latin typeface="Calibri"/>
                <a:cs typeface="Calibri"/>
              </a:rPr>
              <a:t>q</a:t>
            </a:r>
            <a:r>
              <a:rPr sz="3000" spc="-25" dirty="0">
                <a:latin typeface="Calibri"/>
                <a:cs typeface="Calibri"/>
              </a:rPr>
              <a:t> </a:t>
            </a:r>
            <a:r>
              <a:rPr sz="3000" dirty="0">
                <a:latin typeface="Calibri"/>
                <a:cs typeface="Calibri"/>
              </a:rPr>
              <a:t>là</a:t>
            </a:r>
            <a:r>
              <a:rPr sz="3000" spc="-15" dirty="0">
                <a:latin typeface="Calibri"/>
                <a:cs typeface="Calibri"/>
              </a:rPr>
              <a:t> </a:t>
            </a:r>
            <a:r>
              <a:rPr sz="3000" dirty="0">
                <a:latin typeface="Calibri"/>
                <a:cs typeface="Calibri"/>
              </a:rPr>
              <a:t>một</a:t>
            </a:r>
            <a:r>
              <a:rPr sz="3000" spc="-25" dirty="0">
                <a:latin typeface="Calibri"/>
                <a:cs typeface="Calibri"/>
              </a:rPr>
              <a:t> </a:t>
            </a:r>
            <a:r>
              <a:rPr sz="3000" spc="-10" dirty="0">
                <a:latin typeface="Calibri"/>
                <a:cs typeface="Calibri"/>
              </a:rPr>
              <a:t>khẳng </a:t>
            </a:r>
            <a:r>
              <a:rPr sz="3000" dirty="0">
                <a:latin typeface="Calibri"/>
                <a:cs typeface="Calibri"/>
              </a:rPr>
              <a:t>định</a:t>
            </a:r>
            <a:r>
              <a:rPr sz="3000" spc="-40" dirty="0">
                <a:latin typeface="Calibri"/>
                <a:cs typeface="Calibri"/>
              </a:rPr>
              <a:t> </a:t>
            </a:r>
            <a:r>
              <a:rPr sz="3000" dirty="0">
                <a:latin typeface="Calibri"/>
                <a:cs typeface="Calibri"/>
              </a:rPr>
              <a:t>đúng.</a:t>
            </a:r>
            <a:r>
              <a:rPr sz="3000" spc="-35" dirty="0">
                <a:latin typeface="Calibri"/>
                <a:cs typeface="Calibri"/>
              </a:rPr>
              <a:t> </a:t>
            </a:r>
            <a:r>
              <a:rPr sz="3000" dirty="0">
                <a:latin typeface="Calibri"/>
                <a:cs typeface="Calibri"/>
              </a:rPr>
              <a:t>Phương</a:t>
            </a:r>
            <a:r>
              <a:rPr sz="3000" spc="-35" dirty="0">
                <a:latin typeface="Calibri"/>
                <a:cs typeface="Calibri"/>
              </a:rPr>
              <a:t> </a:t>
            </a:r>
            <a:r>
              <a:rPr sz="3000" dirty="0">
                <a:latin typeface="Calibri"/>
                <a:cs typeface="Calibri"/>
              </a:rPr>
              <a:t>pháp</a:t>
            </a:r>
            <a:r>
              <a:rPr sz="3000" spc="-35" dirty="0">
                <a:latin typeface="Calibri"/>
                <a:cs typeface="Calibri"/>
              </a:rPr>
              <a:t> </a:t>
            </a:r>
            <a:r>
              <a:rPr sz="3000" dirty="0">
                <a:latin typeface="Calibri"/>
                <a:cs typeface="Calibri"/>
              </a:rPr>
              <a:t>chứng</a:t>
            </a:r>
            <a:r>
              <a:rPr sz="3000" spc="-45" dirty="0">
                <a:latin typeface="Calibri"/>
                <a:cs typeface="Calibri"/>
              </a:rPr>
              <a:t> </a:t>
            </a:r>
            <a:r>
              <a:rPr sz="3000" dirty="0">
                <a:latin typeface="Calibri"/>
                <a:cs typeface="Calibri"/>
              </a:rPr>
              <a:t>minh</a:t>
            </a:r>
            <a:r>
              <a:rPr sz="3000" spc="-45" dirty="0">
                <a:latin typeface="Calibri"/>
                <a:cs typeface="Calibri"/>
              </a:rPr>
              <a:t> </a:t>
            </a:r>
            <a:r>
              <a:rPr sz="3000" dirty="0">
                <a:latin typeface="Calibri"/>
                <a:cs typeface="Calibri"/>
              </a:rPr>
              <a:t>dựa</a:t>
            </a:r>
            <a:r>
              <a:rPr sz="3000" spc="-25" dirty="0">
                <a:latin typeface="Calibri"/>
                <a:cs typeface="Calibri"/>
              </a:rPr>
              <a:t> </a:t>
            </a:r>
            <a:r>
              <a:rPr sz="3000" dirty="0">
                <a:latin typeface="Calibri"/>
                <a:cs typeface="Calibri"/>
              </a:rPr>
              <a:t>vào</a:t>
            </a:r>
            <a:r>
              <a:rPr sz="3000" spc="-30" dirty="0">
                <a:latin typeface="Calibri"/>
                <a:cs typeface="Calibri"/>
              </a:rPr>
              <a:t> </a:t>
            </a:r>
            <a:r>
              <a:rPr sz="3000" spc="-10" dirty="0">
                <a:latin typeface="Calibri"/>
                <a:cs typeface="Calibri"/>
              </a:rPr>
              <a:t>thông </a:t>
            </a:r>
            <a:r>
              <a:rPr sz="3000" dirty="0">
                <a:latin typeface="Calibri"/>
                <a:cs typeface="Calibri"/>
              </a:rPr>
              <a:t>tin</a:t>
            </a:r>
            <a:r>
              <a:rPr sz="3000" spc="-50" dirty="0">
                <a:latin typeface="Calibri"/>
                <a:cs typeface="Calibri"/>
              </a:rPr>
              <a:t> </a:t>
            </a:r>
            <a:r>
              <a:rPr sz="3000" dirty="0">
                <a:latin typeface="Calibri"/>
                <a:cs typeface="Calibri"/>
              </a:rPr>
              <a:t>q</a:t>
            </a:r>
            <a:r>
              <a:rPr sz="3000" spc="-40" dirty="0">
                <a:latin typeface="Calibri"/>
                <a:cs typeface="Calibri"/>
              </a:rPr>
              <a:t> </a:t>
            </a:r>
            <a:r>
              <a:rPr sz="3000" dirty="0">
                <a:latin typeface="Calibri"/>
                <a:cs typeface="Calibri"/>
              </a:rPr>
              <a:t>đúng</a:t>
            </a:r>
            <a:r>
              <a:rPr sz="3000" spc="-35" dirty="0">
                <a:latin typeface="Calibri"/>
                <a:cs typeface="Calibri"/>
              </a:rPr>
              <a:t> </a:t>
            </a:r>
            <a:r>
              <a:rPr sz="3000" dirty="0">
                <a:latin typeface="Calibri"/>
                <a:cs typeface="Calibri"/>
              </a:rPr>
              <a:t>được</a:t>
            </a:r>
            <a:r>
              <a:rPr sz="3000" spc="-55" dirty="0">
                <a:latin typeface="Calibri"/>
                <a:cs typeface="Calibri"/>
              </a:rPr>
              <a:t> </a:t>
            </a:r>
            <a:r>
              <a:rPr sz="3000" dirty="0">
                <a:latin typeface="Calibri"/>
                <a:cs typeface="Calibri"/>
              </a:rPr>
              <a:t>gọi</a:t>
            </a:r>
            <a:r>
              <a:rPr sz="3000" spc="-35" dirty="0">
                <a:latin typeface="Calibri"/>
                <a:cs typeface="Calibri"/>
              </a:rPr>
              <a:t> </a:t>
            </a:r>
            <a:r>
              <a:rPr sz="3000" dirty="0">
                <a:latin typeface="Calibri"/>
                <a:cs typeface="Calibri"/>
              </a:rPr>
              <a:t>là</a:t>
            </a:r>
            <a:r>
              <a:rPr sz="3000" spc="-30" dirty="0">
                <a:latin typeface="Calibri"/>
                <a:cs typeface="Calibri"/>
              </a:rPr>
              <a:t> </a:t>
            </a:r>
            <a:r>
              <a:rPr sz="3000" b="1" dirty="0">
                <a:latin typeface="Calibri"/>
                <a:cs typeface="Calibri"/>
              </a:rPr>
              <a:t>Chứng</a:t>
            </a:r>
            <a:r>
              <a:rPr sz="3000" b="1" spc="-40" dirty="0">
                <a:latin typeface="Calibri"/>
                <a:cs typeface="Calibri"/>
              </a:rPr>
              <a:t> </a:t>
            </a:r>
            <a:r>
              <a:rPr sz="3000" b="1" dirty="0">
                <a:latin typeface="Calibri"/>
                <a:cs typeface="Calibri"/>
              </a:rPr>
              <a:t>minh</a:t>
            </a:r>
            <a:r>
              <a:rPr sz="3000" b="1" spc="-20" dirty="0">
                <a:latin typeface="Calibri"/>
                <a:cs typeface="Calibri"/>
              </a:rPr>
              <a:t> </a:t>
            </a:r>
            <a:r>
              <a:rPr sz="3000" b="1" i="1" dirty="0">
                <a:latin typeface="Calibri"/>
                <a:cs typeface="Calibri"/>
              </a:rPr>
              <a:t>tầm</a:t>
            </a:r>
            <a:r>
              <a:rPr sz="3000" b="1" i="1" spc="-45" dirty="0">
                <a:latin typeface="Calibri"/>
                <a:cs typeface="Calibri"/>
              </a:rPr>
              <a:t> </a:t>
            </a:r>
            <a:r>
              <a:rPr sz="3000" b="1" i="1" dirty="0">
                <a:latin typeface="Calibri"/>
                <a:cs typeface="Calibri"/>
              </a:rPr>
              <a:t>thường</a:t>
            </a:r>
            <a:r>
              <a:rPr sz="3000" b="1" i="1" spc="-50" dirty="0">
                <a:latin typeface="Calibri"/>
                <a:cs typeface="Calibri"/>
              </a:rPr>
              <a:t> </a:t>
            </a:r>
            <a:r>
              <a:rPr sz="3000" b="1" i="1" spc="-20" dirty="0">
                <a:latin typeface="Calibri"/>
                <a:cs typeface="Calibri"/>
              </a:rPr>
              <a:t>loại </a:t>
            </a:r>
            <a:r>
              <a:rPr sz="3000" b="1" i="1" spc="-25" dirty="0">
                <a:latin typeface="Calibri"/>
                <a:cs typeface="Calibri"/>
              </a:rPr>
              <a:t>2</a:t>
            </a:r>
            <a:r>
              <a:rPr sz="3000" i="1" spc="-25" dirty="0">
                <a:latin typeface="Calibri"/>
                <a:cs typeface="Calibri"/>
              </a:rPr>
              <a:t>.</a:t>
            </a:r>
            <a:endParaRPr sz="3000">
              <a:latin typeface="Calibri"/>
              <a:cs typeface="Calibri"/>
            </a:endParaRPr>
          </a:p>
          <a:p>
            <a:pPr marL="50800">
              <a:lnSpc>
                <a:spcPts val="3240"/>
              </a:lnSpc>
              <a:spcBef>
                <a:spcPts val="3600"/>
              </a:spcBef>
              <a:tabLst>
                <a:tab pos="861694" algn="l"/>
              </a:tabLst>
            </a:pPr>
            <a:r>
              <a:rPr sz="3000" dirty="0">
                <a:latin typeface="Calibri"/>
                <a:cs typeface="Calibri"/>
              </a:rPr>
              <a:t>VD</a:t>
            </a:r>
            <a:r>
              <a:rPr sz="3000" spc="-45" dirty="0">
                <a:latin typeface="Calibri"/>
                <a:cs typeface="Calibri"/>
              </a:rPr>
              <a:t> </a:t>
            </a:r>
            <a:r>
              <a:rPr sz="3000" spc="-50" dirty="0">
                <a:latin typeface="Calibri"/>
                <a:cs typeface="Calibri"/>
              </a:rPr>
              <a:t>:</a:t>
            </a:r>
            <a:r>
              <a:rPr sz="3000" dirty="0">
                <a:latin typeface="Calibri"/>
                <a:cs typeface="Calibri"/>
              </a:rPr>
              <a:t>	P(n)</a:t>
            </a:r>
            <a:r>
              <a:rPr sz="3000" spc="-30" dirty="0">
                <a:latin typeface="Calibri"/>
                <a:cs typeface="Calibri"/>
              </a:rPr>
              <a:t> </a:t>
            </a:r>
            <a:r>
              <a:rPr sz="3000" dirty="0">
                <a:latin typeface="Calibri"/>
                <a:cs typeface="Calibri"/>
              </a:rPr>
              <a:t>:</a:t>
            </a:r>
            <a:r>
              <a:rPr sz="3000" spc="-30" dirty="0">
                <a:latin typeface="Calibri"/>
                <a:cs typeface="Calibri"/>
              </a:rPr>
              <a:t> </a:t>
            </a:r>
            <a:r>
              <a:rPr sz="3000" dirty="0">
                <a:latin typeface="Calibri"/>
                <a:cs typeface="Calibri"/>
              </a:rPr>
              <a:t>“a</a:t>
            </a:r>
            <a:r>
              <a:rPr sz="3000" spc="-35" dirty="0">
                <a:latin typeface="Calibri"/>
                <a:cs typeface="Calibri"/>
              </a:rPr>
              <a:t> </a:t>
            </a:r>
            <a:r>
              <a:rPr sz="3000" dirty="0">
                <a:latin typeface="Symbol"/>
                <a:cs typeface="Symbol"/>
              </a:rPr>
              <a:t></a:t>
            </a:r>
            <a:r>
              <a:rPr sz="3000" spc="-85" dirty="0">
                <a:latin typeface="Times New Roman"/>
                <a:cs typeface="Times New Roman"/>
              </a:rPr>
              <a:t> </a:t>
            </a:r>
            <a:r>
              <a:rPr sz="3000" dirty="0">
                <a:latin typeface="Calibri"/>
                <a:cs typeface="Calibri"/>
              </a:rPr>
              <a:t>b</a:t>
            </a:r>
            <a:r>
              <a:rPr sz="3000" spc="-30" dirty="0">
                <a:latin typeface="Calibri"/>
                <a:cs typeface="Calibri"/>
              </a:rPr>
              <a:t> </a:t>
            </a:r>
            <a:r>
              <a:rPr sz="3000" dirty="0">
                <a:latin typeface="Symbol"/>
                <a:cs typeface="Symbol"/>
              </a:rPr>
              <a:t></a:t>
            </a:r>
            <a:r>
              <a:rPr sz="3000" spc="-90" dirty="0">
                <a:latin typeface="Times New Roman"/>
                <a:cs typeface="Times New Roman"/>
              </a:rPr>
              <a:t> </a:t>
            </a:r>
            <a:r>
              <a:rPr sz="3000" dirty="0">
                <a:latin typeface="Calibri"/>
                <a:cs typeface="Calibri"/>
              </a:rPr>
              <a:t>a</a:t>
            </a:r>
            <a:r>
              <a:rPr sz="3000" baseline="25000" dirty="0">
                <a:latin typeface="Calibri"/>
                <a:cs typeface="Calibri"/>
              </a:rPr>
              <a:t>n</a:t>
            </a:r>
            <a:r>
              <a:rPr sz="3000" spc="300" baseline="25000" dirty="0">
                <a:latin typeface="Calibri"/>
                <a:cs typeface="Calibri"/>
              </a:rPr>
              <a:t> </a:t>
            </a:r>
            <a:r>
              <a:rPr sz="3000" dirty="0">
                <a:latin typeface="Symbol"/>
                <a:cs typeface="Symbol"/>
              </a:rPr>
              <a:t></a:t>
            </a:r>
            <a:r>
              <a:rPr sz="3000" spc="-85" dirty="0">
                <a:latin typeface="Times New Roman"/>
                <a:cs typeface="Times New Roman"/>
              </a:rPr>
              <a:t> </a:t>
            </a:r>
            <a:r>
              <a:rPr sz="3000" dirty="0">
                <a:latin typeface="Calibri"/>
                <a:cs typeface="Calibri"/>
              </a:rPr>
              <a:t>b</a:t>
            </a:r>
            <a:r>
              <a:rPr sz="3000" baseline="25000" dirty="0">
                <a:latin typeface="Calibri"/>
                <a:cs typeface="Calibri"/>
              </a:rPr>
              <a:t>n</a:t>
            </a:r>
            <a:r>
              <a:rPr sz="3000" spc="-22" baseline="25000" dirty="0">
                <a:latin typeface="Calibri"/>
                <a:cs typeface="Calibri"/>
              </a:rPr>
              <a:t> </a:t>
            </a:r>
            <a:r>
              <a:rPr sz="3000" spc="-145" dirty="0">
                <a:latin typeface="Calibri"/>
                <a:cs typeface="Calibri"/>
              </a:rPr>
              <a:t>”,</a:t>
            </a:r>
            <a:r>
              <a:rPr sz="3000" spc="-25" dirty="0">
                <a:latin typeface="Calibri"/>
                <a:cs typeface="Calibri"/>
              </a:rPr>
              <a:t> </a:t>
            </a:r>
            <a:r>
              <a:rPr sz="3000" dirty="0">
                <a:latin typeface="Calibri"/>
                <a:cs typeface="Calibri"/>
              </a:rPr>
              <a:t>n</a:t>
            </a:r>
            <a:r>
              <a:rPr sz="3000" spc="-30" dirty="0">
                <a:latin typeface="Calibri"/>
                <a:cs typeface="Calibri"/>
              </a:rPr>
              <a:t> </a:t>
            </a:r>
            <a:r>
              <a:rPr sz="3000" dirty="0">
                <a:latin typeface="Symbol"/>
                <a:cs typeface="Symbol"/>
              </a:rPr>
              <a:t></a:t>
            </a:r>
            <a:r>
              <a:rPr sz="3000" spc="-85" dirty="0">
                <a:latin typeface="Times New Roman"/>
                <a:cs typeface="Times New Roman"/>
              </a:rPr>
              <a:t> </a:t>
            </a:r>
            <a:r>
              <a:rPr sz="3000" dirty="0">
                <a:latin typeface="Calibri"/>
                <a:cs typeface="Calibri"/>
              </a:rPr>
              <a:t>{0,</a:t>
            </a:r>
            <a:r>
              <a:rPr sz="3000" spc="-15" dirty="0">
                <a:latin typeface="Calibri"/>
                <a:cs typeface="Calibri"/>
              </a:rPr>
              <a:t> </a:t>
            </a:r>
            <a:r>
              <a:rPr sz="3000" dirty="0">
                <a:latin typeface="Calibri"/>
                <a:cs typeface="Calibri"/>
              </a:rPr>
              <a:t>1,</a:t>
            </a:r>
            <a:r>
              <a:rPr sz="3000" spc="-35" dirty="0">
                <a:latin typeface="Calibri"/>
                <a:cs typeface="Calibri"/>
              </a:rPr>
              <a:t> </a:t>
            </a:r>
            <a:r>
              <a:rPr sz="3000" dirty="0">
                <a:latin typeface="Calibri"/>
                <a:cs typeface="Calibri"/>
              </a:rPr>
              <a:t>…},</a:t>
            </a:r>
            <a:r>
              <a:rPr sz="3000" spc="-30" dirty="0">
                <a:latin typeface="Calibri"/>
                <a:cs typeface="Calibri"/>
              </a:rPr>
              <a:t> </a:t>
            </a:r>
            <a:r>
              <a:rPr sz="3000" dirty="0">
                <a:latin typeface="Calibri"/>
                <a:cs typeface="Calibri"/>
              </a:rPr>
              <a:t>a,</a:t>
            </a:r>
            <a:r>
              <a:rPr sz="3000" spc="-15" dirty="0">
                <a:latin typeface="Calibri"/>
                <a:cs typeface="Calibri"/>
              </a:rPr>
              <a:t> </a:t>
            </a:r>
            <a:r>
              <a:rPr sz="3000" dirty="0">
                <a:latin typeface="Calibri"/>
                <a:cs typeface="Calibri"/>
              </a:rPr>
              <a:t>b</a:t>
            </a:r>
            <a:r>
              <a:rPr sz="3000" spc="-25" dirty="0">
                <a:latin typeface="Calibri"/>
                <a:cs typeface="Calibri"/>
              </a:rPr>
              <a:t> </a:t>
            </a:r>
            <a:r>
              <a:rPr sz="3000" dirty="0">
                <a:latin typeface="Symbol"/>
                <a:cs typeface="Symbol"/>
              </a:rPr>
              <a:t></a:t>
            </a:r>
            <a:r>
              <a:rPr sz="3000" spc="-90" dirty="0">
                <a:latin typeface="Times New Roman"/>
                <a:cs typeface="Times New Roman"/>
              </a:rPr>
              <a:t> </a:t>
            </a:r>
            <a:r>
              <a:rPr sz="3000" spc="-25" dirty="0">
                <a:latin typeface="Calibri"/>
                <a:cs typeface="Calibri"/>
              </a:rPr>
              <a:t>{1,</a:t>
            </a:r>
            <a:endParaRPr sz="3000">
              <a:latin typeface="Calibri"/>
              <a:cs typeface="Calibri"/>
            </a:endParaRPr>
          </a:p>
          <a:p>
            <a:pPr marL="50800">
              <a:lnSpc>
                <a:spcPts val="3240"/>
              </a:lnSpc>
            </a:pPr>
            <a:r>
              <a:rPr sz="3000" spc="-25" dirty="0">
                <a:latin typeface="Calibri"/>
                <a:cs typeface="Calibri"/>
              </a:rPr>
              <a:t>…}</a:t>
            </a:r>
            <a:endParaRPr sz="3000">
              <a:latin typeface="Calibri"/>
              <a:cs typeface="Calibri"/>
            </a:endParaRPr>
          </a:p>
          <a:p>
            <a:pPr marL="821690">
              <a:lnSpc>
                <a:spcPct val="100000"/>
              </a:lnSpc>
            </a:pPr>
            <a:r>
              <a:rPr sz="3000" dirty="0">
                <a:latin typeface="Calibri"/>
                <a:cs typeface="Calibri"/>
              </a:rPr>
              <a:t>CMR</a:t>
            </a:r>
            <a:r>
              <a:rPr sz="3000" spc="-40" dirty="0">
                <a:latin typeface="Calibri"/>
                <a:cs typeface="Calibri"/>
              </a:rPr>
              <a:t> </a:t>
            </a:r>
            <a:r>
              <a:rPr sz="3000" dirty="0">
                <a:latin typeface="Calibri"/>
                <a:cs typeface="Calibri"/>
              </a:rPr>
              <a:t>P(0)</a:t>
            </a:r>
            <a:r>
              <a:rPr sz="3000" spc="-35" dirty="0">
                <a:latin typeface="Calibri"/>
                <a:cs typeface="Calibri"/>
              </a:rPr>
              <a:t> </a:t>
            </a:r>
            <a:r>
              <a:rPr sz="3000" spc="-10" dirty="0">
                <a:latin typeface="Calibri"/>
                <a:cs typeface="Calibri"/>
              </a:rPr>
              <a:t>đúng.</a:t>
            </a:r>
            <a:endParaRPr sz="3000">
              <a:latin typeface="Calibri"/>
              <a:cs typeface="Calibri"/>
            </a:endParaRPr>
          </a:p>
          <a:p>
            <a:pPr marL="50800">
              <a:lnSpc>
                <a:spcPct val="100000"/>
              </a:lnSpc>
              <a:spcBef>
                <a:spcPts val="5"/>
              </a:spcBef>
            </a:pPr>
            <a:r>
              <a:rPr sz="3000" spc="-110" dirty="0">
                <a:latin typeface="Calibri"/>
                <a:cs typeface="Calibri"/>
              </a:rPr>
              <a:t>Ta</a:t>
            </a:r>
            <a:r>
              <a:rPr sz="3000" spc="-35" dirty="0">
                <a:latin typeface="Calibri"/>
                <a:cs typeface="Calibri"/>
              </a:rPr>
              <a:t> </a:t>
            </a:r>
            <a:r>
              <a:rPr sz="3000" dirty="0">
                <a:latin typeface="Calibri"/>
                <a:cs typeface="Calibri"/>
              </a:rPr>
              <a:t>có</a:t>
            </a:r>
            <a:r>
              <a:rPr sz="3000" spc="-30" dirty="0">
                <a:latin typeface="Calibri"/>
                <a:cs typeface="Calibri"/>
              </a:rPr>
              <a:t> </a:t>
            </a:r>
            <a:r>
              <a:rPr sz="3000" dirty="0">
                <a:latin typeface="Calibri"/>
                <a:cs typeface="Calibri"/>
              </a:rPr>
              <a:t>vì</a:t>
            </a:r>
            <a:r>
              <a:rPr sz="3000" spc="-35" dirty="0">
                <a:latin typeface="Calibri"/>
                <a:cs typeface="Calibri"/>
              </a:rPr>
              <a:t> </a:t>
            </a:r>
            <a:r>
              <a:rPr sz="3000" dirty="0">
                <a:latin typeface="Calibri"/>
                <a:cs typeface="Calibri"/>
              </a:rPr>
              <a:t>a</a:t>
            </a:r>
            <a:r>
              <a:rPr sz="3000" baseline="25000" dirty="0">
                <a:latin typeface="Calibri"/>
                <a:cs typeface="Calibri"/>
              </a:rPr>
              <a:t>0</a:t>
            </a:r>
            <a:r>
              <a:rPr sz="3000" spc="292" baseline="25000" dirty="0">
                <a:latin typeface="Calibri"/>
                <a:cs typeface="Calibri"/>
              </a:rPr>
              <a:t> </a:t>
            </a:r>
            <a:r>
              <a:rPr sz="3000" dirty="0">
                <a:latin typeface="Calibri"/>
                <a:cs typeface="Calibri"/>
              </a:rPr>
              <a:t>=</a:t>
            </a:r>
            <a:r>
              <a:rPr sz="3000" spc="-30" dirty="0">
                <a:latin typeface="Calibri"/>
                <a:cs typeface="Calibri"/>
              </a:rPr>
              <a:t> </a:t>
            </a:r>
            <a:r>
              <a:rPr sz="3000" dirty="0">
                <a:latin typeface="Calibri"/>
                <a:cs typeface="Calibri"/>
              </a:rPr>
              <a:t>b</a:t>
            </a:r>
            <a:r>
              <a:rPr sz="3000" baseline="25000" dirty="0">
                <a:latin typeface="Calibri"/>
                <a:cs typeface="Calibri"/>
              </a:rPr>
              <a:t>0</a:t>
            </a:r>
            <a:r>
              <a:rPr sz="3000" spc="-30" baseline="25000" dirty="0">
                <a:latin typeface="Calibri"/>
                <a:cs typeface="Calibri"/>
              </a:rPr>
              <a:t> </a:t>
            </a:r>
            <a:r>
              <a:rPr sz="3000" dirty="0">
                <a:latin typeface="Calibri"/>
                <a:cs typeface="Calibri"/>
              </a:rPr>
              <a:t>=</a:t>
            </a:r>
            <a:r>
              <a:rPr sz="3000" spc="-30" dirty="0">
                <a:latin typeface="Calibri"/>
                <a:cs typeface="Calibri"/>
              </a:rPr>
              <a:t> </a:t>
            </a:r>
            <a:r>
              <a:rPr sz="3000" dirty="0">
                <a:latin typeface="Calibri"/>
                <a:cs typeface="Calibri"/>
              </a:rPr>
              <a:t>1,</a:t>
            </a:r>
            <a:r>
              <a:rPr sz="3000" spc="-25" dirty="0">
                <a:latin typeface="Calibri"/>
                <a:cs typeface="Calibri"/>
              </a:rPr>
              <a:t> </a:t>
            </a:r>
            <a:r>
              <a:rPr sz="3000" dirty="0">
                <a:latin typeface="Calibri"/>
                <a:cs typeface="Calibri"/>
              </a:rPr>
              <a:t>nên</a:t>
            </a:r>
            <a:r>
              <a:rPr sz="3000" spc="-30" dirty="0">
                <a:latin typeface="Calibri"/>
                <a:cs typeface="Calibri"/>
              </a:rPr>
              <a:t> </a:t>
            </a:r>
            <a:r>
              <a:rPr sz="3000" dirty="0">
                <a:latin typeface="Calibri"/>
                <a:cs typeface="Calibri"/>
              </a:rPr>
              <a:t>a</a:t>
            </a:r>
            <a:r>
              <a:rPr sz="3000" baseline="25000" dirty="0">
                <a:latin typeface="Calibri"/>
                <a:cs typeface="Calibri"/>
              </a:rPr>
              <a:t>0</a:t>
            </a:r>
            <a:r>
              <a:rPr sz="3000" spc="277" baseline="25000" dirty="0">
                <a:latin typeface="Calibri"/>
                <a:cs typeface="Calibri"/>
              </a:rPr>
              <a:t> </a:t>
            </a:r>
            <a:r>
              <a:rPr sz="3000" dirty="0">
                <a:latin typeface="Symbol"/>
                <a:cs typeface="Symbol"/>
              </a:rPr>
              <a:t></a:t>
            </a:r>
            <a:r>
              <a:rPr sz="3000" spc="-100" dirty="0">
                <a:latin typeface="Times New Roman"/>
                <a:cs typeface="Times New Roman"/>
              </a:rPr>
              <a:t> </a:t>
            </a:r>
            <a:r>
              <a:rPr sz="3000" dirty="0">
                <a:latin typeface="Calibri"/>
                <a:cs typeface="Calibri"/>
              </a:rPr>
              <a:t>b</a:t>
            </a:r>
            <a:r>
              <a:rPr sz="3000" baseline="25000" dirty="0">
                <a:latin typeface="Calibri"/>
                <a:cs typeface="Calibri"/>
              </a:rPr>
              <a:t>0</a:t>
            </a:r>
            <a:r>
              <a:rPr sz="3000" spc="292" baseline="25000" dirty="0">
                <a:latin typeface="Calibri"/>
                <a:cs typeface="Calibri"/>
              </a:rPr>
              <a:t> </a:t>
            </a:r>
            <a:r>
              <a:rPr sz="3000" dirty="0">
                <a:latin typeface="Calibri"/>
                <a:cs typeface="Calibri"/>
              </a:rPr>
              <a:t>đúng</a:t>
            </a:r>
            <a:r>
              <a:rPr sz="3000" spc="-35" dirty="0">
                <a:latin typeface="Calibri"/>
                <a:cs typeface="Calibri"/>
              </a:rPr>
              <a:t> </a:t>
            </a:r>
            <a:r>
              <a:rPr sz="3000" dirty="0">
                <a:latin typeface="Calibri"/>
                <a:cs typeface="Calibri"/>
              </a:rPr>
              <a:t>.</a:t>
            </a:r>
            <a:r>
              <a:rPr sz="3000" spc="-30" dirty="0">
                <a:latin typeface="Calibri"/>
                <a:cs typeface="Calibri"/>
              </a:rPr>
              <a:t> </a:t>
            </a:r>
            <a:r>
              <a:rPr sz="3000" spc="-50" dirty="0">
                <a:latin typeface="Calibri"/>
                <a:cs typeface="Calibri"/>
              </a:rPr>
              <a:t>Vậy</a:t>
            </a:r>
            <a:r>
              <a:rPr sz="3000" spc="-25" dirty="0">
                <a:latin typeface="Calibri"/>
                <a:cs typeface="Calibri"/>
              </a:rPr>
              <a:t> </a:t>
            </a:r>
            <a:r>
              <a:rPr sz="3000" dirty="0">
                <a:latin typeface="Calibri"/>
                <a:cs typeface="Calibri"/>
              </a:rPr>
              <a:t>P(0)</a:t>
            </a:r>
            <a:r>
              <a:rPr sz="3000" spc="-10" dirty="0">
                <a:latin typeface="Calibri"/>
                <a:cs typeface="Calibri"/>
              </a:rPr>
              <a:t> đúng.</a:t>
            </a:r>
            <a:endParaRPr sz="3000">
              <a:latin typeface="Calibri"/>
              <a:cs typeface="Calibri"/>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91211"/>
            <a:ext cx="3803015" cy="483234"/>
          </a:xfrm>
          <a:prstGeom prst="rect">
            <a:avLst/>
          </a:prstGeom>
        </p:spPr>
        <p:txBody>
          <a:bodyPr vert="horz" wrap="square" lIns="0" tIns="12700" rIns="0" bIns="0" rtlCol="0">
            <a:spAutoFit/>
          </a:bodyPr>
          <a:lstStyle/>
          <a:p>
            <a:pPr marL="12700">
              <a:lnSpc>
                <a:spcPct val="100000"/>
              </a:lnSpc>
              <a:spcBef>
                <a:spcPts val="100"/>
              </a:spcBef>
            </a:pPr>
            <a:r>
              <a:rPr sz="3000" b="1" dirty="0">
                <a:latin typeface="Calibri"/>
                <a:cs typeface="Calibri"/>
              </a:rPr>
              <a:t>Các</a:t>
            </a:r>
            <a:r>
              <a:rPr sz="3000" b="1" spc="-35" dirty="0">
                <a:latin typeface="Calibri"/>
                <a:cs typeface="Calibri"/>
              </a:rPr>
              <a:t> </a:t>
            </a:r>
            <a:r>
              <a:rPr sz="3000" b="1" dirty="0">
                <a:latin typeface="Calibri"/>
                <a:cs typeface="Calibri"/>
              </a:rPr>
              <a:t>qui</a:t>
            </a:r>
            <a:r>
              <a:rPr sz="3000" b="1" spc="-30" dirty="0">
                <a:latin typeface="Calibri"/>
                <a:cs typeface="Calibri"/>
              </a:rPr>
              <a:t> </a:t>
            </a:r>
            <a:r>
              <a:rPr sz="3000" b="1" dirty="0">
                <a:latin typeface="Calibri"/>
                <a:cs typeface="Calibri"/>
              </a:rPr>
              <a:t>tắc</a:t>
            </a:r>
            <a:r>
              <a:rPr sz="3000" b="1" spc="-65" dirty="0">
                <a:latin typeface="Calibri"/>
                <a:cs typeface="Calibri"/>
              </a:rPr>
              <a:t> </a:t>
            </a:r>
            <a:r>
              <a:rPr sz="3000" b="1" dirty="0">
                <a:latin typeface="Calibri"/>
                <a:cs typeface="Calibri"/>
              </a:rPr>
              <a:t>chứng</a:t>
            </a:r>
            <a:r>
              <a:rPr sz="3000" b="1" spc="-25" dirty="0">
                <a:latin typeface="Calibri"/>
                <a:cs typeface="Calibri"/>
              </a:rPr>
              <a:t> </a:t>
            </a:r>
            <a:r>
              <a:rPr sz="3000" b="1" spc="-10" dirty="0">
                <a:latin typeface="Calibri"/>
                <a:cs typeface="Calibri"/>
              </a:rPr>
              <a:t>minh.</a:t>
            </a:r>
            <a:endParaRPr sz="3000">
              <a:latin typeface="Calibri"/>
              <a:cs typeface="Calibri"/>
            </a:endParaRPr>
          </a:p>
        </p:txBody>
      </p:sp>
      <p:sp>
        <p:nvSpPr>
          <p:cNvPr id="3" name="object 3"/>
          <p:cNvSpPr txBox="1"/>
          <p:nvPr/>
        </p:nvSpPr>
        <p:spPr>
          <a:xfrm>
            <a:off x="383540" y="1197609"/>
            <a:ext cx="8272780" cy="1809114"/>
          </a:xfrm>
          <a:prstGeom prst="rect">
            <a:avLst/>
          </a:prstGeom>
        </p:spPr>
        <p:txBody>
          <a:bodyPr vert="horz" wrap="square" lIns="0" tIns="12700" rIns="0" bIns="0" rtlCol="0">
            <a:spAutoFit/>
          </a:bodyPr>
          <a:lstStyle/>
          <a:p>
            <a:pPr marL="12700">
              <a:lnSpc>
                <a:spcPts val="3420"/>
              </a:lnSpc>
              <a:spcBef>
                <a:spcPts val="100"/>
              </a:spcBef>
            </a:pPr>
            <a:r>
              <a:rPr sz="3000" b="1" dirty="0">
                <a:latin typeface="Calibri"/>
                <a:cs typeface="Calibri"/>
              </a:rPr>
              <a:t>4.</a:t>
            </a:r>
            <a:r>
              <a:rPr sz="3000" b="1" spc="-70" dirty="0">
                <a:latin typeface="Calibri"/>
                <a:cs typeface="Calibri"/>
              </a:rPr>
              <a:t> </a:t>
            </a:r>
            <a:r>
              <a:rPr sz="3000" b="1" dirty="0">
                <a:latin typeface="Calibri"/>
                <a:cs typeface="Calibri"/>
              </a:rPr>
              <a:t>Chứng</a:t>
            </a:r>
            <a:r>
              <a:rPr sz="3000" b="1" spc="-75" dirty="0">
                <a:latin typeface="Calibri"/>
                <a:cs typeface="Calibri"/>
              </a:rPr>
              <a:t> </a:t>
            </a:r>
            <a:r>
              <a:rPr sz="3000" b="1" dirty="0">
                <a:latin typeface="Calibri"/>
                <a:cs typeface="Calibri"/>
              </a:rPr>
              <a:t>minh</a:t>
            </a:r>
            <a:r>
              <a:rPr sz="3000" b="1" spc="-55" dirty="0">
                <a:latin typeface="Calibri"/>
                <a:cs typeface="Calibri"/>
              </a:rPr>
              <a:t> </a:t>
            </a:r>
            <a:r>
              <a:rPr sz="3000" b="1" i="1" dirty="0">
                <a:latin typeface="Calibri"/>
                <a:cs typeface="Calibri"/>
              </a:rPr>
              <a:t>mâu</a:t>
            </a:r>
            <a:r>
              <a:rPr sz="3000" b="1" i="1" spc="-65" dirty="0">
                <a:latin typeface="Calibri"/>
                <a:cs typeface="Calibri"/>
              </a:rPr>
              <a:t> </a:t>
            </a:r>
            <a:r>
              <a:rPr sz="3000" b="1" i="1" dirty="0">
                <a:latin typeface="Calibri"/>
                <a:cs typeface="Calibri"/>
              </a:rPr>
              <a:t>thuẩn</a:t>
            </a:r>
            <a:r>
              <a:rPr sz="3000" b="1" i="1" spc="-45" dirty="0">
                <a:latin typeface="Calibri"/>
                <a:cs typeface="Calibri"/>
              </a:rPr>
              <a:t> </a:t>
            </a:r>
            <a:r>
              <a:rPr sz="3000" b="1" dirty="0">
                <a:latin typeface="Calibri"/>
                <a:cs typeface="Calibri"/>
              </a:rPr>
              <a:t>(Chứng</a:t>
            </a:r>
            <a:r>
              <a:rPr sz="3000" b="1" spc="-70" dirty="0">
                <a:latin typeface="Calibri"/>
                <a:cs typeface="Calibri"/>
              </a:rPr>
              <a:t> </a:t>
            </a:r>
            <a:r>
              <a:rPr sz="3000" b="1" dirty="0">
                <a:latin typeface="Calibri"/>
                <a:cs typeface="Calibri"/>
              </a:rPr>
              <a:t>minh</a:t>
            </a:r>
            <a:r>
              <a:rPr sz="3000" b="1" spc="-60" dirty="0">
                <a:latin typeface="Calibri"/>
                <a:cs typeface="Calibri"/>
              </a:rPr>
              <a:t> </a:t>
            </a:r>
            <a:r>
              <a:rPr sz="3000" b="1" dirty="0">
                <a:latin typeface="Calibri"/>
                <a:cs typeface="Calibri"/>
              </a:rPr>
              <a:t>phản</a:t>
            </a:r>
            <a:r>
              <a:rPr sz="3000" b="1" spc="-65" dirty="0">
                <a:latin typeface="Calibri"/>
                <a:cs typeface="Calibri"/>
              </a:rPr>
              <a:t> </a:t>
            </a:r>
            <a:r>
              <a:rPr sz="3000" b="1" spc="-10" dirty="0">
                <a:latin typeface="Calibri"/>
                <a:cs typeface="Calibri"/>
              </a:rPr>
              <a:t>chứng</a:t>
            </a:r>
            <a:endParaRPr sz="3000">
              <a:latin typeface="Calibri"/>
              <a:cs typeface="Calibri"/>
            </a:endParaRPr>
          </a:p>
          <a:p>
            <a:pPr marL="12700">
              <a:lnSpc>
                <a:spcPts val="3420"/>
              </a:lnSpc>
            </a:pPr>
            <a:r>
              <a:rPr sz="3000" b="1" dirty="0">
                <a:latin typeface="Calibri"/>
                <a:cs typeface="Calibri"/>
              </a:rPr>
              <a:t>,</a:t>
            </a:r>
            <a:r>
              <a:rPr sz="3000" b="1" spc="-60" dirty="0">
                <a:latin typeface="Calibri"/>
                <a:cs typeface="Calibri"/>
              </a:rPr>
              <a:t> </a:t>
            </a:r>
            <a:r>
              <a:rPr sz="3000" b="1" dirty="0">
                <a:latin typeface="Calibri"/>
                <a:cs typeface="Calibri"/>
              </a:rPr>
              <a:t>Proofs</a:t>
            </a:r>
            <a:r>
              <a:rPr sz="3000" b="1" spc="-55" dirty="0">
                <a:latin typeface="Calibri"/>
                <a:cs typeface="Calibri"/>
              </a:rPr>
              <a:t> </a:t>
            </a:r>
            <a:r>
              <a:rPr sz="3000" b="1" dirty="0">
                <a:latin typeface="Calibri"/>
                <a:cs typeface="Calibri"/>
              </a:rPr>
              <a:t>by</a:t>
            </a:r>
            <a:r>
              <a:rPr sz="3000" b="1" spc="-55" dirty="0">
                <a:latin typeface="Calibri"/>
                <a:cs typeface="Calibri"/>
              </a:rPr>
              <a:t> </a:t>
            </a:r>
            <a:r>
              <a:rPr sz="3000" b="1" spc="-10" dirty="0">
                <a:latin typeface="Calibri"/>
                <a:cs typeface="Calibri"/>
              </a:rPr>
              <a:t>contradiction)</a:t>
            </a:r>
            <a:endParaRPr sz="3000">
              <a:latin typeface="Calibri"/>
              <a:cs typeface="Calibri"/>
            </a:endParaRPr>
          </a:p>
          <a:p>
            <a:pPr marL="12700" marR="134620">
              <a:lnSpc>
                <a:spcPts val="3240"/>
              </a:lnSpc>
              <a:spcBef>
                <a:spcPts val="770"/>
              </a:spcBef>
            </a:pPr>
            <a:r>
              <a:rPr sz="3000" dirty="0">
                <a:latin typeface="Calibri"/>
                <a:cs typeface="Calibri"/>
              </a:rPr>
              <a:t>Để</a:t>
            </a:r>
            <a:r>
              <a:rPr sz="3000" spc="-25" dirty="0">
                <a:latin typeface="Calibri"/>
                <a:cs typeface="Calibri"/>
              </a:rPr>
              <a:t> </a:t>
            </a:r>
            <a:r>
              <a:rPr sz="3000" dirty="0">
                <a:latin typeface="Calibri"/>
                <a:cs typeface="Calibri"/>
              </a:rPr>
              <a:t>chứng</a:t>
            </a:r>
            <a:r>
              <a:rPr sz="3000" spc="-10" dirty="0">
                <a:latin typeface="Calibri"/>
                <a:cs typeface="Calibri"/>
              </a:rPr>
              <a:t> </a:t>
            </a:r>
            <a:r>
              <a:rPr sz="3000" dirty="0">
                <a:latin typeface="Calibri"/>
                <a:cs typeface="Calibri"/>
              </a:rPr>
              <a:t>minh</a:t>
            </a:r>
            <a:r>
              <a:rPr sz="3000" spc="-15" dirty="0">
                <a:latin typeface="Calibri"/>
                <a:cs typeface="Calibri"/>
              </a:rPr>
              <a:t> </a:t>
            </a:r>
            <a:r>
              <a:rPr sz="3000" dirty="0">
                <a:latin typeface="Calibri"/>
                <a:cs typeface="Calibri"/>
              </a:rPr>
              <a:t>p</a:t>
            </a:r>
            <a:r>
              <a:rPr sz="3000" spc="-10" dirty="0">
                <a:latin typeface="Calibri"/>
                <a:cs typeface="Calibri"/>
              </a:rPr>
              <a:t> </a:t>
            </a:r>
            <a:r>
              <a:rPr sz="3000" dirty="0">
                <a:latin typeface="Calibri"/>
                <a:cs typeface="Calibri"/>
              </a:rPr>
              <a:t>đúng,</a:t>
            </a:r>
            <a:r>
              <a:rPr sz="3000" spc="-25" dirty="0">
                <a:latin typeface="Calibri"/>
                <a:cs typeface="Calibri"/>
              </a:rPr>
              <a:t> </a:t>
            </a:r>
            <a:r>
              <a:rPr sz="3000" dirty="0">
                <a:latin typeface="Calibri"/>
                <a:cs typeface="Calibri"/>
              </a:rPr>
              <a:t>ta</a:t>
            </a:r>
            <a:r>
              <a:rPr sz="3000" spc="-30" dirty="0">
                <a:latin typeface="Calibri"/>
                <a:cs typeface="Calibri"/>
              </a:rPr>
              <a:t> </a:t>
            </a:r>
            <a:r>
              <a:rPr sz="3000" dirty="0">
                <a:latin typeface="Calibri"/>
                <a:cs typeface="Calibri"/>
              </a:rPr>
              <a:t>sẽ</a:t>
            </a:r>
            <a:r>
              <a:rPr sz="3000" spc="-20" dirty="0">
                <a:latin typeface="Calibri"/>
                <a:cs typeface="Calibri"/>
              </a:rPr>
              <a:t> </a:t>
            </a:r>
            <a:r>
              <a:rPr sz="3000" dirty="0">
                <a:latin typeface="Calibri"/>
                <a:cs typeface="Calibri"/>
              </a:rPr>
              <a:t>giả</a:t>
            </a:r>
            <a:r>
              <a:rPr sz="3000" spc="-10" dirty="0">
                <a:latin typeface="Calibri"/>
                <a:cs typeface="Calibri"/>
              </a:rPr>
              <a:t> </a:t>
            </a:r>
            <a:r>
              <a:rPr sz="3000" dirty="0">
                <a:latin typeface="Calibri"/>
                <a:cs typeface="Calibri"/>
              </a:rPr>
              <a:t>sử</a:t>
            </a:r>
            <a:r>
              <a:rPr sz="3000" spc="-10" dirty="0">
                <a:latin typeface="Calibri"/>
                <a:cs typeface="Calibri"/>
              </a:rPr>
              <a:t> </a:t>
            </a:r>
            <a:r>
              <a:rPr sz="3000" dirty="0">
                <a:latin typeface="Calibri"/>
                <a:cs typeface="Calibri"/>
              </a:rPr>
              <a:t>p</a:t>
            </a:r>
            <a:r>
              <a:rPr sz="3000" spc="-15" dirty="0">
                <a:latin typeface="Calibri"/>
                <a:cs typeface="Calibri"/>
              </a:rPr>
              <a:t> </a:t>
            </a:r>
            <a:r>
              <a:rPr sz="3000" dirty="0">
                <a:latin typeface="Calibri"/>
                <a:cs typeface="Calibri"/>
              </a:rPr>
              <a:t>sai,</a:t>
            </a:r>
            <a:r>
              <a:rPr sz="3000" spc="-5" dirty="0">
                <a:latin typeface="Calibri"/>
                <a:cs typeface="Calibri"/>
              </a:rPr>
              <a:t> </a:t>
            </a:r>
            <a:r>
              <a:rPr sz="3000" dirty="0">
                <a:latin typeface="Calibri"/>
                <a:cs typeface="Calibri"/>
              </a:rPr>
              <a:t>từ</a:t>
            </a:r>
            <a:r>
              <a:rPr sz="3000" spc="-10" dirty="0">
                <a:latin typeface="Calibri"/>
                <a:cs typeface="Calibri"/>
              </a:rPr>
              <a:t> </a:t>
            </a:r>
            <a:r>
              <a:rPr sz="3000" dirty="0">
                <a:latin typeface="Calibri"/>
                <a:cs typeface="Calibri"/>
              </a:rPr>
              <a:t>giả</a:t>
            </a:r>
            <a:r>
              <a:rPr sz="3000" spc="-15" dirty="0">
                <a:latin typeface="Calibri"/>
                <a:cs typeface="Calibri"/>
              </a:rPr>
              <a:t> </a:t>
            </a:r>
            <a:r>
              <a:rPr sz="3000" spc="-10" dirty="0">
                <a:latin typeface="Calibri"/>
                <a:cs typeface="Calibri"/>
              </a:rPr>
              <a:t>thiết </a:t>
            </a:r>
            <a:r>
              <a:rPr sz="3000" dirty="0">
                <a:latin typeface="Calibri"/>
                <a:cs typeface="Calibri"/>
              </a:rPr>
              <a:t>này</a:t>
            </a:r>
            <a:r>
              <a:rPr sz="3000" spc="-35" dirty="0">
                <a:latin typeface="Calibri"/>
                <a:cs typeface="Calibri"/>
              </a:rPr>
              <a:t> </a:t>
            </a:r>
            <a:r>
              <a:rPr sz="3000" dirty="0">
                <a:latin typeface="Calibri"/>
                <a:cs typeface="Calibri"/>
              </a:rPr>
              <a:t>ta</a:t>
            </a:r>
            <a:r>
              <a:rPr sz="3000" spc="-35" dirty="0">
                <a:latin typeface="Calibri"/>
                <a:cs typeface="Calibri"/>
              </a:rPr>
              <a:t> </a:t>
            </a:r>
            <a:r>
              <a:rPr sz="3000" dirty="0">
                <a:latin typeface="Calibri"/>
                <a:cs typeface="Calibri"/>
              </a:rPr>
              <a:t>chứng</a:t>
            </a:r>
            <a:r>
              <a:rPr sz="3000" spc="-50" dirty="0">
                <a:latin typeface="Calibri"/>
                <a:cs typeface="Calibri"/>
              </a:rPr>
              <a:t> </a:t>
            </a:r>
            <a:r>
              <a:rPr sz="3000" dirty="0">
                <a:latin typeface="Calibri"/>
                <a:cs typeface="Calibri"/>
              </a:rPr>
              <a:t>minh</a:t>
            </a:r>
            <a:r>
              <a:rPr sz="3000" spc="-45" dirty="0">
                <a:latin typeface="Calibri"/>
                <a:cs typeface="Calibri"/>
              </a:rPr>
              <a:t> </a:t>
            </a:r>
            <a:r>
              <a:rPr sz="3000" dirty="0">
                <a:latin typeface="Calibri"/>
                <a:cs typeface="Calibri"/>
              </a:rPr>
              <a:t>sẽ</a:t>
            </a:r>
            <a:r>
              <a:rPr sz="3000" spc="-45" dirty="0">
                <a:latin typeface="Calibri"/>
                <a:cs typeface="Calibri"/>
              </a:rPr>
              <a:t> </a:t>
            </a:r>
            <a:r>
              <a:rPr sz="3000" dirty="0">
                <a:latin typeface="Calibri"/>
                <a:cs typeface="Calibri"/>
              </a:rPr>
              <a:t>dẫn</a:t>
            </a:r>
            <a:r>
              <a:rPr sz="3000" spc="-35" dirty="0">
                <a:latin typeface="Calibri"/>
                <a:cs typeface="Calibri"/>
              </a:rPr>
              <a:t> </a:t>
            </a:r>
            <a:r>
              <a:rPr sz="3000" dirty="0">
                <a:latin typeface="Calibri"/>
                <a:cs typeface="Calibri"/>
              </a:rPr>
              <a:t>đến</a:t>
            </a:r>
            <a:r>
              <a:rPr sz="3000" spc="-45" dirty="0">
                <a:latin typeface="Calibri"/>
                <a:cs typeface="Calibri"/>
              </a:rPr>
              <a:t> </a:t>
            </a:r>
            <a:r>
              <a:rPr sz="3000" dirty="0">
                <a:latin typeface="Calibri"/>
                <a:cs typeface="Calibri"/>
              </a:rPr>
              <a:t>một</a:t>
            </a:r>
            <a:r>
              <a:rPr sz="3000" spc="-25" dirty="0">
                <a:latin typeface="Calibri"/>
                <a:cs typeface="Calibri"/>
              </a:rPr>
              <a:t> </a:t>
            </a:r>
            <a:r>
              <a:rPr sz="3000" dirty="0">
                <a:latin typeface="Calibri"/>
                <a:cs typeface="Calibri"/>
              </a:rPr>
              <a:t>mâu</a:t>
            </a:r>
            <a:r>
              <a:rPr sz="3000" spc="-35" dirty="0">
                <a:latin typeface="Calibri"/>
                <a:cs typeface="Calibri"/>
              </a:rPr>
              <a:t> </a:t>
            </a:r>
            <a:r>
              <a:rPr sz="3000" spc="-10" dirty="0">
                <a:latin typeface="Calibri"/>
                <a:cs typeface="Calibri"/>
              </a:rPr>
              <a:t>thuẫn.</a:t>
            </a:r>
            <a:endParaRPr sz="3000">
              <a:latin typeface="Calibri"/>
              <a:cs typeface="Calibri"/>
            </a:endParaRPr>
          </a:p>
        </p:txBody>
      </p:sp>
      <p:sp>
        <p:nvSpPr>
          <p:cNvPr id="4" name="object 4"/>
          <p:cNvSpPr txBox="1"/>
          <p:nvPr/>
        </p:nvSpPr>
        <p:spPr>
          <a:xfrm>
            <a:off x="383540" y="3078302"/>
            <a:ext cx="1485900" cy="1446530"/>
          </a:xfrm>
          <a:prstGeom prst="rect">
            <a:avLst/>
          </a:prstGeom>
        </p:spPr>
        <p:txBody>
          <a:bodyPr vert="horz" wrap="square" lIns="0" tIns="12700" rIns="0" bIns="0" rtlCol="0">
            <a:spAutoFit/>
          </a:bodyPr>
          <a:lstStyle/>
          <a:p>
            <a:pPr marL="12700">
              <a:lnSpc>
                <a:spcPts val="3410"/>
              </a:lnSpc>
              <a:spcBef>
                <a:spcPts val="100"/>
              </a:spcBef>
            </a:pPr>
            <a:r>
              <a:rPr sz="3000" dirty="0">
                <a:latin typeface="Calibri"/>
                <a:cs typeface="Calibri"/>
              </a:rPr>
              <a:t>VD</a:t>
            </a:r>
            <a:r>
              <a:rPr sz="3000" spc="-10" dirty="0">
                <a:latin typeface="Calibri"/>
                <a:cs typeface="Calibri"/>
              </a:rPr>
              <a:t> </a:t>
            </a:r>
            <a:r>
              <a:rPr sz="3000" dirty="0">
                <a:latin typeface="Calibri"/>
                <a:cs typeface="Calibri"/>
              </a:rPr>
              <a:t>:</a:t>
            </a:r>
            <a:r>
              <a:rPr sz="3000" spc="-15" dirty="0">
                <a:latin typeface="Calibri"/>
                <a:cs typeface="Calibri"/>
              </a:rPr>
              <a:t> </a:t>
            </a:r>
            <a:r>
              <a:rPr sz="3000" spc="-25" dirty="0">
                <a:latin typeface="Calibri"/>
                <a:cs typeface="Calibri"/>
              </a:rPr>
              <a:t>CMR</a:t>
            </a:r>
            <a:endParaRPr sz="3000">
              <a:latin typeface="Calibri"/>
              <a:cs typeface="Calibri"/>
            </a:endParaRPr>
          </a:p>
          <a:p>
            <a:pPr marL="12700">
              <a:lnSpc>
                <a:spcPts val="3410"/>
              </a:lnSpc>
            </a:pPr>
            <a:r>
              <a:rPr sz="3000" dirty="0">
                <a:latin typeface="Calibri"/>
                <a:cs typeface="Calibri"/>
              </a:rPr>
              <a:t>tối</a:t>
            </a:r>
            <a:r>
              <a:rPr sz="3000" spc="-60" dirty="0">
                <a:latin typeface="Calibri"/>
                <a:cs typeface="Calibri"/>
              </a:rPr>
              <a:t> </a:t>
            </a:r>
            <a:r>
              <a:rPr sz="3000" spc="-10" dirty="0">
                <a:latin typeface="Calibri"/>
                <a:cs typeface="Calibri"/>
              </a:rPr>
              <a:t>giản.</a:t>
            </a:r>
            <a:endParaRPr sz="3000">
              <a:latin typeface="Calibri"/>
              <a:cs typeface="Calibri"/>
            </a:endParaRPr>
          </a:p>
          <a:p>
            <a:pPr marL="12700">
              <a:lnSpc>
                <a:spcPct val="100000"/>
              </a:lnSpc>
              <a:spcBef>
                <a:spcPts val="770"/>
              </a:spcBef>
            </a:pPr>
            <a:r>
              <a:rPr sz="3000" dirty="0">
                <a:latin typeface="Calibri"/>
                <a:cs typeface="Calibri"/>
              </a:rPr>
              <a:t>Giả</a:t>
            </a:r>
            <a:r>
              <a:rPr sz="3000" spc="-5" dirty="0">
                <a:latin typeface="Calibri"/>
                <a:cs typeface="Calibri"/>
              </a:rPr>
              <a:t> </a:t>
            </a:r>
            <a:r>
              <a:rPr sz="3000" spc="-25" dirty="0">
                <a:latin typeface="Calibri"/>
                <a:cs typeface="Calibri"/>
              </a:rPr>
              <a:t>sử</a:t>
            </a:r>
            <a:endParaRPr sz="3000">
              <a:latin typeface="Calibri"/>
              <a:cs typeface="Calibri"/>
            </a:endParaRPr>
          </a:p>
        </p:txBody>
      </p:sp>
      <p:sp>
        <p:nvSpPr>
          <p:cNvPr id="5" name="object 5"/>
          <p:cNvSpPr/>
          <p:nvPr/>
        </p:nvSpPr>
        <p:spPr>
          <a:xfrm>
            <a:off x="1948052" y="3136010"/>
            <a:ext cx="455295" cy="367030"/>
          </a:xfrm>
          <a:custGeom>
            <a:avLst/>
            <a:gdLst/>
            <a:ahLst/>
            <a:cxnLst/>
            <a:rect l="l" t="t" r="r" b="b"/>
            <a:pathLst>
              <a:path w="455294" h="367029">
                <a:moveTo>
                  <a:pt x="266065" y="0"/>
                </a:moveTo>
                <a:lnTo>
                  <a:pt x="218567" y="0"/>
                </a:lnTo>
                <a:lnTo>
                  <a:pt x="126746" y="317626"/>
                </a:lnTo>
                <a:lnTo>
                  <a:pt x="61087" y="173227"/>
                </a:lnTo>
                <a:lnTo>
                  <a:pt x="0" y="201167"/>
                </a:lnTo>
                <a:lnTo>
                  <a:pt x="5842" y="215137"/>
                </a:lnTo>
                <a:lnTo>
                  <a:pt x="37211" y="201167"/>
                </a:lnTo>
                <a:lnTo>
                  <a:pt x="114300" y="366775"/>
                </a:lnTo>
                <a:lnTo>
                  <a:pt x="132334" y="366775"/>
                </a:lnTo>
                <a:lnTo>
                  <a:pt x="232410" y="24764"/>
                </a:lnTo>
                <a:lnTo>
                  <a:pt x="455295" y="24764"/>
                </a:lnTo>
                <a:lnTo>
                  <a:pt x="455295" y="380"/>
                </a:lnTo>
                <a:lnTo>
                  <a:pt x="266065" y="380"/>
                </a:lnTo>
                <a:lnTo>
                  <a:pt x="266065" y="0"/>
                </a:lnTo>
                <a:close/>
              </a:path>
            </a:pathLst>
          </a:custGeom>
          <a:solidFill>
            <a:srgbClr val="000000"/>
          </a:solidFill>
        </p:spPr>
        <p:txBody>
          <a:bodyPr wrap="square" lIns="0" tIns="0" rIns="0" bIns="0" rtlCol="0"/>
          <a:lstStyle/>
          <a:p>
            <a:endParaRPr/>
          </a:p>
        </p:txBody>
      </p:sp>
      <p:sp>
        <p:nvSpPr>
          <p:cNvPr id="6" name="object 6"/>
          <p:cNvSpPr txBox="1"/>
          <p:nvPr/>
        </p:nvSpPr>
        <p:spPr>
          <a:xfrm>
            <a:off x="2179066" y="3078302"/>
            <a:ext cx="6455410" cy="483234"/>
          </a:xfrm>
          <a:prstGeom prst="rect">
            <a:avLst/>
          </a:prstGeom>
        </p:spPr>
        <p:txBody>
          <a:bodyPr vert="horz" wrap="square" lIns="0" tIns="12700" rIns="0" bIns="0" rtlCol="0">
            <a:spAutoFit/>
          </a:bodyPr>
          <a:lstStyle/>
          <a:p>
            <a:pPr marL="12700">
              <a:lnSpc>
                <a:spcPct val="100000"/>
              </a:lnSpc>
              <a:spcBef>
                <a:spcPts val="100"/>
              </a:spcBef>
            </a:pPr>
            <a:r>
              <a:rPr sz="3000" dirty="0">
                <a:latin typeface="Cambria Math"/>
                <a:cs typeface="Cambria Math"/>
              </a:rPr>
              <a:t>2</a:t>
            </a:r>
            <a:r>
              <a:rPr sz="3000" spc="-15" dirty="0">
                <a:latin typeface="Cambria Math"/>
                <a:cs typeface="Cambria Math"/>
              </a:rPr>
              <a:t> </a:t>
            </a:r>
            <a:r>
              <a:rPr sz="3000" dirty="0">
                <a:latin typeface="Calibri"/>
                <a:cs typeface="Calibri"/>
              </a:rPr>
              <a:t>không</a:t>
            </a:r>
            <a:r>
              <a:rPr sz="3000" spc="-35" dirty="0">
                <a:latin typeface="Calibri"/>
                <a:cs typeface="Calibri"/>
              </a:rPr>
              <a:t> </a:t>
            </a:r>
            <a:r>
              <a:rPr sz="3000" dirty="0">
                <a:latin typeface="Calibri"/>
                <a:cs typeface="Calibri"/>
              </a:rPr>
              <a:t>có</a:t>
            </a:r>
            <a:r>
              <a:rPr sz="3000" spc="-30" dirty="0">
                <a:latin typeface="Calibri"/>
                <a:cs typeface="Calibri"/>
              </a:rPr>
              <a:t> </a:t>
            </a:r>
            <a:r>
              <a:rPr sz="3000" dirty="0">
                <a:latin typeface="Calibri"/>
                <a:cs typeface="Calibri"/>
              </a:rPr>
              <a:t>dạng</a:t>
            </a:r>
            <a:r>
              <a:rPr sz="3000" spc="-25" dirty="0">
                <a:latin typeface="Calibri"/>
                <a:cs typeface="Calibri"/>
              </a:rPr>
              <a:t> </a:t>
            </a:r>
            <a:r>
              <a:rPr sz="3000" dirty="0">
                <a:latin typeface="Calibri"/>
                <a:cs typeface="Calibri"/>
              </a:rPr>
              <a:t>m/n</a:t>
            </a:r>
            <a:r>
              <a:rPr sz="3000" spc="-30" dirty="0">
                <a:latin typeface="Calibri"/>
                <a:cs typeface="Calibri"/>
              </a:rPr>
              <a:t> </a:t>
            </a:r>
            <a:r>
              <a:rPr sz="3000" dirty="0">
                <a:latin typeface="Calibri"/>
                <a:cs typeface="Calibri"/>
              </a:rPr>
              <a:t>,</a:t>
            </a:r>
            <a:r>
              <a:rPr sz="3000" spc="-25" dirty="0">
                <a:latin typeface="Calibri"/>
                <a:cs typeface="Calibri"/>
              </a:rPr>
              <a:t> </a:t>
            </a:r>
            <a:r>
              <a:rPr sz="3000" dirty="0">
                <a:latin typeface="Calibri"/>
                <a:cs typeface="Calibri"/>
              </a:rPr>
              <a:t>với</a:t>
            </a:r>
            <a:r>
              <a:rPr sz="3000" spc="-35" dirty="0">
                <a:latin typeface="Calibri"/>
                <a:cs typeface="Calibri"/>
              </a:rPr>
              <a:t> </a:t>
            </a:r>
            <a:r>
              <a:rPr sz="3000" dirty="0">
                <a:latin typeface="Calibri"/>
                <a:cs typeface="Calibri"/>
              </a:rPr>
              <a:t>m/n</a:t>
            </a:r>
            <a:r>
              <a:rPr sz="3000" spc="-30" dirty="0">
                <a:latin typeface="Calibri"/>
                <a:cs typeface="Calibri"/>
              </a:rPr>
              <a:t> </a:t>
            </a:r>
            <a:r>
              <a:rPr sz="3000" dirty="0">
                <a:latin typeface="Calibri"/>
                <a:cs typeface="Calibri"/>
              </a:rPr>
              <a:t>là</a:t>
            </a:r>
            <a:r>
              <a:rPr sz="3000" spc="-25" dirty="0">
                <a:latin typeface="Calibri"/>
                <a:cs typeface="Calibri"/>
              </a:rPr>
              <a:t> </a:t>
            </a:r>
            <a:r>
              <a:rPr sz="3000" dirty="0">
                <a:latin typeface="Calibri"/>
                <a:cs typeface="Calibri"/>
              </a:rPr>
              <a:t>phân</a:t>
            </a:r>
            <a:r>
              <a:rPr sz="3000" spc="-35" dirty="0">
                <a:latin typeface="Calibri"/>
                <a:cs typeface="Calibri"/>
              </a:rPr>
              <a:t> </a:t>
            </a:r>
            <a:r>
              <a:rPr sz="3000" spc="-25" dirty="0">
                <a:latin typeface="Calibri"/>
                <a:cs typeface="Calibri"/>
              </a:rPr>
              <a:t>số</a:t>
            </a:r>
            <a:endParaRPr sz="3000">
              <a:latin typeface="Calibri"/>
              <a:cs typeface="Calibri"/>
            </a:endParaRPr>
          </a:p>
        </p:txBody>
      </p:sp>
      <p:sp>
        <p:nvSpPr>
          <p:cNvPr id="7" name="object 7"/>
          <p:cNvSpPr/>
          <p:nvPr/>
        </p:nvSpPr>
        <p:spPr>
          <a:xfrm>
            <a:off x="1634108" y="4099178"/>
            <a:ext cx="455295" cy="367030"/>
          </a:xfrm>
          <a:custGeom>
            <a:avLst/>
            <a:gdLst/>
            <a:ahLst/>
            <a:cxnLst/>
            <a:rect l="l" t="t" r="r" b="b"/>
            <a:pathLst>
              <a:path w="455294" h="367029">
                <a:moveTo>
                  <a:pt x="266065" y="0"/>
                </a:moveTo>
                <a:lnTo>
                  <a:pt x="218567" y="0"/>
                </a:lnTo>
                <a:lnTo>
                  <a:pt x="126746" y="317627"/>
                </a:lnTo>
                <a:lnTo>
                  <a:pt x="61087" y="173228"/>
                </a:lnTo>
                <a:lnTo>
                  <a:pt x="0" y="201168"/>
                </a:lnTo>
                <a:lnTo>
                  <a:pt x="5842" y="215138"/>
                </a:lnTo>
                <a:lnTo>
                  <a:pt x="37211" y="201168"/>
                </a:lnTo>
                <a:lnTo>
                  <a:pt x="114300" y="366776"/>
                </a:lnTo>
                <a:lnTo>
                  <a:pt x="132334" y="366776"/>
                </a:lnTo>
                <a:lnTo>
                  <a:pt x="232410" y="24765"/>
                </a:lnTo>
                <a:lnTo>
                  <a:pt x="455295" y="24765"/>
                </a:lnTo>
                <a:lnTo>
                  <a:pt x="455295" y="381"/>
                </a:lnTo>
                <a:lnTo>
                  <a:pt x="266065" y="381"/>
                </a:lnTo>
                <a:lnTo>
                  <a:pt x="266065" y="0"/>
                </a:lnTo>
                <a:close/>
              </a:path>
            </a:pathLst>
          </a:custGeom>
          <a:solidFill>
            <a:srgbClr val="000000"/>
          </a:solidFill>
        </p:spPr>
        <p:txBody>
          <a:bodyPr wrap="square" lIns="0" tIns="0" rIns="0" bIns="0" rtlCol="0"/>
          <a:lstStyle/>
          <a:p>
            <a:endParaRPr/>
          </a:p>
        </p:txBody>
      </p:sp>
      <p:sp>
        <p:nvSpPr>
          <p:cNvPr id="8" name="object 8"/>
          <p:cNvSpPr txBox="1"/>
          <p:nvPr/>
        </p:nvSpPr>
        <p:spPr>
          <a:xfrm>
            <a:off x="1839722" y="4042029"/>
            <a:ext cx="6689090" cy="482600"/>
          </a:xfrm>
          <a:prstGeom prst="rect">
            <a:avLst/>
          </a:prstGeom>
        </p:spPr>
        <p:txBody>
          <a:bodyPr vert="horz" wrap="square" lIns="0" tIns="12700" rIns="0" bIns="0" rtlCol="0">
            <a:spAutoFit/>
          </a:bodyPr>
          <a:lstStyle/>
          <a:p>
            <a:pPr marL="38100">
              <a:lnSpc>
                <a:spcPct val="100000"/>
              </a:lnSpc>
              <a:spcBef>
                <a:spcPts val="100"/>
              </a:spcBef>
            </a:pPr>
            <a:r>
              <a:rPr sz="3000" dirty="0">
                <a:latin typeface="Cambria Math"/>
                <a:cs typeface="Cambria Math"/>
              </a:rPr>
              <a:t>2</a:t>
            </a:r>
            <a:r>
              <a:rPr sz="3000" spc="-10" dirty="0">
                <a:latin typeface="Cambria Math"/>
                <a:cs typeface="Cambria Math"/>
              </a:rPr>
              <a:t> </a:t>
            </a:r>
            <a:r>
              <a:rPr sz="3000" dirty="0">
                <a:latin typeface="Calibri"/>
                <a:cs typeface="Calibri"/>
              </a:rPr>
              <a:t>=</a:t>
            </a:r>
            <a:r>
              <a:rPr sz="3000" spc="-35" dirty="0">
                <a:latin typeface="Calibri"/>
                <a:cs typeface="Calibri"/>
              </a:rPr>
              <a:t> </a:t>
            </a:r>
            <a:r>
              <a:rPr sz="3000" dirty="0">
                <a:latin typeface="Calibri"/>
                <a:cs typeface="Calibri"/>
              </a:rPr>
              <a:t>m/n.</a:t>
            </a:r>
            <a:r>
              <a:rPr sz="3000" spc="-30" dirty="0">
                <a:latin typeface="Calibri"/>
                <a:cs typeface="Calibri"/>
              </a:rPr>
              <a:t> </a:t>
            </a:r>
            <a:r>
              <a:rPr sz="3000" dirty="0">
                <a:latin typeface="Calibri"/>
                <a:cs typeface="Calibri"/>
              </a:rPr>
              <a:t>Suy</a:t>
            </a:r>
            <a:r>
              <a:rPr sz="3000" spc="-45" dirty="0">
                <a:latin typeface="Calibri"/>
                <a:cs typeface="Calibri"/>
              </a:rPr>
              <a:t> </a:t>
            </a:r>
            <a:r>
              <a:rPr sz="3000" dirty="0">
                <a:latin typeface="Calibri"/>
                <a:cs typeface="Calibri"/>
              </a:rPr>
              <a:t>ra</a:t>
            </a:r>
            <a:r>
              <a:rPr sz="3000" spc="-30" dirty="0">
                <a:latin typeface="Calibri"/>
                <a:cs typeface="Calibri"/>
              </a:rPr>
              <a:t> </a:t>
            </a:r>
            <a:r>
              <a:rPr sz="3000" dirty="0">
                <a:latin typeface="Calibri"/>
                <a:cs typeface="Calibri"/>
              </a:rPr>
              <a:t>2</a:t>
            </a:r>
            <a:r>
              <a:rPr sz="3000" spc="-35" dirty="0">
                <a:latin typeface="Calibri"/>
                <a:cs typeface="Calibri"/>
              </a:rPr>
              <a:t> </a:t>
            </a:r>
            <a:r>
              <a:rPr sz="3000" dirty="0">
                <a:latin typeface="Calibri"/>
                <a:cs typeface="Calibri"/>
              </a:rPr>
              <a:t>=</a:t>
            </a:r>
            <a:r>
              <a:rPr sz="3000" spc="-40" dirty="0">
                <a:latin typeface="Calibri"/>
                <a:cs typeface="Calibri"/>
              </a:rPr>
              <a:t> </a:t>
            </a:r>
            <a:r>
              <a:rPr sz="3000" dirty="0">
                <a:latin typeface="Calibri"/>
                <a:cs typeface="Calibri"/>
              </a:rPr>
              <a:t>m</a:t>
            </a:r>
            <a:r>
              <a:rPr sz="3000" baseline="25000" dirty="0">
                <a:latin typeface="Calibri"/>
                <a:cs typeface="Calibri"/>
              </a:rPr>
              <a:t>2</a:t>
            </a:r>
            <a:r>
              <a:rPr sz="3000" dirty="0">
                <a:latin typeface="Calibri"/>
                <a:cs typeface="Calibri"/>
              </a:rPr>
              <a:t>/n</a:t>
            </a:r>
            <a:r>
              <a:rPr sz="3000" baseline="25000" dirty="0">
                <a:latin typeface="Calibri"/>
                <a:cs typeface="Calibri"/>
              </a:rPr>
              <a:t>2</a:t>
            </a:r>
            <a:r>
              <a:rPr sz="3000" dirty="0">
                <a:latin typeface="Calibri"/>
                <a:cs typeface="Calibri"/>
              </a:rPr>
              <a:t>.</a:t>
            </a:r>
            <a:r>
              <a:rPr sz="3000" spc="-40" dirty="0">
                <a:latin typeface="Calibri"/>
                <a:cs typeface="Calibri"/>
              </a:rPr>
              <a:t> </a:t>
            </a:r>
            <a:r>
              <a:rPr sz="3000" dirty="0">
                <a:latin typeface="Calibri"/>
                <a:cs typeface="Calibri"/>
              </a:rPr>
              <a:t>Suy</a:t>
            </a:r>
            <a:r>
              <a:rPr sz="3000" spc="-35" dirty="0">
                <a:latin typeface="Calibri"/>
                <a:cs typeface="Calibri"/>
              </a:rPr>
              <a:t> </a:t>
            </a:r>
            <a:r>
              <a:rPr sz="3000" dirty="0">
                <a:latin typeface="Calibri"/>
                <a:cs typeface="Calibri"/>
              </a:rPr>
              <a:t>ra</a:t>
            </a:r>
            <a:r>
              <a:rPr sz="3000" spc="-40" dirty="0">
                <a:latin typeface="Calibri"/>
                <a:cs typeface="Calibri"/>
              </a:rPr>
              <a:t> </a:t>
            </a:r>
            <a:r>
              <a:rPr sz="3000" dirty="0">
                <a:latin typeface="Calibri"/>
                <a:cs typeface="Calibri"/>
              </a:rPr>
              <a:t>2n</a:t>
            </a:r>
            <a:r>
              <a:rPr sz="3000" baseline="25000" dirty="0">
                <a:latin typeface="Calibri"/>
                <a:cs typeface="Calibri"/>
              </a:rPr>
              <a:t>2</a:t>
            </a:r>
            <a:r>
              <a:rPr sz="3000" spc="277" baseline="25000" dirty="0">
                <a:latin typeface="Calibri"/>
                <a:cs typeface="Calibri"/>
              </a:rPr>
              <a:t> </a:t>
            </a:r>
            <a:r>
              <a:rPr sz="3000" dirty="0">
                <a:latin typeface="Calibri"/>
                <a:cs typeface="Calibri"/>
              </a:rPr>
              <a:t>=</a:t>
            </a:r>
            <a:r>
              <a:rPr sz="3000" spc="-40" dirty="0">
                <a:latin typeface="Calibri"/>
                <a:cs typeface="Calibri"/>
              </a:rPr>
              <a:t> </a:t>
            </a:r>
            <a:r>
              <a:rPr sz="3000" dirty="0">
                <a:latin typeface="Calibri"/>
                <a:cs typeface="Calibri"/>
              </a:rPr>
              <a:t>m</a:t>
            </a:r>
            <a:r>
              <a:rPr sz="3000" baseline="25000" dirty="0">
                <a:latin typeface="Calibri"/>
                <a:cs typeface="Calibri"/>
              </a:rPr>
              <a:t>2</a:t>
            </a:r>
            <a:r>
              <a:rPr sz="3000" spc="284" baseline="25000" dirty="0">
                <a:latin typeface="Calibri"/>
                <a:cs typeface="Calibri"/>
              </a:rPr>
              <a:t> </a:t>
            </a:r>
            <a:r>
              <a:rPr sz="3000" spc="-50" dirty="0">
                <a:latin typeface="Calibri"/>
                <a:cs typeface="Calibri"/>
              </a:rPr>
              <a:t>.</a:t>
            </a:r>
            <a:endParaRPr sz="3000">
              <a:latin typeface="Calibri"/>
              <a:cs typeface="Calibri"/>
            </a:endParaRPr>
          </a:p>
        </p:txBody>
      </p:sp>
      <p:sp>
        <p:nvSpPr>
          <p:cNvPr id="9" name="object 9"/>
          <p:cNvSpPr txBox="1"/>
          <p:nvPr/>
        </p:nvSpPr>
        <p:spPr>
          <a:xfrm>
            <a:off x="345440" y="4450156"/>
            <a:ext cx="8373745" cy="1717675"/>
          </a:xfrm>
          <a:prstGeom prst="rect">
            <a:avLst/>
          </a:prstGeom>
        </p:spPr>
        <p:txBody>
          <a:bodyPr vert="horz" wrap="square" lIns="0" tIns="58419" rIns="0" bIns="0" rtlCol="0">
            <a:spAutoFit/>
          </a:bodyPr>
          <a:lstStyle/>
          <a:p>
            <a:pPr marL="50800" marR="43180">
              <a:lnSpc>
                <a:spcPct val="90000"/>
              </a:lnSpc>
              <a:spcBef>
                <a:spcPts val="459"/>
              </a:spcBef>
            </a:pPr>
            <a:r>
              <a:rPr sz="3000" dirty="0">
                <a:latin typeface="Calibri"/>
                <a:cs typeface="Calibri"/>
              </a:rPr>
              <a:t>Suy</a:t>
            </a:r>
            <a:r>
              <a:rPr sz="3000" spc="-40" dirty="0">
                <a:latin typeface="Calibri"/>
                <a:cs typeface="Calibri"/>
              </a:rPr>
              <a:t> </a:t>
            </a:r>
            <a:r>
              <a:rPr sz="3000" dirty="0">
                <a:latin typeface="Calibri"/>
                <a:cs typeface="Calibri"/>
              </a:rPr>
              <a:t>ra</a:t>
            </a:r>
            <a:r>
              <a:rPr sz="3000" spc="-40" dirty="0">
                <a:latin typeface="Calibri"/>
                <a:cs typeface="Calibri"/>
              </a:rPr>
              <a:t> </a:t>
            </a:r>
            <a:r>
              <a:rPr sz="3000" dirty="0">
                <a:latin typeface="Calibri"/>
                <a:cs typeface="Calibri"/>
              </a:rPr>
              <a:t>m</a:t>
            </a:r>
            <a:r>
              <a:rPr sz="3000" baseline="25000" dirty="0">
                <a:latin typeface="Calibri"/>
                <a:cs typeface="Calibri"/>
              </a:rPr>
              <a:t>2</a:t>
            </a:r>
            <a:r>
              <a:rPr sz="3000" spc="270" baseline="25000" dirty="0">
                <a:latin typeface="Calibri"/>
                <a:cs typeface="Calibri"/>
              </a:rPr>
              <a:t> </a:t>
            </a:r>
            <a:r>
              <a:rPr sz="3000" dirty="0">
                <a:latin typeface="Calibri"/>
                <a:cs typeface="Calibri"/>
              </a:rPr>
              <a:t>=</a:t>
            </a:r>
            <a:r>
              <a:rPr sz="3000" spc="-40" dirty="0">
                <a:latin typeface="Calibri"/>
                <a:cs typeface="Calibri"/>
              </a:rPr>
              <a:t> </a:t>
            </a:r>
            <a:r>
              <a:rPr sz="3000" dirty="0">
                <a:latin typeface="Calibri"/>
                <a:cs typeface="Calibri"/>
              </a:rPr>
              <a:t>2k</a:t>
            </a:r>
            <a:r>
              <a:rPr sz="3000" spc="-40" dirty="0">
                <a:latin typeface="Calibri"/>
                <a:cs typeface="Calibri"/>
              </a:rPr>
              <a:t> </a:t>
            </a:r>
            <a:r>
              <a:rPr sz="3000" dirty="0">
                <a:latin typeface="Calibri"/>
                <a:cs typeface="Calibri"/>
              </a:rPr>
              <a:t>(Chẵn).</a:t>
            </a:r>
            <a:r>
              <a:rPr sz="3000" spc="-45" dirty="0">
                <a:latin typeface="Calibri"/>
                <a:cs typeface="Calibri"/>
              </a:rPr>
              <a:t> </a:t>
            </a:r>
            <a:r>
              <a:rPr sz="3000" dirty="0">
                <a:latin typeface="Calibri"/>
                <a:cs typeface="Calibri"/>
              </a:rPr>
              <a:t>Suy</a:t>
            </a:r>
            <a:r>
              <a:rPr sz="3000" spc="-40" dirty="0">
                <a:latin typeface="Calibri"/>
                <a:cs typeface="Calibri"/>
              </a:rPr>
              <a:t> </a:t>
            </a:r>
            <a:r>
              <a:rPr sz="3000" dirty="0">
                <a:latin typeface="Calibri"/>
                <a:cs typeface="Calibri"/>
              </a:rPr>
              <a:t>ra</a:t>
            </a:r>
            <a:r>
              <a:rPr sz="3000" spc="-40" dirty="0">
                <a:latin typeface="Calibri"/>
                <a:cs typeface="Calibri"/>
              </a:rPr>
              <a:t> </a:t>
            </a:r>
            <a:r>
              <a:rPr sz="3000" dirty="0">
                <a:latin typeface="Calibri"/>
                <a:cs typeface="Calibri"/>
              </a:rPr>
              <a:t>m=2l.</a:t>
            </a:r>
            <a:r>
              <a:rPr sz="3000" spc="-35" dirty="0">
                <a:latin typeface="Calibri"/>
                <a:cs typeface="Calibri"/>
              </a:rPr>
              <a:t> </a:t>
            </a:r>
            <a:r>
              <a:rPr sz="3000" dirty="0">
                <a:latin typeface="Calibri"/>
                <a:cs typeface="Calibri"/>
              </a:rPr>
              <a:t>Suy</a:t>
            </a:r>
            <a:r>
              <a:rPr sz="3000" spc="-50" dirty="0">
                <a:latin typeface="Calibri"/>
                <a:cs typeface="Calibri"/>
              </a:rPr>
              <a:t> </a:t>
            </a:r>
            <a:r>
              <a:rPr sz="3000" spc="-25" dirty="0">
                <a:latin typeface="Calibri"/>
                <a:cs typeface="Calibri"/>
              </a:rPr>
              <a:t>ra </a:t>
            </a:r>
            <a:r>
              <a:rPr sz="3000" dirty="0">
                <a:latin typeface="Calibri"/>
                <a:cs typeface="Calibri"/>
              </a:rPr>
              <a:t>2n</a:t>
            </a:r>
            <a:r>
              <a:rPr sz="3000" baseline="25000" dirty="0">
                <a:latin typeface="Calibri"/>
                <a:cs typeface="Calibri"/>
              </a:rPr>
              <a:t>2</a:t>
            </a:r>
            <a:r>
              <a:rPr sz="3000" dirty="0">
                <a:latin typeface="Calibri"/>
                <a:cs typeface="Calibri"/>
              </a:rPr>
              <a:t>=(2l)</a:t>
            </a:r>
            <a:r>
              <a:rPr sz="3000" baseline="25000" dirty="0">
                <a:latin typeface="Calibri"/>
                <a:cs typeface="Calibri"/>
              </a:rPr>
              <a:t>2</a:t>
            </a:r>
            <a:r>
              <a:rPr sz="3000" dirty="0">
                <a:latin typeface="Calibri"/>
                <a:cs typeface="Calibri"/>
              </a:rPr>
              <a:t>=4l</a:t>
            </a:r>
            <a:r>
              <a:rPr sz="3000" baseline="25000" dirty="0">
                <a:latin typeface="Calibri"/>
                <a:cs typeface="Calibri"/>
              </a:rPr>
              <a:t>2</a:t>
            </a:r>
            <a:r>
              <a:rPr sz="3000" dirty="0">
                <a:latin typeface="Calibri"/>
                <a:cs typeface="Calibri"/>
              </a:rPr>
              <a:t>.</a:t>
            </a:r>
            <a:r>
              <a:rPr sz="3000" spc="-65" dirty="0">
                <a:latin typeface="Calibri"/>
                <a:cs typeface="Calibri"/>
              </a:rPr>
              <a:t> </a:t>
            </a:r>
            <a:r>
              <a:rPr sz="3000" dirty="0">
                <a:latin typeface="Calibri"/>
                <a:cs typeface="Calibri"/>
              </a:rPr>
              <a:t>Suy</a:t>
            </a:r>
            <a:r>
              <a:rPr sz="3000" spc="-55" dirty="0">
                <a:latin typeface="Calibri"/>
                <a:cs typeface="Calibri"/>
              </a:rPr>
              <a:t> </a:t>
            </a:r>
            <a:r>
              <a:rPr sz="3000" dirty="0">
                <a:latin typeface="Calibri"/>
                <a:cs typeface="Calibri"/>
              </a:rPr>
              <a:t>ra</a:t>
            </a:r>
            <a:r>
              <a:rPr sz="3000" spc="-65" dirty="0">
                <a:latin typeface="Calibri"/>
                <a:cs typeface="Calibri"/>
              </a:rPr>
              <a:t> </a:t>
            </a:r>
            <a:r>
              <a:rPr sz="3000" dirty="0">
                <a:latin typeface="Calibri"/>
                <a:cs typeface="Calibri"/>
              </a:rPr>
              <a:t>n</a:t>
            </a:r>
            <a:r>
              <a:rPr sz="3000" baseline="25000" dirty="0">
                <a:latin typeface="Calibri"/>
                <a:cs typeface="Calibri"/>
              </a:rPr>
              <a:t>2</a:t>
            </a:r>
            <a:r>
              <a:rPr sz="3000" dirty="0">
                <a:latin typeface="Calibri"/>
                <a:cs typeface="Calibri"/>
              </a:rPr>
              <a:t>=2l</a:t>
            </a:r>
            <a:r>
              <a:rPr sz="3000" baseline="25000" dirty="0">
                <a:latin typeface="Calibri"/>
                <a:cs typeface="Calibri"/>
              </a:rPr>
              <a:t>2</a:t>
            </a:r>
            <a:r>
              <a:rPr sz="3000" dirty="0">
                <a:latin typeface="Calibri"/>
                <a:cs typeface="Calibri"/>
              </a:rPr>
              <a:t>.</a:t>
            </a:r>
            <a:r>
              <a:rPr sz="3000" spc="-60" dirty="0">
                <a:latin typeface="Calibri"/>
                <a:cs typeface="Calibri"/>
              </a:rPr>
              <a:t> </a:t>
            </a:r>
            <a:r>
              <a:rPr sz="3000" dirty="0">
                <a:latin typeface="Calibri"/>
                <a:cs typeface="Calibri"/>
              </a:rPr>
              <a:t>Suy</a:t>
            </a:r>
            <a:r>
              <a:rPr sz="3000" spc="-55" dirty="0">
                <a:latin typeface="Calibri"/>
                <a:cs typeface="Calibri"/>
              </a:rPr>
              <a:t> </a:t>
            </a:r>
            <a:r>
              <a:rPr sz="3000" dirty="0">
                <a:latin typeface="Calibri"/>
                <a:cs typeface="Calibri"/>
              </a:rPr>
              <a:t>ra</a:t>
            </a:r>
            <a:r>
              <a:rPr sz="3000" spc="-65" dirty="0">
                <a:latin typeface="Calibri"/>
                <a:cs typeface="Calibri"/>
              </a:rPr>
              <a:t> </a:t>
            </a:r>
            <a:r>
              <a:rPr sz="3000" dirty="0">
                <a:latin typeface="Calibri"/>
                <a:cs typeface="Calibri"/>
              </a:rPr>
              <a:t>n=2p</a:t>
            </a:r>
            <a:r>
              <a:rPr sz="3000" spc="-60" dirty="0">
                <a:latin typeface="Calibri"/>
                <a:cs typeface="Calibri"/>
              </a:rPr>
              <a:t> </a:t>
            </a:r>
            <a:r>
              <a:rPr sz="3000" dirty="0">
                <a:latin typeface="Calibri"/>
                <a:cs typeface="Calibri"/>
              </a:rPr>
              <a:t>(chẵn).</a:t>
            </a:r>
            <a:r>
              <a:rPr sz="3000" spc="-60" dirty="0">
                <a:latin typeface="Calibri"/>
                <a:cs typeface="Calibri"/>
              </a:rPr>
              <a:t> </a:t>
            </a:r>
            <a:r>
              <a:rPr sz="3000" dirty="0">
                <a:latin typeface="Calibri"/>
                <a:cs typeface="Calibri"/>
              </a:rPr>
              <a:t>Suy</a:t>
            </a:r>
            <a:r>
              <a:rPr sz="3000" spc="-60" dirty="0">
                <a:latin typeface="Calibri"/>
                <a:cs typeface="Calibri"/>
              </a:rPr>
              <a:t> </a:t>
            </a:r>
            <a:r>
              <a:rPr sz="3000" spc="-25" dirty="0">
                <a:latin typeface="Calibri"/>
                <a:cs typeface="Calibri"/>
              </a:rPr>
              <a:t>ra </a:t>
            </a:r>
            <a:r>
              <a:rPr sz="3000" dirty="0">
                <a:latin typeface="Calibri"/>
                <a:cs typeface="Calibri"/>
              </a:rPr>
              <a:t>m/n</a:t>
            </a:r>
            <a:r>
              <a:rPr sz="3000" spc="-50" dirty="0">
                <a:latin typeface="Calibri"/>
                <a:cs typeface="Calibri"/>
              </a:rPr>
              <a:t> </a:t>
            </a:r>
            <a:r>
              <a:rPr sz="3000" dirty="0">
                <a:latin typeface="Calibri"/>
                <a:cs typeface="Calibri"/>
              </a:rPr>
              <a:t>không</a:t>
            </a:r>
            <a:r>
              <a:rPr sz="3000" spc="-40" dirty="0">
                <a:latin typeface="Calibri"/>
                <a:cs typeface="Calibri"/>
              </a:rPr>
              <a:t> </a:t>
            </a:r>
            <a:r>
              <a:rPr sz="3000" dirty="0">
                <a:latin typeface="Calibri"/>
                <a:cs typeface="Calibri"/>
              </a:rPr>
              <a:t>là</a:t>
            </a:r>
            <a:r>
              <a:rPr sz="3000" spc="-50" dirty="0">
                <a:latin typeface="Calibri"/>
                <a:cs typeface="Calibri"/>
              </a:rPr>
              <a:t> </a:t>
            </a:r>
            <a:r>
              <a:rPr sz="3000" dirty="0">
                <a:latin typeface="Calibri"/>
                <a:cs typeface="Calibri"/>
              </a:rPr>
              <a:t>phân</a:t>
            </a:r>
            <a:r>
              <a:rPr sz="3000" spc="-45" dirty="0">
                <a:latin typeface="Calibri"/>
                <a:cs typeface="Calibri"/>
              </a:rPr>
              <a:t> </a:t>
            </a:r>
            <a:r>
              <a:rPr sz="3000" dirty="0">
                <a:latin typeface="Calibri"/>
                <a:cs typeface="Calibri"/>
              </a:rPr>
              <a:t>số</a:t>
            </a:r>
            <a:r>
              <a:rPr sz="3000" spc="-45" dirty="0">
                <a:latin typeface="Calibri"/>
                <a:cs typeface="Calibri"/>
              </a:rPr>
              <a:t> </a:t>
            </a:r>
            <a:r>
              <a:rPr sz="3000" dirty="0">
                <a:latin typeface="Calibri"/>
                <a:cs typeface="Calibri"/>
              </a:rPr>
              <a:t>tối</a:t>
            </a:r>
            <a:r>
              <a:rPr sz="3000" spc="-55" dirty="0">
                <a:latin typeface="Calibri"/>
                <a:cs typeface="Calibri"/>
              </a:rPr>
              <a:t> </a:t>
            </a:r>
            <a:r>
              <a:rPr sz="3000" dirty="0">
                <a:latin typeface="Calibri"/>
                <a:cs typeface="Calibri"/>
              </a:rPr>
              <a:t>giản</a:t>
            </a:r>
            <a:r>
              <a:rPr sz="3000" spc="-45" dirty="0">
                <a:latin typeface="Calibri"/>
                <a:cs typeface="Calibri"/>
              </a:rPr>
              <a:t> </a:t>
            </a:r>
            <a:r>
              <a:rPr sz="3000" dirty="0">
                <a:latin typeface="Calibri"/>
                <a:cs typeface="Calibri"/>
              </a:rPr>
              <a:t>(mâu</a:t>
            </a:r>
            <a:r>
              <a:rPr sz="3000" spc="-50" dirty="0">
                <a:latin typeface="Calibri"/>
                <a:cs typeface="Calibri"/>
              </a:rPr>
              <a:t> </a:t>
            </a:r>
            <a:r>
              <a:rPr sz="3000" dirty="0">
                <a:latin typeface="Calibri"/>
                <a:cs typeface="Calibri"/>
              </a:rPr>
              <a:t>thuẫn</a:t>
            </a:r>
            <a:r>
              <a:rPr sz="3000" spc="-45" dirty="0">
                <a:latin typeface="Calibri"/>
                <a:cs typeface="Calibri"/>
              </a:rPr>
              <a:t> </a:t>
            </a:r>
            <a:r>
              <a:rPr sz="3000" dirty="0">
                <a:latin typeface="Calibri"/>
                <a:cs typeface="Calibri"/>
              </a:rPr>
              <a:t>với</a:t>
            </a:r>
            <a:r>
              <a:rPr sz="3000" spc="-60" dirty="0">
                <a:latin typeface="Calibri"/>
                <a:cs typeface="Calibri"/>
              </a:rPr>
              <a:t> </a:t>
            </a:r>
            <a:r>
              <a:rPr sz="3000" dirty="0">
                <a:latin typeface="Calibri"/>
                <a:cs typeface="Calibri"/>
              </a:rPr>
              <a:t>m/n</a:t>
            </a:r>
            <a:r>
              <a:rPr sz="3000" spc="-40" dirty="0">
                <a:latin typeface="Calibri"/>
                <a:cs typeface="Calibri"/>
              </a:rPr>
              <a:t> </a:t>
            </a:r>
            <a:r>
              <a:rPr sz="3000" spc="-25" dirty="0">
                <a:latin typeface="Calibri"/>
                <a:cs typeface="Calibri"/>
              </a:rPr>
              <a:t>là </a:t>
            </a:r>
            <a:r>
              <a:rPr sz="3000" dirty="0">
                <a:latin typeface="Calibri"/>
                <a:cs typeface="Calibri"/>
              </a:rPr>
              <a:t>tối</a:t>
            </a:r>
            <a:r>
              <a:rPr sz="3000" spc="-60" dirty="0">
                <a:latin typeface="Calibri"/>
                <a:cs typeface="Calibri"/>
              </a:rPr>
              <a:t> </a:t>
            </a:r>
            <a:r>
              <a:rPr sz="3000" spc="-10" dirty="0">
                <a:latin typeface="Calibri"/>
                <a:cs typeface="Calibri"/>
              </a:rPr>
              <a:t>giản)</a:t>
            </a:r>
            <a:endParaRPr sz="3000">
              <a:latin typeface="Calibri"/>
              <a:cs typeface="Calibri"/>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291439"/>
            <a:ext cx="7969250" cy="2854325"/>
          </a:xfrm>
          <a:prstGeom prst="rect">
            <a:avLst/>
          </a:prstGeom>
        </p:spPr>
        <p:txBody>
          <a:bodyPr vert="horz" wrap="square" lIns="0" tIns="109855" rIns="0" bIns="0" rtlCol="0">
            <a:spAutoFit/>
          </a:bodyPr>
          <a:lstStyle/>
          <a:p>
            <a:pPr marL="12700">
              <a:lnSpc>
                <a:spcPct val="100000"/>
              </a:lnSpc>
              <a:spcBef>
                <a:spcPts val="865"/>
              </a:spcBef>
            </a:pPr>
            <a:r>
              <a:rPr sz="3200" spc="-65" dirty="0">
                <a:latin typeface="Calibri"/>
                <a:cs typeface="Calibri"/>
              </a:rPr>
              <a:t>Tài</a:t>
            </a:r>
            <a:r>
              <a:rPr sz="3200" spc="-80" dirty="0">
                <a:latin typeface="Calibri"/>
                <a:cs typeface="Calibri"/>
              </a:rPr>
              <a:t> </a:t>
            </a:r>
            <a:r>
              <a:rPr sz="3200" dirty="0">
                <a:latin typeface="Calibri"/>
                <a:cs typeface="Calibri"/>
              </a:rPr>
              <a:t>liệu</a:t>
            </a:r>
            <a:r>
              <a:rPr sz="3200" spc="-70" dirty="0">
                <a:latin typeface="Calibri"/>
                <a:cs typeface="Calibri"/>
              </a:rPr>
              <a:t> </a:t>
            </a:r>
            <a:r>
              <a:rPr sz="3200" dirty="0">
                <a:latin typeface="Calibri"/>
                <a:cs typeface="Calibri"/>
              </a:rPr>
              <a:t>tham</a:t>
            </a:r>
            <a:r>
              <a:rPr sz="3200" spc="-70" dirty="0">
                <a:latin typeface="Calibri"/>
                <a:cs typeface="Calibri"/>
              </a:rPr>
              <a:t> </a:t>
            </a:r>
            <a:r>
              <a:rPr sz="3200" spc="-10" dirty="0">
                <a:latin typeface="Calibri"/>
                <a:cs typeface="Calibri"/>
              </a:rPr>
              <a:t>khảo:</a:t>
            </a:r>
            <a:endParaRPr sz="3200">
              <a:latin typeface="Calibri"/>
              <a:cs typeface="Calibri"/>
            </a:endParaRPr>
          </a:p>
          <a:p>
            <a:pPr marL="433705" indent="-421005">
              <a:lnSpc>
                <a:spcPct val="100000"/>
              </a:lnSpc>
              <a:spcBef>
                <a:spcPts val="770"/>
              </a:spcBef>
              <a:buAutoNum type="arabicParenR"/>
              <a:tabLst>
                <a:tab pos="433705" algn="l"/>
              </a:tabLst>
            </a:pPr>
            <a:r>
              <a:rPr sz="3200" spc="-60" dirty="0">
                <a:latin typeface="Calibri"/>
                <a:cs typeface="Calibri"/>
              </a:rPr>
              <a:t>Toán</a:t>
            </a:r>
            <a:r>
              <a:rPr sz="3200" spc="-65" dirty="0">
                <a:latin typeface="Calibri"/>
                <a:cs typeface="Calibri"/>
              </a:rPr>
              <a:t> </a:t>
            </a:r>
            <a:r>
              <a:rPr sz="3200" dirty="0">
                <a:latin typeface="Calibri"/>
                <a:cs typeface="Calibri"/>
              </a:rPr>
              <a:t>rời</a:t>
            </a:r>
            <a:r>
              <a:rPr sz="3200" spc="-70" dirty="0">
                <a:latin typeface="Calibri"/>
                <a:cs typeface="Calibri"/>
              </a:rPr>
              <a:t> </a:t>
            </a:r>
            <a:r>
              <a:rPr sz="3200" dirty="0">
                <a:latin typeface="Calibri"/>
                <a:cs typeface="Calibri"/>
              </a:rPr>
              <a:t>rạc,</a:t>
            </a:r>
            <a:r>
              <a:rPr sz="3200" spc="-75" dirty="0">
                <a:latin typeface="Calibri"/>
                <a:cs typeface="Calibri"/>
              </a:rPr>
              <a:t> </a:t>
            </a:r>
            <a:r>
              <a:rPr sz="3200" dirty="0">
                <a:latin typeface="Calibri"/>
                <a:cs typeface="Calibri"/>
              </a:rPr>
              <a:t>GS.</a:t>
            </a:r>
            <a:r>
              <a:rPr sz="3200" spc="-60" dirty="0">
                <a:latin typeface="Calibri"/>
                <a:cs typeface="Calibri"/>
              </a:rPr>
              <a:t> </a:t>
            </a:r>
            <a:r>
              <a:rPr sz="3200" dirty="0">
                <a:latin typeface="Calibri"/>
                <a:cs typeface="Calibri"/>
              </a:rPr>
              <a:t>Nguyễn</a:t>
            </a:r>
            <a:r>
              <a:rPr sz="3200" spc="-75" dirty="0">
                <a:latin typeface="Calibri"/>
                <a:cs typeface="Calibri"/>
              </a:rPr>
              <a:t> </a:t>
            </a:r>
            <a:r>
              <a:rPr sz="3200" dirty="0">
                <a:latin typeface="Calibri"/>
                <a:cs typeface="Calibri"/>
              </a:rPr>
              <a:t>Hữu</a:t>
            </a:r>
            <a:r>
              <a:rPr sz="3200" spc="-70" dirty="0">
                <a:latin typeface="Calibri"/>
                <a:cs typeface="Calibri"/>
              </a:rPr>
              <a:t> </a:t>
            </a:r>
            <a:r>
              <a:rPr sz="3200" dirty="0">
                <a:latin typeface="Calibri"/>
                <a:cs typeface="Calibri"/>
              </a:rPr>
              <a:t>Anh,</a:t>
            </a:r>
            <a:r>
              <a:rPr sz="3200" spc="-55" dirty="0">
                <a:latin typeface="Calibri"/>
                <a:cs typeface="Calibri"/>
              </a:rPr>
              <a:t> </a:t>
            </a:r>
            <a:r>
              <a:rPr sz="3200" dirty="0">
                <a:latin typeface="Calibri"/>
                <a:cs typeface="Calibri"/>
              </a:rPr>
              <a:t>Ph.</a:t>
            </a:r>
            <a:r>
              <a:rPr sz="3200" spc="-70" dirty="0">
                <a:latin typeface="Calibri"/>
                <a:cs typeface="Calibri"/>
              </a:rPr>
              <a:t> </a:t>
            </a:r>
            <a:r>
              <a:rPr sz="3200" spc="-50" dirty="0">
                <a:latin typeface="Calibri"/>
                <a:cs typeface="Calibri"/>
              </a:rPr>
              <a:t>D</a:t>
            </a:r>
            <a:endParaRPr sz="3200">
              <a:latin typeface="Calibri"/>
              <a:cs typeface="Calibri"/>
            </a:endParaRPr>
          </a:p>
          <a:p>
            <a:pPr marL="433705" indent="-421005">
              <a:lnSpc>
                <a:spcPct val="100000"/>
              </a:lnSpc>
              <a:spcBef>
                <a:spcPts val="765"/>
              </a:spcBef>
              <a:buAutoNum type="arabicParenR"/>
              <a:tabLst>
                <a:tab pos="433705" algn="l"/>
              </a:tabLst>
            </a:pPr>
            <a:r>
              <a:rPr sz="3200" dirty="0">
                <a:latin typeface="Calibri"/>
                <a:cs typeface="Calibri"/>
              </a:rPr>
              <a:t>Discrete</a:t>
            </a:r>
            <a:r>
              <a:rPr sz="3200" spc="-140" dirty="0">
                <a:latin typeface="Calibri"/>
                <a:cs typeface="Calibri"/>
              </a:rPr>
              <a:t> </a:t>
            </a:r>
            <a:r>
              <a:rPr sz="3200" dirty="0">
                <a:latin typeface="Calibri"/>
                <a:cs typeface="Calibri"/>
              </a:rPr>
              <a:t>Mathematics,</a:t>
            </a:r>
            <a:r>
              <a:rPr sz="3200" spc="-114" dirty="0">
                <a:latin typeface="Calibri"/>
                <a:cs typeface="Calibri"/>
              </a:rPr>
              <a:t> </a:t>
            </a:r>
            <a:r>
              <a:rPr sz="3200" dirty="0">
                <a:latin typeface="Calibri"/>
                <a:cs typeface="Calibri"/>
              </a:rPr>
              <a:t>Richard</a:t>
            </a:r>
            <a:r>
              <a:rPr sz="3200" spc="-130" dirty="0">
                <a:latin typeface="Calibri"/>
                <a:cs typeface="Calibri"/>
              </a:rPr>
              <a:t> </a:t>
            </a:r>
            <a:r>
              <a:rPr sz="3200" spc="-10" dirty="0">
                <a:latin typeface="Calibri"/>
                <a:cs typeface="Calibri"/>
              </a:rPr>
              <a:t>Johnsonbaugh</a:t>
            </a:r>
            <a:endParaRPr sz="3200">
              <a:latin typeface="Calibri"/>
              <a:cs typeface="Calibri"/>
            </a:endParaRPr>
          </a:p>
          <a:p>
            <a:pPr marL="12700" marR="536575" indent="421005">
              <a:lnSpc>
                <a:spcPct val="100000"/>
              </a:lnSpc>
              <a:spcBef>
                <a:spcPts val="775"/>
              </a:spcBef>
              <a:buAutoNum type="arabicParenR"/>
              <a:tabLst>
                <a:tab pos="433705" algn="l"/>
              </a:tabLst>
            </a:pPr>
            <a:r>
              <a:rPr sz="3200" dirty="0">
                <a:latin typeface="Calibri"/>
                <a:cs typeface="Calibri"/>
              </a:rPr>
              <a:t>Discrete</a:t>
            </a:r>
            <a:r>
              <a:rPr sz="3200" spc="-120" dirty="0">
                <a:latin typeface="Calibri"/>
                <a:cs typeface="Calibri"/>
              </a:rPr>
              <a:t> </a:t>
            </a:r>
            <a:r>
              <a:rPr sz="3200" spc="-10" dirty="0">
                <a:latin typeface="Calibri"/>
                <a:cs typeface="Calibri"/>
              </a:rPr>
              <a:t>Mathematics,</a:t>
            </a:r>
            <a:r>
              <a:rPr sz="3200" spc="-95" dirty="0">
                <a:latin typeface="Calibri"/>
                <a:cs typeface="Calibri"/>
              </a:rPr>
              <a:t> </a:t>
            </a:r>
            <a:r>
              <a:rPr sz="3200" dirty="0">
                <a:latin typeface="Calibri"/>
                <a:cs typeface="Calibri"/>
              </a:rPr>
              <a:t>Seymour</a:t>
            </a:r>
            <a:r>
              <a:rPr sz="3200" spc="-114" dirty="0">
                <a:latin typeface="Calibri"/>
                <a:cs typeface="Calibri"/>
              </a:rPr>
              <a:t> </a:t>
            </a:r>
            <a:r>
              <a:rPr sz="3200" spc="-10" dirty="0">
                <a:latin typeface="Calibri"/>
                <a:cs typeface="Calibri"/>
              </a:rPr>
              <a:t>Lipschutz, </a:t>
            </a:r>
            <a:r>
              <a:rPr sz="3200" dirty="0">
                <a:latin typeface="Calibri"/>
                <a:cs typeface="Calibri"/>
              </a:rPr>
              <a:t>Marc</a:t>
            </a:r>
            <a:r>
              <a:rPr sz="3200" spc="-55" dirty="0">
                <a:latin typeface="Calibri"/>
                <a:cs typeface="Calibri"/>
              </a:rPr>
              <a:t> </a:t>
            </a:r>
            <a:r>
              <a:rPr sz="3200" spc="-10" dirty="0">
                <a:latin typeface="Calibri"/>
                <a:cs typeface="Calibri"/>
              </a:rPr>
              <a:t>Lipson</a:t>
            </a:r>
            <a:endParaRPr sz="3200">
              <a:latin typeface="Calibri"/>
              <a:cs typeface="Calibri"/>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215239"/>
            <a:ext cx="8341359" cy="6174740"/>
          </a:xfrm>
          <a:prstGeom prst="rect">
            <a:avLst/>
          </a:prstGeom>
        </p:spPr>
        <p:txBody>
          <a:bodyPr vert="horz" wrap="square" lIns="0" tIns="60960" rIns="0" bIns="0" rtlCol="0">
            <a:spAutoFit/>
          </a:bodyPr>
          <a:lstStyle/>
          <a:p>
            <a:pPr marL="1681480">
              <a:lnSpc>
                <a:spcPct val="100000"/>
              </a:lnSpc>
              <a:spcBef>
                <a:spcPts val="480"/>
              </a:spcBef>
            </a:pPr>
            <a:r>
              <a:rPr sz="3200" b="1" dirty="0">
                <a:latin typeface="Calibri"/>
                <a:cs typeface="Calibri"/>
              </a:rPr>
              <a:t>Chương</a:t>
            </a:r>
            <a:r>
              <a:rPr sz="3200" b="1" spc="-50" dirty="0">
                <a:latin typeface="Calibri"/>
                <a:cs typeface="Calibri"/>
              </a:rPr>
              <a:t> </a:t>
            </a:r>
            <a:r>
              <a:rPr sz="3200" b="1" dirty="0">
                <a:latin typeface="Calibri"/>
                <a:cs typeface="Calibri"/>
              </a:rPr>
              <a:t>2</a:t>
            </a:r>
            <a:r>
              <a:rPr sz="3200" b="1" spc="-35" dirty="0">
                <a:latin typeface="Calibri"/>
                <a:cs typeface="Calibri"/>
              </a:rPr>
              <a:t> </a:t>
            </a:r>
            <a:r>
              <a:rPr sz="3200" b="1" dirty="0">
                <a:latin typeface="Calibri"/>
                <a:cs typeface="Calibri"/>
              </a:rPr>
              <a:t>:</a:t>
            </a:r>
            <a:r>
              <a:rPr sz="3200" b="1" spc="-30" dirty="0">
                <a:latin typeface="Calibri"/>
                <a:cs typeface="Calibri"/>
              </a:rPr>
              <a:t> </a:t>
            </a:r>
            <a:r>
              <a:rPr sz="3200" b="1" spc="-45" dirty="0">
                <a:latin typeface="Calibri"/>
                <a:cs typeface="Calibri"/>
              </a:rPr>
              <a:t>Tập</a:t>
            </a:r>
            <a:r>
              <a:rPr sz="3200" b="1" spc="-35" dirty="0">
                <a:latin typeface="Calibri"/>
                <a:cs typeface="Calibri"/>
              </a:rPr>
              <a:t> </a:t>
            </a:r>
            <a:r>
              <a:rPr sz="3200" b="1" dirty="0">
                <a:latin typeface="Calibri"/>
                <a:cs typeface="Calibri"/>
              </a:rPr>
              <a:t>hợp</a:t>
            </a:r>
            <a:r>
              <a:rPr sz="3200" b="1" spc="-45" dirty="0">
                <a:latin typeface="Calibri"/>
                <a:cs typeface="Calibri"/>
              </a:rPr>
              <a:t> </a:t>
            </a:r>
            <a:r>
              <a:rPr sz="3200" b="1" dirty="0">
                <a:latin typeface="Calibri"/>
                <a:cs typeface="Calibri"/>
              </a:rPr>
              <a:t>và</a:t>
            </a:r>
            <a:r>
              <a:rPr sz="3200" b="1" spc="-45" dirty="0">
                <a:latin typeface="Calibri"/>
                <a:cs typeface="Calibri"/>
              </a:rPr>
              <a:t> </a:t>
            </a:r>
            <a:r>
              <a:rPr sz="3200" b="1" dirty="0">
                <a:latin typeface="Calibri"/>
                <a:cs typeface="Calibri"/>
              </a:rPr>
              <a:t>ánh</a:t>
            </a:r>
            <a:r>
              <a:rPr sz="3200" b="1" spc="-55" dirty="0">
                <a:latin typeface="Calibri"/>
                <a:cs typeface="Calibri"/>
              </a:rPr>
              <a:t> </a:t>
            </a:r>
            <a:r>
              <a:rPr sz="3200" b="1" spc="-25" dirty="0">
                <a:latin typeface="Calibri"/>
                <a:cs typeface="Calibri"/>
              </a:rPr>
              <a:t>xạ</a:t>
            </a:r>
            <a:endParaRPr sz="3200">
              <a:latin typeface="Calibri"/>
              <a:cs typeface="Calibri"/>
            </a:endParaRPr>
          </a:p>
          <a:p>
            <a:pPr marL="12700">
              <a:lnSpc>
                <a:spcPct val="100000"/>
              </a:lnSpc>
              <a:spcBef>
                <a:spcPts val="385"/>
              </a:spcBef>
            </a:pPr>
            <a:r>
              <a:rPr sz="3200" b="1" dirty="0">
                <a:latin typeface="Calibri"/>
                <a:cs typeface="Calibri"/>
              </a:rPr>
              <a:t>2.1</a:t>
            </a:r>
            <a:r>
              <a:rPr sz="3200" b="1" spc="-55" dirty="0">
                <a:latin typeface="Calibri"/>
                <a:cs typeface="Calibri"/>
              </a:rPr>
              <a:t> </a:t>
            </a:r>
            <a:r>
              <a:rPr sz="3200" b="1" spc="-45" dirty="0">
                <a:latin typeface="Calibri"/>
                <a:cs typeface="Calibri"/>
              </a:rPr>
              <a:t>Tập</a:t>
            </a:r>
            <a:r>
              <a:rPr sz="3200" b="1" spc="-55" dirty="0">
                <a:latin typeface="Calibri"/>
                <a:cs typeface="Calibri"/>
              </a:rPr>
              <a:t> </a:t>
            </a:r>
            <a:r>
              <a:rPr sz="3200" b="1" dirty="0">
                <a:latin typeface="Calibri"/>
                <a:cs typeface="Calibri"/>
              </a:rPr>
              <a:t>hợp</a:t>
            </a:r>
            <a:r>
              <a:rPr sz="3200" b="1" spc="-75" dirty="0">
                <a:latin typeface="Calibri"/>
                <a:cs typeface="Calibri"/>
              </a:rPr>
              <a:t> </a:t>
            </a:r>
            <a:r>
              <a:rPr sz="3200" b="1" spc="-50" dirty="0">
                <a:latin typeface="Calibri"/>
                <a:cs typeface="Calibri"/>
              </a:rPr>
              <a:t>:</a:t>
            </a:r>
            <a:endParaRPr sz="3200">
              <a:latin typeface="Calibri"/>
              <a:cs typeface="Calibri"/>
            </a:endParaRPr>
          </a:p>
          <a:p>
            <a:pPr marL="12700" marR="262255" indent="318135">
              <a:lnSpc>
                <a:spcPts val="3460"/>
              </a:lnSpc>
              <a:spcBef>
                <a:spcPts val="815"/>
              </a:spcBef>
              <a:buFont typeface="Calibri"/>
              <a:buAutoNum type="romanLcParenR"/>
              <a:tabLst>
                <a:tab pos="330835" algn="l"/>
              </a:tabLst>
            </a:pPr>
            <a:r>
              <a:rPr sz="3200" dirty="0">
                <a:latin typeface="Calibri"/>
                <a:cs typeface="Calibri"/>
              </a:rPr>
              <a:t>Một</a:t>
            </a:r>
            <a:r>
              <a:rPr sz="3200" spc="-35" dirty="0">
                <a:latin typeface="Calibri"/>
                <a:cs typeface="Calibri"/>
              </a:rPr>
              <a:t> </a:t>
            </a:r>
            <a:r>
              <a:rPr sz="3200" dirty="0">
                <a:latin typeface="Calibri"/>
                <a:cs typeface="Calibri"/>
              </a:rPr>
              <a:t>tập</a:t>
            </a:r>
            <a:r>
              <a:rPr sz="3200" spc="-20" dirty="0">
                <a:latin typeface="Calibri"/>
                <a:cs typeface="Calibri"/>
              </a:rPr>
              <a:t> </a:t>
            </a:r>
            <a:r>
              <a:rPr sz="3200" dirty="0">
                <a:latin typeface="Calibri"/>
                <a:cs typeface="Calibri"/>
              </a:rPr>
              <a:t>hợp</a:t>
            </a:r>
            <a:r>
              <a:rPr sz="3200" spc="-45" dirty="0">
                <a:latin typeface="Calibri"/>
                <a:cs typeface="Calibri"/>
              </a:rPr>
              <a:t> </a:t>
            </a:r>
            <a:r>
              <a:rPr sz="3200" dirty="0">
                <a:latin typeface="Calibri"/>
                <a:cs typeface="Calibri"/>
              </a:rPr>
              <a:t>A</a:t>
            </a:r>
            <a:r>
              <a:rPr sz="3200" spc="-30" dirty="0">
                <a:latin typeface="Calibri"/>
                <a:cs typeface="Calibri"/>
              </a:rPr>
              <a:t> </a:t>
            </a:r>
            <a:r>
              <a:rPr sz="3200" dirty="0">
                <a:latin typeface="Calibri"/>
                <a:cs typeface="Calibri"/>
              </a:rPr>
              <a:t>là</a:t>
            </a:r>
            <a:r>
              <a:rPr sz="3200" spc="-40" dirty="0">
                <a:latin typeface="Calibri"/>
                <a:cs typeface="Calibri"/>
              </a:rPr>
              <a:t> </a:t>
            </a:r>
            <a:r>
              <a:rPr sz="3200" dirty="0">
                <a:latin typeface="Calibri"/>
                <a:cs typeface="Calibri"/>
              </a:rPr>
              <a:t>những</a:t>
            </a:r>
            <a:r>
              <a:rPr sz="3200" spc="-15" dirty="0">
                <a:latin typeface="Calibri"/>
                <a:cs typeface="Calibri"/>
              </a:rPr>
              <a:t> </a:t>
            </a:r>
            <a:r>
              <a:rPr sz="3200" dirty="0">
                <a:latin typeface="Calibri"/>
                <a:cs typeface="Calibri"/>
              </a:rPr>
              <a:t>đối</a:t>
            </a:r>
            <a:r>
              <a:rPr sz="3200" spc="-35" dirty="0">
                <a:latin typeface="Calibri"/>
                <a:cs typeface="Calibri"/>
              </a:rPr>
              <a:t> </a:t>
            </a:r>
            <a:r>
              <a:rPr sz="3200" dirty="0">
                <a:latin typeface="Calibri"/>
                <a:cs typeface="Calibri"/>
              </a:rPr>
              <a:t>tượng</a:t>
            </a:r>
            <a:r>
              <a:rPr sz="3200" spc="-40" dirty="0">
                <a:latin typeface="Calibri"/>
                <a:cs typeface="Calibri"/>
              </a:rPr>
              <a:t> </a:t>
            </a:r>
            <a:r>
              <a:rPr sz="3200" dirty="0">
                <a:latin typeface="Calibri"/>
                <a:cs typeface="Calibri"/>
              </a:rPr>
              <a:t>được</a:t>
            </a:r>
            <a:r>
              <a:rPr sz="3200" spc="-35" dirty="0">
                <a:latin typeface="Calibri"/>
                <a:cs typeface="Calibri"/>
              </a:rPr>
              <a:t> </a:t>
            </a:r>
            <a:r>
              <a:rPr sz="3200" spc="-20" dirty="0">
                <a:latin typeface="Calibri"/>
                <a:cs typeface="Calibri"/>
              </a:rPr>
              <a:t>nhóm </a:t>
            </a:r>
            <a:r>
              <a:rPr sz="3200" dirty="0">
                <a:latin typeface="Calibri"/>
                <a:cs typeface="Calibri"/>
              </a:rPr>
              <a:t>theo</a:t>
            </a:r>
            <a:r>
              <a:rPr sz="3200" spc="-65" dirty="0">
                <a:latin typeface="Calibri"/>
                <a:cs typeface="Calibri"/>
              </a:rPr>
              <a:t> </a:t>
            </a:r>
            <a:r>
              <a:rPr sz="3200" dirty="0">
                <a:latin typeface="Calibri"/>
                <a:cs typeface="Calibri"/>
              </a:rPr>
              <a:t>một</a:t>
            </a:r>
            <a:r>
              <a:rPr sz="3200" spc="-55" dirty="0">
                <a:latin typeface="Calibri"/>
                <a:cs typeface="Calibri"/>
              </a:rPr>
              <a:t> </a:t>
            </a:r>
            <a:r>
              <a:rPr sz="3200" dirty="0">
                <a:latin typeface="Calibri"/>
                <a:cs typeface="Calibri"/>
              </a:rPr>
              <a:t>tính</a:t>
            </a:r>
            <a:r>
              <a:rPr sz="3200" spc="-50" dirty="0">
                <a:latin typeface="Calibri"/>
                <a:cs typeface="Calibri"/>
              </a:rPr>
              <a:t> </a:t>
            </a:r>
            <a:r>
              <a:rPr sz="3200" dirty="0">
                <a:latin typeface="Calibri"/>
                <a:cs typeface="Calibri"/>
              </a:rPr>
              <a:t>chất</a:t>
            </a:r>
            <a:r>
              <a:rPr sz="3200" spc="-55" dirty="0">
                <a:latin typeface="Calibri"/>
                <a:cs typeface="Calibri"/>
              </a:rPr>
              <a:t> </a:t>
            </a:r>
            <a:r>
              <a:rPr sz="3200" dirty="0">
                <a:latin typeface="Calibri"/>
                <a:cs typeface="Calibri"/>
              </a:rPr>
              <a:t>nào</a:t>
            </a:r>
            <a:r>
              <a:rPr sz="3200" spc="-55" dirty="0">
                <a:latin typeface="Calibri"/>
                <a:cs typeface="Calibri"/>
              </a:rPr>
              <a:t> </a:t>
            </a:r>
            <a:r>
              <a:rPr sz="3200" spc="-25" dirty="0">
                <a:latin typeface="Calibri"/>
                <a:cs typeface="Calibri"/>
              </a:rPr>
              <a:t>đó.</a:t>
            </a:r>
            <a:endParaRPr sz="3200">
              <a:latin typeface="Calibri"/>
              <a:cs typeface="Calibri"/>
            </a:endParaRPr>
          </a:p>
          <a:p>
            <a:pPr marL="12700" marR="578485" indent="419100">
              <a:lnSpc>
                <a:spcPts val="3460"/>
              </a:lnSpc>
              <a:spcBef>
                <a:spcPts val="790"/>
              </a:spcBef>
              <a:buFont typeface="Calibri"/>
              <a:buAutoNum type="romanLcParenR"/>
              <a:tabLst>
                <a:tab pos="431800" algn="l"/>
                <a:tab pos="5998210" algn="l"/>
                <a:tab pos="7031355" algn="l"/>
              </a:tabLst>
            </a:pPr>
            <a:r>
              <a:rPr sz="3200" dirty="0">
                <a:latin typeface="Calibri"/>
                <a:cs typeface="Calibri"/>
              </a:rPr>
              <a:t>Nếu</a:t>
            </a:r>
            <a:r>
              <a:rPr sz="3200" spc="-50" dirty="0">
                <a:latin typeface="Calibri"/>
                <a:cs typeface="Calibri"/>
              </a:rPr>
              <a:t> </a:t>
            </a:r>
            <a:r>
              <a:rPr sz="3200" dirty="0">
                <a:latin typeface="Calibri"/>
                <a:cs typeface="Calibri"/>
              </a:rPr>
              <a:t>a</a:t>
            </a:r>
            <a:r>
              <a:rPr sz="3200" spc="-35" dirty="0">
                <a:latin typeface="Calibri"/>
                <a:cs typeface="Calibri"/>
              </a:rPr>
              <a:t> </a:t>
            </a:r>
            <a:r>
              <a:rPr sz="3200" dirty="0">
                <a:latin typeface="Calibri"/>
                <a:cs typeface="Calibri"/>
              </a:rPr>
              <a:t>là</a:t>
            </a:r>
            <a:r>
              <a:rPr sz="3200" spc="-25" dirty="0">
                <a:latin typeface="Calibri"/>
                <a:cs typeface="Calibri"/>
              </a:rPr>
              <a:t> </a:t>
            </a:r>
            <a:r>
              <a:rPr sz="3200" dirty="0">
                <a:latin typeface="Calibri"/>
                <a:cs typeface="Calibri"/>
              </a:rPr>
              <a:t>một</a:t>
            </a:r>
            <a:r>
              <a:rPr sz="3200" spc="-35" dirty="0">
                <a:latin typeface="Calibri"/>
                <a:cs typeface="Calibri"/>
              </a:rPr>
              <a:t> </a:t>
            </a:r>
            <a:r>
              <a:rPr sz="3200" dirty="0">
                <a:latin typeface="Calibri"/>
                <a:cs typeface="Calibri"/>
              </a:rPr>
              <a:t>phần</a:t>
            </a:r>
            <a:r>
              <a:rPr sz="3200" spc="-25" dirty="0">
                <a:latin typeface="Calibri"/>
                <a:cs typeface="Calibri"/>
              </a:rPr>
              <a:t> </a:t>
            </a:r>
            <a:r>
              <a:rPr sz="3200" dirty="0">
                <a:latin typeface="Calibri"/>
                <a:cs typeface="Calibri"/>
              </a:rPr>
              <a:t>tử</a:t>
            </a:r>
            <a:r>
              <a:rPr sz="3200" spc="-35" dirty="0">
                <a:latin typeface="Calibri"/>
                <a:cs typeface="Calibri"/>
              </a:rPr>
              <a:t> </a:t>
            </a:r>
            <a:r>
              <a:rPr sz="3200" dirty="0">
                <a:latin typeface="Calibri"/>
                <a:cs typeface="Calibri"/>
              </a:rPr>
              <a:t>thuộc</a:t>
            </a:r>
            <a:r>
              <a:rPr sz="3200" spc="-35" dirty="0">
                <a:latin typeface="Calibri"/>
                <a:cs typeface="Calibri"/>
              </a:rPr>
              <a:t> </a:t>
            </a:r>
            <a:r>
              <a:rPr sz="3200" dirty="0">
                <a:latin typeface="Calibri"/>
                <a:cs typeface="Calibri"/>
              </a:rPr>
              <a:t>A,</a:t>
            </a:r>
            <a:r>
              <a:rPr sz="3200" spc="-35" dirty="0">
                <a:latin typeface="Calibri"/>
                <a:cs typeface="Calibri"/>
              </a:rPr>
              <a:t> </a:t>
            </a:r>
            <a:r>
              <a:rPr sz="3200" dirty="0">
                <a:latin typeface="Calibri"/>
                <a:cs typeface="Calibri"/>
              </a:rPr>
              <a:t>ta</a:t>
            </a:r>
            <a:r>
              <a:rPr sz="3200" spc="-35" dirty="0">
                <a:latin typeface="Calibri"/>
                <a:cs typeface="Calibri"/>
              </a:rPr>
              <a:t> </a:t>
            </a:r>
            <a:r>
              <a:rPr sz="3200" dirty="0">
                <a:latin typeface="Calibri"/>
                <a:cs typeface="Calibri"/>
              </a:rPr>
              <a:t>viết</a:t>
            </a:r>
            <a:r>
              <a:rPr sz="3200" spc="-35" dirty="0">
                <a:latin typeface="Calibri"/>
                <a:cs typeface="Calibri"/>
              </a:rPr>
              <a:t> </a:t>
            </a:r>
            <a:r>
              <a:rPr sz="3200" spc="-50" dirty="0">
                <a:latin typeface="Calibri"/>
                <a:cs typeface="Calibri"/>
              </a:rPr>
              <a:t>a</a:t>
            </a:r>
            <a:r>
              <a:rPr sz="3200" dirty="0">
                <a:latin typeface="Calibri"/>
                <a:cs typeface="Calibri"/>
              </a:rPr>
              <a:t>	</a:t>
            </a:r>
            <a:r>
              <a:rPr sz="3200" dirty="0">
                <a:latin typeface="Symbol"/>
                <a:cs typeface="Symbol"/>
              </a:rPr>
              <a:t></a:t>
            </a:r>
            <a:r>
              <a:rPr sz="3200" spc="-100" dirty="0">
                <a:latin typeface="Times New Roman"/>
                <a:cs typeface="Times New Roman"/>
              </a:rPr>
              <a:t> </a:t>
            </a:r>
            <a:r>
              <a:rPr sz="3200" spc="-25" dirty="0">
                <a:latin typeface="Calibri"/>
                <a:cs typeface="Calibri"/>
              </a:rPr>
              <a:t>A. </a:t>
            </a:r>
            <a:r>
              <a:rPr sz="3200" spc="-35" dirty="0">
                <a:latin typeface="Calibri"/>
                <a:cs typeface="Calibri"/>
              </a:rPr>
              <a:t>Trong</a:t>
            </a:r>
            <a:r>
              <a:rPr sz="3200" spc="-60" dirty="0">
                <a:latin typeface="Calibri"/>
                <a:cs typeface="Calibri"/>
              </a:rPr>
              <a:t> </a:t>
            </a:r>
            <a:r>
              <a:rPr sz="3200" dirty="0">
                <a:latin typeface="Calibri"/>
                <a:cs typeface="Calibri"/>
              </a:rPr>
              <a:t>trường</a:t>
            </a:r>
            <a:r>
              <a:rPr sz="3200" spc="-65" dirty="0">
                <a:latin typeface="Calibri"/>
                <a:cs typeface="Calibri"/>
              </a:rPr>
              <a:t> </a:t>
            </a:r>
            <a:r>
              <a:rPr sz="3200" dirty="0">
                <a:latin typeface="Calibri"/>
                <a:cs typeface="Calibri"/>
              </a:rPr>
              <a:t>hợp</a:t>
            </a:r>
            <a:r>
              <a:rPr sz="3200" spc="-55" dirty="0">
                <a:latin typeface="Calibri"/>
                <a:cs typeface="Calibri"/>
              </a:rPr>
              <a:t> </a:t>
            </a:r>
            <a:r>
              <a:rPr sz="3200" dirty="0">
                <a:latin typeface="Calibri"/>
                <a:cs typeface="Calibri"/>
              </a:rPr>
              <a:t>ngược</a:t>
            </a:r>
            <a:r>
              <a:rPr sz="3200" spc="-65" dirty="0">
                <a:latin typeface="Calibri"/>
                <a:cs typeface="Calibri"/>
              </a:rPr>
              <a:t> </a:t>
            </a:r>
            <a:r>
              <a:rPr sz="3200" dirty="0">
                <a:latin typeface="Calibri"/>
                <a:cs typeface="Calibri"/>
              </a:rPr>
              <a:t>lại,</a:t>
            </a:r>
            <a:r>
              <a:rPr sz="3200" spc="-65" dirty="0">
                <a:latin typeface="Calibri"/>
                <a:cs typeface="Calibri"/>
              </a:rPr>
              <a:t> </a:t>
            </a:r>
            <a:r>
              <a:rPr sz="3200" dirty="0">
                <a:latin typeface="Calibri"/>
                <a:cs typeface="Calibri"/>
              </a:rPr>
              <a:t>ta</a:t>
            </a:r>
            <a:r>
              <a:rPr sz="3200" spc="-65" dirty="0">
                <a:latin typeface="Calibri"/>
                <a:cs typeface="Calibri"/>
              </a:rPr>
              <a:t> </a:t>
            </a:r>
            <a:r>
              <a:rPr sz="3200" spc="-20" dirty="0">
                <a:latin typeface="Calibri"/>
                <a:cs typeface="Calibri"/>
              </a:rPr>
              <a:t>viết</a:t>
            </a:r>
            <a:r>
              <a:rPr sz="3200" dirty="0">
                <a:latin typeface="Calibri"/>
                <a:cs typeface="Calibri"/>
              </a:rPr>
              <a:t>	a</a:t>
            </a:r>
            <a:r>
              <a:rPr sz="3200" spc="-25" dirty="0">
                <a:latin typeface="Calibri"/>
                <a:cs typeface="Calibri"/>
              </a:rPr>
              <a:t> </a:t>
            </a:r>
            <a:r>
              <a:rPr sz="3200" dirty="0">
                <a:latin typeface="Symbol"/>
                <a:cs typeface="Symbol"/>
              </a:rPr>
              <a:t></a:t>
            </a:r>
            <a:r>
              <a:rPr sz="3200" spc="-95" dirty="0">
                <a:latin typeface="Times New Roman"/>
                <a:cs typeface="Times New Roman"/>
              </a:rPr>
              <a:t> </a:t>
            </a:r>
            <a:r>
              <a:rPr sz="3200" spc="-25" dirty="0">
                <a:latin typeface="Calibri"/>
                <a:cs typeface="Calibri"/>
              </a:rPr>
              <a:t>A.</a:t>
            </a:r>
            <a:endParaRPr sz="3200">
              <a:latin typeface="Calibri"/>
              <a:cs typeface="Calibri"/>
            </a:endParaRPr>
          </a:p>
          <a:p>
            <a:pPr marL="12700">
              <a:lnSpc>
                <a:spcPct val="100000"/>
              </a:lnSpc>
              <a:spcBef>
                <a:spcPts val="305"/>
              </a:spcBef>
            </a:pPr>
            <a:r>
              <a:rPr sz="3200" dirty="0">
                <a:latin typeface="Calibri"/>
                <a:cs typeface="Calibri"/>
              </a:rPr>
              <a:t>Ví</a:t>
            </a:r>
            <a:r>
              <a:rPr sz="3200" spc="-25" dirty="0">
                <a:latin typeface="Calibri"/>
                <a:cs typeface="Calibri"/>
              </a:rPr>
              <a:t> </a:t>
            </a:r>
            <a:r>
              <a:rPr sz="3200" dirty="0">
                <a:latin typeface="Calibri"/>
                <a:cs typeface="Calibri"/>
              </a:rPr>
              <a:t>dụ</a:t>
            </a:r>
            <a:r>
              <a:rPr sz="3200" spc="-10" dirty="0">
                <a:latin typeface="Calibri"/>
                <a:cs typeface="Calibri"/>
              </a:rPr>
              <a:t> </a:t>
            </a:r>
            <a:r>
              <a:rPr sz="3200" spc="-50" dirty="0">
                <a:latin typeface="Calibri"/>
                <a:cs typeface="Calibri"/>
              </a:rPr>
              <a:t>:</a:t>
            </a:r>
            <a:endParaRPr sz="3200">
              <a:latin typeface="Calibri"/>
              <a:cs typeface="Calibri"/>
            </a:endParaRPr>
          </a:p>
          <a:p>
            <a:pPr marL="422909" lvl="1" indent="-410209">
              <a:lnSpc>
                <a:spcPct val="100000"/>
              </a:lnSpc>
              <a:spcBef>
                <a:spcPts val="409"/>
              </a:spcBef>
              <a:buAutoNum type="alphaLcParenR"/>
              <a:tabLst>
                <a:tab pos="422909" algn="l"/>
              </a:tabLst>
            </a:pPr>
            <a:r>
              <a:rPr sz="3200" dirty="0">
                <a:latin typeface="Calibri"/>
                <a:cs typeface="Calibri"/>
              </a:rPr>
              <a:t>A</a:t>
            </a:r>
            <a:r>
              <a:rPr sz="3200" spc="-45" dirty="0">
                <a:latin typeface="Calibri"/>
                <a:cs typeface="Calibri"/>
              </a:rPr>
              <a:t> </a:t>
            </a:r>
            <a:r>
              <a:rPr sz="3200" dirty="0">
                <a:latin typeface="Calibri"/>
                <a:cs typeface="Calibri"/>
              </a:rPr>
              <a:t>={1,</a:t>
            </a:r>
            <a:r>
              <a:rPr sz="3200" spc="-10" dirty="0">
                <a:latin typeface="Calibri"/>
                <a:cs typeface="Calibri"/>
              </a:rPr>
              <a:t> </a:t>
            </a:r>
            <a:r>
              <a:rPr sz="3200" dirty="0">
                <a:latin typeface="Calibri"/>
                <a:cs typeface="Calibri"/>
              </a:rPr>
              <a:t>2,</a:t>
            </a:r>
            <a:r>
              <a:rPr sz="3200" spc="-25" dirty="0">
                <a:latin typeface="Calibri"/>
                <a:cs typeface="Calibri"/>
              </a:rPr>
              <a:t> </a:t>
            </a:r>
            <a:r>
              <a:rPr sz="3200" dirty="0">
                <a:latin typeface="Calibri"/>
                <a:cs typeface="Calibri"/>
              </a:rPr>
              <a:t>3}.</a:t>
            </a:r>
            <a:r>
              <a:rPr sz="3200" spc="-15" dirty="0">
                <a:latin typeface="Calibri"/>
                <a:cs typeface="Calibri"/>
              </a:rPr>
              <a:t> </a:t>
            </a:r>
            <a:r>
              <a:rPr sz="3200" spc="-105" dirty="0">
                <a:latin typeface="Calibri"/>
                <a:cs typeface="Calibri"/>
              </a:rPr>
              <a:t>Ta</a:t>
            </a:r>
            <a:r>
              <a:rPr sz="3200" spc="-25" dirty="0">
                <a:latin typeface="Calibri"/>
                <a:cs typeface="Calibri"/>
              </a:rPr>
              <a:t> </a:t>
            </a:r>
            <a:r>
              <a:rPr sz="3200" dirty="0">
                <a:latin typeface="Calibri"/>
                <a:cs typeface="Calibri"/>
              </a:rPr>
              <a:t>có</a:t>
            </a:r>
            <a:r>
              <a:rPr sz="3200" spc="-40" dirty="0">
                <a:latin typeface="Calibri"/>
                <a:cs typeface="Calibri"/>
              </a:rPr>
              <a:t> </a:t>
            </a:r>
            <a:r>
              <a:rPr sz="3200" dirty="0">
                <a:latin typeface="Calibri"/>
                <a:cs typeface="Calibri"/>
              </a:rPr>
              <a:t>1</a:t>
            </a:r>
            <a:r>
              <a:rPr sz="3200" spc="-15"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Calibri"/>
                <a:cs typeface="Calibri"/>
              </a:rPr>
              <a:t>A,</a:t>
            </a:r>
            <a:r>
              <a:rPr sz="3200" spc="-25" dirty="0">
                <a:latin typeface="Calibri"/>
                <a:cs typeface="Calibri"/>
              </a:rPr>
              <a:t> </a:t>
            </a:r>
            <a:r>
              <a:rPr sz="3200" dirty="0">
                <a:latin typeface="Calibri"/>
                <a:cs typeface="Calibri"/>
              </a:rPr>
              <a:t>4</a:t>
            </a:r>
            <a:r>
              <a:rPr sz="3200" spc="-20" dirty="0">
                <a:latin typeface="Calibri"/>
                <a:cs typeface="Calibri"/>
              </a:rPr>
              <a:t> </a:t>
            </a:r>
            <a:r>
              <a:rPr sz="3200" dirty="0">
                <a:latin typeface="Symbol"/>
                <a:cs typeface="Symbol"/>
              </a:rPr>
              <a:t></a:t>
            </a:r>
            <a:r>
              <a:rPr sz="3200" spc="-105" dirty="0">
                <a:latin typeface="Times New Roman"/>
                <a:cs typeface="Times New Roman"/>
              </a:rPr>
              <a:t> </a:t>
            </a:r>
            <a:r>
              <a:rPr sz="3200" spc="-50" dirty="0">
                <a:latin typeface="Calibri"/>
                <a:cs typeface="Calibri"/>
              </a:rPr>
              <a:t>A</a:t>
            </a:r>
            <a:endParaRPr sz="3200">
              <a:latin typeface="Calibri"/>
              <a:cs typeface="Calibri"/>
            </a:endParaRPr>
          </a:p>
          <a:p>
            <a:pPr marL="12700" marR="5080" lvl="1" indent="428625">
              <a:lnSpc>
                <a:spcPts val="3460"/>
              </a:lnSpc>
              <a:spcBef>
                <a:spcPts val="815"/>
              </a:spcBef>
              <a:buAutoNum type="alphaLcParenR"/>
              <a:tabLst>
                <a:tab pos="441325" algn="l"/>
              </a:tabLst>
            </a:pPr>
            <a:r>
              <a:rPr sz="3200" dirty="0">
                <a:latin typeface="Calibri"/>
                <a:cs typeface="Calibri"/>
              </a:rPr>
              <a:t>B</a:t>
            </a:r>
            <a:r>
              <a:rPr sz="3200" spc="-20" dirty="0">
                <a:latin typeface="Calibri"/>
                <a:cs typeface="Calibri"/>
              </a:rPr>
              <a:t> </a:t>
            </a:r>
            <a:r>
              <a:rPr sz="3200" dirty="0">
                <a:latin typeface="Calibri"/>
                <a:cs typeface="Calibri"/>
              </a:rPr>
              <a:t>={</a:t>
            </a:r>
            <a:r>
              <a:rPr sz="3200" spc="-5" dirty="0">
                <a:latin typeface="Calibri"/>
                <a:cs typeface="Calibri"/>
              </a:rPr>
              <a:t> </a:t>
            </a:r>
            <a:r>
              <a:rPr sz="3200" dirty="0">
                <a:latin typeface="Calibri"/>
                <a:cs typeface="Calibri"/>
              </a:rPr>
              <a:t>n</a:t>
            </a:r>
            <a:r>
              <a:rPr sz="3200" spc="-10" dirty="0">
                <a:latin typeface="Calibri"/>
                <a:cs typeface="Calibri"/>
              </a:rPr>
              <a:t> </a:t>
            </a:r>
            <a:r>
              <a:rPr sz="3200" dirty="0">
                <a:latin typeface="Symbol"/>
                <a:cs typeface="Symbol"/>
              </a:rPr>
              <a:t></a:t>
            </a:r>
            <a:r>
              <a:rPr sz="3200" spc="-90" dirty="0">
                <a:latin typeface="Times New Roman"/>
                <a:cs typeface="Times New Roman"/>
              </a:rPr>
              <a:t> </a:t>
            </a:r>
            <a:r>
              <a:rPr sz="3200" dirty="0">
                <a:latin typeface="Calibri"/>
                <a:cs typeface="Calibri"/>
              </a:rPr>
              <a:t>N</a:t>
            </a:r>
            <a:r>
              <a:rPr sz="3200" spc="-15"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n</a:t>
            </a:r>
            <a:r>
              <a:rPr sz="3200" spc="-10" dirty="0">
                <a:latin typeface="Calibri"/>
                <a:cs typeface="Calibri"/>
              </a:rPr>
              <a:t> </a:t>
            </a:r>
            <a:r>
              <a:rPr sz="3200" dirty="0">
                <a:latin typeface="Calibri"/>
                <a:cs typeface="Calibri"/>
              </a:rPr>
              <a:t>là</a:t>
            </a:r>
            <a:r>
              <a:rPr sz="3200" spc="-10" dirty="0">
                <a:latin typeface="Calibri"/>
                <a:cs typeface="Calibri"/>
              </a:rPr>
              <a:t> </a:t>
            </a:r>
            <a:r>
              <a:rPr sz="3200" dirty="0">
                <a:latin typeface="Calibri"/>
                <a:cs typeface="Calibri"/>
              </a:rPr>
              <a:t>lẻ},</a:t>
            </a:r>
            <a:r>
              <a:rPr sz="3200" spc="-15" dirty="0">
                <a:latin typeface="Calibri"/>
                <a:cs typeface="Calibri"/>
              </a:rPr>
              <a:t> </a:t>
            </a:r>
            <a:r>
              <a:rPr sz="3200" dirty="0">
                <a:latin typeface="Calibri"/>
                <a:cs typeface="Calibri"/>
              </a:rPr>
              <a:t>n</a:t>
            </a:r>
            <a:r>
              <a:rPr sz="3200" spc="-15" dirty="0">
                <a:latin typeface="Calibri"/>
                <a:cs typeface="Calibri"/>
              </a:rPr>
              <a:t> </a:t>
            </a:r>
            <a:r>
              <a:rPr sz="3200" dirty="0">
                <a:latin typeface="Calibri"/>
                <a:cs typeface="Calibri"/>
              </a:rPr>
              <a:t>là</a:t>
            </a:r>
            <a:r>
              <a:rPr sz="3200" spc="-5" dirty="0">
                <a:latin typeface="Calibri"/>
                <a:cs typeface="Calibri"/>
              </a:rPr>
              <a:t> </a:t>
            </a:r>
            <a:r>
              <a:rPr sz="3200" dirty="0">
                <a:latin typeface="Calibri"/>
                <a:cs typeface="Calibri"/>
              </a:rPr>
              <a:t>lẻ</a:t>
            </a:r>
            <a:r>
              <a:rPr sz="3200" spc="-25" dirty="0">
                <a:latin typeface="Calibri"/>
                <a:cs typeface="Calibri"/>
              </a:rPr>
              <a:t> </a:t>
            </a:r>
            <a:r>
              <a:rPr sz="3200" dirty="0">
                <a:latin typeface="Calibri"/>
                <a:cs typeface="Calibri"/>
              </a:rPr>
              <a:t>là</a:t>
            </a:r>
            <a:r>
              <a:rPr sz="3200" spc="-15" dirty="0">
                <a:latin typeface="Calibri"/>
                <a:cs typeface="Calibri"/>
              </a:rPr>
              <a:t> </a:t>
            </a:r>
            <a:r>
              <a:rPr sz="3200" dirty="0">
                <a:latin typeface="Calibri"/>
                <a:cs typeface="Calibri"/>
              </a:rPr>
              <a:t>điều</a:t>
            </a:r>
            <a:r>
              <a:rPr sz="3200" spc="-15" dirty="0">
                <a:latin typeface="Calibri"/>
                <a:cs typeface="Calibri"/>
              </a:rPr>
              <a:t> </a:t>
            </a:r>
            <a:r>
              <a:rPr sz="3200" dirty="0">
                <a:latin typeface="Calibri"/>
                <a:cs typeface="Calibri"/>
              </a:rPr>
              <a:t>kiện</a:t>
            </a:r>
            <a:r>
              <a:rPr sz="3200" spc="-25" dirty="0">
                <a:latin typeface="Calibri"/>
                <a:cs typeface="Calibri"/>
              </a:rPr>
              <a:t> </a:t>
            </a:r>
            <a:r>
              <a:rPr sz="3200" dirty="0">
                <a:latin typeface="Calibri"/>
                <a:cs typeface="Calibri"/>
              </a:rPr>
              <a:t>để</a:t>
            </a:r>
            <a:r>
              <a:rPr sz="3200" spc="-15" dirty="0">
                <a:latin typeface="Calibri"/>
                <a:cs typeface="Calibri"/>
              </a:rPr>
              <a:t> </a:t>
            </a:r>
            <a:r>
              <a:rPr sz="3200" dirty="0">
                <a:latin typeface="Calibri"/>
                <a:cs typeface="Calibri"/>
              </a:rPr>
              <a:t>n</a:t>
            </a:r>
            <a:r>
              <a:rPr sz="3200" spc="-5" dirty="0">
                <a:latin typeface="Calibri"/>
                <a:cs typeface="Calibri"/>
              </a:rPr>
              <a:t> </a:t>
            </a:r>
            <a:r>
              <a:rPr sz="3200" dirty="0">
                <a:latin typeface="Symbol"/>
                <a:cs typeface="Symbol"/>
              </a:rPr>
              <a:t></a:t>
            </a:r>
            <a:r>
              <a:rPr sz="3200" spc="-90" dirty="0">
                <a:latin typeface="Times New Roman"/>
                <a:cs typeface="Times New Roman"/>
              </a:rPr>
              <a:t> </a:t>
            </a:r>
            <a:r>
              <a:rPr sz="3200" spc="-25" dirty="0">
                <a:latin typeface="Calibri"/>
                <a:cs typeface="Calibri"/>
              </a:rPr>
              <a:t>B. </a:t>
            </a:r>
            <a:r>
              <a:rPr sz="3200" spc="-105" dirty="0">
                <a:latin typeface="Calibri"/>
                <a:cs typeface="Calibri"/>
              </a:rPr>
              <a:t>Ta</a:t>
            </a:r>
            <a:r>
              <a:rPr sz="3200" spc="-40" dirty="0">
                <a:latin typeface="Calibri"/>
                <a:cs typeface="Calibri"/>
              </a:rPr>
              <a:t> </a:t>
            </a:r>
            <a:r>
              <a:rPr sz="3200" dirty="0">
                <a:latin typeface="Calibri"/>
                <a:cs typeface="Calibri"/>
              </a:rPr>
              <a:t>có</a:t>
            </a:r>
            <a:r>
              <a:rPr sz="3200" spc="-50" dirty="0">
                <a:latin typeface="Calibri"/>
                <a:cs typeface="Calibri"/>
              </a:rPr>
              <a:t> </a:t>
            </a:r>
            <a:r>
              <a:rPr sz="3200" dirty="0">
                <a:latin typeface="Calibri"/>
                <a:cs typeface="Calibri"/>
              </a:rPr>
              <a:t>3</a:t>
            </a:r>
            <a:r>
              <a:rPr sz="3200" spc="-35" dirty="0">
                <a:latin typeface="Calibri"/>
                <a:cs typeface="Calibri"/>
              </a:rPr>
              <a:t> </a:t>
            </a:r>
            <a:r>
              <a:rPr sz="3200" dirty="0">
                <a:latin typeface="Symbol"/>
                <a:cs typeface="Symbol"/>
              </a:rPr>
              <a:t></a:t>
            </a:r>
            <a:r>
              <a:rPr sz="3200" spc="-110" dirty="0">
                <a:latin typeface="Times New Roman"/>
                <a:cs typeface="Times New Roman"/>
              </a:rPr>
              <a:t> </a:t>
            </a:r>
            <a:r>
              <a:rPr sz="3200" dirty="0">
                <a:latin typeface="Calibri"/>
                <a:cs typeface="Calibri"/>
              </a:rPr>
              <a:t>B,</a:t>
            </a:r>
            <a:r>
              <a:rPr sz="3200" spc="-35" dirty="0">
                <a:latin typeface="Calibri"/>
                <a:cs typeface="Calibri"/>
              </a:rPr>
              <a:t> </a:t>
            </a:r>
            <a:r>
              <a:rPr sz="3200" dirty="0">
                <a:latin typeface="Calibri"/>
                <a:cs typeface="Calibri"/>
              </a:rPr>
              <a:t>4</a:t>
            </a:r>
            <a:r>
              <a:rPr sz="3200" spc="-35" dirty="0">
                <a:latin typeface="Calibri"/>
                <a:cs typeface="Calibri"/>
              </a:rPr>
              <a:t> </a:t>
            </a:r>
            <a:r>
              <a:rPr sz="3200" dirty="0">
                <a:latin typeface="Symbol"/>
                <a:cs typeface="Symbol"/>
              </a:rPr>
              <a:t></a:t>
            </a:r>
            <a:r>
              <a:rPr sz="3200" spc="-110" dirty="0">
                <a:latin typeface="Times New Roman"/>
                <a:cs typeface="Times New Roman"/>
              </a:rPr>
              <a:t> </a:t>
            </a:r>
            <a:r>
              <a:rPr sz="3200" dirty="0">
                <a:latin typeface="Calibri"/>
                <a:cs typeface="Calibri"/>
              </a:rPr>
              <a:t>B.</a:t>
            </a:r>
            <a:r>
              <a:rPr sz="3200" spc="-45" dirty="0">
                <a:latin typeface="Calibri"/>
                <a:cs typeface="Calibri"/>
              </a:rPr>
              <a:t> </a:t>
            </a:r>
            <a:r>
              <a:rPr sz="3200" spc="-100" dirty="0">
                <a:latin typeface="Calibri"/>
                <a:cs typeface="Calibri"/>
              </a:rPr>
              <a:t>Ta</a:t>
            </a:r>
            <a:r>
              <a:rPr sz="3200" spc="-35" dirty="0">
                <a:latin typeface="Calibri"/>
                <a:cs typeface="Calibri"/>
              </a:rPr>
              <a:t> </a:t>
            </a:r>
            <a:r>
              <a:rPr sz="3200" dirty="0">
                <a:latin typeface="Calibri"/>
                <a:cs typeface="Calibri"/>
              </a:rPr>
              <a:t>cũng</a:t>
            </a:r>
            <a:r>
              <a:rPr sz="3200" spc="-40" dirty="0">
                <a:latin typeface="Calibri"/>
                <a:cs typeface="Calibri"/>
              </a:rPr>
              <a:t> </a:t>
            </a:r>
            <a:r>
              <a:rPr sz="3200" spc="-20" dirty="0">
                <a:latin typeface="Calibri"/>
                <a:cs typeface="Calibri"/>
              </a:rPr>
              <a:t>viết</a:t>
            </a:r>
            <a:endParaRPr sz="3200">
              <a:latin typeface="Calibri"/>
              <a:cs typeface="Calibri"/>
            </a:endParaRPr>
          </a:p>
          <a:p>
            <a:pPr marL="1088390" marR="2794635" indent="812165">
              <a:lnSpc>
                <a:spcPts val="4220"/>
              </a:lnSpc>
              <a:spcBef>
                <a:spcPts val="55"/>
              </a:spcBef>
              <a:tabLst>
                <a:tab pos="1897380" algn="l"/>
              </a:tabLst>
            </a:pPr>
            <a:r>
              <a:rPr sz="3200" dirty="0">
                <a:latin typeface="Calibri"/>
                <a:cs typeface="Calibri"/>
              </a:rPr>
              <a:t>B</a:t>
            </a:r>
            <a:r>
              <a:rPr sz="3200" spc="-15"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n</a:t>
            </a:r>
            <a:r>
              <a:rPr sz="3200" spc="-5" dirty="0">
                <a:latin typeface="Calibri"/>
                <a:cs typeface="Calibri"/>
              </a:rPr>
              <a:t> </a:t>
            </a:r>
            <a:r>
              <a:rPr sz="3200" dirty="0">
                <a:latin typeface="Symbol"/>
                <a:cs typeface="Symbol"/>
              </a:rPr>
              <a:t></a:t>
            </a:r>
            <a:r>
              <a:rPr sz="3200" spc="-90" dirty="0">
                <a:latin typeface="Times New Roman"/>
                <a:cs typeface="Times New Roman"/>
              </a:rPr>
              <a:t> </a:t>
            </a:r>
            <a:r>
              <a:rPr sz="3200" dirty="0">
                <a:latin typeface="Calibri"/>
                <a:cs typeface="Calibri"/>
              </a:rPr>
              <a:t>N</a:t>
            </a:r>
            <a:r>
              <a:rPr sz="3200" spc="-1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n</a:t>
            </a:r>
            <a:r>
              <a:rPr sz="3200" spc="-20" dirty="0">
                <a:latin typeface="Calibri"/>
                <a:cs typeface="Calibri"/>
              </a:rPr>
              <a:t> </a:t>
            </a:r>
            <a:r>
              <a:rPr sz="3200" dirty="0">
                <a:latin typeface="Calibri"/>
                <a:cs typeface="Calibri"/>
              </a:rPr>
              <a:t>là</a:t>
            </a:r>
            <a:r>
              <a:rPr sz="3200" spc="-10" dirty="0">
                <a:latin typeface="Calibri"/>
                <a:cs typeface="Calibri"/>
              </a:rPr>
              <a:t> </a:t>
            </a:r>
            <a:r>
              <a:rPr sz="3200" spc="-25" dirty="0">
                <a:latin typeface="Calibri"/>
                <a:cs typeface="Calibri"/>
              </a:rPr>
              <a:t>lẻ} Hay</a:t>
            </a:r>
            <a:r>
              <a:rPr sz="3200" dirty="0">
                <a:latin typeface="Calibri"/>
                <a:cs typeface="Calibri"/>
              </a:rPr>
              <a:t>	B</a:t>
            </a:r>
            <a:r>
              <a:rPr sz="3200" spc="-10" dirty="0">
                <a:latin typeface="Calibri"/>
                <a:cs typeface="Calibri"/>
              </a:rPr>
              <a:t> </a:t>
            </a:r>
            <a:r>
              <a:rPr sz="3200" dirty="0">
                <a:latin typeface="Calibri"/>
                <a:cs typeface="Calibri"/>
              </a:rPr>
              <a:t>={</a:t>
            </a:r>
            <a:r>
              <a:rPr sz="3200" spc="-10" dirty="0">
                <a:latin typeface="Calibri"/>
                <a:cs typeface="Calibri"/>
              </a:rPr>
              <a:t> </a:t>
            </a:r>
            <a:r>
              <a:rPr sz="3200" dirty="0">
                <a:latin typeface="Calibri"/>
                <a:cs typeface="Calibri"/>
              </a:rPr>
              <a:t>n</a:t>
            </a:r>
            <a:r>
              <a:rPr sz="3200" spc="-10"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n</a:t>
            </a:r>
            <a:r>
              <a:rPr sz="3200" spc="-10" dirty="0">
                <a:latin typeface="Calibri"/>
                <a:cs typeface="Calibri"/>
              </a:rPr>
              <a:t> </a:t>
            </a:r>
            <a:r>
              <a:rPr sz="3200" dirty="0">
                <a:latin typeface="Symbol"/>
                <a:cs typeface="Symbol"/>
              </a:rPr>
              <a:t></a:t>
            </a:r>
            <a:r>
              <a:rPr sz="3200" spc="-75" dirty="0">
                <a:latin typeface="Times New Roman"/>
                <a:cs typeface="Times New Roman"/>
              </a:rPr>
              <a:t> </a:t>
            </a:r>
            <a:r>
              <a:rPr sz="3200" dirty="0">
                <a:latin typeface="Calibri"/>
                <a:cs typeface="Calibri"/>
              </a:rPr>
              <a:t>N</a:t>
            </a:r>
            <a:r>
              <a:rPr sz="3200" spc="-20"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n</a:t>
            </a:r>
            <a:r>
              <a:rPr sz="3200" spc="-10" dirty="0">
                <a:latin typeface="Calibri"/>
                <a:cs typeface="Calibri"/>
              </a:rPr>
              <a:t> </a:t>
            </a:r>
            <a:r>
              <a:rPr sz="3200" dirty="0">
                <a:latin typeface="Calibri"/>
                <a:cs typeface="Calibri"/>
              </a:rPr>
              <a:t>là</a:t>
            </a:r>
            <a:r>
              <a:rPr sz="3200" spc="-15" dirty="0">
                <a:latin typeface="Calibri"/>
                <a:cs typeface="Calibri"/>
              </a:rPr>
              <a:t> </a:t>
            </a:r>
            <a:r>
              <a:rPr sz="3200" spc="-25" dirty="0">
                <a:latin typeface="Calibri"/>
                <a:cs typeface="Calibri"/>
              </a:rPr>
              <a:t>lẻ}</a:t>
            </a:r>
            <a:endParaRPr sz="3200">
              <a:latin typeface="Calibri"/>
              <a:cs typeface="Calibri"/>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215239"/>
            <a:ext cx="8351520" cy="6174740"/>
          </a:xfrm>
          <a:prstGeom prst="rect">
            <a:avLst/>
          </a:prstGeom>
        </p:spPr>
        <p:txBody>
          <a:bodyPr vert="horz" wrap="square" lIns="0" tIns="109855" rIns="0" bIns="0" rtlCol="0">
            <a:spAutoFit/>
          </a:bodyPr>
          <a:lstStyle/>
          <a:p>
            <a:pPr marL="12700">
              <a:lnSpc>
                <a:spcPct val="100000"/>
              </a:lnSpc>
              <a:spcBef>
                <a:spcPts val="865"/>
              </a:spcBef>
              <a:tabLst>
                <a:tab pos="1031875" algn="l"/>
              </a:tabLst>
            </a:pPr>
            <a:r>
              <a:rPr sz="3200" b="1" spc="-10" dirty="0">
                <a:latin typeface="Calibri"/>
                <a:cs typeface="Calibri"/>
              </a:rPr>
              <a:t>2.1.1</a:t>
            </a:r>
            <a:r>
              <a:rPr sz="3200" b="1" dirty="0">
                <a:latin typeface="Calibri"/>
                <a:cs typeface="Calibri"/>
              </a:rPr>
              <a:t>	Định</a:t>
            </a:r>
            <a:r>
              <a:rPr sz="3200" b="1" spc="-15" dirty="0">
                <a:latin typeface="Calibri"/>
                <a:cs typeface="Calibri"/>
              </a:rPr>
              <a:t> </a:t>
            </a:r>
            <a:r>
              <a:rPr sz="3200" b="1" spc="-10" dirty="0">
                <a:latin typeface="Calibri"/>
                <a:cs typeface="Calibri"/>
              </a:rPr>
              <a:t>nghĩa:</a:t>
            </a:r>
            <a:endParaRPr sz="3200">
              <a:latin typeface="Calibri"/>
              <a:cs typeface="Calibri"/>
            </a:endParaRPr>
          </a:p>
          <a:p>
            <a:pPr marL="12700" marR="203835" indent="318135">
              <a:lnSpc>
                <a:spcPct val="100000"/>
              </a:lnSpc>
              <a:spcBef>
                <a:spcPts val="770"/>
              </a:spcBef>
              <a:buFont typeface="Calibri"/>
              <a:buAutoNum type="romanLcParenR"/>
              <a:tabLst>
                <a:tab pos="330835" algn="l"/>
              </a:tabLst>
            </a:pPr>
            <a:r>
              <a:rPr sz="3200" dirty="0">
                <a:latin typeface="Calibri"/>
                <a:cs typeface="Calibri"/>
              </a:rPr>
              <a:t>Cho</a:t>
            </a:r>
            <a:r>
              <a:rPr sz="3200" spc="-40" dirty="0">
                <a:latin typeface="Calibri"/>
                <a:cs typeface="Calibri"/>
              </a:rPr>
              <a:t> </a:t>
            </a:r>
            <a:r>
              <a:rPr sz="3200" dirty="0">
                <a:latin typeface="Calibri"/>
                <a:cs typeface="Calibri"/>
              </a:rPr>
              <a:t>tập</a:t>
            </a:r>
            <a:r>
              <a:rPr sz="3200" spc="-55" dirty="0">
                <a:latin typeface="Calibri"/>
                <a:cs typeface="Calibri"/>
              </a:rPr>
              <a:t> </a:t>
            </a:r>
            <a:r>
              <a:rPr sz="3200" dirty="0">
                <a:latin typeface="Calibri"/>
                <a:cs typeface="Calibri"/>
              </a:rPr>
              <a:t>U</a:t>
            </a:r>
            <a:r>
              <a:rPr sz="3200" spc="-50" dirty="0">
                <a:latin typeface="Calibri"/>
                <a:cs typeface="Calibri"/>
              </a:rPr>
              <a:t> </a:t>
            </a:r>
            <a:r>
              <a:rPr sz="3200" dirty="0">
                <a:latin typeface="Calibri"/>
                <a:cs typeface="Calibri"/>
              </a:rPr>
              <a:t>nếu</a:t>
            </a:r>
            <a:r>
              <a:rPr sz="3200" spc="-55" dirty="0">
                <a:latin typeface="Calibri"/>
                <a:cs typeface="Calibri"/>
              </a:rPr>
              <a:t> </a:t>
            </a:r>
            <a:r>
              <a:rPr sz="3200" dirty="0">
                <a:latin typeface="Calibri"/>
                <a:cs typeface="Calibri"/>
              </a:rPr>
              <a:t>mọi</a:t>
            </a:r>
            <a:r>
              <a:rPr sz="3200" spc="-45" dirty="0">
                <a:latin typeface="Calibri"/>
                <a:cs typeface="Calibri"/>
              </a:rPr>
              <a:t> </a:t>
            </a:r>
            <a:r>
              <a:rPr sz="3200" dirty="0">
                <a:latin typeface="Calibri"/>
                <a:cs typeface="Calibri"/>
              </a:rPr>
              <a:t>tập</a:t>
            </a:r>
            <a:r>
              <a:rPr sz="3200" spc="-55" dirty="0">
                <a:latin typeface="Calibri"/>
                <a:cs typeface="Calibri"/>
              </a:rPr>
              <a:t> </a:t>
            </a:r>
            <a:r>
              <a:rPr sz="3200" dirty="0">
                <a:latin typeface="Calibri"/>
                <a:cs typeface="Calibri"/>
              </a:rPr>
              <a:t>A</a:t>
            </a:r>
            <a:r>
              <a:rPr sz="3200" spc="-55" dirty="0">
                <a:latin typeface="Calibri"/>
                <a:cs typeface="Calibri"/>
              </a:rPr>
              <a:t> </a:t>
            </a:r>
            <a:r>
              <a:rPr sz="3200" dirty="0">
                <a:latin typeface="Calibri"/>
                <a:cs typeface="Calibri"/>
              </a:rPr>
              <a:t>xét</a:t>
            </a:r>
            <a:r>
              <a:rPr sz="3200" spc="-60" dirty="0">
                <a:latin typeface="Calibri"/>
                <a:cs typeface="Calibri"/>
              </a:rPr>
              <a:t> </a:t>
            </a:r>
            <a:r>
              <a:rPr sz="3200" dirty="0">
                <a:latin typeface="Calibri"/>
                <a:cs typeface="Calibri"/>
              </a:rPr>
              <a:t>đến</a:t>
            </a:r>
            <a:r>
              <a:rPr sz="3200" spc="-55" dirty="0">
                <a:latin typeface="Calibri"/>
                <a:cs typeface="Calibri"/>
              </a:rPr>
              <a:t> </a:t>
            </a:r>
            <a:r>
              <a:rPr sz="3200" dirty="0">
                <a:latin typeface="Calibri"/>
                <a:cs typeface="Calibri"/>
              </a:rPr>
              <a:t>,</a:t>
            </a:r>
            <a:r>
              <a:rPr sz="3200" spc="-50" dirty="0">
                <a:latin typeface="Calibri"/>
                <a:cs typeface="Calibri"/>
              </a:rPr>
              <a:t> </a:t>
            </a:r>
            <a:r>
              <a:rPr sz="3200" dirty="0">
                <a:latin typeface="Calibri"/>
                <a:cs typeface="Calibri"/>
              </a:rPr>
              <a:t>mọi</a:t>
            </a:r>
            <a:r>
              <a:rPr sz="3200" spc="-55" dirty="0">
                <a:latin typeface="Calibri"/>
                <a:cs typeface="Calibri"/>
              </a:rPr>
              <a:t> </a:t>
            </a:r>
            <a:r>
              <a:rPr sz="3200" dirty="0">
                <a:latin typeface="Calibri"/>
                <a:cs typeface="Calibri"/>
              </a:rPr>
              <a:t>phần</a:t>
            </a:r>
            <a:r>
              <a:rPr sz="3200" spc="-25" dirty="0">
                <a:latin typeface="Calibri"/>
                <a:cs typeface="Calibri"/>
              </a:rPr>
              <a:t> tử </a:t>
            </a:r>
            <a:r>
              <a:rPr sz="3200" dirty="0">
                <a:latin typeface="Calibri"/>
                <a:cs typeface="Calibri"/>
              </a:rPr>
              <a:t>thuộc</a:t>
            </a:r>
            <a:r>
              <a:rPr sz="3200" spc="-40" dirty="0">
                <a:latin typeface="Calibri"/>
                <a:cs typeface="Calibri"/>
              </a:rPr>
              <a:t> </a:t>
            </a:r>
            <a:r>
              <a:rPr sz="3200" dirty="0">
                <a:latin typeface="Calibri"/>
                <a:cs typeface="Calibri"/>
              </a:rPr>
              <a:t>A</a:t>
            </a:r>
            <a:r>
              <a:rPr sz="3200" spc="-40" dirty="0">
                <a:latin typeface="Calibri"/>
                <a:cs typeface="Calibri"/>
              </a:rPr>
              <a:t> </a:t>
            </a:r>
            <a:r>
              <a:rPr sz="3200" dirty="0">
                <a:latin typeface="Calibri"/>
                <a:cs typeface="Calibri"/>
              </a:rPr>
              <a:t>đều</a:t>
            </a:r>
            <a:r>
              <a:rPr sz="3200" spc="-40" dirty="0">
                <a:latin typeface="Calibri"/>
                <a:cs typeface="Calibri"/>
              </a:rPr>
              <a:t> </a:t>
            </a:r>
            <a:r>
              <a:rPr sz="3200" dirty="0">
                <a:latin typeface="Calibri"/>
                <a:cs typeface="Calibri"/>
              </a:rPr>
              <a:t>thuộc</a:t>
            </a:r>
            <a:r>
              <a:rPr sz="3200" spc="-30" dirty="0">
                <a:latin typeface="Calibri"/>
                <a:cs typeface="Calibri"/>
              </a:rPr>
              <a:t> </a:t>
            </a:r>
            <a:r>
              <a:rPr sz="3200" dirty="0">
                <a:latin typeface="Calibri"/>
                <a:cs typeface="Calibri"/>
              </a:rPr>
              <a:t>U,</a:t>
            </a:r>
            <a:r>
              <a:rPr sz="3200" spc="-40" dirty="0">
                <a:latin typeface="Calibri"/>
                <a:cs typeface="Calibri"/>
              </a:rPr>
              <a:t> </a:t>
            </a:r>
            <a:r>
              <a:rPr sz="3200" dirty="0">
                <a:latin typeface="Calibri"/>
                <a:cs typeface="Calibri"/>
              </a:rPr>
              <a:t>khi</a:t>
            </a:r>
            <a:r>
              <a:rPr sz="3200" spc="-40" dirty="0">
                <a:latin typeface="Calibri"/>
                <a:cs typeface="Calibri"/>
              </a:rPr>
              <a:t> </a:t>
            </a:r>
            <a:r>
              <a:rPr sz="3200" dirty="0">
                <a:latin typeface="Calibri"/>
                <a:cs typeface="Calibri"/>
              </a:rPr>
              <a:t>ấy</a:t>
            </a:r>
            <a:r>
              <a:rPr sz="3200" spc="-40" dirty="0">
                <a:latin typeface="Calibri"/>
                <a:cs typeface="Calibri"/>
              </a:rPr>
              <a:t> </a:t>
            </a:r>
            <a:r>
              <a:rPr sz="3200" dirty="0">
                <a:latin typeface="Calibri"/>
                <a:cs typeface="Calibri"/>
              </a:rPr>
              <a:t>ta</a:t>
            </a:r>
            <a:r>
              <a:rPr sz="3200" spc="-40" dirty="0">
                <a:latin typeface="Calibri"/>
                <a:cs typeface="Calibri"/>
              </a:rPr>
              <a:t> </a:t>
            </a:r>
            <a:r>
              <a:rPr sz="3200" dirty="0">
                <a:latin typeface="Calibri"/>
                <a:cs typeface="Calibri"/>
              </a:rPr>
              <a:t>nói</a:t>
            </a:r>
            <a:r>
              <a:rPr sz="3200" spc="-35" dirty="0">
                <a:latin typeface="Calibri"/>
                <a:cs typeface="Calibri"/>
              </a:rPr>
              <a:t> </a:t>
            </a:r>
            <a:r>
              <a:rPr sz="3200" dirty="0">
                <a:latin typeface="Calibri"/>
                <a:cs typeface="Calibri"/>
              </a:rPr>
              <a:t>U</a:t>
            </a:r>
            <a:r>
              <a:rPr sz="3200" spc="-50" dirty="0">
                <a:latin typeface="Calibri"/>
                <a:cs typeface="Calibri"/>
              </a:rPr>
              <a:t> </a:t>
            </a:r>
            <a:r>
              <a:rPr sz="3200" dirty="0">
                <a:latin typeface="Calibri"/>
                <a:cs typeface="Calibri"/>
              </a:rPr>
              <a:t>là</a:t>
            </a:r>
            <a:r>
              <a:rPr sz="3200" spc="-40" dirty="0">
                <a:latin typeface="Calibri"/>
                <a:cs typeface="Calibri"/>
              </a:rPr>
              <a:t> </a:t>
            </a:r>
            <a:r>
              <a:rPr sz="3200" dirty="0">
                <a:latin typeface="Calibri"/>
                <a:cs typeface="Calibri"/>
              </a:rPr>
              <a:t>tập</a:t>
            </a:r>
            <a:r>
              <a:rPr sz="3200" spc="-40" dirty="0">
                <a:latin typeface="Calibri"/>
                <a:cs typeface="Calibri"/>
              </a:rPr>
              <a:t> </a:t>
            </a:r>
            <a:r>
              <a:rPr sz="3200" dirty="0">
                <a:latin typeface="Calibri"/>
                <a:cs typeface="Calibri"/>
              </a:rPr>
              <a:t>vũ</a:t>
            </a:r>
            <a:r>
              <a:rPr sz="3200" spc="-20" dirty="0">
                <a:latin typeface="Calibri"/>
                <a:cs typeface="Calibri"/>
              </a:rPr>
              <a:t> trụ.</a:t>
            </a:r>
            <a:endParaRPr sz="3200">
              <a:latin typeface="Calibri"/>
              <a:cs typeface="Calibri"/>
            </a:endParaRPr>
          </a:p>
          <a:p>
            <a:pPr marL="12700" marR="5080">
              <a:lnSpc>
                <a:spcPct val="100000"/>
              </a:lnSpc>
              <a:spcBef>
                <a:spcPts val="770"/>
              </a:spcBef>
            </a:pPr>
            <a:r>
              <a:rPr sz="3200" dirty="0">
                <a:latin typeface="Calibri"/>
                <a:cs typeface="Calibri"/>
              </a:rPr>
              <a:t>Ví</a:t>
            </a:r>
            <a:r>
              <a:rPr sz="3200" spc="-40" dirty="0">
                <a:latin typeface="Calibri"/>
                <a:cs typeface="Calibri"/>
              </a:rPr>
              <a:t> </a:t>
            </a:r>
            <a:r>
              <a:rPr sz="3200" dirty="0">
                <a:latin typeface="Calibri"/>
                <a:cs typeface="Calibri"/>
              </a:rPr>
              <a:t>dụ</a:t>
            </a:r>
            <a:r>
              <a:rPr sz="3200" spc="-35" dirty="0">
                <a:latin typeface="Calibri"/>
                <a:cs typeface="Calibri"/>
              </a:rPr>
              <a:t> </a:t>
            </a:r>
            <a:r>
              <a:rPr sz="3200" dirty="0">
                <a:latin typeface="Calibri"/>
                <a:cs typeface="Calibri"/>
              </a:rPr>
              <a:t>:</a:t>
            </a:r>
            <a:r>
              <a:rPr sz="3200" spc="-35" dirty="0">
                <a:latin typeface="Calibri"/>
                <a:cs typeface="Calibri"/>
              </a:rPr>
              <a:t> </a:t>
            </a:r>
            <a:r>
              <a:rPr sz="3200" dirty="0">
                <a:latin typeface="Calibri"/>
                <a:cs typeface="Calibri"/>
              </a:rPr>
              <a:t>Giả</a:t>
            </a:r>
            <a:r>
              <a:rPr sz="3200" spc="-30" dirty="0">
                <a:latin typeface="Calibri"/>
                <a:cs typeface="Calibri"/>
              </a:rPr>
              <a:t> </a:t>
            </a:r>
            <a:r>
              <a:rPr sz="3200" dirty="0">
                <a:latin typeface="Calibri"/>
                <a:cs typeface="Calibri"/>
              </a:rPr>
              <a:t>sử</a:t>
            </a:r>
            <a:r>
              <a:rPr sz="3200" spc="-35" dirty="0">
                <a:latin typeface="Calibri"/>
                <a:cs typeface="Calibri"/>
              </a:rPr>
              <a:t> </a:t>
            </a:r>
            <a:r>
              <a:rPr sz="3200" dirty="0">
                <a:latin typeface="Calibri"/>
                <a:cs typeface="Calibri"/>
              </a:rPr>
              <a:t>tập</a:t>
            </a:r>
            <a:r>
              <a:rPr sz="3200" spc="-45" dirty="0">
                <a:latin typeface="Calibri"/>
                <a:cs typeface="Calibri"/>
              </a:rPr>
              <a:t> </a:t>
            </a:r>
            <a:r>
              <a:rPr sz="3200" dirty="0">
                <a:latin typeface="Calibri"/>
                <a:cs typeface="Calibri"/>
              </a:rPr>
              <a:t>các</a:t>
            </a:r>
            <a:r>
              <a:rPr sz="3200" spc="-50" dirty="0">
                <a:latin typeface="Calibri"/>
                <a:cs typeface="Calibri"/>
              </a:rPr>
              <a:t> </a:t>
            </a:r>
            <a:r>
              <a:rPr sz="3200" dirty="0">
                <a:latin typeface="Calibri"/>
                <a:cs typeface="Calibri"/>
              </a:rPr>
              <a:t>số</a:t>
            </a:r>
            <a:r>
              <a:rPr sz="3200" spc="-40" dirty="0">
                <a:latin typeface="Calibri"/>
                <a:cs typeface="Calibri"/>
              </a:rPr>
              <a:t> </a:t>
            </a:r>
            <a:r>
              <a:rPr sz="3200" dirty="0">
                <a:latin typeface="Calibri"/>
                <a:cs typeface="Calibri"/>
              </a:rPr>
              <a:t>nguyên</a:t>
            </a:r>
            <a:r>
              <a:rPr sz="3200" spc="-30" dirty="0">
                <a:latin typeface="Calibri"/>
                <a:cs typeface="Calibri"/>
              </a:rPr>
              <a:t> </a:t>
            </a:r>
            <a:r>
              <a:rPr sz="3200" dirty="0">
                <a:latin typeface="Cambria Math"/>
                <a:cs typeface="Cambria Math"/>
              </a:rPr>
              <a:t>𝕫</a:t>
            </a:r>
            <a:r>
              <a:rPr sz="3200" spc="-20" dirty="0">
                <a:latin typeface="Cambria Math"/>
                <a:cs typeface="Cambria Math"/>
              </a:rPr>
              <a:t> </a:t>
            </a:r>
            <a:r>
              <a:rPr sz="3200" dirty="0">
                <a:latin typeface="Calibri"/>
                <a:cs typeface="Calibri"/>
              </a:rPr>
              <a:t>là</a:t>
            </a:r>
            <a:r>
              <a:rPr sz="3200" spc="-40" dirty="0">
                <a:latin typeface="Calibri"/>
                <a:cs typeface="Calibri"/>
              </a:rPr>
              <a:t> </a:t>
            </a:r>
            <a:r>
              <a:rPr sz="3200" dirty="0">
                <a:latin typeface="Calibri"/>
                <a:cs typeface="Calibri"/>
              </a:rPr>
              <a:t>tập</a:t>
            </a:r>
            <a:r>
              <a:rPr sz="3200" spc="-25" dirty="0">
                <a:latin typeface="Calibri"/>
                <a:cs typeface="Calibri"/>
              </a:rPr>
              <a:t> </a:t>
            </a:r>
            <a:r>
              <a:rPr sz="3200" dirty="0">
                <a:latin typeface="Calibri"/>
                <a:cs typeface="Calibri"/>
              </a:rPr>
              <a:t>vũ</a:t>
            </a:r>
            <a:r>
              <a:rPr sz="3200" spc="-40" dirty="0">
                <a:latin typeface="Calibri"/>
                <a:cs typeface="Calibri"/>
              </a:rPr>
              <a:t> </a:t>
            </a:r>
            <a:r>
              <a:rPr sz="3200" dirty="0">
                <a:latin typeface="Calibri"/>
                <a:cs typeface="Calibri"/>
              </a:rPr>
              <a:t>trụ.</a:t>
            </a:r>
            <a:r>
              <a:rPr sz="3200" spc="-30" dirty="0">
                <a:latin typeface="Calibri"/>
                <a:cs typeface="Calibri"/>
              </a:rPr>
              <a:t> </a:t>
            </a:r>
            <a:r>
              <a:rPr sz="3200" spc="-25" dirty="0">
                <a:latin typeface="Calibri"/>
                <a:cs typeface="Calibri"/>
              </a:rPr>
              <a:t>Khi </a:t>
            </a:r>
            <a:r>
              <a:rPr sz="3200" dirty="0">
                <a:latin typeface="Calibri"/>
                <a:cs typeface="Calibri"/>
              </a:rPr>
              <a:t>ta</a:t>
            </a:r>
            <a:r>
              <a:rPr sz="3200" spc="-50" dirty="0">
                <a:latin typeface="Calibri"/>
                <a:cs typeface="Calibri"/>
              </a:rPr>
              <a:t> </a:t>
            </a:r>
            <a:r>
              <a:rPr sz="3200" dirty="0">
                <a:latin typeface="Calibri"/>
                <a:cs typeface="Calibri"/>
              </a:rPr>
              <a:t>xét</a:t>
            </a:r>
            <a:r>
              <a:rPr sz="3200" spc="-70" dirty="0">
                <a:latin typeface="Calibri"/>
                <a:cs typeface="Calibri"/>
              </a:rPr>
              <a:t> </a:t>
            </a:r>
            <a:r>
              <a:rPr sz="3200" dirty="0">
                <a:latin typeface="Calibri"/>
                <a:cs typeface="Calibri"/>
              </a:rPr>
              <a:t>tập</a:t>
            </a:r>
            <a:r>
              <a:rPr sz="3200" spc="-30" dirty="0">
                <a:latin typeface="Calibri"/>
                <a:cs typeface="Calibri"/>
              </a:rPr>
              <a:t> </a:t>
            </a:r>
            <a:r>
              <a:rPr sz="3200" dirty="0">
                <a:latin typeface="Calibri"/>
                <a:cs typeface="Calibri"/>
              </a:rPr>
              <a:t>A,</a:t>
            </a:r>
            <a:r>
              <a:rPr sz="3200" spc="-50" dirty="0">
                <a:latin typeface="Calibri"/>
                <a:cs typeface="Calibri"/>
              </a:rPr>
              <a:t> </a:t>
            </a:r>
            <a:r>
              <a:rPr sz="3200" dirty="0">
                <a:latin typeface="Calibri"/>
                <a:cs typeface="Calibri"/>
              </a:rPr>
              <a:t>thì</a:t>
            </a:r>
            <a:r>
              <a:rPr sz="3200" spc="-40" dirty="0">
                <a:latin typeface="Calibri"/>
                <a:cs typeface="Calibri"/>
              </a:rPr>
              <a:t> </a:t>
            </a:r>
            <a:r>
              <a:rPr sz="3200" dirty="0">
                <a:latin typeface="Calibri"/>
                <a:cs typeface="Calibri"/>
              </a:rPr>
              <a:t>các</a:t>
            </a:r>
            <a:r>
              <a:rPr sz="3200" spc="-60" dirty="0">
                <a:latin typeface="Calibri"/>
                <a:cs typeface="Calibri"/>
              </a:rPr>
              <a:t> </a:t>
            </a:r>
            <a:r>
              <a:rPr sz="3200" dirty="0">
                <a:latin typeface="Calibri"/>
                <a:cs typeface="Calibri"/>
              </a:rPr>
              <a:t>phần</a:t>
            </a:r>
            <a:r>
              <a:rPr sz="3200" spc="-30" dirty="0">
                <a:latin typeface="Calibri"/>
                <a:cs typeface="Calibri"/>
              </a:rPr>
              <a:t> </a:t>
            </a:r>
            <a:r>
              <a:rPr sz="3200" dirty="0">
                <a:latin typeface="Calibri"/>
                <a:cs typeface="Calibri"/>
              </a:rPr>
              <a:t>tử</a:t>
            </a:r>
            <a:r>
              <a:rPr sz="3200" spc="-45" dirty="0">
                <a:latin typeface="Calibri"/>
                <a:cs typeface="Calibri"/>
              </a:rPr>
              <a:t> </a:t>
            </a:r>
            <a:r>
              <a:rPr sz="3200" dirty="0">
                <a:latin typeface="Calibri"/>
                <a:cs typeface="Calibri"/>
              </a:rPr>
              <a:t>của</a:t>
            </a:r>
            <a:r>
              <a:rPr sz="3200" spc="-45" dirty="0">
                <a:latin typeface="Calibri"/>
                <a:cs typeface="Calibri"/>
              </a:rPr>
              <a:t> </a:t>
            </a:r>
            <a:r>
              <a:rPr sz="3200" dirty="0">
                <a:latin typeface="Calibri"/>
                <a:cs typeface="Calibri"/>
              </a:rPr>
              <a:t>A</a:t>
            </a:r>
            <a:r>
              <a:rPr sz="3200" spc="-45" dirty="0">
                <a:latin typeface="Calibri"/>
                <a:cs typeface="Calibri"/>
              </a:rPr>
              <a:t> </a:t>
            </a:r>
            <a:r>
              <a:rPr sz="3200" dirty="0">
                <a:latin typeface="Calibri"/>
                <a:cs typeface="Calibri"/>
              </a:rPr>
              <a:t>thuộc</a:t>
            </a:r>
            <a:r>
              <a:rPr sz="3200" spc="-25" dirty="0">
                <a:latin typeface="Calibri"/>
                <a:cs typeface="Calibri"/>
              </a:rPr>
              <a:t> </a:t>
            </a:r>
            <a:r>
              <a:rPr sz="3200" spc="-25" dirty="0">
                <a:latin typeface="Cambria Math"/>
                <a:cs typeface="Cambria Math"/>
              </a:rPr>
              <a:t>𝕫</a:t>
            </a:r>
            <a:r>
              <a:rPr sz="3200" spc="-25" dirty="0">
                <a:latin typeface="Calibri"/>
                <a:cs typeface="Calibri"/>
              </a:rPr>
              <a:t>.</a:t>
            </a:r>
            <a:endParaRPr sz="3200">
              <a:latin typeface="Calibri"/>
              <a:cs typeface="Calibri"/>
            </a:endParaRPr>
          </a:p>
          <a:p>
            <a:pPr>
              <a:lnSpc>
                <a:spcPct val="100000"/>
              </a:lnSpc>
              <a:spcBef>
                <a:spcPts val="1470"/>
              </a:spcBef>
            </a:pPr>
            <a:endParaRPr sz="3200">
              <a:latin typeface="Calibri"/>
              <a:cs typeface="Calibri"/>
            </a:endParaRPr>
          </a:p>
          <a:p>
            <a:pPr marL="12700">
              <a:lnSpc>
                <a:spcPct val="100000"/>
              </a:lnSpc>
            </a:pPr>
            <a:r>
              <a:rPr sz="3200" dirty="0">
                <a:latin typeface="Calibri"/>
                <a:cs typeface="Calibri"/>
              </a:rPr>
              <a:t>Giả</a:t>
            </a:r>
            <a:r>
              <a:rPr sz="3200" spc="-25" dirty="0">
                <a:latin typeface="Calibri"/>
                <a:cs typeface="Calibri"/>
              </a:rPr>
              <a:t> </a:t>
            </a:r>
            <a:r>
              <a:rPr sz="3200" dirty="0">
                <a:latin typeface="Calibri"/>
                <a:cs typeface="Calibri"/>
              </a:rPr>
              <a:t>sử</a:t>
            </a:r>
            <a:r>
              <a:rPr sz="3200" spc="-35" dirty="0">
                <a:latin typeface="Calibri"/>
                <a:cs typeface="Calibri"/>
              </a:rPr>
              <a:t> </a:t>
            </a:r>
            <a:r>
              <a:rPr sz="3200" dirty="0">
                <a:latin typeface="Calibri"/>
                <a:cs typeface="Calibri"/>
              </a:rPr>
              <a:t>A</a:t>
            </a:r>
            <a:r>
              <a:rPr sz="3200" spc="-50" dirty="0">
                <a:latin typeface="Calibri"/>
                <a:cs typeface="Calibri"/>
              </a:rPr>
              <a:t> </a:t>
            </a:r>
            <a:r>
              <a:rPr sz="3200" dirty="0">
                <a:latin typeface="Calibri"/>
                <a:cs typeface="Calibri"/>
              </a:rPr>
              <a:t>và</a:t>
            </a:r>
            <a:r>
              <a:rPr sz="3200" spc="-40" dirty="0">
                <a:latin typeface="Calibri"/>
                <a:cs typeface="Calibri"/>
              </a:rPr>
              <a:t> </a:t>
            </a:r>
            <a:r>
              <a:rPr sz="3200" dirty="0">
                <a:latin typeface="Calibri"/>
                <a:cs typeface="Calibri"/>
              </a:rPr>
              <a:t>B</a:t>
            </a:r>
            <a:r>
              <a:rPr sz="3200" spc="-35" dirty="0">
                <a:latin typeface="Calibri"/>
                <a:cs typeface="Calibri"/>
              </a:rPr>
              <a:t> </a:t>
            </a:r>
            <a:r>
              <a:rPr sz="3200" dirty="0">
                <a:latin typeface="Calibri"/>
                <a:cs typeface="Calibri"/>
              </a:rPr>
              <a:t>là</a:t>
            </a:r>
            <a:r>
              <a:rPr sz="3200" spc="-35" dirty="0">
                <a:latin typeface="Calibri"/>
                <a:cs typeface="Calibri"/>
              </a:rPr>
              <a:t> </a:t>
            </a:r>
            <a:r>
              <a:rPr sz="3200" dirty="0">
                <a:latin typeface="Calibri"/>
                <a:cs typeface="Calibri"/>
              </a:rPr>
              <a:t>hai</a:t>
            </a:r>
            <a:r>
              <a:rPr sz="3200" spc="-20" dirty="0">
                <a:latin typeface="Calibri"/>
                <a:cs typeface="Calibri"/>
              </a:rPr>
              <a:t> </a:t>
            </a:r>
            <a:r>
              <a:rPr sz="3200" dirty="0">
                <a:latin typeface="Calibri"/>
                <a:cs typeface="Calibri"/>
              </a:rPr>
              <a:t>tập</a:t>
            </a:r>
            <a:r>
              <a:rPr sz="3200" spc="-45" dirty="0">
                <a:latin typeface="Calibri"/>
                <a:cs typeface="Calibri"/>
              </a:rPr>
              <a:t> </a:t>
            </a:r>
            <a:r>
              <a:rPr sz="3200" dirty="0">
                <a:latin typeface="Calibri"/>
                <a:cs typeface="Calibri"/>
              </a:rPr>
              <a:t>hợp</a:t>
            </a:r>
            <a:r>
              <a:rPr sz="3200" spc="-20" dirty="0">
                <a:latin typeface="Calibri"/>
                <a:cs typeface="Calibri"/>
              </a:rPr>
              <a:t> </a:t>
            </a:r>
            <a:r>
              <a:rPr sz="3200" dirty="0">
                <a:latin typeface="Calibri"/>
                <a:cs typeface="Calibri"/>
              </a:rPr>
              <a:t>con</a:t>
            </a:r>
            <a:r>
              <a:rPr sz="3200" spc="-40" dirty="0">
                <a:latin typeface="Calibri"/>
                <a:cs typeface="Calibri"/>
              </a:rPr>
              <a:t> </a:t>
            </a:r>
            <a:r>
              <a:rPr sz="3200" dirty="0">
                <a:latin typeface="Calibri"/>
                <a:cs typeface="Calibri"/>
              </a:rPr>
              <a:t>của</a:t>
            </a:r>
            <a:r>
              <a:rPr sz="3200" spc="-40" dirty="0">
                <a:latin typeface="Calibri"/>
                <a:cs typeface="Calibri"/>
              </a:rPr>
              <a:t> </a:t>
            </a:r>
            <a:r>
              <a:rPr sz="3200" dirty="0">
                <a:latin typeface="Calibri"/>
                <a:cs typeface="Calibri"/>
              </a:rPr>
              <a:t>U</a:t>
            </a:r>
            <a:r>
              <a:rPr sz="3200" spc="-35" dirty="0">
                <a:latin typeface="Calibri"/>
                <a:cs typeface="Calibri"/>
              </a:rPr>
              <a:t> </a:t>
            </a:r>
            <a:r>
              <a:rPr sz="3200" dirty="0">
                <a:latin typeface="Calibri"/>
                <a:cs typeface="Calibri"/>
              </a:rPr>
              <a:t>.</a:t>
            </a:r>
            <a:r>
              <a:rPr sz="3200" spc="-40" dirty="0">
                <a:latin typeface="Calibri"/>
                <a:cs typeface="Calibri"/>
              </a:rPr>
              <a:t> </a:t>
            </a:r>
            <a:r>
              <a:rPr sz="3200" dirty="0">
                <a:latin typeface="Calibri"/>
                <a:cs typeface="Calibri"/>
              </a:rPr>
              <a:t>Khi</a:t>
            </a:r>
            <a:r>
              <a:rPr sz="3200" spc="-35" dirty="0">
                <a:latin typeface="Calibri"/>
                <a:cs typeface="Calibri"/>
              </a:rPr>
              <a:t> </a:t>
            </a:r>
            <a:r>
              <a:rPr sz="3200" spc="-25" dirty="0">
                <a:latin typeface="Calibri"/>
                <a:cs typeface="Calibri"/>
              </a:rPr>
              <a:t>ấy</a:t>
            </a:r>
            <a:endParaRPr sz="3200">
              <a:latin typeface="Calibri"/>
              <a:cs typeface="Calibri"/>
            </a:endParaRPr>
          </a:p>
          <a:p>
            <a:pPr marL="12700" marR="255904" indent="419100">
              <a:lnSpc>
                <a:spcPct val="100000"/>
              </a:lnSpc>
              <a:spcBef>
                <a:spcPts val="795"/>
              </a:spcBef>
              <a:buFont typeface="Calibri"/>
              <a:buAutoNum type="romanLcParenR" startAt="2"/>
              <a:tabLst>
                <a:tab pos="431800" algn="l"/>
                <a:tab pos="5640705" algn="l"/>
                <a:tab pos="6854190" algn="l"/>
              </a:tabLst>
            </a:pPr>
            <a:r>
              <a:rPr sz="3200" dirty="0">
                <a:latin typeface="Calibri"/>
                <a:cs typeface="Calibri"/>
              </a:rPr>
              <a:t>A</a:t>
            </a:r>
            <a:r>
              <a:rPr sz="3200" spc="-35" dirty="0">
                <a:latin typeface="Calibri"/>
                <a:cs typeface="Calibri"/>
              </a:rPr>
              <a:t> </a:t>
            </a:r>
            <a:r>
              <a:rPr sz="3200" dirty="0">
                <a:latin typeface="Calibri"/>
                <a:cs typeface="Calibri"/>
              </a:rPr>
              <a:t>là</a:t>
            </a:r>
            <a:r>
              <a:rPr sz="3200" spc="-35" dirty="0">
                <a:latin typeface="Calibri"/>
                <a:cs typeface="Calibri"/>
              </a:rPr>
              <a:t> </a:t>
            </a:r>
            <a:r>
              <a:rPr sz="3200" dirty="0">
                <a:latin typeface="Calibri"/>
                <a:cs typeface="Calibri"/>
              </a:rPr>
              <a:t>tập</a:t>
            </a:r>
            <a:r>
              <a:rPr sz="3200" spc="-40" dirty="0">
                <a:latin typeface="Calibri"/>
                <a:cs typeface="Calibri"/>
              </a:rPr>
              <a:t> </a:t>
            </a:r>
            <a:r>
              <a:rPr sz="3200" dirty="0">
                <a:latin typeface="Calibri"/>
                <a:cs typeface="Calibri"/>
              </a:rPr>
              <a:t>con</a:t>
            </a:r>
            <a:r>
              <a:rPr sz="3200" spc="-40" dirty="0">
                <a:latin typeface="Calibri"/>
                <a:cs typeface="Calibri"/>
              </a:rPr>
              <a:t> </a:t>
            </a:r>
            <a:r>
              <a:rPr sz="3200" dirty="0">
                <a:latin typeface="Calibri"/>
                <a:cs typeface="Calibri"/>
              </a:rPr>
              <a:t>của</a:t>
            </a:r>
            <a:r>
              <a:rPr sz="3200" spc="-35" dirty="0">
                <a:latin typeface="Calibri"/>
                <a:cs typeface="Calibri"/>
              </a:rPr>
              <a:t> </a:t>
            </a:r>
            <a:r>
              <a:rPr sz="3200" dirty="0">
                <a:latin typeface="Calibri"/>
                <a:cs typeface="Calibri"/>
              </a:rPr>
              <a:t>tập</a:t>
            </a:r>
            <a:r>
              <a:rPr sz="3200" spc="-40" dirty="0">
                <a:latin typeface="Calibri"/>
                <a:cs typeface="Calibri"/>
              </a:rPr>
              <a:t> </a:t>
            </a:r>
            <a:r>
              <a:rPr sz="3200" dirty="0">
                <a:latin typeface="Calibri"/>
                <a:cs typeface="Calibri"/>
              </a:rPr>
              <a:t>B</a:t>
            </a:r>
            <a:r>
              <a:rPr sz="3200" spc="-35"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ký</a:t>
            </a:r>
            <a:r>
              <a:rPr sz="3200" spc="-35" dirty="0">
                <a:latin typeface="Calibri"/>
                <a:cs typeface="Calibri"/>
              </a:rPr>
              <a:t> </a:t>
            </a:r>
            <a:r>
              <a:rPr sz="3200" spc="-20" dirty="0">
                <a:latin typeface="Calibri"/>
                <a:cs typeface="Calibri"/>
              </a:rPr>
              <a:t>hiệu</a:t>
            </a:r>
            <a:r>
              <a:rPr sz="3200" dirty="0">
                <a:latin typeface="Calibri"/>
                <a:cs typeface="Calibri"/>
              </a:rPr>
              <a:t>	A</a:t>
            </a:r>
            <a:r>
              <a:rPr sz="3200" spc="5" dirty="0">
                <a:latin typeface="Calibri"/>
                <a:cs typeface="Calibri"/>
              </a:rPr>
              <a:t> </a:t>
            </a:r>
            <a:r>
              <a:rPr sz="3200" dirty="0">
                <a:latin typeface="Symbol"/>
                <a:cs typeface="Symbol"/>
              </a:rPr>
              <a:t></a:t>
            </a:r>
            <a:r>
              <a:rPr sz="3200" spc="-85" dirty="0">
                <a:latin typeface="Times New Roman"/>
                <a:cs typeface="Times New Roman"/>
              </a:rPr>
              <a:t> </a:t>
            </a:r>
            <a:r>
              <a:rPr sz="3200" spc="-25" dirty="0">
                <a:latin typeface="Calibri"/>
                <a:cs typeface="Calibri"/>
              </a:rPr>
              <a:t>B,</a:t>
            </a:r>
            <a:r>
              <a:rPr sz="3200" dirty="0">
                <a:latin typeface="Calibri"/>
                <a:cs typeface="Calibri"/>
              </a:rPr>
              <a:t>	nếu</a:t>
            </a:r>
            <a:r>
              <a:rPr sz="3200" spc="-55" dirty="0">
                <a:latin typeface="Calibri"/>
                <a:cs typeface="Calibri"/>
              </a:rPr>
              <a:t> </a:t>
            </a:r>
            <a:r>
              <a:rPr sz="3200" spc="-25" dirty="0">
                <a:latin typeface="Calibri"/>
                <a:cs typeface="Calibri"/>
              </a:rPr>
              <a:t>với </a:t>
            </a:r>
            <a:r>
              <a:rPr sz="3200" dirty="0">
                <a:latin typeface="Calibri"/>
                <a:cs typeface="Calibri"/>
              </a:rPr>
              <a:t>mọi</a:t>
            </a:r>
            <a:r>
              <a:rPr sz="3200" spc="-20" dirty="0">
                <a:latin typeface="Calibri"/>
                <a:cs typeface="Calibri"/>
              </a:rPr>
              <a:t> </a:t>
            </a:r>
            <a:r>
              <a:rPr sz="3200" dirty="0">
                <a:latin typeface="Calibri"/>
                <a:cs typeface="Calibri"/>
              </a:rPr>
              <a:t>x</a:t>
            </a:r>
            <a:r>
              <a:rPr sz="3200" spc="-20" dirty="0">
                <a:latin typeface="Calibri"/>
                <a:cs typeface="Calibri"/>
              </a:rPr>
              <a:t> </a:t>
            </a:r>
            <a:r>
              <a:rPr sz="3200" dirty="0">
                <a:latin typeface="Symbol"/>
                <a:cs typeface="Symbol"/>
              </a:rPr>
              <a:t></a:t>
            </a:r>
            <a:r>
              <a:rPr sz="3200" spc="-90" dirty="0">
                <a:latin typeface="Times New Roman"/>
                <a:cs typeface="Times New Roman"/>
              </a:rPr>
              <a:t> </a:t>
            </a:r>
            <a:r>
              <a:rPr sz="3200" dirty="0">
                <a:latin typeface="Calibri"/>
                <a:cs typeface="Calibri"/>
              </a:rPr>
              <a:t>A</a:t>
            </a:r>
            <a:r>
              <a:rPr sz="3200" spc="-20"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x</a:t>
            </a:r>
            <a:r>
              <a:rPr sz="3200" spc="-15" dirty="0">
                <a:latin typeface="Calibri"/>
                <a:cs typeface="Calibri"/>
              </a:rPr>
              <a:t> </a:t>
            </a:r>
            <a:r>
              <a:rPr sz="3200" dirty="0">
                <a:latin typeface="Symbol"/>
                <a:cs typeface="Symbol"/>
              </a:rPr>
              <a:t></a:t>
            </a:r>
            <a:r>
              <a:rPr sz="3200" spc="-95" dirty="0">
                <a:latin typeface="Times New Roman"/>
                <a:cs typeface="Times New Roman"/>
              </a:rPr>
              <a:t> </a:t>
            </a:r>
            <a:r>
              <a:rPr sz="3200" spc="-25" dirty="0">
                <a:latin typeface="Calibri"/>
                <a:cs typeface="Calibri"/>
              </a:rPr>
              <a:t>B.</a:t>
            </a:r>
            <a:endParaRPr sz="3200">
              <a:latin typeface="Calibri"/>
              <a:cs typeface="Calibri"/>
            </a:endParaRPr>
          </a:p>
          <a:p>
            <a:pPr marL="12700">
              <a:lnSpc>
                <a:spcPct val="100000"/>
              </a:lnSpc>
              <a:spcBef>
                <a:spcPts val="770"/>
              </a:spcBef>
              <a:tabLst>
                <a:tab pos="1242060" algn="l"/>
                <a:tab pos="3073400" algn="l"/>
              </a:tabLst>
            </a:pPr>
            <a:r>
              <a:rPr sz="3200" dirty="0">
                <a:latin typeface="Calibri"/>
                <a:cs typeface="Calibri"/>
              </a:rPr>
              <a:t>Ví</a:t>
            </a:r>
            <a:r>
              <a:rPr sz="3200" spc="-20" dirty="0">
                <a:latin typeface="Calibri"/>
                <a:cs typeface="Calibri"/>
              </a:rPr>
              <a:t> </a:t>
            </a:r>
            <a:r>
              <a:rPr sz="3200" dirty="0">
                <a:latin typeface="Calibri"/>
                <a:cs typeface="Calibri"/>
              </a:rPr>
              <a:t>dụ</a:t>
            </a:r>
            <a:r>
              <a:rPr sz="3200" spc="-15" dirty="0">
                <a:latin typeface="Calibri"/>
                <a:cs typeface="Calibri"/>
              </a:rPr>
              <a:t> </a:t>
            </a:r>
            <a:r>
              <a:rPr sz="3200" spc="-50" dirty="0">
                <a:latin typeface="Calibri"/>
                <a:cs typeface="Calibri"/>
              </a:rPr>
              <a:t>:</a:t>
            </a:r>
            <a:r>
              <a:rPr sz="3200" dirty="0">
                <a:latin typeface="Calibri"/>
                <a:cs typeface="Calibri"/>
              </a:rPr>
              <a:t>	{1,</a:t>
            </a:r>
            <a:r>
              <a:rPr sz="3200" spc="-30" dirty="0">
                <a:latin typeface="Calibri"/>
                <a:cs typeface="Calibri"/>
              </a:rPr>
              <a:t> </a:t>
            </a:r>
            <a:r>
              <a:rPr sz="3200" dirty="0">
                <a:latin typeface="Calibri"/>
                <a:cs typeface="Calibri"/>
              </a:rPr>
              <a:t>2,</a:t>
            </a:r>
            <a:r>
              <a:rPr sz="3200" spc="-20" dirty="0">
                <a:latin typeface="Calibri"/>
                <a:cs typeface="Calibri"/>
              </a:rPr>
              <a:t> </a:t>
            </a:r>
            <a:r>
              <a:rPr sz="3200" dirty="0">
                <a:latin typeface="Calibri"/>
                <a:cs typeface="Calibri"/>
              </a:rPr>
              <a:t>3}</a:t>
            </a:r>
            <a:r>
              <a:rPr sz="3200" spc="-20" dirty="0">
                <a:latin typeface="Calibri"/>
                <a:cs typeface="Calibri"/>
              </a:rPr>
              <a:t> </a:t>
            </a:r>
            <a:r>
              <a:rPr sz="3200" spc="-50" dirty="0">
                <a:latin typeface="Symbol"/>
                <a:cs typeface="Symbol"/>
              </a:rPr>
              <a:t></a:t>
            </a:r>
            <a:r>
              <a:rPr sz="3200" dirty="0">
                <a:latin typeface="Times New Roman"/>
                <a:cs typeface="Times New Roman"/>
              </a:rPr>
              <a:t>	</a:t>
            </a:r>
            <a:r>
              <a:rPr sz="3200" dirty="0">
                <a:latin typeface="Calibri"/>
                <a:cs typeface="Calibri"/>
              </a:rPr>
              <a:t>{1,</a:t>
            </a:r>
            <a:r>
              <a:rPr sz="3200" spc="-30" dirty="0">
                <a:latin typeface="Calibri"/>
                <a:cs typeface="Calibri"/>
              </a:rPr>
              <a:t> </a:t>
            </a:r>
            <a:r>
              <a:rPr sz="3200" dirty="0">
                <a:latin typeface="Calibri"/>
                <a:cs typeface="Calibri"/>
              </a:rPr>
              <a:t>2,</a:t>
            </a:r>
            <a:r>
              <a:rPr sz="3200" spc="-15" dirty="0">
                <a:latin typeface="Calibri"/>
                <a:cs typeface="Calibri"/>
              </a:rPr>
              <a:t> </a:t>
            </a:r>
            <a:r>
              <a:rPr sz="3200" dirty="0">
                <a:latin typeface="Calibri"/>
                <a:cs typeface="Calibri"/>
              </a:rPr>
              <a:t>3,</a:t>
            </a:r>
            <a:r>
              <a:rPr sz="3200" spc="-30" dirty="0">
                <a:latin typeface="Calibri"/>
                <a:cs typeface="Calibri"/>
              </a:rPr>
              <a:t> </a:t>
            </a:r>
            <a:r>
              <a:rPr sz="3200" dirty="0">
                <a:latin typeface="Calibri"/>
                <a:cs typeface="Calibri"/>
              </a:rPr>
              <a:t>4,</a:t>
            </a:r>
            <a:r>
              <a:rPr sz="3200" spc="-25" dirty="0">
                <a:latin typeface="Calibri"/>
                <a:cs typeface="Calibri"/>
              </a:rPr>
              <a:t> 5}</a:t>
            </a:r>
            <a:endParaRPr sz="3200">
              <a:latin typeface="Calibri"/>
              <a:cs typeface="Calibri"/>
            </a:endParaRPr>
          </a:p>
          <a:p>
            <a:pPr marL="623570" indent="-610870">
              <a:lnSpc>
                <a:spcPct val="100000"/>
              </a:lnSpc>
              <a:spcBef>
                <a:spcPts val="765"/>
              </a:spcBef>
              <a:buFont typeface="Calibri"/>
              <a:buAutoNum type="romanLcParenR" startAt="3"/>
              <a:tabLst>
                <a:tab pos="623570" algn="l"/>
                <a:tab pos="1651000" algn="l"/>
                <a:tab pos="2978785" algn="l"/>
              </a:tabLst>
            </a:pPr>
            <a:r>
              <a:rPr sz="3200" dirty="0">
                <a:latin typeface="Calibri"/>
                <a:cs typeface="Calibri"/>
              </a:rPr>
              <a:t>A</a:t>
            </a:r>
            <a:r>
              <a:rPr sz="3200" spc="-10" dirty="0">
                <a:latin typeface="Calibri"/>
                <a:cs typeface="Calibri"/>
              </a:rPr>
              <a:t> </a:t>
            </a:r>
            <a:r>
              <a:rPr sz="3200" dirty="0">
                <a:latin typeface="Calibri"/>
                <a:cs typeface="Calibri"/>
              </a:rPr>
              <a:t>=</a:t>
            </a:r>
            <a:r>
              <a:rPr sz="3200" spc="-10" dirty="0">
                <a:latin typeface="Calibri"/>
                <a:cs typeface="Calibri"/>
              </a:rPr>
              <a:t> </a:t>
            </a:r>
            <a:r>
              <a:rPr sz="3200" spc="-50" dirty="0">
                <a:latin typeface="Calibri"/>
                <a:cs typeface="Calibri"/>
              </a:rPr>
              <a:t>B</a:t>
            </a:r>
            <a:r>
              <a:rPr sz="3200" dirty="0">
                <a:latin typeface="Calibri"/>
                <a:cs typeface="Calibri"/>
              </a:rPr>
              <a:t>	</a:t>
            </a:r>
            <a:r>
              <a:rPr sz="3200" dirty="0">
                <a:latin typeface="Symbol"/>
                <a:cs typeface="Symbol"/>
              </a:rPr>
              <a:t></a:t>
            </a:r>
            <a:r>
              <a:rPr sz="3200" dirty="0">
                <a:latin typeface="Times New Roman"/>
                <a:cs typeface="Times New Roman"/>
              </a:rPr>
              <a:t> </a:t>
            </a:r>
            <a:r>
              <a:rPr sz="3200" dirty="0">
                <a:latin typeface="Calibri"/>
                <a:cs typeface="Calibri"/>
              </a:rPr>
              <a:t>A</a:t>
            </a:r>
            <a:r>
              <a:rPr sz="3200" spc="-15" dirty="0">
                <a:latin typeface="Calibri"/>
                <a:cs typeface="Calibri"/>
              </a:rPr>
              <a:t> </a:t>
            </a:r>
            <a:r>
              <a:rPr sz="3200" spc="-50" dirty="0">
                <a:latin typeface="Symbol"/>
                <a:cs typeface="Symbol"/>
              </a:rPr>
              <a:t></a:t>
            </a:r>
            <a:r>
              <a:rPr sz="3200" dirty="0">
                <a:latin typeface="Times New Roman"/>
                <a:cs typeface="Times New Roman"/>
              </a:rPr>
              <a:t>	</a:t>
            </a:r>
            <a:r>
              <a:rPr sz="3200" dirty="0">
                <a:latin typeface="Calibri"/>
                <a:cs typeface="Calibri"/>
              </a:rPr>
              <a:t>B</a:t>
            </a:r>
            <a:r>
              <a:rPr sz="3200" spc="-30" dirty="0">
                <a:latin typeface="Calibri"/>
                <a:cs typeface="Calibri"/>
              </a:rPr>
              <a:t> </a:t>
            </a:r>
            <a:r>
              <a:rPr sz="3200" dirty="0">
                <a:latin typeface="Calibri"/>
                <a:cs typeface="Calibri"/>
              </a:rPr>
              <a:t>và</a:t>
            </a:r>
            <a:r>
              <a:rPr sz="3200" spc="-20" dirty="0">
                <a:latin typeface="Calibri"/>
                <a:cs typeface="Calibri"/>
              </a:rPr>
              <a:t> </a:t>
            </a:r>
            <a:r>
              <a:rPr sz="3200" dirty="0">
                <a:latin typeface="Calibri"/>
                <a:cs typeface="Calibri"/>
              </a:rPr>
              <a:t>B</a:t>
            </a:r>
            <a:r>
              <a:rPr sz="3200" spc="-40" dirty="0">
                <a:latin typeface="Calibri"/>
                <a:cs typeface="Calibri"/>
              </a:rPr>
              <a:t> </a:t>
            </a:r>
            <a:r>
              <a:rPr sz="3200" dirty="0">
                <a:latin typeface="Symbol"/>
                <a:cs typeface="Symbol"/>
              </a:rPr>
              <a:t></a:t>
            </a:r>
            <a:r>
              <a:rPr sz="3200" spc="-100" dirty="0">
                <a:latin typeface="Times New Roman"/>
                <a:cs typeface="Times New Roman"/>
              </a:rPr>
              <a:t> </a:t>
            </a:r>
            <a:r>
              <a:rPr sz="3200" spc="-25" dirty="0">
                <a:latin typeface="Calibri"/>
                <a:cs typeface="Calibri"/>
              </a:rPr>
              <a:t>A.</a:t>
            </a:r>
            <a:endParaRPr sz="3200">
              <a:latin typeface="Calibri"/>
              <a:cs typeface="Calibri"/>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218287"/>
            <a:ext cx="6700520" cy="4705350"/>
          </a:xfrm>
          <a:prstGeom prst="rect">
            <a:avLst/>
          </a:prstGeom>
        </p:spPr>
        <p:txBody>
          <a:bodyPr vert="horz" wrap="square" lIns="0" tIns="109855" rIns="0" bIns="0" rtlCol="0">
            <a:spAutoFit/>
          </a:bodyPr>
          <a:lstStyle/>
          <a:p>
            <a:pPr marL="522605" indent="-509905">
              <a:lnSpc>
                <a:spcPct val="100000"/>
              </a:lnSpc>
              <a:spcBef>
                <a:spcPts val="865"/>
              </a:spcBef>
              <a:buFont typeface="Calibri"/>
              <a:buAutoNum type="romanLcParenR" startAt="4"/>
              <a:tabLst>
                <a:tab pos="522605" algn="l"/>
                <a:tab pos="4159250" algn="l"/>
              </a:tabLst>
            </a:pPr>
            <a:r>
              <a:rPr sz="3200" dirty="0">
                <a:latin typeface="Calibri"/>
                <a:cs typeface="Calibri"/>
              </a:rPr>
              <a:t>Giao</a:t>
            </a:r>
            <a:r>
              <a:rPr sz="3200" spc="-10"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A</a:t>
            </a:r>
            <a:r>
              <a:rPr sz="3200" spc="-25" dirty="0">
                <a:latin typeface="Calibri"/>
                <a:cs typeface="Calibri"/>
              </a:rPr>
              <a:t> </a:t>
            </a:r>
            <a:r>
              <a:rPr sz="3200" dirty="0">
                <a:latin typeface="Symbol"/>
                <a:cs typeface="Symbol"/>
              </a:rPr>
              <a:t></a:t>
            </a:r>
            <a:r>
              <a:rPr sz="3200" spc="-105" dirty="0">
                <a:latin typeface="Times New Roman"/>
                <a:cs typeface="Times New Roman"/>
              </a:rPr>
              <a:t> </a:t>
            </a:r>
            <a:r>
              <a:rPr sz="3200" dirty="0">
                <a:latin typeface="Calibri"/>
                <a:cs typeface="Calibri"/>
              </a:rPr>
              <a:t>B</a:t>
            </a:r>
            <a:r>
              <a:rPr sz="3200" spc="-25" dirty="0">
                <a:latin typeface="Calibri"/>
                <a:cs typeface="Calibri"/>
              </a:rPr>
              <a:t> </a:t>
            </a:r>
            <a:r>
              <a:rPr sz="3200" dirty="0">
                <a:latin typeface="Calibri"/>
                <a:cs typeface="Calibri"/>
              </a:rPr>
              <a:t>={x</a:t>
            </a:r>
            <a:r>
              <a:rPr sz="3200" spc="-25" dirty="0">
                <a:latin typeface="Calibri"/>
                <a:cs typeface="Calibri"/>
              </a:rPr>
              <a:t> </a:t>
            </a:r>
            <a:r>
              <a:rPr sz="3200" dirty="0">
                <a:latin typeface="Symbol"/>
                <a:cs typeface="Symbol"/>
              </a:rPr>
              <a:t></a:t>
            </a:r>
            <a:r>
              <a:rPr sz="3200" spc="-100" dirty="0">
                <a:latin typeface="Times New Roman"/>
                <a:cs typeface="Times New Roman"/>
              </a:rPr>
              <a:t> </a:t>
            </a:r>
            <a:r>
              <a:rPr sz="3200" spc="-25" dirty="0">
                <a:latin typeface="Calibri"/>
                <a:cs typeface="Calibri"/>
              </a:rPr>
              <a:t>U:</a:t>
            </a:r>
            <a:r>
              <a:rPr sz="3200" dirty="0">
                <a:latin typeface="Calibri"/>
                <a:cs typeface="Calibri"/>
              </a:rPr>
              <a:t>	x</a:t>
            </a:r>
            <a:r>
              <a:rPr sz="3200" spc="-20"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A</a:t>
            </a:r>
            <a:r>
              <a:rPr sz="3200" spc="-20" dirty="0">
                <a:latin typeface="Calibri"/>
                <a:cs typeface="Calibri"/>
              </a:rPr>
              <a:t> </a:t>
            </a:r>
            <a:r>
              <a:rPr sz="3200" dirty="0">
                <a:latin typeface="Calibri"/>
                <a:cs typeface="Calibri"/>
              </a:rPr>
              <a:t>và</a:t>
            </a:r>
            <a:r>
              <a:rPr sz="3200" spc="-20" dirty="0">
                <a:latin typeface="Calibri"/>
                <a:cs typeface="Calibri"/>
              </a:rPr>
              <a:t> </a:t>
            </a:r>
            <a:r>
              <a:rPr sz="3200" dirty="0">
                <a:latin typeface="Calibri"/>
                <a:cs typeface="Calibri"/>
              </a:rPr>
              <a:t>x</a:t>
            </a:r>
            <a:r>
              <a:rPr sz="3200" spc="-20" dirty="0">
                <a:latin typeface="Calibri"/>
                <a:cs typeface="Calibri"/>
              </a:rPr>
              <a:t> </a:t>
            </a:r>
            <a:r>
              <a:rPr sz="3200" dirty="0">
                <a:latin typeface="Symbol"/>
                <a:cs typeface="Symbol"/>
              </a:rPr>
              <a:t></a:t>
            </a:r>
            <a:r>
              <a:rPr sz="3200" spc="-95" dirty="0">
                <a:latin typeface="Times New Roman"/>
                <a:cs typeface="Times New Roman"/>
              </a:rPr>
              <a:t> </a:t>
            </a:r>
            <a:r>
              <a:rPr sz="3200" spc="-25" dirty="0">
                <a:latin typeface="Calibri"/>
                <a:cs typeface="Calibri"/>
              </a:rPr>
              <a:t>B}</a:t>
            </a:r>
            <a:endParaRPr sz="3200">
              <a:latin typeface="Calibri"/>
              <a:cs typeface="Calibri"/>
            </a:endParaRPr>
          </a:p>
          <a:p>
            <a:pPr marL="12700">
              <a:lnSpc>
                <a:spcPct val="100000"/>
              </a:lnSpc>
              <a:spcBef>
                <a:spcPts val="770"/>
              </a:spcBef>
            </a:pPr>
            <a:r>
              <a:rPr sz="3200" dirty="0">
                <a:latin typeface="Calibri"/>
                <a:cs typeface="Calibri"/>
              </a:rPr>
              <a:t>{1,</a:t>
            </a:r>
            <a:r>
              <a:rPr sz="3200" spc="-30" dirty="0">
                <a:latin typeface="Calibri"/>
                <a:cs typeface="Calibri"/>
              </a:rPr>
              <a:t> </a:t>
            </a:r>
            <a:r>
              <a:rPr sz="3200" dirty="0">
                <a:latin typeface="Calibri"/>
                <a:cs typeface="Calibri"/>
              </a:rPr>
              <a:t>2,</a:t>
            </a:r>
            <a:r>
              <a:rPr sz="3200" spc="-25" dirty="0">
                <a:latin typeface="Calibri"/>
                <a:cs typeface="Calibri"/>
              </a:rPr>
              <a:t> </a:t>
            </a:r>
            <a:r>
              <a:rPr sz="3200" dirty="0">
                <a:latin typeface="Calibri"/>
                <a:cs typeface="Calibri"/>
              </a:rPr>
              <a:t>3,</a:t>
            </a:r>
            <a:r>
              <a:rPr sz="3200" spc="-30" dirty="0">
                <a:latin typeface="Calibri"/>
                <a:cs typeface="Calibri"/>
              </a:rPr>
              <a:t> </a:t>
            </a:r>
            <a:r>
              <a:rPr sz="3200" dirty="0">
                <a:latin typeface="Calibri"/>
                <a:cs typeface="Calibri"/>
              </a:rPr>
              <a:t>4}</a:t>
            </a:r>
            <a:r>
              <a:rPr sz="3200" spc="-15"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Calibri"/>
                <a:cs typeface="Calibri"/>
              </a:rPr>
              <a:t>{3,</a:t>
            </a:r>
            <a:r>
              <a:rPr sz="3200" spc="-25" dirty="0">
                <a:latin typeface="Calibri"/>
                <a:cs typeface="Calibri"/>
              </a:rPr>
              <a:t> </a:t>
            </a:r>
            <a:r>
              <a:rPr sz="3200" dirty="0">
                <a:latin typeface="Calibri"/>
                <a:cs typeface="Calibri"/>
              </a:rPr>
              <a:t>4,</a:t>
            </a:r>
            <a:r>
              <a:rPr sz="3200" spc="-25" dirty="0">
                <a:latin typeface="Calibri"/>
                <a:cs typeface="Calibri"/>
              </a:rPr>
              <a:t> </a:t>
            </a:r>
            <a:r>
              <a:rPr sz="3200" dirty="0">
                <a:latin typeface="Calibri"/>
                <a:cs typeface="Calibri"/>
              </a:rPr>
              <a:t>5,</a:t>
            </a:r>
            <a:r>
              <a:rPr sz="3200" spc="-30" dirty="0">
                <a:latin typeface="Calibri"/>
                <a:cs typeface="Calibri"/>
              </a:rPr>
              <a:t> </a:t>
            </a:r>
            <a:r>
              <a:rPr sz="3200" dirty="0">
                <a:latin typeface="Calibri"/>
                <a:cs typeface="Calibri"/>
              </a:rPr>
              <a:t>6}</a:t>
            </a:r>
            <a:r>
              <a:rPr sz="3200" spc="-15"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{3,</a:t>
            </a:r>
            <a:r>
              <a:rPr sz="3200" spc="-25" dirty="0">
                <a:latin typeface="Calibri"/>
                <a:cs typeface="Calibri"/>
              </a:rPr>
              <a:t> 4}</a:t>
            </a:r>
            <a:endParaRPr sz="3200">
              <a:latin typeface="Calibri"/>
              <a:cs typeface="Calibri"/>
            </a:endParaRPr>
          </a:p>
          <a:p>
            <a:pPr>
              <a:lnSpc>
                <a:spcPct val="100000"/>
              </a:lnSpc>
              <a:spcBef>
                <a:spcPts val="1470"/>
              </a:spcBef>
            </a:pPr>
            <a:endParaRPr sz="3200">
              <a:latin typeface="Calibri"/>
              <a:cs typeface="Calibri"/>
            </a:endParaRPr>
          </a:p>
          <a:p>
            <a:pPr marL="423545" indent="-410845">
              <a:lnSpc>
                <a:spcPct val="100000"/>
              </a:lnSpc>
              <a:buFont typeface="Calibri"/>
              <a:buAutoNum type="romanLcParenR" startAt="5"/>
              <a:tabLst>
                <a:tab pos="423545" algn="l"/>
                <a:tab pos="3860800" algn="l"/>
              </a:tabLst>
            </a:pPr>
            <a:r>
              <a:rPr sz="3200" dirty="0">
                <a:latin typeface="Calibri"/>
                <a:cs typeface="Calibri"/>
              </a:rPr>
              <a:t>Hội</a:t>
            </a:r>
            <a:r>
              <a:rPr sz="3200" spc="-25"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A</a:t>
            </a:r>
            <a:r>
              <a:rPr sz="3200" spc="-20"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Calibri"/>
                <a:cs typeface="Calibri"/>
              </a:rPr>
              <a:t>B</a:t>
            </a:r>
            <a:r>
              <a:rPr sz="3200" spc="-25" dirty="0">
                <a:latin typeface="Calibri"/>
                <a:cs typeface="Calibri"/>
              </a:rPr>
              <a:t> </a:t>
            </a:r>
            <a:r>
              <a:rPr sz="3200" dirty="0">
                <a:latin typeface="Calibri"/>
                <a:cs typeface="Calibri"/>
              </a:rPr>
              <a:t>={x</a:t>
            </a:r>
            <a:r>
              <a:rPr sz="3200" spc="-20" dirty="0">
                <a:latin typeface="Calibri"/>
                <a:cs typeface="Calibri"/>
              </a:rPr>
              <a:t> </a:t>
            </a:r>
            <a:r>
              <a:rPr sz="3200" dirty="0">
                <a:latin typeface="Symbol"/>
                <a:cs typeface="Symbol"/>
              </a:rPr>
              <a:t></a:t>
            </a:r>
            <a:r>
              <a:rPr sz="3200" spc="-95" dirty="0">
                <a:latin typeface="Times New Roman"/>
                <a:cs typeface="Times New Roman"/>
              </a:rPr>
              <a:t> </a:t>
            </a:r>
            <a:r>
              <a:rPr sz="3200" spc="-25" dirty="0">
                <a:latin typeface="Calibri"/>
                <a:cs typeface="Calibri"/>
              </a:rPr>
              <a:t>U:</a:t>
            </a:r>
            <a:r>
              <a:rPr sz="3200" dirty="0">
                <a:latin typeface="Calibri"/>
                <a:cs typeface="Calibri"/>
              </a:rPr>
              <a:t>	x</a:t>
            </a:r>
            <a:r>
              <a:rPr sz="3200" spc="-25"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Calibri"/>
                <a:cs typeface="Calibri"/>
              </a:rPr>
              <a:t>A</a:t>
            </a:r>
            <a:r>
              <a:rPr sz="3200" spc="-25" dirty="0">
                <a:latin typeface="Calibri"/>
                <a:cs typeface="Calibri"/>
              </a:rPr>
              <a:t> </a:t>
            </a:r>
            <a:r>
              <a:rPr sz="3200" dirty="0">
                <a:latin typeface="Calibri"/>
                <a:cs typeface="Calibri"/>
              </a:rPr>
              <a:t>hay</a:t>
            </a:r>
            <a:r>
              <a:rPr sz="3200" spc="-25" dirty="0">
                <a:latin typeface="Calibri"/>
                <a:cs typeface="Calibri"/>
              </a:rPr>
              <a:t> </a:t>
            </a:r>
            <a:r>
              <a:rPr sz="3200" dirty="0">
                <a:latin typeface="Calibri"/>
                <a:cs typeface="Calibri"/>
              </a:rPr>
              <a:t>x</a:t>
            </a:r>
            <a:r>
              <a:rPr sz="3200" spc="-10" dirty="0">
                <a:latin typeface="Calibri"/>
                <a:cs typeface="Calibri"/>
              </a:rPr>
              <a:t> </a:t>
            </a:r>
            <a:r>
              <a:rPr sz="3200" dirty="0">
                <a:latin typeface="Symbol"/>
                <a:cs typeface="Symbol"/>
              </a:rPr>
              <a:t></a:t>
            </a:r>
            <a:r>
              <a:rPr sz="3200" spc="-100" dirty="0">
                <a:latin typeface="Times New Roman"/>
                <a:cs typeface="Times New Roman"/>
              </a:rPr>
              <a:t> </a:t>
            </a:r>
            <a:r>
              <a:rPr sz="3200" spc="-25" dirty="0">
                <a:latin typeface="Calibri"/>
                <a:cs typeface="Calibri"/>
              </a:rPr>
              <a:t>B}</a:t>
            </a:r>
            <a:endParaRPr sz="3200">
              <a:latin typeface="Calibri"/>
              <a:cs typeface="Calibri"/>
            </a:endParaRPr>
          </a:p>
          <a:p>
            <a:pPr marL="12700">
              <a:lnSpc>
                <a:spcPct val="100000"/>
              </a:lnSpc>
              <a:spcBef>
                <a:spcPts val="770"/>
              </a:spcBef>
            </a:pPr>
            <a:r>
              <a:rPr sz="3200" dirty="0">
                <a:latin typeface="Calibri"/>
                <a:cs typeface="Calibri"/>
              </a:rPr>
              <a:t>{1,</a:t>
            </a:r>
            <a:r>
              <a:rPr sz="3200" spc="-30" dirty="0">
                <a:latin typeface="Calibri"/>
                <a:cs typeface="Calibri"/>
              </a:rPr>
              <a:t> </a:t>
            </a:r>
            <a:r>
              <a:rPr sz="3200" dirty="0">
                <a:latin typeface="Calibri"/>
                <a:cs typeface="Calibri"/>
              </a:rPr>
              <a:t>2,</a:t>
            </a:r>
            <a:r>
              <a:rPr sz="3200" spc="-25" dirty="0">
                <a:latin typeface="Calibri"/>
                <a:cs typeface="Calibri"/>
              </a:rPr>
              <a:t> </a:t>
            </a:r>
            <a:r>
              <a:rPr sz="3200" dirty="0">
                <a:latin typeface="Calibri"/>
                <a:cs typeface="Calibri"/>
              </a:rPr>
              <a:t>3,</a:t>
            </a:r>
            <a:r>
              <a:rPr sz="3200" spc="-25" dirty="0">
                <a:latin typeface="Calibri"/>
                <a:cs typeface="Calibri"/>
              </a:rPr>
              <a:t> </a:t>
            </a:r>
            <a:r>
              <a:rPr sz="3200" dirty="0">
                <a:latin typeface="Calibri"/>
                <a:cs typeface="Calibri"/>
              </a:rPr>
              <a:t>4}</a:t>
            </a:r>
            <a:r>
              <a:rPr sz="3200" spc="-20"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{3,</a:t>
            </a:r>
            <a:r>
              <a:rPr sz="3200" spc="-30" dirty="0">
                <a:latin typeface="Calibri"/>
                <a:cs typeface="Calibri"/>
              </a:rPr>
              <a:t> </a:t>
            </a:r>
            <a:r>
              <a:rPr sz="3200" dirty="0">
                <a:latin typeface="Calibri"/>
                <a:cs typeface="Calibri"/>
              </a:rPr>
              <a:t>4,</a:t>
            </a:r>
            <a:r>
              <a:rPr sz="3200" spc="-25" dirty="0">
                <a:latin typeface="Calibri"/>
                <a:cs typeface="Calibri"/>
              </a:rPr>
              <a:t> </a:t>
            </a:r>
            <a:r>
              <a:rPr sz="3200" dirty="0">
                <a:latin typeface="Calibri"/>
                <a:cs typeface="Calibri"/>
              </a:rPr>
              <a:t>5,</a:t>
            </a:r>
            <a:r>
              <a:rPr sz="3200" spc="-25" dirty="0">
                <a:latin typeface="Calibri"/>
                <a:cs typeface="Calibri"/>
              </a:rPr>
              <a:t> </a:t>
            </a:r>
            <a:r>
              <a:rPr sz="3200" dirty="0">
                <a:latin typeface="Calibri"/>
                <a:cs typeface="Calibri"/>
              </a:rPr>
              <a:t>6}</a:t>
            </a:r>
            <a:r>
              <a:rPr sz="3200" spc="-25"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{1,</a:t>
            </a:r>
            <a:r>
              <a:rPr sz="3200" spc="-25" dirty="0">
                <a:latin typeface="Calibri"/>
                <a:cs typeface="Calibri"/>
              </a:rPr>
              <a:t> </a:t>
            </a:r>
            <a:r>
              <a:rPr sz="3200" dirty="0">
                <a:latin typeface="Calibri"/>
                <a:cs typeface="Calibri"/>
              </a:rPr>
              <a:t>2,</a:t>
            </a:r>
            <a:r>
              <a:rPr sz="3200" spc="-30" dirty="0">
                <a:latin typeface="Calibri"/>
                <a:cs typeface="Calibri"/>
              </a:rPr>
              <a:t> </a:t>
            </a:r>
            <a:r>
              <a:rPr sz="3200" dirty="0">
                <a:latin typeface="Calibri"/>
                <a:cs typeface="Calibri"/>
              </a:rPr>
              <a:t>3,</a:t>
            </a:r>
            <a:r>
              <a:rPr sz="3200" spc="-30" dirty="0">
                <a:latin typeface="Calibri"/>
                <a:cs typeface="Calibri"/>
              </a:rPr>
              <a:t> </a:t>
            </a:r>
            <a:r>
              <a:rPr sz="3200" dirty="0">
                <a:latin typeface="Calibri"/>
                <a:cs typeface="Calibri"/>
              </a:rPr>
              <a:t>4,</a:t>
            </a:r>
            <a:r>
              <a:rPr sz="3200" spc="-25" dirty="0">
                <a:latin typeface="Calibri"/>
                <a:cs typeface="Calibri"/>
              </a:rPr>
              <a:t> </a:t>
            </a:r>
            <a:r>
              <a:rPr sz="3200" dirty="0">
                <a:latin typeface="Calibri"/>
                <a:cs typeface="Calibri"/>
              </a:rPr>
              <a:t>5,</a:t>
            </a:r>
            <a:r>
              <a:rPr sz="3200" spc="-30" dirty="0">
                <a:latin typeface="Calibri"/>
                <a:cs typeface="Calibri"/>
              </a:rPr>
              <a:t> </a:t>
            </a:r>
            <a:r>
              <a:rPr sz="3200" spc="-25" dirty="0">
                <a:latin typeface="Calibri"/>
                <a:cs typeface="Calibri"/>
              </a:rPr>
              <a:t>6}</a:t>
            </a:r>
            <a:endParaRPr sz="3200">
              <a:latin typeface="Calibri"/>
              <a:cs typeface="Calibri"/>
            </a:endParaRPr>
          </a:p>
          <a:p>
            <a:pPr>
              <a:lnSpc>
                <a:spcPct val="100000"/>
              </a:lnSpc>
              <a:spcBef>
                <a:spcPts val="1470"/>
              </a:spcBef>
            </a:pPr>
            <a:endParaRPr sz="3200">
              <a:latin typeface="Calibri"/>
              <a:cs typeface="Calibri"/>
            </a:endParaRPr>
          </a:p>
          <a:p>
            <a:pPr marL="522605" indent="-509905">
              <a:lnSpc>
                <a:spcPct val="100000"/>
              </a:lnSpc>
              <a:buFont typeface="Calibri"/>
              <a:buAutoNum type="romanLcParenR" startAt="6"/>
              <a:tabLst>
                <a:tab pos="522605" algn="l"/>
                <a:tab pos="4157979" algn="l"/>
              </a:tabLst>
            </a:pPr>
            <a:r>
              <a:rPr sz="3200" dirty="0">
                <a:latin typeface="Calibri"/>
                <a:cs typeface="Calibri"/>
              </a:rPr>
              <a:t>Hiệu</a:t>
            </a:r>
            <a:r>
              <a:rPr sz="3200" spc="-10"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A</a:t>
            </a:r>
            <a:r>
              <a:rPr sz="3200" spc="-5"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B</a:t>
            </a:r>
            <a:r>
              <a:rPr sz="3200" spc="-15"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a:t>
            </a:r>
            <a:r>
              <a:rPr sz="3200" spc="-10" dirty="0">
                <a:latin typeface="Calibri"/>
                <a:cs typeface="Calibri"/>
              </a:rPr>
              <a:t> </a:t>
            </a:r>
            <a:r>
              <a:rPr sz="3200" dirty="0">
                <a:latin typeface="Calibri"/>
                <a:cs typeface="Calibri"/>
              </a:rPr>
              <a:t>x</a:t>
            </a:r>
            <a:r>
              <a:rPr sz="3200" spc="-10" dirty="0">
                <a:latin typeface="Calibri"/>
                <a:cs typeface="Calibri"/>
              </a:rPr>
              <a:t> </a:t>
            </a:r>
            <a:r>
              <a:rPr sz="3200" dirty="0">
                <a:latin typeface="Symbol"/>
                <a:cs typeface="Symbol"/>
              </a:rPr>
              <a:t></a:t>
            </a:r>
            <a:r>
              <a:rPr sz="3200" spc="-90" dirty="0">
                <a:latin typeface="Times New Roman"/>
                <a:cs typeface="Times New Roman"/>
              </a:rPr>
              <a:t> </a:t>
            </a:r>
            <a:r>
              <a:rPr sz="3200" spc="-25" dirty="0">
                <a:latin typeface="Calibri"/>
                <a:cs typeface="Calibri"/>
              </a:rPr>
              <a:t>U:</a:t>
            </a:r>
            <a:r>
              <a:rPr sz="3200" dirty="0">
                <a:latin typeface="Calibri"/>
                <a:cs typeface="Calibri"/>
              </a:rPr>
              <a:t>	x</a:t>
            </a:r>
            <a:r>
              <a:rPr sz="3200" spc="-20"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A</a:t>
            </a:r>
            <a:r>
              <a:rPr sz="3200" spc="-30" dirty="0">
                <a:latin typeface="Calibri"/>
                <a:cs typeface="Calibri"/>
              </a:rPr>
              <a:t> </a:t>
            </a:r>
            <a:r>
              <a:rPr sz="3200" dirty="0">
                <a:latin typeface="Calibri"/>
                <a:cs typeface="Calibri"/>
              </a:rPr>
              <a:t>và</a:t>
            </a:r>
            <a:r>
              <a:rPr sz="3200" spc="-20" dirty="0">
                <a:latin typeface="Calibri"/>
                <a:cs typeface="Calibri"/>
              </a:rPr>
              <a:t> </a:t>
            </a:r>
            <a:r>
              <a:rPr sz="3200" dirty="0">
                <a:latin typeface="Calibri"/>
                <a:cs typeface="Calibri"/>
              </a:rPr>
              <a:t>x</a:t>
            </a:r>
            <a:r>
              <a:rPr sz="3200" spc="-10" dirty="0">
                <a:latin typeface="Calibri"/>
                <a:cs typeface="Calibri"/>
              </a:rPr>
              <a:t> </a:t>
            </a:r>
            <a:r>
              <a:rPr sz="3200" dirty="0">
                <a:latin typeface="Symbol"/>
                <a:cs typeface="Symbol"/>
              </a:rPr>
              <a:t></a:t>
            </a:r>
            <a:r>
              <a:rPr sz="3200" spc="-95" dirty="0">
                <a:latin typeface="Times New Roman"/>
                <a:cs typeface="Times New Roman"/>
              </a:rPr>
              <a:t> </a:t>
            </a:r>
            <a:r>
              <a:rPr sz="3200" spc="-25" dirty="0">
                <a:latin typeface="Calibri"/>
                <a:cs typeface="Calibri"/>
              </a:rPr>
              <a:t>B}</a:t>
            </a:r>
            <a:endParaRPr sz="3200">
              <a:latin typeface="Calibri"/>
              <a:cs typeface="Calibri"/>
            </a:endParaRPr>
          </a:p>
          <a:p>
            <a:pPr marL="12700">
              <a:lnSpc>
                <a:spcPct val="100000"/>
              </a:lnSpc>
              <a:spcBef>
                <a:spcPts val="745"/>
              </a:spcBef>
            </a:pPr>
            <a:r>
              <a:rPr sz="3200" dirty="0">
                <a:latin typeface="Calibri"/>
                <a:cs typeface="Calibri"/>
              </a:rPr>
              <a:t>{1,</a:t>
            </a:r>
            <a:r>
              <a:rPr sz="3200" spc="-20" dirty="0">
                <a:latin typeface="Calibri"/>
                <a:cs typeface="Calibri"/>
              </a:rPr>
              <a:t> </a:t>
            </a:r>
            <a:r>
              <a:rPr sz="3200" dirty="0">
                <a:latin typeface="Calibri"/>
                <a:cs typeface="Calibri"/>
              </a:rPr>
              <a:t>2,</a:t>
            </a:r>
            <a:r>
              <a:rPr sz="3200" spc="-15" dirty="0">
                <a:latin typeface="Calibri"/>
                <a:cs typeface="Calibri"/>
              </a:rPr>
              <a:t> </a:t>
            </a:r>
            <a:r>
              <a:rPr sz="3200" dirty="0">
                <a:latin typeface="Calibri"/>
                <a:cs typeface="Calibri"/>
              </a:rPr>
              <a:t>3,</a:t>
            </a:r>
            <a:r>
              <a:rPr sz="3200" spc="-15" dirty="0">
                <a:latin typeface="Calibri"/>
                <a:cs typeface="Calibri"/>
              </a:rPr>
              <a:t> </a:t>
            </a:r>
            <a:r>
              <a:rPr sz="3200" dirty="0">
                <a:latin typeface="Calibri"/>
                <a:cs typeface="Calibri"/>
              </a:rPr>
              <a:t>4}</a:t>
            </a:r>
            <a:r>
              <a:rPr sz="3200" spc="-2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{3,</a:t>
            </a:r>
            <a:r>
              <a:rPr sz="3200" spc="-10" dirty="0">
                <a:latin typeface="Calibri"/>
                <a:cs typeface="Calibri"/>
              </a:rPr>
              <a:t> </a:t>
            </a:r>
            <a:r>
              <a:rPr sz="3200" dirty="0">
                <a:latin typeface="Calibri"/>
                <a:cs typeface="Calibri"/>
              </a:rPr>
              <a:t>4,</a:t>
            </a:r>
            <a:r>
              <a:rPr sz="3200" spc="-20" dirty="0">
                <a:latin typeface="Calibri"/>
                <a:cs typeface="Calibri"/>
              </a:rPr>
              <a:t> </a:t>
            </a:r>
            <a:r>
              <a:rPr sz="3200" dirty="0">
                <a:latin typeface="Calibri"/>
                <a:cs typeface="Calibri"/>
              </a:rPr>
              <a:t>5,</a:t>
            </a:r>
            <a:r>
              <a:rPr sz="3200" spc="-15" dirty="0">
                <a:latin typeface="Calibri"/>
                <a:cs typeface="Calibri"/>
              </a:rPr>
              <a:t> </a:t>
            </a:r>
            <a:r>
              <a:rPr sz="3200" dirty="0">
                <a:latin typeface="Calibri"/>
                <a:cs typeface="Calibri"/>
              </a:rPr>
              <a:t>6}</a:t>
            </a:r>
            <a:r>
              <a:rPr sz="3200" spc="-20"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{1,</a:t>
            </a:r>
            <a:r>
              <a:rPr sz="3200" spc="-15" dirty="0">
                <a:latin typeface="Calibri"/>
                <a:cs typeface="Calibri"/>
              </a:rPr>
              <a:t> </a:t>
            </a:r>
            <a:r>
              <a:rPr sz="3200" spc="-25" dirty="0">
                <a:latin typeface="Calibri"/>
                <a:cs typeface="Calibri"/>
              </a:rPr>
              <a:t>2}</a:t>
            </a:r>
            <a:endParaRPr sz="3200">
              <a:latin typeface="Calibri"/>
              <a:cs typeface="Calibri"/>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08940" y="224070"/>
            <a:ext cx="8354695" cy="4020820"/>
          </a:xfrm>
          <a:prstGeom prst="rect">
            <a:avLst/>
          </a:prstGeom>
        </p:spPr>
        <p:txBody>
          <a:bodyPr vert="horz" wrap="square" lIns="0" tIns="12700" rIns="0" bIns="0" rtlCol="0">
            <a:spAutoFit/>
          </a:bodyPr>
          <a:lstStyle/>
          <a:p>
            <a:pPr marL="63500" marR="68580" indent="610235">
              <a:lnSpc>
                <a:spcPct val="119100"/>
              </a:lnSpc>
              <a:spcBef>
                <a:spcPts val="100"/>
              </a:spcBef>
              <a:buFont typeface="Calibri"/>
              <a:buAutoNum type="romanLcParenR" startAt="7"/>
              <a:tabLst>
                <a:tab pos="673735" algn="l"/>
                <a:tab pos="4486910" algn="l"/>
              </a:tabLst>
            </a:pPr>
            <a:r>
              <a:rPr sz="3200" dirty="0">
                <a:latin typeface="Calibri"/>
                <a:cs typeface="Calibri"/>
              </a:rPr>
              <a:t>Phần</a:t>
            </a:r>
            <a:r>
              <a:rPr sz="3200" spc="-35" dirty="0">
                <a:latin typeface="Calibri"/>
                <a:cs typeface="Calibri"/>
              </a:rPr>
              <a:t> </a:t>
            </a:r>
            <a:r>
              <a:rPr sz="3200" dirty="0">
                <a:latin typeface="Calibri"/>
                <a:cs typeface="Calibri"/>
              </a:rPr>
              <a:t>bù</a:t>
            </a:r>
            <a:r>
              <a:rPr sz="3200" spc="-10" dirty="0">
                <a:latin typeface="Calibri"/>
                <a:cs typeface="Calibri"/>
              </a:rPr>
              <a:t> </a:t>
            </a:r>
            <a:r>
              <a:rPr sz="3200" dirty="0">
                <a:latin typeface="Calibri"/>
                <a:cs typeface="Calibri"/>
              </a:rPr>
              <a:t>:</a:t>
            </a:r>
            <a:r>
              <a:rPr sz="3200" spc="-20" dirty="0">
                <a:latin typeface="Calibri"/>
                <a:cs typeface="Calibri"/>
              </a:rPr>
              <a:t> </a:t>
            </a:r>
            <a:r>
              <a:rPr sz="3200" dirty="0">
                <a:latin typeface="Symbol"/>
                <a:cs typeface="Symbol"/>
              </a:rPr>
              <a:t></a:t>
            </a:r>
            <a:r>
              <a:rPr sz="3200" dirty="0">
                <a:latin typeface="Calibri"/>
                <a:cs typeface="Calibri"/>
              </a:rPr>
              <a:t>A</a:t>
            </a:r>
            <a:r>
              <a:rPr sz="3200" spc="-15"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U</a:t>
            </a:r>
            <a:r>
              <a:rPr sz="3200" spc="-30" dirty="0">
                <a:latin typeface="Calibri"/>
                <a:cs typeface="Calibri"/>
              </a:rPr>
              <a:t> </a:t>
            </a:r>
            <a:r>
              <a:rPr sz="3200" dirty="0">
                <a:latin typeface="Calibri"/>
                <a:cs typeface="Calibri"/>
              </a:rPr>
              <a:t>–</a:t>
            </a:r>
            <a:r>
              <a:rPr sz="3200" spc="-30" dirty="0">
                <a:latin typeface="Calibri"/>
                <a:cs typeface="Calibri"/>
              </a:rPr>
              <a:t> </a:t>
            </a:r>
            <a:r>
              <a:rPr sz="3200" spc="-50" dirty="0">
                <a:latin typeface="Calibri"/>
                <a:cs typeface="Calibri"/>
              </a:rPr>
              <a:t>A</a:t>
            </a:r>
            <a:r>
              <a:rPr sz="3200" dirty="0">
                <a:latin typeface="Calibri"/>
                <a:cs typeface="Calibri"/>
              </a:rPr>
              <a:t>	</a:t>
            </a:r>
            <a:r>
              <a:rPr sz="3200" spc="-60" dirty="0">
                <a:latin typeface="Calibri"/>
                <a:cs typeface="Calibri"/>
              </a:rPr>
              <a:t>(Ta</a:t>
            </a:r>
            <a:r>
              <a:rPr sz="3200" spc="-114" dirty="0">
                <a:latin typeface="Calibri"/>
                <a:cs typeface="Calibri"/>
              </a:rPr>
              <a:t> </a:t>
            </a:r>
            <a:r>
              <a:rPr sz="3200" dirty="0">
                <a:latin typeface="Calibri"/>
                <a:cs typeface="Calibri"/>
              </a:rPr>
              <a:t>viết</a:t>
            </a:r>
            <a:r>
              <a:rPr sz="3200" spc="-60" dirty="0">
                <a:latin typeface="Calibri"/>
                <a:cs typeface="Calibri"/>
              </a:rPr>
              <a:t> </a:t>
            </a:r>
            <a:r>
              <a:rPr sz="3200" spc="-50" dirty="0">
                <a:latin typeface="Cambria Math"/>
                <a:cs typeface="Cambria Math"/>
              </a:rPr>
              <a:t>𝐴</a:t>
            </a:r>
            <a:r>
              <a:rPr sz="4800" spc="-3809" baseline="11284" dirty="0">
                <a:latin typeface="Cambria Math"/>
                <a:cs typeface="Cambria Math"/>
              </a:rPr>
              <a:t>ҧ</a:t>
            </a:r>
            <a:r>
              <a:rPr sz="4800" spc="142" baseline="11284" dirty="0">
                <a:latin typeface="Cambria Math"/>
                <a:cs typeface="Cambria Math"/>
              </a:rPr>
              <a:t> </a:t>
            </a:r>
            <a:r>
              <a:rPr sz="3200" dirty="0">
                <a:latin typeface="Calibri"/>
                <a:cs typeface="Calibri"/>
              </a:rPr>
              <a:t>thay</a:t>
            </a:r>
            <a:r>
              <a:rPr sz="3200" spc="-50" dirty="0">
                <a:latin typeface="Calibri"/>
                <a:cs typeface="Calibri"/>
              </a:rPr>
              <a:t> </a:t>
            </a:r>
            <a:r>
              <a:rPr sz="3200" dirty="0">
                <a:latin typeface="Calibri"/>
                <a:cs typeface="Calibri"/>
              </a:rPr>
              <a:t>cho</a:t>
            </a:r>
            <a:r>
              <a:rPr sz="3200" spc="-35" dirty="0">
                <a:latin typeface="Calibri"/>
                <a:cs typeface="Calibri"/>
              </a:rPr>
              <a:t> </a:t>
            </a:r>
            <a:r>
              <a:rPr sz="3200" spc="-25" dirty="0">
                <a:latin typeface="Symbol"/>
                <a:cs typeface="Symbol"/>
              </a:rPr>
              <a:t></a:t>
            </a:r>
            <a:r>
              <a:rPr sz="3200" spc="-25" dirty="0">
                <a:latin typeface="Calibri"/>
                <a:cs typeface="Calibri"/>
              </a:rPr>
              <a:t>A) </a:t>
            </a:r>
            <a:r>
              <a:rPr sz="3200" dirty="0">
                <a:latin typeface="Calibri"/>
                <a:cs typeface="Calibri"/>
              </a:rPr>
              <a:t>Giả</a:t>
            </a:r>
            <a:r>
              <a:rPr sz="3200" spc="-20" dirty="0">
                <a:latin typeface="Calibri"/>
                <a:cs typeface="Calibri"/>
              </a:rPr>
              <a:t> </a:t>
            </a:r>
            <a:r>
              <a:rPr sz="3200" dirty="0">
                <a:latin typeface="Calibri"/>
                <a:cs typeface="Calibri"/>
              </a:rPr>
              <a:t>sử</a:t>
            </a:r>
            <a:r>
              <a:rPr sz="3200" spc="-25" dirty="0">
                <a:latin typeface="Calibri"/>
                <a:cs typeface="Calibri"/>
              </a:rPr>
              <a:t> </a:t>
            </a:r>
            <a:r>
              <a:rPr sz="3200" dirty="0">
                <a:latin typeface="Calibri"/>
                <a:cs typeface="Calibri"/>
              </a:rPr>
              <a:t>tập</a:t>
            </a:r>
            <a:r>
              <a:rPr sz="3200" spc="-35" dirty="0">
                <a:latin typeface="Calibri"/>
                <a:cs typeface="Calibri"/>
              </a:rPr>
              <a:t> </a:t>
            </a:r>
            <a:r>
              <a:rPr sz="3200" dirty="0">
                <a:latin typeface="Calibri"/>
                <a:cs typeface="Calibri"/>
              </a:rPr>
              <a:t>vũ</a:t>
            </a:r>
            <a:r>
              <a:rPr sz="3200" spc="-35" dirty="0">
                <a:latin typeface="Calibri"/>
                <a:cs typeface="Calibri"/>
              </a:rPr>
              <a:t> </a:t>
            </a:r>
            <a:r>
              <a:rPr sz="3200" dirty="0">
                <a:latin typeface="Calibri"/>
                <a:cs typeface="Calibri"/>
              </a:rPr>
              <a:t>trụ</a:t>
            </a:r>
            <a:r>
              <a:rPr sz="3200" spc="-35" dirty="0">
                <a:latin typeface="Calibri"/>
                <a:cs typeface="Calibri"/>
              </a:rPr>
              <a:t> </a:t>
            </a:r>
            <a:r>
              <a:rPr sz="3200" dirty="0">
                <a:latin typeface="Calibri"/>
                <a:cs typeface="Calibri"/>
              </a:rPr>
              <a:t>U</a:t>
            </a:r>
            <a:r>
              <a:rPr sz="3200" spc="-30"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{1,</a:t>
            </a:r>
            <a:r>
              <a:rPr sz="3200" spc="-20" dirty="0">
                <a:latin typeface="Calibri"/>
                <a:cs typeface="Calibri"/>
              </a:rPr>
              <a:t> </a:t>
            </a:r>
            <a:r>
              <a:rPr sz="3200" dirty="0">
                <a:latin typeface="Calibri"/>
                <a:cs typeface="Calibri"/>
              </a:rPr>
              <a:t>2,</a:t>
            </a:r>
            <a:r>
              <a:rPr sz="3200" spc="-30" dirty="0">
                <a:latin typeface="Calibri"/>
                <a:cs typeface="Calibri"/>
              </a:rPr>
              <a:t> </a:t>
            </a:r>
            <a:r>
              <a:rPr sz="3200" dirty="0">
                <a:latin typeface="Calibri"/>
                <a:cs typeface="Calibri"/>
              </a:rPr>
              <a:t>3,</a:t>
            </a:r>
            <a:r>
              <a:rPr sz="3200" spc="-30" dirty="0">
                <a:latin typeface="Calibri"/>
                <a:cs typeface="Calibri"/>
              </a:rPr>
              <a:t> </a:t>
            </a:r>
            <a:r>
              <a:rPr sz="3200" dirty="0">
                <a:latin typeface="Calibri"/>
                <a:cs typeface="Calibri"/>
              </a:rPr>
              <a:t>4,</a:t>
            </a:r>
            <a:r>
              <a:rPr sz="3200" spc="-30" dirty="0">
                <a:latin typeface="Calibri"/>
                <a:cs typeface="Calibri"/>
              </a:rPr>
              <a:t> </a:t>
            </a:r>
            <a:r>
              <a:rPr sz="3200" dirty="0">
                <a:latin typeface="Calibri"/>
                <a:cs typeface="Calibri"/>
              </a:rPr>
              <a:t>5,</a:t>
            </a:r>
            <a:r>
              <a:rPr sz="3200" spc="-30" dirty="0">
                <a:latin typeface="Calibri"/>
                <a:cs typeface="Calibri"/>
              </a:rPr>
              <a:t> </a:t>
            </a:r>
            <a:r>
              <a:rPr sz="3200" dirty="0">
                <a:latin typeface="Calibri"/>
                <a:cs typeface="Calibri"/>
              </a:rPr>
              <a:t>6,</a:t>
            </a:r>
            <a:r>
              <a:rPr sz="3200" spc="-30" dirty="0">
                <a:latin typeface="Calibri"/>
                <a:cs typeface="Calibri"/>
              </a:rPr>
              <a:t> </a:t>
            </a:r>
            <a:r>
              <a:rPr sz="3200" dirty="0">
                <a:latin typeface="Calibri"/>
                <a:cs typeface="Calibri"/>
              </a:rPr>
              <a:t>7,</a:t>
            </a:r>
            <a:r>
              <a:rPr sz="3200" spc="-30" dirty="0">
                <a:latin typeface="Calibri"/>
                <a:cs typeface="Calibri"/>
              </a:rPr>
              <a:t> </a:t>
            </a:r>
            <a:r>
              <a:rPr sz="3200" dirty="0">
                <a:latin typeface="Calibri"/>
                <a:cs typeface="Calibri"/>
              </a:rPr>
              <a:t>8,</a:t>
            </a:r>
            <a:r>
              <a:rPr sz="3200" spc="-30" dirty="0">
                <a:latin typeface="Calibri"/>
                <a:cs typeface="Calibri"/>
              </a:rPr>
              <a:t> </a:t>
            </a:r>
            <a:r>
              <a:rPr sz="3200" dirty="0">
                <a:latin typeface="Calibri"/>
                <a:cs typeface="Calibri"/>
              </a:rPr>
              <a:t>9,</a:t>
            </a:r>
            <a:r>
              <a:rPr sz="3200" spc="-30" dirty="0">
                <a:latin typeface="Calibri"/>
                <a:cs typeface="Calibri"/>
              </a:rPr>
              <a:t> </a:t>
            </a:r>
            <a:r>
              <a:rPr sz="3200" spc="-20" dirty="0">
                <a:latin typeface="Calibri"/>
                <a:cs typeface="Calibri"/>
              </a:rPr>
              <a:t>10},</a:t>
            </a:r>
            <a:endParaRPr sz="3200">
              <a:latin typeface="Calibri"/>
              <a:cs typeface="Calibri"/>
            </a:endParaRPr>
          </a:p>
          <a:p>
            <a:pPr marL="63500">
              <a:lnSpc>
                <a:spcPct val="100000"/>
              </a:lnSpc>
              <a:spcBef>
                <a:spcPts val="765"/>
              </a:spcBef>
            </a:pPr>
            <a:r>
              <a:rPr sz="3200" dirty="0">
                <a:latin typeface="Calibri"/>
                <a:cs typeface="Calibri"/>
              </a:rPr>
              <a:t>A</a:t>
            </a:r>
            <a:r>
              <a:rPr sz="3200" spc="-15"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{1,</a:t>
            </a:r>
            <a:r>
              <a:rPr sz="3200" spc="-5" dirty="0">
                <a:latin typeface="Calibri"/>
                <a:cs typeface="Calibri"/>
              </a:rPr>
              <a:t> </a:t>
            </a:r>
            <a:r>
              <a:rPr sz="3200" dirty="0">
                <a:latin typeface="Calibri"/>
                <a:cs typeface="Calibri"/>
              </a:rPr>
              <a:t>2,</a:t>
            </a:r>
            <a:r>
              <a:rPr sz="3200" spc="-15" dirty="0">
                <a:latin typeface="Calibri"/>
                <a:cs typeface="Calibri"/>
              </a:rPr>
              <a:t> </a:t>
            </a:r>
            <a:r>
              <a:rPr sz="3200" spc="-25" dirty="0">
                <a:latin typeface="Calibri"/>
                <a:cs typeface="Calibri"/>
              </a:rPr>
              <a:t>3},</a:t>
            </a:r>
            <a:endParaRPr sz="3200">
              <a:latin typeface="Calibri"/>
              <a:cs typeface="Calibri"/>
            </a:endParaRPr>
          </a:p>
          <a:p>
            <a:pPr marL="63500">
              <a:lnSpc>
                <a:spcPct val="100000"/>
              </a:lnSpc>
              <a:spcBef>
                <a:spcPts val="810"/>
              </a:spcBef>
            </a:pPr>
            <a:r>
              <a:rPr sz="3200" dirty="0">
                <a:latin typeface="Symbol"/>
                <a:cs typeface="Symbol"/>
              </a:rPr>
              <a:t></a:t>
            </a:r>
            <a:r>
              <a:rPr sz="3200" dirty="0">
                <a:latin typeface="Calibri"/>
                <a:cs typeface="Calibri"/>
              </a:rPr>
              <a:t>A</a:t>
            </a:r>
            <a:r>
              <a:rPr sz="3200" spc="-20" dirty="0">
                <a:latin typeface="Calibri"/>
                <a:cs typeface="Calibri"/>
              </a:rPr>
              <a:t> </a:t>
            </a:r>
            <a:r>
              <a:rPr sz="3200" dirty="0">
                <a:latin typeface="Calibri"/>
                <a:cs typeface="Calibri"/>
              </a:rPr>
              <a:t>=</a:t>
            </a:r>
            <a:r>
              <a:rPr sz="3200" spc="-10" dirty="0">
                <a:latin typeface="Calibri"/>
                <a:cs typeface="Calibri"/>
              </a:rPr>
              <a:t> </a:t>
            </a:r>
            <a:r>
              <a:rPr sz="3200" dirty="0">
                <a:latin typeface="Calibri"/>
                <a:cs typeface="Calibri"/>
              </a:rPr>
              <a:t>U</a:t>
            </a:r>
            <a:r>
              <a:rPr sz="3200" spc="-30"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A</a:t>
            </a:r>
            <a:r>
              <a:rPr sz="3200" spc="-2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{4,</a:t>
            </a:r>
            <a:r>
              <a:rPr sz="3200" spc="-15" dirty="0">
                <a:latin typeface="Calibri"/>
                <a:cs typeface="Calibri"/>
              </a:rPr>
              <a:t> </a:t>
            </a:r>
            <a:r>
              <a:rPr sz="3200" dirty="0">
                <a:latin typeface="Calibri"/>
                <a:cs typeface="Calibri"/>
              </a:rPr>
              <a:t>5,</a:t>
            </a:r>
            <a:r>
              <a:rPr sz="3200" spc="-20" dirty="0">
                <a:latin typeface="Calibri"/>
                <a:cs typeface="Calibri"/>
              </a:rPr>
              <a:t> </a:t>
            </a:r>
            <a:r>
              <a:rPr sz="3200" dirty="0">
                <a:latin typeface="Calibri"/>
                <a:cs typeface="Calibri"/>
              </a:rPr>
              <a:t>6,</a:t>
            </a:r>
            <a:r>
              <a:rPr sz="3200" spc="-20" dirty="0">
                <a:latin typeface="Calibri"/>
                <a:cs typeface="Calibri"/>
              </a:rPr>
              <a:t> </a:t>
            </a:r>
            <a:r>
              <a:rPr sz="3200" dirty="0">
                <a:latin typeface="Calibri"/>
                <a:cs typeface="Calibri"/>
              </a:rPr>
              <a:t>7,</a:t>
            </a:r>
            <a:r>
              <a:rPr sz="3200" spc="-20" dirty="0">
                <a:latin typeface="Calibri"/>
                <a:cs typeface="Calibri"/>
              </a:rPr>
              <a:t> </a:t>
            </a:r>
            <a:r>
              <a:rPr sz="3200" dirty="0">
                <a:latin typeface="Calibri"/>
                <a:cs typeface="Calibri"/>
              </a:rPr>
              <a:t>8,</a:t>
            </a:r>
            <a:r>
              <a:rPr sz="3200" spc="-20" dirty="0">
                <a:latin typeface="Calibri"/>
                <a:cs typeface="Calibri"/>
              </a:rPr>
              <a:t> </a:t>
            </a:r>
            <a:r>
              <a:rPr sz="3200" dirty="0">
                <a:latin typeface="Calibri"/>
                <a:cs typeface="Calibri"/>
              </a:rPr>
              <a:t>9,</a:t>
            </a:r>
            <a:r>
              <a:rPr sz="3200" spc="-20" dirty="0">
                <a:latin typeface="Calibri"/>
                <a:cs typeface="Calibri"/>
              </a:rPr>
              <a:t> </a:t>
            </a:r>
            <a:r>
              <a:rPr sz="3200" spc="-25" dirty="0">
                <a:latin typeface="Calibri"/>
                <a:cs typeface="Calibri"/>
              </a:rPr>
              <a:t>10}</a:t>
            </a:r>
            <a:endParaRPr sz="3200">
              <a:latin typeface="Calibri"/>
              <a:cs typeface="Calibri"/>
            </a:endParaRPr>
          </a:p>
          <a:p>
            <a:pPr>
              <a:lnSpc>
                <a:spcPct val="100000"/>
              </a:lnSpc>
              <a:spcBef>
                <a:spcPts val="1400"/>
              </a:spcBef>
            </a:pPr>
            <a:endParaRPr sz="3200">
              <a:latin typeface="Calibri"/>
              <a:cs typeface="Calibri"/>
            </a:endParaRPr>
          </a:p>
          <a:p>
            <a:pPr marL="63500" marR="136525" indent="709930">
              <a:lnSpc>
                <a:spcPct val="100899"/>
              </a:lnSpc>
              <a:buFont typeface="Calibri"/>
              <a:buAutoNum type="romanLcParenR" startAt="8"/>
              <a:tabLst>
                <a:tab pos="773430" algn="l"/>
                <a:tab pos="1431925" algn="l"/>
              </a:tabLst>
            </a:pPr>
            <a:r>
              <a:rPr sz="3200" spc="-75" dirty="0">
                <a:latin typeface="Calibri"/>
                <a:cs typeface="Calibri"/>
              </a:rPr>
              <a:t>Tập</a:t>
            </a:r>
            <a:r>
              <a:rPr sz="3200" spc="-65" dirty="0">
                <a:latin typeface="Calibri"/>
                <a:cs typeface="Calibri"/>
              </a:rPr>
              <a:t> </a:t>
            </a:r>
            <a:r>
              <a:rPr sz="3200" dirty="0">
                <a:latin typeface="Calibri"/>
                <a:cs typeface="Calibri"/>
              </a:rPr>
              <a:t>hợp</a:t>
            </a:r>
            <a:r>
              <a:rPr sz="3200" spc="-45" dirty="0">
                <a:latin typeface="Calibri"/>
                <a:cs typeface="Calibri"/>
              </a:rPr>
              <a:t> </a:t>
            </a:r>
            <a:r>
              <a:rPr sz="3200" dirty="0">
                <a:latin typeface="Calibri"/>
                <a:cs typeface="Calibri"/>
              </a:rPr>
              <a:t>rỗng</a:t>
            </a:r>
            <a:r>
              <a:rPr sz="3200" spc="-55" dirty="0">
                <a:latin typeface="Calibri"/>
                <a:cs typeface="Calibri"/>
              </a:rPr>
              <a:t> </a:t>
            </a:r>
            <a:r>
              <a:rPr sz="3200" dirty="0">
                <a:latin typeface="Calibri"/>
                <a:cs typeface="Calibri"/>
              </a:rPr>
              <a:t>là</a:t>
            </a:r>
            <a:r>
              <a:rPr sz="3200" spc="-60" dirty="0">
                <a:latin typeface="Calibri"/>
                <a:cs typeface="Calibri"/>
              </a:rPr>
              <a:t> </a:t>
            </a:r>
            <a:r>
              <a:rPr sz="3200" dirty="0">
                <a:latin typeface="Calibri"/>
                <a:cs typeface="Calibri"/>
              </a:rPr>
              <a:t>tập</a:t>
            </a:r>
            <a:r>
              <a:rPr sz="3200" spc="-40" dirty="0">
                <a:latin typeface="Calibri"/>
                <a:cs typeface="Calibri"/>
              </a:rPr>
              <a:t> </a:t>
            </a:r>
            <a:r>
              <a:rPr sz="3200" dirty="0">
                <a:latin typeface="Calibri"/>
                <a:cs typeface="Calibri"/>
              </a:rPr>
              <a:t>không</a:t>
            </a:r>
            <a:r>
              <a:rPr sz="3200" spc="-60" dirty="0">
                <a:latin typeface="Calibri"/>
                <a:cs typeface="Calibri"/>
              </a:rPr>
              <a:t> </a:t>
            </a:r>
            <a:r>
              <a:rPr sz="3200" dirty="0">
                <a:latin typeface="Calibri"/>
                <a:cs typeface="Calibri"/>
              </a:rPr>
              <a:t>chứa</a:t>
            </a:r>
            <a:r>
              <a:rPr sz="3200" spc="-55" dirty="0">
                <a:latin typeface="Calibri"/>
                <a:cs typeface="Calibri"/>
              </a:rPr>
              <a:t> </a:t>
            </a:r>
            <a:r>
              <a:rPr sz="3200" dirty="0">
                <a:latin typeface="Calibri"/>
                <a:cs typeface="Calibri"/>
              </a:rPr>
              <a:t>phần</a:t>
            </a:r>
            <a:r>
              <a:rPr sz="3200" spc="-50" dirty="0">
                <a:latin typeface="Calibri"/>
                <a:cs typeface="Calibri"/>
              </a:rPr>
              <a:t> </a:t>
            </a:r>
            <a:r>
              <a:rPr sz="3200" dirty="0">
                <a:latin typeface="Calibri"/>
                <a:cs typeface="Calibri"/>
              </a:rPr>
              <a:t>tử</a:t>
            </a:r>
            <a:r>
              <a:rPr sz="3200" spc="-60" dirty="0">
                <a:latin typeface="Calibri"/>
                <a:cs typeface="Calibri"/>
              </a:rPr>
              <a:t> </a:t>
            </a:r>
            <a:r>
              <a:rPr sz="3200" spc="-20" dirty="0">
                <a:latin typeface="Calibri"/>
                <a:cs typeface="Calibri"/>
              </a:rPr>
              <a:t>nào, </a:t>
            </a:r>
            <a:r>
              <a:rPr sz="3200" dirty="0">
                <a:latin typeface="Calibri"/>
                <a:cs typeface="Calibri"/>
              </a:rPr>
              <a:t>ký </a:t>
            </a:r>
            <a:r>
              <a:rPr sz="3200" spc="-20" dirty="0">
                <a:latin typeface="Calibri"/>
                <a:cs typeface="Calibri"/>
              </a:rPr>
              <a:t>hiệu</a:t>
            </a:r>
            <a:r>
              <a:rPr sz="3200" dirty="0">
                <a:latin typeface="Calibri"/>
                <a:cs typeface="Calibri"/>
              </a:rPr>
              <a:t>	</a:t>
            </a:r>
            <a:r>
              <a:rPr sz="3200" dirty="0">
                <a:latin typeface="Symbol"/>
                <a:cs typeface="Symbol"/>
              </a:rPr>
              <a:t></a:t>
            </a:r>
            <a:r>
              <a:rPr sz="3200" dirty="0">
                <a:latin typeface="Calibri"/>
                <a:cs typeface="Calibri"/>
              </a:rPr>
              <a:t>.</a:t>
            </a:r>
            <a:r>
              <a:rPr sz="3200" spc="-45" dirty="0">
                <a:latin typeface="Calibri"/>
                <a:cs typeface="Calibri"/>
              </a:rPr>
              <a:t> </a:t>
            </a:r>
            <a:r>
              <a:rPr sz="3200" spc="-100" dirty="0">
                <a:latin typeface="Calibri"/>
                <a:cs typeface="Calibri"/>
              </a:rPr>
              <a:t>Ta</a:t>
            </a:r>
            <a:r>
              <a:rPr sz="3200" spc="-40" dirty="0">
                <a:latin typeface="Calibri"/>
                <a:cs typeface="Calibri"/>
              </a:rPr>
              <a:t> </a:t>
            </a:r>
            <a:r>
              <a:rPr sz="3200" dirty="0">
                <a:latin typeface="Calibri"/>
                <a:cs typeface="Calibri"/>
              </a:rPr>
              <a:t>luôn</a:t>
            </a:r>
            <a:r>
              <a:rPr sz="3200" spc="-25" dirty="0">
                <a:latin typeface="Calibri"/>
                <a:cs typeface="Calibri"/>
              </a:rPr>
              <a:t> </a:t>
            </a:r>
            <a:r>
              <a:rPr sz="3200" dirty="0">
                <a:latin typeface="Calibri"/>
                <a:cs typeface="Calibri"/>
              </a:rPr>
              <a:t>có</a:t>
            </a:r>
            <a:r>
              <a:rPr sz="3200" spc="-40" dirty="0">
                <a:latin typeface="Calibri"/>
                <a:cs typeface="Calibri"/>
              </a:rPr>
              <a:t> </a:t>
            </a:r>
            <a:r>
              <a:rPr sz="3200" dirty="0">
                <a:latin typeface="Symbol"/>
                <a:cs typeface="Symbol"/>
              </a:rPr>
              <a:t></a:t>
            </a:r>
            <a:r>
              <a:rPr sz="3200" spc="-120" dirty="0">
                <a:latin typeface="Times New Roman"/>
                <a:cs typeface="Times New Roman"/>
              </a:rPr>
              <a:t> </a:t>
            </a:r>
            <a:r>
              <a:rPr sz="3200" dirty="0">
                <a:latin typeface="Symbol"/>
                <a:cs typeface="Symbol"/>
              </a:rPr>
              <a:t></a:t>
            </a:r>
            <a:r>
              <a:rPr sz="3200" spc="-114" dirty="0">
                <a:latin typeface="Times New Roman"/>
                <a:cs typeface="Times New Roman"/>
              </a:rPr>
              <a:t> </a:t>
            </a:r>
            <a:r>
              <a:rPr sz="3200" dirty="0">
                <a:latin typeface="Calibri"/>
                <a:cs typeface="Calibri"/>
              </a:rPr>
              <a:t>A,</a:t>
            </a:r>
            <a:r>
              <a:rPr sz="3200" spc="-35" dirty="0">
                <a:latin typeface="Calibri"/>
                <a:cs typeface="Calibri"/>
              </a:rPr>
              <a:t> </a:t>
            </a:r>
            <a:r>
              <a:rPr sz="3200" dirty="0">
                <a:latin typeface="Calibri"/>
                <a:cs typeface="Calibri"/>
              </a:rPr>
              <a:t>với</a:t>
            </a:r>
            <a:r>
              <a:rPr sz="3200" spc="-40" dirty="0">
                <a:latin typeface="Calibri"/>
                <a:cs typeface="Calibri"/>
              </a:rPr>
              <a:t> </a:t>
            </a:r>
            <a:r>
              <a:rPr sz="3200" dirty="0">
                <a:latin typeface="Calibri"/>
                <a:cs typeface="Calibri"/>
              </a:rPr>
              <a:t>mọi</a:t>
            </a:r>
            <a:r>
              <a:rPr sz="3200" spc="-40" dirty="0">
                <a:latin typeface="Calibri"/>
                <a:cs typeface="Calibri"/>
              </a:rPr>
              <a:t> </a:t>
            </a:r>
            <a:r>
              <a:rPr sz="3200" dirty="0">
                <a:latin typeface="Calibri"/>
                <a:cs typeface="Calibri"/>
              </a:rPr>
              <a:t>tập</a:t>
            </a:r>
            <a:r>
              <a:rPr sz="3200" spc="-45" dirty="0">
                <a:latin typeface="Calibri"/>
                <a:cs typeface="Calibri"/>
              </a:rPr>
              <a:t> </a:t>
            </a:r>
            <a:r>
              <a:rPr sz="3200" spc="-25" dirty="0">
                <a:latin typeface="Calibri"/>
                <a:cs typeface="Calibri"/>
              </a:rPr>
              <a:t>A.</a:t>
            </a:r>
            <a:endParaRPr sz="3200">
              <a:latin typeface="Calibri"/>
              <a:cs typeface="Calibri"/>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215239"/>
            <a:ext cx="7906384" cy="1684020"/>
          </a:xfrm>
          <a:prstGeom prst="rect">
            <a:avLst/>
          </a:prstGeom>
        </p:spPr>
        <p:txBody>
          <a:bodyPr vert="horz" wrap="square" lIns="0" tIns="109855" rIns="0" bIns="0" rtlCol="0">
            <a:spAutoFit/>
          </a:bodyPr>
          <a:lstStyle/>
          <a:p>
            <a:pPr marL="12700">
              <a:lnSpc>
                <a:spcPct val="100000"/>
              </a:lnSpc>
              <a:spcBef>
                <a:spcPts val="865"/>
              </a:spcBef>
            </a:pPr>
            <a:r>
              <a:rPr sz="3200" b="1" dirty="0">
                <a:latin typeface="Calibri"/>
                <a:cs typeface="Calibri"/>
              </a:rPr>
              <a:t>Bài</a:t>
            </a:r>
            <a:r>
              <a:rPr sz="3200" b="1" spc="-30" dirty="0">
                <a:latin typeface="Calibri"/>
                <a:cs typeface="Calibri"/>
              </a:rPr>
              <a:t> </a:t>
            </a:r>
            <a:r>
              <a:rPr sz="3200" b="1" dirty="0">
                <a:latin typeface="Calibri"/>
                <a:cs typeface="Calibri"/>
              </a:rPr>
              <a:t>tập</a:t>
            </a:r>
            <a:r>
              <a:rPr sz="3200" b="1" spc="-25" dirty="0">
                <a:latin typeface="Calibri"/>
                <a:cs typeface="Calibri"/>
              </a:rPr>
              <a:t> </a:t>
            </a:r>
            <a:r>
              <a:rPr sz="3200" b="1" dirty="0">
                <a:latin typeface="Calibri"/>
                <a:cs typeface="Calibri"/>
              </a:rPr>
              <a:t>tại</a:t>
            </a:r>
            <a:r>
              <a:rPr sz="3200" b="1" spc="-40" dirty="0">
                <a:latin typeface="Calibri"/>
                <a:cs typeface="Calibri"/>
              </a:rPr>
              <a:t> </a:t>
            </a:r>
            <a:r>
              <a:rPr sz="3200" b="1" dirty="0">
                <a:latin typeface="Calibri"/>
                <a:cs typeface="Calibri"/>
              </a:rPr>
              <a:t>lớp</a:t>
            </a:r>
            <a:r>
              <a:rPr sz="3200" b="1" spc="-25" dirty="0">
                <a:latin typeface="Calibri"/>
                <a:cs typeface="Calibri"/>
              </a:rPr>
              <a:t> </a:t>
            </a:r>
            <a:r>
              <a:rPr sz="3200" b="1" spc="-50" dirty="0">
                <a:latin typeface="Calibri"/>
                <a:cs typeface="Calibri"/>
              </a:rPr>
              <a:t>:</a:t>
            </a:r>
            <a:endParaRPr sz="3200">
              <a:latin typeface="Calibri"/>
              <a:cs typeface="Calibri"/>
            </a:endParaRPr>
          </a:p>
          <a:p>
            <a:pPr marL="527685" marR="5080" indent="-515620">
              <a:lnSpc>
                <a:spcPct val="100000"/>
              </a:lnSpc>
              <a:spcBef>
                <a:spcPts val="770"/>
              </a:spcBef>
              <a:tabLst>
                <a:tab pos="527685" algn="l"/>
              </a:tabLst>
            </a:pPr>
            <a:r>
              <a:rPr sz="3200" spc="-25" dirty="0">
                <a:latin typeface="Calibri"/>
                <a:cs typeface="Calibri"/>
              </a:rPr>
              <a:t>1.</a:t>
            </a:r>
            <a:r>
              <a:rPr sz="3200" dirty="0">
                <a:latin typeface="Calibri"/>
                <a:cs typeface="Calibri"/>
              </a:rPr>
              <a:t>	Giả</a:t>
            </a:r>
            <a:r>
              <a:rPr sz="3200" spc="-30" dirty="0">
                <a:latin typeface="Calibri"/>
                <a:cs typeface="Calibri"/>
              </a:rPr>
              <a:t> </a:t>
            </a:r>
            <a:r>
              <a:rPr sz="3200" dirty="0">
                <a:latin typeface="Calibri"/>
                <a:cs typeface="Calibri"/>
              </a:rPr>
              <a:t>sử</a:t>
            </a:r>
            <a:r>
              <a:rPr sz="3200" spc="-45" dirty="0">
                <a:latin typeface="Calibri"/>
                <a:cs typeface="Calibri"/>
              </a:rPr>
              <a:t> </a:t>
            </a:r>
            <a:r>
              <a:rPr sz="3200" dirty="0">
                <a:latin typeface="Calibri"/>
                <a:cs typeface="Calibri"/>
              </a:rPr>
              <a:t>A</a:t>
            </a:r>
            <a:r>
              <a:rPr sz="3200" spc="-55" dirty="0">
                <a:latin typeface="Calibri"/>
                <a:cs typeface="Calibri"/>
              </a:rPr>
              <a:t> </a:t>
            </a:r>
            <a:r>
              <a:rPr sz="3200" dirty="0">
                <a:latin typeface="Calibri"/>
                <a:cs typeface="Calibri"/>
              </a:rPr>
              <a:t>=</a:t>
            </a:r>
            <a:r>
              <a:rPr sz="3200" spc="-40" dirty="0">
                <a:latin typeface="Calibri"/>
                <a:cs typeface="Calibri"/>
              </a:rPr>
              <a:t> </a:t>
            </a:r>
            <a:r>
              <a:rPr sz="3200" dirty="0">
                <a:latin typeface="Calibri"/>
                <a:cs typeface="Calibri"/>
              </a:rPr>
              <a:t>{1,</a:t>
            </a:r>
            <a:r>
              <a:rPr sz="3200" spc="-35" dirty="0">
                <a:latin typeface="Calibri"/>
                <a:cs typeface="Calibri"/>
              </a:rPr>
              <a:t> </a:t>
            </a:r>
            <a:r>
              <a:rPr sz="3200" dirty="0">
                <a:latin typeface="Calibri"/>
                <a:cs typeface="Calibri"/>
              </a:rPr>
              <a:t>{1},</a:t>
            </a:r>
            <a:r>
              <a:rPr sz="3200" spc="-35" dirty="0">
                <a:latin typeface="Calibri"/>
                <a:cs typeface="Calibri"/>
              </a:rPr>
              <a:t> </a:t>
            </a:r>
            <a:r>
              <a:rPr sz="3200" dirty="0">
                <a:latin typeface="Calibri"/>
                <a:cs typeface="Calibri"/>
              </a:rPr>
              <a:t>{2}}.</a:t>
            </a:r>
            <a:r>
              <a:rPr sz="3200" spc="-25" dirty="0">
                <a:latin typeface="Calibri"/>
                <a:cs typeface="Calibri"/>
              </a:rPr>
              <a:t> </a:t>
            </a:r>
            <a:r>
              <a:rPr sz="3200" dirty="0">
                <a:latin typeface="Calibri"/>
                <a:cs typeface="Calibri"/>
              </a:rPr>
              <a:t>Hãy</a:t>
            </a:r>
            <a:r>
              <a:rPr sz="3200" spc="-40" dirty="0">
                <a:latin typeface="Calibri"/>
                <a:cs typeface="Calibri"/>
              </a:rPr>
              <a:t> </a:t>
            </a:r>
            <a:r>
              <a:rPr sz="3200" dirty="0">
                <a:latin typeface="Calibri"/>
                <a:cs typeface="Calibri"/>
              </a:rPr>
              <a:t>chỉ</a:t>
            </a:r>
            <a:r>
              <a:rPr sz="3200" spc="-40" dirty="0">
                <a:latin typeface="Calibri"/>
                <a:cs typeface="Calibri"/>
              </a:rPr>
              <a:t> </a:t>
            </a:r>
            <a:r>
              <a:rPr sz="3200" dirty="0">
                <a:latin typeface="Calibri"/>
                <a:cs typeface="Calibri"/>
              </a:rPr>
              <a:t>ra</a:t>
            </a:r>
            <a:r>
              <a:rPr sz="3200" spc="-40" dirty="0">
                <a:latin typeface="Calibri"/>
                <a:cs typeface="Calibri"/>
              </a:rPr>
              <a:t> </a:t>
            </a:r>
            <a:r>
              <a:rPr sz="3200" dirty="0">
                <a:latin typeface="Calibri"/>
                <a:cs typeface="Calibri"/>
              </a:rPr>
              <a:t>các</a:t>
            </a:r>
            <a:r>
              <a:rPr sz="3200" spc="-60" dirty="0">
                <a:latin typeface="Calibri"/>
                <a:cs typeface="Calibri"/>
              </a:rPr>
              <a:t> </a:t>
            </a:r>
            <a:r>
              <a:rPr sz="3200" spc="-10" dirty="0">
                <a:latin typeface="Calibri"/>
                <a:cs typeface="Calibri"/>
              </a:rPr>
              <a:t>khẳng </a:t>
            </a:r>
            <a:r>
              <a:rPr sz="3200" dirty="0">
                <a:latin typeface="Calibri"/>
                <a:cs typeface="Calibri"/>
              </a:rPr>
              <a:t>định</a:t>
            </a:r>
            <a:r>
              <a:rPr sz="3200" spc="-45" dirty="0">
                <a:latin typeface="Calibri"/>
                <a:cs typeface="Calibri"/>
              </a:rPr>
              <a:t> </a:t>
            </a:r>
            <a:r>
              <a:rPr sz="3200" dirty="0">
                <a:latin typeface="Calibri"/>
                <a:cs typeface="Calibri"/>
              </a:rPr>
              <a:t>đúng</a:t>
            </a:r>
            <a:r>
              <a:rPr sz="3200" spc="-30" dirty="0">
                <a:latin typeface="Calibri"/>
                <a:cs typeface="Calibri"/>
              </a:rPr>
              <a:t> </a:t>
            </a:r>
            <a:r>
              <a:rPr sz="3200" dirty="0">
                <a:latin typeface="Calibri"/>
                <a:cs typeface="Calibri"/>
              </a:rPr>
              <a:t>trong</a:t>
            </a:r>
            <a:r>
              <a:rPr sz="3200" spc="-45" dirty="0">
                <a:latin typeface="Calibri"/>
                <a:cs typeface="Calibri"/>
              </a:rPr>
              <a:t> </a:t>
            </a:r>
            <a:r>
              <a:rPr sz="3200" dirty="0">
                <a:latin typeface="Calibri"/>
                <a:cs typeface="Calibri"/>
              </a:rPr>
              <a:t>số</a:t>
            </a:r>
            <a:r>
              <a:rPr sz="3200" spc="-50" dirty="0">
                <a:latin typeface="Calibri"/>
                <a:cs typeface="Calibri"/>
              </a:rPr>
              <a:t> </a:t>
            </a:r>
            <a:r>
              <a:rPr sz="3200" dirty="0">
                <a:latin typeface="Calibri"/>
                <a:cs typeface="Calibri"/>
              </a:rPr>
              <a:t>các</a:t>
            </a:r>
            <a:r>
              <a:rPr sz="3200" spc="-60" dirty="0">
                <a:latin typeface="Calibri"/>
                <a:cs typeface="Calibri"/>
              </a:rPr>
              <a:t> </a:t>
            </a:r>
            <a:r>
              <a:rPr sz="3200" dirty="0">
                <a:latin typeface="Calibri"/>
                <a:cs typeface="Calibri"/>
              </a:rPr>
              <a:t>khẳng</a:t>
            </a:r>
            <a:r>
              <a:rPr sz="3200" spc="-35" dirty="0">
                <a:latin typeface="Calibri"/>
                <a:cs typeface="Calibri"/>
              </a:rPr>
              <a:t> </a:t>
            </a:r>
            <a:r>
              <a:rPr sz="3200" dirty="0">
                <a:latin typeface="Calibri"/>
                <a:cs typeface="Calibri"/>
              </a:rPr>
              <a:t>định</a:t>
            </a:r>
            <a:r>
              <a:rPr sz="3200" spc="-40" dirty="0">
                <a:latin typeface="Calibri"/>
                <a:cs typeface="Calibri"/>
              </a:rPr>
              <a:t> </a:t>
            </a:r>
            <a:r>
              <a:rPr sz="3200" dirty="0">
                <a:latin typeface="Calibri"/>
                <a:cs typeface="Calibri"/>
              </a:rPr>
              <a:t>dưới</a:t>
            </a:r>
            <a:r>
              <a:rPr sz="3200" spc="-50" dirty="0">
                <a:latin typeface="Calibri"/>
                <a:cs typeface="Calibri"/>
              </a:rPr>
              <a:t> </a:t>
            </a:r>
            <a:r>
              <a:rPr sz="3200" spc="-20" dirty="0">
                <a:latin typeface="Calibri"/>
                <a:cs typeface="Calibri"/>
              </a:rPr>
              <a:t>đây:</a:t>
            </a:r>
            <a:endParaRPr sz="3200">
              <a:latin typeface="Calibri"/>
              <a:cs typeface="Calibri"/>
            </a:endParaRPr>
          </a:p>
        </p:txBody>
      </p:sp>
      <p:sp>
        <p:nvSpPr>
          <p:cNvPr id="3" name="object 3"/>
          <p:cNvSpPr txBox="1"/>
          <p:nvPr/>
        </p:nvSpPr>
        <p:spPr>
          <a:xfrm>
            <a:off x="459740" y="1876780"/>
            <a:ext cx="1978660" cy="1196340"/>
          </a:xfrm>
          <a:prstGeom prst="rect">
            <a:avLst/>
          </a:prstGeom>
        </p:spPr>
        <p:txBody>
          <a:bodyPr vert="horz" wrap="square" lIns="0" tIns="109855" rIns="0" bIns="0" rtlCol="0">
            <a:spAutoFit/>
          </a:bodyPr>
          <a:lstStyle/>
          <a:p>
            <a:pPr marL="12700">
              <a:lnSpc>
                <a:spcPct val="100000"/>
              </a:lnSpc>
              <a:spcBef>
                <a:spcPts val="865"/>
              </a:spcBef>
            </a:pPr>
            <a:r>
              <a:rPr sz="3200" dirty="0">
                <a:latin typeface="Calibri"/>
                <a:cs typeface="Calibri"/>
              </a:rPr>
              <a:t>a</a:t>
            </a:r>
            <a:r>
              <a:rPr sz="3200" spc="-20" dirty="0">
                <a:latin typeface="Calibri"/>
                <a:cs typeface="Calibri"/>
              </a:rPr>
              <a:t> </a:t>
            </a:r>
            <a:r>
              <a:rPr sz="3200" dirty="0">
                <a:latin typeface="Calibri"/>
                <a:cs typeface="Calibri"/>
              </a:rPr>
              <a:t>)</a:t>
            </a:r>
            <a:r>
              <a:rPr sz="3200" spc="-10" dirty="0">
                <a:latin typeface="Calibri"/>
                <a:cs typeface="Calibri"/>
              </a:rPr>
              <a:t> </a:t>
            </a:r>
            <a:r>
              <a:rPr sz="3200" dirty="0">
                <a:latin typeface="Calibri"/>
                <a:cs typeface="Calibri"/>
              </a:rPr>
              <a:t>1</a:t>
            </a:r>
            <a:r>
              <a:rPr sz="3200" spc="-10" dirty="0">
                <a:latin typeface="Calibri"/>
                <a:cs typeface="Calibri"/>
              </a:rPr>
              <a:t> </a:t>
            </a:r>
            <a:r>
              <a:rPr sz="3200" dirty="0">
                <a:latin typeface="Symbol"/>
                <a:cs typeface="Symbol"/>
              </a:rPr>
              <a:t></a:t>
            </a:r>
            <a:r>
              <a:rPr sz="3200" spc="-90" dirty="0">
                <a:latin typeface="Times New Roman"/>
                <a:cs typeface="Times New Roman"/>
              </a:rPr>
              <a:t> </a:t>
            </a:r>
            <a:r>
              <a:rPr sz="3200" spc="-50" dirty="0">
                <a:latin typeface="Calibri"/>
                <a:cs typeface="Calibri"/>
              </a:rPr>
              <a:t>A</a:t>
            </a:r>
            <a:endParaRPr sz="3200">
              <a:latin typeface="Calibri"/>
              <a:cs typeface="Calibri"/>
            </a:endParaRPr>
          </a:p>
          <a:p>
            <a:pPr marL="12700">
              <a:lnSpc>
                <a:spcPct val="100000"/>
              </a:lnSpc>
              <a:spcBef>
                <a:spcPts val="770"/>
              </a:spcBef>
            </a:pPr>
            <a:r>
              <a:rPr sz="3200" dirty="0">
                <a:latin typeface="Calibri"/>
                <a:cs typeface="Calibri"/>
              </a:rPr>
              <a:t>d</a:t>
            </a:r>
            <a:r>
              <a:rPr sz="3200" spc="-25"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{{1}}</a:t>
            </a:r>
            <a:r>
              <a:rPr sz="3200" spc="-5" dirty="0">
                <a:latin typeface="Calibri"/>
                <a:cs typeface="Calibri"/>
              </a:rPr>
              <a:t> </a:t>
            </a:r>
            <a:r>
              <a:rPr sz="3200" dirty="0">
                <a:latin typeface="Symbol"/>
                <a:cs typeface="Symbol"/>
              </a:rPr>
              <a:t></a:t>
            </a:r>
            <a:r>
              <a:rPr sz="3200" spc="-105" dirty="0">
                <a:latin typeface="Times New Roman"/>
                <a:cs typeface="Times New Roman"/>
              </a:rPr>
              <a:t> </a:t>
            </a:r>
            <a:r>
              <a:rPr sz="3200" spc="-50" dirty="0">
                <a:latin typeface="Calibri"/>
                <a:cs typeface="Calibri"/>
              </a:rPr>
              <a:t>A</a:t>
            </a:r>
            <a:endParaRPr sz="3200">
              <a:latin typeface="Calibri"/>
              <a:cs typeface="Calibri"/>
            </a:endParaRPr>
          </a:p>
        </p:txBody>
      </p:sp>
      <p:sp>
        <p:nvSpPr>
          <p:cNvPr id="4" name="object 4"/>
          <p:cNvSpPr txBox="1"/>
          <p:nvPr/>
        </p:nvSpPr>
        <p:spPr>
          <a:xfrm>
            <a:off x="3057270" y="1876780"/>
            <a:ext cx="1875155" cy="1196340"/>
          </a:xfrm>
          <a:prstGeom prst="rect">
            <a:avLst/>
          </a:prstGeom>
        </p:spPr>
        <p:txBody>
          <a:bodyPr vert="horz" wrap="square" lIns="0" tIns="109855" rIns="0" bIns="0" rtlCol="0">
            <a:spAutoFit/>
          </a:bodyPr>
          <a:lstStyle/>
          <a:p>
            <a:pPr marL="31750">
              <a:lnSpc>
                <a:spcPct val="100000"/>
              </a:lnSpc>
              <a:spcBef>
                <a:spcPts val="865"/>
              </a:spcBef>
            </a:pPr>
            <a:r>
              <a:rPr sz="3200" dirty="0">
                <a:latin typeface="Calibri"/>
                <a:cs typeface="Calibri"/>
              </a:rPr>
              <a:t>b)</a:t>
            </a:r>
            <a:r>
              <a:rPr sz="3200" spc="-30" dirty="0">
                <a:latin typeface="Calibri"/>
                <a:cs typeface="Calibri"/>
              </a:rPr>
              <a:t> </a:t>
            </a:r>
            <a:r>
              <a:rPr sz="3200" dirty="0">
                <a:latin typeface="Calibri"/>
                <a:cs typeface="Calibri"/>
              </a:rPr>
              <a:t>{1}</a:t>
            </a:r>
            <a:r>
              <a:rPr sz="3200" spc="-15" dirty="0">
                <a:latin typeface="Calibri"/>
                <a:cs typeface="Calibri"/>
              </a:rPr>
              <a:t> </a:t>
            </a:r>
            <a:r>
              <a:rPr sz="3200" dirty="0">
                <a:latin typeface="Symbol"/>
                <a:cs typeface="Symbol"/>
              </a:rPr>
              <a:t></a:t>
            </a:r>
            <a:r>
              <a:rPr sz="3200" spc="-105" dirty="0">
                <a:latin typeface="Times New Roman"/>
                <a:cs typeface="Times New Roman"/>
              </a:rPr>
              <a:t> </a:t>
            </a:r>
            <a:r>
              <a:rPr sz="3200" spc="-50" dirty="0">
                <a:latin typeface="Calibri"/>
                <a:cs typeface="Calibri"/>
              </a:rPr>
              <a:t>A</a:t>
            </a:r>
            <a:endParaRPr sz="3200">
              <a:latin typeface="Calibri"/>
              <a:cs typeface="Calibri"/>
            </a:endParaRPr>
          </a:p>
          <a:p>
            <a:pPr marL="12700">
              <a:lnSpc>
                <a:spcPct val="100000"/>
              </a:lnSpc>
              <a:spcBef>
                <a:spcPts val="770"/>
              </a:spcBef>
            </a:pPr>
            <a:r>
              <a:rPr sz="3200" dirty="0">
                <a:latin typeface="Calibri"/>
                <a:cs typeface="Calibri"/>
              </a:rPr>
              <a:t>e)</a:t>
            </a:r>
            <a:r>
              <a:rPr sz="3200" spc="-30" dirty="0">
                <a:latin typeface="Calibri"/>
                <a:cs typeface="Calibri"/>
              </a:rPr>
              <a:t> </a:t>
            </a:r>
            <a:r>
              <a:rPr sz="3200" dirty="0">
                <a:latin typeface="Calibri"/>
                <a:cs typeface="Calibri"/>
              </a:rPr>
              <a:t>{{2}}</a:t>
            </a:r>
            <a:r>
              <a:rPr sz="3200" spc="-10" dirty="0">
                <a:latin typeface="Calibri"/>
                <a:cs typeface="Calibri"/>
              </a:rPr>
              <a:t> </a:t>
            </a:r>
            <a:r>
              <a:rPr sz="3200" dirty="0">
                <a:latin typeface="Symbol"/>
                <a:cs typeface="Symbol"/>
              </a:rPr>
              <a:t></a:t>
            </a:r>
            <a:r>
              <a:rPr sz="3200" spc="-95" dirty="0">
                <a:latin typeface="Times New Roman"/>
                <a:cs typeface="Times New Roman"/>
              </a:rPr>
              <a:t> </a:t>
            </a:r>
            <a:r>
              <a:rPr sz="3200" spc="-50" dirty="0">
                <a:latin typeface="Calibri"/>
                <a:cs typeface="Calibri"/>
              </a:rPr>
              <a:t>A</a:t>
            </a:r>
            <a:endParaRPr sz="3200">
              <a:latin typeface="Calibri"/>
              <a:cs typeface="Calibri"/>
            </a:endParaRPr>
          </a:p>
        </p:txBody>
      </p:sp>
      <p:sp>
        <p:nvSpPr>
          <p:cNvPr id="5" name="object 5"/>
          <p:cNvSpPr txBox="1"/>
          <p:nvPr/>
        </p:nvSpPr>
        <p:spPr>
          <a:xfrm>
            <a:off x="5325236" y="1876780"/>
            <a:ext cx="1585595" cy="1196340"/>
          </a:xfrm>
          <a:prstGeom prst="rect">
            <a:avLst/>
          </a:prstGeom>
        </p:spPr>
        <p:txBody>
          <a:bodyPr vert="horz" wrap="square" lIns="0" tIns="109855" rIns="0" bIns="0" rtlCol="0">
            <a:spAutoFit/>
          </a:bodyPr>
          <a:lstStyle/>
          <a:p>
            <a:pPr marL="12700">
              <a:lnSpc>
                <a:spcPct val="100000"/>
              </a:lnSpc>
              <a:spcBef>
                <a:spcPts val="865"/>
              </a:spcBef>
            </a:pPr>
            <a:r>
              <a:rPr sz="3200" dirty="0">
                <a:latin typeface="Calibri"/>
                <a:cs typeface="Calibri"/>
              </a:rPr>
              <a:t>c)</a:t>
            </a:r>
            <a:r>
              <a:rPr sz="3200" spc="-30" dirty="0">
                <a:latin typeface="Calibri"/>
                <a:cs typeface="Calibri"/>
              </a:rPr>
              <a:t> </a:t>
            </a:r>
            <a:r>
              <a:rPr sz="3200" dirty="0">
                <a:latin typeface="Calibri"/>
                <a:cs typeface="Calibri"/>
              </a:rPr>
              <a:t>{1}</a:t>
            </a:r>
            <a:r>
              <a:rPr sz="3200" spc="-15" dirty="0">
                <a:latin typeface="Calibri"/>
                <a:cs typeface="Calibri"/>
              </a:rPr>
              <a:t> </a:t>
            </a:r>
            <a:r>
              <a:rPr sz="3200" dirty="0">
                <a:latin typeface="Symbol"/>
                <a:cs typeface="Symbol"/>
              </a:rPr>
              <a:t></a:t>
            </a:r>
            <a:r>
              <a:rPr sz="3200" spc="-95" dirty="0">
                <a:latin typeface="Times New Roman"/>
                <a:cs typeface="Times New Roman"/>
              </a:rPr>
              <a:t> </a:t>
            </a:r>
            <a:r>
              <a:rPr sz="3200" spc="-60" dirty="0">
                <a:latin typeface="Calibri"/>
                <a:cs typeface="Calibri"/>
              </a:rPr>
              <a:t>A</a:t>
            </a:r>
            <a:endParaRPr sz="3200">
              <a:latin typeface="Calibri"/>
              <a:cs typeface="Calibri"/>
            </a:endParaRPr>
          </a:p>
          <a:p>
            <a:pPr marL="53340">
              <a:lnSpc>
                <a:spcPct val="100000"/>
              </a:lnSpc>
              <a:spcBef>
                <a:spcPts val="770"/>
              </a:spcBef>
            </a:pPr>
            <a:r>
              <a:rPr sz="3200" dirty="0">
                <a:latin typeface="Calibri"/>
                <a:cs typeface="Calibri"/>
              </a:rPr>
              <a:t>f)</a:t>
            </a:r>
            <a:r>
              <a:rPr sz="3200" spc="-10" dirty="0">
                <a:latin typeface="Calibri"/>
                <a:cs typeface="Calibri"/>
              </a:rPr>
              <a:t> </a:t>
            </a:r>
            <a:r>
              <a:rPr sz="3200" dirty="0">
                <a:latin typeface="Calibri"/>
                <a:cs typeface="Calibri"/>
              </a:rPr>
              <a:t>{2}</a:t>
            </a:r>
            <a:r>
              <a:rPr sz="3200" spc="-5" dirty="0">
                <a:latin typeface="Calibri"/>
                <a:cs typeface="Calibri"/>
              </a:rPr>
              <a:t> </a:t>
            </a:r>
            <a:r>
              <a:rPr sz="3200" dirty="0">
                <a:latin typeface="Symbol"/>
                <a:cs typeface="Symbol"/>
              </a:rPr>
              <a:t></a:t>
            </a:r>
            <a:r>
              <a:rPr sz="3200" spc="-85" dirty="0">
                <a:latin typeface="Times New Roman"/>
                <a:cs typeface="Times New Roman"/>
              </a:rPr>
              <a:t> </a:t>
            </a:r>
            <a:r>
              <a:rPr sz="3200" spc="-50" dirty="0">
                <a:latin typeface="Calibri"/>
                <a:cs typeface="Calibri"/>
              </a:rPr>
              <a:t>A</a:t>
            </a:r>
            <a:endParaRPr sz="3200">
              <a:latin typeface="Calibri"/>
              <a:cs typeface="Calibri"/>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215239"/>
            <a:ext cx="3980179" cy="1196340"/>
          </a:xfrm>
          <a:prstGeom prst="rect">
            <a:avLst/>
          </a:prstGeom>
        </p:spPr>
        <p:txBody>
          <a:bodyPr vert="horz" wrap="square" lIns="0" tIns="109855" rIns="0" bIns="0" rtlCol="0">
            <a:spAutoFit/>
          </a:bodyPr>
          <a:lstStyle/>
          <a:p>
            <a:pPr marL="12700">
              <a:lnSpc>
                <a:spcPct val="100000"/>
              </a:lnSpc>
              <a:spcBef>
                <a:spcPts val="865"/>
              </a:spcBef>
            </a:pPr>
            <a:r>
              <a:rPr sz="3200" b="1" dirty="0">
                <a:latin typeface="Calibri"/>
                <a:cs typeface="Calibri"/>
              </a:rPr>
              <a:t>Bài</a:t>
            </a:r>
            <a:r>
              <a:rPr sz="3200" b="1" spc="-30" dirty="0">
                <a:latin typeface="Calibri"/>
                <a:cs typeface="Calibri"/>
              </a:rPr>
              <a:t> </a:t>
            </a:r>
            <a:r>
              <a:rPr sz="3200" b="1" dirty="0">
                <a:latin typeface="Calibri"/>
                <a:cs typeface="Calibri"/>
              </a:rPr>
              <a:t>tập</a:t>
            </a:r>
            <a:r>
              <a:rPr sz="3200" b="1" spc="-25" dirty="0">
                <a:latin typeface="Calibri"/>
                <a:cs typeface="Calibri"/>
              </a:rPr>
              <a:t> </a:t>
            </a:r>
            <a:r>
              <a:rPr sz="3200" b="1" dirty="0">
                <a:latin typeface="Calibri"/>
                <a:cs typeface="Calibri"/>
              </a:rPr>
              <a:t>tại</a:t>
            </a:r>
            <a:r>
              <a:rPr sz="3200" b="1" spc="-40" dirty="0">
                <a:latin typeface="Calibri"/>
                <a:cs typeface="Calibri"/>
              </a:rPr>
              <a:t> </a:t>
            </a:r>
            <a:r>
              <a:rPr sz="3200" b="1" dirty="0">
                <a:latin typeface="Calibri"/>
                <a:cs typeface="Calibri"/>
              </a:rPr>
              <a:t>lớp</a:t>
            </a:r>
            <a:r>
              <a:rPr sz="3200" b="1" spc="-25" dirty="0">
                <a:latin typeface="Calibri"/>
                <a:cs typeface="Calibri"/>
              </a:rPr>
              <a:t> </a:t>
            </a:r>
            <a:r>
              <a:rPr sz="3200" b="1" spc="-50" dirty="0">
                <a:latin typeface="Calibri"/>
                <a:cs typeface="Calibri"/>
              </a:rPr>
              <a:t>:</a:t>
            </a:r>
            <a:endParaRPr sz="3200">
              <a:latin typeface="Calibri"/>
              <a:cs typeface="Calibri"/>
            </a:endParaRPr>
          </a:p>
          <a:p>
            <a:pPr marL="12700">
              <a:lnSpc>
                <a:spcPct val="100000"/>
              </a:lnSpc>
              <a:spcBef>
                <a:spcPts val="770"/>
              </a:spcBef>
            </a:pPr>
            <a:r>
              <a:rPr sz="3200" dirty="0">
                <a:latin typeface="Calibri"/>
                <a:cs typeface="Calibri"/>
              </a:rPr>
              <a:t>2.</a:t>
            </a:r>
            <a:r>
              <a:rPr sz="3200" spc="-55" dirty="0">
                <a:latin typeface="Calibri"/>
                <a:cs typeface="Calibri"/>
              </a:rPr>
              <a:t> </a:t>
            </a:r>
            <a:r>
              <a:rPr sz="3200" dirty="0">
                <a:latin typeface="Calibri"/>
                <a:cs typeface="Calibri"/>
              </a:rPr>
              <a:t>Xét</a:t>
            </a:r>
            <a:r>
              <a:rPr sz="3200" spc="-80" dirty="0">
                <a:latin typeface="Calibri"/>
                <a:cs typeface="Calibri"/>
              </a:rPr>
              <a:t> </a:t>
            </a:r>
            <a:r>
              <a:rPr sz="3200" dirty="0">
                <a:latin typeface="Calibri"/>
                <a:cs typeface="Calibri"/>
              </a:rPr>
              <a:t>các</a:t>
            </a:r>
            <a:r>
              <a:rPr sz="3200" spc="-70" dirty="0">
                <a:latin typeface="Calibri"/>
                <a:cs typeface="Calibri"/>
              </a:rPr>
              <a:t> </a:t>
            </a:r>
            <a:r>
              <a:rPr sz="3200" dirty="0">
                <a:latin typeface="Calibri"/>
                <a:cs typeface="Calibri"/>
              </a:rPr>
              <a:t>tập</a:t>
            </a:r>
            <a:r>
              <a:rPr sz="3200" spc="-40" dirty="0">
                <a:latin typeface="Calibri"/>
                <a:cs typeface="Calibri"/>
              </a:rPr>
              <a:t> </a:t>
            </a:r>
            <a:r>
              <a:rPr sz="3200" dirty="0">
                <a:latin typeface="Calibri"/>
                <a:cs typeface="Calibri"/>
              </a:rPr>
              <a:t>con</a:t>
            </a:r>
            <a:r>
              <a:rPr sz="3200" spc="-65" dirty="0">
                <a:latin typeface="Calibri"/>
                <a:cs typeface="Calibri"/>
              </a:rPr>
              <a:t> </a:t>
            </a:r>
            <a:r>
              <a:rPr sz="3200" dirty="0">
                <a:latin typeface="Calibri"/>
                <a:cs typeface="Calibri"/>
              </a:rPr>
              <a:t>của</a:t>
            </a:r>
            <a:r>
              <a:rPr sz="3200" spc="-55" dirty="0">
                <a:latin typeface="Calibri"/>
                <a:cs typeface="Calibri"/>
              </a:rPr>
              <a:t> </a:t>
            </a:r>
            <a:r>
              <a:rPr sz="3200" spc="-25" dirty="0">
                <a:latin typeface="Calibri"/>
                <a:cs typeface="Calibri"/>
              </a:rPr>
              <a:t>Z:</a:t>
            </a:r>
            <a:endParaRPr sz="3200">
              <a:latin typeface="Calibri"/>
              <a:cs typeface="Calibri"/>
            </a:endParaRPr>
          </a:p>
        </p:txBody>
      </p:sp>
      <p:sp>
        <p:nvSpPr>
          <p:cNvPr id="3" name="object 3"/>
          <p:cNvSpPr txBox="1"/>
          <p:nvPr/>
        </p:nvSpPr>
        <p:spPr>
          <a:xfrm>
            <a:off x="459740" y="1388021"/>
            <a:ext cx="3280410" cy="1782445"/>
          </a:xfrm>
          <a:prstGeom prst="rect">
            <a:avLst/>
          </a:prstGeom>
        </p:spPr>
        <p:txBody>
          <a:bodyPr vert="horz" wrap="square" lIns="0" tIns="12700" rIns="0" bIns="0" rtlCol="0">
            <a:spAutoFit/>
          </a:bodyPr>
          <a:lstStyle/>
          <a:p>
            <a:pPr marL="12700" marR="5080">
              <a:lnSpc>
                <a:spcPct val="120100"/>
              </a:lnSpc>
              <a:spcBef>
                <a:spcPts val="100"/>
              </a:spcBef>
            </a:pPr>
            <a:r>
              <a:rPr sz="3200" dirty="0">
                <a:latin typeface="Calibri"/>
                <a:cs typeface="Calibri"/>
              </a:rPr>
              <a:t>A</a:t>
            </a:r>
            <a:r>
              <a:rPr sz="3200" spc="-2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{2m</a:t>
            </a:r>
            <a:r>
              <a:rPr sz="3200" spc="-1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1/m</a:t>
            </a:r>
            <a:r>
              <a:rPr sz="3200" spc="-15" dirty="0">
                <a:latin typeface="Calibri"/>
                <a:cs typeface="Calibri"/>
              </a:rPr>
              <a:t> </a:t>
            </a:r>
            <a:r>
              <a:rPr sz="3200" dirty="0">
                <a:latin typeface="Symbol"/>
                <a:cs typeface="Symbol"/>
              </a:rPr>
              <a:t></a:t>
            </a:r>
            <a:r>
              <a:rPr sz="3200" spc="-95" dirty="0">
                <a:latin typeface="Times New Roman"/>
                <a:cs typeface="Times New Roman"/>
              </a:rPr>
              <a:t> </a:t>
            </a:r>
            <a:r>
              <a:rPr sz="3200" spc="-25" dirty="0">
                <a:latin typeface="Calibri"/>
                <a:cs typeface="Calibri"/>
              </a:rPr>
              <a:t>Z}, </a:t>
            </a:r>
            <a:r>
              <a:rPr sz="3200" dirty="0">
                <a:latin typeface="Calibri"/>
                <a:cs typeface="Calibri"/>
              </a:rPr>
              <a:t>C</a:t>
            </a:r>
            <a:r>
              <a:rPr sz="3200" spc="-3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{2p</a:t>
            </a:r>
            <a:r>
              <a:rPr sz="3200" spc="-20" dirty="0">
                <a:latin typeface="Calibri"/>
                <a:cs typeface="Calibri"/>
              </a:rPr>
              <a:t> </a:t>
            </a:r>
            <a:r>
              <a:rPr sz="3200" dirty="0">
                <a:latin typeface="Calibri"/>
                <a:cs typeface="Calibri"/>
              </a:rPr>
              <a:t>-</a:t>
            </a:r>
            <a:r>
              <a:rPr sz="3200" spc="-40" dirty="0">
                <a:latin typeface="Calibri"/>
                <a:cs typeface="Calibri"/>
              </a:rPr>
              <a:t> </a:t>
            </a:r>
            <a:r>
              <a:rPr sz="3200" dirty="0">
                <a:latin typeface="Calibri"/>
                <a:cs typeface="Calibri"/>
              </a:rPr>
              <a:t>3/p</a:t>
            </a:r>
            <a:r>
              <a:rPr sz="3200" spc="-10" dirty="0">
                <a:latin typeface="Calibri"/>
                <a:cs typeface="Calibri"/>
              </a:rPr>
              <a:t> </a:t>
            </a:r>
            <a:r>
              <a:rPr sz="3200" dirty="0">
                <a:latin typeface="Symbol"/>
                <a:cs typeface="Symbol"/>
              </a:rPr>
              <a:t></a:t>
            </a:r>
            <a:r>
              <a:rPr sz="3200" spc="-100" dirty="0">
                <a:latin typeface="Times New Roman"/>
                <a:cs typeface="Times New Roman"/>
              </a:rPr>
              <a:t> </a:t>
            </a:r>
            <a:r>
              <a:rPr sz="3200" spc="-25" dirty="0">
                <a:latin typeface="Calibri"/>
                <a:cs typeface="Calibri"/>
              </a:rPr>
              <a:t>Z},</a:t>
            </a:r>
            <a:endParaRPr sz="3200">
              <a:latin typeface="Calibri"/>
              <a:cs typeface="Calibri"/>
            </a:endParaRPr>
          </a:p>
          <a:p>
            <a:pPr marL="12700">
              <a:lnSpc>
                <a:spcPct val="100000"/>
              </a:lnSpc>
              <a:spcBef>
                <a:spcPts val="765"/>
              </a:spcBef>
            </a:pPr>
            <a:r>
              <a:rPr sz="3200" dirty="0">
                <a:latin typeface="Calibri"/>
                <a:cs typeface="Calibri"/>
              </a:rPr>
              <a:t>E</a:t>
            </a:r>
            <a:r>
              <a:rPr sz="3200" spc="-35" dirty="0">
                <a:latin typeface="Calibri"/>
                <a:cs typeface="Calibri"/>
              </a:rPr>
              <a:t> </a:t>
            </a:r>
            <a:r>
              <a:rPr sz="3200" dirty="0">
                <a:latin typeface="Calibri"/>
                <a:cs typeface="Calibri"/>
              </a:rPr>
              <a:t>=</a:t>
            </a:r>
            <a:r>
              <a:rPr sz="3200" spc="-40" dirty="0">
                <a:latin typeface="Calibri"/>
                <a:cs typeface="Calibri"/>
              </a:rPr>
              <a:t> </a:t>
            </a:r>
            <a:r>
              <a:rPr sz="3200" dirty="0">
                <a:latin typeface="Calibri"/>
                <a:cs typeface="Calibri"/>
              </a:rPr>
              <a:t>{3s</a:t>
            </a:r>
            <a:r>
              <a:rPr sz="3200" spc="-30" dirty="0">
                <a:latin typeface="Calibri"/>
                <a:cs typeface="Calibri"/>
              </a:rPr>
              <a:t> </a:t>
            </a:r>
            <a:r>
              <a:rPr sz="3200" dirty="0">
                <a:latin typeface="Calibri"/>
                <a:cs typeface="Calibri"/>
              </a:rPr>
              <a:t>+</a:t>
            </a:r>
            <a:r>
              <a:rPr sz="3200" spc="-35" dirty="0">
                <a:latin typeface="Calibri"/>
                <a:cs typeface="Calibri"/>
              </a:rPr>
              <a:t> </a:t>
            </a:r>
            <a:r>
              <a:rPr sz="3200" dirty="0">
                <a:latin typeface="Calibri"/>
                <a:cs typeface="Calibri"/>
              </a:rPr>
              <a:t>2/s</a:t>
            </a:r>
            <a:r>
              <a:rPr sz="3200" spc="-15" dirty="0">
                <a:latin typeface="Calibri"/>
                <a:cs typeface="Calibri"/>
              </a:rPr>
              <a:t> </a:t>
            </a:r>
            <a:r>
              <a:rPr sz="3200" dirty="0">
                <a:latin typeface="Symbol"/>
                <a:cs typeface="Symbol"/>
              </a:rPr>
              <a:t></a:t>
            </a:r>
            <a:r>
              <a:rPr sz="3200" spc="-110" dirty="0">
                <a:latin typeface="Times New Roman"/>
                <a:cs typeface="Times New Roman"/>
              </a:rPr>
              <a:t> </a:t>
            </a:r>
            <a:r>
              <a:rPr sz="3200" spc="-25" dirty="0">
                <a:latin typeface="Calibri"/>
                <a:cs typeface="Calibri"/>
              </a:rPr>
              <a:t>Z},</a:t>
            </a:r>
            <a:endParaRPr sz="3200">
              <a:latin typeface="Calibri"/>
              <a:cs typeface="Calibri"/>
            </a:endParaRPr>
          </a:p>
        </p:txBody>
      </p:sp>
      <p:sp>
        <p:nvSpPr>
          <p:cNvPr id="4" name="object 4"/>
          <p:cNvSpPr txBox="1"/>
          <p:nvPr/>
        </p:nvSpPr>
        <p:spPr>
          <a:xfrm>
            <a:off x="4175388" y="1388021"/>
            <a:ext cx="2942590" cy="1782445"/>
          </a:xfrm>
          <a:prstGeom prst="rect">
            <a:avLst/>
          </a:prstGeom>
        </p:spPr>
        <p:txBody>
          <a:bodyPr vert="horz" wrap="square" lIns="0" tIns="13335" rIns="0" bIns="0" rtlCol="0">
            <a:spAutoFit/>
          </a:bodyPr>
          <a:lstStyle/>
          <a:p>
            <a:pPr marL="61594" marR="5080" indent="-49530" algn="just">
              <a:lnSpc>
                <a:spcPct val="120000"/>
              </a:lnSpc>
              <a:spcBef>
                <a:spcPts val="105"/>
              </a:spcBef>
            </a:pPr>
            <a:r>
              <a:rPr sz="3200" dirty="0">
                <a:latin typeface="Calibri"/>
                <a:cs typeface="Calibri"/>
              </a:rPr>
              <a:t>B</a:t>
            </a:r>
            <a:r>
              <a:rPr sz="3200" spc="-35"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{2n</a:t>
            </a:r>
            <a:r>
              <a:rPr sz="3200" spc="-15"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3/n</a:t>
            </a:r>
            <a:r>
              <a:rPr sz="3200" spc="-20" dirty="0">
                <a:latin typeface="Calibri"/>
                <a:cs typeface="Calibri"/>
              </a:rPr>
              <a:t> </a:t>
            </a:r>
            <a:r>
              <a:rPr sz="3200" dirty="0">
                <a:latin typeface="Symbol"/>
                <a:cs typeface="Symbol"/>
              </a:rPr>
              <a:t></a:t>
            </a:r>
            <a:r>
              <a:rPr sz="3200" spc="-100" dirty="0">
                <a:latin typeface="Times New Roman"/>
                <a:cs typeface="Times New Roman"/>
              </a:rPr>
              <a:t> </a:t>
            </a:r>
            <a:r>
              <a:rPr sz="3200" spc="-25" dirty="0">
                <a:latin typeface="Calibri"/>
                <a:cs typeface="Calibri"/>
              </a:rPr>
              <a:t>Z} </a:t>
            </a:r>
            <a:r>
              <a:rPr sz="3200" dirty="0">
                <a:latin typeface="Calibri"/>
                <a:cs typeface="Calibri"/>
              </a:rPr>
              <a:t>D</a:t>
            </a:r>
            <a:r>
              <a:rPr sz="3200" spc="-10"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{2r</a:t>
            </a:r>
            <a:r>
              <a:rPr sz="3200" spc="-20" dirty="0">
                <a:latin typeface="Calibri"/>
                <a:cs typeface="Calibri"/>
              </a:rPr>
              <a:t> </a:t>
            </a:r>
            <a:r>
              <a:rPr sz="3200" dirty="0">
                <a:latin typeface="Calibri"/>
                <a:cs typeface="Calibri"/>
              </a:rPr>
              <a:t>+</a:t>
            </a:r>
            <a:r>
              <a:rPr sz="3200" spc="-10" dirty="0">
                <a:latin typeface="Calibri"/>
                <a:cs typeface="Calibri"/>
              </a:rPr>
              <a:t> </a:t>
            </a:r>
            <a:r>
              <a:rPr sz="3200" dirty="0">
                <a:latin typeface="Calibri"/>
                <a:cs typeface="Calibri"/>
              </a:rPr>
              <a:t>1/r</a:t>
            </a:r>
            <a:r>
              <a:rPr sz="3200" spc="-15" dirty="0">
                <a:latin typeface="Calibri"/>
                <a:cs typeface="Calibri"/>
              </a:rPr>
              <a:t> </a:t>
            </a:r>
            <a:r>
              <a:rPr sz="3200" dirty="0">
                <a:latin typeface="Symbol"/>
                <a:cs typeface="Symbol"/>
              </a:rPr>
              <a:t></a:t>
            </a:r>
            <a:r>
              <a:rPr sz="3200" spc="-85" dirty="0">
                <a:latin typeface="Times New Roman"/>
                <a:cs typeface="Times New Roman"/>
              </a:rPr>
              <a:t> </a:t>
            </a:r>
            <a:r>
              <a:rPr sz="3200" spc="-25" dirty="0">
                <a:latin typeface="Calibri"/>
                <a:cs typeface="Calibri"/>
              </a:rPr>
              <a:t>Z} </a:t>
            </a:r>
            <a:r>
              <a:rPr sz="3200" dirty="0">
                <a:latin typeface="Calibri"/>
                <a:cs typeface="Calibri"/>
              </a:rPr>
              <a:t>F</a:t>
            </a:r>
            <a:r>
              <a:rPr sz="3200" spc="-25"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{3t</a:t>
            </a:r>
            <a:r>
              <a:rPr sz="3200" spc="-15" dirty="0">
                <a:latin typeface="Calibri"/>
                <a:cs typeface="Calibri"/>
              </a:rPr>
              <a:t> </a:t>
            </a:r>
            <a:r>
              <a:rPr sz="3200" dirty="0">
                <a:latin typeface="Calibri"/>
                <a:cs typeface="Calibri"/>
              </a:rPr>
              <a:t>-</a:t>
            </a:r>
            <a:r>
              <a:rPr sz="3200" spc="-35" dirty="0">
                <a:latin typeface="Calibri"/>
                <a:cs typeface="Calibri"/>
              </a:rPr>
              <a:t> </a:t>
            </a:r>
            <a:r>
              <a:rPr sz="3200" dirty="0">
                <a:latin typeface="Calibri"/>
                <a:cs typeface="Calibri"/>
              </a:rPr>
              <a:t>2/t</a:t>
            </a:r>
            <a:r>
              <a:rPr sz="3200" spc="-10" dirty="0">
                <a:latin typeface="Calibri"/>
                <a:cs typeface="Calibri"/>
              </a:rPr>
              <a:t> </a:t>
            </a:r>
            <a:r>
              <a:rPr sz="3200" dirty="0">
                <a:latin typeface="Symbol"/>
                <a:cs typeface="Symbol"/>
              </a:rPr>
              <a:t></a:t>
            </a:r>
            <a:r>
              <a:rPr sz="3200" spc="-100" dirty="0">
                <a:latin typeface="Times New Roman"/>
                <a:cs typeface="Times New Roman"/>
              </a:rPr>
              <a:t> </a:t>
            </a:r>
            <a:r>
              <a:rPr sz="3200" spc="-25" dirty="0">
                <a:latin typeface="Calibri"/>
                <a:cs typeface="Calibri"/>
              </a:rPr>
              <a:t>Z}</a:t>
            </a:r>
            <a:endParaRPr sz="3200">
              <a:latin typeface="Calibri"/>
              <a:cs typeface="Calibri"/>
            </a:endParaRPr>
          </a:p>
        </p:txBody>
      </p:sp>
      <p:sp>
        <p:nvSpPr>
          <p:cNvPr id="5" name="object 5"/>
          <p:cNvSpPr txBox="1"/>
          <p:nvPr/>
        </p:nvSpPr>
        <p:spPr>
          <a:xfrm>
            <a:off x="459740" y="3238881"/>
            <a:ext cx="8303895" cy="1001394"/>
          </a:xfrm>
          <a:prstGeom prst="rect">
            <a:avLst/>
          </a:prstGeom>
        </p:spPr>
        <p:txBody>
          <a:bodyPr vert="horz" wrap="square" lIns="0" tIns="13335" rIns="0" bIns="0" rtlCol="0">
            <a:spAutoFit/>
          </a:bodyPr>
          <a:lstStyle/>
          <a:p>
            <a:pPr marL="12700" marR="5080">
              <a:lnSpc>
                <a:spcPct val="100000"/>
              </a:lnSpc>
              <a:spcBef>
                <a:spcPts val="105"/>
              </a:spcBef>
            </a:pPr>
            <a:r>
              <a:rPr sz="3200" dirty="0">
                <a:latin typeface="Calibri"/>
                <a:cs typeface="Calibri"/>
              </a:rPr>
              <a:t>Hãy</a:t>
            </a:r>
            <a:r>
              <a:rPr sz="3200" spc="-65" dirty="0">
                <a:latin typeface="Calibri"/>
                <a:cs typeface="Calibri"/>
              </a:rPr>
              <a:t> </a:t>
            </a:r>
            <a:r>
              <a:rPr sz="3200" dirty="0">
                <a:latin typeface="Calibri"/>
                <a:cs typeface="Calibri"/>
              </a:rPr>
              <a:t>chỉ</a:t>
            </a:r>
            <a:r>
              <a:rPr sz="3200" spc="-55" dirty="0">
                <a:latin typeface="Calibri"/>
                <a:cs typeface="Calibri"/>
              </a:rPr>
              <a:t> </a:t>
            </a:r>
            <a:r>
              <a:rPr sz="3200" dirty="0">
                <a:latin typeface="Calibri"/>
                <a:cs typeface="Calibri"/>
              </a:rPr>
              <a:t>ra</a:t>
            </a:r>
            <a:r>
              <a:rPr sz="3200" spc="-60" dirty="0">
                <a:latin typeface="Calibri"/>
                <a:cs typeface="Calibri"/>
              </a:rPr>
              <a:t> </a:t>
            </a:r>
            <a:r>
              <a:rPr sz="3200" dirty="0">
                <a:latin typeface="Calibri"/>
                <a:cs typeface="Calibri"/>
              </a:rPr>
              <a:t>các</a:t>
            </a:r>
            <a:r>
              <a:rPr sz="3200" spc="-75" dirty="0">
                <a:latin typeface="Calibri"/>
                <a:cs typeface="Calibri"/>
              </a:rPr>
              <a:t> </a:t>
            </a:r>
            <a:r>
              <a:rPr sz="3200" dirty="0">
                <a:latin typeface="Calibri"/>
                <a:cs typeface="Calibri"/>
              </a:rPr>
              <a:t>khẳng</a:t>
            </a:r>
            <a:r>
              <a:rPr sz="3200" spc="-50" dirty="0">
                <a:latin typeface="Calibri"/>
                <a:cs typeface="Calibri"/>
              </a:rPr>
              <a:t> </a:t>
            </a:r>
            <a:r>
              <a:rPr sz="3200" dirty="0">
                <a:latin typeface="Calibri"/>
                <a:cs typeface="Calibri"/>
              </a:rPr>
              <a:t>định</a:t>
            </a:r>
            <a:r>
              <a:rPr sz="3200" spc="-50" dirty="0">
                <a:latin typeface="Calibri"/>
                <a:cs typeface="Calibri"/>
              </a:rPr>
              <a:t> </a:t>
            </a:r>
            <a:r>
              <a:rPr sz="3200" dirty="0">
                <a:latin typeface="Calibri"/>
                <a:cs typeface="Calibri"/>
              </a:rPr>
              <a:t>đúng</a:t>
            </a:r>
            <a:r>
              <a:rPr sz="3200" spc="-60" dirty="0">
                <a:latin typeface="Calibri"/>
                <a:cs typeface="Calibri"/>
              </a:rPr>
              <a:t> </a:t>
            </a:r>
            <a:r>
              <a:rPr sz="3200" dirty="0">
                <a:latin typeface="Calibri"/>
                <a:cs typeface="Calibri"/>
              </a:rPr>
              <a:t>trong</a:t>
            </a:r>
            <a:r>
              <a:rPr sz="3200" spc="-50" dirty="0">
                <a:latin typeface="Calibri"/>
                <a:cs typeface="Calibri"/>
              </a:rPr>
              <a:t> </a:t>
            </a:r>
            <a:r>
              <a:rPr sz="3200" dirty="0">
                <a:latin typeface="Calibri"/>
                <a:cs typeface="Calibri"/>
              </a:rPr>
              <a:t>số</a:t>
            </a:r>
            <a:r>
              <a:rPr sz="3200" spc="-70" dirty="0">
                <a:latin typeface="Calibri"/>
                <a:cs typeface="Calibri"/>
              </a:rPr>
              <a:t> </a:t>
            </a:r>
            <a:r>
              <a:rPr sz="3200" dirty="0">
                <a:latin typeface="Calibri"/>
                <a:cs typeface="Calibri"/>
              </a:rPr>
              <a:t>các</a:t>
            </a:r>
            <a:r>
              <a:rPr sz="3200" spc="-60" dirty="0">
                <a:latin typeface="Calibri"/>
                <a:cs typeface="Calibri"/>
              </a:rPr>
              <a:t> </a:t>
            </a:r>
            <a:r>
              <a:rPr sz="3200" spc="-10" dirty="0">
                <a:latin typeface="Calibri"/>
                <a:cs typeface="Calibri"/>
              </a:rPr>
              <a:t>khẳng </a:t>
            </a:r>
            <a:r>
              <a:rPr sz="3200" dirty="0">
                <a:latin typeface="Calibri"/>
                <a:cs typeface="Calibri"/>
              </a:rPr>
              <a:t>định</a:t>
            </a:r>
            <a:r>
              <a:rPr sz="3200" spc="-30" dirty="0">
                <a:latin typeface="Calibri"/>
                <a:cs typeface="Calibri"/>
              </a:rPr>
              <a:t> </a:t>
            </a:r>
            <a:r>
              <a:rPr sz="3200" dirty="0">
                <a:latin typeface="Calibri"/>
                <a:cs typeface="Calibri"/>
              </a:rPr>
              <a:t>dưới</a:t>
            </a:r>
            <a:r>
              <a:rPr sz="3200" spc="-50" dirty="0">
                <a:latin typeface="Calibri"/>
                <a:cs typeface="Calibri"/>
              </a:rPr>
              <a:t> </a:t>
            </a:r>
            <a:r>
              <a:rPr sz="3200" spc="-20" dirty="0">
                <a:latin typeface="Calibri"/>
                <a:cs typeface="Calibri"/>
              </a:rPr>
              <a:t>đây:</a:t>
            </a:r>
            <a:endParaRPr sz="3200">
              <a:latin typeface="Calibri"/>
              <a:cs typeface="Calibri"/>
            </a:endParaRPr>
          </a:p>
        </p:txBody>
      </p:sp>
      <p:sp>
        <p:nvSpPr>
          <p:cNvPr id="6" name="object 6"/>
          <p:cNvSpPr txBox="1"/>
          <p:nvPr/>
        </p:nvSpPr>
        <p:spPr>
          <a:xfrm>
            <a:off x="459740" y="4214152"/>
            <a:ext cx="1383665" cy="1196975"/>
          </a:xfrm>
          <a:prstGeom prst="rect">
            <a:avLst/>
          </a:prstGeom>
        </p:spPr>
        <p:txBody>
          <a:bodyPr vert="horz" wrap="square" lIns="0" tIns="12700" rIns="0" bIns="0" rtlCol="0">
            <a:spAutoFit/>
          </a:bodyPr>
          <a:lstStyle/>
          <a:p>
            <a:pPr marL="12700" marR="5080">
              <a:lnSpc>
                <a:spcPct val="120100"/>
              </a:lnSpc>
              <a:spcBef>
                <a:spcPts val="100"/>
              </a:spcBef>
            </a:pPr>
            <a:r>
              <a:rPr sz="3200" dirty="0">
                <a:solidFill>
                  <a:srgbClr val="FF0000"/>
                </a:solidFill>
                <a:latin typeface="Calibri"/>
                <a:cs typeface="Calibri"/>
              </a:rPr>
              <a:t>a</a:t>
            </a:r>
            <a:r>
              <a:rPr sz="3200" spc="-15" dirty="0">
                <a:solidFill>
                  <a:srgbClr val="FF0000"/>
                </a:solidFill>
                <a:latin typeface="Calibri"/>
                <a:cs typeface="Calibri"/>
              </a:rPr>
              <a:t> </a:t>
            </a:r>
            <a:r>
              <a:rPr sz="3200" dirty="0">
                <a:solidFill>
                  <a:srgbClr val="FF0000"/>
                </a:solidFill>
                <a:latin typeface="Calibri"/>
                <a:cs typeface="Calibri"/>
              </a:rPr>
              <a:t>)</a:t>
            </a:r>
            <a:r>
              <a:rPr sz="3200" spc="-5" dirty="0">
                <a:solidFill>
                  <a:srgbClr val="FF0000"/>
                </a:solidFill>
                <a:latin typeface="Calibri"/>
                <a:cs typeface="Calibri"/>
              </a:rPr>
              <a:t> </a:t>
            </a:r>
            <a:r>
              <a:rPr sz="3200" dirty="0">
                <a:latin typeface="Calibri"/>
                <a:cs typeface="Calibri"/>
              </a:rPr>
              <a:t>A</a:t>
            </a:r>
            <a:r>
              <a:rPr sz="3200" spc="-10" dirty="0">
                <a:latin typeface="Calibri"/>
                <a:cs typeface="Calibri"/>
              </a:rPr>
              <a:t> </a:t>
            </a:r>
            <a:r>
              <a:rPr sz="3200" dirty="0">
                <a:latin typeface="Calibri"/>
                <a:cs typeface="Calibri"/>
              </a:rPr>
              <a:t>=</a:t>
            </a:r>
            <a:r>
              <a:rPr sz="3200" spc="-10" dirty="0">
                <a:latin typeface="Calibri"/>
                <a:cs typeface="Calibri"/>
              </a:rPr>
              <a:t> </a:t>
            </a:r>
            <a:r>
              <a:rPr sz="3200" spc="-50" dirty="0">
                <a:latin typeface="Calibri"/>
                <a:cs typeface="Calibri"/>
              </a:rPr>
              <a:t>B </a:t>
            </a:r>
            <a:r>
              <a:rPr sz="3200" dirty="0">
                <a:latin typeface="Calibri"/>
                <a:cs typeface="Calibri"/>
              </a:rPr>
              <a:t>d</a:t>
            </a:r>
            <a:r>
              <a:rPr sz="3200" spc="-25" dirty="0">
                <a:latin typeface="Calibri"/>
                <a:cs typeface="Calibri"/>
              </a:rPr>
              <a:t> </a:t>
            </a:r>
            <a:r>
              <a:rPr sz="3200" dirty="0">
                <a:latin typeface="Calibri"/>
                <a:cs typeface="Calibri"/>
              </a:rPr>
              <a:t>)</a:t>
            </a:r>
            <a:r>
              <a:rPr sz="3200" spc="-5" dirty="0">
                <a:latin typeface="Calibri"/>
                <a:cs typeface="Calibri"/>
              </a:rPr>
              <a:t> </a:t>
            </a:r>
            <a:r>
              <a:rPr sz="3200" dirty="0">
                <a:latin typeface="Calibri"/>
                <a:cs typeface="Calibri"/>
              </a:rPr>
              <a:t>D</a:t>
            </a:r>
            <a:r>
              <a:rPr sz="3200" spc="-20" dirty="0">
                <a:latin typeface="Calibri"/>
                <a:cs typeface="Calibri"/>
              </a:rPr>
              <a:t> </a:t>
            </a:r>
            <a:r>
              <a:rPr sz="3200" dirty="0">
                <a:latin typeface="Calibri"/>
                <a:cs typeface="Calibri"/>
              </a:rPr>
              <a:t>=</a:t>
            </a:r>
            <a:r>
              <a:rPr sz="3200" spc="-15" dirty="0">
                <a:latin typeface="Calibri"/>
                <a:cs typeface="Calibri"/>
              </a:rPr>
              <a:t> </a:t>
            </a:r>
            <a:r>
              <a:rPr sz="3200" spc="-50" dirty="0">
                <a:latin typeface="Calibri"/>
                <a:cs typeface="Calibri"/>
              </a:rPr>
              <a:t>E</a:t>
            </a:r>
            <a:endParaRPr sz="3200">
              <a:latin typeface="Calibri"/>
              <a:cs typeface="Calibri"/>
            </a:endParaRPr>
          </a:p>
        </p:txBody>
      </p:sp>
      <p:sp>
        <p:nvSpPr>
          <p:cNvPr id="7" name="object 7"/>
          <p:cNvSpPr txBox="1"/>
          <p:nvPr/>
        </p:nvSpPr>
        <p:spPr>
          <a:xfrm>
            <a:off x="2727010" y="4214152"/>
            <a:ext cx="1294765" cy="1196975"/>
          </a:xfrm>
          <a:prstGeom prst="rect">
            <a:avLst/>
          </a:prstGeom>
        </p:spPr>
        <p:txBody>
          <a:bodyPr vert="horz" wrap="square" lIns="0" tIns="110489" rIns="0" bIns="0" rtlCol="0">
            <a:spAutoFit/>
          </a:bodyPr>
          <a:lstStyle/>
          <a:p>
            <a:pPr marL="12700">
              <a:lnSpc>
                <a:spcPct val="100000"/>
              </a:lnSpc>
              <a:spcBef>
                <a:spcPts val="869"/>
              </a:spcBef>
            </a:pPr>
            <a:r>
              <a:rPr sz="3200" dirty="0">
                <a:latin typeface="Calibri"/>
                <a:cs typeface="Calibri"/>
              </a:rPr>
              <a:t>b)</a:t>
            </a:r>
            <a:r>
              <a:rPr sz="3200" spc="-20" dirty="0">
                <a:latin typeface="Calibri"/>
                <a:cs typeface="Calibri"/>
              </a:rPr>
              <a:t> </a:t>
            </a:r>
            <a:r>
              <a:rPr sz="3200" dirty="0">
                <a:latin typeface="Calibri"/>
                <a:cs typeface="Calibri"/>
              </a:rPr>
              <a:t>A</a:t>
            </a:r>
            <a:r>
              <a:rPr sz="3200" spc="-15" dirty="0">
                <a:latin typeface="Calibri"/>
                <a:cs typeface="Calibri"/>
              </a:rPr>
              <a:t> </a:t>
            </a:r>
            <a:r>
              <a:rPr sz="3200" dirty="0">
                <a:latin typeface="Calibri"/>
                <a:cs typeface="Calibri"/>
              </a:rPr>
              <a:t>=</a:t>
            </a:r>
            <a:r>
              <a:rPr sz="3200" spc="-15" dirty="0">
                <a:latin typeface="Calibri"/>
                <a:cs typeface="Calibri"/>
              </a:rPr>
              <a:t> </a:t>
            </a:r>
            <a:r>
              <a:rPr sz="3200" spc="-50" dirty="0">
                <a:latin typeface="Calibri"/>
                <a:cs typeface="Calibri"/>
              </a:rPr>
              <a:t>C</a:t>
            </a:r>
            <a:endParaRPr sz="3200">
              <a:latin typeface="Calibri"/>
              <a:cs typeface="Calibri"/>
            </a:endParaRPr>
          </a:p>
          <a:p>
            <a:pPr marL="23495">
              <a:lnSpc>
                <a:spcPct val="100000"/>
              </a:lnSpc>
              <a:spcBef>
                <a:spcPts val="770"/>
              </a:spcBef>
            </a:pPr>
            <a:r>
              <a:rPr sz="3200" dirty="0">
                <a:latin typeface="Calibri"/>
                <a:cs typeface="Calibri"/>
              </a:rPr>
              <a:t>e)</a:t>
            </a:r>
            <a:r>
              <a:rPr sz="3200" spc="-15" dirty="0">
                <a:latin typeface="Calibri"/>
                <a:cs typeface="Calibri"/>
              </a:rPr>
              <a:t> </a:t>
            </a:r>
            <a:r>
              <a:rPr sz="3200" dirty="0">
                <a:latin typeface="Calibri"/>
                <a:cs typeface="Calibri"/>
              </a:rPr>
              <a:t>D</a:t>
            </a:r>
            <a:r>
              <a:rPr sz="3200" spc="-10" dirty="0">
                <a:latin typeface="Calibri"/>
                <a:cs typeface="Calibri"/>
              </a:rPr>
              <a:t> </a:t>
            </a:r>
            <a:r>
              <a:rPr sz="3200" dirty="0">
                <a:latin typeface="Calibri"/>
                <a:cs typeface="Calibri"/>
              </a:rPr>
              <a:t>=</a:t>
            </a:r>
            <a:r>
              <a:rPr sz="3200" spc="-15" dirty="0">
                <a:latin typeface="Calibri"/>
                <a:cs typeface="Calibri"/>
              </a:rPr>
              <a:t> </a:t>
            </a:r>
            <a:r>
              <a:rPr sz="3200" spc="-50" dirty="0">
                <a:latin typeface="Calibri"/>
                <a:cs typeface="Calibri"/>
              </a:rPr>
              <a:t>F</a:t>
            </a:r>
            <a:endParaRPr sz="3200">
              <a:latin typeface="Calibri"/>
              <a:cs typeface="Calibri"/>
            </a:endParaRPr>
          </a:p>
        </p:txBody>
      </p:sp>
      <p:sp>
        <p:nvSpPr>
          <p:cNvPr id="8" name="object 8"/>
          <p:cNvSpPr txBox="1"/>
          <p:nvPr/>
        </p:nvSpPr>
        <p:spPr>
          <a:xfrm>
            <a:off x="4627245" y="4214152"/>
            <a:ext cx="1250950" cy="1196975"/>
          </a:xfrm>
          <a:prstGeom prst="rect">
            <a:avLst/>
          </a:prstGeom>
        </p:spPr>
        <p:txBody>
          <a:bodyPr vert="horz" wrap="square" lIns="0" tIns="110489" rIns="0" bIns="0" rtlCol="0">
            <a:spAutoFit/>
          </a:bodyPr>
          <a:lstStyle/>
          <a:p>
            <a:pPr marL="26034">
              <a:lnSpc>
                <a:spcPct val="100000"/>
              </a:lnSpc>
              <a:spcBef>
                <a:spcPts val="869"/>
              </a:spcBef>
            </a:pPr>
            <a:r>
              <a:rPr sz="3200" dirty="0">
                <a:latin typeface="Calibri"/>
                <a:cs typeface="Calibri"/>
              </a:rPr>
              <a:t>c)</a:t>
            </a:r>
            <a:r>
              <a:rPr sz="3200" spc="-10" dirty="0">
                <a:latin typeface="Calibri"/>
                <a:cs typeface="Calibri"/>
              </a:rPr>
              <a:t> </a:t>
            </a:r>
            <a:r>
              <a:rPr sz="3200" dirty="0">
                <a:latin typeface="Calibri"/>
                <a:cs typeface="Calibri"/>
              </a:rPr>
              <a:t>B</a:t>
            </a:r>
            <a:r>
              <a:rPr sz="3200" spc="-20" dirty="0">
                <a:latin typeface="Calibri"/>
                <a:cs typeface="Calibri"/>
              </a:rPr>
              <a:t> </a:t>
            </a:r>
            <a:r>
              <a:rPr sz="3200" dirty="0">
                <a:latin typeface="Calibri"/>
                <a:cs typeface="Calibri"/>
              </a:rPr>
              <a:t>=</a:t>
            </a:r>
            <a:r>
              <a:rPr sz="3200" spc="-10" dirty="0">
                <a:latin typeface="Calibri"/>
                <a:cs typeface="Calibri"/>
              </a:rPr>
              <a:t> </a:t>
            </a:r>
            <a:r>
              <a:rPr sz="3200" spc="-50" dirty="0">
                <a:latin typeface="Calibri"/>
                <a:cs typeface="Calibri"/>
              </a:rPr>
              <a:t>C</a:t>
            </a:r>
            <a:endParaRPr sz="3200">
              <a:latin typeface="Calibri"/>
              <a:cs typeface="Calibri"/>
            </a:endParaRPr>
          </a:p>
          <a:p>
            <a:pPr marL="12700">
              <a:lnSpc>
                <a:spcPct val="100000"/>
              </a:lnSpc>
              <a:spcBef>
                <a:spcPts val="770"/>
              </a:spcBef>
            </a:pPr>
            <a:r>
              <a:rPr sz="3200" dirty="0">
                <a:solidFill>
                  <a:srgbClr val="FF0000"/>
                </a:solidFill>
                <a:latin typeface="Calibri"/>
                <a:cs typeface="Calibri"/>
              </a:rPr>
              <a:t>f)</a:t>
            </a:r>
            <a:r>
              <a:rPr sz="3200" spc="5" dirty="0">
                <a:solidFill>
                  <a:srgbClr val="FF0000"/>
                </a:solidFill>
                <a:latin typeface="Calibri"/>
                <a:cs typeface="Calibri"/>
              </a:rPr>
              <a:t> </a:t>
            </a:r>
            <a:r>
              <a:rPr sz="3200" dirty="0">
                <a:latin typeface="Calibri"/>
                <a:cs typeface="Calibri"/>
              </a:rPr>
              <a:t>E</a:t>
            </a:r>
            <a:r>
              <a:rPr sz="3200" spc="-5" dirty="0">
                <a:latin typeface="Calibri"/>
                <a:cs typeface="Calibri"/>
              </a:rPr>
              <a:t> </a:t>
            </a:r>
            <a:r>
              <a:rPr sz="3200" dirty="0">
                <a:latin typeface="Calibri"/>
                <a:cs typeface="Calibri"/>
              </a:rPr>
              <a:t>=</a:t>
            </a:r>
            <a:r>
              <a:rPr sz="3200" spc="10" dirty="0">
                <a:latin typeface="Calibri"/>
                <a:cs typeface="Calibri"/>
              </a:rPr>
              <a:t> </a:t>
            </a:r>
            <a:r>
              <a:rPr sz="3200" spc="-50" dirty="0">
                <a:latin typeface="Calibri"/>
                <a:cs typeface="Calibri"/>
              </a:rPr>
              <a:t>F</a:t>
            </a:r>
            <a:endParaRPr sz="3200">
              <a:latin typeface="Calibri"/>
              <a:cs typeface="Calibri"/>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21309" y="397509"/>
            <a:ext cx="2980690" cy="903605"/>
          </a:xfrm>
          <a:prstGeom prst="rect">
            <a:avLst/>
          </a:prstGeom>
        </p:spPr>
        <p:txBody>
          <a:bodyPr vert="horz" wrap="square" lIns="0" tIns="85725" rIns="0" bIns="0" rtlCol="0">
            <a:spAutoFit/>
          </a:bodyPr>
          <a:lstStyle/>
          <a:p>
            <a:pPr marL="12700">
              <a:lnSpc>
                <a:spcPct val="100000"/>
              </a:lnSpc>
              <a:spcBef>
                <a:spcPts val="675"/>
              </a:spcBef>
            </a:pPr>
            <a:r>
              <a:rPr sz="2400" b="1" dirty="0">
                <a:latin typeface="Calibri"/>
                <a:cs typeface="Calibri"/>
              </a:rPr>
              <a:t>Bài</a:t>
            </a:r>
            <a:r>
              <a:rPr sz="2400" b="1" spc="-35" dirty="0">
                <a:latin typeface="Calibri"/>
                <a:cs typeface="Calibri"/>
              </a:rPr>
              <a:t> </a:t>
            </a:r>
            <a:r>
              <a:rPr sz="2400" b="1" dirty="0">
                <a:latin typeface="Calibri"/>
                <a:cs typeface="Calibri"/>
              </a:rPr>
              <a:t>tập</a:t>
            </a:r>
            <a:r>
              <a:rPr sz="2400" b="1" spc="-25" dirty="0">
                <a:latin typeface="Calibri"/>
                <a:cs typeface="Calibri"/>
              </a:rPr>
              <a:t> </a:t>
            </a:r>
            <a:r>
              <a:rPr sz="2400" b="1" dirty="0">
                <a:latin typeface="Calibri"/>
                <a:cs typeface="Calibri"/>
              </a:rPr>
              <a:t>4</a:t>
            </a:r>
            <a:r>
              <a:rPr sz="2400" b="1" spc="-40" dirty="0">
                <a:latin typeface="Calibri"/>
                <a:cs typeface="Calibri"/>
              </a:rPr>
              <a:t> </a:t>
            </a:r>
            <a:r>
              <a:rPr sz="2400" b="1" spc="-50" dirty="0">
                <a:latin typeface="Calibri"/>
                <a:cs typeface="Calibri"/>
              </a:rPr>
              <a:t>:</a:t>
            </a:r>
            <a:endParaRPr sz="2400">
              <a:latin typeface="Calibri"/>
              <a:cs typeface="Calibri"/>
            </a:endParaRPr>
          </a:p>
          <a:p>
            <a:pPr marL="12700">
              <a:lnSpc>
                <a:spcPct val="100000"/>
              </a:lnSpc>
              <a:spcBef>
                <a:spcPts val="575"/>
              </a:spcBef>
            </a:pPr>
            <a:r>
              <a:rPr sz="2400" dirty="0">
                <a:latin typeface="Calibri"/>
                <a:cs typeface="Calibri"/>
              </a:rPr>
              <a:t>3.</a:t>
            </a:r>
            <a:r>
              <a:rPr sz="2400" spc="-45" dirty="0">
                <a:latin typeface="Calibri"/>
                <a:cs typeface="Calibri"/>
              </a:rPr>
              <a:t> </a:t>
            </a:r>
            <a:r>
              <a:rPr sz="2400" dirty="0">
                <a:latin typeface="Calibri"/>
                <a:cs typeface="Calibri"/>
              </a:rPr>
              <a:t>Xét</a:t>
            </a:r>
            <a:r>
              <a:rPr sz="2400" spc="-40" dirty="0">
                <a:latin typeface="Calibri"/>
                <a:cs typeface="Calibri"/>
              </a:rPr>
              <a:t> </a:t>
            </a:r>
            <a:r>
              <a:rPr sz="2400" dirty="0">
                <a:latin typeface="Calibri"/>
                <a:cs typeface="Calibri"/>
              </a:rPr>
              <a:t>các</a:t>
            </a:r>
            <a:r>
              <a:rPr sz="2400" spc="-50" dirty="0">
                <a:latin typeface="Calibri"/>
                <a:cs typeface="Calibri"/>
              </a:rPr>
              <a:t> </a:t>
            </a:r>
            <a:r>
              <a:rPr sz="2400" dirty="0">
                <a:latin typeface="Calibri"/>
                <a:cs typeface="Calibri"/>
              </a:rPr>
              <a:t>tập</a:t>
            </a:r>
            <a:r>
              <a:rPr sz="2400" spc="-45" dirty="0">
                <a:latin typeface="Calibri"/>
                <a:cs typeface="Calibri"/>
              </a:rPr>
              <a:t> </a:t>
            </a:r>
            <a:r>
              <a:rPr sz="2400" dirty="0">
                <a:latin typeface="Calibri"/>
                <a:cs typeface="Calibri"/>
              </a:rPr>
              <a:t>con</a:t>
            </a:r>
            <a:r>
              <a:rPr sz="2400" spc="-45" dirty="0">
                <a:latin typeface="Calibri"/>
                <a:cs typeface="Calibri"/>
              </a:rPr>
              <a:t> </a:t>
            </a:r>
            <a:r>
              <a:rPr sz="2400" dirty="0">
                <a:latin typeface="Calibri"/>
                <a:cs typeface="Calibri"/>
              </a:rPr>
              <a:t>của</a:t>
            </a:r>
            <a:r>
              <a:rPr sz="2400" spc="-40" dirty="0">
                <a:latin typeface="Calibri"/>
                <a:cs typeface="Calibri"/>
              </a:rPr>
              <a:t> </a:t>
            </a:r>
            <a:r>
              <a:rPr sz="2400" spc="-25" dirty="0">
                <a:latin typeface="Calibri"/>
                <a:cs typeface="Calibri"/>
              </a:rPr>
              <a:t>Z:</a:t>
            </a:r>
            <a:endParaRPr sz="2400">
              <a:latin typeface="Calibri"/>
              <a:cs typeface="Calibri"/>
            </a:endParaRPr>
          </a:p>
        </p:txBody>
      </p:sp>
      <p:sp>
        <p:nvSpPr>
          <p:cNvPr id="3" name="object 3"/>
          <p:cNvSpPr txBox="1"/>
          <p:nvPr/>
        </p:nvSpPr>
        <p:spPr>
          <a:xfrm>
            <a:off x="521309" y="1278759"/>
            <a:ext cx="2012950" cy="1342390"/>
          </a:xfrm>
          <a:prstGeom prst="rect">
            <a:avLst/>
          </a:prstGeom>
        </p:spPr>
        <p:txBody>
          <a:bodyPr vert="horz" wrap="square" lIns="0" tIns="85090" rIns="0" bIns="0" rtlCol="0">
            <a:spAutoFit/>
          </a:bodyPr>
          <a:lstStyle/>
          <a:p>
            <a:pPr marL="12700">
              <a:lnSpc>
                <a:spcPct val="100000"/>
              </a:lnSpc>
              <a:spcBef>
                <a:spcPts val="670"/>
              </a:spcBef>
            </a:pPr>
            <a:r>
              <a:rPr sz="2400" dirty="0">
                <a:latin typeface="Calibri"/>
                <a:cs typeface="Calibri"/>
              </a:rPr>
              <a:t>A</a:t>
            </a:r>
            <a:r>
              <a:rPr sz="2400" spc="-25" dirty="0">
                <a:latin typeface="Calibri"/>
                <a:cs typeface="Calibri"/>
              </a:rPr>
              <a:t> </a:t>
            </a:r>
            <a:r>
              <a:rPr sz="2400" dirty="0">
                <a:latin typeface="Calibri"/>
                <a:cs typeface="Calibri"/>
              </a:rPr>
              <a:t>=</a:t>
            </a:r>
            <a:r>
              <a:rPr sz="2400" spc="-10" dirty="0">
                <a:latin typeface="Calibri"/>
                <a:cs typeface="Calibri"/>
              </a:rPr>
              <a:t> </a:t>
            </a:r>
            <a:r>
              <a:rPr sz="2400" dirty="0">
                <a:latin typeface="Calibri"/>
                <a:cs typeface="Calibri"/>
              </a:rPr>
              <a:t>{2m/m</a:t>
            </a:r>
            <a:r>
              <a:rPr sz="2400" spc="-40" dirty="0">
                <a:latin typeface="Calibri"/>
                <a:cs typeface="Calibri"/>
              </a:rPr>
              <a:t> </a:t>
            </a:r>
            <a:r>
              <a:rPr sz="2400" dirty="0">
                <a:latin typeface="Symbol"/>
                <a:cs typeface="Symbol"/>
              </a:rPr>
              <a:t></a:t>
            </a:r>
            <a:r>
              <a:rPr sz="2400" spc="-60" dirty="0">
                <a:latin typeface="Times New Roman"/>
                <a:cs typeface="Times New Roman"/>
              </a:rPr>
              <a:t> </a:t>
            </a:r>
            <a:r>
              <a:rPr sz="2400" spc="-25" dirty="0">
                <a:latin typeface="Calibri"/>
                <a:cs typeface="Calibri"/>
              </a:rPr>
              <a:t>Z},</a:t>
            </a:r>
            <a:endParaRPr sz="2400">
              <a:latin typeface="Calibri"/>
              <a:cs typeface="Calibri"/>
            </a:endParaRPr>
          </a:p>
          <a:p>
            <a:pPr marL="12700">
              <a:lnSpc>
                <a:spcPct val="100000"/>
              </a:lnSpc>
              <a:spcBef>
                <a:spcPts val="580"/>
              </a:spcBef>
            </a:pPr>
            <a:r>
              <a:rPr sz="2400" dirty="0">
                <a:latin typeface="Calibri"/>
                <a:cs typeface="Calibri"/>
              </a:rPr>
              <a:t>D</a:t>
            </a:r>
            <a:r>
              <a:rPr sz="2400" spc="-15" dirty="0">
                <a:latin typeface="Calibri"/>
                <a:cs typeface="Calibri"/>
              </a:rPr>
              <a:t> </a:t>
            </a:r>
            <a:r>
              <a:rPr sz="2400" dirty="0">
                <a:latin typeface="Calibri"/>
                <a:cs typeface="Calibri"/>
              </a:rPr>
              <a:t>=</a:t>
            </a:r>
            <a:r>
              <a:rPr sz="2400" spc="-25" dirty="0">
                <a:latin typeface="Calibri"/>
                <a:cs typeface="Calibri"/>
              </a:rPr>
              <a:t> </a:t>
            </a:r>
            <a:r>
              <a:rPr sz="2400" dirty="0">
                <a:latin typeface="Calibri"/>
                <a:cs typeface="Calibri"/>
              </a:rPr>
              <a:t>{6m/m</a:t>
            </a:r>
            <a:r>
              <a:rPr sz="2400" spc="-25" dirty="0">
                <a:latin typeface="Calibri"/>
                <a:cs typeface="Calibri"/>
              </a:rPr>
              <a:t> </a:t>
            </a:r>
            <a:r>
              <a:rPr sz="2400" dirty="0">
                <a:latin typeface="Symbol"/>
                <a:cs typeface="Symbol"/>
              </a:rPr>
              <a:t></a:t>
            </a:r>
            <a:r>
              <a:rPr sz="2400" spc="-80" dirty="0">
                <a:latin typeface="Times New Roman"/>
                <a:cs typeface="Times New Roman"/>
              </a:rPr>
              <a:t> </a:t>
            </a:r>
            <a:r>
              <a:rPr sz="2400" spc="-25" dirty="0">
                <a:latin typeface="Calibri"/>
                <a:cs typeface="Calibri"/>
              </a:rPr>
              <a:t>Z}</a:t>
            </a:r>
            <a:endParaRPr sz="2400">
              <a:latin typeface="Calibri"/>
              <a:cs typeface="Calibri"/>
            </a:endParaRPr>
          </a:p>
          <a:p>
            <a:pPr marL="12700">
              <a:lnSpc>
                <a:spcPct val="100000"/>
              </a:lnSpc>
              <a:spcBef>
                <a:spcPts val="575"/>
              </a:spcBef>
            </a:pPr>
            <a:r>
              <a:rPr sz="2400" dirty="0">
                <a:latin typeface="Calibri"/>
                <a:cs typeface="Calibri"/>
              </a:rPr>
              <a:t>E</a:t>
            </a:r>
            <a:r>
              <a:rPr sz="2400" spc="-20" dirty="0">
                <a:latin typeface="Calibri"/>
                <a:cs typeface="Calibri"/>
              </a:rPr>
              <a:t> </a:t>
            </a:r>
            <a:r>
              <a:rPr sz="2400" dirty="0">
                <a:latin typeface="Calibri"/>
                <a:cs typeface="Calibri"/>
              </a:rPr>
              <a:t>=</a:t>
            </a:r>
            <a:r>
              <a:rPr sz="2400" spc="-20" dirty="0">
                <a:latin typeface="Calibri"/>
                <a:cs typeface="Calibri"/>
              </a:rPr>
              <a:t> </a:t>
            </a:r>
            <a:r>
              <a:rPr sz="2400" dirty="0">
                <a:latin typeface="Calibri"/>
                <a:cs typeface="Calibri"/>
              </a:rPr>
              <a:t>{8m/m</a:t>
            </a:r>
            <a:r>
              <a:rPr sz="2400" spc="-25" dirty="0">
                <a:latin typeface="Calibri"/>
                <a:cs typeface="Calibri"/>
              </a:rPr>
              <a:t> </a:t>
            </a:r>
            <a:r>
              <a:rPr sz="2400" dirty="0">
                <a:latin typeface="Symbol"/>
                <a:cs typeface="Symbol"/>
              </a:rPr>
              <a:t></a:t>
            </a:r>
            <a:r>
              <a:rPr sz="2400" spc="-80" dirty="0">
                <a:latin typeface="Times New Roman"/>
                <a:cs typeface="Times New Roman"/>
              </a:rPr>
              <a:t> </a:t>
            </a:r>
            <a:r>
              <a:rPr sz="2400" spc="-25" dirty="0">
                <a:latin typeface="Calibri"/>
                <a:cs typeface="Calibri"/>
              </a:rPr>
              <a:t>Z},</a:t>
            </a:r>
            <a:endParaRPr sz="2400">
              <a:latin typeface="Calibri"/>
              <a:cs typeface="Calibri"/>
            </a:endParaRPr>
          </a:p>
        </p:txBody>
      </p:sp>
      <p:sp>
        <p:nvSpPr>
          <p:cNvPr id="4" name="object 4"/>
          <p:cNvSpPr txBox="1"/>
          <p:nvPr/>
        </p:nvSpPr>
        <p:spPr>
          <a:xfrm>
            <a:off x="2849557" y="1351534"/>
            <a:ext cx="3944620" cy="391160"/>
          </a:xfrm>
          <a:prstGeom prst="rect">
            <a:avLst/>
          </a:prstGeom>
        </p:spPr>
        <p:txBody>
          <a:bodyPr vert="horz" wrap="square" lIns="0" tIns="12700" rIns="0" bIns="0" rtlCol="0">
            <a:spAutoFit/>
          </a:bodyPr>
          <a:lstStyle/>
          <a:p>
            <a:pPr marL="12700">
              <a:lnSpc>
                <a:spcPct val="100000"/>
              </a:lnSpc>
              <a:spcBef>
                <a:spcPts val="100"/>
              </a:spcBef>
              <a:tabLst>
                <a:tab pos="1958339" algn="l"/>
              </a:tabLst>
            </a:pPr>
            <a:r>
              <a:rPr sz="2400" dirty="0">
                <a:latin typeface="Calibri"/>
                <a:cs typeface="Calibri"/>
              </a:rPr>
              <a:t>B</a:t>
            </a:r>
            <a:r>
              <a:rPr sz="2400" spc="-30" dirty="0">
                <a:latin typeface="Calibri"/>
                <a:cs typeface="Calibri"/>
              </a:rPr>
              <a:t> </a:t>
            </a:r>
            <a:r>
              <a:rPr sz="2400" dirty="0">
                <a:latin typeface="Calibri"/>
                <a:cs typeface="Calibri"/>
              </a:rPr>
              <a:t>=</a:t>
            </a:r>
            <a:r>
              <a:rPr sz="2400" spc="-10" dirty="0">
                <a:latin typeface="Calibri"/>
                <a:cs typeface="Calibri"/>
              </a:rPr>
              <a:t> </a:t>
            </a:r>
            <a:r>
              <a:rPr sz="2400" dirty="0">
                <a:latin typeface="Calibri"/>
                <a:cs typeface="Calibri"/>
              </a:rPr>
              <a:t>{3n/n</a:t>
            </a:r>
            <a:r>
              <a:rPr sz="2400" spc="-25" dirty="0">
                <a:latin typeface="Calibri"/>
                <a:cs typeface="Calibri"/>
              </a:rPr>
              <a:t> </a:t>
            </a:r>
            <a:r>
              <a:rPr sz="2400" dirty="0">
                <a:latin typeface="Symbol"/>
                <a:cs typeface="Symbol"/>
              </a:rPr>
              <a:t></a:t>
            </a:r>
            <a:r>
              <a:rPr sz="2400" spc="-80" dirty="0">
                <a:latin typeface="Times New Roman"/>
                <a:cs typeface="Times New Roman"/>
              </a:rPr>
              <a:t> </a:t>
            </a:r>
            <a:r>
              <a:rPr sz="2400" spc="-25" dirty="0">
                <a:latin typeface="Calibri"/>
                <a:cs typeface="Calibri"/>
              </a:rPr>
              <a:t>Z},</a:t>
            </a:r>
            <a:r>
              <a:rPr sz="2400" dirty="0">
                <a:latin typeface="Calibri"/>
                <a:cs typeface="Calibri"/>
              </a:rPr>
              <a:t>	C</a:t>
            </a:r>
            <a:r>
              <a:rPr sz="2400" spc="-25" dirty="0">
                <a:latin typeface="Calibri"/>
                <a:cs typeface="Calibri"/>
              </a:rPr>
              <a:t> </a:t>
            </a:r>
            <a:r>
              <a:rPr sz="2400" dirty="0">
                <a:latin typeface="Calibri"/>
                <a:cs typeface="Calibri"/>
              </a:rPr>
              <a:t>=</a:t>
            </a:r>
            <a:r>
              <a:rPr sz="2400" spc="-5" dirty="0">
                <a:latin typeface="Calibri"/>
                <a:cs typeface="Calibri"/>
              </a:rPr>
              <a:t> </a:t>
            </a:r>
            <a:r>
              <a:rPr sz="2400" dirty="0">
                <a:latin typeface="Calibri"/>
                <a:cs typeface="Calibri"/>
              </a:rPr>
              <a:t>{4m/m</a:t>
            </a:r>
            <a:r>
              <a:rPr sz="2400" spc="-40" dirty="0">
                <a:latin typeface="Calibri"/>
                <a:cs typeface="Calibri"/>
              </a:rPr>
              <a:t> </a:t>
            </a:r>
            <a:r>
              <a:rPr sz="2400" dirty="0">
                <a:latin typeface="Symbol"/>
                <a:cs typeface="Symbol"/>
              </a:rPr>
              <a:t></a:t>
            </a:r>
            <a:r>
              <a:rPr sz="2400" spc="-60" dirty="0">
                <a:latin typeface="Times New Roman"/>
                <a:cs typeface="Times New Roman"/>
              </a:rPr>
              <a:t> </a:t>
            </a:r>
            <a:r>
              <a:rPr sz="2400" spc="-25" dirty="0">
                <a:latin typeface="Calibri"/>
                <a:cs typeface="Calibri"/>
              </a:rPr>
              <a:t>Z},</a:t>
            </a:r>
            <a:endParaRPr sz="2400">
              <a:latin typeface="Calibri"/>
              <a:cs typeface="Calibri"/>
            </a:endParaRPr>
          </a:p>
        </p:txBody>
      </p:sp>
      <p:sp>
        <p:nvSpPr>
          <p:cNvPr id="5" name="object 5"/>
          <p:cNvSpPr txBox="1"/>
          <p:nvPr/>
        </p:nvSpPr>
        <p:spPr>
          <a:xfrm>
            <a:off x="521309" y="2589783"/>
            <a:ext cx="8251190" cy="2150110"/>
          </a:xfrm>
          <a:prstGeom prst="rect">
            <a:avLst/>
          </a:prstGeom>
        </p:spPr>
        <p:txBody>
          <a:bodyPr vert="horz" wrap="square" lIns="0" tIns="88265" rIns="0" bIns="0" rtlCol="0">
            <a:spAutoFit/>
          </a:bodyPr>
          <a:lstStyle/>
          <a:p>
            <a:pPr marL="12700">
              <a:lnSpc>
                <a:spcPct val="100000"/>
              </a:lnSpc>
              <a:spcBef>
                <a:spcPts val="695"/>
              </a:spcBef>
            </a:pPr>
            <a:r>
              <a:rPr sz="2400" dirty="0">
                <a:latin typeface="Calibri"/>
                <a:cs typeface="Calibri"/>
              </a:rPr>
              <a:t>Hãy</a:t>
            </a:r>
            <a:r>
              <a:rPr sz="2400" spc="-35" dirty="0">
                <a:latin typeface="Calibri"/>
                <a:cs typeface="Calibri"/>
              </a:rPr>
              <a:t> </a:t>
            </a:r>
            <a:r>
              <a:rPr sz="2400" dirty="0">
                <a:latin typeface="Calibri"/>
                <a:cs typeface="Calibri"/>
              </a:rPr>
              <a:t>chỉ</a:t>
            </a:r>
            <a:r>
              <a:rPr sz="2400" spc="-50" dirty="0">
                <a:latin typeface="Calibri"/>
                <a:cs typeface="Calibri"/>
              </a:rPr>
              <a:t> </a:t>
            </a:r>
            <a:r>
              <a:rPr sz="2400" dirty="0">
                <a:latin typeface="Calibri"/>
                <a:cs typeface="Calibri"/>
              </a:rPr>
              <a:t>ra</a:t>
            </a:r>
            <a:r>
              <a:rPr sz="2400" spc="-45" dirty="0">
                <a:latin typeface="Calibri"/>
                <a:cs typeface="Calibri"/>
              </a:rPr>
              <a:t> </a:t>
            </a:r>
            <a:r>
              <a:rPr sz="2400" dirty="0">
                <a:latin typeface="Calibri"/>
                <a:cs typeface="Calibri"/>
              </a:rPr>
              <a:t>các</a:t>
            </a:r>
            <a:r>
              <a:rPr sz="2400" spc="-45" dirty="0">
                <a:latin typeface="Calibri"/>
                <a:cs typeface="Calibri"/>
              </a:rPr>
              <a:t> </a:t>
            </a:r>
            <a:r>
              <a:rPr sz="2400" dirty="0">
                <a:latin typeface="Calibri"/>
                <a:cs typeface="Calibri"/>
              </a:rPr>
              <a:t>khẳng</a:t>
            </a:r>
            <a:r>
              <a:rPr sz="2400" spc="-45" dirty="0">
                <a:latin typeface="Calibri"/>
                <a:cs typeface="Calibri"/>
              </a:rPr>
              <a:t> </a:t>
            </a:r>
            <a:r>
              <a:rPr sz="2400" dirty="0">
                <a:latin typeface="Calibri"/>
                <a:cs typeface="Calibri"/>
              </a:rPr>
              <a:t>định</a:t>
            </a:r>
            <a:r>
              <a:rPr sz="2400" spc="-40" dirty="0">
                <a:latin typeface="Calibri"/>
                <a:cs typeface="Calibri"/>
              </a:rPr>
              <a:t> </a:t>
            </a:r>
            <a:r>
              <a:rPr sz="2400" dirty="0">
                <a:latin typeface="Calibri"/>
                <a:cs typeface="Calibri"/>
              </a:rPr>
              <a:t>đúng</a:t>
            </a:r>
            <a:r>
              <a:rPr sz="2400" spc="-30" dirty="0">
                <a:latin typeface="Calibri"/>
                <a:cs typeface="Calibri"/>
              </a:rPr>
              <a:t> </a:t>
            </a:r>
            <a:r>
              <a:rPr sz="2400" dirty="0">
                <a:latin typeface="Calibri"/>
                <a:cs typeface="Calibri"/>
              </a:rPr>
              <a:t>trong</a:t>
            </a:r>
            <a:r>
              <a:rPr sz="2400" spc="-60" dirty="0">
                <a:latin typeface="Calibri"/>
                <a:cs typeface="Calibri"/>
              </a:rPr>
              <a:t> </a:t>
            </a:r>
            <a:r>
              <a:rPr sz="2400" dirty="0">
                <a:latin typeface="Calibri"/>
                <a:cs typeface="Calibri"/>
              </a:rPr>
              <a:t>số</a:t>
            </a:r>
            <a:r>
              <a:rPr sz="2400" spc="-40" dirty="0">
                <a:latin typeface="Calibri"/>
                <a:cs typeface="Calibri"/>
              </a:rPr>
              <a:t> </a:t>
            </a:r>
            <a:r>
              <a:rPr sz="2400" dirty="0">
                <a:latin typeface="Calibri"/>
                <a:cs typeface="Calibri"/>
              </a:rPr>
              <a:t>các</a:t>
            </a:r>
            <a:r>
              <a:rPr sz="2400" spc="-45" dirty="0">
                <a:latin typeface="Calibri"/>
                <a:cs typeface="Calibri"/>
              </a:rPr>
              <a:t> </a:t>
            </a:r>
            <a:r>
              <a:rPr sz="2400" dirty="0">
                <a:latin typeface="Calibri"/>
                <a:cs typeface="Calibri"/>
              </a:rPr>
              <a:t>khẳng</a:t>
            </a:r>
            <a:r>
              <a:rPr sz="2400" spc="-30" dirty="0">
                <a:latin typeface="Calibri"/>
                <a:cs typeface="Calibri"/>
              </a:rPr>
              <a:t> </a:t>
            </a:r>
            <a:r>
              <a:rPr sz="2400" dirty="0">
                <a:latin typeface="Calibri"/>
                <a:cs typeface="Calibri"/>
              </a:rPr>
              <a:t>định</a:t>
            </a:r>
            <a:r>
              <a:rPr sz="2400" spc="-40" dirty="0">
                <a:latin typeface="Calibri"/>
                <a:cs typeface="Calibri"/>
              </a:rPr>
              <a:t> </a:t>
            </a:r>
            <a:r>
              <a:rPr sz="2400" dirty="0">
                <a:latin typeface="Calibri"/>
                <a:cs typeface="Calibri"/>
              </a:rPr>
              <a:t>dưới</a:t>
            </a:r>
            <a:r>
              <a:rPr sz="2400" spc="-45" dirty="0">
                <a:latin typeface="Calibri"/>
                <a:cs typeface="Calibri"/>
              </a:rPr>
              <a:t> </a:t>
            </a:r>
            <a:r>
              <a:rPr sz="2400" spc="-20" dirty="0">
                <a:latin typeface="Calibri"/>
                <a:cs typeface="Calibri"/>
              </a:rPr>
              <a:t>đây:</a:t>
            </a:r>
            <a:endParaRPr sz="2400">
              <a:latin typeface="Calibri"/>
              <a:cs typeface="Calibri"/>
            </a:endParaRPr>
          </a:p>
          <a:p>
            <a:pPr marL="12700">
              <a:lnSpc>
                <a:spcPct val="100000"/>
              </a:lnSpc>
              <a:spcBef>
                <a:spcPts val="600"/>
              </a:spcBef>
              <a:tabLst>
                <a:tab pos="2029460" algn="l"/>
                <a:tab pos="4091940" algn="l"/>
                <a:tab pos="5700395" algn="l"/>
                <a:tab pos="7218045" algn="l"/>
              </a:tabLst>
            </a:pPr>
            <a:r>
              <a:rPr sz="2400" dirty="0">
                <a:latin typeface="Calibri"/>
                <a:cs typeface="Calibri"/>
              </a:rPr>
              <a:t>a)</a:t>
            </a:r>
            <a:r>
              <a:rPr sz="2400" spc="260" dirty="0">
                <a:latin typeface="Calibri"/>
                <a:cs typeface="Calibri"/>
              </a:rPr>
              <a:t> </a:t>
            </a:r>
            <a:r>
              <a:rPr sz="2400" dirty="0">
                <a:latin typeface="Calibri"/>
                <a:cs typeface="Calibri"/>
              </a:rPr>
              <a:t>E</a:t>
            </a:r>
            <a:r>
              <a:rPr sz="2400" spc="-5" dirty="0">
                <a:latin typeface="Calibri"/>
                <a:cs typeface="Calibri"/>
              </a:rPr>
              <a:t> </a:t>
            </a:r>
            <a:r>
              <a:rPr sz="2400" dirty="0">
                <a:latin typeface="Symbol"/>
                <a:cs typeface="Symbol"/>
              </a:rPr>
              <a:t></a:t>
            </a:r>
            <a:r>
              <a:rPr sz="2400" spc="-70" dirty="0">
                <a:latin typeface="Times New Roman"/>
                <a:cs typeface="Times New Roman"/>
              </a:rPr>
              <a:t> </a:t>
            </a:r>
            <a:r>
              <a:rPr sz="2400" dirty="0">
                <a:latin typeface="Calibri"/>
                <a:cs typeface="Calibri"/>
              </a:rPr>
              <a:t>C</a:t>
            </a:r>
            <a:r>
              <a:rPr sz="2400" spc="-10" dirty="0">
                <a:latin typeface="Calibri"/>
                <a:cs typeface="Calibri"/>
              </a:rPr>
              <a:t> </a:t>
            </a:r>
            <a:r>
              <a:rPr sz="2400" dirty="0">
                <a:latin typeface="Symbol"/>
                <a:cs typeface="Symbol"/>
              </a:rPr>
              <a:t></a:t>
            </a:r>
            <a:r>
              <a:rPr sz="2400" spc="-65" dirty="0">
                <a:latin typeface="Times New Roman"/>
                <a:cs typeface="Times New Roman"/>
              </a:rPr>
              <a:t> </a:t>
            </a:r>
            <a:r>
              <a:rPr sz="2400" spc="-50" dirty="0">
                <a:latin typeface="Calibri"/>
                <a:cs typeface="Calibri"/>
              </a:rPr>
              <a:t>A</a:t>
            </a:r>
            <a:r>
              <a:rPr sz="2400" dirty="0">
                <a:latin typeface="Calibri"/>
                <a:cs typeface="Calibri"/>
              </a:rPr>
              <a:t>	b)</a:t>
            </a:r>
            <a:r>
              <a:rPr sz="2400" spc="-35" dirty="0">
                <a:latin typeface="Calibri"/>
                <a:cs typeface="Calibri"/>
              </a:rPr>
              <a:t> </a:t>
            </a:r>
            <a:r>
              <a:rPr sz="2400" dirty="0">
                <a:latin typeface="Calibri"/>
                <a:cs typeface="Calibri"/>
              </a:rPr>
              <a:t>A</a:t>
            </a:r>
            <a:r>
              <a:rPr sz="2400" spc="-5" dirty="0">
                <a:latin typeface="Calibri"/>
                <a:cs typeface="Calibri"/>
              </a:rPr>
              <a:t> </a:t>
            </a:r>
            <a:r>
              <a:rPr sz="2400" dirty="0">
                <a:latin typeface="Symbol"/>
                <a:cs typeface="Symbol"/>
              </a:rPr>
              <a:t></a:t>
            </a:r>
            <a:r>
              <a:rPr sz="2400" spc="-70" dirty="0">
                <a:latin typeface="Times New Roman"/>
                <a:cs typeface="Times New Roman"/>
              </a:rPr>
              <a:t> </a:t>
            </a:r>
            <a:r>
              <a:rPr sz="2400" dirty="0">
                <a:latin typeface="Calibri"/>
                <a:cs typeface="Calibri"/>
              </a:rPr>
              <a:t>C</a:t>
            </a:r>
            <a:r>
              <a:rPr sz="2400" spc="-15" dirty="0">
                <a:latin typeface="Calibri"/>
                <a:cs typeface="Calibri"/>
              </a:rPr>
              <a:t> </a:t>
            </a:r>
            <a:r>
              <a:rPr sz="2400" dirty="0">
                <a:latin typeface="Symbol"/>
                <a:cs typeface="Symbol"/>
              </a:rPr>
              <a:t></a:t>
            </a:r>
            <a:r>
              <a:rPr sz="2400" spc="-60" dirty="0">
                <a:latin typeface="Times New Roman"/>
                <a:cs typeface="Times New Roman"/>
              </a:rPr>
              <a:t> </a:t>
            </a:r>
            <a:r>
              <a:rPr sz="2400" spc="-50" dirty="0">
                <a:latin typeface="Calibri"/>
                <a:cs typeface="Calibri"/>
              </a:rPr>
              <a:t>E</a:t>
            </a:r>
            <a:r>
              <a:rPr sz="2400" dirty="0">
                <a:latin typeface="Calibri"/>
                <a:cs typeface="Calibri"/>
              </a:rPr>
              <a:t>	c)</a:t>
            </a:r>
            <a:r>
              <a:rPr sz="2400" spc="-20" dirty="0">
                <a:latin typeface="Calibri"/>
                <a:cs typeface="Calibri"/>
              </a:rPr>
              <a:t> </a:t>
            </a:r>
            <a:r>
              <a:rPr sz="2400" dirty="0">
                <a:latin typeface="Calibri"/>
                <a:cs typeface="Calibri"/>
              </a:rPr>
              <a:t>D</a:t>
            </a:r>
            <a:r>
              <a:rPr sz="2400" spc="-15" dirty="0">
                <a:latin typeface="Calibri"/>
                <a:cs typeface="Calibri"/>
              </a:rPr>
              <a:t> </a:t>
            </a:r>
            <a:r>
              <a:rPr sz="2400" dirty="0">
                <a:latin typeface="Symbol"/>
                <a:cs typeface="Symbol"/>
              </a:rPr>
              <a:t></a:t>
            </a:r>
            <a:r>
              <a:rPr sz="2400" spc="-60" dirty="0">
                <a:latin typeface="Times New Roman"/>
                <a:cs typeface="Times New Roman"/>
              </a:rPr>
              <a:t> </a:t>
            </a:r>
            <a:r>
              <a:rPr sz="2400" spc="-50" dirty="0">
                <a:latin typeface="Calibri"/>
                <a:cs typeface="Calibri"/>
              </a:rPr>
              <a:t>B</a:t>
            </a:r>
            <a:r>
              <a:rPr sz="2400" dirty="0">
                <a:latin typeface="Calibri"/>
                <a:cs typeface="Calibri"/>
              </a:rPr>
              <a:t>	d)</a:t>
            </a:r>
            <a:r>
              <a:rPr sz="2400" spc="-5" dirty="0">
                <a:latin typeface="Calibri"/>
                <a:cs typeface="Calibri"/>
              </a:rPr>
              <a:t> </a:t>
            </a:r>
            <a:r>
              <a:rPr sz="2400" dirty="0">
                <a:latin typeface="Calibri"/>
                <a:cs typeface="Calibri"/>
              </a:rPr>
              <a:t>D</a:t>
            </a:r>
            <a:r>
              <a:rPr sz="2400" spc="-15" dirty="0">
                <a:latin typeface="Calibri"/>
                <a:cs typeface="Calibri"/>
              </a:rPr>
              <a:t> </a:t>
            </a:r>
            <a:r>
              <a:rPr sz="2400" dirty="0">
                <a:latin typeface="Symbol"/>
                <a:cs typeface="Symbol"/>
              </a:rPr>
              <a:t></a:t>
            </a:r>
            <a:r>
              <a:rPr sz="2400" spc="-60" dirty="0">
                <a:latin typeface="Times New Roman"/>
                <a:cs typeface="Times New Roman"/>
              </a:rPr>
              <a:t> </a:t>
            </a:r>
            <a:r>
              <a:rPr sz="2400" spc="-50" dirty="0">
                <a:latin typeface="Calibri"/>
                <a:cs typeface="Calibri"/>
              </a:rPr>
              <a:t>A</a:t>
            </a:r>
            <a:r>
              <a:rPr sz="2400" dirty="0">
                <a:latin typeface="Calibri"/>
                <a:cs typeface="Calibri"/>
              </a:rPr>
              <a:t>	e)</a:t>
            </a:r>
            <a:r>
              <a:rPr sz="2400" spc="-20" dirty="0">
                <a:latin typeface="Calibri"/>
                <a:cs typeface="Calibri"/>
              </a:rPr>
              <a:t> </a:t>
            </a:r>
            <a:r>
              <a:rPr sz="2400" dirty="0">
                <a:latin typeface="Calibri"/>
                <a:cs typeface="Calibri"/>
              </a:rPr>
              <a:t>B</a:t>
            </a:r>
            <a:r>
              <a:rPr sz="2400" spc="-25" dirty="0">
                <a:latin typeface="Calibri"/>
                <a:cs typeface="Calibri"/>
              </a:rPr>
              <a:t> </a:t>
            </a:r>
            <a:r>
              <a:rPr sz="2400" dirty="0">
                <a:latin typeface="Symbol"/>
                <a:cs typeface="Symbol"/>
              </a:rPr>
              <a:t></a:t>
            </a:r>
            <a:r>
              <a:rPr sz="2400" spc="-60" dirty="0">
                <a:latin typeface="Times New Roman"/>
                <a:cs typeface="Times New Roman"/>
              </a:rPr>
              <a:t> </a:t>
            </a:r>
            <a:r>
              <a:rPr sz="2400" spc="-50" dirty="0">
                <a:latin typeface="Calibri"/>
                <a:cs typeface="Calibri"/>
              </a:rPr>
              <a:t>D</a:t>
            </a:r>
            <a:endParaRPr sz="2400">
              <a:latin typeface="Calibri"/>
              <a:cs typeface="Calibri"/>
            </a:endParaRPr>
          </a:p>
          <a:p>
            <a:pPr marL="355600">
              <a:lnSpc>
                <a:spcPct val="100000"/>
              </a:lnSpc>
              <a:tabLst>
                <a:tab pos="1440815" algn="l"/>
              </a:tabLst>
            </a:pPr>
            <a:r>
              <a:rPr sz="2400" dirty="0">
                <a:latin typeface="Calibri"/>
                <a:cs typeface="Calibri"/>
              </a:rPr>
              <a:t>f)</a:t>
            </a:r>
            <a:r>
              <a:rPr sz="2400" spc="5" dirty="0">
                <a:latin typeface="Calibri"/>
                <a:cs typeface="Calibri"/>
              </a:rPr>
              <a:t> </a:t>
            </a:r>
            <a:r>
              <a:rPr sz="2400" dirty="0">
                <a:latin typeface="Symbol"/>
                <a:cs typeface="Symbol"/>
              </a:rPr>
              <a:t></a:t>
            </a:r>
            <a:r>
              <a:rPr sz="2400" dirty="0">
                <a:latin typeface="Calibri"/>
                <a:cs typeface="Calibri"/>
              </a:rPr>
              <a:t>D</a:t>
            </a:r>
            <a:r>
              <a:rPr sz="2400" spc="-10" dirty="0">
                <a:latin typeface="Calibri"/>
                <a:cs typeface="Calibri"/>
              </a:rPr>
              <a:t> </a:t>
            </a:r>
            <a:r>
              <a:rPr sz="2400" spc="-50" dirty="0">
                <a:latin typeface="Symbol"/>
                <a:cs typeface="Symbol"/>
              </a:rPr>
              <a:t></a:t>
            </a:r>
            <a:r>
              <a:rPr sz="2400" dirty="0">
                <a:latin typeface="Times New Roman"/>
                <a:cs typeface="Times New Roman"/>
              </a:rPr>
              <a:t>	</a:t>
            </a:r>
            <a:r>
              <a:rPr sz="2400" spc="-25" dirty="0">
                <a:latin typeface="Symbol"/>
                <a:cs typeface="Symbol"/>
              </a:rPr>
              <a:t></a:t>
            </a:r>
            <a:r>
              <a:rPr sz="2400" spc="-25" dirty="0">
                <a:latin typeface="Calibri"/>
                <a:cs typeface="Calibri"/>
              </a:rPr>
              <a:t>A</a:t>
            </a:r>
            <a:endParaRPr sz="2400">
              <a:latin typeface="Calibri"/>
              <a:cs typeface="Calibri"/>
            </a:endParaRPr>
          </a:p>
          <a:p>
            <a:pPr>
              <a:lnSpc>
                <a:spcPct val="100000"/>
              </a:lnSpc>
              <a:spcBef>
                <a:spcPts val="1080"/>
              </a:spcBef>
            </a:pPr>
            <a:endParaRPr sz="2400">
              <a:latin typeface="Calibri"/>
              <a:cs typeface="Calibri"/>
            </a:endParaRPr>
          </a:p>
          <a:p>
            <a:pPr marL="12700">
              <a:lnSpc>
                <a:spcPct val="100000"/>
              </a:lnSpc>
            </a:pPr>
            <a:r>
              <a:rPr sz="2400" dirty="0">
                <a:latin typeface="Calibri"/>
                <a:cs typeface="Calibri"/>
              </a:rPr>
              <a:t>4.</a:t>
            </a:r>
            <a:r>
              <a:rPr sz="2400" spc="-55" dirty="0">
                <a:latin typeface="Calibri"/>
                <a:cs typeface="Calibri"/>
              </a:rPr>
              <a:t> </a:t>
            </a:r>
            <a:r>
              <a:rPr sz="2400" dirty="0">
                <a:latin typeface="Calibri"/>
                <a:cs typeface="Calibri"/>
              </a:rPr>
              <a:t>Với</a:t>
            </a:r>
            <a:r>
              <a:rPr sz="2400" spc="-45" dirty="0">
                <a:latin typeface="Calibri"/>
                <a:cs typeface="Calibri"/>
              </a:rPr>
              <a:t> </a:t>
            </a:r>
            <a:r>
              <a:rPr sz="2400" dirty="0">
                <a:latin typeface="Calibri"/>
                <a:cs typeface="Calibri"/>
              </a:rPr>
              <a:t>A,</a:t>
            </a:r>
            <a:r>
              <a:rPr sz="2400" spc="-35" dirty="0">
                <a:latin typeface="Calibri"/>
                <a:cs typeface="Calibri"/>
              </a:rPr>
              <a:t> </a:t>
            </a:r>
            <a:r>
              <a:rPr sz="2400" dirty="0">
                <a:latin typeface="Calibri"/>
                <a:cs typeface="Calibri"/>
              </a:rPr>
              <a:t>B,</a:t>
            </a:r>
            <a:r>
              <a:rPr sz="2400" spc="-55" dirty="0">
                <a:latin typeface="Calibri"/>
                <a:cs typeface="Calibri"/>
              </a:rPr>
              <a:t> </a:t>
            </a:r>
            <a:r>
              <a:rPr sz="2400" dirty="0">
                <a:latin typeface="Calibri"/>
                <a:cs typeface="Calibri"/>
              </a:rPr>
              <a:t>C,</a:t>
            </a:r>
            <a:r>
              <a:rPr sz="2400" spc="-35" dirty="0">
                <a:latin typeface="Calibri"/>
                <a:cs typeface="Calibri"/>
              </a:rPr>
              <a:t> </a:t>
            </a:r>
            <a:r>
              <a:rPr sz="2400" dirty="0">
                <a:latin typeface="Calibri"/>
                <a:cs typeface="Calibri"/>
              </a:rPr>
              <a:t>D</a:t>
            </a:r>
            <a:r>
              <a:rPr sz="2400" spc="-55" dirty="0">
                <a:latin typeface="Calibri"/>
                <a:cs typeface="Calibri"/>
              </a:rPr>
              <a:t> </a:t>
            </a:r>
            <a:r>
              <a:rPr sz="2400" dirty="0">
                <a:latin typeface="Calibri"/>
                <a:cs typeface="Calibri"/>
              </a:rPr>
              <a:t>như</a:t>
            </a:r>
            <a:r>
              <a:rPr sz="2400" spc="-35" dirty="0">
                <a:latin typeface="Calibri"/>
                <a:cs typeface="Calibri"/>
              </a:rPr>
              <a:t> </a:t>
            </a:r>
            <a:r>
              <a:rPr sz="2400" dirty="0">
                <a:latin typeface="Calibri"/>
                <a:cs typeface="Calibri"/>
              </a:rPr>
              <a:t>bài</a:t>
            </a:r>
            <a:r>
              <a:rPr sz="2400" spc="-40" dirty="0">
                <a:latin typeface="Calibri"/>
                <a:cs typeface="Calibri"/>
              </a:rPr>
              <a:t> </a:t>
            </a:r>
            <a:r>
              <a:rPr sz="2400" dirty="0">
                <a:latin typeface="Calibri"/>
                <a:cs typeface="Calibri"/>
              </a:rPr>
              <a:t>3.</a:t>
            </a:r>
            <a:r>
              <a:rPr sz="2400" spc="-45" dirty="0">
                <a:latin typeface="Calibri"/>
                <a:cs typeface="Calibri"/>
              </a:rPr>
              <a:t> </a:t>
            </a:r>
            <a:r>
              <a:rPr sz="2400" dirty="0">
                <a:latin typeface="Calibri"/>
                <a:cs typeface="Calibri"/>
              </a:rPr>
              <a:t>Hãy</a:t>
            </a:r>
            <a:r>
              <a:rPr sz="2400" spc="-45" dirty="0">
                <a:latin typeface="Calibri"/>
                <a:cs typeface="Calibri"/>
              </a:rPr>
              <a:t> </a:t>
            </a:r>
            <a:r>
              <a:rPr sz="2400" dirty="0">
                <a:latin typeface="Calibri"/>
                <a:cs typeface="Calibri"/>
              </a:rPr>
              <a:t>xác</a:t>
            </a:r>
            <a:r>
              <a:rPr sz="2400" spc="-50" dirty="0">
                <a:latin typeface="Calibri"/>
                <a:cs typeface="Calibri"/>
              </a:rPr>
              <a:t> </a:t>
            </a:r>
            <a:r>
              <a:rPr sz="2400" dirty="0">
                <a:latin typeface="Calibri"/>
                <a:cs typeface="Calibri"/>
              </a:rPr>
              <a:t>định</a:t>
            </a:r>
            <a:r>
              <a:rPr sz="2400" spc="-40" dirty="0">
                <a:latin typeface="Calibri"/>
                <a:cs typeface="Calibri"/>
              </a:rPr>
              <a:t> </a:t>
            </a:r>
            <a:r>
              <a:rPr sz="2400" dirty="0">
                <a:latin typeface="Calibri"/>
                <a:cs typeface="Calibri"/>
              </a:rPr>
              <a:t>các</a:t>
            </a:r>
            <a:r>
              <a:rPr sz="2400" spc="-55" dirty="0">
                <a:latin typeface="Calibri"/>
                <a:cs typeface="Calibri"/>
              </a:rPr>
              <a:t> </a:t>
            </a:r>
            <a:r>
              <a:rPr sz="2400" dirty="0">
                <a:latin typeface="Calibri"/>
                <a:cs typeface="Calibri"/>
              </a:rPr>
              <a:t>tập</a:t>
            </a:r>
            <a:r>
              <a:rPr sz="2400" spc="-50" dirty="0">
                <a:latin typeface="Calibri"/>
                <a:cs typeface="Calibri"/>
              </a:rPr>
              <a:t> </a:t>
            </a:r>
            <a:r>
              <a:rPr sz="2400" dirty="0">
                <a:latin typeface="Calibri"/>
                <a:cs typeface="Calibri"/>
              </a:rPr>
              <a:t>hợp</a:t>
            </a:r>
            <a:r>
              <a:rPr sz="2400" spc="-45" dirty="0">
                <a:latin typeface="Calibri"/>
                <a:cs typeface="Calibri"/>
              </a:rPr>
              <a:t> </a:t>
            </a:r>
            <a:r>
              <a:rPr sz="2400" dirty="0">
                <a:latin typeface="Calibri"/>
                <a:cs typeface="Calibri"/>
              </a:rPr>
              <a:t>dưới</a:t>
            </a:r>
            <a:r>
              <a:rPr sz="2400" spc="-35" dirty="0">
                <a:latin typeface="Calibri"/>
                <a:cs typeface="Calibri"/>
              </a:rPr>
              <a:t> </a:t>
            </a:r>
            <a:r>
              <a:rPr sz="2400" spc="-20" dirty="0">
                <a:latin typeface="Calibri"/>
                <a:cs typeface="Calibri"/>
              </a:rPr>
              <a:t>đây:</a:t>
            </a:r>
            <a:endParaRPr sz="2400">
              <a:latin typeface="Calibri"/>
              <a:cs typeface="Calibri"/>
            </a:endParaRPr>
          </a:p>
        </p:txBody>
      </p:sp>
      <p:sp>
        <p:nvSpPr>
          <p:cNvPr id="6" name="object 6"/>
          <p:cNvSpPr txBox="1"/>
          <p:nvPr/>
        </p:nvSpPr>
        <p:spPr>
          <a:xfrm>
            <a:off x="521309" y="4717541"/>
            <a:ext cx="1081405" cy="903605"/>
          </a:xfrm>
          <a:prstGeom prst="rect">
            <a:avLst/>
          </a:prstGeom>
        </p:spPr>
        <p:txBody>
          <a:bodyPr vert="horz" wrap="square" lIns="0" tIns="85725" rIns="0" bIns="0" rtlCol="0">
            <a:spAutoFit/>
          </a:bodyPr>
          <a:lstStyle/>
          <a:p>
            <a:pPr marL="12700">
              <a:lnSpc>
                <a:spcPct val="100000"/>
              </a:lnSpc>
              <a:spcBef>
                <a:spcPts val="675"/>
              </a:spcBef>
            </a:pPr>
            <a:r>
              <a:rPr sz="2400" dirty="0">
                <a:latin typeface="Calibri"/>
                <a:cs typeface="Calibri"/>
              </a:rPr>
              <a:t>a</a:t>
            </a:r>
            <a:r>
              <a:rPr sz="2400" spc="-10" dirty="0">
                <a:latin typeface="Calibri"/>
                <a:cs typeface="Calibri"/>
              </a:rPr>
              <a:t> </a:t>
            </a:r>
            <a:r>
              <a:rPr sz="2400" dirty="0">
                <a:latin typeface="Calibri"/>
                <a:cs typeface="Calibri"/>
              </a:rPr>
              <a:t>)</a:t>
            </a:r>
            <a:r>
              <a:rPr sz="2400" spc="-20" dirty="0">
                <a:latin typeface="Calibri"/>
                <a:cs typeface="Calibri"/>
              </a:rPr>
              <a:t> </a:t>
            </a:r>
            <a:r>
              <a:rPr sz="2400" dirty="0">
                <a:latin typeface="Calibri"/>
                <a:cs typeface="Calibri"/>
              </a:rPr>
              <a:t>C</a:t>
            </a:r>
            <a:r>
              <a:rPr sz="2400" spc="-15" dirty="0">
                <a:latin typeface="Calibri"/>
                <a:cs typeface="Calibri"/>
              </a:rPr>
              <a:t> </a:t>
            </a:r>
            <a:r>
              <a:rPr sz="2400" dirty="0">
                <a:latin typeface="Symbol"/>
                <a:cs typeface="Symbol"/>
              </a:rPr>
              <a:t></a:t>
            </a:r>
            <a:r>
              <a:rPr sz="2400" spc="-75" dirty="0">
                <a:latin typeface="Times New Roman"/>
                <a:cs typeface="Times New Roman"/>
              </a:rPr>
              <a:t> </a:t>
            </a:r>
            <a:r>
              <a:rPr sz="2400" spc="-50" dirty="0">
                <a:latin typeface="Calibri"/>
                <a:cs typeface="Calibri"/>
              </a:rPr>
              <a:t>E</a:t>
            </a:r>
            <a:endParaRPr sz="2400">
              <a:latin typeface="Calibri"/>
              <a:cs typeface="Calibri"/>
            </a:endParaRPr>
          </a:p>
          <a:p>
            <a:pPr marL="12700">
              <a:lnSpc>
                <a:spcPct val="100000"/>
              </a:lnSpc>
              <a:spcBef>
                <a:spcPts val="575"/>
              </a:spcBef>
            </a:pPr>
            <a:r>
              <a:rPr sz="2400" dirty="0">
                <a:latin typeface="Calibri"/>
                <a:cs typeface="Calibri"/>
              </a:rPr>
              <a:t>d)</a:t>
            </a:r>
            <a:r>
              <a:rPr sz="2400" spc="-20" dirty="0">
                <a:latin typeface="Calibri"/>
                <a:cs typeface="Calibri"/>
              </a:rPr>
              <a:t> </a:t>
            </a:r>
            <a:r>
              <a:rPr sz="2400" dirty="0">
                <a:latin typeface="Calibri"/>
                <a:cs typeface="Calibri"/>
              </a:rPr>
              <a:t>B</a:t>
            </a:r>
            <a:r>
              <a:rPr sz="2400" spc="-5" dirty="0">
                <a:latin typeface="Calibri"/>
                <a:cs typeface="Calibri"/>
              </a:rPr>
              <a:t> </a:t>
            </a:r>
            <a:r>
              <a:rPr sz="2400" dirty="0">
                <a:latin typeface="Symbol"/>
                <a:cs typeface="Symbol"/>
              </a:rPr>
              <a:t></a:t>
            </a:r>
            <a:r>
              <a:rPr sz="2400" spc="-80" dirty="0">
                <a:latin typeface="Times New Roman"/>
                <a:cs typeface="Times New Roman"/>
              </a:rPr>
              <a:t> </a:t>
            </a:r>
            <a:r>
              <a:rPr sz="2400" spc="-50" dirty="0">
                <a:latin typeface="Calibri"/>
                <a:cs typeface="Calibri"/>
              </a:rPr>
              <a:t>D</a:t>
            </a:r>
            <a:endParaRPr sz="2400">
              <a:latin typeface="Calibri"/>
              <a:cs typeface="Calibri"/>
            </a:endParaRPr>
          </a:p>
        </p:txBody>
      </p:sp>
      <p:sp>
        <p:nvSpPr>
          <p:cNvPr id="7" name="object 7"/>
          <p:cNvSpPr txBox="1"/>
          <p:nvPr/>
        </p:nvSpPr>
        <p:spPr>
          <a:xfrm>
            <a:off x="1985898" y="4717541"/>
            <a:ext cx="1069975" cy="903605"/>
          </a:xfrm>
          <a:prstGeom prst="rect">
            <a:avLst/>
          </a:prstGeom>
        </p:spPr>
        <p:txBody>
          <a:bodyPr vert="horz" wrap="square" lIns="0" tIns="85725" rIns="0" bIns="0" rtlCol="0">
            <a:spAutoFit/>
          </a:bodyPr>
          <a:lstStyle/>
          <a:p>
            <a:pPr marL="12700">
              <a:lnSpc>
                <a:spcPct val="100000"/>
              </a:lnSpc>
              <a:spcBef>
                <a:spcPts val="675"/>
              </a:spcBef>
            </a:pPr>
            <a:r>
              <a:rPr sz="2400" dirty="0">
                <a:latin typeface="Calibri"/>
                <a:cs typeface="Calibri"/>
              </a:rPr>
              <a:t>b)</a:t>
            </a:r>
            <a:r>
              <a:rPr sz="2400" spc="-5" dirty="0">
                <a:latin typeface="Calibri"/>
                <a:cs typeface="Calibri"/>
              </a:rPr>
              <a:t> </a:t>
            </a:r>
            <a:r>
              <a:rPr sz="2400" dirty="0">
                <a:latin typeface="Calibri"/>
                <a:cs typeface="Calibri"/>
              </a:rPr>
              <a:t>B</a:t>
            </a:r>
            <a:r>
              <a:rPr sz="2400" spc="-15" dirty="0">
                <a:latin typeface="Calibri"/>
                <a:cs typeface="Calibri"/>
              </a:rPr>
              <a:t> </a:t>
            </a:r>
            <a:r>
              <a:rPr sz="2400" dirty="0">
                <a:latin typeface="Symbol"/>
                <a:cs typeface="Symbol"/>
              </a:rPr>
              <a:t></a:t>
            </a:r>
            <a:r>
              <a:rPr sz="2400" spc="-70" dirty="0">
                <a:latin typeface="Times New Roman"/>
                <a:cs typeface="Times New Roman"/>
              </a:rPr>
              <a:t> </a:t>
            </a:r>
            <a:r>
              <a:rPr sz="2400" spc="-50" dirty="0">
                <a:latin typeface="Calibri"/>
                <a:cs typeface="Calibri"/>
              </a:rPr>
              <a:t>D</a:t>
            </a:r>
            <a:endParaRPr sz="2400">
              <a:latin typeface="Calibri"/>
              <a:cs typeface="Calibri"/>
            </a:endParaRPr>
          </a:p>
          <a:p>
            <a:pPr marL="138430">
              <a:lnSpc>
                <a:spcPct val="100000"/>
              </a:lnSpc>
              <a:spcBef>
                <a:spcPts val="575"/>
              </a:spcBef>
              <a:tabLst>
                <a:tab pos="518795" algn="l"/>
              </a:tabLst>
            </a:pPr>
            <a:r>
              <a:rPr sz="2400" spc="-25" dirty="0">
                <a:latin typeface="Calibri"/>
                <a:cs typeface="Calibri"/>
              </a:rPr>
              <a:t>e)</a:t>
            </a:r>
            <a:r>
              <a:rPr sz="2400" dirty="0">
                <a:latin typeface="Calibri"/>
                <a:cs typeface="Calibri"/>
              </a:rPr>
              <a:t>	</a:t>
            </a:r>
            <a:r>
              <a:rPr sz="2400" spc="-25" dirty="0">
                <a:latin typeface="Symbol"/>
                <a:cs typeface="Symbol"/>
              </a:rPr>
              <a:t></a:t>
            </a:r>
            <a:r>
              <a:rPr sz="2400" spc="-25" dirty="0">
                <a:latin typeface="Calibri"/>
                <a:cs typeface="Calibri"/>
              </a:rPr>
              <a:t>A</a:t>
            </a:r>
            <a:endParaRPr sz="2400">
              <a:latin typeface="Calibri"/>
              <a:cs typeface="Calibri"/>
            </a:endParaRPr>
          </a:p>
        </p:txBody>
      </p:sp>
      <p:sp>
        <p:nvSpPr>
          <p:cNvPr id="8" name="object 8"/>
          <p:cNvSpPr txBox="1"/>
          <p:nvPr/>
        </p:nvSpPr>
        <p:spPr>
          <a:xfrm>
            <a:off x="3430904" y="4717541"/>
            <a:ext cx="1102995" cy="903605"/>
          </a:xfrm>
          <a:prstGeom prst="rect">
            <a:avLst/>
          </a:prstGeom>
        </p:spPr>
        <p:txBody>
          <a:bodyPr vert="horz" wrap="square" lIns="0" tIns="85725" rIns="0" bIns="0" rtlCol="0">
            <a:spAutoFit/>
          </a:bodyPr>
          <a:lstStyle/>
          <a:p>
            <a:pPr marL="21590">
              <a:lnSpc>
                <a:spcPct val="100000"/>
              </a:lnSpc>
              <a:spcBef>
                <a:spcPts val="675"/>
              </a:spcBef>
              <a:tabLst>
                <a:tab pos="377825" algn="l"/>
              </a:tabLst>
            </a:pPr>
            <a:r>
              <a:rPr sz="2400" spc="-25" dirty="0">
                <a:latin typeface="Calibri"/>
                <a:cs typeface="Calibri"/>
              </a:rPr>
              <a:t>c)</a:t>
            </a:r>
            <a:r>
              <a:rPr sz="2400" dirty="0">
                <a:latin typeface="Calibri"/>
                <a:cs typeface="Calibri"/>
              </a:rPr>
              <a:t>	A</a:t>
            </a:r>
            <a:r>
              <a:rPr sz="2400" spc="-20" dirty="0">
                <a:latin typeface="Calibri"/>
                <a:cs typeface="Calibri"/>
              </a:rPr>
              <a:t> </a:t>
            </a:r>
            <a:r>
              <a:rPr sz="2400" dirty="0">
                <a:latin typeface="Symbol"/>
                <a:cs typeface="Symbol"/>
              </a:rPr>
              <a:t></a:t>
            </a:r>
            <a:r>
              <a:rPr sz="2400" spc="-70" dirty="0">
                <a:latin typeface="Times New Roman"/>
                <a:cs typeface="Times New Roman"/>
              </a:rPr>
              <a:t> </a:t>
            </a:r>
            <a:r>
              <a:rPr sz="2400" spc="-50" dirty="0">
                <a:latin typeface="Calibri"/>
                <a:cs typeface="Calibri"/>
              </a:rPr>
              <a:t>B</a:t>
            </a:r>
            <a:endParaRPr sz="2400">
              <a:latin typeface="Calibri"/>
              <a:cs typeface="Calibri"/>
            </a:endParaRPr>
          </a:p>
          <a:p>
            <a:pPr marL="12700">
              <a:lnSpc>
                <a:spcPct val="100000"/>
              </a:lnSpc>
              <a:spcBef>
                <a:spcPts val="575"/>
              </a:spcBef>
            </a:pPr>
            <a:r>
              <a:rPr sz="2400" dirty="0">
                <a:latin typeface="Calibri"/>
                <a:cs typeface="Calibri"/>
              </a:rPr>
              <a:t>f) A</a:t>
            </a:r>
            <a:r>
              <a:rPr sz="2400" spc="5" dirty="0">
                <a:latin typeface="Calibri"/>
                <a:cs typeface="Calibri"/>
              </a:rPr>
              <a:t> </a:t>
            </a:r>
            <a:r>
              <a:rPr sz="2400" dirty="0">
                <a:latin typeface="Symbol"/>
                <a:cs typeface="Symbol"/>
              </a:rPr>
              <a:t></a:t>
            </a:r>
            <a:r>
              <a:rPr sz="2400" spc="-65" dirty="0">
                <a:latin typeface="Times New Roman"/>
                <a:cs typeface="Times New Roman"/>
              </a:rPr>
              <a:t> </a:t>
            </a:r>
            <a:r>
              <a:rPr sz="2400" spc="-50" dirty="0">
                <a:latin typeface="Calibri"/>
                <a:cs typeface="Calibri"/>
              </a:rPr>
              <a:t>E</a:t>
            </a:r>
            <a:endParaRPr sz="2400">
              <a:latin typeface="Calibri"/>
              <a:cs typeface="Calibri"/>
            </a:endParaRPr>
          </a:p>
        </p:txBody>
      </p:sp>
      <p:grpSp>
        <p:nvGrpSpPr>
          <p:cNvPr id="9" name="object 9"/>
          <p:cNvGrpSpPr/>
          <p:nvPr/>
        </p:nvGrpSpPr>
        <p:grpSpPr>
          <a:xfrm>
            <a:off x="5245544" y="4940744"/>
            <a:ext cx="2007235" cy="1169035"/>
            <a:chOff x="5245544" y="4940744"/>
            <a:chExt cx="2007235" cy="1169035"/>
          </a:xfrm>
        </p:grpSpPr>
        <p:sp>
          <p:nvSpPr>
            <p:cNvPr id="10" name="object 10"/>
            <p:cNvSpPr/>
            <p:nvPr/>
          </p:nvSpPr>
          <p:spPr>
            <a:xfrm>
              <a:off x="5258562" y="4953762"/>
              <a:ext cx="1981200" cy="1143000"/>
            </a:xfrm>
            <a:custGeom>
              <a:avLst/>
              <a:gdLst/>
              <a:ahLst/>
              <a:cxnLst/>
              <a:rect l="l" t="t" r="r" b="b"/>
              <a:pathLst>
                <a:path w="1981200" h="1143000">
                  <a:moveTo>
                    <a:pt x="990600" y="0"/>
                  </a:moveTo>
                  <a:lnTo>
                    <a:pt x="930253" y="1043"/>
                  </a:lnTo>
                  <a:lnTo>
                    <a:pt x="870862" y="4132"/>
                  </a:lnTo>
                  <a:lnTo>
                    <a:pt x="812532" y="9208"/>
                  </a:lnTo>
                  <a:lnTo>
                    <a:pt x="755365" y="16211"/>
                  </a:lnTo>
                  <a:lnTo>
                    <a:pt x="699466" y="25081"/>
                  </a:lnTo>
                  <a:lnTo>
                    <a:pt x="644938" y="35758"/>
                  </a:lnTo>
                  <a:lnTo>
                    <a:pt x="591884" y="48182"/>
                  </a:lnTo>
                  <a:lnTo>
                    <a:pt x="540409" y="62294"/>
                  </a:lnTo>
                  <a:lnTo>
                    <a:pt x="490615" y="78034"/>
                  </a:lnTo>
                  <a:lnTo>
                    <a:pt x="442606" y="95341"/>
                  </a:lnTo>
                  <a:lnTo>
                    <a:pt x="396486" y="114157"/>
                  </a:lnTo>
                  <a:lnTo>
                    <a:pt x="352359" y="134421"/>
                  </a:lnTo>
                  <a:lnTo>
                    <a:pt x="310328" y="156073"/>
                  </a:lnTo>
                  <a:lnTo>
                    <a:pt x="270497" y="179054"/>
                  </a:lnTo>
                  <a:lnTo>
                    <a:pt x="232969" y="203304"/>
                  </a:lnTo>
                  <a:lnTo>
                    <a:pt x="197848" y="228763"/>
                  </a:lnTo>
                  <a:lnTo>
                    <a:pt x="165237" y="255371"/>
                  </a:lnTo>
                  <a:lnTo>
                    <a:pt x="135240" y="283068"/>
                  </a:lnTo>
                  <a:lnTo>
                    <a:pt x="107962" y="311795"/>
                  </a:lnTo>
                  <a:lnTo>
                    <a:pt x="83504" y="341492"/>
                  </a:lnTo>
                  <a:lnTo>
                    <a:pt x="43467" y="403556"/>
                  </a:lnTo>
                  <a:lnTo>
                    <a:pt x="15959" y="468781"/>
                  </a:lnTo>
                  <a:lnTo>
                    <a:pt x="1807" y="536689"/>
                  </a:lnTo>
                  <a:lnTo>
                    <a:pt x="0" y="571500"/>
                  </a:lnTo>
                  <a:lnTo>
                    <a:pt x="1807" y="606314"/>
                  </a:lnTo>
                  <a:lnTo>
                    <a:pt x="15959" y="674228"/>
                  </a:lnTo>
                  <a:lnTo>
                    <a:pt x="43467" y="739457"/>
                  </a:lnTo>
                  <a:lnTo>
                    <a:pt x="83504" y="801523"/>
                  </a:lnTo>
                  <a:lnTo>
                    <a:pt x="107962" y="831220"/>
                  </a:lnTo>
                  <a:lnTo>
                    <a:pt x="135240" y="859948"/>
                  </a:lnTo>
                  <a:lnTo>
                    <a:pt x="165237" y="887645"/>
                  </a:lnTo>
                  <a:lnTo>
                    <a:pt x="197848" y="914252"/>
                  </a:lnTo>
                  <a:lnTo>
                    <a:pt x="232969" y="939711"/>
                  </a:lnTo>
                  <a:lnTo>
                    <a:pt x="270497" y="963960"/>
                  </a:lnTo>
                  <a:lnTo>
                    <a:pt x="310328" y="986940"/>
                  </a:lnTo>
                  <a:lnTo>
                    <a:pt x="352359" y="1008591"/>
                  </a:lnTo>
                  <a:lnTo>
                    <a:pt x="396486" y="1028853"/>
                  </a:lnTo>
                  <a:lnTo>
                    <a:pt x="442606" y="1047667"/>
                  </a:lnTo>
                  <a:lnTo>
                    <a:pt x="490615" y="1064974"/>
                  </a:lnTo>
                  <a:lnTo>
                    <a:pt x="540409" y="1080712"/>
                  </a:lnTo>
                  <a:lnTo>
                    <a:pt x="591884" y="1094822"/>
                  </a:lnTo>
                  <a:lnTo>
                    <a:pt x="644938" y="1107245"/>
                  </a:lnTo>
                  <a:lnTo>
                    <a:pt x="699466" y="1117921"/>
                  </a:lnTo>
                  <a:lnTo>
                    <a:pt x="755365" y="1126790"/>
                  </a:lnTo>
                  <a:lnTo>
                    <a:pt x="812532" y="1133792"/>
                  </a:lnTo>
                  <a:lnTo>
                    <a:pt x="870862" y="1138867"/>
                  </a:lnTo>
                  <a:lnTo>
                    <a:pt x="930253" y="1141957"/>
                  </a:lnTo>
                  <a:lnTo>
                    <a:pt x="990600" y="1143000"/>
                  </a:lnTo>
                  <a:lnTo>
                    <a:pt x="1050946" y="1141957"/>
                  </a:lnTo>
                  <a:lnTo>
                    <a:pt x="1110337" y="1138867"/>
                  </a:lnTo>
                  <a:lnTo>
                    <a:pt x="1168667" y="1133792"/>
                  </a:lnTo>
                  <a:lnTo>
                    <a:pt x="1225834" y="1126790"/>
                  </a:lnTo>
                  <a:lnTo>
                    <a:pt x="1281733" y="1117921"/>
                  </a:lnTo>
                  <a:lnTo>
                    <a:pt x="1336261" y="1107245"/>
                  </a:lnTo>
                  <a:lnTo>
                    <a:pt x="1389315" y="1094822"/>
                  </a:lnTo>
                  <a:lnTo>
                    <a:pt x="1440790" y="1080712"/>
                  </a:lnTo>
                  <a:lnTo>
                    <a:pt x="1490584" y="1064974"/>
                  </a:lnTo>
                  <a:lnTo>
                    <a:pt x="1538593" y="1047667"/>
                  </a:lnTo>
                  <a:lnTo>
                    <a:pt x="1584713" y="1028853"/>
                  </a:lnTo>
                  <a:lnTo>
                    <a:pt x="1628840" y="1008591"/>
                  </a:lnTo>
                  <a:lnTo>
                    <a:pt x="1670871" y="986940"/>
                  </a:lnTo>
                  <a:lnTo>
                    <a:pt x="1710702" y="963960"/>
                  </a:lnTo>
                  <a:lnTo>
                    <a:pt x="1748230" y="939711"/>
                  </a:lnTo>
                  <a:lnTo>
                    <a:pt x="1783351" y="914252"/>
                  </a:lnTo>
                  <a:lnTo>
                    <a:pt x="1815962" y="887645"/>
                  </a:lnTo>
                  <a:lnTo>
                    <a:pt x="1845959" y="859948"/>
                  </a:lnTo>
                  <a:lnTo>
                    <a:pt x="1873237" y="831220"/>
                  </a:lnTo>
                  <a:lnTo>
                    <a:pt x="1897695" y="801523"/>
                  </a:lnTo>
                  <a:lnTo>
                    <a:pt x="1937732" y="739457"/>
                  </a:lnTo>
                  <a:lnTo>
                    <a:pt x="1965240" y="674228"/>
                  </a:lnTo>
                  <a:lnTo>
                    <a:pt x="1979392" y="606314"/>
                  </a:lnTo>
                  <a:lnTo>
                    <a:pt x="1981199" y="571500"/>
                  </a:lnTo>
                  <a:lnTo>
                    <a:pt x="1979392" y="536689"/>
                  </a:lnTo>
                  <a:lnTo>
                    <a:pt x="1965240" y="468781"/>
                  </a:lnTo>
                  <a:lnTo>
                    <a:pt x="1937732" y="403556"/>
                  </a:lnTo>
                  <a:lnTo>
                    <a:pt x="1897695" y="341492"/>
                  </a:lnTo>
                  <a:lnTo>
                    <a:pt x="1873237" y="311795"/>
                  </a:lnTo>
                  <a:lnTo>
                    <a:pt x="1845959" y="283068"/>
                  </a:lnTo>
                  <a:lnTo>
                    <a:pt x="1815962" y="255371"/>
                  </a:lnTo>
                  <a:lnTo>
                    <a:pt x="1783351" y="228763"/>
                  </a:lnTo>
                  <a:lnTo>
                    <a:pt x="1748230" y="203304"/>
                  </a:lnTo>
                  <a:lnTo>
                    <a:pt x="1710702" y="179054"/>
                  </a:lnTo>
                  <a:lnTo>
                    <a:pt x="1670871" y="156073"/>
                  </a:lnTo>
                  <a:lnTo>
                    <a:pt x="1628840" y="134421"/>
                  </a:lnTo>
                  <a:lnTo>
                    <a:pt x="1584713" y="114157"/>
                  </a:lnTo>
                  <a:lnTo>
                    <a:pt x="1538593" y="95341"/>
                  </a:lnTo>
                  <a:lnTo>
                    <a:pt x="1490584" y="78034"/>
                  </a:lnTo>
                  <a:lnTo>
                    <a:pt x="1440790" y="62294"/>
                  </a:lnTo>
                  <a:lnTo>
                    <a:pt x="1389315" y="48182"/>
                  </a:lnTo>
                  <a:lnTo>
                    <a:pt x="1336261" y="35758"/>
                  </a:lnTo>
                  <a:lnTo>
                    <a:pt x="1281733" y="25081"/>
                  </a:lnTo>
                  <a:lnTo>
                    <a:pt x="1225834" y="16211"/>
                  </a:lnTo>
                  <a:lnTo>
                    <a:pt x="1168667" y="9208"/>
                  </a:lnTo>
                  <a:lnTo>
                    <a:pt x="1110337" y="4132"/>
                  </a:lnTo>
                  <a:lnTo>
                    <a:pt x="1050946" y="1043"/>
                  </a:lnTo>
                  <a:lnTo>
                    <a:pt x="990600" y="0"/>
                  </a:lnTo>
                  <a:close/>
                </a:path>
              </a:pathLst>
            </a:custGeom>
            <a:solidFill>
              <a:srgbClr val="4F81BC"/>
            </a:solidFill>
          </p:spPr>
          <p:txBody>
            <a:bodyPr wrap="square" lIns="0" tIns="0" rIns="0" bIns="0" rtlCol="0"/>
            <a:lstStyle/>
            <a:p>
              <a:endParaRPr/>
            </a:p>
          </p:txBody>
        </p:sp>
        <p:sp>
          <p:nvSpPr>
            <p:cNvPr id="11" name="object 11"/>
            <p:cNvSpPr/>
            <p:nvPr/>
          </p:nvSpPr>
          <p:spPr>
            <a:xfrm>
              <a:off x="5258562" y="4953762"/>
              <a:ext cx="1981200" cy="1143000"/>
            </a:xfrm>
            <a:custGeom>
              <a:avLst/>
              <a:gdLst/>
              <a:ahLst/>
              <a:cxnLst/>
              <a:rect l="l" t="t" r="r" b="b"/>
              <a:pathLst>
                <a:path w="1981200" h="1143000">
                  <a:moveTo>
                    <a:pt x="0" y="571500"/>
                  </a:moveTo>
                  <a:lnTo>
                    <a:pt x="7162" y="502430"/>
                  </a:lnTo>
                  <a:lnTo>
                    <a:pt x="28095" y="435803"/>
                  </a:lnTo>
                  <a:lnTo>
                    <a:pt x="61971" y="372099"/>
                  </a:lnTo>
                  <a:lnTo>
                    <a:pt x="107962" y="311795"/>
                  </a:lnTo>
                  <a:lnTo>
                    <a:pt x="135240" y="283068"/>
                  </a:lnTo>
                  <a:lnTo>
                    <a:pt x="165237" y="255371"/>
                  </a:lnTo>
                  <a:lnTo>
                    <a:pt x="197848" y="228763"/>
                  </a:lnTo>
                  <a:lnTo>
                    <a:pt x="232969" y="203304"/>
                  </a:lnTo>
                  <a:lnTo>
                    <a:pt x="270497" y="179054"/>
                  </a:lnTo>
                  <a:lnTo>
                    <a:pt x="310328" y="156073"/>
                  </a:lnTo>
                  <a:lnTo>
                    <a:pt x="352359" y="134421"/>
                  </a:lnTo>
                  <a:lnTo>
                    <a:pt x="396486" y="114157"/>
                  </a:lnTo>
                  <a:lnTo>
                    <a:pt x="442606" y="95341"/>
                  </a:lnTo>
                  <a:lnTo>
                    <a:pt x="490615" y="78034"/>
                  </a:lnTo>
                  <a:lnTo>
                    <a:pt x="540409" y="62294"/>
                  </a:lnTo>
                  <a:lnTo>
                    <a:pt x="591884" y="48182"/>
                  </a:lnTo>
                  <a:lnTo>
                    <a:pt x="644938" y="35758"/>
                  </a:lnTo>
                  <a:lnTo>
                    <a:pt x="699466" y="25081"/>
                  </a:lnTo>
                  <a:lnTo>
                    <a:pt x="755365" y="16211"/>
                  </a:lnTo>
                  <a:lnTo>
                    <a:pt x="812532" y="9208"/>
                  </a:lnTo>
                  <a:lnTo>
                    <a:pt x="870862" y="4132"/>
                  </a:lnTo>
                  <a:lnTo>
                    <a:pt x="930253" y="1043"/>
                  </a:lnTo>
                  <a:lnTo>
                    <a:pt x="990600" y="0"/>
                  </a:lnTo>
                  <a:lnTo>
                    <a:pt x="1050946" y="1043"/>
                  </a:lnTo>
                  <a:lnTo>
                    <a:pt x="1110337" y="4132"/>
                  </a:lnTo>
                  <a:lnTo>
                    <a:pt x="1168667" y="9208"/>
                  </a:lnTo>
                  <a:lnTo>
                    <a:pt x="1225834" y="16211"/>
                  </a:lnTo>
                  <a:lnTo>
                    <a:pt x="1281733" y="25081"/>
                  </a:lnTo>
                  <a:lnTo>
                    <a:pt x="1336261" y="35758"/>
                  </a:lnTo>
                  <a:lnTo>
                    <a:pt x="1389315" y="48182"/>
                  </a:lnTo>
                  <a:lnTo>
                    <a:pt x="1440790" y="62294"/>
                  </a:lnTo>
                  <a:lnTo>
                    <a:pt x="1490584" y="78034"/>
                  </a:lnTo>
                  <a:lnTo>
                    <a:pt x="1538593" y="95341"/>
                  </a:lnTo>
                  <a:lnTo>
                    <a:pt x="1584713" y="114157"/>
                  </a:lnTo>
                  <a:lnTo>
                    <a:pt x="1628840" y="134421"/>
                  </a:lnTo>
                  <a:lnTo>
                    <a:pt x="1670871" y="156073"/>
                  </a:lnTo>
                  <a:lnTo>
                    <a:pt x="1710702" y="179054"/>
                  </a:lnTo>
                  <a:lnTo>
                    <a:pt x="1748230" y="203304"/>
                  </a:lnTo>
                  <a:lnTo>
                    <a:pt x="1783351" y="228763"/>
                  </a:lnTo>
                  <a:lnTo>
                    <a:pt x="1815962" y="255371"/>
                  </a:lnTo>
                  <a:lnTo>
                    <a:pt x="1845959" y="283068"/>
                  </a:lnTo>
                  <a:lnTo>
                    <a:pt x="1873237" y="311795"/>
                  </a:lnTo>
                  <a:lnTo>
                    <a:pt x="1897695" y="341492"/>
                  </a:lnTo>
                  <a:lnTo>
                    <a:pt x="1937732" y="403556"/>
                  </a:lnTo>
                  <a:lnTo>
                    <a:pt x="1965240" y="468781"/>
                  </a:lnTo>
                  <a:lnTo>
                    <a:pt x="1979392" y="536689"/>
                  </a:lnTo>
                  <a:lnTo>
                    <a:pt x="1981199" y="571500"/>
                  </a:lnTo>
                  <a:lnTo>
                    <a:pt x="1979392" y="606314"/>
                  </a:lnTo>
                  <a:lnTo>
                    <a:pt x="1965240" y="674228"/>
                  </a:lnTo>
                  <a:lnTo>
                    <a:pt x="1937732" y="739457"/>
                  </a:lnTo>
                  <a:lnTo>
                    <a:pt x="1897695" y="801523"/>
                  </a:lnTo>
                  <a:lnTo>
                    <a:pt x="1873237" y="831220"/>
                  </a:lnTo>
                  <a:lnTo>
                    <a:pt x="1845959" y="859948"/>
                  </a:lnTo>
                  <a:lnTo>
                    <a:pt x="1815962" y="887645"/>
                  </a:lnTo>
                  <a:lnTo>
                    <a:pt x="1783351" y="914252"/>
                  </a:lnTo>
                  <a:lnTo>
                    <a:pt x="1748230" y="939711"/>
                  </a:lnTo>
                  <a:lnTo>
                    <a:pt x="1710702" y="963960"/>
                  </a:lnTo>
                  <a:lnTo>
                    <a:pt x="1670871" y="986940"/>
                  </a:lnTo>
                  <a:lnTo>
                    <a:pt x="1628840" y="1008591"/>
                  </a:lnTo>
                  <a:lnTo>
                    <a:pt x="1584713" y="1028853"/>
                  </a:lnTo>
                  <a:lnTo>
                    <a:pt x="1538593" y="1047667"/>
                  </a:lnTo>
                  <a:lnTo>
                    <a:pt x="1490584" y="1064974"/>
                  </a:lnTo>
                  <a:lnTo>
                    <a:pt x="1440790" y="1080712"/>
                  </a:lnTo>
                  <a:lnTo>
                    <a:pt x="1389315" y="1094822"/>
                  </a:lnTo>
                  <a:lnTo>
                    <a:pt x="1336261" y="1107245"/>
                  </a:lnTo>
                  <a:lnTo>
                    <a:pt x="1281733" y="1117921"/>
                  </a:lnTo>
                  <a:lnTo>
                    <a:pt x="1225834" y="1126790"/>
                  </a:lnTo>
                  <a:lnTo>
                    <a:pt x="1168667" y="1133792"/>
                  </a:lnTo>
                  <a:lnTo>
                    <a:pt x="1110337" y="1138867"/>
                  </a:lnTo>
                  <a:lnTo>
                    <a:pt x="1050946" y="1141957"/>
                  </a:lnTo>
                  <a:lnTo>
                    <a:pt x="990600" y="1143000"/>
                  </a:lnTo>
                  <a:lnTo>
                    <a:pt x="930253" y="1141957"/>
                  </a:lnTo>
                  <a:lnTo>
                    <a:pt x="870862" y="1138867"/>
                  </a:lnTo>
                  <a:lnTo>
                    <a:pt x="812532" y="1133792"/>
                  </a:lnTo>
                  <a:lnTo>
                    <a:pt x="755365" y="1126790"/>
                  </a:lnTo>
                  <a:lnTo>
                    <a:pt x="699466" y="1117921"/>
                  </a:lnTo>
                  <a:lnTo>
                    <a:pt x="644938" y="1107245"/>
                  </a:lnTo>
                  <a:lnTo>
                    <a:pt x="591884" y="1094822"/>
                  </a:lnTo>
                  <a:lnTo>
                    <a:pt x="540409" y="1080712"/>
                  </a:lnTo>
                  <a:lnTo>
                    <a:pt x="490615" y="1064974"/>
                  </a:lnTo>
                  <a:lnTo>
                    <a:pt x="442606" y="1047667"/>
                  </a:lnTo>
                  <a:lnTo>
                    <a:pt x="396486" y="1028853"/>
                  </a:lnTo>
                  <a:lnTo>
                    <a:pt x="352359" y="1008591"/>
                  </a:lnTo>
                  <a:lnTo>
                    <a:pt x="310328" y="986940"/>
                  </a:lnTo>
                  <a:lnTo>
                    <a:pt x="270497" y="963960"/>
                  </a:lnTo>
                  <a:lnTo>
                    <a:pt x="232969" y="939711"/>
                  </a:lnTo>
                  <a:lnTo>
                    <a:pt x="197848" y="914252"/>
                  </a:lnTo>
                  <a:lnTo>
                    <a:pt x="165237" y="887645"/>
                  </a:lnTo>
                  <a:lnTo>
                    <a:pt x="135240" y="859948"/>
                  </a:lnTo>
                  <a:lnTo>
                    <a:pt x="107962" y="831220"/>
                  </a:lnTo>
                  <a:lnTo>
                    <a:pt x="83504" y="801523"/>
                  </a:lnTo>
                  <a:lnTo>
                    <a:pt x="43467" y="739457"/>
                  </a:lnTo>
                  <a:lnTo>
                    <a:pt x="15959" y="674228"/>
                  </a:lnTo>
                  <a:lnTo>
                    <a:pt x="1807" y="606314"/>
                  </a:lnTo>
                  <a:lnTo>
                    <a:pt x="0" y="571500"/>
                  </a:lnTo>
                  <a:close/>
                </a:path>
              </a:pathLst>
            </a:custGeom>
            <a:ln w="25908">
              <a:solidFill>
                <a:srgbClr val="385D89"/>
              </a:solidFill>
            </a:ln>
          </p:spPr>
          <p:txBody>
            <a:bodyPr wrap="square" lIns="0" tIns="0" rIns="0" bIns="0" rtlCol="0"/>
            <a:lstStyle/>
            <a:p>
              <a:endParaRPr/>
            </a:p>
          </p:txBody>
        </p:sp>
      </p:grpSp>
      <p:sp>
        <p:nvSpPr>
          <p:cNvPr id="12" name="object 12"/>
          <p:cNvSpPr txBox="1"/>
          <p:nvPr/>
        </p:nvSpPr>
        <p:spPr>
          <a:xfrm>
            <a:off x="6129273" y="5243271"/>
            <a:ext cx="241300" cy="513715"/>
          </a:xfrm>
          <a:prstGeom prst="rect">
            <a:avLst/>
          </a:prstGeom>
        </p:spPr>
        <p:txBody>
          <a:bodyPr vert="horz" wrap="square" lIns="0" tIns="12700" rIns="0" bIns="0" rtlCol="0">
            <a:spAutoFit/>
          </a:bodyPr>
          <a:lstStyle/>
          <a:p>
            <a:pPr marL="12700">
              <a:lnSpc>
                <a:spcPct val="100000"/>
              </a:lnSpc>
              <a:spcBef>
                <a:spcPts val="100"/>
              </a:spcBef>
            </a:pPr>
            <a:r>
              <a:rPr sz="3200" b="1" spc="-50" dirty="0">
                <a:solidFill>
                  <a:srgbClr val="FFFFFF"/>
                </a:solidFill>
                <a:latin typeface="Calibri"/>
                <a:cs typeface="Calibri"/>
              </a:rPr>
              <a:t>C</a:t>
            </a:r>
            <a:endParaRPr sz="3200">
              <a:latin typeface="Calibri"/>
              <a:cs typeface="Calibri"/>
            </a:endParaRPr>
          </a:p>
        </p:txBody>
      </p:sp>
      <p:grpSp>
        <p:nvGrpSpPr>
          <p:cNvPr id="13" name="object 13"/>
          <p:cNvGrpSpPr/>
          <p:nvPr/>
        </p:nvGrpSpPr>
        <p:grpSpPr>
          <a:xfrm>
            <a:off x="6388608" y="5093208"/>
            <a:ext cx="711835" cy="864235"/>
            <a:chOff x="6388608" y="5093208"/>
            <a:chExt cx="711835" cy="864235"/>
          </a:xfrm>
        </p:grpSpPr>
        <p:sp>
          <p:nvSpPr>
            <p:cNvPr id="14" name="object 14"/>
            <p:cNvSpPr/>
            <p:nvPr/>
          </p:nvSpPr>
          <p:spPr>
            <a:xfrm>
              <a:off x="6401562" y="5106162"/>
              <a:ext cx="685800" cy="838200"/>
            </a:xfrm>
            <a:custGeom>
              <a:avLst/>
              <a:gdLst/>
              <a:ahLst/>
              <a:cxnLst/>
              <a:rect l="l" t="t" r="r" b="b"/>
              <a:pathLst>
                <a:path w="685800" h="838200">
                  <a:moveTo>
                    <a:pt x="342899" y="0"/>
                  </a:moveTo>
                  <a:lnTo>
                    <a:pt x="299891" y="3264"/>
                  </a:lnTo>
                  <a:lnTo>
                    <a:pt x="258476" y="12796"/>
                  </a:lnTo>
                  <a:lnTo>
                    <a:pt x="218975" y="28203"/>
                  </a:lnTo>
                  <a:lnTo>
                    <a:pt x="181710" y="49092"/>
                  </a:lnTo>
                  <a:lnTo>
                    <a:pt x="147003" y="75072"/>
                  </a:lnTo>
                  <a:lnTo>
                    <a:pt x="115175" y="105751"/>
                  </a:lnTo>
                  <a:lnTo>
                    <a:pt x="86547" y="140735"/>
                  </a:lnTo>
                  <a:lnTo>
                    <a:pt x="61442" y="179633"/>
                  </a:lnTo>
                  <a:lnTo>
                    <a:pt x="40180" y="222053"/>
                  </a:lnTo>
                  <a:lnTo>
                    <a:pt x="23083" y="267601"/>
                  </a:lnTo>
                  <a:lnTo>
                    <a:pt x="10473" y="315887"/>
                  </a:lnTo>
                  <a:lnTo>
                    <a:pt x="2672" y="366517"/>
                  </a:lnTo>
                  <a:lnTo>
                    <a:pt x="0" y="419100"/>
                  </a:lnTo>
                  <a:lnTo>
                    <a:pt x="2672" y="471670"/>
                  </a:lnTo>
                  <a:lnTo>
                    <a:pt x="10473" y="522291"/>
                  </a:lnTo>
                  <a:lnTo>
                    <a:pt x="23083" y="570572"/>
                  </a:lnTo>
                  <a:lnTo>
                    <a:pt x="40180" y="616118"/>
                  </a:lnTo>
                  <a:lnTo>
                    <a:pt x="61442" y="658538"/>
                  </a:lnTo>
                  <a:lnTo>
                    <a:pt x="86547" y="697438"/>
                  </a:lnTo>
                  <a:lnTo>
                    <a:pt x="115175" y="732426"/>
                  </a:lnTo>
                  <a:lnTo>
                    <a:pt x="147003" y="763109"/>
                  </a:lnTo>
                  <a:lnTo>
                    <a:pt x="181710" y="789094"/>
                  </a:lnTo>
                  <a:lnTo>
                    <a:pt x="218975" y="809989"/>
                  </a:lnTo>
                  <a:lnTo>
                    <a:pt x="258476" y="825399"/>
                  </a:lnTo>
                  <a:lnTo>
                    <a:pt x="299891" y="834934"/>
                  </a:lnTo>
                  <a:lnTo>
                    <a:pt x="342899" y="838200"/>
                  </a:lnTo>
                  <a:lnTo>
                    <a:pt x="385908" y="834934"/>
                  </a:lnTo>
                  <a:lnTo>
                    <a:pt x="427323" y="825399"/>
                  </a:lnTo>
                  <a:lnTo>
                    <a:pt x="466824" y="809989"/>
                  </a:lnTo>
                  <a:lnTo>
                    <a:pt x="504089" y="789094"/>
                  </a:lnTo>
                  <a:lnTo>
                    <a:pt x="538796" y="763109"/>
                  </a:lnTo>
                  <a:lnTo>
                    <a:pt x="570624" y="732426"/>
                  </a:lnTo>
                  <a:lnTo>
                    <a:pt x="599252" y="697438"/>
                  </a:lnTo>
                  <a:lnTo>
                    <a:pt x="624357" y="658538"/>
                  </a:lnTo>
                  <a:lnTo>
                    <a:pt x="645619" y="616118"/>
                  </a:lnTo>
                  <a:lnTo>
                    <a:pt x="662716" y="570572"/>
                  </a:lnTo>
                  <a:lnTo>
                    <a:pt x="675326" y="522291"/>
                  </a:lnTo>
                  <a:lnTo>
                    <a:pt x="683127" y="471670"/>
                  </a:lnTo>
                  <a:lnTo>
                    <a:pt x="685799" y="419100"/>
                  </a:lnTo>
                  <a:lnTo>
                    <a:pt x="683127" y="366517"/>
                  </a:lnTo>
                  <a:lnTo>
                    <a:pt x="675326" y="315887"/>
                  </a:lnTo>
                  <a:lnTo>
                    <a:pt x="662716" y="267601"/>
                  </a:lnTo>
                  <a:lnTo>
                    <a:pt x="645619" y="222053"/>
                  </a:lnTo>
                  <a:lnTo>
                    <a:pt x="624357" y="179633"/>
                  </a:lnTo>
                  <a:lnTo>
                    <a:pt x="599252" y="140735"/>
                  </a:lnTo>
                  <a:lnTo>
                    <a:pt x="570624" y="105751"/>
                  </a:lnTo>
                  <a:lnTo>
                    <a:pt x="538796" y="75072"/>
                  </a:lnTo>
                  <a:lnTo>
                    <a:pt x="504089" y="49092"/>
                  </a:lnTo>
                  <a:lnTo>
                    <a:pt x="466824" y="28203"/>
                  </a:lnTo>
                  <a:lnTo>
                    <a:pt x="427323" y="12796"/>
                  </a:lnTo>
                  <a:lnTo>
                    <a:pt x="385908" y="3264"/>
                  </a:lnTo>
                  <a:lnTo>
                    <a:pt x="342899" y="0"/>
                  </a:lnTo>
                  <a:close/>
                </a:path>
              </a:pathLst>
            </a:custGeom>
            <a:solidFill>
              <a:srgbClr val="FFC000"/>
            </a:solidFill>
          </p:spPr>
          <p:txBody>
            <a:bodyPr wrap="square" lIns="0" tIns="0" rIns="0" bIns="0" rtlCol="0"/>
            <a:lstStyle/>
            <a:p>
              <a:endParaRPr/>
            </a:p>
          </p:txBody>
        </p:sp>
        <p:sp>
          <p:nvSpPr>
            <p:cNvPr id="15" name="object 15"/>
            <p:cNvSpPr/>
            <p:nvPr/>
          </p:nvSpPr>
          <p:spPr>
            <a:xfrm>
              <a:off x="6401562" y="5106162"/>
              <a:ext cx="685800" cy="838200"/>
            </a:xfrm>
            <a:custGeom>
              <a:avLst/>
              <a:gdLst/>
              <a:ahLst/>
              <a:cxnLst/>
              <a:rect l="l" t="t" r="r" b="b"/>
              <a:pathLst>
                <a:path w="685800" h="838200">
                  <a:moveTo>
                    <a:pt x="0" y="419100"/>
                  </a:moveTo>
                  <a:lnTo>
                    <a:pt x="2672" y="366517"/>
                  </a:lnTo>
                  <a:lnTo>
                    <a:pt x="10473" y="315887"/>
                  </a:lnTo>
                  <a:lnTo>
                    <a:pt x="23083" y="267601"/>
                  </a:lnTo>
                  <a:lnTo>
                    <a:pt x="40180" y="222053"/>
                  </a:lnTo>
                  <a:lnTo>
                    <a:pt x="61442" y="179633"/>
                  </a:lnTo>
                  <a:lnTo>
                    <a:pt x="86547" y="140735"/>
                  </a:lnTo>
                  <a:lnTo>
                    <a:pt x="115175" y="105751"/>
                  </a:lnTo>
                  <a:lnTo>
                    <a:pt x="147003" y="75072"/>
                  </a:lnTo>
                  <a:lnTo>
                    <a:pt x="181710" y="49092"/>
                  </a:lnTo>
                  <a:lnTo>
                    <a:pt x="218975" y="28203"/>
                  </a:lnTo>
                  <a:lnTo>
                    <a:pt x="258476" y="12796"/>
                  </a:lnTo>
                  <a:lnTo>
                    <a:pt x="299891" y="3264"/>
                  </a:lnTo>
                  <a:lnTo>
                    <a:pt x="342899" y="0"/>
                  </a:lnTo>
                  <a:lnTo>
                    <a:pt x="385908" y="3264"/>
                  </a:lnTo>
                  <a:lnTo>
                    <a:pt x="427323" y="12796"/>
                  </a:lnTo>
                  <a:lnTo>
                    <a:pt x="466824" y="28203"/>
                  </a:lnTo>
                  <a:lnTo>
                    <a:pt x="504089" y="49092"/>
                  </a:lnTo>
                  <a:lnTo>
                    <a:pt x="538796" y="75072"/>
                  </a:lnTo>
                  <a:lnTo>
                    <a:pt x="570624" y="105751"/>
                  </a:lnTo>
                  <a:lnTo>
                    <a:pt x="599252" y="140735"/>
                  </a:lnTo>
                  <a:lnTo>
                    <a:pt x="624357" y="179633"/>
                  </a:lnTo>
                  <a:lnTo>
                    <a:pt x="645619" y="222053"/>
                  </a:lnTo>
                  <a:lnTo>
                    <a:pt x="662716" y="267601"/>
                  </a:lnTo>
                  <a:lnTo>
                    <a:pt x="675326" y="315887"/>
                  </a:lnTo>
                  <a:lnTo>
                    <a:pt x="683127" y="366517"/>
                  </a:lnTo>
                  <a:lnTo>
                    <a:pt x="685799" y="419100"/>
                  </a:lnTo>
                  <a:lnTo>
                    <a:pt x="683127" y="471670"/>
                  </a:lnTo>
                  <a:lnTo>
                    <a:pt x="675326" y="522291"/>
                  </a:lnTo>
                  <a:lnTo>
                    <a:pt x="662716" y="570572"/>
                  </a:lnTo>
                  <a:lnTo>
                    <a:pt x="645619" y="616118"/>
                  </a:lnTo>
                  <a:lnTo>
                    <a:pt x="624357" y="658538"/>
                  </a:lnTo>
                  <a:lnTo>
                    <a:pt x="599252" y="697438"/>
                  </a:lnTo>
                  <a:lnTo>
                    <a:pt x="570624" y="732426"/>
                  </a:lnTo>
                  <a:lnTo>
                    <a:pt x="538796" y="763109"/>
                  </a:lnTo>
                  <a:lnTo>
                    <a:pt x="504089" y="789094"/>
                  </a:lnTo>
                  <a:lnTo>
                    <a:pt x="466824" y="809989"/>
                  </a:lnTo>
                  <a:lnTo>
                    <a:pt x="427323" y="825399"/>
                  </a:lnTo>
                  <a:lnTo>
                    <a:pt x="385908" y="834934"/>
                  </a:lnTo>
                  <a:lnTo>
                    <a:pt x="342899" y="838200"/>
                  </a:lnTo>
                  <a:lnTo>
                    <a:pt x="299891" y="834934"/>
                  </a:lnTo>
                  <a:lnTo>
                    <a:pt x="258476" y="825399"/>
                  </a:lnTo>
                  <a:lnTo>
                    <a:pt x="218975" y="809989"/>
                  </a:lnTo>
                  <a:lnTo>
                    <a:pt x="181710" y="789094"/>
                  </a:lnTo>
                  <a:lnTo>
                    <a:pt x="147003" y="763109"/>
                  </a:lnTo>
                  <a:lnTo>
                    <a:pt x="115175" y="732426"/>
                  </a:lnTo>
                  <a:lnTo>
                    <a:pt x="86547" y="697438"/>
                  </a:lnTo>
                  <a:lnTo>
                    <a:pt x="61442" y="658538"/>
                  </a:lnTo>
                  <a:lnTo>
                    <a:pt x="40180" y="616118"/>
                  </a:lnTo>
                  <a:lnTo>
                    <a:pt x="23083" y="570572"/>
                  </a:lnTo>
                  <a:lnTo>
                    <a:pt x="10473" y="522291"/>
                  </a:lnTo>
                  <a:lnTo>
                    <a:pt x="2672" y="471670"/>
                  </a:lnTo>
                  <a:lnTo>
                    <a:pt x="0" y="419100"/>
                  </a:lnTo>
                  <a:close/>
                </a:path>
              </a:pathLst>
            </a:custGeom>
            <a:ln w="25907">
              <a:solidFill>
                <a:srgbClr val="385D89"/>
              </a:solidFill>
            </a:ln>
          </p:spPr>
          <p:txBody>
            <a:bodyPr wrap="square" lIns="0" tIns="0" rIns="0" bIns="0" rtlCol="0"/>
            <a:lstStyle/>
            <a:p>
              <a:endParaRPr/>
            </a:p>
          </p:txBody>
        </p:sp>
      </p:grpSp>
      <p:sp>
        <p:nvSpPr>
          <p:cNvPr id="16" name="object 16"/>
          <p:cNvSpPr txBox="1"/>
          <p:nvPr/>
        </p:nvSpPr>
        <p:spPr>
          <a:xfrm>
            <a:off x="6645402" y="5276799"/>
            <a:ext cx="199390" cy="452120"/>
          </a:xfrm>
          <a:prstGeom prst="rect">
            <a:avLst/>
          </a:prstGeom>
        </p:spPr>
        <p:txBody>
          <a:bodyPr vert="horz" wrap="square" lIns="0" tIns="12065" rIns="0" bIns="0" rtlCol="0">
            <a:spAutoFit/>
          </a:bodyPr>
          <a:lstStyle/>
          <a:p>
            <a:pPr marL="12700">
              <a:lnSpc>
                <a:spcPct val="100000"/>
              </a:lnSpc>
              <a:spcBef>
                <a:spcPts val="95"/>
              </a:spcBef>
            </a:pPr>
            <a:r>
              <a:rPr sz="2800" spc="-50" dirty="0">
                <a:latin typeface="Calibri"/>
                <a:cs typeface="Calibri"/>
              </a:rPr>
              <a:t>E</a:t>
            </a:r>
            <a:endParaRPr sz="2800">
              <a:latin typeface="Calibri"/>
              <a:cs typeface="Calibri"/>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241503"/>
            <a:ext cx="8119109" cy="5705475"/>
          </a:xfrm>
          <a:prstGeom prst="rect">
            <a:avLst/>
          </a:prstGeom>
        </p:spPr>
        <p:txBody>
          <a:bodyPr vert="horz" wrap="square" lIns="0" tIns="92710" rIns="0" bIns="0" rtlCol="0">
            <a:spAutoFit/>
          </a:bodyPr>
          <a:lstStyle/>
          <a:p>
            <a:pPr marL="12700" marR="5080">
              <a:lnSpc>
                <a:spcPts val="2590"/>
              </a:lnSpc>
              <a:spcBef>
                <a:spcPts val="730"/>
              </a:spcBef>
              <a:tabLst>
                <a:tab pos="871855" algn="l"/>
              </a:tabLst>
            </a:pPr>
            <a:r>
              <a:rPr sz="2700" b="1" spc="-10" dirty="0">
                <a:latin typeface="Calibri"/>
                <a:cs typeface="Calibri"/>
              </a:rPr>
              <a:t>2.1.2</a:t>
            </a:r>
            <a:r>
              <a:rPr sz="2700" b="1" dirty="0">
                <a:latin typeface="Calibri"/>
                <a:cs typeface="Calibri"/>
              </a:rPr>
              <a:t>	Định</a:t>
            </a:r>
            <a:r>
              <a:rPr sz="2700" b="1" spc="-40" dirty="0">
                <a:latin typeface="Calibri"/>
                <a:cs typeface="Calibri"/>
              </a:rPr>
              <a:t> </a:t>
            </a:r>
            <a:r>
              <a:rPr sz="2700" b="1" dirty="0">
                <a:latin typeface="Calibri"/>
                <a:cs typeface="Calibri"/>
              </a:rPr>
              <a:t>lý:</a:t>
            </a:r>
            <a:r>
              <a:rPr sz="2700" b="1" spc="-25" dirty="0">
                <a:latin typeface="Calibri"/>
                <a:cs typeface="Calibri"/>
              </a:rPr>
              <a:t> </a:t>
            </a:r>
            <a:r>
              <a:rPr sz="2700" dirty="0">
                <a:latin typeface="Calibri"/>
                <a:cs typeface="Calibri"/>
              </a:rPr>
              <a:t>Cho</a:t>
            </a:r>
            <a:r>
              <a:rPr sz="2700" spc="-20" dirty="0">
                <a:latin typeface="Calibri"/>
                <a:cs typeface="Calibri"/>
              </a:rPr>
              <a:t> </a:t>
            </a:r>
            <a:r>
              <a:rPr sz="2700" dirty="0">
                <a:latin typeface="Calibri"/>
                <a:cs typeface="Calibri"/>
              </a:rPr>
              <a:t>tập</a:t>
            </a:r>
            <a:r>
              <a:rPr sz="2700" spc="-25" dirty="0">
                <a:latin typeface="Calibri"/>
                <a:cs typeface="Calibri"/>
              </a:rPr>
              <a:t> </a:t>
            </a:r>
            <a:r>
              <a:rPr sz="2700" dirty="0">
                <a:latin typeface="Calibri"/>
                <a:cs typeface="Calibri"/>
              </a:rPr>
              <a:t>A,</a:t>
            </a:r>
            <a:r>
              <a:rPr sz="2700" spc="-25" dirty="0">
                <a:latin typeface="Calibri"/>
                <a:cs typeface="Calibri"/>
              </a:rPr>
              <a:t> </a:t>
            </a:r>
            <a:r>
              <a:rPr sz="2700" dirty="0">
                <a:latin typeface="Calibri"/>
                <a:cs typeface="Calibri"/>
              </a:rPr>
              <a:t>B,</a:t>
            </a:r>
            <a:r>
              <a:rPr sz="2700" spc="-20" dirty="0">
                <a:latin typeface="Calibri"/>
                <a:cs typeface="Calibri"/>
              </a:rPr>
              <a:t> </a:t>
            </a:r>
            <a:r>
              <a:rPr sz="2700" dirty="0">
                <a:latin typeface="Calibri"/>
                <a:cs typeface="Calibri"/>
              </a:rPr>
              <a:t>C</a:t>
            </a:r>
            <a:r>
              <a:rPr sz="2700" spc="-25" dirty="0">
                <a:latin typeface="Calibri"/>
                <a:cs typeface="Calibri"/>
              </a:rPr>
              <a:t> </a:t>
            </a:r>
            <a:r>
              <a:rPr sz="2700" dirty="0">
                <a:latin typeface="Calibri"/>
                <a:cs typeface="Calibri"/>
              </a:rPr>
              <a:t>là</a:t>
            </a:r>
            <a:r>
              <a:rPr sz="2700" spc="-20" dirty="0">
                <a:latin typeface="Calibri"/>
                <a:cs typeface="Calibri"/>
              </a:rPr>
              <a:t> </a:t>
            </a:r>
            <a:r>
              <a:rPr sz="2700" dirty="0">
                <a:latin typeface="Calibri"/>
                <a:cs typeface="Calibri"/>
              </a:rPr>
              <a:t>các</a:t>
            </a:r>
            <a:r>
              <a:rPr sz="2700" spc="-25" dirty="0">
                <a:latin typeface="Calibri"/>
                <a:cs typeface="Calibri"/>
              </a:rPr>
              <a:t> </a:t>
            </a:r>
            <a:r>
              <a:rPr sz="2700" dirty="0">
                <a:latin typeface="Calibri"/>
                <a:cs typeface="Calibri"/>
              </a:rPr>
              <a:t>tập</a:t>
            </a:r>
            <a:r>
              <a:rPr sz="2700" spc="-25" dirty="0">
                <a:latin typeface="Calibri"/>
                <a:cs typeface="Calibri"/>
              </a:rPr>
              <a:t> </a:t>
            </a:r>
            <a:r>
              <a:rPr sz="2700" dirty="0">
                <a:latin typeface="Calibri"/>
                <a:cs typeface="Calibri"/>
              </a:rPr>
              <a:t>con</a:t>
            </a:r>
            <a:r>
              <a:rPr sz="2700" spc="-25" dirty="0">
                <a:latin typeface="Calibri"/>
                <a:cs typeface="Calibri"/>
              </a:rPr>
              <a:t> </a:t>
            </a:r>
            <a:r>
              <a:rPr sz="2700" dirty="0">
                <a:latin typeface="Calibri"/>
                <a:cs typeface="Calibri"/>
              </a:rPr>
              <a:t>tùy</a:t>
            </a:r>
            <a:r>
              <a:rPr sz="2700" spc="-20" dirty="0">
                <a:latin typeface="Calibri"/>
                <a:cs typeface="Calibri"/>
              </a:rPr>
              <a:t> </a:t>
            </a:r>
            <a:r>
              <a:rPr sz="2700" dirty="0">
                <a:latin typeface="Calibri"/>
                <a:cs typeface="Calibri"/>
              </a:rPr>
              <a:t>ý</a:t>
            </a:r>
            <a:r>
              <a:rPr sz="2700" spc="-20" dirty="0">
                <a:latin typeface="Calibri"/>
                <a:cs typeface="Calibri"/>
              </a:rPr>
              <a:t> </a:t>
            </a:r>
            <a:r>
              <a:rPr sz="2700" dirty="0">
                <a:latin typeface="Calibri"/>
                <a:cs typeface="Calibri"/>
              </a:rPr>
              <a:t>của</a:t>
            </a:r>
            <a:r>
              <a:rPr sz="2700" spc="-30" dirty="0">
                <a:latin typeface="Calibri"/>
                <a:cs typeface="Calibri"/>
              </a:rPr>
              <a:t> </a:t>
            </a:r>
            <a:r>
              <a:rPr sz="2700" dirty="0">
                <a:latin typeface="Calibri"/>
                <a:cs typeface="Calibri"/>
              </a:rPr>
              <a:t>U,</a:t>
            </a:r>
            <a:r>
              <a:rPr sz="2700" spc="-15" dirty="0">
                <a:latin typeface="Calibri"/>
                <a:cs typeface="Calibri"/>
              </a:rPr>
              <a:t> </a:t>
            </a:r>
            <a:r>
              <a:rPr sz="2700" spc="-25" dirty="0">
                <a:latin typeface="Calibri"/>
                <a:cs typeface="Calibri"/>
              </a:rPr>
              <a:t>ta </a:t>
            </a:r>
            <a:r>
              <a:rPr sz="2700" dirty="0">
                <a:latin typeface="Calibri"/>
                <a:cs typeface="Calibri"/>
              </a:rPr>
              <a:t>có</a:t>
            </a:r>
            <a:r>
              <a:rPr sz="2700" spc="-50" dirty="0">
                <a:latin typeface="Calibri"/>
                <a:cs typeface="Calibri"/>
              </a:rPr>
              <a:t> :</a:t>
            </a:r>
            <a:endParaRPr sz="2700">
              <a:latin typeface="Calibri"/>
              <a:cs typeface="Calibri"/>
            </a:endParaRPr>
          </a:p>
          <a:p>
            <a:pPr marL="280670" indent="-267970">
              <a:lnSpc>
                <a:spcPct val="100000"/>
              </a:lnSpc>
              <a:spcBef>
                <a:spcPts val="25"/>
              </a:spcBef>
              <a:buFont typeface="Calibri"/>
              <a:buAutoNum type="romanLcParenR"/>
              <a:tabLst>
                <a:tab pos="280670" algn="l"/>
              </a:tabLst>
            </a:pPr>
            <a:r>
              <a:rPr sz="2700" dirty="0">
                <a:latin typeface="Calibri"/>
                <a:cs typeface="Calibri"/>
              </a:rPr>
              <a:t>Giao</a:t>
            </a:r>
            <a:r>
              <a:rPr sz="2700" spc="-10" dirty="0">
                <a:latin typeface="Calibri"/>
                <a:cs typeface="Calibri"/>
              </a:rPr>
              <a:t> </a:t>
            </a:r>
            <a:r>
              <a:rPr sz="2700" dirty="0">
                <a:latin typeface="Calibri"/>
                <a:cs typeface="Calibri"/>
              </a:rPr>
              <a:t>hoán</a:t>
            </a:r>
            <a:r>
              <a:rPr sz="2700" spc="-25" dirty="0">
                <a:latin typeface="Calibri"/>
                <a:cs typeface="Calibri"/>
              </a:rPr>
              <a:t> </a:t>
            </a:r>
            <a:r>
              <a:rPr sz="2700" spc="-50" dirty="0">
                <a:latin typeface="Calibri"/>
                <a:cs typeface="Calibri"/>
              </a:rPr>
              <a:t>:</a:t>
            </a:r>
            <a:endParaRPr sz="2700">
              <a:latin typeface="Calibri"/>
              <a:cs typeface="Calibri"/>
            </a:endParaRPr>
          </a:p>
          <a:p>
            <a:pPr marL="2346325" marR="3829685">
              <a:lnSpc>
                <a:spcPct val="100000"/>
              </a:lnSpc>
            </a:pPr>
            <a:r>
              <a:rPr sz="2700" dirty="0">
                <a:latin typeface="Calibri"/>
                <a:cs typeface="Calibri"/>
              </a:rPr>
              <a:t>A</a:t>
            </a:r>
            <a:r>
              <a:rPr sz="2700" spc="-5" dirty="0">
                <a:latin typeface="Calibri"/>
                <a:cs typeface="Calibri"/>
              </a:rPr>
              <a:t> </a:t>
            </a:r>
            <a:r>
              <a:rPr sz="2700" dirty="0">
                <a:latin typeface="Symbol"/>
                <a:cs typeface="Symbol"/>
              </a:rPr>
              <a:t></a:t>
            </a:r>
            <a:r>
              <a:rPr sz="2700" spc="-85" dirty="0">
                <a:latin typeface="Times New Roman"/>
                <a:cs typeface="Times New Roman"/>
              </a:rPr>
              <a:t> </a:t>
            </a:r>
            <a:r>
              <a:rPr sz="2700" dirty="0">
                <a:latin typeface="Calibri"/>
                <a:cs typeface="Calibri"/>
              </a:rPr>
              <a:t>B</a:t>
            </a:r>
            <a:r>
              <a:rPr sz="2700" spc="-15" dirty="0">
                <a:latin typeface="Calibri"/>
                <a:cs typeface="Calibri"/>
              </a:rPr>
              <a:t> </a:t>
            </a:r>
            <a:r>
              <a:rPr sz="2700" dirty="0">
                <a:latin typeface="Calibri"/>
                <a:cs typeface="Calibri"/>
              </a:rPr>
              <a:t>=</a:t>
            </a:r>
            <a:r>
              <a:rPr sz="2700" spc="-5" dirty="0">
                <a:latin typeface="Calibri"/>
                <a:cs typeface="Calibri"/>
              </a:rPr>
              <a:t> </a:t>
            </a:r>
            <a:r>
              <a:rPr sz="2700" dirty="0">
                <a:latin typeface="Calibri"/>
                <a:cs typeface="Calibri"/>
              </a:rPr>
              <a:t>B</a:t>
            </a:r>
            <a:r>
              <a:rPr sz="2700" spc="-15" dirty="0">
                <a:latin typeface="Calibri"/>
                <a:cs typeface="Calibri"/>
              </a:rPr>
              <a:t> </a:t>
            </a:r>
            <a:r>
              <a:rPr sz="2700" dirty="0">
                <a:latin typeface="Symbol"/>
                <a:cs typeface="Symbol"/>
              </a:rPr>
              <a:t></a:t>
            </a:r>
            <a:r>
              <a:rPr sz="2700" spc="-75" dirty="0">
                <a:latin typeface="Times New Roman"/>
                <a:cs typeface="Times New Roman"/>
              </a:rPr>
              <a:t> </a:t>
            </a:r>
            <a:r>
              <a:rPr sz="2700" spc="-50" dirty="0">
                <a:latin typeface="Calibri"/>
                <a:cs typeface="Calibri"/>
              </a:rPr>
              <a:t>A </a:t>
            </a:r>
            <a:r>
              <a:rPr sz="2700" dirty="0">
                <a:latin typeface="Calibri"/>
                <a:cs typeface="Calibri"/>
              </a:rPr>
              <a:t>A</a:t>
            </a:r>
            <a:r>
              <a:rPr sz="2700" spc="-5" dirty="0">
                <a:latin typeface="Calibri"/>
                <a:cs typeface="Calibri"/>
              </a:rPr>
              <a:t> </a:t>
            </a:r>
            <a:r>
              <a:rPr sz="2700" dirty="0">
                <a:latin typeface="Symbol"/>
                <a:cs typeface="Symbol"/>
              </a:rPr>
              <a:t></a:t>
            </a:r>
            <a:r>
              <a:rPr sz="2700" spc="-85" dirty="0">
                <a:latin typeface="Times New Roman"/>
                <a:cs typeface="Times New Roman"/>
              </a:rPr>
              <a:t> </a:t>
            </a:r>
            <a:r>
              <a:rPr sz="2700" dirty="0">
                <a:latin typeface="Calibri"/>
                <a:cs typeface="Calibri"/>
              </a:rPr>
              <a:t>B</a:t>
            </a:r>
            <a:r>
              <a:rPr sz="2700" spc="-15" dirty="0">
                <a:latin typeface="Calibri"/>
                <a:cs typeface="Calibri"/>
              </a:rPr>
              <a:t> </a:t>
            </a:r>
            <a:r>
              <a:rPr sz="2700" dirty="0">
                <a:latin typeface="Calibri"/>
                <a:cs typeface="Calibri"/>
              </a:rPr>
              <a:t>=</a:t>
            </a:r>
            <a:r>
              <a:rPr sz="2700" spc="-5" dirty="0">
                <a:latin typeface="Calibri"/>
                <a:cs typeface="Calibri"/>
              </a:rPr>
              <a:t> </a:t>
            </a:r>
            <a:r>
              <a:rPr sz="2700" dirty="0">
                <a:latin typeface="Calibri"/>
                <a:cs typeface="Calibri"/>
              </a:rPr>
              <a:t>B</a:t>
            </a:r>
            <a:r>
              <a:rPr sz="2700" spc="-15" dirty="0">
                <a:latin typeface="Calibri"/>
                <a:cs typeface="Calibri"/>
              </a:rPr>
              <a:t> </a:t>
            </a:r>
            <a:r>
              <a:rPr sz="2700" dirty="0">
                <a:latin typeface="Symbol"/>
                <a:cs typeface="Symbol"/>
              </a:rPr>
              <a:t></a:t>
            </a:r>
            <a:r>
              <a:rPr sz="2700" spc="-75" dirty="0">
                <a:latin typeface="Times New Roman"/>
                <a:cs typeface="Times New Roman"/>
              </a:rPr>
              <a:t> </a:t>
            </a:r>
            <a:r>
              <a:rPr sz="2700" spc="-50" dirty="0">
                <a:latin typeface="Calibri"/>
                <a:cs typeface="Calibri"/>
              </a:rPr>
              <a:t>A</a:t>
            </a:r>
            <a:endParaRPr sz="2700">
              <a:latin typeface="Calibri"/>
              <a:cs typeface="Calibri"/>
            </a:endParaRPr>
          </a:p>
          <a:p>
            <a:pPr marL="363855" indent="-351155">
              <a:lnSpc>
                <a:spcPct val="100000"/>
              </a:lnSpc>
              <a:spcBef>
                <a:spcPts val="5"/>
              </a:spcBef>
              <a:buFont typeface="Calibri"/>
              <a:buAutoNum type="romanLcParenR" startAt="2"/>
              <a:tabLst>
                <a:tab pos="363855" algn="l"/>
              </a:tabLst>
            </a:pPr>
            <a:r>
              <a:rPr sz="2700" dirty="0">
                <a:latin typeface="Calibri"/>
                <a:cs typeface="Calibri"/>
              </a:rPr>
              <a:t>Kết</a:t>
            </a:r>
            <a:r>
              <a:rPr sz="2700" spc="-55" dirty="0">
                <a:latin typeface="Calibri"/>
                <a:cs typeface="Calibri"/>
              </a:rPr>
              <a:t> </a:t>
            </a:r>
            <a:r>
              <a:rPr sz="2700" dirty="0">
                <a:latin typeface="Calibri"/>
                <a:cs typeface="Calibri"/>
              </a:rPr>
              <a:t>hợp</a:t>
            </a:r>
            <a:r>
              <a:rPr sz="2700" spc="-40" dirty="0">
                <a:latin typeface="Calibri"/>
                <a:cs typeface="Calibri"/>
              </a:rPr>
              <a:t> </a:t>
            </a:r>
            <a:r>
              <a:rPr sz="2700" spc="-50" dirty="0">
                <a:latin typeface="Calibri"/>
                <a:cs typeface="Calibri"/>
              </a:rPr>
              <a:t>:</a:t>
            </a:r>
            <a:endParaRPr sz="2700">
              <a:latin typeface="Calibri"/>
              <a:cs typeface="Calibri"/>
            </a:endParaRPr>
          </a:p>
          <a:p>
            <a:pPr marL="2346325" marR="2212975">
              <a:lnSpc>
                <a:spcPct val="100000"/>
              </a:lnSpc>
            </a:pPr>
            <a:r>
              <a:rPr sz="2700" dirty="0">
                <a:latin typeface="Calibri"/>
                <a:cs typeface="Calibri"/>
              </a:rPr>
              <a:t>A</a:t>
            </a:r>
            <a:r>
              <a:rPr sz="2700" spc="-5" dirty="0">
                <a:latin typeface="Calibri"/>
                <a:cs typeface="Calibri"/>
              </a:rPr>
              <a:t> </a:t>
            </a:r>
            <a:r>
              <a:rPr sz="2700" dirty="0">
                <a:latin typeface="Symbol"/>
                <a:cs typeface="Symbol"/>
              </a:rPr>
              <a:t></a:t>
            </a:r>
            <a:r>
              <a:rPr sz="2700" spc="-85" dirty="0">
                <a:latin typeface="Times New Roman"/>
                <a:cs typeface="Times New Roman"/>
              </a:rPr>
              <a:t> </a:t>
            </a:r>
            <a:r>
              <a:rPr sz="2700" dirty="0">
                <a:latin typeface="Calibri"/>
                <a:cs typeface="Calibri"/>
              </a:rPr>
              <a:t>(B</a:t>
            </a:r>
            <a:r>
              <a:rPr sz="2700" spc="-25" dirty="0">
                <a:latin typeface="Calibri"/>
                <a:cs typeface="Calibri"/>
              </a:rPr>
              <a:t> </a:t>
            </a:r>
            <a:r>
              <a:rPr sz="2700" dirty="0">
                <a:latin typeface="Symbol"/>
                <a:cs typeface="Symbol"/>
              </a:rPr>
              <a:t></a:t>
            </a:r>
            <a:r>
              <a:rPr sz="2700" spc="-75" dirty="0">
                <a:latin typeface="Times New Roman"/>
                <a:cs typeface="Times New Roman"/>
              </a:rPr>
              <a:t> </a:t>
            </a:r>
            <a:r>
              <a:rPr sz="2700" dirty="0">
                <a:latin typeface="Calibri"/>
                <a:cs typeface="Calibri"/>
              </a:rPr>
              <a:t>C)</a:t>
            </a:r>
            <a:r>
              <a:rPr sz="2700" spc="-20" dirty="0">
                <a:latin typeface="Calibri"/>
                <a:cs typeface="Calibri"/>
              </a:rPr>
              <a:t> </a:t>
            </a:r>
            <a:r>
              <a:rPr sz="2700" dirty="0">
                <a:latin typeface="Calibri"/>
                <a:cs typeface="Calibri"/>
              </a:rPr>
              <a:t>=</a:t>
            </a:r>
            <a:r>
              <a:rPr sz="2700" spc="-15" dirty="0">
                <a:latin typeface="Calibri"/>
                <a:cs typeface="Calibri"/>
              </a:rPr>
              <a:t> </a:t>
            </a:r>
            <a:r>
              <a:rPr sz="2700" dirty="0">
                <a:latin typeface="Calibri"/>
                <a:cs typeface="Calibri"/>
              </a:rPr>
              <a:t>(A</a:t>
            </a:r>
            <a:r>
              <a:rPr sz="2700" spc="-20" dirty="0">
                <a:latin typeface="Calibri"/>
                <a:cs typeface="Calibri"/>
              </a:rPr>
              <a:t> </a:t>
            </a:r>
            <a:r>
              <a:rPr sz="2700" dirty="0">
                <a:latin typeface="Symbol"/>
                <a:cs typeface="Symbol"/>
              </a:rPr>
              <a:t></a:t>
            </a:r>
            <a:r>
              <a:rPr sz="2700" spc="-75" dirty="0">
                <a:latin typeface="Times New Roman"/>
                <a:cs typeface="Times New Roman"/>
              </a:rPr>
              <a:t> </a:t>
            </a:r>
            <a:r>
              <a:rPr sz="2700" dirty="0">
                <a:latin typeface="Calibri"/>
                <a:cs typeface="Calibri"/>
              </a:rPr>
              <a:t>B)</a:t>
            </a:r>
            <a:r>
              <a:rPr sz="2700" spc="-20" dirty="0">
                <a:latin typeface="Calibri"/>
                <a:cs typeface="Calibri"/>
              </a:rPr>
              <a:t> </a:t>
            </a:r>
            <a:r>
              <a:rPr sz="2700" dirty="0">
                <a:latin typeface="Symbol"/>
                <a:cs typeface="Symbol"/>
              </a:rPr>
              <a:t></a:t>
            </a:r>
            <a:r>
              <a:rPr sz="2700" spc="-75" dirty="0">
                <a:latin typeface="Times New Roman"/>
                <a:cs typeface="Times New Roman"/>
              </a:rPr>
              <a:t> </a:t>
            </a:r>
            <a:r>
              <a:rPr sz="2700" spc="-50" dirty="0">
                <a:latin typeface="Calibri"/>
                <a:cs typeface="Calibri"/>
              </a:rPr>
              <a:t>C </a:t>
            </a:r>
            <a:r>
              <a:rPr sz="2700" dirty="0">
                <a:latin typeface="Calibri"/>
                <a:cs typeface="Calibri"/>
              </a:rPr>
              <a:t>A</a:t>
            </a:r>
            <a:r>
              <a:rPr sz="2700" spc="5" dirty="0">
                <a:latin typeface="Calibri"/>
                <a:cs typeface="Calibri"/>
              </a:rPr>
              <a:t> </a:t>
            </a:r>
            <a:r>
              <a:rPr sz="2700" dirty="0">
                <a:latin typeface="Symbol"/>
                <a:cs typeface="Symbol"/>
              </a:rPr>
              <a:t></a:t>
            </a:r>
            <a:r>
              <a:rPr sz="2700" spc="-75" dirty="0">
                <a:latin typeface="Times New Roman"/>
                <a:cs typeface="Times New Roman"/>
              </a:rPr>
              <a:t> </a:t>
            </a:r>
            <a:r>
              <a:rPr sz="2700" dirty="0">
                <a:latin typeface="Calibri"/>
                <a:cs typeface="Calibri"/>
              </a:rPr>
              <a:t>(B</a:t>
            </a:r>
            <a:r>
              <a:rPr sz="2700" spc="-15" dirty="0">
                <a:latin typeface="Calibri"/>
                <a:cs typeface="Calibri"/>
              </a:rPr>
              <a:t> </a:t>
            </a:r>
            <a:r>
              <a:rPr sz="2700" dirty="0">
                <a:latin typeface="Symbol"/>
                <a:cs typeface="Symbol"/>
              </a:rPr>
              <a:t></a:t>
            </a:r>
            <a:r>
              <a:rPr sz="2700" spc="-65" dirty="0">
                <a:latin typeface="Times New Roman"/>
                <a:cs typeface="Times New Roman"/>
              </a:rPr>
              <a:t> </a:t>
            </a:r>
            <a:r>
              <a:rPr sz="2700" dirty="0">
                <a:latin typeface="Calibri"/>
                <a:cs typeface="Calibri"/>
              </a:rPr>
              <a:t>C)</a:t>
            </a:r>
            <a:r>
              <a:rPr sz="2700" spc="-10" dirty="0">
                <a:latin typeface="Calibri"/>
                <a:cs typeface="Calibri"/>
              </a:rPr>
              <a:t> </a:t>
            </a:r>
            <a:r>
              <a:rPr sz="2700" dirty="0">
                <a:latin typeface="Calibri"/>
                <a:cs typeface="Calibri"/>
              </a:rPr>
              <a:t>= (A</a:t>
            </a:r>
            <a:r>
              <a:rPr sz="2700" spc="-15" dirty="0">
                <a:latin typeface="Calibri"/>
                <a:cs typeface="Calibri"/>
              </a:rPr>
              <a:t> </a:t>
            </a:r>
            <a:r>
              <a:rPr sz="2700" dirty="0">
                <a:latin typeface="Symbol"/>
                <a:cs typeface="Symbol"/>
              </a:rPr>
              <a:t></a:t>
            </a:r>
            <a:r>
              <a:rPr sz="2700" spc="-65" dirty="0">
                <a:latin typeface="Times New Roman"/>
                <a:cs typeface="Times New Roman"/>
              </a:rPr>
              <a:t> </a:t>
            </a:r>
            <a:r>
              <a:rPr sz="2700" dirty="0">
                <a:latin typeface="Calibri"/>
                <a:cs typeface="Calibri"/>
              </a:rPr>
              <a:t>B)</a:t>
            </a:r>
            <a:r>
              <a:rPr sz="2700" spc="-15" dirty="0">
                <a:latin typeface="Calibri"/>
                <a:cs typeface="Calibri"/>
              </a:rPr>
              <a:t> </a:t>
            </a:r>
            <a:r>
              <a:rPr sz="2700" dirty="0">
                <a:latin typeface="Symbol"/>
                <a:cs typeface="Symbol"/>
              </a:rPr>
              <a:t></a:t>
            </a:r>
            <a:r>
              <a:rPr sz="2700" spc="-60" dirty="0">
                <a:latin typeface="Times New Roman"/>
                <a:cs typeface="Times New Roman"/>
              </a:rPr>
              <a:t> </a:t>
            </a:r>
            <a:r>
              <a:rPr sz="2700" spc="-50" dirty="0">
                <a:latin typeface="Calibri"/>
                <a:cs typeface="Calibri"/>
              </a:rPr>
              <a:t>C</a:t>
            </a:r>
            <a:endParaRPr sz="2700">
              <a:latin typeface="Calibri"/>
              <a:cs typeface="Calibri"/>
            </a:endParaRPr>
          </a:p>
          <a:p>
            <a:pPr marL="447675" indent="-434975">
              <a:lnSpc>
                <a:spcPct val="100000"/>
              </a:lnSpc>
              <a:buFont typeface="Calibri"/>
              <a:buAutoNum type="romanLcParenR" startAt="3"/>
              <a:tabLst>
                <a:tab pos="447675" algn="l"/>
              </a:tabLst>
            </a:pPr>
            <a:r>
              <a:rPr sz="2700" dirty="0">
                <a:latin typeface="Calibri"/>
                <a:cs typeface="Calibri"/>
              </a:rPr>
              <a:t>Luật</a:t>
            </a:r>
            <a:r>
              <a:rPr sz="2700" spc="-55" dirty="0">
                <a:latin typeface="Calibri"/>
                <a:cs typeface="Calibri"/>
              </a:rPr>
              <a:t> </a:t>
            </a:r>
            <a:r>
              <a:rPr sz="2700" dirty="0">
                <a:latin typeface="Calibri"/>
                <a:cs typeface="Calibri"/>
              </a:rPr>
              <a:t>De</a:t>
            </a:r>
            <a:r>
              <a:rPr sz="2700" spc="-40" dirty="0">
                <a:latin typeface="Calibri"/>
                <a:cs typeface="Calibri"/>
              </a:rPr>
              <a:t> </a:t>
            </a:r>
            <a:r>
              <a:rPr sz="2700" spc="-10" dirty="0">
                <a:latin typeface="Calibri"/>
                <a:cs typeface="Calibri"/>
              </a:rPr>
              <a:t>Morgan</a:t>
            </a:r>
            <a:r>
              <a:rPr sz="2700" spc="-45" dirty="0">
                <a:latin typeface="Calibri"/>
                <a:cs typeface="Calibri"/>
              </a:rPr>
              <a:t> </a:t>
            </a:r>
            <a:r>
              <a:rPr sz="2700" spc="-50" dirty="0">
                <a:latin typeface="Calibri"/>
                <a:cs typeface="Calibri"/>
              </a:rPr>
              <a:t>:</a:t>
            </a:r>
            <a:endParaRPr sz="2700">
              <a:latin typeface="Calibri"/>
              <a:cs typeface="Calibri"/>
            </a:endParaRPr>
          </a:p>
          <a:p>
            <a:pPr marL="694690" algn="ctr">
              <a:lnSpc>
                <a:spcPct val="100000"/>
              </a:lnSpc>
            </a:pPr>
            <a:r>
              <a:rPr sz="2700" dirty="0">
                <a:latin typeface="Symbol"/>
                <a:cs typeface="Symbol"/>
              </a:rPr>
              <a:t></a:t>
            </a:r>
            <a:r>
              <a:rPr sz="2700" dirty="0">
                <a:latin typeface="Calibri"/>
                <a:cs typeface="Calibri"/>
              </a:rPr>
              <a:t>(A</a:t>
            </a:r>
            <a:r>
              <a:rPr sz="2700" spc="-30" dirty="0">
                <a:latin typeface="Calibri"/>
                <a:cs typeface="Calibri"/>
              </a:rPr>
              <a:t> </a:t>
            </a:r>
            <a:r>
              <a:rPr sz="2700" dirty="0">
                <a:latin typeface="Symbol"/>
                <a:cs typeface="Symbol"/>
              </a:rPr>
              <a:t></a:t>
            </a:r>
            <a:r>
              <a:rPr sz="2700" spc="-85" dirty="0">
                <a:latin typeface="Times New Roman"/>
                <a:cs typeface="Times New Roman"/>
              </a:rPr>
              <a:t> </a:t>
            </a:r>
            <a:r>
              <a:rPr sz="2700" dirty="0">
                <a:latin typeface="Calibri"/>
                <a:cs typeface="Calibri"/>
              </a:rPr>
              <a:t>B)</a:t>
            </a:r>
            <a:r>
              <a:rPr sz="2700" spc="-30" dirty="0">
                <a:latin typeface="Calibri"/>
                <a:cs typeface="Calibri"/>
              </a:rPr>
              <a:t> </a:t>
            </a:r>
            <a:r>
              <a:rPr sz="2700" dirty="0">
                <a:latin typeface="Calibri"/>
                <a:cs typeface="Calibri"/>
              </a:rPr>
              <a:t>=</a:t>
            </a:r>
            <a:r>
              <a:rPr sz="2700" spc="-30" dirty="0">
                <a:latin typeface="Calibri"/>
                <a:cs typeface="Calibri"/>
              </a:rPr>
              <a:t> </a:t>
            </a:r>
            <a:r>
              <a:rPr sz="2700" dirty="0">
                <a:latin typeface="Symbol"/>
                <a:cs typeface="Symbol"/>
              </a:rPr>
              <a:t></a:t>
            </a:r>
            <a:r>
              <a:rPr sz="2700" dirty="0">
                <a:latin typeface="Calibri"/>
                <a:cs typeface="Calibri"/>
              </a:rPr>
              <a:t>A</a:t>
            </a:r>
            <a:r>
              <a:rPr sz="2700" spc="-15" dirty="0">
                <a:latin typeface="Calibri"/>
                <a:cs typeface="Calibri"/>
              </a:rPr>
              <a:t> </a:t>
            </a:r>
            <a:r>
              <a:rPr sz="2700" dirty="0">
                <a:latin typeface="Symbol"/>
                <a:cs typeface="Symbol"/>
              </a:rPr>
              <a:t></a:t>
            </a:r>
            <a:r>
              <a:rPr sz="2700" spc="-85" dirty="0">
                <a:latin typeface="Times New Roman"/>
                <a:cs typeface="Times New Roman"/>
              </a:rPr>
              <a:t> </a:t>
            </a:r>
            <a:r>
              <a:rPr sz="2700" spc="-25" dirty="0">
                <a:latin typeface="Symbol"/>
                <a:cs typeface="Symbol"/>
              </a:rPr>
              <a:t></a:t>
            </a:r>
            <a:r>
              <a:rPr sz="2700" spc="-25" dirty="0">
                <a:latin typeface="Calibri"/>
                <a:cs typeface="Calibri"/>
              </a:rPr>
              <a:t>B</a:t>
            </a:r>
            <a:endParaRPr sz="2700">
              <a:latin typeface="Calibri"/>
              <a:cs typeface="Calibri"/>
            </a:endParaRPr>
          </a:p>
          <a:p>
            <a:pPr marL="694690" algn="ctr">
              <a:lnSpc>
                <a:spcPct val="100000"/>
              </a:lnSpc>
            </a:pPr>
            <a:r>
              <a:rPr sz="2700" dirty="0">
                <a:latin typeface="Symbol"/>
                <a:cs typeface="Symbol"/>
              </a:rPr>
              <a:t></a:t>
            </a:r>
            <a:r>
              <a:rPr sz="2700" dirty="0">
                <a:latin typeface="Calibri"/>
                <a:cs typeface="Calibri"/>
              </a:rPr>
              <a:t>(A</a:t>
            </a:r>
            <a:r>
              <a:rPr sz="2700" spc="-30" dirty="0">
                <a:latin typeface="Calibri"/>
                <a:cs typeface="Calibri"/>
              </a:rPr>
              <a:t> </a:t>
            </a:r>
            <a:r>
              <a:rPr sz="2700" dirty="0">
                <a:latin typeface="Symbol"/>
                <a:cs typeface="Symbol"/>
              </a:rPr>
              <a:t></a:t>
            </a:r>
            <a:r>
              <a:rPr sz="2700" spc="-85" dirty="0">
                <a:latin typeface="Times New Roman"/>
                <a:cs typeface="Times New Roman"/>
              </a:rPr>
              <a:t> </a:t>
            </a:r>
            <a:r>
              <a:rPr sz="2700" dirty="0">
                <a:latin typeface="Calibri"/>
                <a:cs typeface="Calibri"/>
              </a:rPr>
              <a:t>B)</a:t>
            </a:r>
            <a:r>
              <a:rPr sz="2700" spc="-30" dirty="0">
                <a:latin typeface="Calibri"/>
                <a:cs typeface="Calibri"/>
              </a:rPr>
              <a:t> </a:t>
            </a:r>
            <a:r>
              <a:rPr sz="2700" dirty="0">
                <a:latin typeface="Calibri"/>
                <a:cs typeface="Calibri"/>
              </a:rPr>
              <a:t>=</a:t>
            </a:r>
            <a:r>
              <a:rPr sz="2700" spc="-30" dirty="0">
                <a:latin typeface="Calibri"/>
                <a:cs typeface="Calibri"/>
              </a:rPr>
              <a:t> </a:t>
            </a:r>
            <a:r>
              <a:rPr sz="2700" dirty="0">
                <a:latin typeface="Symbol"/>
                <a:cs typeface="Symbol"/>
              </a:rPr>
              <a:t></a:t>
            </a:r>
            <a:r>
              <a:rPr sz="2700" dirty="0">
                <a:latin typeface="Calibri"/>
                <a:cs typeface="Calibri"/>
              </a:rPr>
              <a:t>A</a:t>
            </a:r>
            <a:r>
              <a:rPr sz="2700" spc="-15" dirty="0">
                <a:latin typeface="Calibri"/>
                <a:cs typeface="Calibri"/>
              </a:rPr>
              <a:t> </a:t>
            </a:r>
            <a:r>
              <a:rPr sz="2700" dirty="0">
                <a:latin typeface="Symbol"/>
                <a:cs typeface="Symbol"/>
              </a:rPr>
              <a:t></a:t>
            </a:r>
            <a:r>
              <a:rPr sz="2700" spc="-85" dirty="0">
                <a:latin typeface="Times New Roman"/>
                <a:cs typeface="Times New Roman"/>
              </a:rPr>
              <a:t> </a:t>
            </a:r>
            <a:r>
              <a:rPr sz="2700" spc="-25" dirty="0">
                <a:latin typeface="Symbol"/>
                <a:cs typeface="Symbol"/>
              </a:rPr>
              <a:t></a:t>
            </a:r>
            <a:r>
              <a:rPr sz="2700" spc="-25" dirty="0">
                <a:latin typeface="Calibri"/>
                <a:cs typeface="Calibri"/>
              </a:rPr>
              <a:t>B</a:t>
            </a:r>
            <a:endParaRPr sz="2700">
              <a:latin typeface="Calibri"/>
              <a:cs typeface="Calibri"/>
            </a:endParaRPr>
          </a:p>
          <a:p>
            <a:pPr marL="441959" indent="-429259">
              <a:lnSpc>
                <a:spcPct val="100000"/>
              </a:lnSpc>
              <a:spcBef>
                <a:spcPts val="5"/>
              </a:spcBef>
              <a:buFont typeface="Calibri"/>
              <a:buAutoNum type="romanLcParenR" startAt="4"/>
              <a:tabLst>
                <a:tab pos="441959" algn="l"/>
              </a:tabLst>
            </a:pPr>
            <a:r>
              <a:rPr sz="2700" dirty="0">
                <a:latin typeface="Calibri"/>
                <a:cs typeface="Calibri"/>
              </a:rPr>
              <a:t>Tính</a:t>
            </a:r>
            <a:r>
              <a:rPr sz="2700" spc="-30" dirty="0">
                <a:latin typeface="Calibri"/>
                <a:cs typeface="Calibri"/>
              </a:rPr>
              <a:t> </a:t>
            </a:r>
            <a:r>
              <a:rPr sz="2700" dirty="0">
                <a:latin typeface="Calibri"/>
                <a:cs typeface="Calibri"/>
              </a:rPr>
              <a:t>phân</a:t>
            </a:r>
            <a:r>
              <a:rPr sz="2700" spc="-30" dirty="0">
                <a:latin typeface="Calibri"/>
                <a:cs typeface="Calibri"/>
              </a:rPr>
              <a:t> </a:t>
            </a:r>
            <a:r>
              <a:rPr sz="2700" dirty="0">
                <a:latin typeface="Calibri"/>
                <a:cs typeface="Calibri"/>
              </a:rPr>
              <a:t>bố</a:t>
            </a:r>
            <a:r>
              <a:rPr sz="2700" spc="-15" dirty="0">
                <a:latin typeface="Calibri"/>
                <a:cs typeface="Calibri"/>
              </a:rPr>
              <a:t> </a:t>
            </a:r>
            <a:r>
              <a:rPr sz="2700" spc="-50" dirty="0">
                <a:latin typeface="Calibri"/>
                <a:cs typeface="Calibri"/>
              </a:rPr>
              <a:t>:</a:t>
            </a:r>
            <a:endParaRPr sz="2700">
              <a:latin typeface="Calibri"/>
              <a:cs typeface="Calibri"/>
            </a:endParaRPr>
          </a:p>
          <a:p>
            <a:pPr marL="2579370">
              <a:lnSpc>
                <a:spcPct val="100000"/>
              </a:lnSpc>
            </a:pPr>
            <a:r>
              <a:rPr sz="2700" dirty="0">
                <a:latin typeface="Calibri"/>
                <a:cs typeface="Calibri"/>
              </a:rPr>
              <a:t>A</a:t>
            </a:r>
            <a:r>
              <a:rPr sz="2700" spc="-5" dirty="0">
                <a:latin typeface="Calibri"/>
                <a:cs typeface="Calibri"/>
              </a:rPr>
              <a:t> </a:t>
            </a:r>
            <a:r>
              <a:rPr sz="2700" dirty="0">
                <a:latin typeface="Symbol"/>
                <a:cs typeface="Symbol"/>
              </a:rPr>
              <a:t></a:t>
            </a:r>
            <a:r>
              <a:rPr sz="2700" spc="-75" dirty="0">
                <a:latin typeface="Times New Roman"/>
                <a:cs typeface="Times New Roman"/>
              </a:rPr>
              <a:t> </a:t>
            </a:r>
            <a:r>
              <a:rPr sz="2700" dirty="0">
                <a:latin typeface="Calibri"/>
                <a:cs typeface="Calibri"/>
              </a:rPr>
              <a:t>(B</a:t>
            </a:r>
            <a:r>
              <a:rPr sz="2700" spc="-35" dirty="0">
                <a:latin typeface="Calibri"/>
                <a:cs typeface="Calibri"/>
              </a:rPr>
              <a:t> </a:t>
            </a:r>
            <a:r>
              <a:rPr sz="2700" dirty="0">
                <a:latin typeface="Symbol"/>
                <a:cs typeface="Symbol"/>
              </a:rPr>
              <a:t></a:t>
            </a:r>
            <a:r>
              <a:rPr sz="2700" spc="-70" dirty="0">
                <a:latin typeface="Times New Roman"/>
                <a:cs typeface="Times New Roman"/>
              </a:rPr>
              <a:t> </a:t>
            </a:r>
            <a:r>
              <a:rPr sz="2700" dirty="0">
                <a:latin typeface="Calibri"/>
                <a:cs typeface="Calibri"/>
              </a:rPr>
              <a:t>C)</a:t>
            </a:r>
            <a:r>
              <a:rPr sz="2700" spc="-20" dirty="0">
                <a:latin typeface="Calibri"/>
                <a:cs typeface="Calibri"/>
              </a:rPr>
              <a:t> </a:t>
            </a:r>
            <a:r>
              <a:rPr sz="2700" dirty="0">
                <a:latin typeface="Calibri"/>
                <a:cs typeface="Calibri"/>
              </a:rPr>
              <a:t>=</a:t>
            </a:r>
            <a:r>
              <a:rPr sz="2700" spc="-15" dirty="0">
                <a:latin typeface="Calibri"/>
                <a:cs typeface="Calibri"/>
              </a:rPr>
              <a:t> </a:t>
            </a:r>
            <a:r>
              <a:rPr sz="2700" dirty="0">
                <a:latin typeface="Calibri"/>
                <a:cs typeface="Calibri"/>
              </a:rPr>
              <a:t>(A</a:t>
            </a:r>
            <a:r>
              <a:rPr sz="2700" spc="-20" dirty="0">
                <a:latin typeface="Calibri"/>
                <a:cs typeface="Calibri"/>
              </a:rPr>
              <a:t> </a:t>
            </a:r>
            <a:r>
              <a:rPr sz="2700" dirty="0">
                <a:latin typeface="Symbol"/>
                <a:cs typeface="Symbol"/>
              </a:rPr>
              <a:t></a:t>
            </a:r>
            <a:r>
              <a:rPr sz="2700" spc="-75" dirty="0">
                <a:latin typeface="Times New Roman"/>
                <a:cs typeface="Times New Roman"/>
              </a:rPr>
              <a:t> </a:t>
            </a:r>
            <a:r>
              <a:rPr sz="2700" dirty="0">
                <a:latin typeface="Calibri"/>
                <a:cs typeface="Calibri"/>
              </a:rPr>
              <a:t>B)</a:t>
            </a:r>
            <a:r>
              <a:rPr sz="2700" spc="-15" dirty="0">
                <a:latin typeface="Calibri"/>
                <a:cs typeface="Calibri"/>
              </a:rPr>
              <a:t> </a:t>
            </a:r>
            <a:r>
              <a:rPr sz="2700" dirty="0">
                <a:latin typeface="Symbol"/>
                <a:cs typeface="Symbol"/>
              </a:rPr>
              <a:t></a:t>
            </a:r>
            <a:r>
              <a:rPr sz="2700" spc="-75" dirty="0">
                <a:latin typeface="Times New Roman"/>
                <a:cs typeface="Times New Roman"/>
              </a:rPr>
              <a:t> </a:t>
            </a:r>
            <a:r>
              <a:rPr sz="2700" dirty="0">
                <a:latin typeface="Calibri"/>
                <a:cs typeface="Calibri"/>
              </a:rPr>
              <a:t>(A</a:t>
            </a:r>
            <a:r>
              <a:rPr sz="2700" spc="-20" dirty="0">
                <a:latin typeface="Calibri"/>
                <a:cs typeface="Calibri"/>
              </a:rPr>
              <a:t> </a:t>
            </a:r>
            <a:r>
              <a:rPr sz="2700" dirty="0">
                <a:latin typeface="Symbol"/>
                <a:cs typeface="Symbol"/>
              </a:rPr>
              <a:t></a:t>
            </a:r>
            <a:r>
              <a:rPr sz="2700" spc="-75" dirty="0">
                <a:latin typeface="Times New Roman"/>
                <a:cs typeface="Times New Roman"/>
              </a:rPr>
              <a:t> </a:t>
            </a:r>
            <a:r>
              <a:rPr sz="2700" spc="-25" dirty="0">
                <a:latin typeface="Calibri"/>
                <a:cs typeface="Calibri"/>
              </a:rPr>
              <a:t>C)</a:t>
            </a:r>
            <a:endParaRPr sz="2700">
              <a:latin typeface="Calibri"/>
              <a:cs typeface="Calibri"/>
            </a:endParaRPr>
          </a:p>
          <a:p>
            <a:pPr marL="2579370">
              <a:lnSpc>
                <a:spcPct val="100000"/>
              </a:lnSpc>
            </a:pPr>
            <a:r>
              <a:rPr sz="2700" dirty="0">
                <a:latin typeface="Calibri"/>
                <a:cs typeface="Calibri"/>
              </a:rPr>
              <a:t>A</a:t>
            </a:r>
            <a:r>
              <a:rPr sz="2700" spc="-5" dirty="0">
                <a:latin typeface="Calibri"/>
                <a:cs typeface="Calibri"/>
              </a:rPr>
              <a:t> </a:t>
            </a:r>
            <a:r>
              <a:rPr sz="2700" dirty="0">
                <a:latin typeface="Symbol"/>
                <a:cs typeface="Symbol"/>
              </a:rPr>
              <a:t></a:t>
            </a:r>
            <a:r>
              <a:rPr sz="2700" spc="-75" dirty="0">
                <a:latin typeface="Times New Roman"/>
                <a:cs typeface="Times New Roman"/>
              </a:rPr>
              <a:t> </a:t>
            </a:r>
            <a:r>
              <a:rPr sz="2700" dirty="0">
                <a:latin typeface="Calibri"/>
                <a:cs typeface="Calibri"/>
              </a:rPr>
              <a:t>(B</a:t>
            </a:r>
            <a:r>
              <a:rPr sz="2700" spc="-35" dirty="0">
                <a:latin typeface="Calibri"/>
                <a:cs typeface="Calibri"/>
              </a:rPr>
              <a:t> </a:t>
            </a:r>
            <a:r>
              <a:rPr sz="2700" dirty="0">
                <a:latin typeface="Symbol"/>
                <a:cs typeface="Symbol"/>
              </a:rPr>
              <a:t></a:t>
            </a:r>
            <a:r>
              <a:rPr sz="2700" spc="-70" dirty="0">
                <a:latin typeface="Times New Roman"/>
                <a:cs typeface="Times New Roman"/>
              </a:rPr>
              <a:t> </a:t>
            </a:r>
            <a:r>
              <a:rPr sz="2700" dirty="0">
                <a:latin typeface="Calibri"/>
                <a:cs typeface="Calibri"/>
              </a:rPr>
              <a:t>C)</a:t>
            </a:r>
            <a:r>
              <a:rPr sz="2700" spc="-20" dirty="0">
                <a:latin typeface="Calibri"/>
                <a:cs typeface="Calibri"/>
              </a:rPr>
              <a:t> </a:t>
            </a:r>
            <a:r>
              <a:rPr sz="2700" dirty="0">
                <a:latin typeface="Calibri"/>
                <a:cs typeface="Calibri"/>
              </a:rPr>
              <a:t>=</a:t>
            </a:r>
            <a:r>
              <a:rPr sz="2700" spc="-15" dirty="0">
                <a:latin typeface="Calibri"/>
                <a:cs typeface="Calibri"/>
              </a:rPr>
              <a:t> </a:t>
            </a:r>
            <a:r>
              <a:rPr sz="2700" dirty="0">
                <a:latin typeface="Calibri"/>
                <a:cs typeface="Calibri"/>
              </a:rPr>
              <a:t>(A</a:t>
            </a:r>
            <a:r>
              <a:rPr sz="2700" spc="-20" dirty="0">
                <a:latin typeface="Calibri"/>
                <a:cs typeface="Calibri"/>
              </a:rPr>
              <a:t> </a:t>
            </a:r>
            <a:r>
              <a:rPr sz="2700" dirty="0">
                <a:latin typeface="Symbol"/>
                <a:cs typeface="Symbol"/>
              </a:rPr>
              <a:t></a:t>
            </a:r>
            <a:r>
              <a:rPr sz="2700" spc="-75" dirty="0">
                <a:latin typeface="Times New Roman"/>
                <a:cs typeface="Times New Roman"/>
              </a:rPr>
              <a:t> </a:t>
            </a:r>
            <a:r>
              <a:rPr sz="2700" dirty="0">
                <a:latin typeface="Calibri"/>
                <a:cs typeface="Calibri"/>
              </a:rPr>
              <a:t>B)</a:t>
            </a:r>
            <a:r>
              <a:rPr sz="2700" spc="-15" dirty="0">
                <a:latin typeface="Calibri"/>
                <a:cs typeface="Calibri"/>
              </a:rPr>
              <a:t> </a:t>
            </a:r>
            <a:r>
              <a:rPr sz="2700" dirty="0">
                <a:latin typeface="Symbol"/>
                <a:cs typeface="Symbol"/>
              </a:rPr>
              <a:t></a:t>
            </a:r>
            <a:r>
              <a:rPr sz="2700" spc="-75" dirty="0">
                <a:latin typeface="Times New Roman"/>
                <a:cs typeface="Times New Roman"/>
              </a:rPr>
              <a:t> </a:t>
            </a:r>
            <a:r>
              <a:rPr sz="2700" dirty="0">
                <a:latin typeface="Calibri"/>
                <a:cs typeface="Calibri"/>
              </a:rPr>
              <a:t>(A</a:t>
            </a:r>
            <a:r>
              <a:rPr sz="2700" spc="-20" dirty="0">
                <a:latin typeface="Calibri"/>
                <a:cs typeface="Calibri"/>
              </a:rPr>
              <a:t> </a:t>
            </a:r>
            <a:r>
              <a:rPr sz="2700" dirty="0">
                <a:latin typeface="Symbol"/>
                <a:cs typeface="Symbol"/>
              </a:rPr>
              <a:t></a:t>
            </a:r>
            <a:r>
              <a:rPr sz="2700" spc="-75" dirty="0">
                <a:latin typeface="Times New Roman"/>
                <a:cs typeface="Times New Roman"/>
              </a:rPr>
              <a:t> </a:t>
            </a:r>
            <a:r>
              <a:rPr sz="2700" spc="-25" dirty="0">
                <a:latin typeface="Calibri"/>
                <a:cs typeface="Calibri"/>
              </a:rPr>
              <a:t>C)</a:t>
            </a:r>
            <a:endParaRPr sz="2700">
              <a:latin typeface="Calibri"/>
              <a:cs typeface="Calibri"/>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312165"/>
            <a:ext cx="3651250" cy="513715"/>
          </a:xfrm>
          <a:prstGeom prst="rect">
            <a:avLst/>
          </a:prstGeom>
        </p:spPr>
        <p:txBody>
          <a:bodyPr vert="horz" wrap="square" lIns="0" tIns="12700" rIns="0" bIns="0" rtlCol="0">
            <a:spAutoFit/>
          </a:bodyPr>
          <a:lstStyle/>
          <a:p>
            <a:pPr marL="12700">
              <a:lnSpc>
                <a:spcPct val="100000"/>
              </a:lnSpc>
              <a:spcBef>
                <a:spcPts val="100"/>
              </a:spcBef>
            </a:pPr>
            <a:r>
              <a:rPr sz="3200" b="1" dirty="0">
                <a:latin typeface="Calibri"/>
                <a:cs typeface="Calibri"/>
              </a:rPr>
              <a:t>v)</a:t>
            </a:r>
            <a:r>
              <a:rPr sz="3200" b="1" spc="-40" dirty="0">
                <a:latin typeface="Calibri"/>
                <a:cs typeface="Calibri"/>
              </a:rPr>
              <a:t> </a:t>
            </a:r>
            <a:r>
              <a:rPr sz="3200" dirty="0"/>
              <a:t>Phần</a:t>
            </a:r>
            <a:r>
              <a:rPr sz="3200" spc="-50" dirty="0"/>
              <a:t> </a:t>
            </a:r>
            <a:r>
              <a:rPr sz="3200" dirty="0"/>
              <a:t>tử</a:t>
            </a:r>
            <a:r>
              <a:rPr sz="3200" spc="-40" dirty="0"/>
              <a:t> </a:t>
            </a:r>
            <a:r>
              <a:rPr sz="3200" dirty="0"/>
              <a:t>trung</a:t>
            </a:r>
            <a:r>
              <a:rPr sz="3200" spc="-30" dirty="0"/>
              <a:t> </a:t>
            </a:r>
            <a:r>
              <a:rPr sz="3200" dirty="0"/>
              <a:t>hòa</a:t>
            </a:r>
            <a:r>
              <a:rPr sz="3200" spc="-45" dirty="0"/>
              <a:t> </a:t>
            </a:r>
            <a:r>
              <a:rPr sz="3200" spc="-50" dirty="0"/>
              <a:t>:</a:t>
            </a:r>
            <a:endParaRPr sz="3200">
              <a:latin typeface="Calibri"/>
              <a:cs typeface="Calibri"/>
            </a:endParaRPr>
          </a:p>
        </p:txBody>
      </p:sp>
      <p:sp>
        <p:nvSpPr>
          <p:cNvPr id="3" name="object 3"/>
          <p:cNvSpPr txBox="1"/>
          <p:nvPr/>
        </p:nvSpPr>
        <p:spPr>
          <a:xfrm>
            <a:off x="4235322" y="803880"/>
            <a:ext cx="1724660" cy="1195705"/>
          </a:xfrm>
          <a:prstGeom prst="rect">
            <a:avLst/>
          </a:prstGeom>
        </p:spPr>
        <p:txBody>
          <a:bodyPr vert="horz" wrap="square" lIns="0" tIns="12065" rIns="0" bIns="0" rtlCol="0">
            <a:spAutoFit/>
          </a:bodyPr>
          <a:lstStyle/>
          <a:p>
            <a:pPr marL="12700" marR="5080">
              <a:lnSpc>
                <a:spcPct val="120000"/>
              </a:lnSpc>
              <a:spcBef>
                <a:spcPts val="95"/>
              </a:spcBef>
            </a:pPr>
            <a:r>
              <a:rPr sz="3200" dirty="0">
                <a:latin typeface="Calibri"/>
                <a:cs typeface="Calibri"/>
              </a:rPr>
              <a:t>A</a:t>
            </a:r>
            <a:r>
              <a:rPr sz="3200" spc="-10" dirty="0">
                <a:latin typeface="Calibri"/>
                <a:cs typeface="Calibri"/>
              </a:rPr>
              <a:t> </a:t>
            </a:r>
            <a:r>
              <a:rPr sz="3200" dirty="0">
                <a:latin typeface="Symbol"/>
                <a:cs typeface="Symbol"/>
              </a:rPr>
              <a:t></a:t>
            </a:r>
            <a:r>
              <a:rPr sz="3200" spc="-15" dirty="0">
                <a:latin typeface="Times New Roman"/>
                <a:cs typeface="Times New Roman"/>
              </a:rPr>
              <a:t> </a:t>
            </a:r>
            <a:r>
              <a:rPr sz="3200" dirty="0">
                <a:latin typeface="Symbol"/>
                <a:cs typeface="Symbol"/>
              </a:rPr>
              <a:t></a:t>
            </a:r>
            <a:r>
              <a:rPr sz="3200" spc="-90" dirty="0">
                <a:latin typeface="Times New Roman"/>
                <a:cs typeface="Times New Roman"/>
              </a:rPr>
              <a:t> </a:t>
            </a:r>
            <a:r>
              <a:rPr sz="3200" dirty="0">
                <a:latin typeface="Calibri"/>
                <a:cs typeface="Calibri"/>
              </a:rPr>
              <a:t>=</a:t>
            </a:r>
            <a:r>
              <a:rPr sz="3200" spc="-10" dirty="0">
                <a:latin typeface="Calibri"/>
                <a:cs typeface="Calibri"/>
              </a:rPr>
              <a:t> </a:t>
            </a:r>
            <a:r>
              <a:rPr sz="3200" spc="-50" dirty="0">
                <a:latin typeface="Calibri"/>
                <a:cs typeface="Calibri"/>
              </a:rPr>
              <a:t>A </a:t>
            </a:r>
            <a:r>
              <a:rPr sz="3200" dirty="0">
                <a:latin typeface="Calibri"/>
                <a:cs typeface="Calibri"/>
              </a:rPr>
              <a:t>A</a:t>
            </a:r>
            <a:r>
              <a:rPr sz="3200" spc="-5" dirty="0">
                <a:latin typeface="Calibri"/>
                <a:cs typeface="Calibri"/>
              </a:rPr>
              <a:t> </a:t>
            </a:r>
            <a:r>
              <a:rPr sz="3200" dirty="0">
                <a:latin typeface="Symbol"/>
                <a:cs typeface="Symbol"/>
              </a:rPr>
              <a:t></a:t>
            </a:r>
            <a:r>
              <a:rPr sz="3200" spc="-90" dirty="0">
                <a:latin typeface="Times New Roman"/>
                <a:cs typeface="Times New Roman"/>
              </a:rPr>
              <a:t> </a:t>
            </a:r>
            <a:r>
              <a:rPr sz="3200" dirty="0">
                <a:latin typeface="Calibri"/>
                <a:cs typeface="Calibri"/>
              </a:rPr>
              <a:t>U</a:t>
            </a:r>
            <a:r>
              <a:rPr sz="3200" spc="-5" dirty="0">
                <a:latin typeface="Calibri"/>
                <a:cs typeface="Calibri"/>
              </a:rPr>
              <a:t> </a:t>
            </a:r>
            <a:r>
              <a:rPr sz="3200" dirty="0">
                <a:latin typeface="Calibri"/>
                <a:cs typeface="Calibri"/>
              </a:rPr>
              <a:t>=</a:t>
            </a:r>
            <a:r>
              <a:rPr sz="3200" spc="-5" dirty="0">
                <a:latin typeface="Calibri"/>
                <a:cs typeface="Calibri"/>
              </a:rPr>
              <a:t> </a:t>
            </a:r>
            <a:r>
              <a:rPr sz="3200" spc="-50" dirty="0">
                <a:latin typeface="Calibri"/>
                <a:cs typeface="Calibri"/>
              </a:rPr>
              <a:t>A</a:t>
            </a:r>
            <a:endParaRPr sz="3200">
              <a:latin typeface="Calibri"/>
              <a:cs typeface="Calibri"/>
            </a:endParaRPr>
          </a:p>
        </p:txBody>
      </p:sp>
      <p:sp>
        <p:nvSpPr>
          <p:cNvPr id="4" name="object 4"/>
          <p:cNvSpPr txBox="1"/>
          <p:nvPr/>
        </p:nvSpPr>
        <p:spPr>
          <a:xfrm>
            <a:off x="459740" y="2068195"/>
            <a:ext cx="2090420" cy="513715"/>
          </a:xfrm>
          <a:prstGeom prst="rect">
            <a:avLst/>
          </a:prstGeom>
        </p:spPr>
        <p:txBody>
          <a:bodyPr vert="horz" wrap="square" lIns="0" tIns="13335" rIns="0" bIns="0" rtlCol="0">
            <a:spAutoFit/>
          </a:bodyPr>
          <a:lstStyle/>
          <a:p>
            <a:pPr marL="12700">
              <a:lnSpc>
                <a:spcPct val="100000"/>
              </a:lnSpc>
              <a:spcBef>
                <a:spcPts val="105"/>
              </a:spcBef>
            </a:pPr>
            <a:r>
              <a:rPr sz="3200" b="1" dirty="0">
                <a:latin typeface="Calibri"/>
                <a:cs typeface="Calibri"/>
              </a:rPr>
              <a:t>vi)</a:t>
            </a:r>
            <a:r>
              <a:rPr sz="3200" b="1" spc="-50" dirty="0">
                <a:latin typeface="Calibri"/>
                <a:cs typeface="Calibri"/>
              </a:rPr>
              <a:t> </a:t>
            </a:r>
            <a:r>
              <a:rPr sz="3200" dirty="0">
                <a:latin typeface="Calibri"/>
                <a:cs typeface="Calibri"/>
              </a:rPr>
              <a:t>Phần</a:t>
            </a:r>
            <a:r>
              <a:rPr sz="3200" spc="-30" dirty="0">
                <a:latin typeface="Calibri"/>
                <a:cs typeface="Calibri"/>
              </a:rPr>
              <a:t> </a:t>
            </a:r>
            <a:r>
              <a:rPr sz="3200" dirty="0">
                <a:latin typeface="Calibri"/>
                <a:cs typeface="Calibri"/>
              </a:rPr>
              <a:t>bù</a:t>
            </a:r>
            <a:r>
              <a:rPr sz="3200" spc="-45" dirty="0">
                <a:latin typeface="Calibri"/>
                <a:cs typeface="Calibri"/>
              </a:rPr>
              <a:t> </a:t>
            </a:r>
            <a:r>
              <a:rPr sz="3200" spc="-50" dirty="0">
                <a:latin typeface="Calibri"/>
                <a:cs typeface="Calibri"/>
              </a:rPr>
              <a:t>:</a:t>
            </a:r>
            <a:endParaRPr sz="3200">
              <a:latin typeface="Calibri"/>
              <a:cs typeface="Calibri"/>
            </a:endParaRPr>
          </a:p>
        </p:txBody>
      </p:sp>
      <p:sp>
        <p:nvSpPr>
          <p:cNvPr id="5" name="object 5"/>
          <p:cNvSpPr txBox="1"/>
          <p:nvPr/>
        </p:nvSpPr>
        <p:spPr>
          <a:xfrm>
            <a:off x="4235322" y="2559278"/>
            <a:ext cx="2005330" cy="1196340"/>
          </a:xfrm>
          <a:prstGeom prst="rect">
            <a:avLst/>
          </a:prstGeom>
        </p:spPr>
        <p:txBody>
          <a:bodyPr vert="horz" wrap="square" lIns="0" tIns="12065" rIns="0" bIns="0" rtlCol="0">
            <a:spAutoFit/>
          </a:bodyPr>
          <a:lstStyle/>
          <a:p>
            <a:pPr marL="12700" marR="5080">
              <a:lnSpc>
                <a:spcPct val="120100"/>
              </a:lnSpc>
              <a:spcBef>
                <a:spcPts val="95"/>
              </a:spcBef>
            </a:pPr>
            <a:r>
              <a:rPr sz="3200" dirty="0">
                <a:latin typeface="Calibri"/>
                <a:cs typeface="Calibri"/>
              </a:rPr>
              <a:t>A</a:t>
            </a:r>
            <a:r>
              <a:rPr sz="3200" spc="-20"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Symbol"/>
                <a:cs typeface="Symbol"/>
              </a:rPr>
              <a:t></a:t>
            </a:r>
            <a:r>
              <a:rPr sz="3200" dirty="0">
                <a:latin typeface="Calibri"/>
                <a:cs typeface="Calibri"/>
              </a:rPr>
              <a:t>A</a:t>
            </a:r>
            <a:r>
              <a:rPr sz="3200" spc="-10" dirty="0">
                <a:latin typeface="Calibri"/>
                <a:cs typeface="Calibri"/>
              </a:rPr>
              <a:t> </a:t>
            </a:r>
            <a:r>
              <a:rPr sz="3200" dirty="0">
                <a:latin typeface="Calibri"/>
                <a:cs typeface="Calibri"/>
              </a:rPr>
              <a:t>=</a:t>
            </a:r>
            <a:r>
              <a:rPr sz="3200" spc="-15" dirty="0">
                <a:latin typeface="Calibri"/>
                <a:cs typeface="Calibri"/>
              </a:rPr>
              <a:t> </a:t>
            </a:r>
            <a:r>
              <a:rPr sz="3200" spc="-50" dirty="0">
                <a:latin typeface="Calibri"/>
                <a:cs typeface="Calibri"/>
              </a:rPr>
              <a:t>U </a:t>
            </a:r>
            <a:r>
              <a:rPr sz="3200" dirty="0">
                <a:latin typeface="Calibri"/>
                <a:cs typeface="Calibri"/>
              </a:rPr>
              <a:t>A</a:t>
            </a:r>
            <a:r>
              <a:rPr sz="3200" spc="-20"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Symbol"/>
                <a:cs typeface="Symbol"/>
              </a:rPr>
              <a:t></a:t>
            </a:r>
            <a:r>
              <a:rPr sz="3200" dirty="0">
                <a:latin typeface="Calibri"/>
                <a:cs typeface="Calibri"/>
              </a:rPr>
              <a:t>A</a:t>
            </a:r>
            <a:r>
              <a:rPr sz="3200" spc="-10" dirty="0">
                <a:latin typeface="Calibri"/>
                <a:cs typeface="Calibri"/>
              </a:rPr>
              <a:t> </a:t>
            </a:r>
            <a:r>
              <a:rPr sz="3200" dirty="0">
                <a:latin typeface="Calibri"/>
                <a:cs typeface="Calibri"/>
              </a:rPr>
              <a:t>=</a:t>
            </a:r>
            <a:r>
              <a:rPr sz="3200" spc="-15" dirty="0">
                <a:latin typeface="Calibri"/>
                <a:cs typeface="Calibri"/>
              </a:rPr>
              <a:t> </a:t>
            </a:r>
            <a:r>
              <a:rPr sz="3200" spc="-50" dirty="0">
                <a:latin typeface="Symbol"/>
                <a:cs typeface="Symbol"/>
              </a:rPr>
              <a:t></a:t>
            </a:r>
            <a:endParaRPr sz="3200">
              <a:latin typeface="Symbol"/>
              <a:cs typeface="Symbol"/>
            </a:endParaRPr>
          </a:p>
        </p:txBody>
      </p:sp>
      <p:sp>
        <p:nvSpPr>
          <p:cNvPr id="6" name="object 6"/>
          <p:cNvSpPr txBox="1"/>
          <p:nvPr/>
        </p:nvSpPr>
        <p:spPr>
          <a:xfrm>
            <a:off x="459740" y="3824096"/>
            <a:ext cx="2335530" cy="513715"/>
          </a:xfrm>
          <a:prstGeom prst="rect">
            <a:avLst/>
          </a:prstGeom>
        </p:spPr>
        <p:txBody>
          <a:bodyPr vert="horz" wrap="square" lIns="0" tIns="12700" rIns="0" bIns="0" rtlCol="0">
            <a:spAutoFit/>
          </a:bodyPr>
          <a:lstStyle/>
          <a:p>
            <a:pPr marL="12700">
              <a:lnSpc>
                <a:spcPct val="100000"/>
              </a:lnSpc>
              <a:spcBef>
                <a:spcPts val="100"/>
              </a:spcBef>
            </a:pPr>
            <a:r>
              <a:rPr sz="3200" b="1" dirty="0">
                <a:latin typeface="Calibri"/>
                <a:cs typeface="Calibri"/>
              </a:rPr>
              <a:t>vii)</a:t>
            </a:r>
            <a:r>
              <a:rPr sz="3200" b="1" spc="-35" dirty="0">
                <a:latin typeface="Calibri"/>
                <a:cs typeface="Calibri"/>
              </a:rPr>
              <a:t> </a:t>
            </a:r>
            <a:r>
              <a:rPr sz="3200" dirty="0">
                <a:latin typeface="Calibri"/>
                <a:cs typeface="Calibri"/>
              </a:rPr>
              <a:t>Thống</a:t>
            </a:r>
            <a:r>
              <a:rPr sz="3200" spc="-5" dirty="0">
                <a:latin typeface="Calibri"/>
                <a:cs typeface="Calibri"/>
              </a:rPr>
              <a:t> </a:t>
            </a:r>
            <a:r>
              <a:rPr sz="3200" dirty="0">
                <a:latin typeface="Calibri"/>
                <a:cs typeface="Calibri"/>
              </a:rPr>
              <a:t>trị</a:t>
            </a:r>
            <a:r>
              <a:rPr sz="3200" spc="-45" dirty="0">
                <a:latin typeface="Calibri"/>
                <a:cs typeface="Calibri"/>
              </a:rPr>
              <a:t> </a:t>
            </a:r>
            <a:r>
              <a:rPr sz="3200" spc="-50" dirty="0">
                <a:latin typeface="Calibri"/>
                <a:cs typeface="Calibri"/>
              </a:rPr>
              <a:t>:</a:t>
            </a:r>
            <a:endParaRPr sz="3200">
              <a:latin typeface="Calibri"/>
              <a:cs typeface="Calibri"/>
            </a:endParaRPr>
          </a:p>
        </p:txBody>
      </p:sp>
      <p:sp>
        <p:nvSpPr>
          <p:cNvPr id="7" name="object 7"/>
          <p:cNvSpPr txBox="1"/>
          <p:nvPr/>
        </p:nvSpPr>
        <p:spPr>
          <a:xfrm>
            <a:off x="4235322" y="4314737"/>
            <a:ext cx="1814830" cy="1196975"/>
          </a:xfrm>
          <a:prstGeom prst="rect">
            <a:avLst/>
          </a:prstGeom>
        </p:spPr>
        <p:txBody>
          <a:bodyPr vert="horz" wrap="square" lIns="0" tIns="110489" rIns="0" bIns="0" rtlCol="0">
            <a:spAutoFit/>
          </a:bodyPr>
          <a:lstStyle/>
          <a:p>
            <a:pPr marL="12700">
              <a:lnSpc>
                <a:spcPct val="100000"/>
              </a:lnSpc>
              <a:spcBef>
                <a:spcPts val="869"/>
              </a:spcBef>
            </a:pPr>
            <a:r>
              <a:rPr sz="3200" dirty="0">
                <a:latin typeface="Calibri"/>
                <a:cs typeface="Calibri"/>
              </a:rPr>
              <a:t>A</a:t>
            </a:r>
            <a:r>
              <a:rPr sz="3200" spc="-5" dirty="0">
                <a:latin typeface="Calibri"/>
                <a:cs typeface="Calibri"/>
              </a:rPr>
              <a:t> </a:t>
            </a:r>
            <a:r>
              <a:rPr sz="3200" dirty="0">
                <a:latin typeface="Symbol"/>
                <a:cs typeface="Symbol"/>
              </a:rPr>
              <a:t></a:t>
            </a:r>
            <a:r>
              <a:rPr sz="3200" spc="-5" dirty="0">
                <a:latin typeface="Times New Roman"/>
                <a:cs typeface="Times New Roman"/>
              </a:rPr>
              <a:t> </a:t>
            </a:r>
            <a:r>
              <a:rPr sz="3200" dirty="0">
                <a:latin typeface="Calibri"/>
                <a:cs typeface="Calibri"/>
              </a:rPr>
              <a:t>U</a:t>
            </a:r>
            <a:r>
              <a:rPr sz="3200" spc="-15" dirty="0">
                <a:latin typeface="Calibri"/>
                <a:cs typeface="Calibri"/>
              </a:rPr>
              <a:t> </a:t>
            </a:r>
            <a:r>
              <a:rPr sz="3200" dirty="0">
                <a:latin typeface="Calibri"/>
                <a:cs typeface="Calibri"/>
              </a:rPr>
              <a:t>=</a:t>
            </a:r>
            <a:r>
              <a:rPr sz="3200" spc="-5" dirty="0">
                <a:latin typeface="Calibri"/>
                <a:cs typeface="Calibri"/>
              </a:rPr>
              <a:t> </a:t>
            </a:r>
            <a:r>
              <a:rPr sz="3200" spc="-50" dirty="0">
                <a:latin typeface="Calibri"/>
                <a:cs typeface="Calibri"/>
              </a:rPr>
              <a:t>U</a:t>
            </a:r>
            <a:endParaRPr sz="3200">
              <a:latin typeface="Calibri"/>
              <a:cs typeface="Calibri"/>
            </a:endParaRPr>
          </a:p>
          <a:p>
            <a:pPr marL="12700">
              <a:lnSpc>
                <a:spcPct val="100000"/>
              </a:lnSpc>
              <a:spcBef>
                <a:spcPts val="770"/>
              </a:spcBef>
            </a:pPr>
            <a:r>
              <a:rPr sz="3200" dirty="0">
                <a:latin typeface="Calibri"/>
                <a:cs typeface="Calibri"/>
              </a:rPr>
              <a:t>A</a:t>
            </a:r>
            <a:r>
              <a:rPr sz="3200" spc="-15" dirty="0">
                <a:latin typeface="Calibri"/>
                <a:cs typeface="Calibri"/>
              </a:rPr>
              <a:t> </a:t>
            </a:r>
            <a:r>
              <a:rPr sz="3200" dirty="0">
                <a:latin typeface="Symbol"/>
                <a:cs typeface="Symbol"/>
              </a:rPr>
              <a:t></a:t>
            </a:r>
            <a:r>
              <a:rPr sz="3200" spc="-95" dirty="0">
                <a:latin typeface="Times New Roman"/>
                <a:cs typeface="Times New Roman"/>
              </a:rPr>
              <a:t> </a:t>
            </a:r>
            <a:r>
              <a:rPr sz="3200" dirty="0">
                <a:latin typeface="Symbol"/>
                <a:cs typeface="Symbol"/>
              </a:rPr>
              <a:t></a:t>
            </a:r>
            <a:r>
              <a:rPr sz="3200" spc="-80" dirty="0">
                <a:latin typeface="Times New Roman"/>
                <a:cs typeface="Times New Roman"/>
              </a:rPr>
              <a:t> </a:t>
            </a:r>
            <a:r>
              <a:rPr sz="3200" dirty="0">
                <a:latin typeface="Calibri"/>
                <a:cs typeface="Calibri"/>
              </a:rPr>
              <a:t>=</a:t>
            </a:r>
            <a:r>
              <a:rPr sz="3200" spc="-15" dirty="0">
                <a:latin typeface="Calibri"/>
                <a:cs typeface="Calibri"/>
              </a:rPr>
              <a:t> </a:t>
            </a:r>
            <a:r>
              <a:rPr sz="3200" spc="-60" dirty="0">
                <a:latin typeface="Symbol"/>
                <a:cs typeface="Symbol"/>
              </a:rPr>
              <a:t></a:t>
            </a:r>
            <a:endParaRPr sz="3200">
              <a:latin typeface="Symbol"/>
              <a:cs typeface="Symbol"/>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88900">
              <a:lnSpc>
                <a:spcPct val="100000"/>
              </a:lnSpc>
              <a:spcBef>
                <a:spcPts val="100"/>
              </a:spcBef>
            </a:pPr>
            <a:r>
              <a:rPr sz="3200" b="1" dirty="0">
                <a:latin typeface="Calibri"/>
                <a:cs typeface="Calibri"/>
              </a:rPr>
              <a:t>Bài</a:t>
            </a:r>
            <a:r>
              <a:rPr sz="3200" b="1" spc="-30" dirty="0">
                <a:latin typeface="Calibri"/>
                <a:cs typeface="Calibri"/>
              </a:rPr>
              <a:t> </a:t>
            </a:r>
            <a:r>
              <a:rPr sz="3200" b="1" dirty="0">
                <a:latin typeface="Calibri"/>
                <a:cs typeface="Calibri"/>
              </a:rPr>
              <a:t>tập</a:t>
            </a:r>
            <a:r>
              <a:rPr sz="3200" b="1" spc="-25" dirty="0">
                <a:latin typeface="Calibri"/>
                <a:cs typeface="Calibri"/>
              </a:rPr>
              <a:t> </a:t>
            </a:r>
            <a:r>
              <a:rPr sz="3200" b="1" dirty="0">
                <a:latin typeface="Calibri"/>
                <a:cs typeface="Calibri"/>
              </a:rPr>
              <a:t>tại</a:t>
            </a:r>
            <a:r>
              <a:rPr sz="3200" b="1" spc="-40" dirty="0">
                <a:latin typeface="Calibri"/>
                <a:cs typeface="Calibri"/>
              </a:rPr>
              <a:t> </a:t>
            </a:r>
            <a:r>
              <a:rPr sz="3200" b="1" dirty="0">
                <a:latin typeface="Calibri"/>
                <a:cs typeface="Calibri"/>
              </a:rPr>
              <a:t>lớp</a:t>
            </a:r>
            <a:r>
              <a:rPr sz="3200" b="1" spc="-25" dirty="0">
                <a:latin typeface="Calibri"/>
                <a:cs typeface="Calibri"/>
              </a:rPr>
              <a:t> </a:t>
            </a:r>
            <a:r>
              <a:rPr sz="3200" b="1" spc="-50" dirty="0">
                <a:latin typeface="Calibri"/>
                <a:cs typeface="Calibri"/>
              </a:rPr>
              <a:t>:</a:t>
            </a:r>
            <a:endParaRPr sz="3200">
              <a:latin typeface="Calibri"/>
              <a:cs typeface="Calibri"/>
            </a:endParaRPr>
          </a:p>
        </p:txBody>
      </p:sp>
      <p:sp>
        <p:nvSpPr>
          <p:cNvPr id="3" name="object 3"/>
          <p:cNvSpPr txBox="1"/>
          <p:nvPr/>
        </p:nvSpPr>
        <p:spPr>
          <a:xfrm>
            <a:off x="459740" y="879094"/>
            <a:ext cx="8305165" cy="1123315"/>
          </a:xfrm>
          <a:prstGeom prst="rect">
            <a:avLst/>
          </a:prstGeom>
        </p:spPr>
        <p:txBody>
          <a:bodyPr vert="horz" wrap="square" lIns="0" tIns="12700" rIns="0" bIns="0" rtlCol="0">
            <a:spAutoFit/>
          </a:bodyPr>
          <a:lstStyle/>
          <a:p>
            <a:pPr marL="527685" marR="5080" indent="-515620">
              <a:lnSpc>
                <a:spcPct val="100000"/>
              </a:lnSpc>
              <a:spcBef>
                <a:spcPts val="100"/>
              </a:spcBef>
              <a:tabLst>
                <a:tab pos="527685" algn="l"/>
              </a:tabLst>
            </a:pPr>
            <a:r>
              <a:rPr sz="2400" spc="-25" dirty="0">
                <a:latin typeface="Calibri"/>
                <a:cs typeface="Calibri"/>
              </a:rPr>
              <a:t>1.</a:t>
            </a:r>
            <a:r>
              <a:rPr sz="2400" dirty="0">
                <a:latin typeface="Calibri"/>
                <a:cs typeface="Calibri"/>
              </a:rPr>
              <a:t>	Xét</a:t>
            </a:r>
            <a:r>
              <a:rPr sz="2400" spc="-45" dirty="0">
                <a:latin typeface="Calibri"/>
                <a:cs typeface="Calibri"/>
              </a:rPr>
              <a:t> </a:t>
            </a:r>
            <a:r>
              <a:rPr sz="2400" dirty="0">
                <a:latin typeface="Calibri"/>
                <a:cs typeface="Calibri"/>
              </a:rPr>
              <a:t>các</a:t>
            </a:r>
            <a:r>
              <a:rPr sz="2400" spc="-55" dirty="0">
                <a:latin typeface="Calibri"/>
                <a:cs typeface="Calibri"/>
              </a:rPr>
              <a:t> </a:t>
            </a:r>
            <a:r>
              <a:rPr sz="2400" dirty="0">
                <a:latin typeface="Calibri"/>
                <a:cs typeface="Calibri"/>
              </a:rPr>
              <a:t>tập</a:t>
            </a:r>
            <a:r>
              <a:rPr sz="2400" spc="-45" dirty="0">
                <a:latin typeface="Calibri"/>
                <a:cs typeface="Calibri"/>
              </a:rPr>
              <a:t> </a:t>
            </a:r>
            <a:r>
              <a:rPr sz="2400" dirty="0">
                <a:latin typeface="Calibri"/>
                <a:cs typeface="Calibri"/>
              </a:rPr>
              <a:t>hợp</a:t>
            </a:r>
            <a:r>
              <a:rPr sz="2400" spc="-40" dirty="0">
                <a:latin typeface="Calibri"/>
                <a:cs typeface="Calibri"/>
              </a:rPr>
              <a:t> </a:t>
            </a:r>
            <a:r>
              <a:rPr sz="2400" dirty="0">
                <a:latin typeface="Calibri"/>
                <a:cs typeface="Calibri"/>
              </a:rPr>
              <a:t>con</a:t>
            </a:r>
            <a:r>
              <a:rPr sz="2400" spc="-40" dirty="0">
                <a:latin typeface="Calibri"/>
                <a:cs typeface="Calibri"/>
              </a:rPr>
              <a:t> </a:t>
            </a:r>
            <a:r>
              <a:rPr sz="2400" dirty="0">
                <a:latin typeface="Calibri"/>
                <a:cs typeface="Calibri"/>
              </a:rPr>
              <a:t>A,</a:t>
            </a:r>
            <a:r>
              <a:rPr sz="2400" spc="-35" dirty="0">
                <a:latin typeface="Calibri"/>
                <a:cs typeface="Calibri"/>
              </a:rPr>
              <a:t> </a:t>
            </a:r>
            <a:r>
              <a:rPr sz="2400" dirty="0">
                <a:latin typeface="Calibri"/>
                <a:cs typeface="Calibri"/>
              </a:rPr>
              <a:t>B,</a:t>
            </a:r>
            <a:r>
              <a:rPr sz="2400" spc="-35" dirty="0">
                <a:latin typeface="Calibri"/>
                <a:cs typeface="Calibri"/>
              </a:rPr>
              <a:t> </a:t>
            </a:r>
            <a:r>
              <a:rPr sz="2400" dirty="0">
                <a:latin typeface="Calibri"/>
                <a:cs typeface="Calibri"/>
              </a:rPr>
              <a:t>C,</a:t>
            </a:r>
            <a:r>
              <a:rPr sz="2400" spc="-45" dirty="0">
                <a:latin typeface="Calibri"/>
                <a:cs typeface="Calibri"/>
              </a:rPr>
              <a:t> </a:t>
            </a:r>
            <a:r>
              <a:rPr sz="2400" dirty="0">
                <a:latin typeface="Calibri"/>
                <a:cs typeface="Calibri"/>
              </a:rPr>
              <a:t>D</a:t>
            </a:r>
            <a:r>
              <a:rPr sz="2400" spc="-55" dirty="0">
                <a:latin typeface="Calibri"/>
                <a:cs typeface="Calibri"/>
              </a:rPr>
              <a:t> </a:t>
            </a:r>
            <a:r>
              <a:rPr sz="2400" dirty="0">
                <a:latin typeface="Calibri"/>
                <a:cs typeface="Calibri"/>
              </a:rPr>
              <a:t>của</a:t>
            </a:r>
            <a:r>
              <a:rPr sz="2400" spc="-35" dirty="0">
                <a:latin typeface="Calibri"/>
                <a:cs typeface="Calibri"/>
              </a:rPr>
              <a:t> </a:t>
            </a:r>
            <a:r>
              <a:rPr sz="2400" dirty="0">
                <a:latin typeface="Calibri"/>
                <a:cs typeface="Calibri"/>
              </a:rPr>
              <a:t>tập</a:t>
            </a:r>
            <a:r>
              <a:rPr sz="2400" spc="-45" dirty="0">
                <a:latin typeface="Calibri"/>
                <a:cs typeface="Calibri"/>
              </a:rPr>
              <a:t> </a:t>
            </a:r>
            <a:r>
              <a:rPr sz="2400" dirty="0">
                <a:latin typeface="Calibri"/>
                <a:cs typeface="Calibri"/>
              </a:rPr>
              <a:t>vũ</a:t>
            </a:r>
            <a:r>
              <a:rPr sz="2400" spc="-40" dirty="0">
                <a:latin typeface="Calibri"/>
                <a:cs typeface="Calibri"/>
              </a:rPr>
              <a:t> </a:t>
            </a:r>
            <a:r>
              <a:rPr sz="2400" dirty="0">
                <a:latin typeface="Calibri"/>
                <a:cs typeface="Calibri"/>
              </a:rPr>
              <a:t>trụ</a:t>
            </a:r>
            <a:r>
              <a:rPr sz="2400" spc="-40" dirty="0">
                <a:latin typeface="Calibri"/>
                <a:cs typeface="Calibri"/>
              </a:rPr>
              <a:t> </a:t>
            </a:r>
            <a:r>
              <a:rPr sz="2400" dirty="0">
                <a:latin typeface="Calibri"/>
                <a:cs typeface="Calibri"/>
              </a:rPr>
              <a:t>U,</a:t>
            </a:r>
            <a:r>
              <a:rPr sz="2400" spc="-35" dirty="0">
                <a:latin typeface="Calibri"/>
                <a:cs typeface="Calibri"/>
              </a:rPr>
              <a:t> </a:t>
            </a:r>
            <a:r>
              <a:rPr sz="2400" dirty="0">
                <a:latin typeface="Calibri"/>
                <a:cs typeface="Calibri"/>
              </a:rPr>
              <a:t>hãy</a:t>
            </a:r>
            <a:r>
              <a:rPr sz="2400" spc="-35" dirty="0">
                <a:latin typeface="Calibri"/>
                <a:cs typeface="Calibri"/>
              </a:rPr>
              <a:t> </a:t>
            </a:r>
            <a:r>
              <a:rPr sz="2400" dirty="0">
                <a:latin typeface="Calibri"/>
                <a:cs typeface="Calibri"/>
              </a:rPr>
              <a:t>cho</a:t>
            </a:r>
            <a:r>
              <a:rPr sz="2400" spc="-55" dirty="0">
                <a:latin typeface="Calibri"/>
                <a:cs typeface="Calibri"/>
              </a:rPr>
              <a:t> </a:t>
            </a:r>
            <a:r>
              <a:rPr sz="2400" dirty="0">
                <a:latin typeface="Calibri"/>
                <a:cs typeface="Calibri"/>
              </a:rPr>
              <a:t>biết</a:t>
            </a:r>
            <a:r>
              <a:rPr sz="2400" spc="-40" dirty="0">
                <a:latin typeface="Calibri"/>
                <a:cs typeface="Calibri"/>
              </a:rPr>
              <a:t> </a:t>
            </a:r>
            <a:r>
              <a:rPr sz="2400" spc="-25" dirty="0">
                <a:latin typeface="Calibri"/>
                <a:cs typeface="Calibri"/>
              </a:rPr>
              <a:t>qui </a:t>
            </a:r>
            <a:r>
              <a:rPr sz="2400" dirty="0">
                <a:latin typeface="Calibri"/>
                <a:cs typeface="Calibri"/>
              </a:rPr>
              <a:t>luật</a:t>
            </a:r>
            <a:r>
              <a:rPr sz="2400" spc="-55" dirty="0">
                <a:latin typeface="Calibri"/>
                <a:cs typeface="Calibri"/>
              </a:rPr>
              <a:t> </a:t>
            </a:r>
            <a:r>
              <a:rPr sz="2400" dirty="0">
                <a:latin typeface="Calibri"/>
                <a:cs typeface="Calibri"/>
              </a:rPr>
              <a:t>nào</a:t>
            </a:r>
            <a:r>
              <a:rPr sz="2400" spc="-45" dirty="0">
                <a:latin typeface="Calibri"/>
                <a:cs typeface="Calibri"/>
              </a:rPr>
              <a:t> </a:t>
            </a:r>
            <a:r>
              <a:rPr sz="2400" dirty="0">
                <a:latin typeface="Calibri"/>
                <a:cs typeface="Calibri"/>
              </a:rPr>
              <a:t>của</a:t>
            </a:r>
            <a:r>
              <a:rPr sz="2400" spc="-45" dirty="0">
                <a:latin typeface="Calibri"/>
                <a:cs typeface="Calibri"/>
              </a:rPr>
              <a:t> </a:t>
            </a:r>
            <a:r>
              <a:rPr sz="2400" dirty="0">
                <a:latin typeface="Calibri"/>
                <a:cs typeface="Calibri"/>
              </a:rPr>
              <a:t>Lý</a:t>
            </a:r>
            <a:r>
              <a:rPr sz="2400" spc="-40" dirty="0">
                <a:latin typeface="Calibri"/>
                <a:cs typeface="Calibri"/>
              </a:rPr>
              <a:t> </a:t>
            </a:r>
            <a:r>
              <a:rPr sz="2400" dirty="0">
                <a:latin typeface="Calibri"/>
                <a:cs typeface="Calibri"/>
              </a:rPr>
              <a:t>thuyết</a:t>
            </a:r>
            <a:r>
              <a:rPr sz="2400" spc="-75" dirty="0">
                <a:latin typeface="Calibri"/>
                <a:cs typeface="Calibri"/>
              </a:rPr>
              <a:t> </a:t>
            </a:r>
            <a:r>
              <a:rPr sz="2400" dirty="0">
                <a:latin typeface="Calibri"/>
                <a:cs typeface="Calibri"/>
              </a:rPr>
              <a:t>tập</a:t>
            </a:r>
            <a:r>
              <a:rPr sz="2400" spc="-55" dirty="0">
                <a:latin typeface="Calibri"/>
                <a:cs typeface="Calibri"/>
              </a:rPr>
              <a:t> </a:t>
            </a:r>
            <a:r>
              <a:rPr sz="2400" dirty="0">
                <a:latin typeface="Calibri"/>
                <a:cs typeface="Calibri"/>
              </a:rPr>
              <a:t>hợp</a:t>
            </a:r>
            <a:r>
              <a:rPr sz="2400" spc="-45" dirty="0">
                <a:latin typeface="Calibri"/>
                <a:cs typeface="Calibri"/>
              </a:rPr>
              <a:t> </a:t>
            </a:r>
            <a:r>
              <a:rPr sz="2400" dirty="0">
                <a:latin typeface="Calibri"/>
                <a:cs typeface="Calibri"/>
              </a:rPr>
              <a:t>được</a:t>
            </a:r>
            <a:r>
              <a:rPr sz="2400" spc="-50" dirty="0">
                <a:latin typeface="Calibri"/>
                <a:cs typeface="Calibri"/>
              </a:rPr>
              <a:t> </a:t>
            </a:r>
            <a:r>
              <a:rPr sz="2400" dirty="0">
                <a:latin typeface="Calibri"/>
                <a:cs typeface="Calibri"/>
              </a:rPr>
              <a:t>áp</a:t>
            </a:r>
            <a:r>
              <a:rPr sz="2400" spc="-45" dirty="0">
                <a:latin typeface="Calibri"/>
                <a:cs typeface="Calibri"/>
              </a:rPr>
              <a:t> </a:t>
            </a:r>
            <a:r>
              <a:rPr sz="2400" dirty="0">
                <a:latin typeface="Calibri"/>
                <a:cs typeface="Calibri"/>
              </a:rPr>
              <a:t>dụng</a:t>
            </a:r>
            <a:r>
              <a:rPr sz="2400" spc="-40" dirty="0">
                <a:latin typeface="Calibri"/>
                <a:cs typeface="Calibri"/>
              </a:rPr>
              <a:t> </a:t>
            </a:r>
            <a:r>
              <a:rPr sz="2400" dirty="0">
                <a:latin typeface="Calibri"/>
                <a:cs typeface="Calibri"/>
              </a:rPr>
              <a:t>trong</a:t>
            </a:r>
            <a:r>
              <a:rPr sz="2400" spc="-50" dirty="0">
                <a:latin typeface="Calibri"/>
                <a:cs typeface="Calibri"/>
              </a:rPr>
              <a:t> </a:t>
            </a:r>
            <a:r>
              <a:rPr sz="2400" dirty="0">
                <a:latin typeface="Calibri"/>
                <a:cs typeface="Calibri"/>
              </a:rPr>
              <a:t>các</a:t>
            </a:r>
            <a:r>
              <a:rPr sz="2400" spc="-55" dirty="0">
                <a:latin typeface="Calibri"/>
                <a:cs typeface="Calibri"/>
              </a:rPr>
              <a:t> </a:t>
            </a:r>
            <a:r>
              <a:rPr sz="2400" spc="-20" dirty="0">
                <a:latin typeface="Calibri"/>
                <a:cs typeface="Calibri"/>
              </a:rPr>
              <a:t>bước </a:t>
            </a:r>
            <a:r>
              <a:rPr sz="2400" dirty="0">
                <a:latin typeface="Calibri"/>
                <a:cs typeface="Calibri"/>
              </a:rPr>
              <a:t>đơn</a:t>
            </a:r>
            <a:r>
              <a:rPr sz="2400" spc="-20" dirty="0">
                <a:latin typeface="Calibri"/>
                <a:cs typeface="Calibri"/>
              </a:rPr>
              <a:t> </a:t>
            </a:r>
            <a:r>
              <a:rPr sz="2400" dirty="0">
                <a:latin typeface="Calibri"/>
                <a:cs typeface="Calibri"/>
              </a:rPr>
              <a:t>giản</a:t>
            </a:r>
            <a:r>
              <a:rPr sz="2400" spc="-30" dirty="0">
                <a:latin typeface="Calibri"/>
                <a:cs typeface="Calibri"/>
              </a:rPr>
              <a:t> </a:t>
            </a:r>
            <a:r>
              <a:rPr sz="2400" dirty="0">
                <a:latin typeface="Calibri"/>
                <a:cs typeface="Calibri"/>
              </a:rPr>
              <a:t>tập</a:t>
            </a:r>
            <a:r>
              <a:rPr sz="2400" spc="-20" dirty="0">
                <a:latin typeface="Calibri"/>
                <a:cs typeface="Calibri"/>
              </a:rPr>
              <a:t> </a:t>
            </a:r>
            <a:r>
              <a:rPr sz="2400" dirty="0">
                <a:latin typeface="Calibri"/>
                <a:cs typeface="Calibri"/>
              </a:rPr>
              <a:t>hợp</a:t>
            </a:r>
            <a:r>
              <a:rPr sz="2400" spc="-35" dirty="0">
                <a:latin typeface="Calibri"/>
                <a:cs typeface="Calibri"/>
              </a:rPr>
              <a:t> </a:t>
            </a:r>
            <a:r>
              <a:rPr sz="2400" dirty="0">
                <a:latin typeface="Calibri"/>
                <a:cs typeface="Calibri"/>
              </a:rPr>
              <a:t>dưới</a:t>
            </a:r>
            <a:r>
              <a:rPr sz="2400" spc="-10" dirty="0">
                <a:latin typeface="Calibri"/>
                <a:cs typeface="Calibri"/>
              </a:rPr>
              <a:t> </a:t>
            </a:r>
            <a:r>
              <a:rPr sz="2400" spc="-20" dirty="0">
                <a:latin typeface="Calibri"/>
                <a:cs typeface="Calibri"/>
              </a:rPr>
              <a:t>đây:</a:t>
            </a:r>
            <a:endParaRPr sz="2400">
              <a:latin typeface="Calibri"/>
              <a:cs typeface="Calibri"/>
            </a:endParaRPr>
          </a:p>
        </p:txBody>
      </p:sp>
      <p:graphicFrame>
        <p:nvGraphicFramePr>
          <p:cNvPr id="4" name="object 4"/>
          <p:cNvGraphicFramePr>
            <a:graphicFrameLocks noGrp="1"/>
          </p:cNvGraphicFramePr>
          <p:nvPr/>
        </p:nvGraphicFramePr>
        <p:xfrm>
          <a:off x="908050" y="2355850"/>
          <a:ext cx="7467600" cy="3200400"/>
        </p:xfrm>
        <a:graphic>
          <a:graphicData uri="http://schemas.openxmlformats.org/drawingml/2006/table">
            <a:tbl>
              <a:tblPr firstRow="1" bandRow="1">
                <a:tableStyleId>{2D5ABB26-0587-4C30-8999-92F81FD0307C}</a:tableStyleId>
              </a:tblPr>
              <a:tblGrid>
                <a:gridCol w="5040630">
                  <a:extLst>
                    <a:ext uri="{9D8B030D-6E8A-4147-A177-3AD203B41FA5}">
                      <a16:colId xmlns:a16="http://schemas.microsoft.com/office/drawing/2014/main" val="20000"/>
                    </a:ext>
                  </a:extLst>
                </a:gridCol>
                <a:gridCol w="2426970">
                  <a:extLst>
                    <a:ext uri="{9D8B030D-6E8A-4147-A177-3AD203B41FA5}">
                      <a16:colId xmlns:a16="http://schemas.microsoft.com/office/drawing/2014/main" val="20001"/>
                    </a:ext>
                  </a:extLst>
                </a:gridCol>
              </a:tblGrid>
              <a:tr h="457200">
                <a:tc>
                  <a:txBody>
                    <a:bodyPr/>
                    <a:lstStyle/>
                    <a:p>
                      <a:pPr algn="ctr">
                        <a:lnSpc>
                          <a:spcPct val="100000"/>
                        </a:lnSpc>
                        <a:spcBef>
                          <a:spcPts val="204"/>
                        </a:spcBef>
                      </a:pPr>
                      <a:r>
                        <a:rPr sz="2400" b="1" spc="-20" dirty="0">
                          <a:latin typeface="Calibri"/>
                          <a:cs typeface="Calibri"/>
                        </a:rPr>
                        <a:t>Bước</a:t>
                      </a:r>
                      <a:endParaRPr sz="2400">
                        <a:latin typeface="Calibri"/>
                        <a:cs typeface="Calibri"/>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76275">
                        <a:lnSpc>
                          <a:spcPct val="100000"/>
                        </a:lnSpc>
                        <a:spcBef>
                          <a:spcPts val="204"/>
                        </a:spcBef>
                        <a:tabLst>
                          <a:tab pos="1260475" algn="l"/>
                        </a:tabLst>
                      </a:pPr>
                      <a:r>
                        <a:rPr sz="2400" b="1" spc="-25" dirty="0">
                          <a:latin typeface="Calibri"/>
                          <a:cs typeface="Calibri"/>
                        </a:rPr>
                        <a:t>Qui</a:t>
                      </a:r>
                      <a:r>
                        <a:rPr sz="2400" b="1" dirty="0">
                          <a:latin typeface="Calibri"/>
                          <a:cs typeface="Calibri"/>
                        </a:rPr>
                        <a:t>	</a:t>
                      </a:r>
                      <a:r>
                        <a:rPr sz="2400" b="1" spc="-20" dirty="0">
                          <a:latin typeface="Calibri"/>
                          <a:cs typeface="Calibri"/>
                        </a:rPr>
                        <a:t>luật</a:t>
                      </a:r>
                      <a:endParaRPr sz="2400">
                        <a:latin typeface="Calibri"/>
                        <a:cs typeface="Calibri"/>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457200">
                <a:tc>
                  <a:txBody>
                    <a:bodyPr/>
                    <a:lstStyle/>
                    <a:p>
                      <a:pPr marL="91440">
                        <a:lnSpc>
                          <a:spcPct val="100000"/>
                        </a:lnSpc>
                        <a:spcBef>
                          <a:spcPts val="229"/>
                        </a:spcBef>
                      </a:pPr>
                      <a:r>
                        <a:rPr sz="2400" dirty="0">
                          <a:latin typeface="Calibri"/>
                          <a:cs typeface="Calibri"/>
                        </a:rPr>
                        <a:t>(A</a:t>
                      </a:r>
                      <a:r>
                        <a:rPr sz="2400" spc="-25" dirty="0">
                          <a:latin typeface="Calibri"/>
                          <a:cs typeface="Calibri"/>
                        </a:rPr>
                        <a:t> </a:t>
                      </a:r>
                      <a:r>
                        <a:rPr sz="2400" dirty="0">
                          <a:latin typeface="Symbol"/>
                          <a:cs typeface="Symbol"/>
                        </a:rPr>
                        <a:t></a:t>
                      </a:r>
                      <a:r>
                        <a:rPr sz="2400" spc="-70" dirty="0">
                          <a:latin typeface="Times New Roman"/>
                          <a:cs typeface="Times New Roman"/>
                        </a:rPr>
                        <a:t> </a:t>
                      </a:r>
                      <a:r>
                        <a:rPr sz="2400" dirty="0">
                          <a:latin typeface="Calibri"/>
                          <a:cs typeface="Calibri"/>
                        </a:rPr>
                        <a:t>B)</a:t>
                      </a:r>
                      <a:r>
                        <a:rPr sz="2400" spc="-20" dirty="0">
                          <a:latin typeface="Calibri"/>
                          <a:cs typeface="Calibri"/>
                        </a:rPr>
                        <a:t> </a:t>
                      </a:r>
                      <a:r>
                        <a:rPr sz="2400" dirty="0">
                          <a:latin typeface="Symbol"/>
                          <a:cs typeface="Symbol"/>
                        </a:rPr>
                        <a:t></a:t>
                      </a:r>
                      <a:r>
                        <a:rPr sz="2400" spc="-70" dirty="0">
                          <a:latin typeface="Times New Roman"/>
                          <a:cs typeface="Times New Roman"/>
                        </a:rPr>
                        <a:t> </a:t>
                      </a:r>
                      <a:r>
                        <a:rPr sz="2400" dirty="0">
                          <a:latin typeface="Calibri"/>
                          <a:cs typeface="Calibri"/>
                        </a:rPr>
                        <a:t>[B</a:t>
                      </a:r>
                      <a:r>
                        <a:rPr sz="2400" spc="-10" dirty="0">
                          <a:latin typeface="Calibri"/>
                          <a:cs typeface="Calibri"/>
                        </a:rPr>
                        <a:t> </a:t>
                      </a:r>
                      <a:r>
                        <a:rPr sz="2400" dirty="0">
                          <a:latin typeface="Symbol"/>
                          <a:cs typeface="Symbol"/>
                        </a:rPr>
                        <a:t></a:t>
                      </a:r>
                      <a:r>
                        <a:rPr sz="2400" spc="-70" dirty="0">
                          <a:latin typeface="Times New Roman"/>
                          <a:cs typeface="Times New Roman"/>
                        </a:rPr>
                        <a:t> </a:t>
                      </a:r>
                      <a:r>
                        <a:rPr sz="2400" dirty="0">
                          <a:latin typeface="Calibri"/>
                          <a:cs typeface="Calibri"/>
                        </a:rPr>
                        <a:t>((C</a:t>
                      </a:r>
                      <a:r>
                        <a:rPr sz="2400" spc="-25" dirty="0">
                          <a:latin typeface="Calibri"/>
                          <a:cs typeface="Calibri"/>
                        </a:rPr>
                        <a:t> </a:t>
                      </a:r>
                      <a:r>
                        <a:rPr sz="2400" dirty="0">
                          <a:latin typeface="Symbol"/>
                          <a:cs typeface="Symbol"/>
                        </a:rPr>
                        <a:t></a:t>
                      </a:r>
                      <a:r>
                        <a:rPr sz="2400" spc="-70" dirty="0">
                          <a:latin typeface="Times New Roman"/>
                          <a:cs typeface="Times New Roman"/>
                        </a:rPr>
                        <a:t> </a:t>
                      </a:r>
                      <a:r>
                        <a:rPr sz="2400" dirty="0">
                          <a:latin typeface="Calibri"/>
                          <a:cs typeface="Calibri"/>
                        </a:rPr>
                        <a:t>D)</a:t>
                      </a:r>
                      <a:r>
                        <a:rPr sz="2400" spc="-20" dirty="0">
                          <a:latin typeface="Calibri"/>
                          <a:cs typeface="Calibri"/>
                        </a:rPr>
                        <a:t> </a:t>
                      </a:r>
                      <a:r>
                        <a:rPr sz="2400" dirty="0">
                          <a:latin typeface="Symbol"/>
                          <a:cs typeface="Symbol"/>
                        </a:rPr>
                        <a:t></a:t>
                      </a:r>
                      <a:r>
                        <a:rPr sz="2400" spc="-70" dirty="0">
                          <a:latin typeface="Times New Roman"/>
                          <a:cs typeface="Times New Roman"/>
                        </a:rPr>
                        <a:t> </a:t>
                      </a:r>
                      <a:r>
                        <a:rPr sz="2400" dirty="0">
                          <a:latin typeface="Calibri"/>
                          <a:cs typeface="Calibri"/>
                        </a:rPr>
                        <a:t>(C</a:t>
                      </a:r>
                      <a:r>
                        <a:rPr sz="2400" spc="-20" dirty="0">
                          <a:latin typeface="Calibri"/>
                          <a:cs typeface="Calibri"/>
                        </a:rPr>
                        <a:t> </a:t>
                      </a:r>
                      <a:r>
                        <a:rPr sz="2400" dirty="0">
                          <a:latin typeface="Symbol"/>
                          <a:cs typeface="Symbol"/>
                        </a:rPr>
                        <a:t></a:t>
                      </a:r>
                      <a:r>
                        <a:rPr sz="2400" spc="-70" dirty="0">
                          <a:latin typeface="Times New Roman"/>
                          <a:cs typeface="Times New Roman"/>
                        </a:rPr>
                        <a:t> </a:t>
                      </a:r>
                      <a:r>
                        <a:rPr sz="2400" spc="-10" dirty="0">
                          <a:latin typeface="Symbol"/>
                          <a:cs typeface="Symbol"/>
                        </a:rPr>
                        <a:t></a:t>
                      </a:r>
                      <a:r>
                        <a:rPr sz="2400" spc="-10" dirty="0">
                          <a:latin typeface="Calibri"/>
                          <a:cs typeface="Calibri"/>
                        </a:rPr>
                        <a:t>D))]</a:t>
                      </a:r>
                      <a:endParaRPr sz="2400">
                        <a:latin typeface="Calibri"/>
                        <a:cs typeface="Calibri"/>
                      </a:endParaRPr>
                    </a:p>
                  </a:txBody>
                  <a:tcPr marL="0" marR="0" marT="2920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04"/>
                        </a:spcBef>
                      </a:pPr>
                      <a:r>
                        <a:rPr sz="2400" spc="-25" dirty="0">
                          <a:latin typeface="Calibri"/>
                          <a:cs typeface="Calibri"/>
                        </a:rPr>
                        <a:t>1.</a:t>
                      </a:r>
                      <a:endParaRPr sz="2400">
                        <a:latin typeface="Calibri"/>
                        <a:cs typeface="Calibri"/>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457200">
                <a:tc>
                  <a:txBody>
                    <a:bodyPr/>
                    <a:lstStyle/>
                    <a:p>
                      <a:pPr marL="91440">
                        <a:lnSpc>
                          <a:spcPct val="100000"/>
                        </a:lnSpc>
                        <a:spcBef>
                          <a:spcPts val="235"/>
                        </a:spcBef>
                      </a:pPr>
                      <a:r>
                        <a:rPr sz="2400" dirty="0">
                          <a:latin typeface="Calibri"/>
                          <a:cs typeface="Calibri"/>
                        </a:rPr>
                        <a:t>=</a:t>
                      </a:r>
                      <a:r>
                        <a:rPr sz="2400" spc="-10" dirty="0">
                          <a:latin typeface="Calibri"/>
                          <a:cs typeface="Calibri"/>
                        </a:rPr>
                        <a:t> </a:t>
                      </a:r>
                      <a:r>
                        <a:rPr sz="2400" dirty="0">
                          <a:latin typeface="Calibri"/>
                          <a:cs typeface="Calibri"/>
                        </a:rPr>
                        <a:t>(A</a:t>
                      </a:r>
                      <a:r>
                        <a:rPr sz="2400" spc="-10" dirty="0">
                          <a:latin typeface="Calibri"/>
                          <a:cs typeface="Calibri"/>
                        </a:rPr>
                        <a:t> </a:t>
                      </a:r>
                      <a:r>
                        <a:rPr sz="2400" dirty="0">
                          <a:latin typeface="Symbol"/>
                          <a:cs typeface="Symbol"/>
                        </a:rPr>
                        <a:t></a:t>
                      </a:r>
                      <a:r>
                        <a:rPr sz="2400" spc="-75" dirty="0">
                          <a:latin typeface="Times New Roman"/>
                          <a:cs typeface="Times New Roman"/>
                        </a:rPr>
                        <a:t> </a:t>
                      </a:r>
                      <a:r>
                        <a:rPr sz="2400" dirty="0">
                          <a:latin typeface="Calibri"/>
                          <a:cs typeface="Calibri"/>
                        </a:rPr>
                        <a:t>B)</a:t>
                      </a:r>
                      <a:r>
                        <a:rPr sz="2400" spc="-20" dirty="0">
                          <a:latin typeface="Calibri"/>
                          <a:cs typeface="Calibri"/>
                        </a:rPr>
                        <a:t> </a:t>
                      </a:r>
                      <a:r>
                        <a:rPr sz="2400" dirty="0">
                          <a:latin typeface="Symbol"/>
                          <a:cs typeface="Symbol"/>
                        </a:rPr>
                        <a:t></a:t>
                      </a:r>
                      <a:r>
                        <a:rPr sz="2400" spc="-70" dirty="0">
                          <a:latin typeface="Times New Roman"/>
                          <a:cs typeface="Times New Roman"/>
                        </a:rPr>
                        <a:t> </a:t>
                      </a:r>
                      <a:r>
                        <a:rPr sz="2400" dirty="0">
                          <a:latin typeface="Calibri"/>
                          <a:cs typeface="Calibri"/>
                        </a:rPr>
                        <a:t>[B</a:t>
                      </a:r>
                      <a:r>
                        <a:rPr sz="2400" spc="-10" dirty="0">
                          <a:latin typeface="Calibri"/>
                          <a:cs typeface="Calibri"/>
                        </a:rPr>
                        <a:t> </a:t>
                      </a:r>
                      <a:r>
                        <a:rPr sz="2400" dirty="0">
                          <a:latin typeface="Symbol"/>
                          <a:cs typeface="Symbol"/>
                        </a:rPr>
                        <a:t></a:t>
                      </a:r>
                      <a:r>
                        <a:rPr sz="2400" spc="-70" dirty="0">
                          <a:latin typeface="Times New Roman"/>
                          <a:cs typeface="Times New Roman"/>
                        </a:rPr>
                        <a:t> </a:t>
                      </a:r>
                      <a:r>
                        <a:rPr sz="2400" dirty="0">
                          <a:latin typeface="Calibri"/>
                          <a:cs typeface="Calibri"/>
                        </a:rPr>
                        <a:t>(C</a:t>
                      </a:r>
                      <a:r>
                        <a:rPr sz="2400" spc="-30" dirty="0">
                          <a:latin typeface="Calibri"/>
                          <a:cs typeface="Calibri"/>
                        </a:rPr>
                        <a:t> </a:t>
                      </a:r>
                      <a:r>
                        <a:rPr sz="2400" dirty="0">
                          <a:latin typeface="Symbol"/>
                          <a:cs typeface="Symbol"/>
                        </a:rPr>
                        <a:t></a:t>
                      </a:r>
                      <a:r>
                        <a:rPr sz="2400" spc="-70" dirty="0">
                          <a:latin typeface="Times New Roman"/>
                          <a:cs typeface="Times New Roman"/>
                        </a:rPr>
                        <a:t> </a:t>
                      </a:r>
                      <a:r>
                        <a:rPr sz="2400" dirty="0">
                          <a:latin typeface="Calibri"/>
                          <a:cs typeface="Calibri"/>
                        </a:rPr>
                        <a:t>(D</a:t>
                      </a:r>
                      <a:r>
                        <a:rPr sz="2400" spc="-15" dirty="0">
                          <a:latin typeface="Calibri"/>
                          <a:cs typeface="Calibri"/>
                        </a:rPr>
                        <a:t> </a:t>
                      </a:r>
                      <a:r>
                        <a:rPr sz="2400" dirty="0">
                          <a:latin typeface="Symbol"/>
                          <a:cs typeface="Symbol"/>
                        </a:rPr>
                        <a:t></a:t>
                      </a:r>
                      <a:r>
                        <a:rPr sz="2400" spc="-75" dirty="0">
                          <a:latin typeface="Times New Roman"/>
                          <a:cs typeface="Times New Roman"/>
                        </a:rPr>
                        <a:t> </a:t>
                      </a:r>
                      <a:r>
                        <a:rPr sz="2400" spc="-20" dirty="0">
                          <a:latin typeface="Symbol"/>
                          <a:cs typeface="Symbol"/>
                        </a:rPr>
                        <a:t></a:t>
                      </a:r>
                      <a:r>
                        <a:rPr sz="2400" spc="-20" dirty="0">
                          <a:latin typeface="Calibri"/>
                          <a:cs typeface="Calibri"/>
                        </a:rPr>
                        <a:t>D)]</a:t>
                      </a:r>
                      <a:endParaRPr sz="2400">
                        <a:latin typeface="Calibri"/>
                        <a:cs typeface="Calibri"/>
                      </a:endParaRPr>
                    </a:p>
                  </a:txBody>
                  <a:tcPr marL="0" marR="0" marT="298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10"/>
                        </a:spcBef>
                      </a:pPr>
                      <a:r>
                        <a:rPr sz="2400" spc="-25" dirty="0">
                          <a:latin typeface="Calibri"/>
                          <a:cs typeface="Calibri"/>
                        </a:rPr>
                        <a:t>2.</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457200">
                <a:tc>
                  <a:txBody>
                    <a:bodyPr/>
                    <a:lstStyle/>
                    <a:p>
                      <a:pPr marL="91440">
                        <a:lnSpc>
                          <a:spcPct val="100000"/>
                        </a:lnSpc>
                        <a:spcBef>
                          <a:spcPts val="235"/>
                        </a:spcBef>
                      </a:pPr>
                      <a:r>
                        <a:rPr sz="2400" dirty="0">
                          <a:latin typeface="Calibri"/>
                          <a:cs typeface="Calibri"/>
                        </a:rPr>
                        <a:t>=</a:t>
                      </a:r>
                      <a:r>
                        <a:rPr sz="2400" spc="-10" dirty="0">
                          <a:latin typeface="Calibri"/>
                          <a:cs typeface="Calibri"/>
                        </a:rPr>
                        <a:t> </a:t>
                      </a:r>
                      <a:r>
                        <a:rPr sz="2400" dirty="0">
                          <a:latin typeface="Calibri"/>
                          <a:cs typeface="Calibri"/>
                        </a:rPr>
                        <a:t>(A</a:t>
                      </a:r>
                      <a:r>
                        <a:rPr sz="2400" spc="-10" dirty="0">
                          <a:latin typeface="Calibri"/>
                          <a:cs typeface="Calibri"/>
                        </a:rPr>
                        <a:t> </a:t>
                      </a:r>
                      <a:r>
                        <a:rPr sz="2400" dirty="0">
                          <a:latin typeface="Symbol"/>
                          <a:cs typeface="Symbol"/>
                        </a:rPr>
                        <a:t></a:t>
                      </a:r>
                      <a:r>
                        <a:rPr sz="2400" spc="-75" dirty="0">
                          <a:latin typeface="Times New Roman"/>
                          <a:cs typeface="Times New Roman"/>
                        </a:rPr>
                        <a:t> </a:t>
                      </a:r>
                      <a:r>
                        <a:rPr sz="2400" dirty="0">
                          <a:latin typeface="Calibri"/>
                          <a:cs typeface="Calibri"/>
                        </a:rPr>
                        <a:t>B)</a:t>
                      </a:r>
                      <a:r>
                        <a:rPr sz="2400" spc="-20" dirty="0">
                          <a:latin typeface="Calibri"/>
                          <a:cs typeface="Calibri"/>
                        </a:rPr>
                        <a:t> </a:t>
                      </a:r>
                      <a:r>
                        <a:rPr sz="2400" dirty="0">
                          <a:latin typeface="Symbol"/>
                          <a:cs typeface="Symbol"/>
                        </a:rPr>
                        <a:t></a:t>
                      </a:r>
                      <a:r>
                        <a:rPr sz="2400" spc="-70" dirty="0">
                          <a:latin typeface="Times New Roman"/>
                          <a:cs typeface="Times New Roman"/>
                        </a:rPr>
                        <a:t> </a:t>
                      </a:r>
                      <a:r>
                        <a:rPr sz="2400" dirty="0">
                          <a:latin typeface="Calibri"/>
                          <a:cs typeface="Calibri"/>
                        </a:rPr>
                        <a:t>[B</a:t>
                      </a:r>
                      <a:r>
                        <a:rPr sz="2400" spc="-10" dirty="0">
                          <a:latin typeface="Calibri"/>
                          <a:cs typeface="Calibri"/>
                        </a:rPr>
                        <a:t> </a:t>
                      </a:r>
                      <a:r>
                        <a:rPr sz="2400" dirty="0">
                          <a:latin typeface="Symbol"/>
                          <a:cs typeface="Symbol"/>
                        </a:rPr>
                        <a:t></a:t>
                      </a:r>
                      <a:r>
                        <a:rPr sz="2400" spc="-70" dirty="0">
                          <a:latin typeface="Times New Roman"/>
                          <a:cs typeface="Times New Roman"/>
                        </a:rPr>
                        <a:t> </a:t>
                      </a:r>
                      <a:r>
                        <a:rPr sz="2400" dirty="0">
                          <a:latin typeface="Calibri"/>
                          <a:cs typeface="Calibri"/>
                        </a:rPr>
                        <a:t>(C</a:t>
                      </a:r>
                      <a:r>
                        <a:rPr sz="2400" spc="-30" dirty="0">
                          <a:latin typeface="Calibri"/>
                          <a:cs typeface="Calibri"/>
                        </a:rPr>
                        <a:t> </a:t>
                      </a:r>
                      <a:r>
                        <a:rPr sz="2400" dirty="0">
                          <a:latin typeface="Symbol"/>
                          <a:cs typeface="Symbol"/>
                        </a:rPr>
                        <a:t></a:t>
                      </a:r>
                      <a:r>
                        <a:rPr sz="2400" spc="-70" dirty="0">
                          <a:latin typeface="Times New Roman"/>
                          <a:cs typeface="Times New Roman"/>
                        </a:rPr>
                        <a:t> </a:t>
                      </a:r>
                      <a:r>
                        <a:rPr sz="2400" spc="-25" dirty="0">
                          <a:latin typeface="Calibri"/>
                          <a:cs typeface="Calibri"/>
                        </a:rPr>
                        <a:t>U)]</a:t>
                      </a:r>
                      <a:endParaRPr sz="2400">
                        <a:latin typeface="Calibri"/>
                        <a:cs typeface="Calibri"/>
                      </a:endParaRPr>
                    </a:p>
                  </a:txBody>
                  <a:tcPr marL="0" marR="0" marT="298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10"/>
                        </a:spcBef>
                      </a:pPr>
                      <a:r>
                        <a:rPr sz="2400" spc="-25" dirty="0">
                          <a:latin typeface="Calibri"/>
                          <a:cs typeface="Calibri"/>
                        </a:rPr>
                        <a:t>3.</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457200">
                <a:tc>
                  <a:txBody>
                    <a:bodyPr/>
                    <a:lstStyle/>
                    <a:p>
                      <a:pPr marL="91440">
                        <a:lnSpc>
                          <a:spcPct val="100000"/>
                        </a:lnSpc>
                        <a:spcBef>
                          <a:spcPts val="235"/>
                        </a:spcBef>
                      </a:pPr>
                      <a:r>
                        <a:rPr sz="2400" dirty="0">
                          <a:latin typeface="Calibri"/>
                          <a:cs typeface="Calibri"/>
                        </a:rPr>
                        <a:t>=</a:t>
                      </a:r>
                      <a:r>
                        <a:rPr sz="2400" spc="-10" dirty="0">
                          <a:latin typeface="Calibri"/>
                          <a:cs typeface="Calibri"/>
                        </a:rPr>
                        <a:t> </a:t>
                      </a:r>
                      <a:r>
                        <a:rPr sz="2400" dirty="0">
                          <a:latin typeface="Calibri"/>
                          <a:cs typeface="Calibri"/>
                        </a:rPr>
                        <a:t>(A</a:t>
                      </a:r>
                      <a:r>
                        <a:rPr sz="2400" spc="-10" dirty="0">
                          <a:latin typeface="Calibri"/>
                          <a:cs typeface="Calibri"/>
                        </a:rPr>
                        <a:t> </a:t>
                      </a:r>
                      <a:r>
                        <a:rPr sz="2400" dirty="0">
                          <a:latin typeface="Symbol"/>
                          <a:cs typeface="Symbol"/>
                        </a:rPr>
                        <a:t></a:t>
                      </a:r>
                      <a:r>
                        <a:rPr sz="2400" spc="-75" dirty="0">
                          <a:latin typeface="Times New Roman"/>
                          <a:cs typeface="Times New Roman"/>
                        </a:rPr>
                        <a:t> </a:t>
                      </a:r>
                      <a:r>
                        <a:rPr sz="2400" dirty="0">
                          <a:latin typeface="Calibri"/>
                          <a:cs typeface="Calibri"/>
                        </a:rPr>
                        <a:t>B)</a:t>
                      </a:r>
                      <a:r>
                        <a:rPr sz="2400" spc="-20" dirty="0">
                          <a:latin typeface="Calibri"/>
                          <a:cs typeface="Calibri"/>
                        </a:rPr>
                        <a:t> </a:t>
                      </a:r>
                      <a:r>
                        <a:rPr sz="2400" dirty="0">
                          <a:latin typeface="Symbol"/>
                          <a:cs typeface="Symbol"/>
                        </a:rPr>
                        <a:t></a:t>
                      </a:r>
                      <a:r>
                        <a:rPr sz="2400" spc="-75" dirty="0">
                          <a:latin typeface="Times New Roman"/>
                          <a:cs typeface="Times New Roman"/>
                        </a:rPr>
                        <a:t> </a:t>
                      </a:r>
                      <a:r>
                        <a:rPr sz="2400" dirty="0">
                          <a:latin typeface="Calibri"/>
                          <a:cs typeface="Calibri"/>
                        </a:rPr>
                        <a:t>(B</a:t>
                      </a:r>
                      <a:r>
                        <a:rPr sz="2400" spc="-10" dirty="0">
                          <a:latin typeface="Calibri"/>
                          <a:cs typeface="Calibri"/>
                        </a:rPr>
                        <a:t> </a:t>
                      </a:r>
                      <a:r>
                        <a:rPr sz="2400" dirty="0">
                          <a:latin typeface="Symbol"/>
                          <a:cs typeface="Symbol"/>
                        </a:rPr>
                        <a:t></a:t>
                      </a:r>
                      <a:r>
                        <a:rPr sz="2400" spc="-85" dirty="0">
                          <a:latin typeface="Times New Roman"/>
                          <a:cs typeface="Times New Roman"/>
                        </a:rPr>
                        <a:t> </a:t>
                      </a:r>
                      <a:r>
                        <a:rPr sz="2400" spc="-25" dirty="0">
                          <a:latin typeface="Calibri"/>
                          <a:cs typeface="Calibri"/>
                        </a:rPr>
                        <a:t>C)</a:t>
                      </a:r>
                      <a:endParaRPr sz="2400">
                        <a:latin typeface="Calibri"/>
                        <a:cs typeface="Calibri"/>
                      </a:endParaRPr>
                    </a:p>
                  </a:txBody>
                  <a:tcPr marL="0" marR="0" marT="298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10"/>
                        </a:spcBef>
                      </a:pPr>
                      <a:r>
                        <a:rPr sz="2400" spc="-25" dirty="0">
                          <a:latin typeface="Calibri"/>
                          <a:cs typeface="Calibri"/>
                        </a:rPr>
                        <a:t>4.</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457200">
                <a:tc>
                  <a:txBody>
                    <a:bodyPr/>
                    <a:lstStyle/>
                    <a:p>
                      <a:pPr marL="91440">
                        <a:lnSpc>
                          <a:spcPct val="100000"/>
                        </a:lnSpc>
                        <a:spcBef>
                          <a:spcPts val="235"/>
                        </a:spcBef>
                      </a:pPr>
                      <a:r>
                        <a:rPr sz="2400" dirty="0">
                          <a:latin typeface="Calibri"/>
                          <a:cs typeface="Calibri"/>
                        </a:rPr>
                        <a:t>=</a:t>
                      </a:r>
                      <a:r>
                        <a:rPr sz="2400" spc="-5" dirty="0">
                          <a:latin typeface="Calibri"/>
                          <a:cs typeface="Calibri"/>
                        </a:rPr>
                        <a:t> </a:t>
                      </a:r>
                      <a:r>
                        <a:rPr sz="2400" dirty="0">
                          <a:latin typeface="Calibri"/>
                          <a:cs typeface="Calibri"/>
                        </a:rPr>
                        <a:t>(B</a:t>
                      </a:r>
                      <a:r>
                        <a:rPr sz="2400" spc="-25" dirty="0">
                          <a:latin typeface="Calibri"/>
                          <a:cs typeface="Calibri"/>
                        </a:rPr>
                        <a:t> </a:t>
                      </a:r>
                      <a:r>
                        <a:rPr sz="2400" dirty="0">
                          <a:latin typeface="Symbol"/>
                          <a:cs typeface="Symbol"/>
                        </a:rPr>
                        <a:t></a:t>
                      </a:r>
                      <a:r>
                        <a:rPr sz="2400" spc="-75" dirty="0">
                          <a:latin typeface="Times New Roman"/>
                          <a:cs typeface="Times New Roman"/>
                        </a:rPr>
                        <a:t> </a:t>
                      </a:r>
                      <a:r>
                        <a:rPr sz="2400" dirty="0">
                          <a:latin typeface="Calibri"/>
                          <a:cs typeface="Calibri"/>
                        </a:rPr>
                        <a:t>A)</a:t>
                      </a:r>
                      <a:r>
                        <a:rPr sz="2400" spc="-10" dirty="0">
                          <a:latin typeface="Calibri"/>
                          <a:cs typeface="Calibri"/>
                        </a:rPr>
                        <a:t> </a:t>
                      </a:r>
                      <a:r>
                        <a:rPr sz="2400" dirty="0">
                          <a:latin typeface="Symbol"/>
                          <a:cs typeface="Symbol"/>
                        </a:rPr>
                        <a:t></a:t>
                      </a:r>
                      <a:r>
                        <a:rPr sz="2400" spc="-75" dirty="0">
                          <a:latin typeface="Times New Roman"/>
                          <a:cs typeface="Times New Roman"/>
                        </a:rPr>
                        <a:t> </a:t>
                      </a:r>
                      <a:r>
                        <a:rPr sz="2400" dirty="0">
                          <a:latin typeface="Calibri"/>
                          <a:cs typeface="Calibri"/>
                        </a:rPr>
                        <a:t>(B</a:t>
                      </a:r>
                      <a:r>
                        <a:rPr sz="2400" spc="-15" dirty="0">
                          <a:latin typeface="Calibri"/>
                          <a:cs typeface="Calibri"/>
                        </a:rPr>
                        <a:t> </a:t>
                      </a:r>
                      <a:r>
                        <a:rPr sz="2400" dirty="0">
                          <a:latin typeface="Symbol"/>
                          <a:cs typeface="Symbol"/>
                        </a:rPr>
                        <a:t></a:t>
                      </a:r>
                      <a:r>
                        <a:rPr sz="2400" spc="-90" dirty="0">
                          <a:latin typeface="Times New Roman"/>
                          <a:cs typeface="Times New Roman"/>
                        </a:rPr>
                        <a:t> </a:t>
                      </a:r>
                      <a:r>
                        <a:rPr sz="2400" spc="-25" dirty="0">
                          <a:latin typeface="Calibri"/>
                          <a:cs typeface="Calibri"/>
                        </a:rPr>
                        <a:t>C)</a:t>
                      </a:r>
                      <a:endParaRPr sz="2400">
                        <a:latin typeface="Calibri"/>
                        <a:cs typeface="Calibri"/>
                      </a:endParaRPr>
                    </a:p>
                  </a:txBody>
                  <a:tcPr marL="0" marR="0" marT="298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10"/>
                        </a:spcBef>
                      </a:pPr>
                      <a:r>
                        <a:rPr sz="2400" spc="-25" dirty="0">
                          <a:latin typeface="Calibri"/>
                          <a:cs typeface="Calibri"/>
                        </a:rPr>
                        <a:t>5.</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457200">
                <a:tc>
                  <a:txBody>
                    <a:bodyPr/>
                    <a:lstStyle/>
                    <a:p>
                      <a:pPr marL="91440">
                        <a:lnSpc>
                          <a:spcPct val="100000"/>
                        </a:lnSpc>
                        <a:spcBef>
                          <a:spcPts val="235"/>
                        </a:spcBef>
                      </a:pPr>
                      <a:r>
                        <a:rPr sz="2400" dirty="0">
                          <a:latin typeface="Calibri"/>
                          <a:cs typeface="Calibri"/>
                        </a:rPr>
                        <a:t>=</a:t>
                      </a:r>
                      <a:r>
                        <a:rPr sz="2400" spc="-10" dirty="0">
                          <a:latin typeface="Calibri"/>
                          <a:cs typeface="Calibri"/>
                        </a:rPr>
                        <a:t> </a:t>
                      </a:r>
                      <a:r>
                        <a:rPr sz="2400" dirty="0">
                          <a:latin typeface="Calibri"/>
                          <a:cs typeface="Calibri"/>
                        </a:rPr>
                        <a:t>B</a:t>
                      </a:r>
                      <a:r>
                        <a:rPr sz="2400" spc="-10" dirty="0">
                          <a:latin typeface="Calibri"/>
                          <a:cs typeface="Calibri"/>
                        </a:rPr>
                        <a:t> </a:t>
                      </a:r>
                      <a:r>
                        <a:rPr sz="2400" dirty="0">
                          <a:latin typeface="Symbol"/>
                          <a:cs typeface="Symbol"/>
                        </a:rPr>
                        <a:t></a:t>
                      </a:r>
                      <a:r>
                        <a:rPr sz="2400" spc="-75" dirty="0">
                          <a:latin typeface="Times New Roman"/>
                          <a:cs typeface="Times New Roman"/>
                        </a:rPr>
                        <a:t> </a:t>
                      </a:r>
                      <a:r>
                        <a:rPr sz="2400" dirty="0">
                          <a:latin typeface="Calibri"/>
                          <a:cs typeface="Calibri"/>
                        </a:rPr>
                        <a:t>(A</a:t>
                      </a:r>
                      <a:r>
                        <a:rPr sz="2400" spc="-10" dirty="0">
                          <a:latin typeface="Calibri"/>
                          <a:cs typeface="Calibri"/>
                        </a:rPr>
                        <a:t> </a:t>
                      </a:r>
                      <a:r>
                        <a:rPr sz="2400" dirty="0">
                          <a:latin typeface="Symbol"/>
                          <a:cs typeface="Symbol"/>
                        </a:rPr>
                        <a:t></a:t>
                      </a:r>
                      <a:r>
                        <a:rPr sz="2400" spc="-75" dirty="0">
                          <a:latin typeface="Times New Roman"/>
                          <a:cs typeface="Times New Roman"/>
                        </a:rPr>
                        <a:t> </a:t>
                      </a:r>
                      <a:r>
                        <a:rPr sz="2400" spc="-25" dirty="0">
                          <a:latin typeface="Calibri"/>
                          <a:cs typeface="Calibri"/>
                        </a:rPr>
                        <a:t>C)</a:t>
                      </a:r>
                      <a:endParaRPr sz="2400">
                        <a:latin typeface="Calibri"/>
                        <a:cs typeface="Calibri"/>
                      </a:endParaRPr>
                    </a:p>
                  </a:txBody>
                  <a:tcPr marL="0" marR="0" marT="298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88900">
              <a:lnSpc>
                <a:spcPct val="100000"/>
              </a:lnSpc>
              <a:spcBef>
                <a:spcPts val="100"/>
              </a:spcBef>
            </a:pPr>
            <a:r>
              <a:rPr sz="3200" b="1" dirty="0">
                <a:latin typeface="Calibri"/>
                <a:cs typeface="Calibri"/>
              </a:rPr>
              <a:t>Bài</a:t>
            </a:r>
            <a:r>
              <a:rPr sz="3200" b="1" spc="-30" dirty="0">
                <a:latin typeface="Calibri"/>
                <a:cs typeface="Calibri"/>
              </a:rPr>
              <a:t> </a:t>
            </a:r>
            <a:r>
              <a:rPr sz="3200" b="1" dirty="0">
                <a:latin typeface="Calibri"/>
                <a:cs typeface="Calibri"/>
              </a:rPr>
              <a:t>tập</a:t>
            </a:r>
            <a:r>
              <a:rPr sz="3200" b="1" spc="-25" dirty="0">
                <a:latin typeface="Calibri"/>
                <a:cs typeface="Calibri"/>
              </a:rPr>
              <a:t> </a:t>
            </a:r>
            <a:r>
              <a:rPr sz="3200" b="1" dirty="0">
                <a:latin typeface="Calibri"/>
                <a:cs typeface="Calibri"/>
              </a:rPr>
              <a:t>tại</a:t>
            </a:r>
            <a:r>
              <a:rPr sz="3200" b="1" spc="-40" dirty="0">
                <a:latin typeface="Calibri"/>
                <a:cs typeface="Calibri"/>
              </a:rPr>
              <a:t> </a:t>
            </a:r>
            <a:r>
              <a:rPr sz="3200" b="1" dirty="0">
                <a:latin typeface="Calibri"/>
                <a:cs typeface="Calibri"/>
              </a:rPr>
              <a:t>lớp</a:t>
            </a:r>
            <a:r>
              <a:rPr sz="3200" b="1" spc="-25" dirty="0">
                <a:latin typeface="Calibri"/>
                <a:cs typeface="Calibri"/>
              </a:rPr>
              <a:t> </a:t>
            </a:r>
            <a:r>
              <a:rPr sz="3200" b="1" spc="-50" dirty="0">
                <a:latin typeface="Calibri"/>
                <a:cs typeface="Calibri"/>
              </a:rPr>
              <a:t>:</a:t>
            </a:r>
            <a:endParaRPr sz="3200">
              <a:latin typeface="Calibri"/>
              <a:cs typeface="Calibri"/>
            </a:endParaRPr>
          </a:p>
        </p:txBody>
      </p:sp>
      <p:sp>
        <p:nvSpPr>
          <p:cNvPr id="3" name="object 3"/>
          <p:cNvSpPr txBox="1"/>
          <p:nvPr/>
        </p:nvSpPr>
        <p:spPr>
          <a:xfrm>
            <a:off x="459740" y="949198"/>
            <a:ext cx="7921625" cy="890905"/>
          </a:xfrm>
          <a:prstGeom prst="rect">
            <a:avLst/>
          </a:prstGeom>
        </p:spPr>
        <p:txBody>
          <a:bodyPr vert="horz" wrap="square" lIns="0" tIns="11430" rIns="0" bIns="0" rtlCol="0">
            <a:spAutoFit/>
          </a:bodyPr>
          <a:lstStyle/>
          <a:p>
            <a:pPr marL="12700" marR="5080">
              <a:lnSpc>
                <a:spcPts val="3460"/>
              </a:lnSpc>
              <a:spcBef>
                <a:spcPts val="90"/>
              </a:spcBef>
            </a:pPr>
            <a:r>
              <a:rPr sz="3200" dirty="0">
                <a:latin typeface="Calibri"/>
                <a:cs typeface="Calibri"/>
              </a:rPr>
              <a:t>2.</a:t>
            </a:r>
            <a:r>
              <a:rPr sz="3200" spc="-60" dirty="0">
                <a:latin typeface="Calibri"/>
                <a:cs typeface="Calibri"/>
              </a:rPr>
              <a:t> </a:t>
            </a:r>
            <a:r>
              <a:rPr sz="2800" dirty="0">
                <a:latin typeface="Calibri"/>
                <a:cs typeface="Calibri"/>
              </a:rPr>
              <a:t>Dùng</a:t>
            </a:r>
            <a:r>
              <a:rPr sz="2800" spc="-40" dirty="0">
                <a:latin typeface="Calibri"/>
                <a:cs typeface="Calibri"/>
              </a:rPr>
              <a:t> </a:t>
            </a:r>
            <a:r>
              <a:rPr sz="2800" dirty="0">
                <a:latin typeface="Calibri"/>
                <a:cs typeface="Calibri"/>
              </a:rPr>
              <a:t>các</a:t>
            </a:r>
            <a:r>
              <a:rPr sz="2800" spc="-55" dirty="0">
                <a:latin typeface="Calibri"/>
                <a:cs typeface="Calibri"/>
              </a:rPr>
              <a:t> </a:t>
            </a:r>
            <a:r>
              <a:rPr sz="2800" dirty="0">
                <a:latin typeface="Calibri"/>
                <a:cs typeface="Calibri"/>
              </a:rPr>
              <a:t>qui</a:t>
            </a:r>
            <a:r>
              <a:rPr sz="2800" spc="-55" dirty="0">
                <a:latin typeface="Calibri"/>
                <a:cs typeface="Calibri"/>
              </a:rPr>
              <a:t> </a:t>
            </a:r>
            <a:r>
              <a:rPr sz="2800" dirty="0">
                <a:latin typeface="Calibri"/>
                <a:cs typeface="Calibri"/>
              </a:rPr>
              <a:t>luật</a:t>
            </a:r>
            <a:r>
              <a:rPr sz="2800" spc="-50" dirty="0">
                <a:latin typeface="Calibri"/>
                <a:cs typeface="Calibri"/>
              </a:rPr>
              <a:t> </a:t>
            </a:r>
            <a:r>
              <a:rPr sz="2800" dirty="0">
                <a:latin typeface="Calibri"/>
                <a:cs typeface="Calibri"/>
              </a:rPr>
              <a:t>của</a:t>
            </a:r>
            <a:r>
              <a:rPr sz="2800" spc="-60" dirty="0">
                <a:latin typeface="Calibri"/>
                <a:cs typeface="Calibri"/>
              </a:rPr>
              <a:t> </a:t>
            </a:r>
            <a:r>
              <a:rPr sz="2800" dirty="0">
                <a:latin typeface="Calibri"/>
                <a:cs typeface="Calibri"/>
              </a:rPr>
              <a:t>Lý</a:t>
            </a:r>
            <a:r>
              <a:rPr sz="2800" spc="-55" dirty="0">
                <a:latin typeface="Calibri"/>
                <a:cs typeface="Calibri"/>
              </a:rPr>
              <a:t> </a:t>
            </a:r>
            <a:r>
              <a:rPr sz="2800" dirty="0">
                <a:latin typeface="Calibri"/>
                <a:cs typeface="Calibri"/>
              </a:rPr>
              <a:t>thuyết</a:t>
            </a:r>
            <a:r>
              <a:rPr sz="2800" spc="-45" dirty="0">
                <a:latin typeface="Calibri"/>
                <a:cs typeface="Calibri"/>
              </a:rPr>
              <a:t> </a:t>
            </a:r>
            <a:r>
              <a:rPr sz="2800" dirty="0">
                <a:latin typeface="Calibri"/>
                <a:cs typeface="Calibri"/>
              </a:rPr>
              <a:t>tập</a:t>
            </a:r>
            <a:r>
              <a:rPr sz="2800" spc="-65" dirty="0">
                <a:latin typeface="Calibri"/>
                <a:cs typeface="Calibri"/>
              </a:rPr>
              <a:t> </a:t>
            </a:r>
            <a:r>
              <a:rPr sz="2800" dirty="0">
                <a:latin typeface="Calibri"/>
                <a:cs typeface="Calibri"/>
              </a:rPr>
              <a:t>hợp</a:t>
            </a:r>
            <a:r>
              <a:rPr sz="2800" spc="-30" dirty="0">
                <a:latin typeface="Calibri"/>
                <a:cs typeface="Calibri"/>
              </a:rPr>
              <a:t> </a:t>
            </a:r>
            <a:r>
              <a:rPr sz="2800" dirty="0">
                <a:latin typeface="Calibri"/>
                <a:cs typeface="Calibri"/>
              </a:rPr>
              <a:t>để</a:t>
            </a:r>
            <a:r>
              <a:rPr sz="2800" spc="-60" dirty="0">
                <a:latin typeface="Calibri"/>
                <a:cs typeface="Calibri"/>
              </a:rPr>
              <a:t> </a:t>
            </a:r>
            <a:r>
              <a:rPr sz="2800" dirty="0">
                <a:latin typeface="Calibri"/>
                <a:cs typeface="Calibri"/>
              </a:rPr>
              <a:t>đơn</a:t>
            </a:r>
            <a:r>
              <a:rPr sz="2800" spc="-55" dirty="0">
                <a:latin typeface="Calibri"/>
                <a:cs typeface="Calibri"/>
              </a:rPr>
              <a:t> </a:t>
            </a:r>
            <a:r>
              <a:rPr sz="2800" spc="-20" dirty="0">
                <a:latin typeface="Calibri"/>
                <a:cs typeface="Calibri"/>
              </a:rPr>
              <a:t>giản </a:t>
            </a:r>
            <a:r>
              <a:rPr sz="2800" dirty="0">
                <a:latin typeface="Calibri"/>
                <a:cs typeface="Calibri"/>
              </a:rPr>
              <a:t>biểu</a:t>
            </a:r>
            <a:r>
              <a:rPr sz="2800" spc="-45" dirty="0">
                <a:latin typeface="Calibri"/>
                <a:cs typeface="Calibri"/>
              </a:rPr>
              <a:t> </a:t>
            </a:r>
            <a:r>
              <a:rPr sz="2800" dirty="0">
                <a:latin typeface="Calibri"/>
                <a:cs typeface="Calibri"/>
              </a:rPr>
              <a:t>thức</a:t>
            </a:r>
            <a:r>
              <a:rPr sz="2800" spc="-50" dirty="0">
                <a:latin typeface="Calibri"/>
                <a:cs typeface="Calibri"/>
              </a:rPr>
              <a:t> </a:t>
            </a:r>
            <a:r>
              <a:rPr sz="2800" dirty="0">
                <a:latin typeface="Calibri"/>
                <a:cs typeface="Calibri"/>
              </a:rPr>
              <a:t>dưới</a:t>
            </a:r>
            <a:r>
              <a:rPr sz="2800" spc="-35" dirty="0">
                <a:latin typeface="Calibri"/>
                <a:cs typeface="Calibri"/>
              </a:rPr>
              <a:t> </a:t>
            </a:r>
            <a:r>
              <a:rPr sz="2800" spc="-20" dirty="0">
                <a:latin typeface="Calibri"/>
                <a:cs typeface="Calibri"/>
              </a:rPr>
              <a:t>đây:</a:t>
            </a:r>
            <a:endParaRPr sz="2800">
              <a:latin typeface="Calibri"/>
              <a:cs typeface="Calibri"/>
            </a:endParaRPr>
          </a:p>
        </p:txBody>
      </p:sp>
      <p:graphicFrame>
        <p:nvGraphicFramePr>
          <p:cNvPr id="4" name="object 4"/>
          <p:cNvGraphicFramePr>
            <a:graphicFrameLocks noGrp="1"/>
          </p:cNvGraphicFramePr>
          <p:nvPr/>
        </p:nvGraphicFramePr>
        <p:xfrm>
          <a:off x="1365250" y="2355850"/>
          <a:ext cx="6096000" cy="3200400"/>
        </p:xfrm>
        <a:graphic>
          <a:graphicData uri="http://schemas.openxmlformats.org/drawingml/2006/table">
            <a:tbl>
              <a:tblPr firstRow="1" bandRow="1">
                <a:tableStyleId>{2D5ABB26-0587-4C30-8999-92F81FD0307C}</a:tableStyleId>
              </a:tblPr>
              <a:tblGrid>
                <a:gridCol w="4114800">
                  <a:extLst>
                    <a:ext uri="{9D8B030D-6E8A-4147-A177-3AD203B41FA5}">
                      <a16:colId xmlns:a16="http://schemas.microsoft.com/office/drawing/2014/main" val="20000"/>
                    </a:ext>
                  </a:extLst>
                </a:gridCol>
                <a:gridCol w="1981200">
                  <a:extLst>
                    <a:ext uri="{9D8B030D-6E8A-4147-A177-3AD203B41FA5}">
                      <a16:colId xmlns:a16="http://schemas.microsoft.com/office/drawing/2014/main" val="20001"/>
                    </a:ext>
                  </a:extLst>
                </a:gridCol>
              </a:tblGrid>
              <a:tr h="457200">
                <a:tc>
                  <a:txBody>
                    <a:bodyPr/>
                    <a:lstStyle/>
                    <a:p>
                      <a:pPr algn="ctr">
                        <a:lnSpc>
                          <a:spcPct val="100000"/>
                        </a:lnSpc>
                        <a:spcBef>
                          <a:spcPts val="204"/>
                        </a:spcBef>
                      </a:pPr>
                      <a:r>
                        <a:rPr sz="2400" b="1" spc="-20" dirty="0">
                          <a:latin typeface="Calibri"/>
                          <a:cs typeface="Calibri"/>
                        </a:rPr>
                        <a:t>Bước</a:t>
                      </a:r>
                      <a:endParaRPr sz="2400">
                        <a:latin typeface="Calibri"/>
                        <a:cs typeface="Calibri"/>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454025">
                        <a:lnSpc>
                          <a:spcPct val="100000"/>
                        </a:lnSpc>
                        <a:spcBef>
                          <a:spcPts val="204"/>
                        </a:spcBef>
                        <a:tabLst>
                          <a:tab pos="1037590" algn="l"/>
                        </a:tabLst>
                      </a:pPr>
                      <a:r>
                        <a:rPr sz="2400" b="1" spc="-25" dirty="0">
                          <a:latin typeface="Calibri"/>
                          <a:cs typeface="Calibri"/>
                        </a:rPr>
                        <a:t>Qui</a:t>
                      </a:r>
                      <a:r>
                        <a:rPr sz="2400" b="1" dirty="0">
                          <a:latin typeface="Calibri"/>
                          <a:cs typeface="Calibri"/>
                        </a:rPr>
                        <a:t>	</a:t>
                      </a:r>
                      <a:r>
                        <a:rPr sz="2400" b="1" spc="-20" dirty="0">
                          <a:latin typeface="Calibri"/>
                          <a:cs typeface="Calibri"/>
                        </a:rPr>
                        <a:t>luật</a:t>
                      </a:r>
                      <a:endParaRPr sz="2400">
                        <a:latin typeface="Calibri"/>
                        <a:cs typeface="Calibri"/>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457200">
                <a:tc>
                  <a:txBody>
                    <a:bodyPr/>
                    <a:lstStyle/>
                    <a:p>
                      <a:pPr marL="91440">
                        <a:lnSpc>
                          <a:spcPct val="100000"/>
                        </a:lnSpc>
                        <a:spcBef>
                          <a:spcPts val="229"/>
                        </a:spcBef>
                        <a:tabLst>
                          <a:tab pos="403860" algn="l"/>
                        </a:tabLst>
                      </a:pPr>
                      <a:r>
                        <a:rPr sz="2400" spc="-50" dirty="0">
                          <a:latin typeface="Calibri"/>
                          <a:cs typeface="Calibri"/>
                        </a:rPr>
                        <a:t>A</a:t>
                      </a:r>
                      <a:r>
                        <a:rPr sz="2400" dirty="0">
                          <a:latin typeface="Calibri"/>
                          <a:cs typeface="Calibri"/>
                        </a:rPr>
                        <a:t>	</a:t>
                      </a:r>
                      <a:r>
                        <a:rPr sz="2400" dirty="0">
                          <a:latin typeface="Symbol"/>
                          <a:cs typeface="Symbol"/>
                        </a:rPr>
                        <a:t></a:t>
                      </a:r>
                      <a:r>
                        <a:rPr sz="2400" spc="-75" dirty="0">
                          <a:latin typeface="Times New Roman"/>
                          <a:cs typeface="Times New Roman"/>
                        </a:rPr>
                        <a:t> </a:t>
                      </a:r>
                      <a:r>
                        <a:rPr sz="2400" dirty="0">
                          <a:latin typeface="Calibri"/>
                          <a:cs typeface="Calibri"/>
                        </a:rPr>
                        <a:t>[(B</a:t>
                      </a:r>
                      <a:r>
                        <a:rPr sz="2400" spc="-15" dirty="0">
                          <a:latin typeface="Calibri"/>
                          <a:cs typeface="Calibri"/>
                        </a:rPr>
                        <a:t> </a:t>
                      </a:r>
                      <a:r>
                        <a:rPr sz="2400" dirty="0">
                          <a:latin typeface="Symbol"/>
                          <a:cs typeface="Symbol"/>
                        </a:rPr>
                        <a:t></a:t>
                      </a:r>
                      <a:r>
                        <a:rPr sz="2400" spc="-70" dirty="0">
                          <a:latin typeface="Times New Roman"/>
                          <a:cs typeface="Times New Roman"/>
                        </a:rPr>
                        <a:t> </a:t>
                      </a:r>
                      <a:r>
                        <a:rPr sz="2400" dirty="0">
                          <a:latin typeface="Calibri"/>
                          <a:cs typeface="Calibri"/>
                        </a:rPr>
                        <a:t>C)</a:t>
                      </a:r>
                      <a:r>
                        <a:rPr sz="2400" spc="-15" dirty="0">
                          <a:latin typeface="Calibri"/>
                          <a:cs typeface="Calibri"/>
                        </a:rPr>
                        <a:t> </a:t>
                      </a:r>
                      <a:r>
                        <a:rPr sz="2400" dirty="0">
                          <a:latin typeface="Symbol"/>
                          <a:cs typeface="Symbol"/>
                        </a:rPr>
                        <a:t></a:t>
                      </a:r>
                      <a:r>
                        <a:rPr sz="2400" spc="-80" dirty="0">
                          <a:latin typeface="Times New Roman"/>
                          <a:cs typeface="Times New Roman"/>
                        </a:rPr>
                        <a:t> </a:t>
                      </a:r>
                      <a:r>
                        <a:rPr sz="2400" dirty="0">
                          <a:latin typeface="Calibri"/>
                          <a:cs typeface="Calibri"/>
                        </a:rPr>
                        <a:t>(</a:t>
                      </a:r>
                      <a:r>
                        <a:rPr sz="2400" dirty="0">
                          <a:latin typeface="Symbol"/>
                          <a:cs typeface="Symbol"/>
                        </a:rPr>
                        <a:t></a:t>
                      </a:r>
                      <a:r>
                        <a:rPr sz="2400" dirty="0">
                          <a:latin typeface="Calibri"/>
                          <a:cs typeface="Calibri"/>
                        </a:rPr>
                        <a:t>C</a:t>
                      </a:r>
                      <a:r>
                        <a:rPr sz="2400" spc="-20" dirty="0">
                          <a:latin typeface="Calibri"/>
                          <a:cs typeface="Calibri"/>
                        </a:rPr>
                        <a:t> </a:t>
                      </a:r>
                      <a:r>
                        <a:rPr sz="2400" dirty="0">
                          <a:latin typeface="Symbol"/>
                          <a:cs typeface="Symbol"/>
                        </a:rPr>
                        <a:t></a:t>
                      </a:r>
                      <a:r>
                        <a:rPr sz="2400" spc="-70" dirty="0">
                          <a:latin typeface="Times New Roman"/>
                          <a:cs typeface="Times New Roman"/>
                        </a:rPr>
                        <a:t> </a:t>
                      </a:r>
                      <a:r>
                        <a:rPr sz="2400" spc="-25" dirty="0">
                          <a:latin typeface="Calibri"/>
                          <a:cs typeface="Calibri"/>
                        </a:rPr>
                        <a:t>B)]</a:t>
                      </a:r>
                      <a:endParaRPr sz="2400">
                        <a:latin typeface="Calibri"/>
                        <a:cs typeface="Calibri"/>
                      </a:endParaRPr>
                    </a:p>
                  </a:txBody>
                  <a:tcPr marL="0" marR="0" marT="2920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04"/>
                        </a:spcBef>
                      </a:pPr>
                      <a:r>
                        <a:rPr sz="2400" spc="-25" dirty="0">
                          <a:latin typeface="Calibri"/>
                          <a:cs typeface="Calibri"/>
                        </a:rPr>
                        <a:t>1.</a:t>
                      </a:r>
                      <a:endParaRPr sz="2400">
                        <a:latin typeface="Calibri"/>
                        <a:cs typeface="Calibri"/>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457200">
                <a:tc>
                  <a:txBody>
                    <a:bodyPr/>
                    <a:lstStyle/>
                    <a:p>
                      <a:pPr marL="91440">
                        <a:lnSpc>
                          <a:spcPct val="100000"/>
                        </a:lnSpc>
                        <a:spcBef>
                          <a:spcPts val="210"/>
                        </a:spcBef>
                      </a:pPr>
                      <a:r>
                        <a:rPr sz="2400" dirty="0">
                          <a:latin typeface="Calibri"/>
                          <a:cs typeface="Calibri"/>
                        </a:rPr>
                        <a:t>=</a:t>
                      </a:r>
                      <a:r>
                        <a:rPr sz="2400" spc="-20" dirty="0">
                          <a:latin typeface="Calibri"/>
                          <a:cs typeface="Calibri"/>
                        </a:rPr>
                        <a:t> </a:t>
                      </a:r>
                      <a:r>
                        <a:rPr sz="2400" spc="-50" dirty="0">
                          <a:latin typeface="Calibri"/>
                          <a:cs typeface="Calibri"/>
                        </a:rPr>
                        <a:t>?</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457200">
                <a:tc>
                  <a:txBody>
                    <a:bodyPr/>
                    <a:lstStyle/>
                    <a:p>
                      <a:pPr>
                        <a:lnSpc>
                          <a:spcPct val="100000"/>
                        </a:lnSpc>
                      </a:pPr>
                      <a:endParaRPr sz="2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457200">
                <a:tc>
                  <a:txBody>
                    <a:bodyPr/>
                    <a:lstStyle/>
                    <a:p>
                      <a:pPr>
                        <a:lnSpc>
                          <a:spcPct val="100000"/>
                        </a:lnSpc>
                      </a:pPr>
                      <a:endParaRPr sz="2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457200">
                <a:tc>
                  <a:txBody>
                    <a:bodyPr/>
                    <a:lstStyle/>
                    <a:p>
                      <a:pPr>
                        <a:lnSpc>
                          <a:spcPct val="100000"/>
                        </a:lnSpc>
                      </a:pPr>
                      <a:endParaRPr sz="2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457200">
                <a:tc>
                  <a:txBody>
                    <a:bodyPr/>
                    <a:lstStyle/>
                    <a:p>
                      <a:pPr>
                        <a:lnSpc>
                          <a:spcPct val="100000"/>
                        </a:lnSpc>
                      </a:pPr>
                      <a:endParaRPr sz="2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215239"/>
            <a:ext cx="8332470" cy="4906010"/>
          </a:xfrm>
          <a:prstGeom prst="rect">
            <a:avLst/>
          </a:prstGeom>
        </p:spPr>
        <p:txBody>
          <a:bodyPr vert="horz" wrap="square" lIns="0" tIns="109855" rIns="0" bIns="0" rtlCol="0">
            <a:spAutoFit/>
          </a:bodyPr>
          <a:lstStyle/>
          <a:p>
            <a:pPr marL="623570" lvl="1" indent="-610870">
              <a:lnSpc>
                <a:spcPct val="100000"/>
              </a:lnSpc>
              <a:spcBef>
                <a:spcPts val="865"/>
              </a:spcBef>
              <a:buAutoNum type="arabicPeriod" startAt="2"/>
              <a:tabLst>
                <a:tab pos="623570" algn="l"/>
              </a:tabLst>
            </a:pPr>
            <a:r>
              <a:rPr sz="3200" b="1" dirty="0">
                <a:latin typeface="Calibri"/>
                <a:cs typeface="Calibri"/>
              </a:rPr>
              <a:t>Ánh</a:t>
            </a:r>
            <a:r>
              <a:rPr sz="3200" b="1" spc="-20" dirty="0">
                <a:latin typeface="Calibri"/>
                <a:cs typeface="Calibri"/>
              </a:rPr>
              <a:t> </a:t>
            </a:r>
            <a:r>
              <a:rPr sz="3200" b="1" spc="-25" dirty="0">
                <a:latin typeface="Calibri"/>
                <a:cs typeface="Calibri"/>
              </a:rPr>
              <a:t>xạ:</a:t>
            </a:r>
            <a:endParaRPr sz="3200">
              <a:latin typeface="Calibri"/>
              <a:cs typeface="Calibri"/>
            </a:endParaRPr>
          </a:p>
          <a:p>
            <a:pPr marL="938530" lvl="2" indent="-925830">
              <a:lnSpc>
                <a:spcPct val="100000"/>
              </a:lnSpc>
              <a:spcBef>
                <a:spcPts val="770"/>
              </a:spcBef>
              <a:buAutoNum type="arabicPeriod"/>
              <a:tabLst>
                <a:tab pos="938530" algn="l"/>
              </a:tabLst>
            </a:pPr>
            <a:r>
              <a:rPr sz="3200" b="1" dirty="0">
                <a:latin typeface="Calibri"/>
                <a:cs typeface="Calibri"/>
              </a:rPr>
              <a:t>Định </a:t>
            </a:r>
            <a:r>
              <a:rPr sz="3200" b="1" spc="-10" dirty="0">
                <a:latin typeface="Calibri"/>
                <a:cs typeface="Calibri"/>
              </a:rPr>
              <a:t>nghĩa:</a:t>
            </a:r>
            <a:endParaRPr sz="3200">
              <a:latin typeface="Calibri"/>
              <a:cs typeface="Calibri"/>
            </a:endParaRPr>
          </a:p>
          <a:p>
            <a:pPr marL="228600" lvl="3" indent="-215900">
              <a:lnSpc>
                <a:spcPct val="100000"/>
              </a:lnSpc>
              <a:spcBef>
                <a:spcPts val="765"/>
              </a:spcBef>
              <a:buChar char="-"/>
              <a:tabLst>
                <a:tab pos="228600" algn="l"/>
              </a:tabLst>
            </a:pPr>
            <a:r>
              <a:rPr sz="3200" dirty="0">
                <a:latin typeface="Calibri"/>
                <a:cs typeface="Calibri"/>
              </a:rPr>
              <a:t>Một</a:t>
            </a:r>
            <a:r>
              <a:rPr sz="3200" spc="-50" dirty="0">
                <a:latin typeface="Calibri"/>
                <a:cs typeface="Calibri"/>
              </a:rPr>
              <a:t> </a:t>
            </a:r>
            <a:r>
              <a:rPr sz="3200" dirty="0">
                <a:latin typeface="Calibri"/>
                <a:cs typeface="Calibri"/>
              </a:rPr>
              <a:t>ánh</a:t>
            </a:r>
            <a:r>
              <a:rPr sz="3200" spc="-30" dirty="0">
                <a:latin typeface="Calibri"/>
                <a:cs typeface="Calibri"/>
              </a:rPr>
              <a:t> </a:t>
            </a:r>
            <a:r>
              <a:rPr sz="3200" dirty="0">
                <a:latin typeface="Calibri"/>
                <a:cs typeface="Calibri"/>
              </a:rPr>
              <a:t>xạ</a:t>
            </a:r>
            <a:r>
              <a:rPr sz="3200" spc="-35" dirty="0">
                <a:latin typeface="Calibri"/>
                <a:cs typeface="Calibri"/>
              </a:rPr>
              <a:t> </a:t>
            </a:r>
            <a:r>
              <a:rPr sz="3200" dirty="0">
                <a:latin typeface="Calibri"/>
                <a:cs typeface="Calibri"/>
              </a:rPr>
              <a:t>f</a:t>
            </a:r>
            <a:r>
              <a:rPr sz="3200" spc="-30" dirty="0">
                <a:latin typeface="Calibri"/>
                <a:cs typeface="Calibri"/>
              </a:rPr>
              <a:t> </a:t>
            </a:r>
            <a:r>
              <a:rPr sz="3200" dirty="0">
                <a:latin typeface="Calibri"/>
                <a:cs typeface="Calibri"/>
              </a:rPr>
              <a:t>từ</a:t>
            </a:r>
            <a:r>
              <a:rPr sz="3200" spc="-35" dirty="0">
                <a:latin typeface="Calibri"/>
                <a:cs typeface="Calibri"/>
              </a:rPr>
              <a:t> </a:t>
            </a:r>
            <a:r>
              <a:rPr sz="3200" dirty="0">
                <a:latin typeface="Calibri"/>
                <a:cs typeface="Calibri"/>
              </a:rPr>
              <a:t>tập</a:t>
            </a:r>
            <a:r>
              <a:rPr sz="3200" spc="-35" dirty="0">
                <a:latin typeface="Calibri"/>
                <a:cs typeface="Calibri"/>
              </a:rPr>
              <a:t> </a:t>
            </a:r>
            <a:r>
              <a:rPr sz="3200" dirty="0">
                <a:latin typeface="Calibri"/>
                <a:cs typeface="Calibri"/>
              </a:rPr>
              <a:t>A</a:t>
            </a:r>
            <a:r>
              <a:rPr sz="3200" spc="-30" dirty="0">
                <a:latin typeface="Calibri"/>
                <a:cs typeface="Calibri"/>
              </a:rPr>
              <a:t> </a:t>
            </a:r>
            <a:r>
              <a:rPr sz="3200" dirty="0">
                <a:latin typeface="Calibri"/>
                <a:cs typeface="Calibri"/>
              </a:rPr>
              <a:t>vào</a:t>
            </a:r>
            <a:r>
              <a:rPr sz="3200" spc="-35" dirty="0">
                <a:latin typeface="Calibri"/>
                <a:cs typeface="Calibri"/>
              </a:rPr>
              <a:t> </a:t>
            </a:r>
            <a:r>
              <a:rPr sz="3200" dirty="0">
                <a:latin typeface="Calibri"/>
                <a:cs typeface="Calibri"/>
              </a:rPr>
              <a:t>tập</a:t>
            </a:r>
            <a:r>
              <a:rPr sz="3200" spc="-35" dirty="0">
                <a:latin typeface="Calibri"/>
                <a:cs typeface="Calibri"/>
              </a:rPr>
              <a:t> </a:t>
            </a:r>
            <a:r>
              <a:rPr sz="3200" dirty="0">
                <a:latin typeface="Calibri"/>
                <a:cs typeface="Calibri"/>
              </a:rPr>
              <a:t>B</a:t>
            </a:r>
            <a:r>
              <a:rPr sz="3200" spc="-35" dirty="0">
                <a:latin typeface="Calibri"/>
                <a:cs typeface="Calibri"/>
              </a:rPr>
              <a:t> </a:t>
            </a:r>
            <a:r>
              <a:rPr sz="3200" dirty="0">
                <a:latin typeface="Calibri"/>
                <a:cs typeface="Calibri"/>
              </a:rPr>
              <a:t>là</a:t>
            </a:r>
            <a:r>
              <a:rPr sz="3200" spc="-15" dirty="0">
                <a:latin typeface="Calibri"/>
                <a:cs typeface="Calibri"/>
              </a:rPr>
              <a:t> </a:t>
            </a:r>
            <a:r>
              <a:rPr sz="3200" b="1" i="1" dirty="0">
                <a:latin typeface="Calibri"/>
                <a:cs typeface="Calibri"/>
              </a:rPr>
              <a:t>phép</a:t>
            </a:r>
            <a:r>
              <a:rPr sz="3200" b="1" i="1" spc="-50" dirty="0">
                <a:latin typeface="Calibri"/>
                <a:cs typeface="Calibri"/>
              </a:rPr>
              <a:t> </a:t>
            </a:r>
            <a:r>
              <a:rPr sz="3200" b="1" i="1" spc="-10" dirty="0">
                <a:latin typeface="Calibri"/>
                <a:cs typeface="Calibri"/>
              </a:rPr>
              <a:t>tương</a:t>
            </a:r>
            <a:endParaRPr sz="3200">
              <a:latin typeface="Calibri"/>
              <a:cs typeface="Calibri"/>
            </a:endParaRPr>
          </a:p>
          <a:p>
            <a:pPr marL="12700" marR="5080">
              <a:lnSpc>
                <a:spcPct val="100000"/>
              </a:lnSpc>
              <a:spcBef>
                <a:spcPts val="5"/>
              </a:spcBef>
            </a:pPr>
            <a:r>
              <a:rPr sz="3200" b="1" i="1" dirty="0">
                <a:latin typeface="Calibri"/>
                <a:cs typeface="Calibri"/>
              </a:rPr>
              <a:t>ứng</a:t>
            </a:r>
            <a:r>
              <a:rPr sz="3200" b="1" i="1" spc="-50" dirty="0">
                <a:latin typeface="Calibri"/>
                <a:cs typeface="Calibri"/>
              </a:rPr>
              <a:t> </a:t>
            </a:r>
            <a:r>
              <a:rPr sz="3200" dirty="0">
                <a:latin typeface="Calibri"/>
                <a:cs typeface="Calibri"/>
              </a:rPr>
              <a:t>liên</a:t>
            </a:r>
            <a:r>
              <a:rPr sz="3200" spc="-20" dirty="0">
                <a:latin typeface="Calibri"/>
                <a:cs typeface="Calibri"/>
              </a:rPr>
              <a:t> </a:t>
            </a:r>
            <a:r>
              <a:rPr sz="3200" dirty="0">
                <a:latin typeface="Calibri"/>
                <a:cs typeface="Calibri"/>
              </a:rPr>
              <a:t>kết</a:t>
            </a:r>
            <a:r>
              <a:rPr sz="3200" spc="-35" dirty="0">
                <a:latin typeface="Calibri"/>
                <a:cs typeface="Calibri"/>
              </a:rPr>
              <a:t> </a:t>
            </a:r>
            <a:r>
              <a:rPr sz="3200" dirty="0">
                <a:latin typeface="Calibri"/>
                <a:cs typeface="Calibri"/>
              </a:rPr>
              <a:t>với</a:t>
            </a:r>
            <a:r>
              <a:rPr sz="3200" spc="-50" dirty="0">
                <a:latin typeface="Calibri"/>
                <a:cs typeface="Calibri"/>
              </a:rPr>
              <a:t> </a:t>
            </a:r>
            <a:r>
              <a:rPr sz="3200" dirty="0">
                <a:latin typeface="Calibri"/>
                <a:cs typeface="Calibri"/>
              </a:rPr>
              <a:t>mỗi</a:t>
            </a:r>
            <a:r>
              <a:rPr sz="3200" spc="-35" dirty="0">
                <a:latin typeface="Calibri"/>
                <a:cs typeface="Calibri"/>
              </a:rPr>
              <a:t> </a:t>
            </a:r>
            <a:r>
              <a:rPr sz="3200" dirty="0">
                <a:latin typeface="Calibri"/>
                <a:cs typeface="Calibri"/>
              </a:rPr>
              <a:t>phần</a:t>
            </a:r>
            <a:r>
              <a:rPr sz="3200" spc="-15" dirty="0">
                <a:latin typeface="Calibri"/>
                <a:cs typeface="Calibri"/>
              </a:rPr>
              <a:t> </a:t>
            </a:r>
            <a:r>
              <a:rPr sz="3200" dirty="0">
                <a:latin typeface="Calibri"/>
                <a:cs typeface="Calibri"/>
              </a:rPr>
              <a:t>tử</a:t>
            </a:r>
            <a:r>
              <a:rPr sz="3200" spc="-35" dirty="0">
                <a:latin typeface="Calibri"/>
                <a:cs typeface="Calibri"/>
              </a:rPr>
              <a:t> </a:t>
            </a:r>
            <a:r>
              <a:rPr sz="3200" dirty="0">
                <a:latin typeface="Calibri"/>
                <a:cs typeface="Calibri"/>
              </a:rPr>
              <a:t>x</a:t>
            </a:r>
            <a:r>
              <a:rPr sz="3200" spc="-35" dirty="0">
                <a:latin typeface="Calibri"/>
                <a:cs typeface="Calibri"/>
              </a:rPr>
              <a:t> </a:t>
            </a:r>
            <a:r>
              <a:rPr sz="3200" dirty="0">
                <a:latin typeface="Calibri"/>
                <a:cs typeface="Calibri"/>
              </a:rPr>
              <a:t>của</a:t>
            </a:r>
            <a:r>
              <a:rPr sz="3200" spc="-35" dirty="0">
                <a:latin typeface="Calibri"/>
                <a:cs typeface="Calibri"/>
              </a:rPr>
              <a:t> </a:t>
            </a:r>
            <a:r>
              <a:rPr sz="3200" dirty="0">
                <a:latin typeface="Calibri"/>
                <a:cs typeface="Calibri"/>
              </a:rPr>
              <a:t>A</a:t>
            </a:r>
            <a:r>
              <a:rPr sz="3200" spc="-35" dirty="0">
                <a:latin typeface="Calibri"/>
                <a:cs typeface="Calibri"/>
              </a:rPr>
              <a:t> </a:t>
            </a:r>
            <a:r>
              <a:rPr sz="3200" dirty="0">
                <a:latin typeface="Calibri"/>
                <a:cs typeface="Calibri"/>
              </a:rPr>
              <a:t>với</a:t>
            </a:r>
            <a:r>
              <a:rPr sz="3200" spc="-25" dirty="0">
                <a:latin typeface="Calibri"/>
                <a:cs typeface="Calibri"/>
              </a:rPr>
              <a:t> </a:t>
            </a:r>
            <a:r>
              <a:rPr sz="3200" b="1" dirty="0">
                <a:latin typeface="Calibri"/>
                <a:cs typeface="Calibri"/>
              </a:rPr>
              <a:t>một</a:t>
            </a:r>
            <a:r>
              <a:rPr sz="3200" b="1" spc="-35" dirty="0">
                <a:latin typeface="Calibri"/>
                <a:cs typeface="Calibri"/>
              </a:rPr>
              <a:t> </a:t>
            </a:r>
            <a:r>
              <a:rPr sz="3200" b="1" spc="-20" dirty="0">
                <a:latin typeface="Calibri"/>
                <a:cs typeface="Calibri"/>
              </a:rPr>
              <a:t>phần </a:t>
            </a:r>
            <a:r>
              <a:rPr sz="3200" b="1" dirty="0">
                <a:latin typeface="Calibri"/>
                <a:cs typeface="Calibri"/>
              </a:rPr>
              <a:t>tử</a:t>
            </a:r>
            <a:r>
              <a:rPr sz="3200" b="1" spc="-45" dirty="0">
                <a:latin typeface="Calibri"/>
                <a:cs typeface="Calibri"/>
              </a:rPr>
              <a:t> </a:t>
            </a:r>
            <a:r>
              <a:rPr sz="3200" b="1" dirty="0">
                <a:latin typeface="Calibri"/>
                <a:cs typeface="Calibri"/>
              </a:rPr>
              <a:t>duy</a:t>
            </a:r>
            <a:r>
              <a:rPr sz="3200" b="1" spc="-50" dirty="0">
                <a:latin typeface="Calibri"/>
                <a:cs typeface="Calibri"/>
              </a:rPr>
              <a:t> </a:t>
            </a:r>
            <a:r>
              <a:rPr sz="3200" b="1" dirty="0">
                <a:latin typeface="Calibri"/>
                <a:cs typeface="Calibri"/>
              </a:rPr>
              <a:t>nhất</a:t>
            </a:r>
            <a:r>
              <a:rPr sz="3200" b="1" spc="-60" dirty="0">
                <a:latin typeface="Calibri"/>
                <a:cs typeface="Calibri"/>
              </a:rPr>
              <a:t> </a:t>
            </a:r>
            <a:r>
              <a:rPr sz="3200" dirty="0">
                <a:latin typeface="Calibri"/>
                <a:cs typeface="Calibri"/>
              </a:rPr>
              <a:t>y</a:t>
            </a:r>
            <a:r>
              <a:rPr sz="3200" spc="-35" dirty="0">
                <a:latin typeface="Calibri"/>
                <a:cs typeface="Calibri"/>
              </a:rPr>
              <a:t> </a:t>
            </a:r>
            <a:r>
              <a:rPr sz="3200" dirty="0">
                <a:latin typeface="Calibri"/>
                <a:cs typeface="Calibri"/>
              </a:rPr>
              <a:t>của</a:t>
            </a:r>
            <a:r>
              <a:rPr sz="3200" spc="-40" dirty="0">
                <a:latin typeface="Calibri"/>
                <a:cs typeface="Calibri"/>
              </a:rPr>
              <a:t> </a:t>
            </a:r>
            <a:r>
              <a:rPr sz="3200" dirty="0">
                <a:latin typeface="Calibri"/>
                <a:cs typeface="Calibri"/>
              </a:rPr>
              <a:t>B</a:t>
            </a:r>
            <a:r>
              <a:rPr sz="3200" spc="-40" dirty="0">
                <a:latin typeface="Calibri"/>
                <a:cs typeface="Calibri"/>
              </a:rPr>
              <a:t> </a:t>
            </a:r>
            <a:r>
              <a:rPr sz="3200" dirty="0">
                <a:latin typeface="Calibri"/>
                <a:cs typeface="Calibri"/>
              </a:rPr>
              <a:t>mà</a:t>
            </a:r>
            <a:r>
              <a:rPr sz="3200" spc="-35" dirty="0">
                <a:latin typeface="Calibri"/>
                <a:cs typeface="Calibri"/>
              </a:rPr>
              <a:t> </a:t>
            </a:r>
            <a:r>
              <a:rPr sz="3200" dirty="0">
                <a:latin typeface="Calibri"/>
                <a:cs typeface="Calibri"/>
              </a:rPr>
              <a:t>ta</a:t>
            </a:r>
            <a:r>
              <a:rPr sz="3200" spc="-40" dirty="0">
                <a:latin typeface="Calibri"/>
                <a:cs typeface="Calibri"/>
              </a:rPr>
              <a:t> </a:t>
            </a:r>
            <a:r>
              <a:rPr sz="3200" dirty="0">
                <a:latin typeface="Calibri"/>
                <a:cs typeface="Calibri"/>
              </a:rPr>
              <a:t>ký</a:t>
            </a:r>
            <a:r>
              <a:rPr sz="3200" spc="-40" dirty="0">
                <a:latin typeface="Calibri"/>
                <a:cs typeface="Calibri"/>
              </a:rPr>
              <a:t> </a:t>
            </a:r>
            <a:r>
              <a:rPr sz="3200" dirty="0">
                <a:latin typeface="Calibri"/>
                <a:cs typeface="Calibri"/>
              </a:rPr>
              <a:t>hiệu</a:t>
            </a:r>
            <a:r>
              <a:rPr sz="3200" spc="-30" dirty="0">
                <a:latin typeface="Calibri"/>
                <a:cs typeface="Calibri"/>
              </a:rPr>
              <a:t> </a:t>
            </a:r>
            <a:r>
              <a:rPr sz="3200" dirty="0">
                <a:latin typeface="Calibri"/>
                <a:cs typeface="Calibri"/>
              </a:rPr>
              <a:t>là</a:t>
            </a:r>
            <a:r>
              <a:rPr sz="3200" spc="-40" dirty="0">
                <a:latin typeface="Calibri"/>
                <a:cs typeface="Calibri"/>
              </a:rPr>
              <a:t> </a:t>
            </a:r>
            <a:r>
              <a:rPr sz="3200" dirty="0">
                <a:latin typeface="Calibri"/>
                <a:cs typeface="Calibri"/>
              </a:rPr>
              <a:t>f(x)</a:t>
            </a:r>
            <a:r>
              <a:rPr sz="3200" spc="-30" dirty="0">
                <a:latin typeface="Calibri"/>
                <a:cs typeface="Calibri"/>
              </a:rPr>
              <a:t> </a:t>
            </a:r>
            <a:r>
              <a:rPr sz="3200" dirty="0">
                <a:latin typeface="Calibri"/>
                <a:cs typeface="Calibri"/>
              </a:rPr>
              <a:t>và</a:t>
            </a:r>
            <a:r>
              <a:rPr sz="3200" spc="-40" dirty="0">
                <a:latin typeface="Calibri"/>
                <a:cs typeface="Calibri"/>
              </a:rPr>
              <a:t> </a:t>
            </a:r>
            <a:r>
              <a:rPr sz="3200" dirty="0">
                <a:latin typeface="Calibri"/>
                <a:cs typeface="Calibri"/>
              </a:rPr>
              <a:t>gọi</a:t>
            </a:r>
            <a:r>
              <a:rPr sz="3200" spc="-50" dirty="0">
                <a:latin typeface="Calibri"/>
                <a:cs typeface="Calibri"/>
              </a:rPr>
              <a:t> </a:t>
            </a:r>
            <a:r>
              <a:rPr sz="3200" spc="-25" dirty="0">
                <a:latin typeface="Calibri"/>
                <a:cs typeface="Calibri"/>
              </a:rPr>
              <a:t>là</a:t>
            </a:r>
            <a:endParaRPr sz="3200">
              <a:latin typeface="Calibri"/>
              <a:cs typeface="Calibri"/>
            </a:endParaRPr>
          </a:p>
          <a:p>
            <a:pPr marL="12700">
              <a:lnSpc>
                <a:spcPct val="100000"/>
              </a:lnSpc>
            </a:pPr>
            <a:r>
              <a:rPr sz="3200" b="1" dirty="0">
                <a:latin typeface="Calibri"/>
                <a:cs typeface="Calibri"/>
              </a:rPr>
              <a:t>ảnh</a:t>
            </a:r>
            <a:r>
              <a:rPr sz="3200" b="1" spc="-35" dirty="0">
                <a:latin typeface="Calibri"/>
                <a:cs typeface="Calibri"/>
              </a:rPr>
              <a:t> </a:t>
            </a:r>
            <a:r>
              <a:rPr sz="3200" b="1" dirty="0">
                <a:latin typeface="Calibri"/>
                <a:cs typeface="Calibri"/>
              </a:rPr>
              <a:t>của</a:t>
            </a:r>
            <a:r>
              <a:rPr sz="3200" b="1" spc="-25" dirty="0">
                <a:latin typeface="Calibri"/>
                <a:cs typeface="Calibri"/>
              </a:rPr>
              <a:t> </a:t>
            </a:r>
            <a:r>
              <a:rPr sz="3200" b="1" dirty="0">
                <a:latin typeface="Calibri"/>
                <a:cs typeface="Calibri"/>
              </a:rPr>
              <a:t>x</a:t>
            </a:r>
            <a:r>
              <a:rPr sz="3200" b="1" spc="-10" dirty="0">
                <a:latin typeface="Calibri"/>
                <a:cs typeface="Calibri"/>
              </a:rPr>
              <a:t> </a:t>
            </a:r>
            <a:r>
              <a:rPr sz="3200" b="1" dirty="0">
                <a:latin typeface="Calibri"/>
                <a:cs typeface="Calibri"/>
              </a:rPr>
              <a:t>bởi </a:t>
            </a:r>
            <a:r>
              <a:rPr sz="3200" b="1" spc="-25" dirty="0">
                <a:latin typeface="Calibri"/>
                <a:cs typeface="Calibri"/>
              </a:rPr>
              <a:t>f</a:t>
            </a:r>
            <a:r>
              <a:rPr sz="3200" spc="-25" dirty="0">
                <a:latin typeface="Calibri"/>
                <a:cs typeface="Calibri"/>
              </a:rPr>
              <a:t>.</a:t>
            </a:r>
            <a:endParaRPr sz="3200">
              <a:latin typeface="Calibri"/>
              <a:cs typeface="Calibri"/>
            </a:endParaRPr>
          </a:p>
          <a:p>
            <a:pPr marL="44450" algn="ctr">
              <a:lnSpc>
                <a:spcPct val="100000"/>
              </a:lnSpc>
              <a:spcBef>
                <a:spcPts val="795"/>
              </a:spcBef>
            </a:pPr>
            <a:r>
              <a:rPr sz="3200" dirty="0">
                <a:latin typeface="Calibri"/>
                <a:cs typeface="Calibri"/>
              </a:rPr>
              <a:t>f</a:t>
            </a:r>
            <a:r>
              <a:rPr sz="3200" spc="-15" dirty="0">
                <a:latin typeface="Calibri"/>
                <a:cs typeface="Calibri"/>
              </a:rPr>
              <a:t> </a:t>
            </a:r>
            <a:r>
              <a:rPr sz="3200" dirty="0">
                <a:latin typeface="Calibri"/>
                <a:cs typeface="Calibri"/>
              </a:rPr>
              <a:t>:</a:t>
            </a:r>
            <a:r>
              <a:rPr sz="3200" spc="-10" dirty="0">
                <a:latin typeface="Calibri"/>
                <a:cs typeface="Calibri"/>
              </a:rPr>
              <a:t> </a:t>
            </a:r>
            <a:r>
              <a:rPr sz="3200" dirty="0">
                <a:latin typeface="Calibri"/>
                <a:cs typeface="Calibri"/>
              </a:rPr>
              <a:t>A</a:t>
            </a:r>
            <a:r>
              <a:rPr sz="3200" spc="-5" dirty="0">
                <a:latin typeface="Calibri"/>
                <a:cs typeface="Calibri"/>
              </a:rPr>
              <a:t> </a:t>
            </a:r>
            <a:r>
              <a:rPr sz="3200" dirty="0">
                <a:latin typeface="Symbol"/>
                <a:cs typeface="Symbol"/>
              </a:rPr>
              <a:t></a:t>
            </a:r>
            <a:r>
              <a:rPr sz="3200" spc="-100" dirty="0">
                <a:latin typeface="Times New Roman"/>
                <a:cs typeface="Times New Roman"/>
              </a:rPr>
              <a:t> </a:t>
            </a:r>
            <a:r>
              <a:rPr sz="3200" spc="-50" dirty="0">
                <a:latin typeface="Calibri"/>
                <a:cs typeface="Calibri"/>
              </a:rPr>
              <a:t>B</a:t>
            </a:r>
            <a:endParaRPr sz="3200">
              <a:latin typeface="Calibri"/>
              <a:cs typeface="Calibri"/>
            </a:endParaRPr>
          </a:p>
          <a:p>
            <a:pPr marL="12700" marR="212725" lvl="3" indent="215900">
              <a:lnSpc>
                <a:spcPct val="100600"/>
              </a:lnSpc>
              <a:spcBef>
                <a:spcPts val="720"/>
              </a:spcBef>
              <a:buChar char="-"/>
              <a:tabLst>
                <a:tab pos="228600" algn="l"/>
              </a:tabLst>
            </a:pPr>
            <a:r>
              <a:rPr sz="3200" dirty="0">
                <a:latin typeface="Calibri"/>
                <a:cs typeface="Calibri"/>
              </a:rPr>
              <a:t>Hai</a:t>
            </a:r>
            <a:r>
              <a:rPr sz="3200" spc="-45" dirty="0">
                <a:latin typeface="Calibri"/>
                <a:cs typeface="Calibri"/>
              </a:rPr>
              <a:t> </a:t>
            </a:r>
            <a:r>
              <a:rPr sz="3200" dirty="0">
                <a:latin typeface="Calibri"/>
                <a:cs typeface="Calibri"/>
              </a:rPr>
              <a:t>ánh</a:t>
            </a:r>
            <a:r>
              <a:rPr sz="3200" spc="-30" dirty="0">
                <a:latin typeface="Calibri"/>
                <a:cs typeface="Calibri"/>
              </a:rPr>
              <a:t> </a:t>
            </a:r>
            <a:r>
              <a:rPr sz="3200" dirty="0">
                <a:latin typeface="Calibri"/>
                <a:cs typeface="Calibri"/>
              </a:rPr>
              <a:t>xạ</a:t>
            </a:r>
            <a:r>
              <a:rPr sz="3200" spc="-45" dirty="0">
                <a:latin typeface="Calibri"/>
                <a:cs typeface="Calibri"/>
              </a:rPr>
              <a:t> </a:t>
            </a:r>
            <a:r>
              <a:rPr sz="3200" spc="-30" dirty="0">
                <a:latin typeface="Calibri"/>
                <a:cs typeface="Calibri"/>
              </a:rPr>
              <a:t>f,</a:t>
            </a:r>
            <a:r>
              <a:rPr sz="3200" spc="-40" dirty="0">
                <a:latin typeface="Calibri"/>
                <a:cs typeface="Calibri"/>
              </a:rPr>
              <a:t> </a:t>
            </a:r>
            <a:r>
              <a:rPr sz="3200" dirty="0">
                <a:latin typeface="Calibri"/>
                <a:cs typeface="Calibri"/>
              </a:rPr>
              <a:t>g</a:t>
            </a:r>
            <a:r>
              <a:rPr sz="3200" spc="-40" dirty="0">
                <a:latin typeface="Calibri"/>
                <a:cs typeface="Calibri"/>
              </a:rPr>
              <a:t> </a:t>
            </a:r>
            <a:r>
              <a:rPr sz="3200" dirty="0">
                <a:latin typeface="Calibri"/>
                <a:cs typeface="Calibri"/>
              </a:rPr>
              <a:t>từ</a:t>
            </a:r>
            <a:r>
              <a:rPr sz="3200" spc="-45" dirty="0">
                <a:latin typeface="Calibri"/>
                <a:cs typeface="Calibri"/>
              </a:rPr>
              <a:t> </a:t>
            </a:r>
            <a:r>
              <a:rPr sz="3200" dirty="0">
                <a:latin typeface="Calibri"/>
                <a:cs typeface="Calibri"/>
              </a:rPr>
              <a:t>A</a:t>
            </a:r>
            <a:r>
              <a:rPr sz="3200" spc="-55" dirty="0">
                <a:latin typeface="Calibri"/>
                <a:cs typeface="Calibri"/>
              </a:rPr>
              <a:t> </a:t>
            </a:r>
            <a:r>
              <a:rPr sz="3200" dirty="0">
                <a:latin typeface="Calibri"/>
                <a:cs typeface="Calibri"/>
              </a:rPr>
              <a:t>vào</a:t>
            </a:r>
            <a:r>
              <a:rPr sz="3200" spc="-50" dirty="0">
                <a:latin typeface="Calibri"/>
                <a:cs typeface="Calibri"/>
              </a:rPr>
              <a:t> </a:t>
            </a:r>
            <a:r>
              <a:rPr sz="3200" dirty="0">
                <a:latin typeface="Calibri"/>
                <a:cs typeface="Calibri"/>
              </a:rPr>
              <a:t>B</a:t>
            </a:r>
            <a:r>
              <a:rPr sz="3200" spc="-40" dirty="0">
                <a:latin typeface="Calibri"/>
                <a:cs typeface="Calibri"/>
              </a:rPr>
              <a:t> </a:t>
            </a:r>
            <a:r>
              <a:rPr sz="3200" dirty="0">
                <a:latin typeface="Calibri"/>
                <a:cs typeface="Calibri"/>
              </a:rPr>
              <a:t>được</a:t>
            </a:r>
            <a:r>
              <a:rPr sz="3200" spc="-45" dirty="0">
                <a:latin typeface="Calibri"/>
                <a:cs typeface="Calibri"/>
              </a:rPr>
              <a:t> </a:t>
            </a:r>
            <a:r>
              <a:rPr sz="3200" dirty="0">
                <a:latin typeface="Calibri"/>
                <a:cs typeface="Calibri"/>
              </a:rPr>
              <a:t>nói</a:t>
            </a:r>
            <a:r>
              <a:rPr sz="3200" spc="-55" dirty="0">
                <a:latin typeface="Calibri"/>
                <a:cs typeface="Calibri"/>
              </a:rPr>
              <a:t> </a:t>
            </a:r>
            <a:r>
              <a:rPr sz="3200" dirty="0">
                <a:latin typeface="Calibri"/>
                <a:cs typeface="Calibri"/>
              </a:rPr>
              <a:t>là</a:t>
            </a:r>
            <a:r>
              <a:rPr sz="3200" spc="-35" dirty="0">
                <a:latin typeface="Calibri"/>
                <a:cs typeface="Calibri"/>
              </a:rPr>
              <a:t> </a:t>
            </a:r>
            <a:r>
              <a:rPr sz="3200" dirty="0">
                <a:latin typeface="Calibri"/>
                <a:cs typeface="Calibri"/>
              </a:rPr>
              <a:t>bằng</a:t>
            </a:r>
            <a:r>
              <a:rPr sz="3200" spc="-45" dirty="0">
                <a:latin typeface="Calibri"/>
                <a:cs typeface="Calibri"/>
              </a:rPr>
              <a:t> </a:t>
            </a:r>
            <a:r>
              <a:rPr sz="3200" spc="-20" dirty="0">
                <a:latin typeface="Calibri"/>
                <a:cs typeface="Calibri"/>
              </a:rPr>
              <a:t>nhau </a:t>
            </a:r>
            <a:r>
              <a:rPr sz="3200" dirty="0">
                <a:latin typeface="Calibri"/>
                <a:cs typeface="Calibri"/>
              </a:rPr>
              <a:t>nếu</a:t>
            </a:r>
            <a:r>
              <a:rPr sz="3200" spc="-25" dirty="0">
                <a:latin typeface="Calibri"/>
                <a:cs typeface="Calibri"/>
              </a:rPr>
              <a:t> </a:t>
            </a:r>
            <a:r>
              <a:rPr sz="3200" dirty="0">
                <a:latin typeface="Calibri"/>
                <a:cs typeface="Calibri"/>
              </a:rPr>
              <a:t>với</a:t>
            </a:r>
            <a:r>
              <a:rPr sz="3200" spc="-30" dirty="0">
                <a:latin typeface="Calibri"/>
                <a:cs typeface="Calibri"/>
              </a:rPr>
              <a:t> </a:t>
            </a:r>
            <a:r>
              <a:rPr sz="3200" dirty="0">
                <a:latin typeface="Calibri"/>
                <a:cs typeface="Calibri"/>
              </a:rPr>
              <a:t>mọi</a:t>
            </a:r>
            <a:r>
              <a:rPr sz="3200" spc="-20" dirty="0">
                <a:latin typeface="Calibri"/>
                <a:cs typeface="Calibri"/>
              </a:rPr>
              <a:t> </a:t>
            </a:r>
            <a:r>
              <a:rPr sz="3200" dirty="0">
                <a:latin typeface="Calibri"/>
                <a:cs typeface="Calibri"/>
              </a:rPr>
              <a:t>x</a:t>
            </a:r>
            <a:r>
              <a:rPr sz="3200" spc="-20" dirty="0">
                <a:latin typeface="Calibri"/>
                <a:cs typeface="Calibri"/>
              </a:rPr>
              <a:t> </a:t>
            </a:r>
            <a:r>
              <a:rPr sz="3200" dirty="0">
                <a:latin typeface="Symbol"/>
                <a:cs typeface="Symbol"/>
              </a:rPr>
              <a:t></a:t>
            </a:r>
            <a:r>
              <a:rPr sz="3200" spc="-85" dirty="0">
                <a:latin typeface="Times New Roman"/>
                <a:cs typeface="Times New Roman"/>
              </a:rPr>
              <a:t> </a:t>
            </a:r>
            <a:r>
              <a:rPr sz="3200" dirty="0">
                <a:latin typeface="Calibri"/>
                <a:cs typeface="Calibri"/>
              </a:rPr>
              <a:t>A,</a:t>
            </a:r>
            <a:r>
              <a:rPr sz="3200" spc="-20" dirty="0">
                <a:latin typeface="Calibri"/>
                <a:cs typeface="Calibri"/>
              </a:rPr>
              <a:t> </a:t>
            </a:r>
            <a:r>
              <a:rPr sz="3200" dirty="0">
                <a:latin typeface="Calibri"/>
                <a:cs typeface="Calibri"/>
              </a:rPr>
              <a:t>f(x)</a:t>
            </a:r>
            <a:r>
              <a:rPr sz="3200" spc="-25" dirty="0">
                <a:latin typeface="Calibri"/>
                <a:cs typeface="Calibri"/>
              </a:rPr>
              <a:t> </a:t>
            </a:r>
            <a:r>
              <a:rPr sz="3200" dirty="0">
                <a:latin typeface="Calibri"/>
                <a:cs typeface="Calibri"/>
              </a:rPr>
              <a:t>=</a:t>
            </a:r>
            <a:r>
              <a:rPr sz="3200" spc="-20" dirty="0">
                <a:latin typeface="Calibri"/>
                <a:cs typeface="Calibri"/>
              </a:rPr>
              <a:t> </a:t>
            </a:r>
            <a:r>
              <a:rPr sz="3200" spc="-10" dirty="0">
                <a:latin typeface="Calibri"/>
                <a:cs typeface="Calibri"/>
              </a:rPr>
              <a:t>g(x).</a:t>
            </a:r>
            <a:endParaRPr sz="3200">
              <a:latin typeface="Calibri"/>
              <a:cs typeface="Calibri"/>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312165"/>
            <a:ext cx="1071880" cy="513715"/>
          </a:xfrm>
          <a:prstGeom prst="rect">
            <a:avLst/>
          </a:prstGeom>
        </p:spPr>
        <p:txBody>
          <a:bodyPr vert="horz" wrap="square" lIns="0" tIns="12700" rIns="0" bIns="0" rtlCol="0">
            <a:spAutoFit/>
          </a:bodyPr>
          <a:lstStyle/>
          <a:p>
            <a:pPr marL="12700">
              <a:lnSpc>
                <a:spcPct val="100000"/>
              </a:lnSpc>
              <a:spcBef>
                <a:spcPts val="100"/>
              </a:spcBef>
            </a:pPr>
            <a:r>
              <a:rPr sz="3200" dirty="0"/>
              <a:t>Ví</a:t>
            </a:r>
            <a:r>
              <a:rPr sz="3200" spc="-20" dirty="0"/>
              <a:t> </a:t>
            </a:r>
            <a:r>
              <a:rPr sz="3200" dirty="0"/>
              <a:t>dụ</a:t>
            </a:r>
            <a:r>
              <a:rPr sz="3200" spc="-15" dirty="0"/>
              <a:t> </a:t>
            </a:r>
            <a:r>
              <a:rPr sz="3200" spc="-50" dirty="0"/>
              <a:t>:</a:t>
            </a:r>
            <a:endParaRPr sz="3200"/>
          </a:p>
        </p:txBody>
      </p:sp>
      <p:sp>
        <p:nvSpPr>
          <p:cNvPr id="3" name="object 3"/>
          <p:cNvSpPr/>
          <p:nvPr/>
        </p:nvSpPr>
        <p:spPr>
          <a:xfrm>
            <a:off x="3784980" y="1555877"/>
            <a:ext cx="367030" cy="282575"/>
          </a:xfrm>
          <a:custGeom>
            <a:avLst/>
            <a:gdLst/>
            <a:ahLst/>
            <a:cxnLst/>
            <a:rect l="l" t="t" r="r" b="b"/>
            <a:pathLst>
              <a:path w="367029" h="282575">
                <a:moveTo>
                  <a:pt x="276987" y="0"/>
                </a:moveTo>
                <a:lnTo>
                  <a:pt x="273050" y="11430"/>
                </a:lnTo>
                <a:lnTo>
                  <a:pt x="289357" y="18504"/>
                </a:lnTo>
                <a:lnTo>
                  <a:pt x="303403" y="28305"/>
                </a:lnTo>
                <a:lnTo>
                  <a:pt x="331926" y="73852"/>
                </a:lnTo>
                <a:lnTo>
                  <a:pt x="340181" y="115339"/>
                </a:lnTo>
                <a:lnTo>
                  <a:pt x="340221" y="115623"/>
                </a:lnTo>
                <a:lnTo>
                  <a:pt x="340203" y="164580"/>
                </a:lnTo>
                <a:lnTo>
                  <a:pt x="331872" y="207529"/>
                </a:lnTo>
                <a:lnTo>
                  <a:pt x="303450" y="253777"/>
                </a:lnTo>
                <a:lnTo>
                  <a:pt x="273431" y="270763"/>
                </a:lnTo>
                <a:lnTo>
                  <a:pt x="276987" y="282321"/>
                </a:lnTo>
                <a:lnTo>
                  <a:pt x="315483" y="264239"/>
                </a:lnTo>
                <a:lnTo>
                  <a:pt x="343789" y="232918"/>
                </a:lnTo>
                <a:lnTo>
                  <a:pt x="361219" y="191071"/>
                </a:lnTo>
                <a:lnTo>
                  <a:pt x="367030" y="141224"/>
                </a:lnTo>
                <a:lnTo>
                  <a:pt x="365593" y="115623"/>
                </a:lnTo>
                <a:lnTo>
                  <a:pt x="365577" y="115339"/>
                </a:lnTo>
                <a:lnTo>
                  <a:pt x="353956" y="69429"/>
                </a:lnTo>
                <a:lnTo>
                  <a:pt x="330833" y="32093"/>
                </a:lnTo>
                <a:lnTo>
                  <a:pt x="297443" y="7379"/>
                </a:lnTo>
                <a:lnTo>
                  <a:pt x="276987" y="0"/>
                </a:lnTo>
                <a:close/>
              </a:path>
              <a:path w="367029" h="282575">
                <a:moveTo>
                  <a:pt x="90043" y="0"/>
                </a:moveTo>
                <a:lnTo>
                  <a:pt x="51641" y="18081"/>
                </a:lnTo>
                <a:lnTo>
                  <a:pt x="23241" y="49402"/>
                </a:lnTo>
                <a:lnTo>
                  <a:pt x="5810" y="91408"/>
                </a:lnTo>
                <a:lnTo>
                  <a:pt x="85" y="139700"/>
                </a:lnTo>
                <a:lnTo>
                  <a:pt x="0" y="141224"/>
                </a:lnTo>
                <a:lnTo>
                  <a:pt x="1452" y="167159"/>
                </a:lnTo>
                <a:lnTo>
                  <a:pt x="13073" y="212982"/>
                </a:lnTo>
                <a:lnTo>
                  <a:pt x="36125" y="250227"/>
                </a:lnTo>
                <a:lnTo>
                  <a:pt x="69514" y="274941"/>
                </a:lnTo>
                <a:lnTo>
                  <a:pt x="90043" y="282321"/>
                </a:lnTo>
                <a:lnTo>
                  <a:pt x="93599" y="270763"/>
                </a:lnTo>
                <a:lnTo>
                  <a:pt x="77531" y="263663"/>
                </a:lnTo>
                <a:lnTo>
                  <a:pt x="63642" y="253777"/>
                </a:lnTo>
                <a:lnTo>
                  <a:pt x="35210" y="207529"/>
                </a:lnTo>
                <a:lnTo>
                  <a:pt x="26828" y="164580"/>
                </a:lnTo>
                <a:lnTo>
                  <a:pt x="25845" y="141224"/>
                </a:lnTo>
                <a:lnTo>
                  <a:pt x="25781" y="139700"/>
                </a:lnTo>
                <a:lnTo>
                  <a:pt x="29972" y="93678"/>
                </a:lnTo>
                <a:lnTo>
                  <a:pt x="42545" y="56134"/>
                </a:lnTo>
                <a:lnTo>
                  <a:pt x="77799" y="18504"/>
                </a:lnTo>
                <a:lnTo>
                  <a:pt x="94107" y="11430"/>
                </a:lnTo>
                <a:lnTo>
                  <a:pt x="90043" y="0"/>
                </a:lnTo>
                <a:close/>
              </a:path>
            </a:pathLst>
          </a:custGeom>
          <a:solidFill>
            <a:srgbClr val="000000"/>
          </a:solidFill>
        </p:spPr>
        <p:txBody>
          <a:bodyPr wrap="square" lIns="0" tIns="0" rIns="0" bIns="0" rtlCol="0"/>
          <a:lstStyle/>
          <a:p>
            <a:endParaRPr/>
          </a:p>
        </p:txBody>
      </p:sp>
      <p:sp>
        <p:nvSpPr>
          <p:cNvPr id="4" name="object 4"/>
          <p:cNvSpPr txBox="1"/>
          <p:nvPr/>
        </p:nvSpPr>
        <p:spPr>
          <a:xfrm>
            <a:off x="459740" y="797482"/>
            <a:ext cx="4417060" cy="2521585"/>
          </a:xfrm>
          <a:prstGeom prst="rect">
            <a:avLst/>
          </a:prstGeom>
        </p:spPr>
        <p:txBody>
          <a:bodyPr vert="horz" wrap="square" lIns="0" tIns="116205" rIns="0" bIns="0" rtlCol="0">
            <a:spAutoFit/>
          </a:bodyPr>
          <a:lstStyle/>
          <a:p>
            <a:pPr marL="2080895">
              <a:lnSpc>
                <a:spcPct val="100000"/>
              </a:lnSpc>
              <a:spcBef>
                <a:spcPts val="915"/>
              </a:spcBef>
            </a:pPr>
            <a:r>
              <a:rPr sz="3200" dirty="0">
                <a:latin typeface="Calibri"/>
                <a:cs typeface="Calibri"/>
              </a:rPr>
              <a:t>f</a:t>
            </a:r>
            <a:r>
              <a:rPr sz="3200" spc="-15" dirty="0">
                <a:latin typeface="Calibri"/>
                <a:cs typeface="Calibri"/>
              </a:rPr>
              <a:t> </a:t>
            </a:r>
            <a:r>
              <a:rPr sz="3200" dirty="0">
                <a:latin typeface="Calibri"/>
                <a:cs typeface="Calibri"/>
              </a:rPr>
              <a:t>:</a:t>
            </a:r>
            <a:r>
              <a:rPr sz="3200" spc="-10" dirty="0">
                <a:latin typeface="Calibri"/>
                <a:cs typeface="Calibri"/>
              </a:rPr>
              <a:t> </a:t>
            </a:r>
            <a:r>
              <a:rPr sz="3200" dirty="0">
                <a:latin typeface="Calibri"/>
                <a:cs typeface="Calibri"/>
              </a:rPr>
              <a:t>A</a:t>
            </a:r>
            <a:r>
              <a:rPr sz="3200" spc="-10" dirty="0">
                <a:latin typeface="Calibri"/>
                <a:cs typeface="Calibri"/>
              </a:rPr>
              <a:t> </a:t>
            </a:r>
            <a:r>
              <a:rPr sz="3200" dirty="0">
                <a:latin typeface="Symbol"/>
                <a:cs typeface="Symbol"/>
              </a:rPr>
              <a:t></a:t>
            </a:r>
            <a:r>
              <a:rPr sz="3200" spc="-85" dirty="0">
                <a:latin typeface="Times New Roman"/>
                <a:cs typeface="Times New Roman"/>
              </a:rPr>
              <a:t> </a:t>
            </a:r>
            <a:r>
              <a:rPr sz="3200" spc="-50" dirty="0">
                <a:latin typeface="Calibri"/>
                <a:cs typeface="Calibri"/>
              </a:rPr>
              <a:t>B</a:t>
            </a:r>
            <a:endParaRPr sz="3200">
              <a:latin typeface="Calibri"/>
              <a:cs typeface="Calibri"/>
            </a:endParaRPr>
          </a:p>
          <a:p>
            <a:pPr marL="2534920">
              <a:lnSpc>
                <a:spcPct val="100000"/>
              </a:lnSpc>
              <a:spcBef>
                <a:spcPts val="605"/>
              </a:spcBef>
              <a:tabLst>
                <a:tab pos="2854960" algn="l"/>
                <a:tab pos="3425190" algn="l"/>
                <a:tab pos="3803015" algn="l"/>
              </a:tabLst>
            </a:pPr>
            <a:r>
              <a:rPr sz="2400" spc="-50" dirty="0">
                <a:latin typeface="Cambria Math"/>
                <a:cs typeface="Cambria Math"/>
              </a:rPr>
              <a:t>1</a:t>
            </a:r>
            <a:r>
              <a:rPr sz="2400" dirty="0">
                <a:latin typeface="Cambria Math"/>
                <a:cs typeface="Cambria Math"/>
              </a:rPr>
              <a:t>	↦</a:t>
            </a:r>
            <a:r>
              <a:rPr sz="2400" spc="135" dirty="0">
                <a:latin typeface="Cambria Math"/>
                <a:cs typeface="Cambria Math"/>
              </a:rPr>
              <a:t> </a:t>
            </a:r>
            <a:r>
              <a:rPr sz="2400" spc="-50" dirty="0">
                <a:latin typeface="Cambria Math"/>
                <a:cs typeface="Cambria Math"/>
              </a:rPr>
              <a:t>f</a:t>
            </a:r>
            <a:r>
              <a:rPr sz="2400" dirty="0">
                <a:latin typeface="Cambria Math"/>
                <a:cs typeface="Cambria Math"/>
              </a:rPr>
              <a:t>	</a:t>
            </a:r>
            <a:r>
              <a:rPr sz="2400" spc="-50" dirty="0">
                <a:latin typeface="Cambria Math"/>
                <a:cs typeface="Cambria Math"/>
              </a:rPr>
              <a:t>1</a:t>
            </a:r>
            <a:r>
              <a:rPr sz="2400" dirty="0">
                <a:latin typeface="Cambria Math"/>
                <a:cs typeface="Cambria Math"/>
              </a:rPr>
              <a:t>	=</a:t>
            </a:r>
            <a:r>
              <a:rPr sz="2400" spc="140" dirty="0">
                <a:latin typeface="Cambria Math"/>
                <a:cs typeface="Cambria Math"/>
              </a:rPr>
              <a:t> </a:t>
            </a:r>
            <a:r>
              <a:rPr sz="2400" spc="-50" dirty="0">
                <a:latin typeface="Cambria Math"/>
                <a:cs typeface="Cambria Math"/>
              </a:rPr>
              <a:t>a</a:t>
            </a:r>
            <a:endParaRPr sz="2400">
              <a:latin typeface="Cambria Math"/>
              <a:cs typeface="Cambria Math"/>
            </a:endParaRPr>
          </a:p>
          <a:p>
            <a:pPr marL="2541270">
              <a:lnSpc>
                <a:spcPct val="100000"/>
              </a:lnSpc>
              <a:spcBef>
                <a:spcPts val="1515"/>
              </a:spcBef>
              <a:tabLst>
                <a:tab pos="2860040" algn="l"/>
              </a:tabLst>
            </a:pPr>
            <a:r>
              <a:rPr sz="2400" spc="-50" dirty="0">
                <a:latin typeface="Cambria Math"/>
                <a:cs typeface="Cambria Math"/>
              </a:rPr>
              <a:t>2</a:t>
            </a:r>
            <a:r>
              <a:rPr sz="2400" dirty="0">
                <a:latin typeface="Cambria Math"/>
                <a:cs typeface="Cambria Math"/>
              </a:rPr>
              <a:t>	↦</a:t>
            </a:r>
            <a:r>
              <a:rPr sz="2400" spc="125" dirty="0">
                <a:latin typeface="Cambria Math"/>
                <a:cs typeface="Cambria Math"/>
              </a:rPr>
              <a:t> </a:t>
            </a:r>
            <a:r>
              <a:rPr sz="2400" spc="-50" dirty="0">
                <a:latin typeface="Cambria Math"/>
                <a:cs typeface="Cambria Math"/>
              </a:rPr>
              <a:t>d</a:t>
            </a:r>
            <a:endParaRPr sz="2400">
              <a:latin typeface="Cambria Math"/>
              <a:cs typeface="Cambria Math"/>
            </a:endParaRPr>
          </a:p>
          <a:p>
            <a:pPr marL="2534920">
              <a:lnSpc>
                <a:spcPct val="100000"/>
              </a:lnSpc>
              <a:spcBef>
                <a:spcPts val="795"/>
              </a:spcBef>
              <a:tabLst>
                <a:tab pos="2854960" algn="l"/>
              </a:tabLst>
            </a:pPr>
            <a:r>
              <a:rPr sz="2400" spc="-50" dirty="0">
                <a:latin typeface="Cambria Math"/>
                <a:cs typeface="Cambria Math"/>
              </a:rPr>
              <a:t>3</a:t>
            </a:r>
            <a:r>
              <a:rPr sz="2400" dirty="0">
                <a:latin typeface="Cambria Math"/>
                <a:cs typeface="Cambria Math"/>
              </a:rPr>
              <a:t>	↦</a:t>
            </a:r>
            <a:r>
              <a:rPr sz="2400" spc="125" dirty="0">
                <a:latin typeface="Cambria Math"/>
                <a:cs typeface="Cambria Math"/>
              </a:rPr>
              <a:t> </a:t>
            </a:r>
            <a:r>
              <a:rPr sz="2400" spc="-50" dirty="0">
                <a:latin typeface="Cambria Math"/>
                <a:cs typeface="Cambria Math"/>
              </a:rPr>
              <a:t>b</a:t>
            </a:r>
            <a:endParaRPr sz="2400">
              <a:latin typeface="Cambria Math"/>
              <a:cs typeface="Cambria Math"/>
            </a:endParaRPr>
          </a:p>
          <a:p>
            <a:pPr marL="12700">
              <a:lnSpc>
                <a:spcPct val="100000"/>
              </a:lnSpc>
              <a:spcBef>
                <a:spcPts val="560"/>
              </a:spcBef>
            </a:pPr>
            <a:r>
              <a:rPr sz="2400" dirty="0">
                <a:latin typeface="Calibri"/>
                <a:cs typeface="Calibri"/>
              </a:rPr>
              <a:t>f</a:t>
            </a:r>
            <a:r>
              <a:rPr sz="2400" spc="-40" dirty="0">
                <a:latin typeface="Calibri"/>
                <a:cs typeface="Calibri"/>
              </a:rPr>
              <a:t> </a:t>
            </a:r>
            <a:r>
              <a:rPr sz="2400" dirty="0">
                <a:latin typeface="Calibri"/>
                <a:cs typeface="Calibri"/>
              </a:rPr>
              <a:t>còn</a:t>
            </a:r>
            <a:r>
              <a:rPr sz="2400" spc="-40" dirty="0">
                <a:latin typeface="Calibri"/>
                <a:cs typeface="Calibri"/>
              </a:rPr>
              <a:t> </a:t>
            </a:r>
            <a:r>
              <a:rPr sz="2400" dirty="0">
                <a:latin typeface="Calibri"/>
                <a:cs typeface="Calibri"/>
              </a:rPr>
              <a:t>được</a:t>
            </a:r>
            <a:r>
              <a:rPr sz="2400" spc="-40" dirty="0">
                <a:latin typeface="Calibri"/>
                <a:cs typeface="Calibri"/>
              </a:rPr>
              <a:t> </a:t>
            </a:r>
            <a:r>
              <a:rPr sz="2400" dirty="0">
                <a:latin typeface="Calibri"/>
                <a:cs typeface="Calibri"/>
              </a:rPr>
              <a:t>biểu</a:t>
            </a:r>
            <a:r>
              <a:rPr sz="2400" spc="-35" dirty="0">
                <a:latin typeface="Calibri"/>
                <a:cs typeface="Calibri"/>
              </a:rPr>
              <a:t> </a:t>
            </a:r>
            <a:r>
              <a:rPr sz="2400" dirty="0">
                <a:latin typeface="Calibri"/>
                <a:cs typeface="Calibri"/>
              </a:rPr>
              <a:t>diễn</a:t>
            </a:r>
            <a:r>
              <a:rPr sz="2400" spc="-35" dirty="0">
                <a:latin typeface="Calibri"/>
                <a:cs typeface="Calibri"/>
              </a:rPr>
              <a:t> </a:t>
            </a:r>
            <a:r>
              <a:rPr sz="2400" dirty="0">
                <a:latin typeface="Calibri"/>
                <a:cs typeface="Calibri"/>
              </a:rPr>
              <a:t>bằng</a:t>
            </a:r>
            <a:r>
              <a:rPr sz="2400" spc="-35" dirty="0">
                <a:latin typeface="Calibri"/>
                <a:cs typeface="Calibri"/>
              </a:rPr>
              <a:t> </a:t>
            </a:r>
            <a:r>
              <a:rPr sz="2400" dirty="0">
                <a:latin typeface="Calibri"/>
                <a:cs typeface="Calibri"/>
              </a:rPr>
              <a:t>biểu</a:t>
            </a:r>
            <a:r>
              <a:rPr sz="2400" spc="-35" dirty="0">
                <a:latin typeface="Calibri"/>
                <a:cs typeface="Calibri"/>
              </a:rPr>
              <a:t> </a:t>
            </a:r>
            <a:r>
              <a:rPr sz="2400" dirty="0">
                <a:latin typeface="Calibri"/>
                <a:cs typeface="Calibri"/>
              </a:rPr>
              <a:t>đồ</a:t>
            </a:r>
            <a:r>
              <a:rPr sz="2400" spc="-40" dirty="0">
                <a:latin typeface="Calibri"/>
                <a:cs typeface="Calibri"/>
              </a:rPr>
              <a:t> </a:t>
            </a:r>
            <a:r>
              <a:rPr sz="2400" spc="-50" dirty="0">
                <a:latin typeface="Calibri"/>
                <a:cs typeface="Calibri"/>
              </a:rPr>
              <a:t>:</a:t>
            </a:r>
            <a:endParaRPr sz="2400">
              <a:latin typeface="Calibri"/>
              <a:cs typeface="Calibri"/>
            </a:endParaRPr>
          </a:p>
        </p:txBody>
      </p:sp>
      <p:pic>
        <p:nvPicPr>
          <p:cNvPr id="5" name="object 5"/>
          <p:cNvPicPr/>
          <p:nvPr/>
        </p:nvPicPr>
        <p:blipFill>
          <a:blip r:embed="rId2" cstate="print"/>
          <a:stretch>
            <a:fillRect/>
          </a:stretch>
        </p:blipFill>
        <p:spPr>
          <a:xfrm>
            <a:off x="3210281" y="3486517"/>
            <a:ext cx="2761527" cy="1685575"/>
          </a:xfrm>
          <a:prstGeom prst="rect">
            <a:avLst/>
          </a:prstGeom>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88900">
              <a:lnSpc>
                <a:spcPct val="100000"/>
              </a:lnSpc>
              <a:spcBef>
                <a:spcPts val="100"/>
              </a:spcBef>
            </a:pPr>
            <a:r>
              <a:rPr sz="3200" dirty="0"/>
              <a:t>Ví</a:t>
            </a:r>
            <a:r>
              <a:rPr sz="3200" spc="-20" dirty="0"/>
              <a:t> </a:t>
            </a:r>
            <a:r>
              <a:rPr sz="3200" dirty="0"/>
              <a:t>dụ</a:t>
            </a:r>
            <a:r>
              <a:rPr sz="3200" spc="-15" dirty="0"/>
              <a:t> </a:t>
            </a:r>
            <a:r>
              <a:rPr sz="3200" spc="-50" dirty="0"/>
              <a:t>:</a:t>
            </a:r>
            <a:endParaRPr sz="3200"/>
          </a:p>
        </p:txBody>
      </p:sp>
      <p:sp>
        <p:nvSpPr>
          <p:cNvPr id="3" name="object 3"/>
          <p:cNvSpPr txBox="1"/>
          <p:nvPr/>
        </p:nvSpPr>
        <p:spPr>
          <a:xfrm>
            <a:off x="2528442" y="900430"/>
            <a:ext cx="1485900" cy="513715"/>
          </a:xfrm>
          <a:prstGeom prst="rect">
            <a:avLst/>
          </a:prstGeom>
        </p:spPr>
        <p:txBody>
          <a:bodyPr vert="horz" wrap="square" lIns="0" tIns="13335" rIns="0" bIns="0" rtlCol="0">
            <a:spAutoFit/>
          </a:bodyPr>
          <a:lstStyle/>
          <a:p>
            <a:pPr marL="12700">
              <a:lnSpc>
                <a:spcPct val="100000"/>
              </a:lnSpc>
              <a:spcBef>
                <a:spcPts val="105"/>
              </a:spcBef>
            </a:pPr>
            <a:r>
              <a:rPr sz="3200" dirty="0">
                <a:latin typeface="Calibri"/>
                <a:cs typeface="Calibri"/>
              </a:rPr>
              <a:t>f</a:t>
            </a:r>
            <a:r>
              <a:rPr sz="3200" spc="-15" dirty="0">
                <a:latin typeface="Calibri"/>
                <a:cs typeface="Calibri"/>
              </a:rPr>
              <a:t> </a:t>
            </a:r>
            <a:r>
              <a:rPr sz="3200" dirty="0">
                <a:latin typeface="Calibri"/>
                <a:cs typeface="Calibri"/>
              </a:rPr>
              <a:t>:</a:t>
            </a:r>
            <a:r>
              <a:rPr sz="3200" spc="-10" dirty="0">
                <a:latin typeface="Calibri"/>
                <a:cs typeface="Calibri"/>
              </a:rPr>
              <a:t> </a:t>
            </a:r>
            <a:r>
              <a:rPr sz="3200" dirty="0">
                <a:latin typeface="Calibri"/>
                <a:cs typeface="Calibri"/>
              </a:rPr>
              <a:t>A</a:t>
            </a:r>
            <a:r>
              <a:rPr sz="3200" spc="-10" dirty="0">
                <a:latin typeface="Calibri"/>
                <a:cs typeface="Calibri"/>
              </a:rPr>
              <a:t> </a:t>
            </a:r>
            <a:r>
              <a:rPr sz="3200" dirty="0">
                <a:latin typeface="Symbol"/>
                <a:cs typeface="Symbol"/>
              </a:rPr>
              <a:t></a:t>
            </a:r>
            <a:r>
              <a:rPr sz="3200" spc="-85" dirty="0">
                <a:latin typeface="Times New Roman"/>
                <a:cs typeface="Times New Roman"/>
              </a:rPr>
              <a:t> </a:t>
            </a:r>
            <a:r>
              <a:rPr sz="3200" spc="-50" dirty="0">
                <a:latin typeface="Calibri"/>
                <a:cs typeface="Calibri"/>
              </a:rPr>
              <a:t>B</a:t>
            </a:r>
            <a:endParaRPr sz="3200">
              <a:latin typeface="Calibri"/>
              <a:cs typeface="Calibri"/>
            </a:endParaRPr>
          </a:p>
        </p:txBody>
      </p:sp>
      <p:sp>
        <p:nvSpPr>
          <p:cNvPr id="4" name="object 4"/>
          <p:cNvSpPr txBox="1"/>
          <p:nvPr/>
        </p:nvSpPr>
        <p:spPr>
          <a:xfrm>
            <a:off x="459740" y="3659504"/>
            <a:ext cx="474027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a:cs typeface="Calibri"/>
              </a:rPr>
              <a:t>f</a:t>
            </a:r>
            <a:r>
              <a:rPr sz="2400" spc="-30" dirty="0">
                <a:latin typeface="Calibri"/>
                <a:cs typeface="Calibri"/>
              </a:rPr>
              <a:t> </a:t>
            </a:r>
            <a:r>
              <a:rPr sz="2400" dirty="0">
                <a:latin typeface="Calibri"/>
                <a:cs typeface="Calibri"/>
              </a:rPr>
              <a:t>không</a:t>
            </a:r>
            <a:r>
              <a:rPr sz="2400" spc="-25" dirty="0">
                <a:latin typeface="Calibri"/>
                <a:cs typeface="Calibri"/>
              </a:rPr>
              <a:t> </a:t>
            </a:r>
            <a:r>
              <a:rPr sz="2400" dirty="0">
                <a:latin typeface="Calibri"/>
                <a:cs typeface="Calibri"/>
              </a:rPr>
              <a:t>là</a:t>
            </a:r>
            <a:r>
              <a:rPr sz="2400" spc="-45" dirty="0">
                <a:latin typeface="Calibri"/>
                <a:cs typeface="Calibri"/>
              </a:rPr>
              <a:t> </a:t>
            </a:r>
            <a:r>
              <a:rPr sz="2400" dirty="0">
                <a:latin typeface="Calibri"/>
                <a:cs typeface="Calibri"/>
              </a:rPr>
              <a:t>ánh</a:t>
            </a:r>
            <a:r>
              <a:rPr sz="2400" spc="-20" dirty="0">
                <a:latin typeface="Calibri"/>
                <a:cs typeface="Calibri"/>
              </a:rPr>
              <a:t> </a:t>
            </a:r>
            <a:r>
              <a:rPr sz="2400" dirty="0">
                <a:latin typeface="Calibri"/>
                <a:cs typeface="Calibri"/>
              </a:rPr>
              <a:t>xạ,</a:t>
            </a:r>
            <a:r>
              <a:rPr sz="2400" spc="-40" dirty="0">
                <a:latin typeface="Calibri"/>
                <a:cs typeface="Calibri"/>
              </a:rPr>
              <a:t> </a:t>
            </a:r>
            <a:r>
              <a:rPr sz="2400" dirty="0">
                <a:latin typeface="Calibri"/>
                <a:cs typeface="Calibri"/>
              </a:rPr>
              <a:t>vì</a:t>
            </a:r>
            <a:r>
              <a:rPr sz="2400" spc="-25" dirty="0">
                <a:latin typeface="Calibri"/>
                <a:cs typeface="Calibri"/>
              </a:rPr>
              <a:t> </a:t>
            </a:r>
            <a:r>
              <a:rPr sz="2400" dirty="0">
                <a:latin typeface="Calibri"/>
                <a:cs typeface="Calibri"/>
              </a:rPr>
              <a:t>1</a:t>
            </a:r>
            <a:r>
              <a:rPr sz="2400" spc="-40" dirty="0">
                <a:latin typeface="Calibri"/>
                <a:cs typeface="Calibri"/>
              </a:rPr>
              <a:t> </a:t>
            </a:r>
            <a:r>
              <a:rPr sz="2400" dirty="0">
                <a:latin typeface="Calibri"/>
                <a:cs typeface="Calibri"/>
              </a:rPr>
              <a:t>có</a:t>
            </a:r>
            <a:r>
              <a:rPr sz="2400" spc="-35" dirty="0">
                <a:latin typeface="Calibri"/>
                <a:cs typeface="Calibri"/>
              </a:rPr>
              <a:t> </a:t>
            </a:r>
            <a:r>
              <a:rPr sz="2400" dirty="0">
                <a:latin typeface="Calibri"/>
                <a:cs typeface="Calibri"/>
              </a:rPr>
              <a:t>2</a:t>
            </a:r>
            <a:r>
              <a:rPr sz="2400" spc="-35" dirty="0">
                <a:latin typeface="Calibri"/>
                <a:cs typeface="Calibri"/>
              </a:rPr>
              <a:t> </a:t>
            </a:r>
            <a:r>
              <a:rPr sz="2400" dirty="0">
                <a:latin typeface="Calibri"/>
                <a:cs typeface="Calibri"/>
              </a:rPr>
              <a:t>ảnh,</a:t>
            </a:r>
            <a:r>
              <a:rPr sz="2400" spc="-25" dirty="0">
                <a:latin typeface="Calibri"/>
                <a:cs typeface="Calibri"/>
              </a:rPr>
              <a:t> </a:t>
            </a:r>
            <a:r>
              <a:rPr sz="2400" dirty="0">
                <a:latin typeface="Calibri"/>
                <a:cs typeface="Calibri"/>
              </a:rPr>
              <a:t>a</a:t>
            </a:r>
            <a:r>
              <a:rPr sz="2400" spc="-35" dirty="0">
                <a:latin typeface="Calibri"/>
                <a:cs typeface="Calibri"/>
              </a:rPr>
              <a:t> </a:t>
            </a:r>
            <a:r>
              <a:rPr sz="2400" dirty="0">
                <a:latin typeface="Calibri"/>
                <a:cs typeface="Calibri"/>
              </a:rPr>
              <a:t>và</a:t>
            </a:r>
            <a:r>
              <a:rPr sz="2400" spc="-20" dirty="0">
                <a:latin typeface="Calibri"/>
                <a:cs typeface="Calibri"/>
              </a:rPr>
              <a:t> </a:t>
            </a:r>
            <a:r>
              <a:rPr sz="2400" spc="-25" dirty="0">
                <a:latin typeface="Calibri"/>
                <a:cs typeface="Calibri"/>
              </a:rPr>
              <a:t>b.</a:t>
            </a:r>
            <a:endParaRPr sz="2400">
              <a:latin typeface="Calibri"/>
              <a:cs typeface="Calibri"/>
            </a:endParaRPr>
          </a:p>
        </p:txBody>
      </p:sp>
      <p:pic>
        <p:nvPicPr>
          <p:cNvPr id="5" name="object 5"/>
          <p:cNvPicPr/>
          <p:nvPr/>
        </p:nvPicPr>
        <p:blipFill>
          <a:blip r:embed="rId2" cstate="print"/>
          <a:stretch>
            <a:fillRect/>
          </a:stretch>
        </p:blipFill>
        <p:spPr>
          <a:xfrm>
            <a:off x="2247923" y="1590675"/>
            <a:ext cx="2762592" cy="1685925"/>
          </a:xfrm>
          <a:prstGeom prst="rect">
            <a:avLst/>
          </a:prstGeom>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241503"/>
            <a:ext cx="906780" cy="437515"/>
          </a:xfrm>
          <a:prstGeom prst="rect">
            <a:avLst/>
          </a:prstGeom>
        </p:spPr>
        <p:txBody>
          <a:bodyPr vert="horz" wrap="square" lIns="0" tIns="12700" rIns="0" bIns="0" rtlCol="0">
            <a:spAutoFit/>
          </a:bodyPr>
          <a:lstStyle/>
          <a:p>
            <a:pPr marL="12700">
              <a:lnSpc>
                <a:spcPct val="100000"/>
              </a:lnSpc>
              <a:spcBef>
                <a:spcPts val="100"/>
              </a:spcBef>
            </a:pPr>
            <a:r>
              <a:rPr sz="2700" dirty="0">
                <a:solidFill>
                  <a:srgbClr val="FF0000"/>
                </a:solidFill>
              </a:rPr>
              <a:t>Ví</a:t>
            </a:r>
            <a:r>
              <a:rPr sz="2700" spc="-15" dirty="0">
                <a:solidFill>
                  <a:srgbClr val="FF0000"/>
                </a:solidFill>
              </a:rPr>
              <a:t> </a:t>
            </a:r>
            <a:r>
              <a:rPr sz="2700" dirty="0">
                <a:solidFill>
                  <a:srgbClr val="FF0000"/>
                </a:solidFill>
              </a:rPr>
              <a:t>dụ</a:t>
            </a:r>
            <a:r>
              <a:rPr sz="2700" spc="-20" dirty="0">
                <a:solidFill>
                  <a:srgbClr val="FF0000"/>
                </a:solidFill>
              </a:rPr>
              <a:t> </a:t>
            </a:r>
            <a:r>
              <a:rPr sz="2700" spc="-50" dirty="0">
                <a:solidFill>
                  <a:srgbClr val="FF0000"/>
                </a:solidFill>
              </a:rPr>
              <a:t>:</a:t>
            </a:r>
            <a:endParaRPr sz="2700"/>
          </a:p>
        </p:txBody>
      </p:sp>
      <p:sp>
        <p:nvSpPr>
          <p:cNvPr id="3" name="object 3"/>
          <p:cNvSpPr txBox="1"/>
          <p:nvPr/>
        </p:nvSpPr>
        <p:spPr>
          <a:xfrm>
            <a:off x="459740" y="653541"/>
            <a:ext cx="7844790" cy="5796915"/>
          </a:xfrm>
          <a:prstGeom prst="rect">
            <a:avLst/>
          </a:prstGeom>
        </p:spPr>
        <p:txBody>
          <a:bodyPr vert="horz" wrap="square" lIns="0" tIns="12700" rIns="0" bIns="0" rtlCol="0">
            <a:spAutoFit/>
          </a:bodyPr>
          <a:lstStyle/>
          <a:p>
            <a:pPr marL="2066925">
              <a:lnSpc>
                <a:spcPct val="100000"/>
              </a:lnSpc>
              <a:spcBef>
                <a:spcPts val="100"/>
              </a:spcBef>
              <a:tabLst>
                <a:tab pos="3601085" algn="l"/>
              </a:tabLst>
            </a:pPr>
            <a:r>
              <a:rPr sz="2700" dirty="0">
                <a:latin typeface="Calibri"/>
                <a:cs typeface="Calibri"/>
              </a:rPr>
              <a:t>f</a:t>
            </a:r>
            <a:r>
              <a:rPr sz="2700" spc="-5" dirty="0">
                <a:latin typeface="Calibri"/>
                <a:cs typeface="Calibri"/>
              </a:rPr>
              <a:t> </a:t>
            </a:r>
            <a:r>
              <a:rPr sz="2700" dirty="0">
                <a:latin typeface="Calibri"/>
                <a:cs typeface="Calibri"/>
              </a:rPr>
              <a:t>:</a:t>
            </a:r>
            <a:r>
              <a:rPr sz="2700" spc="-10" dirty="0">
                <a:latin typeface="Calibri"/>
                <a:cs typeface="Calibri"/>
              </a:rPr>
              <a:t> </a:t>
            </a:r>
            <a:r>
              <a:rPr sz="2700" dirty="0">
                <a:latin typeface="Cambria Math"/>
                <a:cs typeface="Cambria Math"/>
              </a:rPr>
              <a:t>𝕫</a:t>
            </a:r>
            <a:r>
              <a:rPr sz="2700" spc="10" dirty="0">
                <a:latin typeface="Cambria Math"/>
                <a:cs typeface="Cambria Math"/>
              </a:rPr>
              <a:t> </a:t>
            </a:r>
            <a:r>
              <a:rPr sz="2700" dirty="0">
                <a:latin typeface="Symbol"/>
                <a:cs typeface="Symbol"/>
              </a:rPr>
              <a:t></a:t>
            </a:r>
            <a:r>
              <a:rPr sz="2700" spc="-70" dirty="0">
                <a:latin typeface="Times New Roman"/>
                <a:cs typeface="Times New Roman"/>
              </a:rPr>
              <a:t> </a:t>
            </a:r>
            <a:r>
              <a:rPr sz="2700" spc="-25" dirty="0">
                <a:latin typeface="Cambria Math"/>
                <a:cs typeface="Cambria Math"/>
              </a:rPr>
              <a:t>𝕫</a:t>
            </a:r>
            <a:r>
              <a:rPr sz="2700" spc="-25" dirty="0">
                <a:latin typeface="Calibri"/>
                <a:cs typeface="Calibri"/>
              </a:rPr>
              <a:t>,</a:t>
            </a:r>
            <a:r>
              <a:rPr sz="2700" dirty="0">
                <a:latin typeface="Calibri"/>
                <a:cs typeface="Calibri"/>
              </a:rPr>
              <a:t>	</a:t>
            </a:r>
            <a:r>
              <a:rPr sz="2700" spc="-10" dirty="0">
                <a:latin typeface="Calibri"/>
                <a:cs typeface="Calibri"/>
              </a:rPr>
              <a:t>f(x)=2x+1</a:t>
            </a:r>
            <a:endParaRPr sz="2700">
              <a:latin typeface="Calibri"/>
              <a:cs typeface="Calibri"/>
            </a:endParaRPr>
          </a:p>
          <a:p>
            <a:pPr marL="2446655">
              <a:lnSpc>
                <a:spcPts val="2385"/>
              </a:lnSpc>
              <a:spcBef>
                <a:spcPts val="25"/>
              </a:spcBef>
            </a:pPr>
            <a:r>
              <a:rPr sz="2000" dirty="0">
                <a:latin typeface="Cambria Math"/>
                <a:cs typeface="Cambria Math"/>
              </a:rPr>
              <a:t>x</a:t>
            </a:r>
            <a:r>
              <a:rPr sz="2000" spc="30" dirty="0">
                <a:latin typeface="Cambria Math"/>
                <a:cs typeface="Cambria Math"/>
              </a:rPr>
              <a:t>  </a:t>
            </a:r>
            <a:r>
              <a:rPr sz="2000" dirty="0">
                <a:latin typeface="Cambria Math"/>
                <a:cs typeface="Cambria Math"/>
              </a:rPr>
              <a:t>↦</a:t>
            </a:r>
            <a:r>
              <a:rPr sz="2000" spc="110" dirty="0">
                <a:latin typeface="Cambria Math"/>
                <a:cs typeface="Cambria Math"/>
              </a:rPr>
              <a:t> </a:t>
            </a:r>
            <a:r>
              <a:rPr sz="2000" dirty="0">
                <a:latin typeface="Cambria Math"/>
                <a:cs typeface="Cambria Math"/>
              </a:rPr>
              <a:t>2x</a:t>
            </a:r>
            <a:r>
              <a:rPr sz="2000" spc="-5" dirty="0">
                <a:latin typeface="Cambria Math"/>
                <a:cs typeface="Cambria Math"/>
              </a:rPr>
              <a:t> </a:t>
            </a:r>
            <a:r>
              <a:rPr sz="2000" dirty="0">
                <a:latin typeface="Cambria Math"/>
                <a:cs typeface="Cambria Math"/>
              </a:rPr>
              <a:t>+ </a:t>
            </a:r>
            <a:r>
              <a:rPr sz="2000" spc="-50" dirty="0">
                <a:latin typeface="Cambria Math"/>
                <a:cs typeface="Cambria Math"/>
              </a:rPr>
              <a:t>1</a:t>
            </a:r>
            <a:endParaRPr sz="2000">
              <a:latin typeface="Cambria Math"/>
              <a:cs typeface="Cambria Math"/>
            </a:endParaRPr>
          </a:p>
          <a:p>
            <a:pPr marL="1879600">
              <a:lnSpc>
                <a:spcPts val="3225"/>
              </a:lnSpc>
            </a:pPr>
            <a:r>
              <a:rPr sz="2700" dirty="0">
                <a:latin typeface="Calibri"/>
                <a:cs typeface="Calibri"/>
              </a:rPr>
              <a:t>f(3)</a:t>
            </a:r>
            <a:r>
              <a:rPr sz="2700" spc="-25" dirty="0">
                <a:latin typeface="Calibri"/>
                <a:cs typeface="Calibri"/>
              </a:rPr>
              <a:t> </a:t>
            </a:r>
            <a:r>
              <a:rPr sz="2700" dirty="0">
                <a:latin typeface="Calibri"/>
                <a:cs typeface="Calibri"/>
              </a:rPr>
              <a:t>=</a:t>
            </a:r>
            <a:r>
              <a:rPr sz="2700" spc="-15" dirty="0">
                <a:latin typeface="Calibri"/>
                <a:cs typeface="Calibri"/>
              </a:rPr>
              <a:t> </a:t>
            </a:r>
            <a:r>
              <a:rPr sz="2700" dirty="0">
                <a:latin typeface="Calibri"/>
                <a:cs typeface="Calibri"/>
              </a:rPr>
              <a:t>2.3</a:t>
            </a:r>
            <a:r>
              <a:rPr sz="2700" spc="-10" dirty="0">
                <a:latin typeface="Calibri"/>
                <a:cs typeface="Calibri"/>
              </a:rPr>
              <a:t> </a:t>
            </a:r>
            <a:r>
              <a:rPr sz="2700" dirty="0">
                <a:latin typeface="Calibri"/>
                <a:cs typeface="Calibri"/>
              </a:rPr>
              <a:t>+</a:t>
            </a:r>
            <a:r>
              <a:rPr sz="2700" spc="-15" dirty="0">
                <a:latin typeface="Calibri"/>
                <a:cs typeface="Calibri"/>
              </a:rPr>
              <a:t> </a:t>
            </a:r>
            <a:r>
              <a:rPr sz="2700" dirty="0">
                <a:latin typeface="Calibri"/>
                <a:cs typeface="Calibri"/>
              </a:rPr>
              <a:t>1</a:t>
            </a:r>
            <a:r>
              <a:rPr sz="2700" spc="-10" dirty="0">
                <a:latin typeface="Calibri"/>
                <a:cs typeface="Calibri"/>
              </a:rPr>
              <a:t> </a:t>
            </a:r>
            <a:r>
              <a:rPr sz="2700" dirty="0">
                <a:latin typeface="Calibri"/>
                <a:cs typeface="Calibri"/>
              </a:rPr>
              <a:t>=</a:t>
            </a:r>
            <a:r>
              <a:rPr sz="2700" spc="-15" dirty="0">
                <a:latin typeface="Calibri"/>
                <a:cs typeface="Calibri"/>
              </a:rPr>
              <a:t> </a:t>
            </a:r>
            <a:r>
              <a:rPr sz="2700" spc="-50" dirty="0">
                <a:latin typeface="Calibri"/>
                <a:cs typeface="Calibri"/>
              </a:rPr>
              <a:t>7</a:t>
            </a:r>
            <a:endParaRPr sz="2700">
              <a:latin typeface="Calibri"/>
              <a:cs typeface="Calibri"/>
            </a:endParaRPr>
          </a:p>
          <a:p>
            <a:pPr>
              <a:lnSpc>
                <a:spcPct val="100000"/>
              </a:lnSpc>
              <a:spcBef>
                <a:spcPts val="595"/>
              </a:spcBef>
            </a:pPr>
            <a:endParaRPr sz="2700">
              <a:latin typeface="Calibri"/>
              <a:cs typeface="Calibri"/>
            </a:endParaRPr>
          </a:p>
          <a:p>
            <a:pPr marL="12700" marR="5080">
              <a:lnSpc>
                <a:spcPct val="80000"/>
              </a:lnSpc>
            </a:pPr>
            <a:r>
              <a:rPr sz="2700" dirty="0">
                <a:latin typeface="Calibri"/>
                <a:cs typeface="Calibri"/>
              </a:rPr>
              <a:t>Ví</a:t>
            </a:r>
            <a:r>
              <a:rPr sz="2700" spc="-20" dirty="0">
                <a:latin typeface="Calibri"/>
                <a:cs typeface="Calibri"/>
              </a:rPr>
              <a:t> </a:t>
            </a:r>
            <a:r>
              <a:rPr sz="2700" dirty="0">
                <a:latin typeface="Calibri"/>
                <a:cs typeface="Calibri"/>
              </a:rPr>
              <a:t>dụ</a:t>
            </a:r>
            <a:r>
              <a:rPr sz="2700" spc="-25" dirty="0">
                <a:latin typeface="Calibri"/>
                <a:cs typeface="Calibri"/>
              </a:rPr>
              <a:t> </a:t>
            </a:r>
            <a:r>
              <a:rPr sz="2700" dirty="0">
                <a:latin typeface="Calibri"/>
                <a:cs typeface="Calibri"/>
              </a:rPr>
              <a:t>:</a:t>
            </a:r>
            <a:r>
              <a:rPr sz="2700" spc="-20" dirty="0">
                <a:latin typeface="Calibri"/>
                <a:cs typeface="Calibri"/>
              </a:rPr>
              <a:t> </a:t>
            </a:r>
            <a:r>
              <a:rPr sz="2700" dirty="0">
                <a:latin typeface="Calibri"/>
                <a:cs typeface="Calibri"/>
              </a:rPr>
              <a:t>Cho</a:t>
            </a:r>
            <a:r>
              <a:rPr sz="2700" spc="-25" dirty="0">
                <a:latin typeface="Calibri"/>
                <a:cs typeface="Calibri"/>
              </a:rPr>
              <a:t> </a:t>
            </a:r>
            <a:r>
              <a:rPr sz="2700" dirty="0">
                <a:latin typeface="Calibri"/>
                <a:cs typeface="Calibri"/>
              </a:rPr>
              <a:t>tập</a:t>
            </a:r>
            <a:r>
              <a:rPr sz="2700" spc="-30" dirty="0">
                <a:latin typeface="Calibri"/>
                <a:cs typeface="Calibri"/>
              </a:rPr>
              <a:t> </a:t>
            </a:r>
            <a:r>
              <a:rPr sz="2700" dirty="0">
                <a:latin typeface="Calibri"/>
                <a:cs typeface="Calibri"/>
              </a:rPr>
              <a:t>T</a:t>
            </a:r>
            <a:r>
              <a:rPr sz="2700" spc="-30" dirty="0">
                <a:latin typeface="Calibri"/>
                <a:cs typeface="Calibri"/>
              </a:rPr>
              <a:t> </a:t>
            </a:r>
            <a:r>
              <a:rPr sz="2700" dirty="0">
                <a:latin typeface="Calibri"/>
                <a:cs typeface="Calibri"/>
              </a:rPr>
              <a:t>= </a:t>
            </a:r>
            <a:r>
              <a:rPr sz="2700" dirty="0">
                <a:solidFill>
                  <a:srgbClr val="FF0000"/>
                </a:solidFill>
                <a:latin typeface="Calibri"/>
                <a:cs typeface="Calibri"/>
              </a:rPr>
              <a:t>{3,4,5}</a:t>
            </a:r>
            <a:r>
              <a:rPr sz="2700" spc="-25" dirty="0">
                <a:solidFill>
                  <a:srgbClr val="FF0000"/>
                </a:solidFill>
                <a:latin typeface="Calibri"/>
                <a:cs typeface="Calibri"/>
              </a:rPr>
              <a:t> </a:t>
            </a:r>
            <a:r>
              <a:rPr sz="2700" dirty="0">
                <a:latin typeface="Symbol"/>
                <a:cs typeface="Symbol"/>
              </a:rPr>
              <a:t></a:t>
            </a:r>
            <a:r>
              <a:rPr sz="2700" spc="-95" dirty="0">
                <a:latin typeface="Times New Roman"/>
                <a:cs typeface="Times New Roman"/>
              </a:rPr>
              <a:t> </a:t>
            </a:r>
            <a:r>
              <a:rPr sz="2700" dirty="0">
                <a:latin typeface="Cambria Math"/>
                <a:cs typeface="Cambria Math"/>
              </a:rPr>
              <a:t>𝕫 </a:t>
            </a:r>
            <a:r>
              <a:rPr sz="2700" dirty="0">
                <a:latin typeface="Calibri"/>
                <a:cs typeface="Calibri"/>
              </a:rPr>
              <a:t>(tập</a:t>
            </a:r>
            <a:r>
              <a:rPr sz="2700" spc="-30" dirty="0">
                <a:latin typeface="Calibri"/>
                <a:cs typeface="Calibri"/>
              </a:rPr>
              <a:t> </a:t>
            </a:r>
            <a:r>
              <a:rPr sz="2700" dirty="0">
                <a:latin typeface="Calibri"/>
                <a:cs typeface="Calibri"/>
              </a:rPr>
              <a:t>vũ</a:t>
            </a:r>
            <a:r>
              <a:rPr sz="2700" spc="-25" dirty="0">
                <a:latin typeface="Calibri"/>
                <a:cs typeface="Calibri"/>
              </a:rPr>
              <a:t> </a:t>
            </a:r>
            <a:r>
              <a:rPr sz="2700" dirty="0">
                <a:latin typeface="Calibri"/>
                <a:cs typeface="Calibri"/>
              </a:rPr>
              <a:t>trụ),</a:t>
            </a:r>
            <a:r>
              <a:rPr sz="2700" spc="-25" dirty="0">
                <a:latin typeface="Calibri"/>
                <a:cs typeface="Calibri"/>
              </a:rPr>
              <a:t> </a:t>
            </a:r>
            <a:r>
              <a:rPr sz="2700" dirty="0">
                <a:latin typeface="Calibri"/>
                <a:cs typeface="Calibri"/>
              </a:rPr>
              <a:t>gọi</a:t>
            </a:r>
            <a:r>
              <a:rPr sz="2700" spc="-10" dirty="0">
                <a:latin typeface="Calibri"/>
                <a:cs typeface="Calibri"/>
              </a:rPr>
              <a:t> </a:t>
            </a:r>
            <a:r>
              <a:rPr sz="2700" dirty="0">
                <a:solidFill>
                  <a:srgbClr val="FF0000"/>
                </a:solidFill>
                <a:latin typeface="Calibri"/>
                <a:cs typeface="Calibri"/>
              </a:rPr>
              <a:t>P(</a:t>
            </a:r>
            <a:r>
              <a:rPr sz="2700" dirty="0">
                <a:solidFill>
                  <a:srgbClr val="FF0000"/>
                </a:solidFill>
                <a:latin typeface="Cambria Math"/>
                <a:cs typeface="Cambria Math"/>
              </a:rPr>
              <a:t>𝕫</a:t>
            </a:r>
            <a:r>
              <a:rPr sz="2700" dirty="0">
                <a:solidFill>
                  <a:srgbClr val="FF0000"/>
                </a:solidFill>
                <a:latin typeface="Calibri"/>
                <a:cs typeface="Calibri"/>
              </a:rPr>
              <a:t>)</a:t>
            </a:r>
            <a:r>
              <a:rPr sz="2700" spc="-25" dirty="0">
                <a:solidFill>
                  <a:srgbClr val="FF0000"/>
                </a:solidFill>
                <a:latin typeface="Calibri"/>
                <a:cs typeface="Calibri"/>
              </a:rPr>
              <a:t> </a:t>
            </a:r>
            <a:r>
              <a:rPr sz="2700" dirty="0">
                <a:latin typeface="Calibri"/>
                <a:cs typeface="Calibri"/>
              </a:rPr>
              <a:t>là</a:t>
            </a:r>
            <a:r>
              <a:rPr sz="2700" spc="-25" dirty="0">
                <a:latin typeface="Calibri"/>
                <a:cs typeface="Calibri"/>
              </a:rPr>
              <a:t> tập </a:t>
            </a:r>
            <a:r>
              <a:rPr sz="2700" dirty="0">
                <a:latin typeface="Calibri"/>
                <a:cs typeface="Calibri"/>
              </a:rPr>
              <a:t>hợp</a:t>
            </a:r>
            <a:r>
              <a:rPr sz="2700" spc="-40" dirty="0">
                <a:latin typeface="Calibri"/>
                <a:cs typeface="Calibri"/>
              </a:rPr>
              <a:t> </a:t>
            </a:r>
            <a:r>
              <a:rPr sz="2700" dirty="0">
                <a:latin typeface="Calibri"/>
                <a:cs typeface="Calibri"/>
              </a:rPr>
              <a:t>tất</a:t>
            </a:r>
            <a:r>
              <a:rPr sz="2700" spc="-50" dirty="0">
                <a:latin typeface="Calibri"/>
                <a:cs typeface="Calibri"/>
              </a:rPr>
              <a:t> </a:t>
            </a:r>
            <a:r>
              <a:rPr sz="2700" dirty="0">
                <a:latin typeface="Calibri"/>
                <a:cs typeface="Calibri"/>
              </a:rPr>
              <a:t>cả</a:t>
            </a:r>
            <a:r>
              <a:rPr sz="2700" spc="-40" dirty="0">
                <a:latin typeface="Calibri"/>
                <a:cs typeface="Calibri"/>
              </a:rPr>
              <a:t> </a:t>
            </a:r>
            <a:r>
              <a:rPr sz="2700" dirty="0">
                <a:latin typeface="Calibri"/>
                <a:cs typeface="Calibri"/>
              </a:rPr>
              <a:t>các</a:t>
            </a:r>
            <a:r>
              <a:rPr sz="2700" spc="-45" dirty="0">
                <a:latin typeface="Calibri"/>
                <a:cs typeface="Calibri"/>
              </a:rPr>
              <a:t> </a:t>
            </a:r>
            <a:r>
              <a:rPr sz="2700" dirty="0">
                <a:latin typeface="Calibri"/>
                <a:cs typeface="Calibri"/>
              </a:rPr>
              <a:t>tập</a:t>
            </a:r>
            <a:r>
              <a:rPr sz="2700" spc="-40" dirty="0">
                <a:latin typeface="Calibri"/>
                <a:cs typeface="Calibri"/>
              </a:rPr>
              <a:t> </a:t>
            </a:r>
            <a:r>
              <a:rPr sz="2700" dirty="0">
                <a:latin typeface="Calibri"/>
                <a:cs typeface="Calibri"/>
              </a:rPr>
              <a:t>con</a:t>
            </a:r>
            <a:r>
              <a:rPr sz="2700" spc="-40" dirty="0">
                <a:latin typeface="Calibri"/>
                <a:cs typeface="Calibri"/>
              </a:rPr>
              <a:t> </a:t>
            </a:r>
            <a:r>
              <a:rPr sz="2700" dirty="0">
                <a:latin typeface="Calibri"/>
                <a:cs typeface="Calibri"/>
              </a:rPr>
              <a:t>của</a:t>
            </a:r>
            <a:r>
              <a:rPr sz="2700" spc="-35" dirty="0">
                <a:latin typeface="Calibri"/>
                <a:cs typeface="Calibri"/>
              </a:rPr>
              <a:t> </a:t>
            </a:r>
            <a:r>
              <a:rPr sz="2700" spc="-25" dirty="0">
                <a:latin typeface="Cambria Math"/>
                <a:cs typeface="Cambria Math"/>
              </a:rPr>
              <a:t>𝕫</a:t>
            </a:r>
            <a:r>
              <a:rPr sz="2700" spc="-25" dirty="0">
                <a:latin typeface="Calibri"/>
                <a:cs typeface="Calibri"/>
              </a:rPr>
              <a:t>.</a:t>
            </a:r>
            <a:endParaRPr sz="2700">
              <a:latin typeface="Calibri"/>
              <a:cs typeface="Calibri"/>
            </a:endParaRPr>
          </a:p>
          <a:p>
            <a:pPr marL="12700">
              <a:lnSpc>
                <a:spcPct val="100000"/>
              </a:lnSpc>
              <a:spcBef>
                <a:spcPts val="45"/>
              </a:spcBef>
            </a:pPr>
            <a:r>
              <a:rPr sz="2700" dirty="0">
                <a:latin typeface="Calibri"/>
                <a:cs typeface="Calibri"/>
              </a:rPr>
              <a:t>(VD</a:t>
            </a:r>
            <a:r>
              <a:rPr sz="2700" spc="-30" dirty="0">
                <a:latin typeface="Calibri"/>
                <a:cs typeface="Calibri"/>
              </a:rPr>
              <a:t> </a:t>
            </a:r>
            <a:r>
              <a:rPr sz="2700" dirty="0">
                <a:solidFill>
                  <a:srgbClr val="FF0000"/>
                </a:solidFill>
                <a:latin typeface="Calibri"/>
                <a:cs typeface="Calibri"/>
              </a:rPr>
              <a:t>A =</a:t>
            </a:r>
            <a:r>
              <a:rPr sz="2700" spc="-10" dirty="0">
                <a:solidFill>
                  <a:srgbClr val="FF0000"/>
                </a:solidFill>
                <a:latin typeface="Calibri"/>
                <a:cs typeface="Calibri"/>
              </a:rPr>
              <a:t> </a:t>
            </a:r>
            <a:r>
              <a:rPr sz="2700" dirty="0">
                <a:solidFill>
                  <a:srgbClr val="FF0000"/>
                </a:solidFill>
                <a:latin typeface="Calibri"/>
                <a:cs typeface="Calibri"/>
              </a:rPr>
              <a:t>{1,2,3,4}</a:t>
            </a:r>
            <a:r>
              <a:rPr sz="2700" spc="-15" dirty="0">
                <a:solidFill>
                  <a:srgbClr val="FF0000"/>
                </a:solidFill>
                <a:latin typeface="Calibri"/>
                <a:cs typeface="Calibri"/>
              </a:rPr>
              <a:t> </a:t>
            </a:r>
            <a:r>
              <a:rPr sz="3600" dirty="0">
                <a:latin typeface="Symbol"/>
                <a:cs typeface="Symbol"/>
              </a:rPr>
              <a:t></a:t>
            </a:r>
            <a:r>
              <a:rPr sz="3600" spc="-305" dirty="0">
                <a:latin typeface="Times New Roman"/>
                <a:cs typeface="Times New Roman"/>
              </a:rPr>
              <a:t> </a:t>
            </a:r>
            <a:r>
              <a:rPr sz="2700" dirty="0">
                <a:latin typeface="Calibri"/>
                <a:cs typeface="Calibri"/>
              </a:rPr>
              <a:t>P(</a:t>
            </a:r>
            <a:r>
              <a:rPr sz="2700" dirty="0">
                <a:latin typeface="Cambria Math"/>
                <a:cs typeface="Cambria Math"/>
              </a:rPr>
              <a:t>𝕫</a:t>
            </a:r>
            <a:r>
              <a:rPr sz="2700" dirty="0">
                <a:latin typeface="Calibri"/>
                <a:cs typeface="Calibri"/>
              </a:rPr>
              <a:t>)</a:t>
            </a:r>
            <a:r>
              <a:rPr sz="2700" spc="-5" dirty="0">
                <a:latin typeface="Calibri"/>
                <a:cs typeface="Calibri"/>
              </a:rPr>
              <a:t> </a:t>
            </a:r>
            <a:r>
              <a:rPr sz="2700" dirty="0">
                <a:latin typeface="Calibri"/>
                <a:cs typeface="Calibri"/>
              </a:rPr>
              <a:t>(không</a:t>
            </a:r>
            <a:r>
              <a:rPr sz="2700" spc="-20" dirty="0">
                <a:latin typeface="Calibri"/>
                <a:cs typeface="Calibri"/>
              </a:rPr>
              <a:t> </a:t>
            </a:r>
            <a:r>
              <a:rPr sz="2700" dirty="0">
                <a:latin typeface="Calibri"/>
                <a:cs typeface="Calibri"/>
              </a:rPr>
              <a:t>phải</a:t>
            </a:r>
            <a:r>
              <a:rPr sz="2700" spc="-25" dirty="0">
                <a:latin typeface="Calibri"/>
                <a:cs typeface="Calibri"/>
              </a:rPr>
              <a:t> </a:t>
            </a:r>
            <a:r>
              <a:rPr sz="2700" dirty="0">
                <a:latin typeface="Calibri"/>
                <a:cs typeface="Calibri"/>
              </a:rPr>
              <a:t>A</a:t>
            </a:r>
            <a:r>
              <a:rPr sz="2700" spc="-15" dirty="0">
                <a:latin typeface="Calibri"/>
                <a:cs typeface="Calibri"/>
              </a:rPr>
              <a:t> </a:t>
            </a:r>
            <a:r>
              <a:rPr sz="4000" dirty="0">
                <a:solidFill>
                  <a:srgbClr val="FF0000"/>
                </a:solidFill>
                <a:latin typeface="Symbol"/>
                <a:cs typeface="Symbol"/>
              </a:rPr>
              <a:t></a:t>
            </a:r>
            <a:r>
              <a:rPr sz="4000" spc="-395" dirty="0">
                <a:solidFill>
                  <a:srgbClr val="FF0000"/>
                </a:solidFill>
                <a:latin typeface="Times New Roman"/>
                <a:cs typeface="Times New Roman"/>
              </a:rPr>
              <a:t> </a:t>
            </a:r>
            <a:r>
              <a:rPr sz="2700" spc="-10" dirty="0">
                <a:latin typeface="Calibri"/>
                <a:cs typeface="Calibri"/>
              </a:rPr>
              <a:t>P(</a:t>
            </a:r>
            <a:r>
              <a:rPr sz="2700" spc="-10" dirty="0">
                <a:latin typeface="Cambria Math"/>
                <a:cs typeface="Cambria Math"/>
              </a:rPr>
              <a:t>𝕫</a:t>
            </a:r>
            <a:r>
              <a:rPr sz="2700" spc="-10" dirty="0">
                <a:latin typeface="Calibri"/>
                <a:cs typeface="Calibri"/>
              </a:rPr>
              <a:t>)).)</a:t>
            </a:r>
            <a:endParaRPr sz="2700">
              <a:latin typeface="Calibri"/>
              <a:cs typeface="Calibri"/>
            </a:endParaRPr>
          </a:p>
          <a:p>
            <a:pPr marR="3798570" algn="r">
              <a:lnSpc>
                <a:spcPct val="100000"/>
              </a:lnSpc>
              <a:spcBef>
                <a:spcPts val="3200"/>
              </a:spcBef>
            </a:pPr>
            <a:r>
              <a:rPr sz="2700" dirty="0">
                <a:latin typeface="Calibri"/>
                <a:cs typeface="Calibri"/>
              </a:rPr>
              <a:t>Định</a:t>
            </a:r>
            <a:r>
              <a:rPr sz="2700" spc="-35" dirty="0">
                <a:latin typeface="Calibri"/>
                <a:cs typeface="Calibri"/>
              </a:rPr>
              <a:t> </a:t>
            </a:r>
            <a:r>
              <a:rPr sz="2700" dirty="0">
                <a:latin typeface="Calibri"/>
                <a:cs typeface="Calibri"/>
              </a:rPr>
              <a:t>nghĩa</a:t>
            </a:r>
            <a:r>
              <a:rPr sz="2700" spc="-25" dirty="0">
                <a:latin typeface="Calibri"/>
                <a:cs typeface="Calibri"/>
              </a:rPr>
              <a:t> </a:t>
            </a:r>
            <a:r>
              <a:rPr sz="2700" dirty="0">
                <a:latin typeface="Calibri"/>
                <a:cs typeface="Calibri"/>
              </a:rPr>
              <a:t>ánh</a:t>
            </a:r>
            <a:r>
              <a:rPr sz="2700" spc="-40" dirty="0">
                <a:latin typeface="Calibri"/>
                <a:cs typeface="Calibri"/>
              </a:rPr>
              <a:t> </a:t>
            </a:r>
            <a:r>
              <a:rPr sz="2700" dirty="0">
                <a:latin typeface="Calibri"/>
                <a:cs typeface="Calibri"/>
              </a:rPr>
              <a:t>xạ</a:t>
            </a:r>
            <a:r>
              <a:rPr sz="2700" spc="-20" dirty="0">
                <a:latin typeface="Calibri"/>
                <a:cs typeface="Calibri"/>
              </a:rPr>
              <a:t> </a:t>
            </a:r>
            <a:r>
              <a:rPr sz="2700" dirty="0">
                <a:latin typeface="Calibri"/>
                <a:cs typeface="Calibri"/>
              </a:rPr>
              <a:t>f</a:t>
            </a:r>
            <a:r>
              <a:rPr sz="2700" spc="-20" dirty="0">
                <a:latin typeface="Calibri"/>
                <a:cs typeface="Calibri"/>
              </a:rPr>
              <a:t> </a:t>
            </a:r>
            <a:r>
              <a:rPr sz="2700" dirty="0">
                <a:latin typeface="Calibri"/>
                <a:cs typeface="Calibri"/>
              </a:rPr>
              <a:t>như</a:t>
            </a:r>
            <a:r>
              <a:rPr sz="2700" spc="-20" dirty="0">
                <a:latin typeface="Calibri"/>
                <a:cs typeface="Calibri"/>
              </a:rPr>
              <a:t> </a:t>
            </a:r>
            <a:r>
              <a:rPr sz="2700" dirty="0">
                <a:latin typeface="Calibri"/>
                <a:cs typeface="Calibri"/>
              </a:rPr>
              <a:t>sau</a:t>
            </a:r>
            <a:r>
              <a:rPr sz="2700" spc="-45" dirty="0">
                <a:latin typeface="Calibri"/>
                <a:cs typeface="Calibri"/>
              </a:rPr>
              <a:t> </a:t>
            </a:r>
            <a:r>
              <a:rPr sz="2700" spc="-50" dirty="0">
                <a:latin typeface="Calibri"/>
                <a:cs typeface="Calibri"/>
              </a:rPr>
              <a:t>:</a:t>
            </a:r>
            <a:endParaRPr sz="2700">
              <a:latin typeface="Calibri"/>
              <a:cs typeface="Calibri"/>
            </a:endParaRPr>
          </a:p>
          <a:p>
            <a:pPr marL="12700">
              <a:lnSpc>
                <a:spcPct val="100000"/>
              </a:lnSpc>
            </a:pPr>
            <a:r>
              <a:rPr sz="2700" dirty="0">
                <a:latin typeface="Calibri"/>
                <a:cs typeface="Calibri"/>
              </a:rPr>
              <a:t>f</a:t>
            </a:r>
            <a:r>
              <a:rPr sz="2700" spc="-25" dirty="0">
                <a:latin typeface="Calibri"/>
                <a:cs typeface="Calibri"/>
              </a:rPr>
              <a:t> </a:t>
            </a:r>
            <a:r>
              <a:rPr sz="2700" dirty="0">
                <a:latin typeface="Calibri"/>
                <a:cs typeface="Calibri"/>
              </a:rPr>
              <a:t>:</a:t>
            </a:r>
            <a:r>
              <a:rPr sz="2700" spc="-10" dirty="0">
                <a:latin typeface="Calibri"/>
                <a:cs typeface="Calibri"/>
              </a:rPr>
              <a:t> </a:t>
            </a:r>
            <a:r>
              <a:rPr sz="2700" dirty="0">
                <a:latin typeface="Calibri"/>
                <a:cs typeface="Calibri"/>
              </a:rPr>
              <a:t>P</a:t>
            </a:r>
            <a:r>
              <a:rPr sz="2700" dirty="0">
                <a:latin typeface="Cambria Math"/>
                <a:cs typeface="Cambria Math"/>
              </a:rPr>
              <a:t>(𝕫)</a:t>
            </a:r>
            <a:r>
              <a:rPr sz="2700" spc="5" dirty="0">
                <a:latin typeface="Cambria Math"/>
                <a:cs typeface="Cambria Math"/>
              </a:rPr>
              <a:t> </a:t>
            </a:r>
            <a:r>
              <a:rPr sz="2700" dirty="0">
                <a:latin typeface="Symbol"/>
                <a:cs typeface="Symbol"/>
              </a:rPr>
              <a:t></a:t>
            </a:r>
            <a:r>
              <a:rPr sz="2700" spc="-85" dirty="0">
                <a:latin typeface="Times New Roman"/>
                <a:cs typeface="Times New Roman"/>
              </a:rPr>
              <a:t> </a:t>
            </a:r>
            <a:r>
              <a:rPr sz="2700" spc="-20" dirty="0">
                <a:latin typeface="Calibri"/>
                <a:cs typeface="Calibri"/>
              </a:rPr>
              <a:t>P(</a:t>
            </a:r>
            <a:r>
              <a:rPr sz="2700" spc="-20" dirty="0">
                <a:latin typeface="Cambria Math"/>
                <a:cs typeface="Cambria Math"/>
              </a:rPr>
              <a:t>𝕫</a:t>
            </a:r>
            <a:r>
              <a:rPr sz="2700" spc="-20" dirty="0">
                <a:latin typeface="Calibri"/>
                <a:cs typeface="Calibri"/>
              </a:rPr>
              <a:t>)</a:t>
            </a:r>
            <a:endParaRPr sz="2700">
              <a:latin typeface="Calibri"/>
              <a:cs typeface="Calibri"/>
            </a:endParaRPr>
          </a:p>
          <a:p>
            <a:pPr marL="712470">
              <a:lnSpc>
                <a:spcPct val="100000"/>
              </a:lnSpc>
              <a:tabLst>
                <a:tab pos="1099185" algn="l"/>
              </a:tabLst>
            </a:pPr>
            <a:r>
              <a:rPr sz="2700" spc="-50" dirty="0">
                <a:solidFill>
                  <a:srgbClr val="FF0000"/>
                </a:solidFill>
                <a:latin typeface="Cambria Math"/>
                <a:cs typeface="Cambria Math"/>
              </a:rPr>
              <a:t>A</a:t>
            </a:r>
            <a:r>
              <a:rPr sz="2700" dirty="0">
                <a:solidFill>
                  <a:srgbClr val="FF0000"/>
                </a:solidFill>
                <a:latin typeface="Cambria Math"/>
                <a:cs typeface="Cambria Math"/>
              </a:rPr>
              <a:t>	</a:t>
            </a:r>
            <a:r>
              <a:rPr sz="2700" dirty="0">
                <a:latin typeface="Cambria Math"/>
                <a:cs typeface="Cambria Math"/>
              </a:rPr>
              <a:t>↦</a:t>
            </a:r>
            <a:r>
              <a:rPr sz="2700" spc="-15" dirty="0">
                <a:latin typeface="Cambria Math"/>
                <a:cs typeface="Cambria Math"/>
              </a:rPr>
              <a:t> </a:t>
            </a:r>
            <a:r>
              <a:rPr sz="2700" dirty="0">
                <a:latin typeface="Calibri"/>
                <a:cs typeface="Calibri"/>
              </a:rPr>
              <a:t>A </a:t>
            </a:r>
            <a:r>
              <a:rPr sz="2700" dirty="0">
                <a:latin typeface="Symbol"/>
                <a:cs typeface="Symbol"/>
              </a:rPr>
              <a:t></a:t>
            </a:r>
            <a:r>
              <a:rPr sz="2700" spc="-75" dirty="0">
                <a:latin typeface="Times New Roman"/>
                <a:cs typeface="Times New Roman"/>
              </a:rPr>
              <a:t> </a:t>
            </a:r>
            <a:r>
              <a:rPr sz="2700" spc="-50" dirty="0">
                <a:latin typeface="Calibri"/>
                <a:cs typeface="Calibri"/>
              </a:rPr>
              <a:t>T</a:t>
            </a:r>
            <a:endParaRPr sz="2700">
              <a:latin typeface="Calibri"/>
              <a:cs typeface="Calibri"/>
            </a:endParaRPr>
          </a:p>
          <a:p>
            <a:pPr marL="12700">
              <a:lnSpc>
                <a:spcPct val="100000"/>
              </a:lnSpc>
            </a:pPr>
            <a:r>
              <a:rPr sz="2700" dirty="0">
                <a:latin typeface="Calibri"/>
                <a:cs typeface="Calibri"/>
              </a:rPr>
              <a:t>VD</a:t>
            </a:r>
            <a:r>
              <a:rPr sz="2700" spc="-10" dirty="0">
                <a:latin typeface="Calibri"/>
                <a:cs typeface="Calibri"/>
              </a:rPr>
              <a:t> </a:t>
            </a:r>
            <a:r>
              <a:rPr sz="2700" dirty="0">
                <a:latin typeface="Calibri"/>
                <a:cs typeface="Calibri"/>
              </a:rPr>
              <a:t>:</a:t>
            </a:r>
            <a:r>
              <a:rPr sz="2700" spc="-15" dirty="0">
                <a:latin typeface="Calibri"/>
                <a:cs typeface="Calibri"/>
              </a:rPr>
              <a:t> </a:t>
            </a:r>
            <a:r>
              <a:rPr sz="2700" dirty="0">
                <a:latin typeface="Calibri"/>
                <a:cs typeface="Calibri"/>
              </a:rPr>
              <a:t>f(A)</a:t>
            </a:r>
            <a:r>
              <a:rPr sz="2700" spc="-20" dirty="0">
                <a:latin typeface="Calibri"/>
                <a:cs typeface="Calibri"/>
              </a:rPr>
              <a:t> </a:t>
            </a:r>
            <a:r>
              <a:rPr sz="2700" dirty="0">
                <a:latin typeface="Calibri"/>
                <a:cs typeface="Calibri"/>
              </a:rPr>
              <a:t>=</a:t>
            </a:r>
            <a:r>
              <a:rPr sz="2700" spc="-25" dirty="0">
                <a:latin typeface="Calibri"/>
                <a:cs typeface="Calibri"/>
              </a:rPr>
              <a:t> </a:t>
            </a:r>
            <a:r>
              <a:rPr sz="2700" dirty="0">
                <a:latin typeface="Calibri"/>
                <a:cs typeface="Calibri"/>
              </a:rPr>
              <a:t>f({1,2,3,4})</a:t>
            </a:r>
            <a:r>
              <a:rPr sz="2700" spc="-35" dirty="0">
                <a:latin typeface="Calibri"/>
                <a:cs typeface="Calibri"/>
              </a:rPr>
              <a:t> </a:t>
            </a:r>
            <a:r>
              <a:rPr sz="2700" dirty="0">
                <a:latin typeface="Calibri"/>
                <a:cs typeface="Calibri"/>
              </a:rPr>
              <a:t>=</a:t>
            </a:r>
            <a:r>
              <a:rPr sz="2700" spc="-20" dirty="0">
                <a:latin typeface="Calibri"/>
                <a:cs typeface="Calibri"/>
              </a:rPr>
              <a:t> </a:t>
            </a:r>
            <a:r>
              <a:rPr sz="2700" dirty="0">
                <a:latin typeface="Calibri"/>
                <a:cs typeface="Calibri"/>
              </a:rPr>
              <a:t>A</a:t>
            </a:r>
            <a:r>
              <a:rPr sz="2700" spc="-10" dirty="0">
                <a:latin typeface="Calibri"/>
                <a:cs typeface="Calibri"/>
              </a:rPr>
              <a:t> </a:t>
            </a:r>
            <a:r>
              <a:rPr sz="2700" dirty="0">
                <a:latin typeface="Symbol"/>
                <a:cs typeface="Symbol"/>
              </a:rPr>
              <a:t></a:t>
            </a:r>
            <a:r>
              <a:rPr sz="2700" spc="-75" dirty="0">
                <a:latin typeface="Times New Roman"/>
                <a:cs typeface="Times New Roman"/>
              </a:rPr>
              <a:t> </a:t>
            </a:r>
            <a:r>
              <a:rPr sz="2700" spc="-50" dirty="0">
                <a:latin typeface="Calibri"/>
                <a:cs typeface="Calibri"/>
              </a:rPr>
              <a:t>T</a:t>
            </a:r>
            <a:endParaRPr sz="2700">
              <a:latin typeface="Calibri"/>
              <a:cs typeface="Calibri"/>
            </a:endParaRPr>
          </a:p>
          <a:p>
            <a:pPr marL="3124835">
              <a:lnSpc>
                <a:spcPct val="100000"/>
              </a:lnSpc>
            </a:pPr>
            <a:r>
              <a:rPr sz="2700" dirty="0">
                <a:latin typeface="Calibri"/>
                <a:cs typeface="Calibri"/>
              </a:rPr>
              <a:t>=</a:t>
            </a:r>
            <a:r>
              <a:rPr sz="2700" spc="-20" dirty="0">
                <a:latin typeface="Calibri"/>
                <a:cs typeface="Calibri"/>
              </a:rPr>
              <a:t> </a:t>
            </a:r>
            <a:r>
              <a:rPr sz="2700" dirty="0">
                <a:latin typeface="Calibri"/>
                <a:cs typeface="Calibri"/>
              </a:rPr>
              <a:t>{1,2,3,4}</a:t>
            </a:r>
            <a:r>
              <a:rPr sz="2700" spc="-25" dirty="0">
                <a:latin typeface="Calibri"/>
                <a:cs typeface="Calibri"/>
              </a:rPr>
              <a:t> </a:t>
            </a:r>
            <a:r>
              <a:rPr sz="2700" dirty="0">
                <a:latin typeface="Symbol"/>
                <a:cs typeface="Symbol"/>
              </a:rPr>
              <a:t></a:t>
            </a:r>
            <a:r>
              <a:rPr sz="2700" spc="-80" dirty="0">
                <a:latin typeface="Times New Roman"/>
                <a:cs typeface="Times New Roman"/>
              </a:rPr>
              <a:t> </a:t>
            </a:r>
            <a:r>
              <a:rPr sz="2700" spc="-10" dirty="0">
                <a:latin typeface="Calibri"/>
                <a:cs typeface="Calibri"/>
              </a:rPr>
              <a:t>{3,4,5}</a:t>
            </a:r>
            <a:endParaRPr sz="2700">
              <a:latin typeface="Calibri"/>
              <a:cs typeface="Calibri"/>
            </a:endParaRPr>
          </a:p>
          <a:p>
            <a:pPr marR="3813810" algn="r">
              <a:lnSpc>
                <a:spcPct val="100000"/>
              </a:lnSpc>
            </a:pPr>
            <a:r>
              <a:rPr sz="2700" dirty="0">
                <a:latin typeface="Calibri"/>
                <a:cs typeface="Calibri"/>
              </a:rPr>
              <a:t>=</a:t>
            </a:r>
            <a:r>
              <a:rPr sz="2700" spc="-20" dirty="0">
                <a:latin typeface="Calibri"/>
                <a:cs typeface="Calibri"/>
              </a:rPr>
              <a:t> </a:t>
            </a:r>
            <a:r>
              <a:rPr sz="2700" spc="-10" dirty="0">
                <a:latin typeface="Calibri"/>
                <a:cs typeface="Calibri"/>
              </a:rPr>
              <a:t>{3,4}</a:t>
            </a:r>
            <a:endParaRPr sz="2700">
              <a:latin typeface="Calibri"/>
              <a:cs typeface="Calibri"/>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212191"/>
            <a:ext cx="8275955" cy="4808855"/>
          </a:xfrm>
          <a:prstGeom prst="rect">
            <a:avLst/>
          </a:prstGeom>
        </p:spPr>
        <p:txBody>
          <a:bodyPr vert="horz" wrap="square" lIns="0" tIns="113030" rIns="0" bIns="0" rtlCol="0">
            <a:spAutoFit/>
          </a:bodyPr>
          <a:lstStyle/>
          <a:p>
            <a:pPr marL="12700" algn="just">
              <a:lnSpc>
                <a:spcPct val="100000"/>
              </a:lnSpc>
              <a:spcBef>
                <a:spcPts val="890"/>
              </a:spcBef>
            </a:pPr>
            <a:r>
              <a:rPr sz="3200" dirty="0">
                <a:latin typeface="Calibri"/>
                <a:cs typeface="Calibri"/>
              </a:rPr>
              <a:t>Qui</a:t>
            </a:r>
            <a:r>
              <a:rPr sz="3200" spc="-20" dirty="0">
                <a:latin typeface="Calibri"/>
                <a:cs typeface="Calibri"/>
              </a:rPr>
              <a:t> </a:t>
            </a:r>
            <a:r>
              <a:rPr sz="3200" dirty="0">
                <a:latin typeface="Calibri"/>
                <a:cs typeface="Calibri"/>
              </a:rPr>
              <a:t>ước</a:t>
            </a:r>
            <a:r>
              <a:rPr sz="3200" spc="-35" dirty="0">
                <a:latin typeface="Calibri"/>
                <a:cs typeface="Calibri"/>
              </a:rPr>
              <a:t> </a:t>
            </a:r>
            <a:r>
              <a:rPr sz="3200" dirty="0">
                <a:latin typeface="Calibri"/>
                <a:cs typeface="Calibri"/>
              </a:rPr>
              <a:t>:</a:t>
            </a:r>
            <a:r>
              <a:rPr sz="3200" spc="-15" dirty="0">
                <a:latin typeface="Calibri"/>
                <a:cs typeface="Calibri"/>
              </a:rPr>
              <a:t> </a:t>
            </a:r>
            <a:r>
              <a:rPr sz="3200" spc="-25" dirty="0">
                <a:latin typeface="Calibri"/>
                <a:cs typeface="Calibri"/>
              </a:rPr>
              <a:t>Cho</a:t>
            </a:r>
            <a:endParaRPr sz="3200">
              <a:latin typeface="Calibri"/>
              <a:cs typeface="Calibri"/>
            </a:endParaRPr>
          </a:p>
          <a:p>
            <a:pPr marL="2080895">
              <a:lnSpc>
                <a:spcPct val="100000"/>
              </a:lnSpc>
              <a:spcBef>
                <a:spcPts val="790"/>
              </a:spcBef>
              <a:tabLst>
                <a:tab pos="2591435" algn="l"/>
              </a:tabLst>
            </a:pPr>
            <a:r>
              <a:rPr sz="3200" dirty="0">
                <a:latin typeface="Calibri"/>
                <a:cs typeface="Calibri"/>
              </a:rPr>
              <a:t>f </a:t>
            </a:r>
            <a:r>
              <a:rPr sz="3200" spc="-50" dirty="0">
                <a:latin typeface="Calibri"/>
                <a:cs typeface="Calibri"/>
              </a:rPr>
              <a:t>:</a:t>
            </a:r>
            <a:r>
              <a:rPr sz="3200" dirty="0">
                <a:latin typeface="Calibri"/>
                <a:cs typeface="Calibri"/>
              </a:rPr>
              <a:t>	A</a:t>
            </a:r>
            <a:r>
              <a:rPr sz="3200" dirty="0">
                <a:latin typeface="Symbol"/>
                <a:cs typeface="Symbol"/>
              </a:rPr>
              <a:t></a:t>
            </a:r>
            <a:r>
              <a:rPr sz="3200" spc="-120" dirty="0">
                <a:latin typeface="Times New Roman"/>
                <a:cs typeface="Times New Roman"/>
              </a:rPr>
              <a:t> </a:t>
            </a:r>
            <a:r>
              <a:rPr sz="3200" spc="-50" dirty="0">
                <a:latin typeface="Calibri"/>
                <a:cs typeface="Calibri"/>
              </a:rPr>
              <a:t>B</a:t>
            </a:r>
            <a:endParaRPr sz="3200">
              <a:latin typeface="Calibri"/>
              <a:cs typeface="Calibri"/>
            </a:endParaRPr>
          </a:p>
          <a:p>
            <a:pPr marL="469900" marR="80645" indent="-457834" algn="just">
              <a:lnSpc>
                <a:spcPct val="100400"/>
              </a:lnSpc>
              <a:spcBef>
                <a:spcPts val="730"/>
              </a:spcBef>
              <a:buChar char="-"/>
              <a:tabLst>
                <a:tab pos="469900" algn="l"/>
              </a:tabLst>
            </a:pPr>
            <a:r>
              <a:rPr sz="3200" dirty="0">
                <a:latin typeface="Calibri"/>
                <a:cs typeface="Calibri"/>
              </a:rPr>
              <a:t>Khi</a:t>
            </a:r>
            <a:r>
              <a:rPr sz="3200" spc="-15" dirty="0">
                <a:latin typeface="Calibri"/>
                <a:cs typeface="Calibri"/>
              </a:rPr>
              <a:t> </a:t>
            </a:r>
            <a:r>
              <a:rPr sz="3200" dirty="0">
                <a:latin typeface="Calibri"/>
                <a:cs typeface="Calibri"/>
              </a:rPr>
              <a:t>nói</a:t>
            </a:r>
            <a:r>
              <a:rPr sz="3200" spc="-10" dirty="0">
                <a:latin typeface="Calibri"/>
                <a:cs typeface="Calibri"/>
              </a:rPr>
              <a:t> </a:t>
            </a:r>
            <a:r>
              <a:rPr sz="3200" dirty="0">
                <a:latin typeface="Calibri"/>
                <a:cs typeface="Calibri"/>
              </a:rPr>
              <a:t>“</a:t>
            </a:r>
            <a:r>
              <a:rPr sz="3200" dirty="0">
                <a:solidFill>
                  <a:srgbClr val="FF0000"/>
                </a:solidFill>
                <a:latin typeface="Calibri"/>
                <a:cs typeface="Calibri"/>
              </a:rPr>
              <a:t>Tìm</a:t>
            </a:r>
            <a:r>
              <a:rPr sz="3200" spc="-15" dirty="0">
                <a:solidFill>
                  <a:srgbClr val="FF0000"/>
                </a:solidFill>
                <a:latin typeface="Calibri"/>
                <a:cs typeface="Calibri"/>
              </a:rPr>
              <a:t> </a:t>
            </a:r>
            <a:r>
              <a:rPr sz="3200" dirty="0">
                <a:solidFill>
                  <a:srgbClr val="FF0000"/>
                </a:solidFill>
                <a:latin typeface="Calibri"/>
                <a:cs typeface="Calibri"/>
              </a:rPr>
              <a:t>miền</a:t>
            </a:r>
            <a:r>
              <a:rPr sz="3200" spc="-10" dirty="0">
                <a:solidFill>
                  <a:srgbClr val="FF0000"/>
                </a:solidFill>
                <a:latin typeface="Calibri"/>
                <a:cs typeface="Calibri"/>
              </a:rPr>
              <a:t> </a:t>
            </a:r>
            <a:r>
              <a:rPr sz="3200" dirty="0">
                <a:solidFill>
                  <a:srgbClr val="FF0000"/>
                </a:solidFill>
                <a:latin typeface="Calibri"/>
                <a:cs typeface="Calibri"/>
              </a:rPr>
              <a:t>xác</a:t>
            </a:r>
            <a:r>
              <a:rPr sz="3200" spc="-10" dirty="0">
                <a:solidFill>
                  <a:srgbClr val="FF0000"/>
                </a:solidFill>
                <a:latin typeface="Calibri"/>
                <a:cs typeface="Calibri"/>
              </a:rPr>
              <a:t> </a:t>
            </a:r>
            <a:r>
              <a:rPr sz="3200" dirty="0">
                <a:solidFill>
                  <a:srgbClr val="FF0000"/>
                </a:solidFill>
                <a:latin typeface="Calibri"/>
                <a:cs typeface="Calibri"/>
              </a:rPr>
              <a:t>định</a:t>
            </a:r>
            <a:r>
              <a:rPr sz="3200" spc="-10" dirty="0">
                <a:solidFill>
                  <a:srgbClr val="FF0000"/>
                </a:solidFill>
                <a:latin typeface="Calibri"/>
                <a:cs typeface="Calibri"/>
              </a:rPr>
              <a:t> </a:t>
            </a:r>
            <a:r>
              <a:rPr sz="3200" dirty="0">
                <a:solidFill>
                  <a:srgbClr val="FF0000"/>
                </a:solidFill>
                <a:latin typeface="Calibri"/>
                <a:cs typeface="Calibri"/>
              </a:rPr>
              <a:t>của</a:t>
            </a:r>
            <a:r>
              <a:rPr sz="3200" spc="-10" dirty="0">
                <a:solidFill>
                  <a:srgbClr val="FF0000"/>
                </a:solidFill>
                <a:latin typeface="Calibri"/>
                <a:cs typeface="Calibri"/>
              </a:rPr>
              <a:t> </a:t>
            </a:r>
            <a:r>
              <a:rPr sz="3200" spc="85" dirty="0">
                <a:solidFill>
                  <a:srgbClr val="FF0000"/>
                </a:solidFill>
                <a:latin typeface="Calibri"/>
                <a:cs typeface="Calibri"/>
              </a:rPr>
              <a:t>f</a:t>
            </a:r>
            <a:r>
              <a:rPr sz="3200" spc="85" dirty="0">
                <a:latin typeface="Calibri"/>
                <a:cs typeface="Calibri"/>
              </a:rPr>
              <a:t>”</a:t>
            </a:r>
            <a:r>
              <a:rPr sz="3200" spc="-15"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tức</a:t>
            </a:r>
            <a:r>
              <a:rPr sz="3200" spc="-10" dirty="0">
                <a:latin typeface="Calibri"/>
                <a:cs typeface="Calibri"/>
              </a:rPr>
              <a:t> </a:t>
            </a:r>
            <a:r>
              <a:rPr sz="3200" dirty="0">
                <a:latin typeface="Calibri"/>
                <a:cs typeface="Calibri"/>
              </a:rPr>
              <a:t>là</a:t>
            </a:r>
            <a:r>
              <a:rPr sz="3200" spc="-10" dirty="0">
                <a:latin typeface="Calibri"/>
                <a:cs typeface="Calibri"/>
              </a:rPr>
              <a:t> trong </a:t>
            </a:r>
            <a:r>
              <a:rPr sz="3200" dirty="0">
                <a:latin typeface="Calibri"/>
                <a:cs typeface="Calibri"/>
              </a:rPr>
              <a:t>A</a:t>
            </a:r>
            <a:r>
              <a:rPr sz="3200" spc="-40" dirty="0">
                <a:latin typeface="Calibri"/>
                <a:cs typeface="Calibri"/>
              </a:rPr>
              <a:t> </a:t>
            </a:r>
            <a:r>
              <a:rPr sz="3200" dirty="0">
                <a:latin typeface="Calibri"/>
                <a:cs typeface="Calibri"/>
              </a:rPr>
              <a:t>có</a:t>
            </a:r>
            <a:r>
              <a:rPr sz="3200" spc="-55" dirty="0">
                <a:latin typeface="Calibri"/>
                <a:cs typeface="Calibri"/>
              </a:rPr>
              <a:t> </a:t>
            </a:r>
            <a:r>
              <a:rPr sz="3200" dirty="0">
                <a:latin typeface="Calibri"/>
                <a:cs typeface="Calibri"/>
              </a:rPr>
              <a:t>thể</a:t>
            </a:r>
            <a:r>
              <a:rPr sz="3200" spc="-35" dirty="0">
                <a:latin typeface="Calibri"/>
                <a:cs typeface="Calibri"/>
              </a:rPr>
              <a:t> </a:t>
            </a:r>
            <a:r>
              <a:rPr sz="3200" dirty="0">
                <a:latin typeface="Calibri"/>
                <a:cs typeface="Calibri"/>
              </a:rPr>
              <a:t>có</a:t>
            </a:r>
            <a:r>
              <a:rPr sz="3200" spc="-55" dirty="0">
                <a:latin typeface="Calibri"/>
                <a:cs typeface="Calibri"/>
              </a:rPr>
              <a:t> </a:t>
            </a:r>
            <a:r>
              <a:rPr sz="3200" dirty="0">
                <a:latin typeface="Calibri"/>
                <a:cs typeface="Calibri"/>
              </a:rPr>
              <a:t>một</a:t>
            </a:r>
            <a:r>
              <a:rPr sz="3200" spc="-35" dirty="0">
                <a:latin typeface="Calibri"/>
                <a:cs typeface="Calibri"/>
              </a:rPr>
              <a:t> </a:t>
            </a:r>
            <a:r>
              <a:rPr sz="3200" dirty="0">
                <a:latin typeface="Calibri"/>
                <a:cs typeface="Calibri"/>
              </a:rPr>
              <a:t>vài</a:t>
            </a:r>
            <a:r>
              <a:rPr sz="3200" spc="-40" dirty="0">
                <a:latin typeface="Calibri"/>
                <a:cs typeface="Calibri"/>
              </a:rPr>
              <a:t> </a:t>
            </a:r>
            <a:r>
              <a:rPr sz="3200" dirty="0">
                <a:latin typeface="Calibri"/>
                <a:cs typeface="Calibri"/>
              </a:rPr>
              <a:t>phần</a:t>
            </a:r>
            <a:r>
              <a:rPr sz="3200" spc="-15" dirty="0">
                <a:latin typeface="Calibri"/>
                <a:cs typeface="Calibri"/>
              </a:rPr>
              <a:t> </a:t>
            </a:r>
            <a:r>
              <a:rPr sz="3200" dirty="0">
                <a:latin typeface="Calibri"/>
                <a:cs typeface="Calibri"/>
              </a:rPr>
              <a:t>tử</a:t>
            </a:r>
            <a:r>
              <a:rPr sz="3200" spc="-35" dirty="0">
                <a:latin typeface="Calibri"/>
                <a:cs typeface="Calibri"/>
              </a:rPr>
              <a:t> </a:t>
            </a:r>
            <a:r>
              <a:rPr sz="3200" dirty="0">
                <a:latin typeface="Calibri"/>
                <a:cs typeface="Calibri"/>
              </a:rPr>
              <a:t>mà</a:t>
            </a:r>
            <a:r>
              <a:rPr sz="3200" spc="-40" dirty="0">
                <a:latin typeface="Calibri"/>
                <a:cs typeface="Calibri"/>
              </a:rPr>
              <a:t> </a:t>
            </a:r>
            <a:r>
              <a:rPr sz="3200" dirty="0">
                <a:latin typeface="Calibri"/>
                <a:cs typeface="Calibri"/>
              </a:rPr>
              <a:t>ảnh</a:t>
            </a:r>
            <a:r>
              <a:rPr sz="3200" spc="-25" dirty="0">
                <a:latin typeface="Calibri"/>
                <a:cs typeface="Calibri"/>
              </a:rPr>
              <a:t> </a:t>
            </a:r>
            <a:r>
              <a:rPr sz="3200" dirty="0">
                <a:latin typeface="Calibri"/>
                <a:cs typeface="Calibri"/>
              </a:rPr>
              <a:t>của</a:t>
            </a:r>
            <a:r>
              <a:rPr sz="3200" spc="-40" dirty="0">
                <a:latin typeface="Calibri"/>
                <a:cs typeface="Calibri"/>
              </a:rPr>
              <a:t> </a:t>
            </a:r>
            <a:r>
              <a:rPr sz="3200" spc="-10" dirty="0">
                <a:latin typeface="Calibri"/>
                <a:cs typeface="Calibri"/>
              </a:rPr>
              <a:t>chúng </a:t>
            </a:r>
            <a:r>
              <a:rPr sz="3200" dirty="0">
                <a:latin typeface="Calibri"/>
                <a:cs typeface="Calibri"/>
              </a:rPr>
              <a:t>không</a:t>
            </a:r>
            <a:r>
              <a:rPr sz="3200" spc="-65" dirty="0">
                <a:latin typeface="Calibri"/>
                <a:cs typeface="Calibri"/>
              </a:rPr>
              <a:t> </a:t>
            </a:r>
            <a:r>
              <a:rPr sz="3200" dirty="0">
                <a:latin typeface="Calibri"/>
                <a:cs typeface="Calibri"/>
              </a:rPr>
              <a:t>tồn</a:t>
            </a:r>
            <a:r>
              <a:rPr sz="3200" spc="-45" dirty="0">
                <a:latin typeface="Calibri"/>
                <a:cs typeface="Calibri"/>
              </a:rPr>
              <a:t> </a:t>
            </a:r>
            <a:r>
              <a:rPr sz="3200" dirty="0">
                <a:latin typeface="Calibri"/>
                <a:cs typeface="Calibri"/>
              </a:rPr>
              <a:t>tại.</a:t>
            </a:r>
            <a:r>
              <a:rPr sz="3200" spc="-60" dirty="0">
                <a:latin typeface="Calibri"/>
                <a:cs typeface="Calibri"/>
              </a:rPr>
              <a:t> </a:t>
            </a:r>
            <a:r>
              <a:rPr sz="3200" spc="-105" dirty="0">
                <a:latin typeface="Calibri"/>
                <a:cs typeface="Calibri"/>
              </a:rPr>
              <a:t>Ta</a:t>
            </a:r>
            <a:r>
              <a:rPr sz="3200" spc="-60" dirty="0">
                <a:latin typeface="Calibri"/>
                <a:cs typeface="Calibri"/>
              </a:rPr>
              <a:t> </a:t>
            </a:r>
            <a:r>
              <a:rPr sz="3200" dirty="0">
                <a:latin typeface="Calibri"/>
                <a:cs typeface="Calibri"/>
              </a:rPr>
              <a:t>phải</a:t>
            </a:r>
            <a:r>
              <a:rPr sz="3200" spc="-40" dirty="0">
                <a:latin typeface="Calibri"/>
                <a:cs typeface="Calibri"/>
              </a:rPr>
              <a:t> </a:t>
            </a:r>
            <a:r>
              <a:rPr sz="3200" dirty="0">
                <a:latin typeface="Calibri"/>
                <a:cs typeface="Calibri"/>
              </a:rPr>
              <a:t>tìm</a:t>
            </a:r>
            <a:r>
              <a:rPr sz="3200" spc="-55" dirty="0">
                <a:latin typeface="Calibri"/>
                <a:cs typeface="Calibri"/>
              </a:rPr>
              <a:t> </a:t>
            </a:r>
            <a:r>
              <a:rPr sz="3200" dirty="0">
                <a:latin typeface="Calibri"/>
                <a:cs typeface="Calibri"/>
              </a:rPr>
              <a:t>A’</a:t>
            </a:r>
            <a:r>
              <a:rPr sz="3200" spc="-55" dirty="0">
                <a:latin typeface="Calibri"/>
                <a:cs typeface="Calibri"/>
              </a:rPr>
              <a:t> </a:t>
            </a:r>
            <a:r>
              <a:rPr sz="3200" dirty="0">
                <a:latin typeface="Symbol"/>
                <a:cs typeface="Symbol"/>
              </a:rPr>
              <a:t></a:t>
            </a:r>
            <a:r>
              <a:rPr sz="3200" spc="-130" dirty="0">
                <a:latin typeface="Times New Roman"/>
                <a:cs typeface="Times New Roman"/>
              </a:rPr>
              <a:t> </a:t>
            </a:r>
            <a:r>
              <a:rPr sz="3200" dirty="0">
                <a:latin typeface="Calibri"/>
                <a:cs typeface="Calibri"/>
              </a:rPr>
              <a:t>A</a:t>
            </a:r>
            <a:r>
              <a:rPr sz="3200" spc="-65" dirty="0">
                <a:latin typeface="Calibri"/>
                <a:cs typeface="Calibri"/>
              </a:rPr>
              <a:t> </a:t>
            </a:r>
            <a:r>
              <a:rPr sz="3200" dirty="0">
                <a:latin typeface="Calibri"/>
                <a:cs typeface="Calibri"/>
              </a:rPr>
              <a:t>mà</a:t>
            </a:r>
            <a:r>
              <a:rPr sz="3200" spc="-55" dirty="0">
                <a:latin typeface="Calibri"/>
                <a:cs typeface="Calibri"/>
              </a:rPr>
              <a:t> </a:t>
            </a:r>
            <a:r>
              <a:rPr sz="3200" dirty="0">
                <a:latin typeface="Calibri"/>
                <a:cs typeface="Calibri"/>
              </a:rPr>
              <a:t>với</a:t>
            </a:r>
            <a:r>
              <a:rPr sz="3200" spc="-75" dirty="0">
                <a:latin typeface="Calibri"/>
                <a:cs typeface="Calibri"/>
              </a:rPr>
              <a:t> </a:t>
            </a:r>
            <a:r>
              <a:rPr sz="3200" dirty="0">
                <a:latin typeface="Calibri"/>
                <a:cs typeface="Calibri"/>
              </a:rPr>
              <a:t>mọi</a:t>
            </a:r>
            <a:r>
              <a:rPr sz="3200" spc="-60" dirty="0">
                <a:latin typeface="Calibri"/>
                <a:cs typeface="Calibri"/>
              </a:rPr>
              <a:t> </a:t>
            </a:r>
            <a:r>
              <a:rPr sz="3200" spc="-50" dirty="0">
                <a:latin typeface="Calibri"/>
                <a:cs typeface="Calibri"/>
              </a:rPr>
              <a:t>x</a:t>
            </a:r>
            <a:endParaRPr sz="3200">
              <a:latin typeface="Calibri"/>
              <a:cs typeface="Calibri"/>
            </a:endParaRPr>
          </a:p>
          <a:p>
            <a:pPr marL="469900" marR="140335" algn="just">
              <a:lnSpc>
                <a:spcPts val="3820"/>
              </a:lnSpc>
              <a:spcBef>
                <a:spcPts val="145"/>
              </a:spcBef>
            </a:pPr>
            <a:r>
              <a:rPr sz="3200" dirty="0">
                <a:latin typeface="Symbol"/>
                <a:cs typeface="Symbol"/>
              </a:rPr>
              <a:t></a:t>
            </a:r>
            <a:r>
              <a:rPr sz="3200" spc="-120" dirty="0">
                <a:latin typeface="Times New Roman"/>
                <a:cs typeface="Times New Roman"/>
              </a:rPr>
              <a:t> </a:t>
            </a:r>
            <a:r>
              <a:rPr sz="3200" spc="-130" dirty="0">
                <a:latin typeface="Calibri"/>
                <a:cs typeface="Calibri"/>
              </a:rPr>
              <a:t>A’,</a:t>
            </a:r>
            <a:r>
              <a:rPr sz="3200" spc="-45" dirty="0">
                <a:latin typeface="Calibri"/>
                <a:cs typeface="Calibri"/>
              </a:rPr>
              <a:t> </a:t>
            </a:r>
            <a:r>
              <a:rPr sz="3200" dirty="0">
                <a:latin typeface="Calibri"/>
                <a:cs typeface="Calibri"/>
              </a:rPr>
              <a:t>x</a:t>
            </a:r>
            <a:r>
              <a:rPr sz="3200" spc="-45" dirty="0">
                <a:latin typeface="Calibri"/>
                <a:cs typeface="Calibri"/>
              </a:rPr>
              <a:t> </a:t>
            </a:r>
            <a:r>
              <a:rPr sz="3200" dirty="0">
                <a:latin typeface="Calibri"/>
                <a:cs typeface="Calibri"/>
              </a:rPr>
              <a:t>luôn</a:t>
            </a:r>
            <a:r>
              <a:rPr sz="3200" spc="-30" dirty="0">
                <a:latin typeface="Calibri"/>
                <a:cs typeface="Calibri"/>
              </a:rPr>
              <a:t> </a:t>
            </a:r>
            <a:r>
              <a:rPr sz="3200" dirty="0">
                <a:latin typeface="Calibri"/>
                <a:cs typeface="Calibri"/>
              </a:rPr>
              <a:t>có</a:t>
            </a:r>
            <a:r>
              <a:rPr sz="3200" spc="-55" dirty="0">
                <a:latin typeface="Calibri"/>
                <a:cs typeface="Calibri"/>
              </a:rPr>
              <a:t> </a:t>
            </a:r>
            <a:r>
              <a:rPr sz="3200" dirty="0">
                <a:latin typeface="Calibri"/>
                <a:cs typeface="Calibri"/>
              </a:rPr>
              <a:t>ảnh</a:t>
            </a:r>
            <a:r>
              <a:rPr sz="3200" spc="-40" dirty="0">
                <a:latin typeface="Calibri"/>
                <a:cs typeface="Calibri"/>
              </a:rPr>
              <a:t> </a:t>
            </a:r>
            <a:r>
              <a:rPr sz="3200" dirty="0">
                <a:latin typeface="Calibri"/>
                <a:cs typeface="Calibri"/>
              </a:rPr>
              <a:t>f(x).</a:t>
            </a:r>
            <a:r>
              <a:rPr sz="3200" spc="-50" dirty="0">
                <a:latin typeface="Calibri"/>
                <a:cs typeface="Calibri"/>
              </a:rPr>
              <a:t> </a:t>
            </a:r>
            <a:r>
              <a:rPr sz="3200" dirty="0">
                <a:latin typeface="Calibri"/>
                <a:cs typeface="Calibri"/>
              </a:rPr>
              <a:t>A’</a:t>
            </a:r>
            <a:r>
              <a:rPr sz="3200" spc="-35" dirty="0">
                <a:latin typeface="Calibri"/>
                <a:cs typeface="Calibri"/>
              </a:rPr>
              <a:t> </a:t>
            </a:r>
            <a:r>
              <a:rPr sz="3200" dirty="0">
                <a:latin typeface="Calibri"/>
                <a:cs typeface="Calibri"/>
              </a:rPr>
              <a:t>là</a:t>
            </a:r>
            <a:r>
              <a:rPr sz="3200" spc="-40" dirty="0">
                <a:latin typeface="Calibri"/>
                <a:cs typeface="Calibri"/>
              </a:rPr>
              <a:t> </a:t>
            </a:r>
            <a:r>
              <a:rPr sz="3200" dirty="0">
                <a:latin typeface="Calibri"/>
                <a:cs typeface="Calibri"/>
              </a:rPr>
              <a:t>miền</a:t>
            </a:r>
            <a:r>
              <a:rPr sz="3200" spc="-45" dirty="0">
                <a:latin typeface="Calibri"/>
                <a:cs typeface="Calibri"/>
              </a:rPr>
              <a:t> </a:t>
            </a:r>
            <a:r>
              <a:rPr sz="3200" dirty="0">
                <a:latin typeface="Calibri"/>
                <a:cs typeface="Calibri"/>
              </a:rPr>
              <a:t>xác</a:t>
            </a:r>
            <a:r>
              <a:rPr sz="3200" spc="-45" dirty="0">
                <a:latin typeface="Calibri"/>
                <a:cs typeface="Calibri"/>
              </a:rPr>
              <a:t> </a:t>
            </a:r>
            <a:r>
              <a:rPr sz="3200" dirty="0">
                <a:latin typeface="Calibri"/>
                <a:cs typeface="Calibri"/>
              </a:rPr>
              <a:t>định</a:t>
            </a:r>
            <a:r>
              <a:rPr sz="3200" spc="-40" dirty="0">
                <a:latin typeface="Calibri"/>
                <a:cs typeface="Calibri"/>
              </a:rPr>
              <a:t> </a:t>
            </a:r>
            <a:r>
              <a:rPr sz="3200" spc="-25" dirty="0">
                <a:latin typeface="Calibri"/>
                <a:cs typeface="Calibri"/>
              </a:rPr>
              <a:t>của f.</a:t>
            </a:r>
            <a:endParaRPr sz="3200">
              <a:latin typeface="Calibri"/>
              <a:cs typeface="Calibri"/>
            </a:endParaRPr>
          </a:p>
          <a:p>
            <a:pPr marL="12700" marR="5080" indent="400050" algn="just">
              <a:lnSpc>
                <a:spcPct val="100000"/>
              </a:lnSpc>
              <a:spcBef>
                <a:spcPts val="640"/>
              </a:spcBef>
              <a:buChar char="-"/>
              <a:tabLst>
                <a:tab pos="412750" algn="l"/>
              </a:tabLst>
            </a:pPr>
            <a:r>
              <a:rPr sz="3200" dirty="0">
                <a:latin typeface="Calibri"/>
                <a:cs typeface="Calibri"/>
              </a:rPr>
              <a:t>Nếu</a:t>
            </a:r>
            <a:r>
              <a:rPr sz="3200" spc="-30" dirty="0">
                <a:latin typeface="Calibri"/>
                <a:cs typeface="Calibri"/>
              </a:rPr>
              <a:t> </a:t>
            </a:r>
            <a:r>
              <a:rPr sz="3200" dirty="0">
                <a:latin typeface="Calibri"/>
                <a:cs typeface="Calibri"/>
              </a:rPr>
              <a:t>không</a:t>
            </a:r>
            <a:r>
              <a:rPr sz="3200" spc="-20" dirty="0">
                <a:latin typeface="Calibri"/>
                <a:cs typeface="Calibri"/>
              </a:rPr>
              <a:t> </a:t>
            </a:r>
            <a:r>
              <a:rPr sz="3200" dirty="0">
                <a:latin typeface="Calibri"/>
                <a:cs typeface="Calibri"/>
              </a:rPr>
              <a:t>có</a:t>
            </a:r>
            <a:r>
              <a:rPr sz="3200" spc="-40" dirty="0">
                <a:latin typeface="Calibri"/>
                <a:cs typeface="Calibri"/>
              </a:rPr>
              <a:t> </a:t>
            </a:r>
            <a:r>
              <a:rPr sz="3200" dirty="0">
                <a:latin typeface="Calibri"/>
                <a:cs typeface="Calibri"/>
              </a:rPr>
              <a:t>câu</a:t>
            </a:r>
            <a:r>
              <a:rPr sz="3200" spc="-15" dirty="0">
                <a:latin typeface="Calibri"/>
                <a:cs typeface="Calibri"/>
              </a:rPr>
              <a:t> </a:t>
            </a:r>
            <a:r>
              <a:rPr sz="3200" dirty="0">
                <a:latin typeface="Calibri"/>
                <a:cs typeface="Calibri"/>
              </a:rPr>
              <a:t>“Tìm</a:t>
            </a:r>
            <a:r>
              <a:rPr sz="3200" spc="-25" dirty="0">
                <a:latin typeface="Calibri"/>
                <a:cs typeface="Calibri"/>
              </a:rPr>
              <a:t> </a:t>
            </a:r>
            <a:r>
              <a:rPr sz="3200" dirty="0">
                <a:latin typeface="Calibri"/>
                <a:cs typeface="Calibri"/>
              </a:rPr>
              <a:t>miền</a:t>
            </a:r>
            <a:r>
              <a:rPr sz="3200" spc="-25" dirty="0">
                <a:latin typeface="Calibri"/>
                <a:cs typeface="Calibri"/>
              </a:rPr>
              <a:t> </a:t>
            </a:r>
            <a:r>
              <a:rPr sz="3200" dirty="0">
                <a:latin typeface="Calibri"/>
                <a:cs typeface="Calibri"/>
              </a:rPr>
              <a:t>xác</a:t>
            </a:r>
            <a:r>
              <a:rPr sz="3200" spc="-25" dirty="0">
                <a:latin typeface="Calibri"/>
                <a:cs typeface="Calibri"/>
              </a:rPr>
              <a:t> </a:t>
            </a:r>
            <a:r>
              <a:rPr sz="3200" dirty="0">
                <a:latin typeface="Calibri"/>
                <a:cs typeface="Calibri"/>
              </a:rPr>
              <a:t>định</a:t>
            </a:r>
            <a:r>
              <a:rPr sz="3200" spc="-10" dirty="0">
                <a:latin typeface="Calibri"/>
                <a:cs typeface="Calibri"/>
              </a:rPr>
              <a:t> </a:t>
            </a:r>
            <a:r>
              <a:rPr sz="3200" dirty="0">
                <a:latin typeface="Calibri"/>
                <a:cs typeface="Calibri"/>
              </a:rPr>
              <a:t>của</a:t>
            </a:r>
            <a:r>
              <a:rPr sz="3200" spc="-25" dirty="0">
                <a:latin typeface="Calibri"/>
                <a:cs typeface="Calibri"/>
              </a:rPr>
              <a:t> </a:t>
            </a:r>
            <a:r>
              <a:rPr sz="3200" spc="75" dirty="0">
                <a:latin typeface="Calibri"/>
                <a:cs typeface="Calibri"/>
              </a:rPr>
              <a:t>f”</a:t>
            </a:r>
            <a:r>
              <a:rPr sz="3200" spc="10" dirty="0">
                <a:latin typeface="Calibri"/>
                <a:cs typeface="Calibri"/>
              </a:rPr>
              <a:t> </a:t>
            </a:r>
            <a:r>
              <a:rPr sz="3200" spc="-25" dirty="0">
                <a:latin typeface="Calibri"/>
                <a:cs typeface="Calibri"/>
              </a:rPr>
              <a:t>thì </a:t>
            </a:r>
            <a:r>
              <a:rPr sz="3200" dirty="0">
                <a:latin typeface="Calibri"/>
                <a:cs typeface="Calibri"/>
              </a:rPr>
              <a:t>A</a:t>
            </a:r>
            <a:r>
              <a:rPr sz="3200" spc="-35" dirty="0">
                <a:latin typeface="Calibri"/>
                <a:cs typeface="Calibri"/>
              </a:rPr>
              <a:t> </a:t>
            </a:r>
            <a:r>
              <a:rPr sz="3200" dirty="0">
                <a:latin typeface="Calibri"/>
                <a:cs typeface="Calibri"/>
              </a:rPr>
              <a:t>là</a:t>
            </a:r>
            <a:r>
              <a:rPr sz="3200" spc="-25" dirty="0">
                <a:latin typeface="Calibri"/>
                <a:cs typeface="Calibri"/>
              </a:rPr>
              <a:t> </a:t>
            </a:r>
            <a:r>
              <a:rPr sz="3200" dirty="0">
                <a:latin typeface="Calibri"/>
                <a:cs typeface="Calibri"/>
              </a:rPr>
              <a:t>miền</a:t>
            </a:r>
            <a:r>
              <a:rPr sz="3200" spc="-35" dirty="0">
                <a:latin typeface="Calibri"/>
                <a:cs typeface="Calibri"/>
              </a:rPr>
              <a:t> </a:t>
            </a:r>
            <a:r>
              <a:rPr sz="3200" dirty="0">
                <a:latin typeface="Calibri"/>
                <a:cs typeface="Calibri"/>
              </a:rPr>
              <a:t>xác</a:t>
            </a:r>
            <a:r>
              <a:rPr sz="3200" spc="-30" dirty="0">
                <a:latin typeface="Calibri"/>
                <a:cs typeface="Calibri"/>
              </a:rPr>
              <a:t> </a:t>
            </a:r>
            <a:r>
              <a:rPr sz="3200" dirty="0">
                <a:latin typeface="Calibri"/>
                <a:cs typeface="Calibri"/>
              </a:rPr>
              <a:t>định</a:t>
            </a:r>
            <a:r>
              <a:rPr sz="3200" spc="-30" dirty="0">
                <a:latin typeface="Calibri"/>
                <a:cs typeface="Calibri"/>
              </a:rPr>
              <a:t> </a:t>
            </a:r>
            <a:r>
              <a:rPr sz="3200" dirty="0">
                <a:latin typeface="Calibri"/>
                <a:cs typeface="Calibri"/>
              </a:rPr>
              <a:t>của</a:t>
            </a:r>
            <a:r>
              <a:rPr sz="3200" spc="-35" dirty="0">
                <a:latin typeface="Calibri"/>
                <a:cs typeface="Calibri"/>
              </a:rPr>
              <a:t> </a:t>
            </a:r>
            <a:r>
              <a:rPr sz="3200" spc="-25" dirty="0">
                <a:latin typeface="Calibri"/>
                <a:cs typeface="Calibri"/>
              </a:rPr>
              <a:t>f.</a:t>
            </a:r>
            <a:endParaRPr sz="3200">
              <a:latin typeface="Calibri"/>
              <a:cs typeface="Calibri"/>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215239"/>
            <a:ext cx="8110220" cy="2366645"/>
          </a:xfrm>
          <a:prstGeom prst="rect">
            <a:avLst/>
          </a:prstGeom>
        </p:spPr>
        <p:txBody>
          <a:bodyPr vert="horz" wrap="square" lIns="0" tIns="109855" rIns="0" bIns="0" rtlCol="0">
            <a:spAutoFit/>
          </a:bodyPr>
          <a:lstStyle/>
          <a:p>
            <a:pPr marL="12700">
              <a:lnSpc>
                <a:spcPct val="100000"/>
              </a:lnSpc>
              <a:spcBef>
                <a:spcPts val="865"/>
              </a:spcBef>
            </a:pPr>
            <a:r>
              <a:rPr sz="3200" b="1" dirty="0">
                <a:latin typeface="Calibri"/>
                <a:cs typeface="Calibri"/>
              </a:rPr>
              <a:t>2.2.2</a:t>
            </a:r>
            <a:r>
              <a:rPr sz="3200" b="1" spc="-15" dirty="0">
                <a:latin typeface="Calibri"/>
                <a:cs typeface="Calibri"/>
              </a:rPr>
              <a:t> </a:t>
            </a:r>
            <a:r>
              <a:rPr sz="3200" b="1" dirty="0">
                <a:latin typeface="Calibri"/>
                <a:cs typeface="Calibri"/>
              </a:rPr>
              <a:t>Định</a:t>
            </a:r>
            <a:r>
              <a:rPr sz="3200" b="1" spc="-10" dirty="0">
                <a:latin typeface="Calibri"/>
                <a:cs typeface="Calibri"/>
              </a:rPr>
              <a:t> </a:t>
            </a:r>
            <a:r>
              <a:rPr sz="3200" b="1" dirty="0">
                <a:latin typeface="Calibri"/>
                <a:cs typeface="Calibri"/>
              </a:rPr>
              <a:t>nghĩa</a:t>
            </a:r>
            <a:r>
              <a:rPr sz="3200" b="1" spc="-60" dirty="0">
                <a:latin typeface="Calibri"/>
                <a:cs typeface="Calibri"/>
              </a:rPr>
              <a:t> </a:t>
            </a:r>
            <a:r>
              <a:rPr sz="3200" b="1" spc="-50" dirty="0">
                <a:latin typeface="Calibri"/>
                <a:cs typeface="Calibri"/>
              </a:rPr>
              <a:t>:</a:t>
            </a:r>
            <a:endParaRPr sz="3200">
              <a:latin typeface="Calibri"/>
              <a:cs typeface="Calibri"/>
            </a:endParaRPr>
          </a:p>
          <a:p>
            <a:pPr marL="12700" marR="5080">
              <a:lnSpc>
                <a:spcPts val="4630"/>
              </a:lnSpc>
              <a:spcBef>
                <a:spcPts val="265"/>
              </a:spcBef>
            </a:pPr>
            <a:r>
              <a:rPr sz="3200" b="1" dirty="0">
                <a:latin typeface="Calibri"/>
                <a:cs typeface="Calibri"/>
              </a:rPr>
              <a:t>i)</a:t>
            </a:r>
            <a:r>
              <a:rPr sz="3200" b="1" spc="-40" dirty="0">
                <a:latin typeface="Calibri"/>
                <a:cs typeface="Calibri"/>
              </a:rPr>
              <a:t> </a:t>
            </a:r>
            <a:r>
              <a:rPr sz="3200" dirty="0">
                <a:latin typeface="Calibri"/>
                <a:cs typeface="Calibri"/>
              </a:rPr>
              <a:t>Nếu</a:t>
            </a:r>
            <a:r>
              <a:rPr sz="3200" spc="-35" dirty="0">
                <a:latin typeface="Calibri"/>
                <a:cs typeface="Calibri"/>
              </a:rPr>
              <a:t> </a:t>
            </a:r>
            <a:r>
              <a:rPr sz="3200" dirty="0">
                <a:latin typeface="Calibri"/>
                <a:cs typeface="Calibri"/>
              </a:rPr>
              <a:t>E</a:t>
            </a:r>
            <a:r>
              <a:rPr sz="3200" spc="-35" dirty="0">
                <a:latin typeface="Calibri"/>
                <a:cs typeface="Calibri"/>
              </a:rPr>
              <a:t> </a:t>
            </a:r>
            <a:r>
              <a:rPr sz="3200" dirty="0">
                <a:latin typeface="Calibri"/>
                <a:cs typeface="Calibri"/>
              </a:rPr>
              <a:t>là</a:t>
            </a:r>
            <a:r>
              <a:rPr sz="3200" spc="-30" dirty="0">
                <a:latin typeface="Calibri"/>
                <a:cs typeface="Calibri"/>
              </a:rPr>
              <a:t> </a:t>
            </a:r>
            <a:r>
              <a:rPr sz="3200" dirty="0">
                <a:latin typeface="Calibri"/>
                <a:cs typeface="Calibri"/>
              </a:rPr>
              <a:t>tập</a:t>
            </a:r>
            <a:r>
              <a:rPr sz="3200" spc="-15" dirty="0">
                <a:latin typeface="Calibri"/>
                <a:cs typeface="Calibri"/>
              </a:rPr>
              <a:t> </a:t>
            </a:r>
            <a:r>
              <a:rPr sz="3200" dirty="0">
                <a:latin typeface="Calibri"/>
                <a:cs typeface="Calibri"/>
              </a:rPr>
              <a:t>con</a:t>
            </a:r>
            <a:r>
              <a:rPr sz="3200" spc="-35" dirty="0">
                <a:latin typeface="Calibri"/>
                <a:cs typeface="Calibri"/>
              </a:rPr>
              <a:t> </a:t>
            </a:r>
            <a:r>
              <a:rPr sz="3200" dirty="0">
                <a:latin typeface="Calibri"/>
                <a:cs typeface="Calibri"/>
              </a:rPr>
              <a:t>của</a:t>
            </a:r>
            <a:r>
              <a:rPr sz="3200" spc="-30" dirty="0">
                <a:latin typeface="Calibri"/>
                <a:cs typeface="Calibri"/>
              </a:rPr>
              <a:t> </a:t>
            </a:r>
            <a:r>
              <a:rPr sz="3200" dirty="0">
                <a:latin typeface="Calibri"/>
                <a:cs typeface="Calibri"/>
              </a:rPr>
              <a:t>A</a:t>
            </a:r>
            <a:r>
              <a:rPr sz="3200" spc="-30" dirty="0">
                <a:latin typeface="Calibri"/>
                <a:cs typeface="Calibri"/>
              </a:rPr>
              <a:t> </a:t>
            </a:r>
            <a:r>
              <a:rPr sz="3200" dirty="0">
                <a:latin typeface="Calibri"/>
                <a:cs typeface="Calibri"/>
              </a:rPr>
              <a:t>thì</a:t>
            </a:r>
            <a:r>
              <a:rPr sz="3200" spc="-35" dirty="0">
                <a:latin typeface="Calibri"/>
                <a:cs typeface="Calibri"/>
              </a:rPr>
              <a:t> </a:t>
            </a:r>
            <a:r>
              <a:rPr sz="3200" i="1" dirty="0">
                <a:latin typeface="Calibri"/>
                <a:cs typeface="Calibri"/>
              </a:rPr>
              <a:t>ảnh</a:t>
            </a:r>
            <a:r>
              <a:rPr sz="3200" i="1" spc="-25" dirty="0">
                <a:latin typeface="Calibri"/>
                <a:cs typeface="Calibri"/>
              </a:rPr>
              <a:t> </a:t>
            </a:r>
            <a:r>
              <a:rPr sz="3200" i="1" dirty="0">
                <a:latin typeface="Calibri"/>
                <a:cs typeface="Calibri"/>
              </a:rPr>
              <a:t>của</a:t>
            </a:r>
            <a:r>
              <a:rPr sz="3200" i="1" spc="-25" dirty="0">
                <a:latin typeface="Calibri"/>
                <a:cs typeface="Calibri"/>
              </a:rPr>
              <a:t> </a:t>
            </a:r>
            <a:r>
              <a:rPr sz="3200" i="1" dirty="0">
                <a:latin typeface="Calibri"/>
                <a:cs typeface="Calibri"/>
              </a:rPr>
              <a:t>E</a:t>
            </a:r>
            <a:r>
              <a:rPr sz="3200" i="1" spc="-30" dirty="0">
                <a:latin typeface="Calibri"/>
                <a:cs typeface="Calibri"/>
              </a:rPr>
              <a:t> </a:t>
            </a:r>
            <a:r>
              <a:rPr sz="3200" dirty="0">
                <a:latin typeface="Calibri"/>
                <a:cs typeface="Calibri"/>
              </a:rPr>
              <a:t>bởi</a:t>
            </a:r>
            <a:r>
              <a:rPr sz="3200" spc="-25" dirty="0">
                <a:latin typeface="Calibri"/>
                <a:cs typeface="Calibri"/>
              </a:rPr>
              <a:t> </a:t>
            </a:r>
            <a:r>
              <a:rPr sz="3200" dirty="0">
                <a:latin typeface="Calibri"/>
                <a:cs typeface="Calibri"/>
              </a:rPr>
              <a:t>f</a:t>
            </a:r>
            <a:r>
              <a:rPr sz="3200" spc="-30" dirty="0">
                <a:latin typeface="Calibri"/>
                <a:cs typeface="Calibri"/>
              </a:rPr>
              <a:t> </a:t>
            </a:r>
            <a:r>
              <a:rPr sz="3200" dirty="0">
                <a:latin typeface="Calibri"/>
                <a:cs typeface="Calibri"/>
              </a:rPr>
              <a:t>là</a:t>
            </a:r>
            <a:r>
              <a:rPr sz="3200" spc="-30" dirty="0">
                <a:latin typeface="Calibri"/>
                <a:cs typeface="Calibri"/>
              </a:rPr>
              <a:t> </a:t>
            </a:r>
            <a:r>
              <a:rPr sz="3200" spc="-25" dirty="0">
                <a:latin typeface="Calibri"/>
                <a:cs typeface="Calibri"/>
              </a:rPr>
              <a:t>tập </a:t>
            </a:r>
            <a:r>
              <a:rPr sz="3200" dirty="0">
                <a:latin typeface="Calibri"/>
                <a:cs typeface="Calibri"/>
              </a:rPr>
              <a:t>f(E)</a:t>
            </a:r>
            <a:r>
              <a:rPr sz="3200" spc="-15" dirty="0">
                <a:latin typeface="Calibri"/>
                <a:cs typeface="Calibri"/>
              </a:rPr>
              <a:t> </a:t>
            </a:r>
            <a:r>
              <a:rPr sz="3200" dirty="0">
                <a:latin typeface="Calibri"/>
                <a:cs typeface="Calibri"/>
              </a:rPr>
              <a:t>=</a:t>
            </a:r>
            <a:r>
              <a:rPr sz="3200" spc="5" dirty="0">
                <a:latin typeface="Calibri"/>
                <a:cs typeface="Calibri"/>
              </a:rPr>
              <a:t> </a:t>
            </a:r>
            <a:r>
              <a:rPr sz="3200" dirty="0">
                <a:latin typeface="Calibri"/>
                <a:cs typeface="Calibri"/>
              </a:rPr>
              <a:t>{</a:t>
            </a:r>
            <a:r>
              <a:rPr sz="3200" spc="-5" dirty="0">
                <a:latin typeface="Calibri"/>
                <a:cs typeface="Calibri"/>
              </a:rPr>
              <a:t> </a:t>
            </a:r>
            <a:r>
              <a:rPr sz="3200" dirty="0">
                <a:latin typeface="Calibri"/>
                <a:cs typeface="Calibri"/>
              </a:rPr>
              <a:t>y</a:t>
            </a:r>
            <a:r>
              <a:rPr sz="3200" spc="-20" dirty="0">
                <a:latin typeface="Calibri"/>
                <a:cs typeface="Calibri"/>
              </a:rPr>
              <a:t> </a:t>
            </a:r>
            <a:r>
              <a:rPr sz="3200" dirty="0">
                <a:latin typeface="Symbol"/>
                <a:cs typeface="Symbol"/>
              </a:rPr>
              <a:t></a:t>
            </a:r>
            <a:r>
              <a:rPr sz="3200" spc="-85" dirty="0">
                <a:latin typeface="Times New Roman"/>
                <a:cs typeface="Times New Roman"/>
              </a:rPr>
              <a:t> </a:t>
            </a:r>
            <a:r>
              <a:rPr sz="3200" dirty="0">
                <a:latin typeface="Calibri"/>
                <a:cs typeface="Calibri"/>
              </a:rPr>
              <a:t>B</a:t>
            </a:r>
            <a:r>
              <a:rPr sz="3200" spc="-10" dirty="0">
                <a:latin typeface="Calibri"/>
                <a:cs typeface="Calibri"/>
              </a:rPr>
              <a:t> </a:t>
            </a:r>
            <a:r>
              <a:rPr sz="3200" dirty="0">
                <a:latin typeface="Calibri"/>
                <a:cs typeface="Calibri"/>
              </a:rPr>
              <a:t>:</a:t>
            </a:r>
            <a:r>
              <a:rPr sz="3200" spc="-10" dirty="0">
                <a:latin typeface="Calibri"/>
                <a:cs typeface="Calibri"/>
              </a:rPr>
              <a:t> </a:t>
            </a:r>
            <a:r>
              <a:rPr sz="3200" dirty="0">
                <a:latin typeface="Calibri"/>
                <a:cs typeface="Calibri"/>
              </a:rPr>
              <a:t>có</a:t>
            </a:r>
            <a:r>
              <a:rPr sz="3200" spc="-25" dirty="0">
                <a:latin typeface="Calibri"/>
                <a:cs typeface="Calibri"/>
              </a:rPr>
              <a:t> </a:t>
            </a:r>
            <a:r>
              <a:rPr sz="3200" dirty="0">
                <a:latin typeface="Calibri"/>
                <a:cs typeface="Calibri"/>
              </a:rPr>
              <a:t>x</a:t>
            </a:r>
            <a:r>
              <a:rPr sz="3200" spc="-15" dirty="0">
                <a:latin typeface="Calibri"/>
                <a:cs typeface="Calibri"/>
              </a:rPr>
              <a:t> </a:t>
            </a:r>
            <a:r>
              <a:rPr sz="3200" dirty="0">
                <a:latin typeface="Symbol"/>
                <a:cs typeface="Symbol"/>
              </a:rPr>
              <a:t></a:t>
            </a:r>
            <a:r>
              <a:rPr sz="3200" spc="-90" dirty="0">
                <a:latin typeface="Times New Roman"/>
                <a:cs typeface="Times New Roman"/>
              </a:rPr>
              <a:t> </a:t>
            </a:r>
            <a:r>
              <a:rPr sz="3200" dirty="0">
                <a:latin typeface="Calibri"/>
                <a:cs typeface="Calibri"/>
              </a:rPr>
              <a:t>E</a:t>
            </a:r>
            <a:r>
              <a:rPr sz="3200" spc="-10" dirty="0">
                <a:latin typeface="Calibri"/>
                <a:cs typeface="Calibri"/>
              </a:rPr>
              <a:t> </a:t>
            </a:r>
            <a:r>
              <a:rPr sz="3200" dirty="0">
                <a:latin typeface="Calibri"/>
                <a:cs typeface="Calibri"/>
              </a:rPr>
              <a:t>,</a:t>
            </a:r>
            <a:r>
              <a:rPr sz="3200" spc="-10" dirty="0">
                <a:latin typeface="Calibri"/>
                <a:cs typeface="Calibri"/>
              </a:rPr>
              <a:t> </a:t>
            </a:r>
            <a:r>
              <a:rPr sz="3200" dirty="0">
                <a:latin typeface="Calibri"/>
                <a:cs typeface="Calibri"/>
              </a:rPr>
              <a:t>y</a:t>
            </a:r>
            <a:r>
              <a:rPr sz="3200" spc="-10" dirty="0">
                <a:latin typeface="Calibri"/>
                <a:cs typeface="Calibri"/>
              </a:rPr>
              <a:t> </a:t>
            </a:r>
            <a:r>
              <a:rPr sz="3200" dirty="0">
                <a:latin typeface="Calibri"/>
                <a:cs typeface="Calibri"/>
              </a:rPr>
              <a:t>=</a:t>
            </a:r>
            <a:r>
              <a:rPr sz="3200" spc="-15" dirty="0">
                <a:latin typeface="Calibri"/>
                <a:cs typeface="Calibri"/>
              </a:rPr>
              <a:t> </a:t>
            </a:r>
            <a:r>
              <a:rPr sz="3200" spc="-10" dirty="0">
                <a:latin typeface="Calibri"/>
                <a:cs typeface="Calibri"/>
              </a:rPr>
              <a:t>f(x)}.</a:t>
            </a:r>
            <a:endParaRPr sz="3200">
              <a:latin typeface="Calibri"/>
              <a:cs typeface="Calibri"/>
            </a:endParaRPr>
          </a:p>
          <a:p>
            <a:pPr marL="12700">
              <a:lnSpc>
                <a:spcPct val="100000"/>
              </a:lnSpc>
              <a:spcBef>
                <a:spcPts val="464"/>
              </a:spcBef>
            </a:pPr>
            <a:r>
              <a:rPr sz="3200" dirty="0">
                <a:latin typeface="Calibri"/>
                <a:cs typeface="Calibri"/>
              </a:rPr>
              <a:t>VD</a:t>
            </a:r>
            <a:r>
              <a:rPr sz="3200" spc="-10" dirty="0">
                <a:latin typeface="Calibri"/>
                <a:cs typeface="Calibri"/>
              </a:rPr>
              <a:t> </a:t>
            </a:r>
            <a:r>
              <a:rPr sz="3200" spc="-50" dirty="0">
                <a:latin typeface="Calibri"/>
                <a:cs typeface="Calibri"/>
              </a:rPr>
              <a:t>:</a:t>
            </a:r>
            <a:endParaRPr sz="3200">
              <a:latin typeface="Calibri"/>
              <a:cs typeface="Calibri"/>
            </a:endParaRPr>
          </a:p>
        </p:txBody>
      </p:sp>
      <p:sp>
        <p:nvSpPr>
          <p:cNvPr id="3" name="object 3"/>
          <p:cNvSpPr txBox="1"/>
          <p:nvPr/>
        </p:nvSpPr>
        <p:spPr>
          <a:xfrm>
            <a:off x="459740" y="4409008"/>
            <a:ext cx="3122930" cy="514350"/>
          </a:xfrm>
          <a:prstGeom prst="rect">
            <a:avLst/>
          </a:prstGeom>
        </p:spPr>
        <p:txBody>
          <a:bodyPr vert="horz" wrap="square" lIns="0" tIns="13335" rIns="0" bIns="0" rtlCol="0">
            <a:spAutoFit/>
          </a:bodyPr>
          <a:lstStyle/>
          <a:p>
            <a:pPr marL="12700">
              <a:lnSpc>
                <a:spcPct val="100000"/>
              </a:lnSpc>
              <a:spcBef>
                <a:spcPts val="105"/>
              </a:spcBef>
            </a:pPr>
            <a:r>
              <a:rPr sz="3200" dirty="0">
                <a:latin typeface="Calibri"/>
                <a:cs typeface="Calibri"/>
              </a:rPr>
              <a:t>E={1,3}</a:t>
            </a:r>
            <a:r>
              <a:rPr sz="3200" spc="-50" dirty="0">
                <a:latin typeface="Calibri"/>
                <a:cs typeface="Calibri"/>
              </a:rPr>
              <a:t> </a:t>
            </a:r>
            <a:r>
              <a:rPr sz="3200" dirty="0">
                <a:latin typeface="Calibri"/>
                <a:cs typeface="Calibri"/>
              </a:rPr>
              <a:t>,</a:t>
            </a:r>
            <a:r>
              <a:rPr sz="3200" spc="-55" dirty="0">
                <a:latin typeface="Calibri"/>
                <a:cs typeface="Calibri"/>
              </a:rPr>
              <a:t> </a:t>
            </a:r>
            <a:r>
              <a:rPr sz="3200" spc="-10" dirty="0">
                <a:latin typeface="Calibri"/>
                <a:cs typeface="Calibri"/>
              </a:rPr>
              <a:t>f(E)={a,b}.</a:t>
            </a:r>
            <a:endParaRPr sz="3200">
              <a:latin typeface="Calibri"/>
              <a:cs typeface="Calibri"/>
            </a:endParaRPr>
          </a:p>
        </p:txBody>
      </p:sp>
      <p:pic>
        <p:nvPicPr>
          <p:cNvPr id="4" name="object 4"/>
          <p:cNvPicPr/>
          <p:nvPr/>
        </p:nvPicPr>
        <p:blipFill>
          <a:blip r:embed="rId2" cstate="print"/>
          <a:stretch>
            <a:fillRect/>
          </a:stretch>
        </p:blipFill>
        <p:spPr>
          <a:xfrm>
            <a:off x="2238402" y="2257414"/>
            <a:ext cx="2762972" cy="1685568"/>
          </a:xfrm>
          <a:prstGeom prst="rect">
            <a:avLst/>
          </a:prstGeom>
        </p:spPr>
      </p:pic>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34340" y="215239"/>
            <a:ext cx="7890509" cy="2272665"/>
          </a:xfrm>
          <a:prstGeom prst="rect">
            <a:avLst/>
          </a:prstGeom>
        </p:spPr>
        <p:txBody>
          <a:bodyPr vert="horz" wrap="square" lIns="0" tIns="109855" rIns="0" bIns="0" rtlCol="0">
            <a:spAutoFit/>
          </a:bodyPr>
          <a:lstStyle/>
          <a:p>
            <a:pPr marL="38100">
              <a:lnSpc>
                <a:spcPct val="100000"/>
              </a:lnSpc>
              <a:spcBef>
                <a:spcPts val="865"/>
              </a:spcBef>
            </a:pPr>
            <a:r>
              <a:rPr sz="3200" b="1" dirty="0">
                <a:latin typeface="Calibri"/>
                <a:cs typeface="Calibri"/>
              </a:rPr>
              <a:t>2.2.2</a:t>
            </a:r>
            <a:r>
              <a:rPr sz="3200" b="1" spc="-15" dirty="0">
                <a:latin typeface="Calibri"/>
                <a:cs typeface="Calibri"/>
              </a:rPr>
              <a:t> </a:t>
            </a:r>
            <a:r>
              <a:rPr sz="3200" b="1" dirty="0">
                <a:latin typeface="Calibri"/>
                <a:cs typeface="Calibri"/>
              </a:rPr>
              <a:t>Định</a:t>
            </a:r>
            <a:r>
              <a:rPr sz="3200" b="1" spc="-10" dirty="0">
                <a:latin typeface="Calibri"/>
                <a:cs typeface="Calibri"/>
              </a:rPr>
              <a:t> </a:t>
            </a:r>
            <a:r>
              <a:rPr sz="3200" b="1" dirty="0">
                <a:latin typeface="Calibri"/>
                <a:cs typeface="Calibri"/>
              </a:rPr>
              <a:t>nghĩa</a:t>
            </a:r>
            <a:r>
              <a:rPr sz="3200" b="1" spc="-60" dirty="0">
                <a:latin typeface="Calibri"/>
                <a:cs typeface="Calibri"/>
              </a:rPr>
              <a:t> </a:t>
            </a:r>
            <a:r>
              <a:rPr sz="3200" b="1" spc="-50" dirty="0">
                <a:latin typeface="Calibri"/>
                <a:cs typeface="Calibri"/>
              </a:rPr>
              <a:t>:</a:t>
            </a:r>
            <a:endParaRPr sz="3200">
              <a:latin typeface="Calibri"/>
              <a:cs typeface="Calibri"/>
            </a:endParaRPr>
          </a:p>
          <a:p>
            <a:pPr marL="38100" marR="30480">
              <a:lnSpc>
                <a:spcPct val="100000"/>
              </a:lnSpc>
              <a:spcBef>
                <a:spcPts val="770"/>
              </a:spcBef>
            </a:pPr>
            <a:r>
              <a:rPr sz="3200" b="1" dirty="0">
                <a:latin typeface="Calibri"/>
                <a:cs typeface="Calibri"/>
              </a:rPr>
              <a:t>ii)</a:t>
            </a:r>
            <a:r>
              <a:rPr sz="3200" b="1" spc="-40" dirty="0">
                <a:latin typeface="Calibri"/>
                <a:cs typeface="Calibri"/>
              </a:rPr>
              <a:t> </a:t>
            </a:r>
            <a:r>
              <a:rPr sz="3200" dirty="0">
                <a:latin typeface="Calibri"/>
                <a:cs typeface="Calibri"/>
              </a:rPr>
              <a:t>Nếu</a:t>
            </a:r>
            <a:r>
              <a:rPr sz="3200" spc="-50" dirty="0">
                <a:latin typeface="Calibri"/>
                <a:cs typeface="Calibri"/>
              </a:rPr>
              <a:t> </a:t>
            </a:r>
            <a:r>
              <a:rPr sz="3200" dirty="0">
                <a:latin typeface="Calibri"/>
                <a:cs typeface="Calibri"/>
              </a:rPr>
              <a:t>F</a:t>
            </a:r>
            <a:r>
              <a:rPr sz="3200" spc="-30" dirty="0">
                <a:latin typeface="Calibri"/>
                <a:cs typeface="Calibri"/>
              </a:rPr>
              <a:t> </a:t>
            </a:r>
            <a:r>
              <a:rPr sz="3200" dirty="0">
                <a:latin typeface="Calibri"/>
                <a:cs typeface="Calibri"/>
              </a:rPr>
              <a:t>là</a:t>
            </a:r>
            <a:r>
              <a:rPr sz="3200" spc="-30" dirty="0">
                <a:latin typeface="Calibri"/>
                <a:cs typeface="Calibri"/>
              </a:rPr>
              <a:t> </a:t>
            </a:r>
            <a:r>
              <a:rPr sz="3200" dirty="0">
                <a:latin typeface="Calibri"/>
                <a:cs typeface="Calibri"/>
              </a:rPr>
              <a:t>tập</a:t>
            </a:r>
            <a:r>
              <a:rPr sz="3200" spc="-40" dirty="0">
                <a:latin typeface="Calibri"/>
                <a:cs typeface="Calibri"/>
              </a:rPr>
              <a:t> </a:t>
            </a:r>
            <a:r>
              <a:rPr sz="3200" dirty="0">
                <a:latin typeface="Calibri"/>
                <a:cs typeface="Calibri"/>
              </a:rPr>
              <a:t>con</a:t>
            </a:r>
            <a:r>
              <a:rPr sz="3200" spc="-40" dirty="0">
                <a:latin typeface="Calibri"/>
                <a:cs typeface="Calibri"/>
              </a:rPr>
              <a:t> </a:t>
            </a:r>
            <a:r>
              <a:rPr sz="3200" dirty="0">
                <a:latin typeface="Calibri"/>
                <a:cs typeface="Calibri"/>
              </a:rPr>
              <a:t>của</a:t>
            </a:r>
            <a:r>
              <a:rPr sz="3200" spc="-35" dirty="0">
                <a:latin typeface="Calibri"/>
                <a:cs typeface="Calibri"/>
              </a:rPr>
              <a:t> </a:t>
            </a:r>
            <a:r>
              <a:rPr sz="3200" dirty="0">
                <a:latin typeface="Calibri"/>
                <a:cs typeface="Calibri"/>
              </a:rPr>
              <a:t>B</a:t>
            </a:r>
            <a:r>
              <a:rPr sz="3200" spc="-35" dirty="0">
                <a:latin typeface="Calibri"/>
                <a:cs typeface="Calibri"/>
              </a:rPr>
              <a:t> </a:t>
            </a:r>
            <a:r>
              <a:rPr sz="3200" dirty="0">
                <a:latin typeface="Calibri"/>
                <a:cs typeface="Calibri"/>
              </a:rPr>
              <a:t>thì</a:t>
            </a:r>
            <a:r>
              <a:rPr sz="3200" spc="-10" dirty="0">
                <a:latin typeface="Calibri"/>
                <a:cs typeface="Calibri"/>
              </a:rPr>
              <a:t> </a:t>
            </a:r>
            <a:r>
              <a:rPr sz="3200" i="1" dirty="0">
                <a:latin typeface="Calibri"/>
                <a:cs typeface="Calibri"/>
              </a:rPr>
              <a:t>ảnh</a:t>
            </a:r>
            <a:r>
              <a:rPr sz="3200" i="1" spc="-30" dirty="0">
                <a:latin typeface="Calibri"/>
                <a:cs typeface="Calibri"/>
              </a:rPr>
              <a:t> </a:t>
            </a:r>
            <a:r>
              <a:rPr sz="3200" i="1" dirty="0">
                <a:latin typeface="Calibri"/>
                <a:cs typeface="Calibri"/>
              </a:rPr>
              <a:t>ngược</a:t>
            </a:r>
            <a:r>
              <a:rPr sz="3200" i="1" spc="-35" dirty="0">
                <a:latin typeface="Calibri"/>
                <a:cs typeface="Calibri"/>
              </a:rPr>
              <a:t> </a:t>
            </a:r>
            <a:r>
              <a:rPr sz="3200" i="1" dirty="0">
                <a:latin typeface="Calibri"/>
                <a:cs typeface="Calibri"/>
              </a:rPr>
              <a:t>của</a:t>
            </a:r>
            <a:r>
              <a:rPr sz="3200" i="1" spc="-25" dirty="0">
                <a:latin typeface="Calibri"/>
                <a:cs typeface="Calibri"/>
              </a:rPr>
              <a:t> </a:t>
            </a:r>
            <a:r>
              <a:rPr sz="3200" dirty="0">
                <a:latin typeface="Calibri"/>
                <a:cs typeface="Calibri"/>
              </a:rPr>
              <a:t>F</a:t>
            </a:r>
            <a:r>
              <a:rPr sz="3200" spc="-35" dirty="0">
                <a:latin typeface="Calibri"/>
                <a:cs typeface="Calibri"/>
              </a:rPr>
              <a:t> </a:t>
            </a:r>
            <a:r>
              <a:rPr sz="3200" spc="-25" dirty="0">
                <a:latin typeface="Calibri"/>
                <a:cs typeface="Calibri"/>
              </a:rPr>
              <a:t>là </a:t>
            </a:r>
            <a:r>
              <a:rPr sz="3200" spc="-20" dirty="0">
                <a:latin typeface="Calibri"/>
                <a:cs typeface="Calibri"/>
              </a:rPr>
              <a:t>tập:</a:t>
            </a:r>
            <a:endParaRPr sz="3200">
              <a:latin typeface="Calibri"/>
              <a:cs typeface="Calibri"/>
            </a:endParaRPr>
          </a:p>
          <a:p>
            <a:pPr marL="38100">
              <a:lnSpc>
                <a:spcPct val="100000"/>
              </a:lnSpc>
              <a:spcBef>
                <a:spcPts val="795"/>
              </a:spcBef>
            </a:pPr>
            <a:r>
              <a:rPr sz="3200" dirty="0">
                <a:latin typeface="Calibri"/>
                <a:cs typeface="Calibri"/>
              </a:rPr>
              <a:t>f</a:t>
            </a:r>
            <a:r>
              <a:rPr sz="3150" baseline="25132" dirty="0">
                <a:latin typeface="Calibri"/>
                <a:cs typeface="Calibri"/>
              </a:rPr>
              <a:t>-1</a:t>
            </a:r>
            <a:r>
              <a:rPr sz="3200" dirty="0">
                <a:latin typeface="Calibri"/>
                <a:cs typeface="Calibri"/>
              </a:rPr>
              <a:t>(F)</a:t>
            </a:r>
            <a:r>
              <a:rPr sz="3200" spc="-10" dirty="0">
                <a:latin typeface="Calibri"/>
                <a:cs typeface="Calibri"/>
              </a:rPr>
              <a:t> </a:t>
            </a:r>
            <a:r>
              <a:rPr sz="3200" dirty="0">
                <a:latin typeface="Calibri"/>
                <a:cs typeface="Calibri"/>
              </a:rPr>
              <a:t>=</a:t>
            </a:r>
            <a:r>
              <a:rPr sz="3200" spc="-5"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x</a:t>
            </a:r>
            <a:r>
              <a:rPr sz="3200" spc="-15" dirty="0">
                <a:latin typeface="Calibri"/>
                <a:cs typeface="Calibri"/>
              </a:rPr>
              <a:t> </a:t>
            </a:r>
            <a:r>
              <a:rPr sz="3200" dirty="0">
                <a:latin typeface="Symbol"/>
                <a:cs typeface="Symbol"/>
              </a:rPr>
              <a:t></a:t>
            </a:r>
            <a:r>
              <a:rPr sz="3200" spc="-85" dirty="0">
                <a:latin typeface="Times New Roman"/>
                <a:cs typeface="Times New Roman"/>
              </a:rPr>
              <a:t> </a:t>
            </a:r>
            <a:r>
              <a:rPr sz="3200" dirty="0">
                <a:latin typeface="Calibri"/>
                <a:cs typeface="Calibri"/>
              </a:rPr>
              <a:t>A</a:t>
            </a:r>
            <a:r>
              <a:rPr sz="3200" spc="-15" dirty="0">
                <a:latin typeface="Calibri"/>
                <a:cs typeface="Calibri"/>
              </a:rPr>
              <a:t> </a:t>
            </a:r>
            <a:r>
              <a:rPr sz="3200" dirty="0">
                <a:latin typeface="Calibri"/>
                <a:cs typeface="Calibri"/>
              </a:rPr>
              <a:t>:</a:t>
            </a:r>
            <a:r>
              <a:rPr sz="3200" spc="-35" dirty="0">
                <a:latin typeface="Calibri"/>
                <a:cs typeface="Calibri"/>
              </a:rPr>
              <a:t> </a:t>
            </a:r>
            <a:r>
              <a:rPr sz="3200" dirty="0">
                <a:latin typeface="Calibri"/>
                <a:cs typeface="Calibri"/>
              </a:rPr>
              <a:t>f(x)</a:t>
            </a:r>
            <a:r>
              <a:rPr sz="3200" spc="-15" dirty="0">
                <a:latin typeface="Calibri"/>
                <a:cs typeface="Calibri"/>
              </a:rPr>
              <a:t> </a:t>
            </a:r>
            <a:r>
              <a:rPr sz="3200" dirty="0">
                <a:latin typeface="Symbol"/>
                <a:cs typeface="Symbol"/>
              </a:rPr>
              <a:t></a:t>
            </a:r>
            <a:r>
              <a:rPr sz="3200" spc="-90" dirty="0">
                <a:latin typeface="Times New Roman"/>
                <a:cs typeface="Times New Roman"/>
              </a:rPr>
              <a:t> </a:t>
            </a:r>
            <a:r>
              <a:rPr sz="3200" spc="-25" dirty="0">
                <a:latin typeface="Calibri"/>
                <a:cs typeface="Calibri"/>
              </a:rPr>
              <a:t>F}.</a:t>
            </a:r>
            <a:endParaRPr sz="3200">
              <a:latin typeface="Calibri"/>
              <a:cs typeface="Calibri"/>
            </a:endParaRPr>
          </a:p>
        </p:txBody>
      </p:sp>
      <p:sp>
        <p:nvSpPr>
          <p:cNvPr id="3" name="object 3"/>
          <p:cNvSpPr txBox="1"/>
          <p:nvPr/>
        </p:nvSpPr>
        <p:spPr>
          <a:xfrm>
            <a:off x="434340" y="4897373"/>
            <a:ext cx="3648075" cy="513715"/>
          </a:xfrm>
          <a:prstGeom prst="rect">
            <a:avLst/>
          </a:prstGeom>
        </p:spPr>
        <p:txBody>
          <a:bodyPr vert="horz" wrap="square" lIns="0" tIns="12700" rIns="0" bIns="0" rtlCol="0">
            <a:spAutoFit/>
          </a:bodyPr>
          <a:lstStyle/>
          <a:p>
            <a:pPr marL="38100">
              <a:lnSpc>
                <a:spcPct val="100000"/>
              </a:lnSpc>
              <a:spcBef>
                <a:spcPts val="100"/>
              </a:spcBef>
            </a:pPr>
            <a:r>
              <a:rPr sz="3200" dirty="0">
                <a:latin typeface="Calibri"/>
                <a:cs typeface="Calibri"/>
              </a:rPr>
              <a:t>F={a,b,c}</a:t>
            </a:r>
            <a:r>
              <a:rPr sz="3200" spc="-55" dirty="0">
                <a:latin typeface="Calibri"/>
                <a:cs typeface="Calibri"/>
              </a:rPr>
              <a:t> </a:t>
            </a:r>
            <a:r>
              <a:rPr sz="3200" dirty="0">
                <a:latin typeface="Calibri"/>
                <a:cs typeface="Calibri"/>
              </a:rPr>
              <a:t>,</a:t>
            </a:r>
            <a:r>
              <a:rPr sz="3200" spc="-55" dirty="0">
                <a:latin typeface="Calibri"/>
                <a:cs typeface="Calibri"/>
              </a:rPr>
              <a:t> </a:t>
            </a:r>
            <a:r>
              <a:rPr sz="3200" dirty="0">
                <a:latin typeface="Calibri"/>
                <a:cs typeface="Calibri"/>
              </a:rPr>
              <a:t>f</a:t>
            </a:r>
            <a:r>
              <a:rPr sz="3150" baseline="25132" dirty="0">
                <a:latin typeface="Calibri"/>
                <a:cs typeface="Calibri"/>
              </a:rPr>
              <a:t>-</a:t>
            </a:r>
            <a:r>
              <a:rPr sz="3150" spc="-15" baseline="25132" dirty="0">
                <a:latin typeface="Calibri"/>
                <a:cs typeface="Calibri"/>
              </a:rPr>
              <a:t>1</a:t>
            </a:r>
            <a:r>
              <a:rPr sz="3200" spc="-10" dirty="0">
                <a:latin typeface="Calibri"/>
                <a:cs typeface="Calibri"/>
              </a:rPr>
              <a:t>(F)={1,3}.</a:t>
            </a:r>
            <a:endParaRPr sz="3200">
              <a:latin typeface="Calibri"/>
              <a:cs typeface="Calibri"/>
            </a:endParaRPr>
          </a:p>
        </p:txBody>
      </p:sp>
      <p:pic>
        <p:nvPicPr>
          <p:cNvPr id="4" name="object 4"/>
          <p:cNvPicPr/>
          <p:nvPr/>
        </p:nvPicPr>
        <p:blipFill>
          <a:blip r:embed="rId2" cstate="print"/>
          <a:stretch>
            <a:fillRect/>
          </a:stretch>
        </p:blipFill>
        <p:spPr>
          <a:xfrm>
            <a:off x="3152802" y="2790814"/>
            <a:ext cx="2762972" cy="1685568"/>
          </a:xfrm>
          <a:prstGeom prst="rect">
            <a:avLst/>
          </a:prstGeom>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215239"/>
            <a:ext cx="6295390" cy="2955290"/>
          </a:xfrm>
          <a:prstGeom prst="rect">
            <a:avLst/>
          </a:prstGeom>
        </p:spPr>
        <p:txBody>
          <a:bodyPr vert="horz" wrap="square" lIns="0" tIns="109855" rIns="0" bIns="0" rtlCol="0">
            <a:spAutoFit/>
          </a:bodyPr>
          <a:lstStyle/>
          <a:p>
            <a:pPr marL="12700">
              <a:lnSpc>
                <a:spcPct val="100000"/>
              </a:lnSpc>
              <a:spcBef>
                <a:spcPts val="865"/>
              </a:spcBef>
            </a:pPr>
            <a:r>
              <a:rPr sz="3200" b="1" dirty="0">
                <a:latin typeface="Calibri"/>
                <a:cs typeface="Calibri"/>
              </a:rPr>
              <a:t>2.2.3</a:t>
            </a:r>
            <a:r>
              <a:rPr sz="3200" b="1" spc="-15" dirty="0">
                <a:latin typeface="Calibri"/>
                <a:cs typeface="Calibri"/>
              </a:rPr>
              <a:t> </a:t>
            </a:r>
            <a:r>
              <a:rPr sz="3200" b="1" dirty="0">
                <a:latin typeface="Calibri"/>
                <a:cs typeface="Calibri"/>
              </a:rPr>
              <a:t>Định</a:t>
            </a:r>
            <a:r>
              <a:rPr sz="3200" b="1" spc="-10" dirty="0">
                <a:latin typeface="Calibri"/>
                <a:cs typeface="Calibri"/>
              </a:rPr>
              <a:t> </a:t>
            </a:r>
            <a:r>
              <a:rPr sz="3200" b="1" dirty="0">
                <a:latin typeface="Calibri"/>
                <a:cs typeface="Calibri"/>
              </a:rPr>
              <a:t>nghĩa</a:t>
            </a:r>
            <a:r>
              <a:rPr sz="3200" b="1" spc="-60" dirty="0">
                <a:latin typeface="Calibri"/>
                <a:cs typeface="Calibri"/>
              </a:rPr>
              <a:t> </a:t>
            </a:r>
            <a:r>
              <a:rPr sz="3200" b="1" spc="-50" dirty="0">
                <a:latin typeface="Calibri"/>
                <a:cs typeface="Calibri"/>
              </a:rPr>
              <a:t>:</a:t>
            </a:r>
            <a:endParaRPr sz="3200">
              <a:latin typeface="Calibri"/>
              <a:cs typeface="Calibri"/>
            </a:endParaRPr>
          </a:p>
          <a:p>
            <a:pPr marL="12700">
              <a:lnSpc>
                <a:spcPct val="100000"/>
              </a:lnSpc>
              <a:spcBef>
                <a:spcPts val="770"/>
              </a:spcBef>
            </a:pPr>
            <a:r>
              <a:rPr sz="3200" dirty="0">
                <a:latin typeface="Calibri"/>
                <a:cs typeface="Calibri"/>
              </a:rPr>
              <a:t>Cho</a:t>
            </a:r>
            <a:r>
              <a:rPr sz="3200" spc="-50" dirty="0">
                <a:latin typeface="Calibri"/>
                <a:cs typeface="Calibri"/>
              </a:rPr>
              <a:t> </a:t>
            </a:r>
            <a:r>
              <a:rPr sz="3200" dirty="0">
                <a:latin typeface="Calibri"/>
                <a:cs typeface="Calibri"/>
              </a:rPr>
              <a:t>ánh</a:t>
            </a:r>
            <a:r>
              <a:rPr sz="3200" spc="-30" dirty="0">
                <a:latin typeface="Calibri"/>
                <a:cs typeface="Calibri"/>
              </a:rPr>
              <a:t> </a:t>
            </a:r>
            <a:r>
              <a:rPr sz="3200" dirty="0">
                <a:latin typeface="Calibri"/>
                <a:cs typeface="Calibri"/>
              </a:rPr>
              <a:t>xạ</a:t>
            </a:r>
            <a:r>
              <a:rPr sz="3200" spc="-45" dirty="0">
                <a:latin typeface="Calibri"/>
                <a:cs typeface="Calibri"/>
              </a:rPr>
              <a:t> </a:t>
            </a:r>
            <a:r>
              <a:rPr sz="3200" dirty="0">
                <a:latin typeface="Calibri"/>
                <a:cs typeface="Calibri"/>
              </a:rPr>
              <a:t>f</a:t>
            </a:r>
            <a:r>
              <a:rPr sz="3200" spc="-45" dirty="0">
                <a:latin typeface="Calibri"/>
                <a:cs typeface="Calibri"/>
              </a:rPr>
              <a:t> </a:t>
            </a:r>
            <a:r>
              <a:rPr sz="3200" dirty="0">
                <a:latin typeface="Calibri"/>
                <a:cs typeface="Calibri"/>
              </a:rPr>
              <a:t>từ</a:t>
            </a:r>
            <a:r>
              <a:rPr sz="3200" spc="-45" dirty="0">
                <a:latin typeface="Calibri"/>
                <a:cs typeface="Calibri"/>
              </a:rPr>
              <a:t> </a:t>
            </a:r>
            <a:r>
              <a:rPr sz="3200" dirty="0">
                <a:latin typeface="Calibri"/>
                <a:cs typeface="Calibri"/>
              </a:rPr>
              <a:t>tập</a:t>
            </a:r>
            <a:r>
              <a:rPr sz="3200" spc="-45" dirty="0">
                <a:latin typeface="Calibri"/>
                <a:cs typeface="Calibri"/>
              </a:rPr>
              <a:t> </a:t>
            </a:r>
            <a:r>
              <a:rPr sz="3200" dirty="0">
                <a:latin typeface="Calibri"/>
                <a:cs typeface="Calibri"/>
              </a:rPr>
              <a:t>A</a:t>
            </a:r>
            <a:r>
              <a:rPr sz="3200" spc="-45" dirty="0">
                <a:latin typeface="Calibri"/>
                <a:cs typeface="Calibri"/>
              </a:rPr>
              <a:t> </a:t>
            </a:r>
            <a:r>
              <a:rPr sz="3200" dirty="0">
                <a:latin typeface="Calibri"/>
                <a:cs typeface="Calibri"/>
              </a:rPr>
              <a:t>vào</a:t>
            </a:r>
            <a:r>
              <a:rPr sz="3200" spc="-50" dirty="0">
                <a:latin typeface="Calibri"/>
                <a:cs typeface="Calibri"/>
              </a:rPr>
              <a:t> </a:t>
            </a:r>
            <a:r>
              <a:rPr sz="3200" dirty="0">
                <a:latin typeface="Calibri"/>
                <a:cs typeface="Calibri"/>
              </a:rPr>
              <a:t>tập</a:t>
            </a:r>
            <a:r>
              <a:rPr sz="3200" spc="-45" dirty="0">
                <a:latin typeface="Calibri"/>
                <a:cs typeface="Calibri"/>
              </a:rPr>
              <a:t> </a:t>
            </a:r>
            <a:r>
              <a:rPr sz="3200" dirty="0">
                <a:latin typeface="Calibri"/>
                <a:cs typeface="Calibri"/>
              </a:rPr>
              <a:t>B.</a:t>
            </a:r>
            <a:r>
              <a:rPr sz="3200" spc="-50" dirty="0">
                <a:latin typeface="Calibri"/>
                <a:cs typeface="Calibri"/>
              </a:rPr>
              <a:t> </a:t>
            </a:r>
            <a:r>
              <a:rPr sz="3200" dirty="0">
                <a:latin typeface="Calibri"/>
                <a:cs typeface="Calibri"/>
              </a:rPr>
              <a:t>Khi</a:t>
            </a:r>
            <a:r>
              <a:rPr sz="3200" spc="-45" dirty="0">
                <a:latin typeface="Calibri"/>
                <a:cs typeface="Calibri"/>
              </a:rPr>
              <a:t> </a:t>
            </a:r>
            <a:r>
              <a:rPr sz="3200" spc="-25" dirty="0">
                <a:latin typeface="Calibri"/>
                <a:cs typeface="Calibri"/>
              </a:rPr>
              <a:t>ấy</a:t>
            </a:r>
            <a:endParaRPr sz="3200">
              <a:latin typeface="Calibri"/>
              <a:cs typeface="Calibri"/>
            </a:endParaRPr>
          </a:p>
          <a:p>
            <a:pPr marL="12700">
              <a:lnSpc>
                <a:spcPct val="100000"/>
              </a:lnSpc>
              <a:spcBef>
                <a:spcPts val="765"/>
              </a:spcBef>
            </a:pPr>
            <a:r>
              <a:rPr sz="3200" b="1" dirty="0">
                <a:latin typeface="Calibri"/>
                <a:cs typeface="Calibri"/>
              </a:rPr>
              <a:t>i)</a:t>
            </a:r>
            <a:r>
              <a:rPr sz="3200" b="1" spc="-30" dirty="0">
                <a:latin typeface="Calibri"/>
                <a:cs typeface="Calibri"/>
              </a:rPr>
              <a:t> </a:t>
            </a:r>
            <a:r>
              <a:rPr sz="3200" dirty="0">
                <a:latin typeface="Calibri"/>
                <a:cs typeface="Calibri"/>
              </a:rPr>
              <a:t>f</a:t>
            </a:r>
            <a:r>
              <a:rPr sz="3200" spc="-20" dirty="0">
                <a:latin typeface="Calibri"/>
                <a:cs typeface="Calibri"/>
              </a:rPr>
              <a:t> </a:t>
            </a:r>
            <a:r>
              <a:rPr sz="3200" dirty="0">
                <a:latin typeface="Calibri"/>
                <a:cs typeface="Calibri"/>
              </a:rPr>
              <a:t>là</a:t>
            </a:r>
            <a:r>
              <a:rPr sz="3200" spc="-20" dirty="0">
                <a:latin typeface="Calibri"/>
                <a:cs typeface="Calibri"/>
              </a:rPr>
              <a:t> </a:t>
            </a:r>
            <a:r>
              <a:rPr sz="3200" dirty="0">
                <a:latin typeface="Calibri"/>
                <a:cs typeface="Calibri"/>
              </a:rPr>
              <a:t>đơn</a:t>
            </a:r>
            <a:r>
              <a:rPr sz="3200" spc="-20" dirty="0">
                <a:latin typeface="Calibri"/>
                <a:cs typeface="Calibri"/>
              </a:rPr>
              <a:t> </a:t>
            </a:r>
            <a:r>
              <a:rPr sz="3200" dirty="0">
                <a:latin typeface="Calibri"/>
                <a:cs typeface="Calibri"/>
              </a:rPr>
              <a:t>ánh</a:t>
            </a:r>
            <a:r>
              <a:rPr sz="3200" spc="-10" dirty="0">
                <a:latin typeface="Calibri"/>
                <a:cs typeface="Calibri"/>
              </a:rPr>
              <a:t> </a:t>
            </a:r>
            <a:r>
              <a:rPr sz="3200" spc="-25" dirty="0">
                <a:latin typeface="Calibri"/>
                <a:cs typeface="Calibri"/>
              </a:rPr>
              <a:t>nếu</a:t>
            </a:r>
            <a:endParaRPr sz="3200">
              <a:latin typeface="Calibri"/>
              <a:cs typeface="Calibri"/>
            </a:endParaRPr>
          </a:p>
          <a:p>
            <a:pPr marL="12700" marR="110489">
              <a:lnSpc>
                <a:spcPct val="120000"/>
              </a:lnSpc>
              <a:spcBef>
                <a:spcPts val="30"/>
              </a:spcBef>
            </a:pPr>
            <a:r>
              <a:rPr sz="3200" dirty="0">
                <a:latin typeface="Calibri"/>
                <a:cs typeface="Calibri"/>
              </a:rPr>
              <a:t>với</a:t>
            </a:r>
            <a:r>
              <a:rPr sz="3200" spc="-25" dirty="0">
                <a:latin typeface="Calibri"/>
                <a:cs typeface="Calibri"/>
              </a:rPr>
              <a:t> </a:t>
            </a:r>
            <a:r>
              <a:rPr sz="3200" dirty="0">
                <a:latin typeface="Calibri"/>
                <a:cs typeface="Calibri"/>
              </a:rPr>
              <a:t>mọi</a:t>
            </a:r>
            <a:r>
              <a:rPr sz="3200" spc="-5" dirty="0">
                <a:latin typeface="Calibri"/>
                <a:cs typeface="Calibri"/>
              </a:rPr>
              <a:t> </a:t>
            </a:r>
            <a:r>
              <a:rPr sz="3200" dirty="0">
                <a:latin typeface="Calibri"/>
                <a:cs typeface="Calibri"/>
              </a:rPr>
              <a:t>x ,</a:t>
            </a:r>
            <a:r>
              <a:rPr sz="3200" spc="-5" dirty="0">
                <a:latin typeface="Calibri"/>
                <a:cs typeface="Calibri"/>
              </a:rPr>
              <a:t> </a:t>
            </a:r>
            <a:r>
              <a:rPr sz="3200" dirty="0">
                <a:latin typeface="Calibri"/>
                <a:cs typeface="Calibri"/>
              </a:rPr>
              <a:t>x’</a:t>
            </a:r>
            <a:r>
              <a:rPr sz="3200" spc="-15" dirty="0">
                <a:latin typeface="Calibri"/>
                <a:cs typeface="Calibri"/>
              </a:rPr>
              <a:t> </a:t>
            </a:r>
            <a:r>
              <a:rPr sz="3200" dirty="0">
                <a:latin typeface="Symbol"/>
                <a:cs typeface="Symbol"/>
              </a:rPr>
              <a:t></a:t>
            </a:r>
            <a:r>
              <a:rPr sz="3200" spc="-85" dirty="0">
                <a:latin typeface="Times New Roman"/>
                <a:cs typeface="Times New Roman"/>
              </a:rPr>
              <a:t> </a:t>
            </a:r>
            <a:r>
              <a:rPr sz="3200" dirty="0">
                <a:latin typeface="Calibri"/>
                <a:cs typeface="Calibri"/>
              </a:rPr>
              <a:t>A,</a:t>
            </a:r>
            <a:r>
              <a:rPr sz="3200" spc="-5" dirty="0">
                <a:latin typeface="Calibri"/>
                <a:cs typeface="Calibri"/>
              </a:rPr>
              <a:t> </a:t>
            </a:r>
            <a:r>
              <a:rPr sz="3200" dirty="0">
                <a:latin typeface="Calibri"/>
                <a:cs typeface="Calibri"/>
              </a:rPr>
              <a:t>x</a:t>
            </a:r>
            <a:r>
              <a:rPr sz="3200" spc="-5" dirty="0">
                <a:latin typeface="Calibri"/>
                <a:cs typeface="Calibri"/>
              </a:rPr>
              <a:t> </a:t>
            </a:r>
            <a:r>
              <a:rPr sz="3200" dirty="0">
                <a:latin typeface="Symbol"/>
                <a:cs typeface="Symbol"/>
              </a:rPr>
              <a:t></a:t>
            </a:r>
            <a:r>
              <a:rPr sz="3200" spc="-75" dirty="0">
                <a:latin typeface="Times New Roman"/>
                <a:cs typeface="Times New Roman"/>
              </a:rPr>
              <a:t> </a:t>
            </a:r>
            <a:r>
              <a:rPr sz="3200" dirty="0">
                <a:latin typeface="Calibri"/>
                <a:cs typeface="Calibri"/>
              </a:rPr>
              <a:t>x’</a:t>
            </a:r>
            <a:r>
              <a:rPr sz="3200" spc="-15" dirty="0">
                <a:latin typeface="Calibri"/>
                <a:cs typeface="Calibri"/>
              </a:rPr>
              <a:t> </a:t>
            </a:r>
            <a:r>
              <a:rPr sz="3200" dirty="0">
                <a:latin typeface="Symbol"/>
                <a:cs typeface="Symbol"/>
              </a:rPr>
              <a:t></a:t>
            </a:r>
            <a:r>
              <a:rPr sz="3200" spc="-85" dirty="0">
                <a:latin typeface="Times New Roman"/>
                <a:cs typeface="Times New Roman"/>
              </a:rPr>
              <a:t> </a:t>
            </a:r>
            <a:r>
              <a:rPr sz="3200" dirty="0">
                <a:latin typeface="Calibri"/>
                <a:cs typeface="Calibri"/>
              </a:rPr>
              <a:t>f(x)</a:t>
            </a:r>
            <a:r>
              <a:rPr sz="3200" spc="5" dirty="0">
                <a:latin typeface="Calibri"/>
                <a:cs typeface="Calibri"/>
              </a:rPr>
              <a:t> </a:t>
            </a:r>
            <a:r>
              <a:rPr sz="3200" dirty="0">
                <a:latin typeface="Symbol"/>
                <a:cs typeface="Symbol"/>
              </a:rPr>
              <a:t></a:t>
            </a:r>
            <a:r>
              <a:rPr sz="3200" spc="-80" dirty="0">
                <a:latin typeface="Times New Roman"/>
                <a:cs typeface="Times New Roman"/>
              </a:rPr>
              <a:t> </a:t>
            </a:r>
            <a:r>
              <a:rPr sz="3200" spc="-10" dirty="0">
                <a:latin typeface="Calibri"/>
                <a:cs typeface="Calibri"/>
              </a:rPr>
              <a:t>f(x’) </a:t>
            </a:r>
            <a:r>
              <a:rPr sz="3200" dirty="0">
                <a:latin typeface="Calibri"/>
                <a:cs typeface="Calibri"/>
              </a:rPr>
              <a:t>(</a:t>
            </a:r>
            <a:r>
              <a:rPr sz="3200" dirty="0">
                <a:solidFill>
                  <a:srgbClr val="006FC0"/>
                </a:solidFill>
                <a:latin typeface="Symbol"/>
                <a:cs typeface="Symbol"/>
              </a:rPr>
              <a:t></a:t>
            </a:r>
            <a:r>
              <a:rPr sz="3200" dirty="0">
                <a:solidFill>
                  <a:srgbClr val="006FC0"/>
                </a:solidFill>
                <a:latin typeface="Calibri"/>
                <a:cs typeface="Calibri"/>
              </a:rPr>
              <a:t>x,</a:t>
            </a:r>
            <a:r>
              <a:rPr sz="3200" spc="5" dirty="0">
                <a:solidFill>
                  <a:srgbClr val="006FC0"/>
                </a:solidFill>
                <a:latin typeface="Calibri"/>
                <a:cs typeface="Calibri"/>
              </a:rPr>
              <a:t> </a:t>
            </a:r>
            <a:r>
              <a:rPr sz="3200" dirty="0">
                <a:solidFill>
                  <a:srgbClr val="006FC0"/>
                </a:solidFill>
                <a:latin typeface="Symbol"/>
                <a:cs typeface="Symbol"/>
              </a:rPr>
              <a:t></a:t>
            </a:r>
            <a:r>
              <a:rPr sz="3200" dirty="0">
                <a:solidFill>
                  <a:srgbClr val="006FC0"/>
                </a:solidFill>
                <a:latin typeface="Calibri"/>
                <a:cs typeface="Calibri"/>
              </a:rPr>
              <a:t>x’</a:t>
            </a:r>
            <a:r>
              <a:rPr sz="3200" spc="-5" dirty="0">
                <a:solidFill>
                  <a:srgbClr val="006FC0"/>
                </a:solidFill>
                <a:latin typeface="Calibri"/>
                <a:cs typeface="Calibri"/>
              </a:rPr>
              <a:t> </a:t>
            </a:r>
            <a:r>
              <a:rPr sz="3200" dirty="0">
                <a:solidFill>
                  <a:srgbClr val="006FC0"/>
                </a:solidFill>
                <a:latin typeface="Calibri"/>
                <a:cs typeface="Calibri"/>
              </a:rPr>
              <a:t>,</a:t>
            </a:r>
            <a:r>
              <a:rPr sz="3200" spc="-5" dirty="0">
                <a:solidFill>
                  <a:srgbClr val="006FC0"/>
                </a:solidFill>
                <a:latin typeface="Calibri"/>
                <a:cs typeface="Calibri"/>
              </a:rPr>
              <a:t> </a:t>
            </a:r>
            <a:r>
              <a:rPr sz="3200" dirty="0">
                <a:solidFill>
                  <a:srgbClr val="006FC0"/>
                </a:solidFill>
                <a:latin typeface="Calibri"/>
                <a:cs typeface="Calibri"/>
              </a:rPr>
              <a:t>p(x,x’)</a:t>
            </a:r>
            <a:r>
              <a:rPr sz="3200" spc="-20" dirty="0">
                <a:solidFill>
                  <a:srgbClr val="006FC0"/>
                </a:solidFill>
                <a:latin typeface="Calibri"/>
                <a:cs typeface="Calibri"/>
              </a:rPr>
              <a:t> </a:t>
            </a:r>
            <a:r>
              <a:rPr sz="3200" dirty="0">
                <a:solidFill>
                  <a:srgbClr val="006FC0"/>
                </a:solidFill>
                <a:latin typeface="Calibri"/>
                <a:cs typeface="Calibri"/>
              </a:rPr>
              <a:t>:</a:t>
            </a:r>
            <a:r>
              <a:rPr sz="3200" spc="20" dirty="0">
                <a:solidFill>
                  <a:srgbClr val="006FC0"/>
                </a:solidFill>
                <a:latin typeface="Calibri"/>
                <a:cs typeface="Calibri"/>
              </a:rPr>
              <a:t> </a:t>
            </a:r>
            <a:r>
              <a:rPr sz="3200" dirty="0">
                <a:solidFill>
                  <a:srgbClr val="006FC0"/>
                </a:solidFill>
                <a:latin typeface="Calibri"/>
                <a:cs typeface="Calibri"/>
              </a:rPr>
              <a:t>x</a:t>
            </a:r>
            <a:r>
              <a:rPr sz="3200" spc="-5" dirty="0">
                <a:solidFill>
                  <a:srgbClr val="006FC0"/>
                </a:solidFill>
                <a:latin typeface="Calibri"/>
                <a:cs typeface="Calibri"/>
              </a:rPr>
              <a:t> </a:t>
            </a:r>
            <a:r>
              <a:rPr sz="3200" dirty="0">
                <a:solidFill>
                  <a:srgbClr val="006FC0"/>
                </a:solidFill>
                <a:latin typeface="Symbol"/>
                <a:cs typeface="Symbol"/>
              </a:rPr>
              <a:t></a:t>
            </a:r>
            <a:r>
              <a:rPr sz="3200" spc="-85" dirty="0">
                <a:solidFill>
                  <a:srgbClr val="006FC0"/>
                </a:solidFill>
                <a:latin typeface="Times New Roman"/>
                <a:cs typeface="Times New Roman"/>
              </a:rPr>
              <a:t> </a:t>
            </a:r>
            <a:r>
              <a:rPr sz="3200" dirty="0">
                <a:solidFill>
                  <a:srgbClr val="006FC0"/>
                </a:solidFill>
                <a:latin typeface="Calibri"/>
                <a:cs typeface="Calibri"/>
              </a:rPr>
              <a:t>x’</a:t>
            </a:r>
            <a:r>
              <a:rPr sz="3200" spc="-15" dirty="0">
                <a:solidFill>
                  <a:srgbClr val="006FC0"/>
                </a:solidFill>
                <a:latin typeface="Calibri"/>
                <a:cs typeface="Calibri"/>
              </a:rPr>
              <a:t> </a:t>
            </a:r>
            <a:r>
              <a:rPr sz="3200" dirty="0">
                <a:solidFill>
                  <a:srgbClr val="006FC0"/>
                </a:solidFill>
                <a:latin typeface="Wingdings"/>
                <a:cs typeface="Wingdings"/>
              </a:rPr>
              <a:t></a:t>
            </a:r>
            <a:r>
              <a:rPr sz="3200" spc="-80" dirty="0">
                <a:solidFill>
                  <a:srgbClr val="006FC0"/>
                </a:solidFill>
                <a:latin typeface="Times New Roman"/>
                <a:cs typeface="Times New Roman"/>
              </a:rPr>
              <a:t> </a:t>
            </a:r>
            <a:r>
              <a:rPr sz="3200" dirty="0">
                <a:solidFill>
                  <a:srgbClr val="006FC0"/>
                </a:solidFill>
                <a:latin typeface="Calibri"/>
                <a:cs typeface="Calibri"/>
              </a:rPr>
              <a:t>f(x)</a:t>
            </a:r>
            <a:r>
              <a:rPr sz="3200" spc="5" dirty="0">
                <a:solidFill>
                  <a:srgbClr val="006FC0"/>
                </a:solidFill>
                <a:latin typeface="Calibri"/>
                <a:cs typeface="Calibri"/>
              </a:rPr>
              <a:t> </a:t>
            </a:r>
            <a:r>
              <a:rPr sz="3200" dirty="0">
                <a:solidFill>
                  <a:srgbClr val="006FC0"/>
                </a:solidFill>
                <a:latin typeface="Symbol"/>
                <a:cs typeface="Symbol"/>
              </a:rPr>
              <a:t></a:t>
            </a:r>
            <a:r>
              <a:rPr sz="3200" spc="-80" dirty="0">
                <a:solidFill>
                  <a:srgbClr val="006FC0"/>
                </a:solidFill>
                <a:latin typeface="Times New Roman"/>
                <a:cs typeface="Times New Roman"/>
              </a:rPr>
              <a:t> </a:t>
            </a:r>
            <a:r>
              <a:rPr sz="3200" spc="-10" dirty="0">
                <a:solidFill>
                  <a:srgbClr val="006FC0"/>
                </a:solidFill>
                <a:latin typeface="Calibri"/>
                <a:cs typeface="Calibri"/>
              </a:rPr>
              <a:t>f(x’)</a:t>
            </a:r>
            <a:r>
              <a:rPr sz="3200" spc="-10" dirty="0">
                <a:latin typeface="Calibri"/>
                <a:cs typeface="Calibri"/>
              </a:rPr>
              <a:t>)</a:t>
            </a:r>
            <a:endParaRPr sz="3200">
              <a:latin typeface="Calibri"/>
              <a:cs typeface="Calibri"/>
            </a:endParaRPr>
          </a:p>
        </p:txBody>
      </p:sp>
      <p:pic>
        <p:nvPicPr>
          <p:cNvPr id="3" name="object 3"/>
          <p:cNvPicPr/>
          <p:nvPr/>
        </p:nvPicPr>
        <p:blipFill>
          <a:blip r:embed="rId2" cstate="print"/>
          <a:stretch>
            <a:fillRect/>
          </a:stretch>
        </p:blipFill>
        <p:spPr>
          <a:xfrm>
            <a:off x="1495425" y="3962400"/>
            <a:ext cx="6238875" cy="2209800"/>
          </a:xfrm>
          <a:prstGeom prst="rect">
            <a:avLst/>
          </a:prstGeom>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312165"/>
            <a:ext cx="2971800" cy="513715"/>
          </a:xfrm>
          <a:prstGeom prst="rect">
            <a:avLst/>
          </a:prstGeom>
        </p:spPr>
        <p:txBody>
          <a:bodyPr vert="horz" wrap="square" lIns="0" tIns="12700" rIns="0" bIns="0" rtlCol="0">
            <a:spAutoFit/>
          </a:bodyPr>
          <a:lstStyle/>
          <a:p>
            <a:pPr marL="12700">
              <a:lnSpc>
                <a:spcPct val="100000"/>
              </a:lnSpc>
              <a:spcBef>
                <a:spcPts val="100"/>
              </a:spcBef>
            </a:pPr>
            <a:r>
              <a:rPr sz="3200" b="1" dirty="0">
                <a:latin typeface="Calibri"/>
                <a:cs typeface="Calibri"/>
              </a:rPr>
              <a:t>2.2.3</a:t>
            </a:r>
            <a:r>
              <a:rPr sz="3200" b="1" spc="-15" dirty="0">
                <a:latin typeface="Calibri"/>
                <a:cs typeface="Calibri"/>
              </a:rPr>
              <a:t> </a:t>
            </a:r>
            <a:r>
              <a:rPr sz="3200" b="1" dirty="0">
                <a:latin typeface="Calibri"/>
                <a:cs typeface="Calibri"/>
              </a:rPr>
              <a:t>Định</a:t>
            </a:r>
            <a:r>
              <a:rPr sz="3200" b="1" spc="-10" dirty="0">
                <a:latin typeface="Calibri"/>
                <a:cs typeface="Calibri"/>
              </a:rPr>
              <a:t> </a:t>
            </a:r>
            <a:r>
              <a:rPr sz="3200" b="1" dirty="0">
                <a:latin typeface="Calibri"/>
                <a:cs typeface="Calibri"/>
              </a:rPr>
              <a:t>nghĩa</a:t>
            </a:r>
            <a:r>
              <a:rPr sz="3200" b="1" spc="-60" dirty="0">
                <a:latin typeface="Calibri"/>
                <a:cs typeface="Calibri"/>
              </a:rPr>
              <a:t> </a:t>
            </a:r>
            <a:r>
              <a:rPr sz="3200" b="1" spc="-50" dirty="0">
                <a:latin typeface="Calibri"/>
                <a:cs typeface="Calibri"/>
              </a:rPr>
              <a:t>:</a:t>
            </a:r>
            <a:endParaRPr sz="3200">
              <a:latin typeface="Calibri"/>
              <a:cs typeface="Calibri"/>
            </a:endParaRPr>
          </a:p>
        </p:txBody>
      </p:sp>
      <p:sp>
        <p:nvSpPr>
          <p:cNvPr id="3" name="object 3"/>
          <p:cNvSpPr txBox="1"/>
          <p:nvPr/>
        </p:nvSpPr>
        <p:spPr>
          <a:xfrm>
            <a:off x="459740" y="791551"/>
            <a:ext cx="4648200" cy="1138555"/>
          </a:xfrm>
          <a:prstGeom prst="rect">
            <a:avLst/>
          </a:prstGeom>
        </p:spPr>
        <p:txBody>
          <a:bodyPr vert="horz" wrap="square" lIns="0" tIns="118745" rIns="0" bIns="0" rtlCol="0">
            <a:spAutoFit/>
          </a:bodyPr>
          <a:lstStyle/>
          <a:p>
            <a:pPr marL="12700">
              <a:lnSpc>
                <a:spcPct val="100000"/>
              </a:lnSpc>
              <a:spcBef>
                <a:spcPts val="935"/>
              </a:spcBef>
            </a:pPr>
            <a:r>
              <a:rPr sz="3200" b="1" dirty="0">
                <a:latin typeface="Calibri"/>
                <a:cs typeface="Calibri"/>
              </a:rPr>
              <a:t>ii)</a:t>
            </a:r>
            <a:r>
              <a:rPr sz="3200" b="1" spc="-45" dirty="0">
                <a:latin typeface="Calibri"/>
                <a:cs typeface="Calibri"/>
              </a:rPr>
              <a:t> </a:t>
            </a:r>
            <a:r>
              <a:rPr sz="3200" dirty="0">
                <a:latin typeface="Calibri"/>
                <a:cs typeface="Calibri"/>
              </a:rPr>
              <a:t>f</a:t>
            </a:r>
            <a:r>
              <a:rPr sz="3200" spc="-35" dirty="0">
                <a:latin typeface="Calibri"/>
                <a:cs typeface="Calibri"/>
              </a:rPr>
              <a:t> </a:t>
            </a:r>
            <a:r>
              <a:rPr sz="3200" dirty="0">
                <a:latin typeface="Calibri"/>
                <a:cs typeface="Calibri"/>
              </a:rPr>
              <a:t>là</a:t>
            </a:r>
            <a:r>
              <a:rPr sz="3200" spc="-40" dirty="0">
                <a:latin typeface="Calibri"/>
                <a:cs typeface="Calibri"/>
              </a:rPr>
              <a:t> </a:t>
            </a:r>
            <a:r>
              <a:rPr sz="3200" dirty="0">
                <a:latin typeface="Calibri"/>
                <a:cs typeface="Calibri"/>
              </a:rPr>
              <a:t>toàn</a:t>
            </a:r>
            <a:r>
              <a:rPr sz="3200" spc="-30" dirty="0">
                <a:latin typeface="Calibri"/>
                <a:cs typeface="Calibri"/>
              </a:rPr>
              <a:t> </a:t>
            </a:r>
            <a:r>
              <a:rPr sz="3200" dirty="0">
                <a:latin typeface="Calibri"/>
                <a:cs typeface="Calibri"/>
              </a:rPr>
              <a:t>ánh</a:t>
            </a:r>
            <a:r>
              <a:rPr sz="3200" spc="-30" dirty="0">
                <a:latin typeface="Calibri"/>
                <a:cs typeface="Calibri"/>
              </a:rPr>
              <a:t> </a:t>
            </a:r>
            <a:r>
              <a:rPr sz="3200" dirty="0">
                <a:latin typeface="Calibri"/>
                <a:cs typeface="Calibri"/>
              </a:rPr>
              <a:t>nếu</a:t>
            </a:r>
            <a:r>
              <a:rPr sz="3200" spc="-40" dirty="0">
                <a:latin typeface="Calibri"/>
                <a:cs typeface="Calibri"/>
              </a:rPr>
              <a:t> </a:t>
            </a:r>
            <a:r>
              <a:rPr sz="3200" dirty="0">
                <a:latin typeface="Calibri"/>
                <a:cs typeface="Calibri"/>
              </a:rPr>
              <a:t>f(A)</a:t>
            </a:r>
            <a:r>
              <a:rPr sz="3200" spc="-35" dirty="0">
                <a:latin typeface="Calibri"/>
                <a:cs typeface="Calibri"/>
              </a:rPr>
              <a:t> </a:t>
            </a:r>
            <a:r>
              <a:rPr sz="3200" dirty="0">
                <a:latin typeface="Calibri"/>
                <a:cs typeface="Calibri"/>
              </a:rPr>
              <a:t>=</a:t>
            </a:r>
            <a:r>
              <a:rPr sz="3200" spc="-35" dirty="0">
                <a:latin typeface="Calibri"/>
                <a:cs typeface="Calibri"/>
              </a:rPr>
              <a:t> </a:t>
            </a:r>
            <a:r>
              <a:rPr sz="3200" spc="-25" dirty="0">
                <a:latin typeface="Calibri"/>
                <a:cs typeface="Calibri"/>
              </a:rPr>
              <a:t>B.</a:t>
            </a:r>
            <a:endParaRPr sz="3200">
              <a:latin typeface="Calibri"/>
              <a:cs typeface="Calibri"/>
            </a:endParaRPr>
          </a:p>
          <a:p>
            <a:pPr marL="12700">
              <a:lnSpc>
                <a:spcPct val="100000"/>
              </a:lnSpc>
              <a:spcBef>
                <a:spcPts val="725"/>
              </a:spcBef>
            </a:pPr>
            <a:r>
              <a:rPr sz="2800" dirty="0">
                <a:latin typeface="Calibri"/>
                <a:cs typeface="Calibri"/>
              </a:rPr>
              <a:t>f(A)</a:t>
            </a:r>
            <a:r>
              <a:rPr sz="2800" spc="-5"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a:t>
            </a:r>
            <a:r>
              <a:rPr sz="2800" spc="-20" dirty="0">
                <a:latin typeface="Calibri"/>
                <a:cs typeface="Calibri"/>
              </a:rPr>
              <a:t> </a:t>
            </a:r>
            <a:r>
              <a:rPr sz="2800" dirty="0">
                <a:latin typeface="Calibri"/>
                <a:cs typeface="Calibri"/>
              </a:rPr>
              <a:t>y</a:t>
            </a:r>
            <a:r>
              <a:rPr sz="2800" spc="-20" dirty="0">
                <a:latin typeface="Calibri"/>
                <a:cs typeface="Calibri"/>
              </a:rPr>
              <a:t> </a:t>
            </a:r>
            <a:r>
              <a:rPr sz="2800" dirty="0">
                <a:latin typeface="Symbol"/>
                <a:cs typeface="Symbol"/>
              </a:rPr>
              <a:t></a:t>
            </a:r>
            <a:r>
              <a:rPr sz="2800" spc="-70" dirty="0">
                <a:latin typeface="Times New Roman"/>
                <a:cs typeface="Times New Roman"/>
              </a:rPr>
              <a:t> </a:t>
            </a:r>
            <a:r>
              <a:rPr sz="2800" dirty="0">
                <a:latin typeface="Calibri"/>
                <a:cs typeface="Calibri"/>
              </a:rPr>
              <a:t>B</a:t>
            </a:r>
            <a:r>
              <a:rPr sz="2800" spc="-20"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có</a:t>
            </a:r>
            <a:r>
              <a:rPr sz="2800" spc="-15" dirty="0">
                <a:latin typeface="Calibri"/>
                <a:cs typeface="Calibri"/>
              </a:rPr>
              <a:t> </a:t>
            </a:r>
            <a:r>
              <a:rPr sz="2800" dirty="0">
                <a:latin typeface="Calibri"/>
                <a:cs typeface="Calibri"/>
              </a:rPr>
              <a:t>x</a:t>
            </a:r>
            <a:r>
              <a:rPr sz="2800" spc="-15" dirty="0">
                <a:latin typeface="Calibri"/>
                <a:cs typeface="Calibri"/>
              </a:rPr>
              <a:t> </a:t>
            </a:r>
            <a:r>
              <a:rPr sz="2800" dirty="0">
                <a:latin typeface="Symbol"/>
                <a:cs typeface="Symbol"/>
              </a:rPr>
              <a:t></a:t>
            </a:r>
            <a:r>
              <a:rPr sz="2800" spc="-70" dirty="0">
                <a:latin typeface="Times New Roman"/>
                <a:cs typeface="Times New Roman"/>
              </a:rPr>
              <a:t> </a:t>
            </a:r>
            <a:r>
              <a:rPr sz="2800" dirty="0">
                <a:latin typeface="Calibri"/>
                <a:cs typeface="Calibri"/>
              </a:rPr>
              <a:t>A</a:t>
            </a:r>
            <a:r>
              <a:rPr sz="2800" spc="-15"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y</a:t>
            </a:r>
            <a:r>
              <a:rPr sz="2800" spc="-20" dirty="0">
                <a:latin typeface="Calibri"/>
                <a:cs typeface="Calibri"/>
              </a:rPr>
              <a:t> </a:t>
            </a:r>
            <a:r>
              <a:rPr sz="2800" dirty="0">
                <a:latin typeface="Calibri"/>
                <a:cs typeface="Calibri"/>
              </a:rPr>
              <a:t>=</a:t>
            </a:r>
            <a:r>
              <a:rPr sz="2800" spc="-10" dirty="0">
                <a:latin typeface="Calibri"/>
                <a:cs typeface="Calibri"/>
              </a:rPr>
              <a:t> f(x)}</a:t>
            </a:r>
            <a:endParaRPr sz="2800">
              <a:latin typeface="Calibri"/>
              <a:cs typeface="Calibri"/>
            </a:endParaRPr>
          </a:p>
        </p:txBody>
      </p:sp>
      <p:sp>
        <p:nvSpPr>
          <p:cNvPr id="4" name="object 4"/>
          <p:cNvSpPr txBox="1"/>
          <p:nvPr/>
        </p:nvSpPr>
        <p:spPr>
          <a:xfrm>
            <a:off x="459740" y="4335856"/>
            <a:ext cx="7998459" cy="1002665"/>
          </a:xfrm>
          <a:prstGeom prst="rect">
            <a:avLst/>
          </a:prstGeom>
        </p:spPr>
        <p:txBody>
          <a:bodyPr vert="horz" wrap="square" lIns="0" tIns="13335" rIns="0" bIns="0" rtlCol="0">
            <a:spAutoFit/>
          </a:bodyPr>
          <a:lstStyle/>
          <a:p>
            <a:pPr marL="12700" marR="5080">
              <a:lnSpc>
                <a:spcPct val="100000"/>
              </a:lnSpc>
              <a:spcBef>
                <a:spcPts val="105"/>
              </a:spcBef>
            </a:pPr>
            <a:r>
              <a:rPr sz="3200" b="1" dirty="0">
                <a:latin typeface="Calibri"/>
                <a:cs typeface="Calibri"/>
              </a:rPr>
              <a:t>iii)</a:t>
            </a:r>
            <a:r>
              <a:rPr sz="3200" b="1" spc="-40" dirty="0">
                <a:latin typeface="Calibri"/>
                <a:cs typeface="Calibri"/>
              </a:rPr>
              <a:t> </a:t>
            </a:r>
            <a:r>
              <a:rPr sz="3200" dirty="0">
                <a:latin typeface="Calibri"/>
                <a:cs typeface="Calibri"/>
              </a:rPr>
              <a:t>f</a:t>
            </a:r>
            <a:r>
              <a:rPr sz="3200" spc="-40" dirty="0">
                <a:latin typeface="Calibri"/>
                <a:cs typeface="Calibri"/>
              </a:rPr>
              <a:t> </a:t>
            </a:r>
            <a:r>
              <a:rPr sz="3200" dirty="0">
                <a:latin typeface="Calibri"/>
                <a:cs typeface="Calibri"/>
              </a:rPr>
              <a:t>là</a:t>
            </a:r>
            <a:r>
              <a:rPr sz="3200" spc="-30" dirty="0">
                <a:latin typeface="Calibri"/>
                <a:cs typeface="Calibri"/>
              </a:rPr>
              <a:t> </a:t>
            </a:r>
            <a:r>
              <a:rPr sz="3200" dirty="0">
                <a:latin typeface="Calibri"/>
                <a:cs typeface="Calibri"/>
              </a:rPr>
              <a:t>song</a:t>
            </a:r>
            <a:r>
              <a:rPr sz="3200" spc="-30" dirty="0">
                <a:latin typeface="Calibri"/>
                <a:cs typeface="Calibri"/>
              </a:rPr>
              <a:t> </a:t>
            </a:r>
            <a:r>
              <a:rPr sz="3200" dirty="0">
                <a:latin typeface="Calibri"/>
                <a:cs typeface="Calibri"/>
              </a:rPr>
              <a:t>ánh</a:t>
            </a:r>
            <a:r>
              <a:rPr sz="3200" spc="-20" dirty="0">
                <a:latin typeface="Calibri"/>
                <a:cs typeface="Calibri"/>
              </a:rPr>
              <a:t> </a:t>
            </a:r>
            <a:r>
              <a:rPr sz="3200" dirty="0">
                <a:latin typeface="Calibri"/>
                <a:cs typeface="Calibri"/>
              </a:rPr>
              <a:t>nếu</a:t>
            </a:r>
            <a:r>
              <a:rPr sz="3200" spc="-30" dirty="0">
                <a:latin typeface="Calibri"/>
                <a:cs typeface="Calibri"/>
              </a:rPr>
              <a:t> </a:t>
            </a:r>
            <a:r>
              <a:rPr sz="3200" dirty="0">
                <a:latin typeface="Calibri"/>
                <a:cs typeface="Calibri"/>
              </a:rPr>
              <a:t>nó</a:t>
            </a:r>
            <a:r>
              <a:rPr sz="3200" spc="-30" dirty="0">
                <a:latin typeface="Calibri"/>
                <a:cs typeface="Calibri"/>
              </a:rPr>
              <a:t> </a:t>
            </a:r>
            <a:r>
              <a:rPr sz="3200" dirty="0">
                <a:latin typeface="Calibri"/>
                <a:cs typeface="Calibri"/>
              </a:rPr>
              <a:t>đồng</a:t>
            </a:r>
            <a:r>
              <a:rPr sz="3200" spc="-30" dirty="0">
                <a:latin typeface="Calibri"/>
                <a:cs typeface="Calibri"/>
              </a:rPr>
              <a:t> </a:t>
            </a:r>
            <a:r>
              <a:rPr sz="3200" dirty="0">
                <a:latin typeface="Calibri"/>
                <a:cs typeface="Calibri"/>
              </a:rPr>
              <a:t>thời</a:t>
            </a:r>
            <a:r>
              <a:rPr sz="3200" spc="-25" dirty="0">
                <a:latin typeface="Calibri"/>
                <a:cs typeface="Calibri"/>
              </a:rPr>
              <a:t> </a:t>
            </a:r>
            <a:r>
              <a:rPr sz="3200" dirty="0">
                <a:latin typeface="Calibri"/>
                <a:cs typeface="Calibri"/>
              </a:rPr>
              <a:t>là</a:t>
            </a:r>
            <a:r>
              <a:rPr sz="3200" spc="-35" dirty="0">
                <a:latin typeface="Calibri"/>
                <a:cs typeface="Calibri"/>
              </a:rPr>
              <a:t> </a:t>
            </a:r>
            <a:r>
              <a:rPr sz="3200" dirty="0">
                <a:latin typeface="Calibri"/>
                <a:cs typeface="Calibri"/>
              </a:rPr>
              <a:t>toàn</a:t>
            </a:r>
            <a:r>
              <a:rPr sz="3200" spc="-15" dirty="0">
                <a:latin typeface="Calibri"/>
                <a:cs typeface="Calibri"/>
              </a:rPr>
              <a:t> </a:t>
            </a:r>
            <a:r>
              <a:rPr sz="3200" dirty="0">
                <a:latin typeface="Calibri"/>
                <a:cs typeface="Calibri"/>
              </a:rPr>
              <a:t>ánh</a:t>
            </a:r>
            <a:r>
              <a:rPr sz="3200" spc="-25" dirty="0">
                <a:latin typeface="Calibri"/>
                <a:cs typeface="Calibri"/>
              </a:rPr>
              <a:t> và </a:t>
            </a:r>
            <a:r>
              <a:rPr sz="3200" dirty="0">
                <a:latin typeface="Calibri"/>
                <a:cs typeface="Calibri"/>
              </a:rPr>
              <a:t>đơn</a:t>
            </a:r>
            <a:r>
              <a:rPr sz="3200" spc="-25" dirty="0">
                <a:latin typeface="Calibri"/>
                <a:cs typeface="Calibri"/>
              </a:rPr>
              <a:t> </a:t>
            </a:r>
            <a:r>
              <a:rPr sz="3200" spc="-20" dirty="0">
                <a:latin typeface="Calibri"/>
                <a:cs typeface="Calibri"/>
              </a:rPr>
              <a:t>ánh.</a:t>
            </a:r>
            <a:endParaRPr sz="3200">
              <a:latin typeface="Calibri"/>
              <a:cs typeface="Calibri"/>
            </a:endParaRPr>
          </a:p>
        </p:txBody>
      </p:sp>
      <p:pic>
        <p:nvPicPr>
          <p:cNvPr id="5" name="object 5"/>
          <p:cNvPicPr/>
          <p:nvPr/>
        </p:nvPicPr>
        <p:blipFill>
          <a:blip r:embed="rId2" cstate="print"/>
          <a:stretch>
            <a:fillRect/>
          </a:stretch>
        </p:blipFill>
        <p:spPr>
          <a:xfrm>
            <a:off x="1685945" y="2295555"/>
            <a:ext cx="5591889" cy="1934271"/>
          </a:xfrm>
          <a:prstGeom prst="rect">
            <a:avLst/>
          </a:prstGeom>
        </p:spPr>
      </p:pic>
      <p:pic>
        <p:nvPicPr>
          <p:cNvPr id="6" name="object 6"/>
          <p:cNvPicPr/>
          <p:nvPr/>
        </p:nvPicPr>
        <p:blipFill>
          <a:blip r:embed="rId3" cstate="print"/>
          <a:stretch>
            <a:fillRect/>
          </a:stretch>
        </p:blipFill>
        <p:spPr>
          <a:xfrm>
            <a:off x="4133853" y="5410237"/>
            <a:ext cx="2057762" cy="1324308"/>
          </a:xfrm>
          <a:prstGeom prst="rect">
            <a:avLst/>
          </a:prstGeom>
        </p:spPr>
      </p:pic>
      <p:sp>
        <p:nvSpPr>
          <p:cNvPr id="7" name="object 7"/>
          <p:cNvSpPr txBox="1"/>
          <p:nvPr/>
        </p:nvSpPr>
        <p:spPr>
          <a:xfrm>
            <a:off x="1831594" y="2761615"/>
            <a:ext cx="141605" cy="848994"/>
          </a:xfrm>
          <a:prstGeom prst="rect">
            <a:avLst/>
          </a:prstGeom>
        </p:spPr>
        <p:txBody>
          <a:bodyPr vert="horz" wrap="square" lIns="0" tIns="12700" rIns="0" bIns="0" rtlCol="0">
            <a:spAutoFit/>
          </a:bodyPr>
          <a:lstStyle/>
          <a:p>
            <a:pPr marL="12700">
              <a:lnSpc>
                <a:spcPct val="100000"/>
              </a:lnSpc>
              <a:spcBef>
                <a:spcPts val="100"/>
              </a:spcBef>
            </a:pPr>
            <a:r>
              <a:rPr sz="1800" spc="-50" dirty="0">
                <a:latin typeface="Calibri"/>
                <a:cs typeface="Calibri"/>
              </a:rPr>
              <a:t>1</a:t>
            </a:r>
            <a:endParaRPr sz="1800">
              <a:latin typeface="Calibri"/>
              <a:cs typeface="Calibri"/>
            </a:endParaRPr>
          </a:p>
          <a:p>
            <a:pPr marL="12700">
              <a:lnSpc>
                <a:spcPct val="100000"/>
              </a:lnSpc>
            </a:pPr>
            <a:r>
              <a:rPr sz="1800" spc="-50" dirty="0">
                <a:latin typeface="Calibri"/>
                <a:cs typeface="Calibri"/>
              </a:rPr>
              <a:t>2</a:t>
            </a:r>
            <a:endParaRPr sz="1800">
              <a:latin typeface="Calibri"/>
              <a:cs typeface="Calibri"/>
            </a:endParaRPr>
          </a:p>
          <a:p>
            <a:pPr marL="12700">
              <a:lnSpc>
                <a:spcPct val="100000"/>
              </a:lnSpc>
            </a:pPr>
            <a:r>
              <a:rPr sz="1800" spc="-50" dirty="0">
                <a:latin typeface="Calibri"/>
                <a:cs typeface="Calibri"/>
              </a:rPr>
              <a:t>3</a:t>
            </a:r>
            <a:endParaRPr sz="1800">
              <a:latin typeface="Calibri"/>
              <a:cs typeface="Calibri"/>
            </a:endParaRPr>
          </a:p>
        </p:txBody>
      </p:sp>
      <p:sp>
        <p:nvSpPr>
          <p:cNvPr id="8" name="object 8"/>
          <p:cNvSpPr txBox="1"/>
          <p:nvPr/>
        </p:nvSpPr>
        <p:spPr>
          <a:xfrm>
            <a:off x="3660775" y="2761615"/>
            <a:ext cx="135255"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Calibri"/>
                <a:cs typeface="Calibri"/>
              </a:rPr>
              <a:t>a</a:t>
            </a:r>
            <a:endParaRPr sz="1800">
              <a:latin typeface="Calibri"/>
              <a:cs typeface="Calibri"/>
            </a:endParaRPr>
          </a:p>
        </p:txBody>
      </p:sp>
      <p:sp>
        <p:nvSpPr>
          <p:cNvPr id="9" name="object 9"/>
          <p:cNvSpPr txBox="1"/>
          <p:nvPr/>
        </p:nvSpPr>
        <p:spPr>
          <a:xfrm>
            <a:off x="3660775" y="3309950"/>
            <a:ext cx="146050" cy="300355"/>
          </a:xfrm>
          <a:prstGeom prst="rect">
            <a:avLst/>
          </a:prstGeom>
        </p:spPr>
        <p:txBody>
          <a:bodyPr vert="horz" wrap="square" lIns="0" tIns="12700" rIns="0" bIns="0" rtlCol="0">
            <a:spAutoFit/>
          </a:bodyPr>
          <a:lstStyle/>
          <a:p>
            <a:pPr marL="12700">
              <a:lnSpc>
                <a:spcPct val="100000"/>
              </a:lnSpc>
              <a:spcBef>
                <a:spcPts val="100"/>
              </a:spcBef>
            </a:pPr>
            <a:r>
              <a:rPr sz="1800" spc="-50" dirty="0">
                <a:latin typeface="Calibri"/>
                <a:cs typeface="Calibri"/>
              </a:rPr>
              <a:t>b</a:t>
            </a:r>
            <a:endParaRPr sz="1800">
              <a:latin typeface="Calibri"/>
              <a:cs typeface="Calibri"/>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2311273" y="1501013"/>
            <a:ext cx="370205" cy="282575"/>
          </a:xfrm>
          <a:custGeom>
            <a:avLst/>
            <a:gdLst/>
            <a:ahLst/>
            <a:cxnLst/>
            <a:rect l="l" t="t" r="r" b="b"/>
            <a:pathLst>
              <a:path w="370205" h="282575">
                <a:moveTo>
                  <a:pt x="280034" y="0"/>
                </a:moveTo>
                <a:lnTo>
                  <a:pt x="276097" y="11429"/>
                </a:lnTo>
                <a:lnTo>
                  <a:pt x="292405" y="18504"/>
                </a:lnTo>
                <a:lnTo>
                  <a:pt x="306450" y="28305"/>
                </a:lnTo>
                <a:lnTo>
                  <a:pt x="334974" y="73852"/>
                </a:lnTo>
                <a:lnTo>
                  <a:pt x="343229" y="115339"/>
                </a:lnTo>
                <a:lnTo>
                  <a:pt x="343269" y="115623"/>
                </a:lnTo>
                <a:lnTo>
                  <a:pt x="343251" y="164580"/>
                </a:lnTo>
                <a:lnTo>
                  <a:pt x="334920" y="207529"/>
                </a:lnTo>
                <a:lnTo>
                  <a:pt x="306498" y="253777"/>
                </a:lnTo>
                <a:lnTo>
                  <a:pt x="276478" y="270763"/>
                </a:lnTo>
                <a:lnTo>
                  <a:pt x="280034" y="282321"/>
                </a:lnTo>
                <a:lnTo>
                  <a:pt x="318531" y="264239"/>
                </a:lnTo>
                <a:lnTo>
                  <a:pt x="346837" y="232917"/>
                </a:lnTo>
                <a:lnTo>
                  <a:pt x="364267" y="191071"/>
                </a:lnTo>
                <a:lnTo>
                  <a:pt x="370077" y="141224"/>
                </a:lnTo>
                <a:lnTo>
                  <a:pt x="368641" y="115623"/>
                </a:lnTo>
                <a:lnTo>
                  <a:pt x="357004" y="69429"/>
                </a:lnTo>
                <a:lnTo>
                  <a:pt x="333881" y="32093"/>
                </a:lnTo>
                <a:lnTo>
                  <a:pt x="300491" y="7379"/>
                </a:lnTo>
                <a:lnTo>
                  <a:pt x="280034" y="0"/>
                </a:lnTo>
                <a:close/>
              </a:path>
              <a:path w="370205" h="282575">
                <a:moveTo>
                  <a:pt x="90043" y="0"/>
                </a:moveTo>
                <a:lnTo>
                  <a:pt x="51641" y="18081"/>
                </a:lnTo>
                <a:lnTo>
                  <a:pt x="23240" y="49402"/>
                </a:lnTo>
                <a:lnTo>
                  <a:pt x="5810" y="91408"/>
                </a:lnTo>
                <a:lnTo>
                  <a:pt x="85" y="139700"/>
                </a:lnTo>
                <a:lnTo>
                  <a:pt x="0" y="141224"/>
                </a:lnTo>
                <a:lnTo>
                  <a:pt x="5810" y="191071"/>
                </a:lnTo>
                <a:lnTo>
                  <a:pt x="23240" y="232917"/>
                </a:lnTo>
                <a:lnTo>
                  <a:pt x="51546" y="264239"/>
                </a:lnTo>
                <a:lnTo>
                  <a:pt x="90043" y="282321"/>
                </a:lnTo>
                <a:lnTo>
                  <a:pt x="93599" y="270763"/>
                </a:lnTo>
                <a:lnTo>
                  <a:pt x="77531" y="263663"/>
                </a:lnTo>
                <a:lnTo>
                  <a:pt x="63642" y="253777"/>
                </a:lnTo>
                <a:lnTo>
                  <a:pt x="35210" y="207529"/>
                </a:lnTo>
                <a:lnTo>
                  <a:pt x="26828" y="164580"/>
                </a:lnTo>
                <a:lnTo>
                  <a:pt x="25845" y="141224"/>
                </a:lnTo>
                <a:lnTo>
                  <a:pt x="25781" y="139700"/>
                </a:lnTo>
                <a:lnTo>
                  <a:pt x="29972" y="93678"/>
                </a:lnTo>
                <a:lnTo>
                  <a:pt x="42544" y="56134"/>
                </a:lnTo>
                <a:lnTo>
                  <a:pt x="77799" y="18504"/>
                </a:lnTo>
                <a:lnTo>
                  <a:pt x="94106" y="11429"/>
                </a:lnTo>
                <a:lnTo>
                  <a:pt x="90043" y="0"/>
                </a:lnTo>
                <a:close/>
              </a:path>
            </a:pathLst>
          </a:custGeom>
          <a:solidFill>
            <a:srgbClr val="000000"/>
          </a:solidFill>
        </p:spPr>
        <p:txBody>
          <a:bodyPr wrap="square" lIns="0" tIns="0" rIns="0" bIns="0" rtlCol="0"/>
          <a:lstStyle/>
          <a:p>
            <a:endParaRPr/>
          </a:p>
        </p:txBody>
      </p:sp>
      <p:sp>
        <p:nvSpPr>
          <p:cNvPr id="3" name="object 3"/>
          <p:cNvSpPr txBox="1"/>
          <p:nvPr/>
        </p:nvSpPr>
        <p:spPr>
          <a:xfrm>
            <a:off x="307340" y="91885"/>
            <a:ext cx="8371205" cy="3830954"/>
          </a:xfrm>
          <a:prstGeom prst="rect">
            <a:avLst/>
          </a:prstGeom>
        </p:spPr>
        <p:txBody>
          <a:bodyPr vert="horz" wrap="square" lIns="0" tIns="86360" rIns="0" bIns="0" rtlCol="0">
            <a:spAutoFit/>
          </a:bodyPr>
          <a:lstStyle/>
          <a:p>
            <a:pPr marL="12700">
              <a:lnSpc>
                <a:spcPct val="100000"/>
              </a:lnSpc>
              <a:spcBef>
                <a:spcPts val="680"/>
              </a:spcBef>
            </a:pPr>
            <a:r>
              <a:rPr sz="2400" dirty="0">
                <a:latin typeface="Calibri"/>
                <a:cs typeface="Calibri"/>
              </a:rPr>
              <a:t>Bài</a:t>
            </a:r>
            <a:r>
              <a:rPr sz="2400" spc="-40" dirty="0">
                <a:latin typeface="Calibri"/>
                <a:cs typeface="Calibri"/>
              </a:rPr>
              <a:t> </a:t>
            </a:r>
            <a:r>
              <a:rPr sz="2400" dirty="0">
                <a:latin typeface="Calibri"/>
                <a:cs typeface="Calibri"/>
              </a:rPr>
              <a:t>tập</a:t>
            </a:r>
            <a:r>
              <a:rPr sz="2400" spc="-30" dirty="0">
                <a:latin typeface="Calibri"/>
                <a:cs typeface="Calibri"/>
              </a:rPr>
              <a:t> </a:t>
            </a:r>
            <a:r>
              <a:rPr sz="2400" spc="-50" dirty="0">
                <a:latin typeface="Calibri"/>
                <a:cs typeface="Calibri"/>
              </a:rPr>
              <a:t>:</a:t>
            </a:r>
            <a:endParaRPr sz="2400">
              <a:latin typeface="Calibri"/>
              <a:cs typeface="Calibri"/>
            </a:endParaRPr>
          </a:p>
          <a:p>
            <a:pPr marL="469900" marR="96520" indent="-457200">
              <a:lnSpc>
                <a:spcPct val="100000"/>
              </a:lnSpc>
              <a:spcBef>
                <a:spcPts val="575"/>
              </a:spcBef>
              <a:buAutoNum type="arabicPeriod"/>
              <a:tabLst>
                <a:tab pos="469900" algn="l"/>
              </a:tabLst>
            </a:pPr>
            <a:r>
              <a:rPr sz="2400" dirty="0">
                <a:latin typeface="Calibri"/>
                <a:cs typeface="Calibri"/>
              </a:rPr>
              <a:t>Đối</a:t>
            </a:r>
            <a:r>
              <a:rPr sz="2400" spc="-40" dirty="0">
                <a:latin typeface="Calibri"/>
                <a:cs typeface="Calibri"/>
              </a:rPr>
              <a:t> </a:t>
            </a:r>
            <a:r>
              <a:rPr sz="2400" dirty="0">
                <a:latin typeface="Calibri"/>
                <a:cs typeface="Calibri"/>
              </a:rPr>
              <a:t>với</a:t>
            </a:r>
            <a:r>
              <a:rPr sz="2400" spc="-40" dirty="0">
                <a:latin typeface="Calibri"/>
                <a:cs typeface="Calibri"/>
              </a:rPr>
              <a:t> </a:t>
            </a:r>
            <a:r>
              <a:rPr sz="2400" dirty="0">
                <a:latin typeface="Calibri"/>
                <a:cs typeface="Calibri"/>
              </a:rPr>
              <a:t>mỗi</a:t>
            </a:r>
            <a:r>
              <a:rPr sz="2400" spc="-55" dirty="0">
                <a:latin typeface="Calibri"/>
                <a:cs typeface="Calibri"/>
              </a:rPr>
              <a:t> </a:t>
            </a:r>
            <a:r>
              <a:rPr sz="2400" dirty="0">
                <a:latin typeface="Calibri"/>
                <a:cs typeface="Calibri"/>
              </a:rPr>
              <a:t>ánh</a:t>
            </a:r>
            <a:r>
              <a:rPr sz="2400" spc="-45" dirty="0">
                <a:latin typeface="Calibri"/>
                <a:cs typeface="Calibri"/>
              </a:rPr>
              <a:t> </a:t>
            </a:r>
            <a:r>
              <a:rPr sz="2400" dirty="0">
                <a:latin typeface="Calibri"/>
                <a:cs typeface="Calibri"/>
              </a:rPr>
              <a:t>xạ</a:t>
            </a:r>
            <a:r>
              <a:rPr sz="2400" spc="-40" dirty="0">
                <a:latin typeface="Calibri"/>
                <a:cs typeface="Calibri"/>
              </a:rPr>
              <a:t> </a:t>
            </a:r>
            <a:r>
              <a:rPr sz="2400" dirty="0">
                <a:latin typeface="Calibri"/>
                <a:cs typeface="Calibri"/>
              </a:rPr>
              <a:t>dưới</a:t>
            </a:r>
            <a:r>
              <a:rPr sz="2400" spc="-55" dirty="0">
                <a:latin typeface="Calibri"/>
                <a:cs typeface="Calibri"/>
              </a:rPr>
              <a:t> </a:t>
            </a:r>
            <a:r>
              <a:rPr sz="2400" dirty="0">
                <a:latin typeface="Calibri"/>
                <a:cs typeface="Calibri"/>
              </a:rPr>
              <a:t>đây</a:t>
            </a:r>
            <a:r>
              <a:rPr sz="2400" spc="-40" dirty="0">
                <a:latin typeface="Calibri"/>
                <a:cs typeface="Calibri"/>
              </a:rPr>
              <a:t> </a:t>
            </a:r>
            <a:r>
              <a:rPr sz="2400" dirty="0">
                <a:latin typeface="Calibri"/>
                <a:cs typeface="Calibri"/>
              </a:rPr>
              <a:t>hãy</a:t>
            </a:r>
            <a:r>
              <a:rPr sz="2400" spc="-40" dirty="0">
                <a:latin typeface="Calibri"/>
                <a:cs typeface="Calibri"/>
              </a:rPr>
              <a:t> </a:t>
            </a:r>
            <a:r>
              <a:rPr sz="2400" dirty="0">
                <a:latin typeface="Calibri"/>
                <a:cs typeface="Calibri"/>
              </a:rPr>
              <a:t>xác</a:t>
            </a:r>
            <a:r>
              <a:rPr sz="2400" spc="-55" dirty="0">
                <a:latin typeface="Calibri"/>
                <a:cs typeface="Calibri"/>
              </a:rPr>
              <a:t> </a:t>
            </a:r>
            <a:r>
              <a:rPr sz="2400" dirty="0">
                <a:latin typeface="Calibri"/>
                <a:cs typeface="Calibri"/>
              </a:rPr>
              <a:t>định</a:t>
            </a:r>
            <a:r>
              <a:rPr sz="2400" spc="-35" dirty="0">
                <a:latin typeface="Calibri"/>
                <a:cs typeface="Calibri"/>
              </a:rPr>
              <a:t> </a:t>
            </a:r>
            <a:r>
              <a:rPr sz="2400" dirty="0">
                <a:latin typeface="Calibri"/>
                <a:cs typeface="Calibri"/>
              </a:rPr>
              <a:t>xem</a:t>
            </a:r>
            <a:r>
              <a:rPr sz="2400" spc="-60" dirty="0">
                <a:latin typeface="Calibri"/>
                <a:cs typeface="Calibri"/>
              </a:rPr>
              <a:t> </a:t>
            </a:r>
            <a:r>
              <a:rPr sz="2400" dirty="0">
                <a:latin typeface="Calibri"/>
                <a:cs typeface="Calibri"/>
              </a:rPr>
              <a:t>nó</a:t>
            </a:r>
            <a:r>
              <a:rPr sz="2400" spc="-45" dirty="0">
                <a:latin typeface="Calibri"/>
                <a:cs typeface="Calibri"/>
              </a:rPr>
              <a:t> </a:t>
            </a:r>
            <a:r>
              <a:rPr sz="2400" dirty="0">
                <a:latin typeface="Calibri"/>
                <a:cs typeface="Calibri"/>
              </a:rPr>
              <a:t>có</a:t>
            </a:r>
            <a:r>
              <a:rPr sz="2400" spc="-40" dirty="0">
                <a:latin typeface="Calibri"/>
                <a:cs typeface="Calibri"/>
              </a:rPr>
              <a:t> </a:t>
            </a:r>
            <a:r>
              <a:rPr sz="2400" dirty="0">
                <a:latin typeface="Calibri"/>
                <a:cs typeface="Calibri"/>
              </a:rPr>
              <a:t>là</a:t>
            </a:r>
            <a:r>
              <a:rPr sz="2400" spc="-45" dirty="0">
                <a:latin typeface="Calibri"/>
                <a:cs typeface="Calibri"/>
              </a:rPr>
              <a:t> </a:t>
            </a:r>
            <a:r>
              <a:rPr sz="2400" dirty="0">
                <a:latin typeface="Calibri"/>
                <a:cs typeface="Calibri"/>
              </a:rPr>
              <a:t>đơn</a:t>
            </a:r>
            <a:r>
              <a:rPr sz="2400" spc="-45" dirty="0">
                <a:latin typeface="Calibri"/>
                <a:cs typeface="Calibri"/>
              </a:rPr>
              <a:t> </a:t>
            </a:r>
            <a:r>
              <a:rPr sz="2400" spc="-25" dirty="0">
                <a:latin typeface="Calibri"/>
                <a:cs typeface="Calibri"/>
              </a:rPr>
              <a:t>ánh </a:t>
            </a:r>
            <a:r>
              <a:rPr sz="2400" dirty="0">
                <a:latin typeface="Calibri"/>
                <a:cs typeface="Calibri"/>
              </a:rPr>
              <a:t>không?</a:t>
            </a:r>
            <a:r>
              <a:rPr sz="2400" spc="-45" dirty="0">
                <a:latin typeface="Calibri"/>
                <a:cs typeface="Calibri"/>
              </a:rPr>
              <a:t> </a:t>
            </a:r>
            <a:r>
              <a:rPr sz="2400" dirty="0">
                <a:latin typeface="Calibri"/>
                <a:cs typeface="Calibri"/>
              </a:rPr>
              <a:t>Tìm</a:t>
            </a:r>
            <a:r>
              <a:rPr sz="2400" spc="-30" dirty="0">
                <a:latin typeface="Calibri"/>
                <a:cs typeface="Calibri"/>
              </a:rPr>
              <a:t> </a:t>
            </a:r>
            <a:r>
              <a:rPr sz="2400" dirty="0">
                <a:latin typeface="Calibri"/>
                <a:cs typeface="Calibri"/>
              </a:rPr>
              <a:t>ảnh</a:t>
            </a:r>
            <a:r>
              <a:rPr sz="2400" spc="-35" dirty="0">
                <a:latin typeface="Calibri"/>
                <a:cs typeface="Calibri"/>
              </a:rPr>
              <a:t> </a:t>
            </a:r>
            <a:r>
              <a:rPr sz="2400" dirty="0">
                <a:latin typeface="Calibri"/>
                <a:cs typeface="Calibri"/>
              </a:rPr>
              <a:t>của</a:t>
            </a:r>
            <a:r>
              <a:rPr sz="2400" spc="-40" dirty="0">
                <a:latin typeface="Calibri"/>
                <a:cs typeface="Calibri"/>
              </a:rPr>
              <a:t> </a:t>
            </a:r>
            <a:r>
              <a:rPr sz="2400" dirty="0">
                <a:latin typeface="Calibri"/>
                <a:cs typeface="Calibri"/>
              </a:rPr>
              <a:t>miền</a:t>
            </a:r>
            <a:r>
              <a:rPr sz="2400" spc="-35" dirty="0">
                <a:latin typeface="Calibri"/>
                <a:cs typeface="Calibri"/>
              </a:rPr>
              <a:t> </a:t>
            </a:r>
            <a:r>
              <a:rPr sz="2400" dirty="0">
                <a:latin typeface="Calibri"/>
                <a:cs typeface="Calibri"/>
              </a:rPr>
              <a:t>xác</a:t>
            </a:r>
            <a:r>
              <a:rPr sz="2400" spc="-50" dirty="0">
                <a:latin typeface="Calibri"/>
                <a:cs typeface="Calibri"/>
              </a:rPr>
              <a:t> </a:t>
            </a:r>
            <a:r>
              <a:rPr sz="2400" dirty="0">
                <a:latin typeface="Calibri"/>
                <a:cs typeface="Calibri"/>
              </a:rPr>
              <a:t>định</a:t>
            </a:r>
            <a:r>
              <a:rPr sz="2400" spc="-25" dirty="0">
                <a:latin typeface="Calibri"/>
                <a:cs typeface="Calibri"/>
              </a:rPr>
              <a:t> </a:t>
            </a:r>
            <a:r>
              <a:rPr sz="2400" dirty="0">
                <a:latin typeface="Calibri"/>
                <a:cs typeface="Calibri"/>
              </a:rPr>
              <a:t>(MXĐ)</a:t>
            </a:r>
            <a:r>
              <a:rPr sz="2400" spc="-45" dirty="0">
                <a:latin typeface="Calibri"/>
                <a:cs typeface="Calibri"/>
              </a:rPr>
              <a:t> </a:t>
            </a:r>
            <a:r>
              <a:rPr sz="2400" dirty="0">
                <a:latin typeface="Calibri"/>
                <a:cs typeface="Calibri"/>
              </a:rPr>
              <a:t>của</a:t>
            </a:r>
            <a:r>
              <a:rPr sz="2400" spc="-40" dirty="0">
                <a:latin typeface="Calibri"/>
                <a:cs typeface="Calibri"/>
              </a:rPr>
              <a:t> </a:t>
            </a:r>
            <a:r>
              <a:rPr sz="2400" dirty="0">
                <a:latin typeface="Calibri"/>
                <a:cs typeface="Calibri"/>
              </a:rPr>
              <a:t>ánh</a:t>
            </a:r>
            <a:r>
              <a:rPr sz="2400" spc="-35" dirty="0">
                <a:latin typeface="Calibri"/>
                <a:cs typeface="Calibri"/>
              </a:rPr>
              <a:t> </a:t>
            </a:r>
            <a:r>
              <a:rPr sz="2400" dirty="0">
                <a:latin typeface="Calibri"/>
                <a:cs typeface="Calibri"/>
              </a:rPr>
              <a:t>xạ</a:t>
            </a:r>
            <a:r>
              <a:rPr sz="2400" spc="-40" dirty="0">
                <a:latin typeface="Calibri"/>
                <a:cs typeface="Calibri"/>
              </a:rPr>
              <a:t> </a:t>
            </a:r>
            <a:r>
              <a:rPr sz="2400" spc="-10" dirty="0">
                <a:latin typeface="Calibri"/>
                <a:cs typeface="Calibri"/>
              </a:rPr>
              <a:t>trên.</a:t>
            </a:r>
            <a:endParaRPr sz="2400">
              <a:latin typeface="Calibri"/>
              <a:cs typeface="Calibri"/>
            </a:endParaRPr>
          </a:p>
          <a:p>
            <a:pPr marL="12700">
              <a:lnSpc>
                <a:spcPct val="100000"/>
              </a:lnSpc>
              <a:spcBef>
                <a:spcPts val="590"/>
              </a:spcBef>
              <a:tabLst>
                <a:tab pos="894715" algn="l"/>
                <a:tab pos="2103755" algn="l"/>
                <a:tab pos="2486660" algn="l"/>
              </a:tabLst>
            </a:pPr>
            <a:r>
              <a:rPr sz="2400" dirty="0">
                <a:latin typeface="Calibri"/>
                <a:cs typeface="Calibri"/>
              </a:rPr>
              <a:t>a</a:t>
            </a:r>
            <a:r>
              <a:rPr sz="2400" spc="-15" dirty="0">
                <a:latin typeface="Calibri"/>
                <a:cs typeface="Calibri"/>
              </a:rPr>
              <a:t> </a:t>
            </a:r>
            <a:r>
              <a:rPr sz="2400" dirty="0">
                <a:latin typeface="Calibri"/>
                <a:cs typeface="Calibri"/>
              </a:rPr>
              <a:t>)</a:t>
            </a:r>
            <a:r>
              <a:rPr sz="2400" spc="-20" dirty="0">
                <a:latin typeface="Calibri"/>
                <a:cs typeface="Calibri"/>
              </a:rPr>
              <a:t> </a:t>
            </a:r>
            <a:r>
              <a:rPr sz="2400" dirty="0">
                <a:latin typeface="Cambria Math"/>
                <a:cs typeface="Cambria Math"/>
              </a:rPr>
              <a:t>𝑓</a:t>
            </a:r>
            <a:r>
              <a:rPr sz="2400" spc="204" dirty="0">
                <a:latin typeface="Cambria Math"/>
                <a:cs typeface="Cambria Math"/>
              </a:rPr>
              <a:t> </a:t>
            </a:r>
            <a:r>
              <a:rPr sz="2400" spc="-50" dirty="0">
                <a:latin typeface="Cambria Math"/>
                <a:cs typeface="Cambria Math"/>
              </a:rPr>
              <a:t>∶</a:t>
            </a:r>
            <a:r>
              <a:rPr sz="2400" dirty="0">
                <a:latin typeface="Cambria Math"/>
                <a:cs typeface="Cambria Math"/>
              </a:rPr>
              <a:t>	ℤ</a:t>
            </a:r>
            <a:r>
              <a:rPr sz="2400" spc="120" dirty="0">
                <a:latin typeface="Cambria Math"/>
                <a:cs typeface="Cambria Math"/>
              </a:rPr>
              <a:t> </a:t>
            </a:r>
            <a:r>
              <a:rPr sz="2400" dirty="0">
                <a:latin typeface="Cambria Math"/>
                <a:cs typeface="Cambria Math"/>
              </a:rPr>
              <a:t>→</a:t>
            </a:r>
            <a:r>
              <a:rPr sz="2400" spc="125" dirty="0">
                <a:latin typeface="Cambria Math"/>
                <a:cs typeface="Cambria Math"/>
              </a:rPr>
              <a:t> </a:t>
            </a:r>
            <a:r>
              <a:rPr sz="2400" spc="-10" dirty="0">
                <a:latin typeface="Cambria Math"/>
                <a:cs typeface="Cambria Math"/>
              </a:rPr>
              <a:t>ℤ,</a:t>
            </a:r>
            <a:r>
              <a:rPr sz="2400" spc="-135" dirty="0">
                <a:latin typeface="Cambria Math"/>
                <a:cs typeface="Cambria Math"/>
              </a:rPr>
              <a:t> </a:t>
            </a:r>
            <a:r>
              <a:rPr sz="2400" spc="-50" dirty="0">
                <a:latin typeface="Cambria Math"/>
                <a:cs typeface="Cambria Math"/>
              </a:rPr>
              <a:t>𝑓</a:t>
            </a:r>
            <a:r>
              <a:rPr sz="2400" dirty="0">
                <a:latin typeface="Cambria Math"/>
                <a:cs typeface="Cambria Math"/>
              </a:rPr>
              <a:t>	</a:t>
            </a:r>
            <a:r>
              <a:rPr sz="2400" spc="-50" dirty="0">
                <a:latin typeface="Cambria Math"/>
                <a:cs typeface="Cambria Math"/>
              </a:rPr>
              <a:t>𝑥</a:t>
            </a:r>
            <a:r>
              <a:rPr sz="2400" dirty="0">
                <a:latin typeface="Cambria Math"/>
                <a:cs typeface="Cambria Math"/>
              </a:rPr>
              <a:t>	=</a:t>
            </a:r>
            <a:r>
              <a:rPr sz="2400" spc="114" dirty="0">
                <a:latin typeface="Cambria Math"/>
                <a:cs typeface="Cambria Math"/>
              </a:rPr>
              <a:t> </a:t>
            </a:r>
            <a:r>
              <a:rPr sz="2400" dirty="0">
                <a:latin typeface="Cambria Math"/>
                <a:cs typeface="Cambria Math"/>
              </a:rPr>
              <a:t>2𝑥</a:t>
            </a:r>
            <a:r>
              <a:rPr sz="2400" spc="75" dirty="0">
                <a:latin typeface="Cambria Math"/>
                <a:cs typeface="Cambria Math"/>
              </a:rPr>
              <a:t> </a:t>
            </a:r>
            <a:r>
              <a:rPr sz="2400" dirty="0">
                <a:latin typeface="Cambria Math"/>
                <a:cs typeface="Cambria Math"/>
              </a:rPr>
              <a:t>+</a:t>
            </a:r>
            <a:r>
              <a:rPr sz="2400" spc="-10" dirty="0">
                <a:latin typeface="Cambria Math"/>
                <a:cs typeface="Cambria Math"/>
              </a:rPr>
              <a:t> </a:t>
            </a:r>
            <a:r>
              <a:rPr sz="2400" spc="-50" dirty="0">
                <a:latin typeface="Cambria Math"/>
                <a:cs typeface="Cambria Math"/>
              </a:rPr>
              <a:t>1</a:t>
            </a:r>
            <a:endParaRPr sz="2400">
              <a:latin typeface="Cambria Math"/>
              <a:cs typeface="Cambria Math"/>
            </a:endParaRPr>
          </a:p>
          <a:p>
            <a:pPr marL="12700">
              <a:lnSpc>
                <a:spcPct val="100000"/>
              </a:lnSpc>
              <a:spcBef>
                <a:spcPts val="565"/>
              </a:spcBef>
            </a:pPr>
            <a:r>
              <a:rPr sz="2400" dirty="0">
                <a:latin typeface="Calibri"/>
                <a:cs typeface="Calibri"/>
              </a:rPr>
              <a:t>Giải</a:t>
            </a:r>
            <a:r>
              <a:rPr sz="2400" spc="-15" dirty="0">
                <a:latin typeface="Calibri"/>
                <a:cs typeface="Calibri"/>
              </a:rPr>
              <a:t> </a:t>
            </a:r>
            <a:r>
              <a:rPr sz="2400" spc="-50" dirty="0">
                <a:latin typeface="Calibri"/>
                <a:cs typeface="Calibri"/>
              </a:rPr>
              <a:t>:</a:t>
            </a:r>
            <a:endParaRPr sz="2400">
              <a:latin typeface="Calibri"/>
              <a:cs typeface="Calibri"/>
            </a:endParaRPr>
          </a:p>
          <a:p>
            <a:pPr marL="355600" marR="5080" lvl="1" indent="-342900">
              <a:lnSpc>
                <a:spcPts val="2860"/>
              </a:lnSpc>
              <a:spcBef>
                <a:spcPts val="715"/>
              </a:spcBef>
              <a:buFont typeface="Wingdings"/>
              <a:buChar char=""/>
              <a:tabLst>
                <a:tab pos="355600" algn="l"/>
              </a:tabLst>
            </a:pPr>
            <a:r>
              <a:rPr sz="2400" dirty="0">
                <a:latin typeface="Calibri"/>
                <a:cs typeface="Calibri"/>
              </a:rPr>
              <a:t>Với</a:t>
            </a:r>
            <a:r>
              <a:rPr sz="2400" spc="-30" dirty="0">
                <a:latin typeface="Calibri"/>
                <a:cs typeface="Calibri"/>
              </a:rPr>
              <a:t> </a:t>
            </a:r>
            <a:r>
              <a:rPr sz="2400" dirty="0">
                <a:latin typeface="Calibri"/>
                <a:cs typeface="Calibri"/>
              </a:rPr>
              <a:t>x,</a:t>
            </a:r>
            <a:r>
              <a:rPr sz="2400" spc="-15" dirty="0">
                <a:latin typeface="Calibri"/>
                <a:cs typeface="Calibri"/>
              </a:rPr>
              <a:t> </a:t>
            </a:r>
            <a:r>
              <a:rPr sz="2400" dirty="0">
                <a:latin typeface="Calibri"/>
                <a:cs typeface="Calibri"/>
              </a:rPr>
              <a:t>x’</a:t>
            </a:r>
            <a:r>
              <a:rPr sz="2400" spc="-30" dirty="0">
                <a:latin typeface="Calibri"/>
                <a:cs typeface="Calibri"/>
              </a:rPr>
              <a:t> </a:t>
            </a:r>
            <a:r>
              <a:rPr sz="2400" dirty="0">
                <a:latin typeface="Symbol"/>
                <a:cs typeface="Symbol"/>
              </a:rPr>
              <a:t></a:t>
            </a:r>
            <a:r>
              <a:rPr sz="2400" spc="-90" dirty="0">
                <a:latin typeface="Times New Roman"/>
                <a:cs typeface="Times New Roman"/>
              </a:rPr>
              <a:t> </a:t>
            </a:r>
            <a:r>
              <a:rPr sz="2400" dirty="0">
                <a:latin typeface="Cambria Math"/>
                <a:cs typeface="Cambria Math"/>
              </a:rPr>
              <a:t>ℤ </a:t>
            </a:r>
            <a:r>
              <a:rPr sz="2400" dirty="0">
                <a:latin typeface="Calibri"/>
                <a:cs typeface="Calibri"/>
              </a:rPr>
              <a:t>,</a:t>
            </a:r>
            <a:r>
              <a:rPr sz="2400" spc="-15" dirty="0">
                <a:latin typeface="Calibri"/>
                <a:cs typeface="Calibri"/>
              </a:rPr>
              <a:t> </a:t>
            </a:r>
            <a:r>
              <a:rPr sz="2400" dirty="0">
                <a:latin typeface="Calibri"/>
                <a:cs typeface="Calibri"/>
              </a:rPr>
              <a:t>x</a:t>
            </a:r>
            <a:r>
              <a:rPr sz="2400" spc="-30" dirty="0">
                <a:latin typeface="Calibri"/>
                <a:cs typeface="Calibri"/>
              </a:rPr>
              <a:t> </a:t>
            </a:r>
            <a:r>
              <a:rPr sz="2400" dirty="0">
                <a:latin typeface="Symbol"/>
                <a:cs typeface="Symbol"/>
              </a:rPr>
              <a:t></a:t>
            </a:r>
            <a:r>
              <a:rPr sz="2400" spc="-85" dirty="0">
                <a:latin typeface="Times New Roman"/>
                <a:cs typeface="Times New Roman"/>
              </a:rPr>
              <a:t> </a:t>
            </a:r>
            <a:r>
              <a:rPr sz="2400" spc="-40" dirty="0">
                <a:latin typeface="Calibri"/>
                <a:cs typeface="Calibri"/>
              </a:rPr>
              <a:t>x’,</a:t>
            </a:r>
            <a:r>
              <a:rPr sz="2400" spc="-30" dirty="0">
                <a:latin typeface="Calibri"/>
                <a:cs typeface="Calibri"/>
              </a:rPr>
              <a:t> </a:t>
            </a:r>
            <a:r>
              <a:rPr sz="2400" dirty="0">
                <a:latin typeface="Calibri"/>
                <a:cs typeface="Calibri"/>
              </a:rPr>
              <a:t>ta</a:t>
            </a:r>
            <a:r>
              <a:rPr sz="2400" spc="-35" dirty="0">
                <a:latin typeface="Calibri"/>
                <a:cs typeface="Calibri"/>
              </a:rPr>
              <a:t> </a:t>
            </a:r>
            <a:r>
              <a:rPr sz="2400" dirty="0">
                <a:latin typeface="Calibri"/>
                <a:cs typeface="Calibri"/>
              </a:rPr>
              <a:t>có</a:t>
            </a:r>
            <a:r>
              <a:rPr sz="2400" spc="-25" dirty="0">
                <a:latin typeface="Calibri"/>
                <a:cs typeface="Calibri"/>
              </a:rPr>
              <a:t> </a:t>
            </a:r>
            <a:r>
              <a:rPr sz="2400" dirty="0">
                <a:latin typeface="Calibri"/>
                <a:cs typeface="Calibri"/>
              </a:rPr>
              <a:t>2x</a:t>
            </a:r>
            <a:r>
              <a:rPr sz="2400" spc="-30" dirty="0">
                <a:latin typeface="Calibri"/>
                <a:cs typeface="Calibri"/>
              </a:rPr>
              <a:t> </a:t>
            </a:r>
            <a:r>
              <a:rPr sz="2400" dirty="0">
                <a:latin typeface="Calibri"/>
                <a:cs typeface="Calibri"/>
              </a:rPr>
              <a:t>+</a:t>
            </a:r>
            <a:r>
              <a:rPr sz="2400" spc="-20" dirty="0">
                <a:latin typeface="Calibri"/>
                <a:cs typeface="Calibri"/>
              </a:rPr>
              <a:t> </a:t>
            </a:r>
            <a:r>
              <a:rPr sz="2400" dirty="0">
                <a:latin typeface="Calibri"/>
                <a:cs typeface="Calibri"/>
              </a:rPr>
              <a:t>1</a:t>
            </a:r>
            <a:r>
              <a:rPr sz="2400" spc="-20" dirty="0">
                <a:latin typeface="Calibri"/>
                <a:cs typeface="Calibri"/>
              </a:rPr>
              <a:t> </a:t>
            </a:r>
            <a:r>
              <a:rPr sz="2400" dirty="0">
                <a:latin typeface="Symbol"/>
                <a:cs typeface="Symbol"/>
              </a:rPr>
              <a:t></a:t>
            </a:r>
            <a:r>
              <a:rPr sz="2400" spc="-85" dirty="0">
                <a:latin typeface="Times New Roman"/>
                <a:cs typeface="Times New Roman"/>
              </a:rPr>
              <a:t> </a:t>
            </a:r>
            <a:r>
              <a:rPr sz="2400" dirty="0">
                <a:latin typeface="Calibri"/>
                <a:cs typeface="Calibri"/>
              </a:rPr>
              <a:t>2x’</a:t>
            </a:r>
            <a:r>
              <a:rPr sz="2400" spc="-30" dirty="0">
                <a:latin typeface="Calibri"/>
                <a:cs typeface="Calibri"/>
              </a:rPr>
              <a:t> </a:t>
            </a:r>
            <a:r>
              <a:rPr sz="2400" dirty="0">
                <a:latin typeface="Calibri"/>
                <a:cs typeface="Calibri"/>
              </a:rPr>
              <a:t>+</a:t>
            </a:r>
            <a:r>
              <a:rPr sz="2400" spc="-25" dirty="0">
                <a:latin typeface="Calibri"/>
                <a:cs typeface="Calibri"/>
              </a:rPr>
              <a:t> </a:t>
            </a:r>
            <a:r>
              <a:rPr sz="2400" dirty="0">
                <a:latin typeface="Calibri"/>
                <a:cs typeface="Calibri"/>
              </a:rPr>
              <a:t>1.</a:t>
            </a:r>
            <a:r>
              <a:rPr sz="2400" spc="-30" dirty="0">
                <a:latin typeface="Calibri"/>
                <a:cs typeface="Calibri"/>
              </a:rPr>
              <a:t> </a:t>
            </a:r>
            <a:r>
              <a:rPr sz="2400" spc="-50" dirty="0">
                <a:latin typeface="Calibri"/>
                <a:cs typeface="Calibri"/>
              </a:rPr>
              <a:t>Vậy</a:t>
            </a:r>
            <a:r>
              <a:rPr sz="2400" spc="-15" dirty="0">
                <a:latin typeface="Calibri"/>
                <a:cs typeface="Calibri"/>
              </a:rPr>
              <a:t> </a:t>
            </a:r>
            <a:r>
              <a:rPr sz="2400" dirty="0">
                <a:latin typeface="Calibri"/>
                <a:cs typeface="Calibri"/>
              </a:rPr>
              <a:t>f(x)</a:t>
            </a:r>
            <a:r>
              <a:rPr sz="2400" spc="-35" dirty="0">
                <a:latin typeface="Calibri"/>
                <a:cs typeface="Calibri"/>
              </a:rPr>
              <a:t> </a:t>
            </a:r>
            <a:r>
              <a:rPr sz="2400" dirty="0">
                <a:latin typeface="Symbol"/>
                <a:cs typeface="Symbol"/>
              </a:rPr>
              <a:t></a:t>
            </a:r>
            <a:r>
              <a:rPr sz="2400" spc="-75" dirty="0">
                <a:latin typeface="Times New Roman"/>
                <a:cs typeface="Times New Roman"/>
              </a:rPr>
              <a:t> </a:t>
            </a:r>
            <a:r>
              <a:rPr sz="2400" dirty="0">
                <a:latin typeface="Calibri"/>
                <a:cs typeface="Calibri"/>
              </a:rPr>
              <a:t>f(x’).</a:t>
            </a:r>
            <a:r>
              <a:rPr sz="2400" spc="-45" dirty="0">
                <a:latin typeface="Calibri"/>
                <a:cs typeface="Calibri"/>
              </a:rPr>
              <a:t> </a:t>
            </a:r>
            <a:r>
              <a:rPr sz="2400" dirty="0">
                <a:latin typeface="Calibri"/>
                <a:cs typeface="Calibri"/>
              </a:rPr>
              <a:t>Kết</a:t>
            </a:r>
            <a:r>
              <a:rPr sz="2400" spc="-25" dirty="0">
                <a:latin typeface="Calibri"/>
                <a:cs typeface="Calibri"/>
              </a:rPr>
              <a:t> </a:t>
            </a:r>
            <a:r>
              <a:rPr sz="2400" spc="-20" dirty="0">
                <a:latin typeface="Calibri"/>
                <a:cs typeface="Calibri"/>
              </a:rPr>
              <a:t>luận </a:t>
            </a:r>
            <a:r>
              <a:rPr sz="2400" dirty="0">
                <a:latin typeface="Calibri"/>
                <a:cs typeface="Calibri"/>
              </a:rPr>
              <a:t>f</a:t>
            </a:r>
            <a:r>
              <a:rPr sz="2400" spc="-25" dirty="0">
                <a:latin typeface="Calibri"/>
                <a:cs typeface="Calibri"/>
              </a:rPr>
              <a:t> </a:t>
            </a:r>
            <a:r>
              <a:rPr sz="2400" dirty="0">
                <a:latin typeface="Calibri"/>
                <a:cs typeface="Calibri"/>
              </a:rPr>
              <a:t>là</a:t>
            </a:r>
            <a:r>
              <a:rPr sz="2400" spc="-25" dirty="0">
                <a:latin typeface="Calibri"/>
                <a:cs typeface="Calibri"/>
              </a:rPr>
              <a:t> </a:t>
            </a:r>
            <a:r>
              <a:rPr sz="2400" dirty="0">
                <a:latin typeface="Calibri"/>
                <a:cs typeface="Calibri"/>
              </a:rPr>
              <a:t>đơn</a:t>
            </a:r>
            <a:r>
              <a:rPr sz="2400" spc="-25" dirty="0">
                <a:latin typeface="Calibri"/>
                <a:cs typeface="Calibri"/>
              </a:rPr>
              <a:t> </a:t>
            </a:r>
            <a:r>
              <a:rPr sz="2400" spc="-20" dirty="0">
                <a:latin typeface="Calibri"/>
                <a:cs typeface="Calibri"/>
              </a:rPr>
              <a:t>ánh.</a:t>
            </a:r>
            <a:endParaRPr sz="2400">
              <a:latin typeface="Calibri"/>
              <a:cs typeface="Calibri"/>
            </a:endParaRPr>
          </a:p>
          <a:p>
            <a:pPr marL="354965" lvl="1" indent="-342265">
              <a:lnSpc>
                <a:spcPct val="100000"/>
              </a:lnSpc>
              <a:spcBef>
                <a:spcPts val="505"/>
              </a:spcBef>
              <a:buFont typeface="Wingdings"/>
              <a:buChar char=""/>
              <a:tabLst>
                <a:tab pos="354965" algn="l"/>
              </a:tabLst>
            </a:pPr>
            <a:r>
              <a:rPr sz="2400" dirty="0">
                <a:latin typeface="Calibri"/>
                <a:cs typeface="Calibri"/>
              </a:rPr>
              <a:t>Ảnh</a:t>
            </a:r>
            <a:r>
              <a:rPr sz="2400" spc="-25" dirty="0">
                <a:latin typeface="Calibri"/>
                <a:cs typeface="Calibri"/>
              </a:rPr>
              <a:t> </a:t>
            </a:r>
            <a:r>
              <a:rPr sz="2400" dirty="0">
                <a:latin typeface="Calibri"/>
                <a:cs typeface="Calibri"/>
              </a:rPr>
              <a:t>của</a:t>
            </a:r>
            <a:r>
              <a:rPr sz="2400" spc="-35" dirty="0">
                <a:latin typeface="Calibri"/>
                <a:cs typeface="Calibri"/>
              </a:rPr>
              <a:t> </a:t>
            </a:r>
            <a:r>
              <a:rPr sz="2400" dirty="0">
                <a:latin typeface="Calibri"/>
                <a:cs typeface="Calibri"/>
              </a:rPr>
              <a:t>MXĐ</a:t>
            </a:r>
            <a:r>
              <a:rPr sz="2400" spc="-15" dirty="0">
                <a:latin typeface="Calibri"/>
                <a:cs typeface="Calibri"/>
              </a:rPr>
              <a:t> </a:t>
            </a:r>
            <a:r>
              <a:rPr sz="2400" dirty="0">
                <a:latin typeface="Calibri"/>
                <a:cs typeface="Calibri"/>
              </a:rPr>
              <a:t>:</a:t>
            </a:r>
            <a:r>
              <a:rPr sz="2400" spc="-30" dirty="0">
                <a:latin typeface="Calibri"/>
                <a:cs typeface="Calibri"/>
              </a:rPr>
              <a:t> </a:t>
            </a:r>
            <a:r>
              <a:rPr sz="2400" dirty="0">
                <a:latin typeface="Calibri"/>
                <a:cs typeface="Calibri"/>
              </a:rPr>
              <a:t>f(</a:t>
            </a:r>
            <a:r>
              <a:rPr sz="2400" dirty="0">
                <a:latin typeface="Cambria Math"/>
                <a:cs typeface="Cambria Math"/>
              </a:rPr>
              <a:t>ℤ</a:t>
            </a:r>
            <a:r>
              <a:rPr sz="2400" dirty="0">
                <a:latin typeface="Calibri"/>
                <a:cs typeface="Calibri"/>
              </a:rPr>
              <a:t>)</a:t>
            </a:r>
            <a:r>
              <a:rPr sz="2400" spc="-30" dirty="0">
                <a:latin typeface="Calibri"/>
                <a:cs typeface="Calibri"/>
              </a:rPr>
              <a:t> </a:t>
            </a:r>
            <a:r>
              <a:rPr sz="2400" dirty="0">
                <a:latin typeface="Calibri"/>
                <a:cs typeface="Calibri"/>
              </a:rPr>
              <a:t>=</a:t>
            </a:r>
            <a:r>
              <a:rPr sz="2400" spc="-20" dirty="0">
                <a:latin typeface="Calibri"/>
                <a:cs typeface="Calibri"/>
              </a:rPr>
              <a:t> </a:t>
            </a:r>
            <a:r>
              <a:rPr sz="2400" dirty="0">
                <a:latin typeface="Calibri"/>
                <a:cs typeface="Calibri"/>
              </a:rPr>
              <a:t>{2x+1</a:t>
            </a:r>
            <a:r>
              <a:rPr sz="2400" spc="-45" dirty="0">
                <a:latin typeface="Calibri"/>
                <a:cs typeface="Calibri"/>
              </a:rPr>
              <a:t> </a:t>
            </a:r>
            <a:r>
              <a:rPr sz="2400" dirty="0">
                <a:latin typeface="Calibri"/>
                <a:cs typeface="Calibri"/>
              </a:rPr>
              <a:t>:</a:t>
            </a:r>
            <a:r>
              <a:rPr sz="2400" spc="-25" dirty="0">
                <a:latin typeface="Calibri"/>
                <a:cs typeface="Calibri"/>
              </a:rPr>
              <a:t> </a:t>
            </a:r>
            <a:r>
              <a:rPr sz="2400" dirty="0">
                <a:latin typeface="Calibri"/>
                <a:cs typeface="Calibri"/>
              </a:rPr>
              <a:t>x</a:t>
            </a:r>
            <a:r>
              <a:rPr sz="2400" spc="-20" dirty="0">
                <a:latin typeface="Calibri"/>
                <a:cs typeface="Calibri"/>
              </a:rPr>
              <a:t> </a:t>
            </a:r>
            <a:r>
              <a:rPr sz="2400" dirty="0">
                <a:latin typeface="Symbol"/>
                <a:cs typeface="Symbol"/>
              </a:rPr>
              <a:t></a:t>
            </a:r>
            <a:r>
              <a:rPr sz="2400" spc="-85" dirty="0">
                <a:latin typeface="Times New Roman"/>
                <a:cs typeface="Times New Roman"/>
              </a:rPr>
              <a:t> </a:t>
            </a:r>
            <a:r>
              <a:rPr sz="2400" dirty="0">
                <a:latin typeface="Cambria Math"/>
                <a:cs typeface="Cambria Math"/>
              </a:rPr>
              <a:t>ℤ </a:t>
            </a:r>
            <a:r>
              <a:rPr sz="2400" dirty="0">
                <a:latin typeface="Calibri"/>
                <a:cs typeface="Calibri"/>
              </a:rPr>
              <a:t>}</a:t>
            </a:r>
            <a:r>
              <a:rPr sz="2400" spc="-40" dirty="0">
                <a:latin typeface="Calibri"/>
                <a:cs typeface="Calibri"/>
              </a:rPr>
              <a:t> </a:t>
            </a:r>
            <a:r>
              <a:rPr sz="2400" dirty="0">
                <a:latin typeface="Calibri"/>
                <a:cs typeface="Calibri"/>
              </a:rPr>
              <a:t>=</a:t>
            </a:r>
            <a:r>
              <a:rPr sz="2400" spc="-15" dirty="0">
                <a:latin typeface="Calibri"/>
                <a:cs typeface="Calibri"/>
              </a:rPr>
              <a:t> </a:t>
            </a:r>
            <a:r>
              <a:rPr sz="2400" spc="-50" dirty="0">
                <a:latin typeface="Calibri"/>
                <a:cs typeface="Calibri"/>
              </a:rPr>
              <a:t>Tập</a:t>
            </a:r>
            <a:r>
              <a:rPr sz="2400" spc="-10" dirty="0">
                <a:latin typeface="Calibri"/>
                <a:cs typeface="Calibri"/>
              </a:rPr>
              <a:t> </a:t>
            </a:r>
            <a:r>
              <a:rPr sz="2400" dirty="0">
                <a:latin typeface="Calibri"/>
                <a:cs typeface="Calibri"/>
              </a:rPr>
              <a:t>các</a:t>
            </a:r>
            <a:r>
              <a:rPr sz="2400" spc="-25" dirty="0">
                <a:latin typeface="Calibri"/>
                <a:cs typeface="Calibri"/>
              </a:rPr>
              <a:t> </a:t>
            </a:r>
            <a:r>
              <a:rPr sz="2400" dirty="0">
                <a:latin typeface="Calibri"/>
                <a:cs typeface="Calibri"/>
              </a:rPr>
              <a:t>số</a:t>
            </a:r>
            <a:r>
              <a:rPr sz="2400" spc="-30" dirty="0">
                <a:latin typeface="Calibri"/>
                <a:cs typeface="Calibri"/>
              </a:rPr>
              <a:t> </a:t>
            </a:r>
            <a:r>
              <a:rPr sz="2400" dirty="0">
                <a:latin typeface="Calibri"/>
                <a:cs typeface="Calibri"/>
              </a:rPr>
              <a:t>nguyên</a:t>
            </a:r>
            <a:r>
              <a:rPr sz="2400" spc="-35" dirty="0">
                <a:latin typeface="Calibri"/>
                <a:cs typeface="Calibri"/>
              </a:rPr>
              <a:t> </a:t>
            </a:r>
            <a:r>
              <a:rPr sz="2400" spc="-25" dirty="0">
                <a:latin typeface="Calibri"/>
                <a:cs typeface="Calibri"/>
              </a:rPr>
              <a:t>lẻ.</a:t>
            </a:r>
            <a:endParaRPr sz="2400">
              <a:latin typeface="Calibri"/>
              <a:cs typeface="Calibri"/>
            </a:endParaRPr>
          </a:p>
          <a:p>
            <a:pPr marL="12700">
              <a:lnSpc>
                <a:spcPct val="100000"/>
              </a:lnSpc>
              <a:spcBef>
                <a:spcPts val="550"/>
              </a:spcBef>
            </a:pPr>
            <a:r>
              <a:rPr sz="2400" dirty="0">
                <a:latin typeface="Calibri"/>
                <a:cs typeface="Calibri"/>
              </a:rPr>
              <a:t>(Nói</a:t>
            </a:r>
            <a:r>
              <a:rPr sz="2400" spc="-30" dirty="0">
                <a:latin typeface="Calibri"/>
                <a:cs typeface="Calibri"/>
              </a:rPr>
              <a:t> </a:t>
            </a:r>
            <a:r>
              <a:rPr sz="2400" dirty="0">
                <a:latin typeface="Calibri"/>
                <a:cs typeface="Calibri"/>
              </a:rPr>
              <a:t>thêm</a:t>
            </a:r>
            <a:r>
              <a:rPr sz="2400" spc="-15" dirty="0">
                <a:latin typeface="Calibri"/>
                <a:cs typeface="Calibri"/>
              </a:rPr>
              <a:t> </a:t>
            </a:r>
            <a:r>
              <a:rPr sz="2400" dirty="0">
                <a:latin typeface="Calibri"/>
                <a:cs typeface="Calibri"/>
              </a:rPr>
              <a:t>:</a:t>
            </a:r>
            <a:r>
              <a:rPr sz="2400" spc="-20" dirty="0">
                <a:latin typeface="Calibri"/>
                <a:cs typeface="Calibri"/>
              </a:rPr>
              <a:t> </a:t>
            </a:r>
            <a:r>
              <a:rPr sz="2400" dirty="0">
                <a:latin typeface="Calibri"/>
                <a:cs typeface="Calibri"/>
              </a:rPr>
              <a:t>f không</a:t>
            </a:r>
            <a:r>
              <a:rPr sz="2400" spc="-35" dirty="0">
                <a:latin typeface="Calibri"/>
                <a:cs typeface="Calibri"/>
              </a:rPr>
              <a:t> </a:t>
            </a:r>
            <a:r>
              <a:rPr sz="2400" dirty="0">
                <a:latin typeface="Calibri"/>
                <a:cs typeface="Calibri"/>
              </a:rPr>
              <a:t>toàn</a:t>
            </a:r>
            <a:r>
              <a:rPr sz="2400" spc="-10" dirty="0">
                <a:latin typeface="Calibri"/>
                <a:cs typeface="Calibri"/>
              </a:rPr>
              <a:t> </a:t>
            </a:r>
            <a:r>
              <a:rPr sz="2400" spc="-20" dirty="0">
                <a:latin typeface="Calibri"/>
                <a:cs typeface="Calibri"/>
              </a:rPr>
              <a:t>ánh)</a:t>
            </a:r>
            <a:endParaRPr sz="2400">
              <a:latin typeface="Calibri"/>
              <a:cs typeface="Calibri"/>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2424048" y="1501013"/>
            <a:ext cx="370205" cy="282575"/>
          </a:xfrm>
          <a:custGeom>
            <a:avLst/>
            <a:gdLst/>
            <a:ahLst/>
            <a:cxnLst/>
            <a:rect l="l" t="t" r="r" b="b"/>
            <a:pathLst>
              <a:path w="370205" h="282575">
                <a:moveTo>
                  <a:pt x="280034" y="0"/>
                </a:moveTo>
                <a:lnTo>
                  <a:pt x="276098" y="11429"/>
                </a:lnTo>
                <a:lnTo>
                  <a:pt x="292405" y="18504"/>
                </a:lnTo>
                <a:lnTo>
                  <a:pt x="306450" y="28305"/>
                </a:lnTo>
                <a:lnTo>
                  <a:pt x="334974" y="73852"/>
                </a:lnTo>
                <a:lnTo>
                  <a:pt x="343229" y="115339"/>
                </a:lnTo>
                <a:lnTo>
                  <a:pt x="343269" y="115623"/>
                </a:lnTo>
                <a:lnTo>
                  <a:pt x="343251" y="164580"/>
                </a:lnTo>
                <a:lnTo>
                  <a:pt x="334920" y="207529"/>
                </a:lnTo>
                <a:lnTo>
                  <a:pt x="306498" y="253777"/>
                </a:lnTo>
                <a:lnTo>
                  <a:pt x="276478" y="270763"/>
                </a:lnTo>
                <a:lnTo>
                  <a:pt x="280034" y="282321"/>
                </a:lnTo>
                <a:lnTo>
                  <a:pt x="318531" y="264239"/>
                </a:lnTo>
                <a:lnTo>
                  <a:pt x="346837" y="232917"/>
                </a:lnTo>
                <a:lnTo>
                  <a:pt x="364267" y="191071"/>
                </a:lnTo>
                <a:lnTo>
                  <a:pt x="370077" y="141224"/>
                </a:lnTo>
                <a:lnTo>
                  <a:pt x="368641" y="115623"/>
                </a:lnTo>
                <a:lnTo>
                  <a:pt x="357004" y="69429"/>
                </a:lnTo>
                <a:lnTo>
                  <a:pt x="333881" y="32093"/>
                </a:lnTo>
                <a:lnTo>
                  <a:pt x="300491" y="7379"/>
                </a:lnTo>
                <a:lnTo>
                  <a:pt x="280034" y="0"/>
                </a:lnTo>
                <a:close/>
              </a:path>
              <a:path w="370205" h="282575">
                <a:moveTo>
                  <a:pt x="90043" y="0"/>
                </a:moveTo>
                <a:lnTo>
                  <a:pt x="51641" y="18081"/>
                </a:lnTo>
                <a:lnTo>
                  <a:pt x="23240" y="49402"/>
                </a:lnTo>
                <a:lnTo>
                  <a:pt x="5810" y="91408"/>
                </a:lnTo>
                <a:lnTo>
                  <a:pt x="85" y="139700"/>
                </a:lnTo>
                <a:lnTo>
                  <a:pt x="0" y="141224"/>
                </a:lnTo>
                <a:lnTo>
                  <a:pt x="5810" y="191071"/>
                </a:lnTo>
                <a:lnTo>
                  <a:pt x="23240" y="232917"/>
                </a:lnTo>
                <a:lnTo>
                  <a:pt x="51546" y="264239"/>
                </a:lnTo>
                <a:lnTo>
                  <a:pt x="90043" y="282321"/>
                </a:lnTo>
                <a:lnTo>
                  <a:pt x="93599" y="270763"/>
                </a:lnTo>
                <a:lnTo>
                  <a:pt x="77531" y="263663"/>
                </a:lnTo>
                <a:lnTo>
                  <a:pt x="63642" y="253777"/>
                </a:lnTo>
                <a:lnTo>
                  <a:pt x="35210" y="207529"/>
                </a:lnTo>
                <a:lnTo>
                  <a:pt x="26828" y="164580"/>
                </a:lnTo>
                <a:lnTo>
                  <a:pt x="25845" y="141224"/>
                </a:lnTo>
                <a:lnTo>
                  <a:pt x="25781" y="139700"/>
                </a:lnTo>
                <a:lnTo>
                  <a:pt x="29972" y="93678"/>
                </a:lnTo>
                <a:lnTo>
                  <a:pt x="42544" y="56134"/>
                </a:lnTo>
                <a:lnTo>
                  <a:pt x="77799" y="18504"/>
                </a:lnTo>
                <a:lnTo>
                  <a:pt x="94106" y="11429"/>
                </a:lnTo>
                <a:lnTo>
                  <a:pt x="90043" y="0"/>
                </a:lnTo>
                <a:close/>
              </a:path>
            </a:pathLst>
          </a:custGeom>
          <a:solidFill>
            <a:srgbClr val="000000"/>
          </a:solidFill>
        </p:spPr>
        <p:txBody>
          <a:bodyPr wrap="square" lIns="0" tIns="0" rIns="0" bIns="0" rtlCol="0"/>
          <a:lstStyle/>
          <a:p>
            <a:endParaRPr/>
          </a:p>
        </p:txBody>
      </p:sp>
      <p:sp>
        <p:nvSpPr>
          <p:cNvPr id="3" name="object 3"/>
          <p:cNvSpPr/>
          <p:nvPr/>
        </p:nvSpPr>
        <p:spPr>
          <a:xfrm>
            <a:off x="2766948" y="3256660"/>
            <a:ext cx="370205" cy="282575"/>
          </a:xfrm>
          <a:custGeom>
            <a:avLst/>
            <a:gdLst/>
            <a:ahLst/>
            <a:cxnLst/>
            <a:rect l="l" t="t" r="r" b="b"/>
            <a:pathLst>
              <a:path w="370205" h="282575">
                <a:moveTo>
                  <a:pt x="280034" y="0"/>
                </a:moveTo>
                <a:lnTo>
                  <a:pt x="276098" y="11429"/>
                </a:lnTo>
                <a:lnTo>
                  <a:pt x="292405" y="18504"/>
                </a:lnTo>
                <a:lnTo>
                  <a:pt x="306450" y="28305"/>
                </a:lnTo>
                <a:lnTo>
                  <a:pt x="334974" y="73852"/>
                </a:lnTo>
                <a:lnTo>
                  <a:pt x="343229" y="115339"/>
                </a:lnTo>
                <a:lnTo>
                  <a:pt x="343269" y="115623"/>
                </a:lnTo>
                <a:lnTo>
                  <a:pt x="343251" y="164580"/>
                </a:lnTo>
                <a:lnTo>
                  <a:pt x="334920" y="207529"/>
                </a:lnTo>
                <a:lnTo>
                  <a:pt x="306498" y="253777"/>
                </a:lnTo>
                <a:lnTo>
                  <a:pt x="276478" y="270763"/>
                </a:lnTo>
                <a:lnTo>
                  <a:pt x="280034" y="282321"/>
                </a:lnTo>
                <a:lnTo>
                  <a:pt x="318531" y="264239"/>
                </a:lnTo>
                <a:lnTo>
                  <a:pt x="346837" y="232917"/>
                </a:lnTo>
                <a:lnTo>
                  <a:pt x="364267" y="191071"/>
                </a:lnTo>
                <a:lnTo>
                  <a:pt x="370077" y="141224"/>
                </a:lnTo>
                <a:lnTo>
                  <a:pt x="368641" y="115623"/>
                </a:lnTo>
                <a:lnTo>
                  <a:pt x="357004" y="69429"/>
                </a:lnTo>
                <a:lnTo>
                  <a:pt x="333881" y="32093"/>
                </a:lnTo>
                <a:lnTo>
                  <a:pt x="300491" y="7379"/>
                </a:lnTo>
                <a:lnTo>
                  <a:pt x="280034" y="0"/>
                </a:lnTo>
                <a:close/>
              </a:path>
              <a:path w="370205" h="282575">
                <a:moveTo>
                  <a:pt x="90043" y="0"/>
                </a:moveTo>
                <a:lnTo>
                  <a:pt x="51641" y="18081"/>
                </a:lnTo>
                <a:lnTo>
                  <a:pt x="23240" y="49402"/>
                </a:lnTo>
                <a:lnTo>
                  <a:pt x="5810" y="91408"/>
                </a:lnTo>
                <a:lnTo>
                  <a:pt x="85" y="139700"/>
                </a:lnTo>
                <a:lnTo>
                  <a:pt x="0" y="141224"/>
                </a:lnTo>
                <a:lnTo>
                  <a:pt x="5810" y="191071"/>
                </a:lnTo>
                <a:lnTo>
                  <a:pt x="23240" y="232917"/>
                </a:lnTo>
                <a:lnTo>
                  <a:pt x="51546" y="264239"/>
                </a:lnTo>
                <a:lnTo>
                  <a:pt x="90043" y="282321"/>
                </a:lnTo>
                <a:lnTo>
                  <a:pt x="93599" y="270763"/>
                </a:lnTo>
                <a:lnTo>
                  <a:pt x="77531" y="263663"/>
                </a:lnTo>
                <a:lnTo>
                  <a:pt x="63642" y="253777"/>
                </a:lnTo>
                <a:lnTo>
                  <a:pt x="35210" y="207529"/>
                </a:lnTo>
                <a:lnTo>
                  <a:pt x="26828" y="164580"/>
                </a:lnTo>
                <a:lnTo>
                  <a:pt x="25845" y="141224"/>
                </a:lnTo>
                <a:lnTo>
                  <a:pt x="25781" y="139700"/>
                </a:lnTo>
                <a:lnTo>
                  <a:pt x="29972" y="93678"/>
                </a:lnTo>
                <a:lnTo>
                  <a:pt x="42544" y="56134"/>
                </a:lnTo>
                <a:lnTo>
                  <a:pt x="77799" y="18504"/>
                </a:lnTo>
                <a:lnTo>
                  <a:pt x="94106" y="11429"/>
                </a:lnTo>
                <a:lnTo>
                  <a:pt x="90043" y="0"/>
                </a:lnTo>
                <a:close/>
              </a:path>
            </a:pathLst>
          </a:custGeom>
          <a:solidFill>
            <a:srgbClr val="000000"/>
          </a:solidFill>
        </p:spPr>
        <p:txBody>
          <a:bodyPr wrap="square" lIns="0" tIns="0" rIns="0" bIns="0" rtlCol="0"/>
          <a:lstStyle/>
          <a:p>
            <a:endParaRPr/>
          </a:p>
        </p:txBody>
      </p:sp>
      <p:sp>
        <p:nvSpPr>
          <p:cNvPr id="4" name="object 4"/>
          <p:cNvSpPr txBox="1"/>
          <p:nvPr/>
        </p:nvSpPr>
        <p:spPr>
          <a:xfrm>
            <a:off x="307340" y="91885"/>
            <a:ext cx="7812405" cy="4344670"/>
          </a:xfrm>
          <a:prstGeom prst="rect">
            <a:avLst/>
          </a:prstGeom>
        </p:spPr>
        <p:txBody>
          <a:bodyPr vert="horz" wrap="square" lIns="0" tIns="86360" rIns="0" bIns="0" rtlCol="0">
            <a:spAutoFit/>
          </a:bodyPr>
          <a:lstStyle/>
          <a:p>
            <a:pPr marL="12700">
              <a:lnSpc>
                <a:spcPct val="100000"/>
              </a:lnSpc>
              <a:spcBef>
                <a:spcPts val="680"/>
              </a:spcBef>
            </a:pPr>
            <a:r>
              <a:rPr sz="2400" dirty="0">
                <a:latin typeface="Calibri"/>
                <a:cs typeface="Calibri"/>
              </a:rPr>
              <a:t>Bài</a:t>
            </a:r>
            <a:r>
              <a:rPr sz="2400" spc="-40" dirty="0">
                <a:latin typeface="Calibri"/>
                <a:cs typeface="Calibri"/>
              </a:rPr>
              <a:t> </a:t>
            </a:r>
            <a:r>
              <a:rPr sz="2400" dirty="0">
                <a:latin typeface="Calibri"/>
                <a:cs typeface="Calibri"/>
              </a:rPr>
              <a:t>tập</a:t>
            </a:r>
            <a:r>
              <a:rPr sz="2400" spc="-30" dirty="0">
                <a:latin typeface="Calibri"/>
                <a:cs typeface="Calibri"/>
              </a:rPr>
              <a:t> </a:t>
            </a:r>
            <a:r>
              <a:rPr sz="2400" spc="-50" dirty="0">
                <a:latin typeface="Calibri"/>
                <a:cs typeface="Calibri"/>
              </a:rPr>
              <a:t>:</a:t>
            </a:r>
            <a:endParaRPr sz="2400">
              <a:latin typeface="Calibri"/>
              <a:cs typeface="Calibri"/>
            </a:endParaRPr>
          </a:p>
          <a:p>
            <a:pPr marL="12700" marR="5080">
              <a:lnSpc>
                <a:spcPct val="100000"/>
              </a:lnSpc>
              <a:spcBef>
                <a:spcPts val="575"/>
              </a:spcBef>
            </a:pPr>
            <a:r>
              <a:rPr sz="2400" dirty="0">
                <a:latin typeface="Calibri"/>
                <a:cs typeface="Calibri"/>
              </a:rPr>
              <a:t>Đối</a:t>
            </a:r>
            <a:r>
              <a:rPr sz="2400" spc="-45" dirty="0">
                <a:latin typeface="Calibri"/>
                <a:cs typeface="Calibri"/>
              </a:rPr>
              <a:t> </a:t>
            </a:r>
            <a:r>
              <a:rPr sz="2400" dirty="0">
                <a:latin typeface="Calibri"/>
                <a:cs typeface="Calibri"/>
              </a:rPr>
              <a:t>với</a:t>
            </a:r>
            <a:r>
              <a:rPr sz="2400" spc="-45" dirty="0">
                <a:latin typeface="Calibri"/>
                <a:cs typeface="Calibri"/>
              </a:rPr>
              <a:t> </a:t>
            </a:r>
            <a:r>
              <a:rPr sz="2400" dirty="0">
                <a:latin typeface="Calibri"/>
                <a:cs typeface="Calibri"/>
              </a:rPr>
              <a:t>mỗi</a:t>
            </a:r>
            <a:r>
              <a:rPr sz="2400" spc="-55" dirty="0">
                <a:latin typeface="Calibri"/>
                <a:cs typeface="Calibri"/>
              </a:rPr>
              <a:t> </a:t>
            </a:r>
            <a:r>
              <a:rPr sz="2400" dirty="0">
                <a:latin typeface="Calibri"/>
                <a:cs typeface="Calibri"/>
              </a:rPr>
              <a:t>ánh</a:t>
            </a:r>
            <a:r>
              <a:rPr sz="2400" spc="-50" dirty="0">
                <a:latin typeface="Calibri"/>
                <a:cs typeface="Calibri"/>
              </a:rPr>
              <a:t> </a:t>
            </a:r>
            <a:r>
              <a:rPr sz="2400" dirty="0">
                <a:latin typeface="Calibri"/>
                <a:cs typeface="Calibri"/>
              </a:rPr>
              <a:t>xạ</a:t>
            </a:r>
            <a:r>
              <a:rPr sz="2400" spc="-45" dirty="0">
                <a:latin typeface="Calibri"/>
                <a:cs typeface="Calibri"/>
              </a:rPr>
              <a:t> </a:t>
            </a:r>
            <a:r>
              <a:rPr sz="2400" dirty="0">
                <a:latin typeface="Calibri"/>
                <a:cs typeface="Calibri"/>
              </a:rPr>
              <a:t>dưới</a:t>
            </a:r>
            <a:r>
              <a:rPr sz="2400" spc="-55" dirty="0">
                <a:latin typeface="Calibri"/>
                <a:cs typeface="Calibri"/>
              </a:rPr>
              <a:t> </a:t>
            </a:r>
            <a:r>
              <a:rPr sz="2400" dirty="0">
                <a:latin typeface="Calibri"/>
                <a:cs typeface="Calibri"/>
              </a:rPr>
              <a:t>đây</a:t>
            </a:r>
            <a:r>
              <a:rPr sz="2400" spc="-45" dirty="0">
                <a:latin typeface="Calibri"/>
                <a:cs typeface="Calibri"/>
              </a:rPr>
              <a:t> </a:t>
            </a:r>
            <a:r>
              <a:rPr sz="2400" dirty="0">
                <a:latin typeface="Calibri"/>
                <a:cs typeface="Calibri"/>
              </a:rPr>
              <a:t>hãy</a:t>
            </a:r>
            <a:r>
              <a:rPr sz="2400" spc="-45" dirty="0">
                <a:latin typeface="Calibri"/>
                <a:cs typeface="Calibri"/>
              </a:rPr>
              <a:t> </a:t>
            </a:r>
            <a:r>
              <a:rPr sz="2400" dirty="0">
                <a:latin typeface="Calibri"/>
                <a:cs typeface="Calibri"/>
              </a:rPr>
              <a:t>xác</a:t>
            </a:r>
            <a:r>
              <a:rPr sz="2400" spc="-60" dirty="0">
                <a:latin typeface="Calibri"/>
                <a:cs typeface="Calibri"/>
              </a:rPr>
              <a:t> </a:t>
            </a:r>
            <a:r>
              <a:rPr sz="2400" dirty="0">
                <a:latin typeface="Calibri"/>
                <a:cs typeface="Calibri"/>
              </a:rPr>
              <a:t>định</a:t>
            </a:r>
            <a:r>
              <a:rPr sz="2400" spc="-45" dirty="0">
                <a:latin typeface="Calibri"/>
                <a:cs typeface="Calibri"/>
              </a:rPr>
              <a:t> </a:t>
            </a:r>
            <a:r>
              <a:rPr sz="2400" dirty="0">
                <a:latin typeface="Calibri"/>
                <a:cs typeface="Calibri"/>
              </a:rPr>
              <a:t>xem</a:t>
            </a:r>
            <a:r>
              <a:rPr sz="2400" spc="-65" dirty="0">
                <a:latin typeface="Calibri"/>
                <a:cs typeface="Calibri"/>
              </a:rPr>
              <a:t> </a:t>
            </a:r>
            <a:r>
              <a:rPr sz="2400" dirty="0">
                <a:latin typeface="Calibri"/>
                <a:cs typeface="Calibri"/>
              </a:rPr>
              <a:t>nó</a:t>
            </a:r>
            <a:r>
              <a:rPr sz="2400" spc="-50" dirty="0">
                <a:latin typeface="Calibri"/>
                <a:cs typeface="Calibri"/>
              </a:rPr>
              <a:t> </a:t>
            </a:r>
            <a:r>
              <a:rPr sz="2400" dirty="0">
                <a:latin typeface="Calibri"/>
                <a:cs typeface="Calibri"/>
              </a:rPr>
              <a:t>có</a:t>
            </a:r>
            <a:r>
              <a:rPr sz="2400" spc="-55" dirty="0">
                <a:latin typeface="Calibri"/>
                <a:cs typeface="Calibri"/>
              </a:rPr>
              <a:t> </a:t>
            </a:r>
            <a:r>
              <a:rPr sz="2400" dirty="0">
                <a:latin typeface="Calibri"/>
                <a:cs typeface="Calibri"/>
              </a:rPr>
              <a:t>là</a:t>
            </a:r>
            <a:r>
              <a:rPr sz="2400" spc="-45" dirty="0">
                <a:latin typeface="Calibri"/>
                <a:cs typeface="Calibri"/>
              </a:rPr>
              <a:t> </a:t>
            </a:r>
            <a:r>
              <a:rPr sz="2400" dirty="0">
                <a:latin typeface="Calibri"/>
                <a:cs typeface="Calibri"/>
              </a:rPr>
              <a:t>đơn</a:t>
            </a:r>
            <a:r>
              <a:rPr sz="2400" spc="-50" dirty="0">
                <a:latin typeface="Calibri"/>
                <a:cs typeface="Calibri"/>
              </a:rPr>
              <a:t> </a:t>
            </a:r>
            <a:r>
              <a:rPr sz="2400" spc="-25" dirty="0">
                <a:latin typeface="Calibri"/>
                <a:cs typeface="Calibri"/>
              </a:rPr>
              <a:t>ánh </a:t>
            </a:r>
            <a:r>
              <a:rPr sz="2400" dirty="0">
                <a:latin typeface="Calibri"/>
                <a:cs typeface="Calibri"/>
              </a:rPr>
              <a:t>không?</a:t>
            </a:r>
            <a:r>
              <a:rPr sz="2400" spc="-50" dirty="0">
                <a:latin typeface="Calibri"/>
                <a:cs typeface="Calibri"/>
              </a:rPr>
              <a:t> </a:t>
            </a:r>
            <a:r>
              <a:rPr sz="2400" dirty="0">
                <a:latin typeface="Calibri"/>
                <a:cs typeface="Calibri"/>
              </a:rPr>
              <a:t>Tìm</a:t>
            </a:r>
            <a:r>
              <a:rPr sz="2400" spc="-35" dirty="0">
                <a:latin typeface="Calibri"/>
                <a:cs typeface="Calibri"/>
              </a:rPr>
              <a:t> </a:t>
            </a:r>
            <a:r>
              <a:rPr sz="2400" dirty="0">
                <a:latin typeface="Calibri"/>
                <a:cs typeface="Calibri"/>
              </a:rPr>
              <a:t>ảnh</a:t>
            </a:r>
            <a:r>
              <a:rPr sz="2400" spc="-40" dirty="0">
                <a:latin typeface="Calibri"/>
                <a:cs typeface="Calibri"/>
              </a:rPr>
              <a:t> </a:t>
            </a:r>
            <a:r>
              <a:rPr sz="2400" dirty="0">
                <a:latin typeface="Calibri"/>
                <a:cs typeface="Calibri"/>
              </a:rPr>
              <a:t>của</a:t>
            </a:r>
            <a:r>
              <a:rPr sz="2400" spc="-45" dirty="0">
                <a:latin typeface="Calibri"/>
                <a:cs typeface="Calibri"/>
              </a:rPr>
              <a:t> </a:t>
            </a:r>
            <a:r>
              <a:rPr sz="2400" dirty="0">
                <a:latin typeface="Calibri"/>
                <a:cs typeface="Calibri"/>
              </a:rPr>
              <a:t>miền</a:t>
            </a:r>
            <a:r>
              <a:rPr sz="2400" spc="-35" dirty="0">
                <a:latin typeface="Calibri"/>
                <a:cs typeface="Calibri"/>
              </a:rPr>
              <a:t> </a:t>
            </a:r>
            <a:r>
              <a:rPr sz="2400" dirty="0">
                <a:latin typeface="Calibri"/>
                <a:cs typeface="Calibri"/>
              </a:rPr>
              <a:t>xác</a:t>
            </a:r>
            <a:r>
              <a:rPr sz="2400" spc="-55" dirty="0">
                <a:latin typeface="Calibri"/>
                <a:cs typeface="Calibri"/>
              </a:rPr>
              <a:t> </a:t>
            </a:r>
            <a:r>
              <a:rPr sz="2400" dirty="0">
                <a:latin typeface="Calibri"/>
                <a:cs typeface="Calibri"/>
              </a:rPr>
              <a:t>định</a:t>
            </a:r>
            <a:r>
              <a:rPr sz="2400" spc="-40" dirty="0">
                <a:latin typeface="Calibri"/>
                <a:cs typeface="Calibri"/>
              </a:rPr>
              <a:t> </a:t>
            </a:r>
            <a:r>
              <a:rPr sz="2400" dirty="0">
                <a:latin typeface="Calibri"/>
                <a:cs typeface="Calibri"/>
              </a:rPr>
              <a:t>(MXĐ)</a:t>
            </a:r>
            <a:r>
              <a:rPr sz="2400" spc="-50" dirty="0">
                <a:latin typeface="Calibri"/>
                <a:cs typeface="Calibri"/>
              </a:rPr>
              <a:t> </a:t>
            </a:r>
            <a:r>
              <a:rPr sz="2400" dirty="0">
                <a:latin typeface="Calibri"/>
                <a:cs typeface="Calibri"/>
              </a:rPr>
              <a:t>của</a:t>
            </a:r>
            <a:r>
              <a:rPr sz="2400" spc="-40" dirty="0">
                <a:latin typeface="Calibri"/>
                <a:cs typeface="Calibri"/>
              </a:rPr>
              <a:t> </a:t>
            </a:r>
            <a:r>
              <a:rPr sz="2400" dirty="0">
                <a:latin typeface="Calibri"/>
                <a:cs typeface="Calibri"/>
              </a:rPr>
              <a:t>ánh</a:t>
            </a:r>
            <a:r>
              <a:rPr sz="2400" spc="-40" dirty="0">
                <a:latin typeface="Calibri"/>
                <a:cs typeface="Calibri"/>
              </a:rPr>
              <a:t> </a:t>
            </a:r>
            <a:r>
              <a:rPr sz="2400" dirty="0">
                <a:latin typeface="Calibri"/>
                <a:cs typeface="Calibri"/>
              </a:rPr>
              <a:t>xạ</a:t>
            </a:r>
            <a:r>
              <a:rPr sz="2400" spc="-50" dirty="0">
                <a:latin typeface="Calibri"/>
                <a:cs typeface="Calibri"/>
              </a:rPr>
              <a:t> </a:t>
            </a:r>
            <a:r>
              <a:rPr sz="2400" spc="-10" dirty="0">
                <a:latin typeface="Calibri"/>
                <a:cs typeface="Calibri"/>
              </a:rPr>
              <a:t>trên.</a:t>
            </a:r>
            <a:endParaRPr sz="2400">
              <a:latin typeface="Calibri"/>
              <a:cs typeface="Calibri"/>
            </a:endParaRPr>
          </a:p>
          <a:p>
            <a:pPr marL="12700">
              <a:lnSpc>
                <a:spcPct val="100000"/>
              </a:lnSpc>
              <a:spcBef>
                <a:spcPts val="590"/>
              </a:spcBef>
              <a:tabLst>
                <a:tab pos="908685" algn="l"/>
                <a:tab pos="2216150" algn="l"/>
                <a:tab pos="2599055" algn="l"/>
              </a:tabLst>
            </a:pPr>
            <a:r>
              <a:rPr sz="2400" dirty="0">
                <a:latin typeface="Calibri"/>
                <a:cs typeface="Calibri"/>
              </a:rPr>
              <a:t>b</a:t>
            </a:r>
            <a:r>
              <a:rPr sz="2400" spc="-15" dirty="0">
                <a:latin typeface="Calibri"/>
                <a:cs typeface="Calibri"/>
              </a:rPr>
              <a:t> </a:t>
            </a:r>
            <a:r>
              <a:rPr sz="2400" dirty="0">
                <a:latin typeface="Calibri"/>
                <a:cs typeface="Calibri"/>
              </a:rPr>
              <a:t>)</a:t>
            </a:r>
            <a:r>
              <a:rPr sz="2400" spc="-25" dirty="0">
                <a:latin typeface="Calibri"/>
                <a:cs typeface="Calibri"/>
              </a:rPr>
              <a:t> </a:t>
            </a:r>
            <a:r>
              <a:rPr sz="2400" dirty="0">
                <a:latin typeface="Cambria Math"/>
                <a:cs typeface="Cambria Math"/>
              </a:rPr>
              <a:t>𝑓</a:t>
            </a:r>
            <a:r>
              <a:rPr sz="2400" spc="204" dirty="0">
                <a:latin typeface="Cambria Math"/>
                <a:cs typeface="Cambria Math"/>
              </a:rPr>
              <a:t> </a:t>
            </a:r>
            <a:r>
              <a:rPr sz="2400" spc="-50" dirty="0">
                <a:latin typeface="Cambria Math"/>
                <a:cs typeface="Cambria Math"/>
              </a:rPr>
              <a:t>∶</a:t>
            </a:r>
            <a:r>
              <a:rPr sz="2400" dirty="0">
                <a:latin typeface="Cambria Math"/>
                <a:cs typeface="Cambria Math"/>
              </a:rPr>
              <a:t>	ℚ</a:t>
            </a:r>
            <a:r>
              <a:rPr sz="2400" spc="105" dirty="0">
                <a:latin typeface="Cambria Math"/>
                <a:cs typeface="Cambria Math"/>
              </a:rPr>
              <a:t> </a:t>
            </a:r>
            <a:r>
              <a:rPr sz="2400" dirty="0">
                <a:latin typeface="Cambria Math"/>
                <a:cs typeface="Cambria Math"/>
              </a:rPr>
              <a:t>→</a:t>
            </a:r>
            <a:r>
              <a:rPr sz="2400" spc="130" dirty="0">
                <a:latin typeface="Cambria Math"/>
                <a:cs typeface="Cambria Math"/>
              </a:rPr>
              <a:t> </a:t>
            </a:r>
            <a:r>
              <a:rPr sz="2400" spc="-10" dirty="0">
                <a:latin typeface="Cambria Math"/>
                <a:cs typeface="Cambria Math"/>
              </a:rPr>
              <a:t>ℚ,</a:t>
            </a:r>
            <a:r>
              <a:rPr sz="2400" spc="-135" dirty="0">
                <a:latin typeface="Cambria Math"/>
                <a:cs typeface="Cambria Math"/>
              </a:rPr>
              <a:t> </a:t>
            </a:r>
            <a:r>
              <a:rPr sz="2400" spc="-50" dirty="0">
                <a:latin typeface="Cambria Math"/>
                <a:cs typeface="Cambria Math"/>
              </a:rPr>
              <a:t>𝑓</a:t>
            </a:r>
            <a:r>
              <a:rPr sz="2400" dirty="0">
                <a:latin typeface="Cambria Math"/>
                <a:cs typeface="Cambria Math"/>
              </a:rPr>
              <a:t>	</a:t>
            </a:r>
            <a:r>
              <a:rPr sz="2400" spc="-50" dirty="0">
                <a:latin typeface="Cambria Math"/>
                <a:cs typeface="Cambria Math"/>
              </a:rPr>
              <a:t>𝑥</a:t>
            </a:r>
            <a:r>
              <a:rPr sz="2400" dirty="0">
                <a:latin typeface="Cambria Math"/>
                <a:cs typeface="Cambria Math"/>
              </a:rPr>
              <a:t>	=</a:t>
            </a:r>
            <a:r>
              <a:rPr sz="2400" spc="114" dirty="0">
                <a:latin typeface="Cambria Math"/>
                <a:cs typeface="Cambria Math"/>
              </a:rPr>
              <a:t> </a:t>
            </a:r>
            <a:r>
              <a:rPr sz="2400" dirty="0">
                <a:latin typeface="Cambria Math"/>
                <a:cs typeface="Cambria Math"/>
              </a:rPr>
              <a:t>2𝑥</a:t>
            </a:r>
            <a:r>
              <a:rPr sz="2400" spc="75" dirty="0">
                <a:latin typeface="Cambria Math"/>
                <a:cs typeface="Cambria Math"/>
              </a:rPr>
              <a:t> </a:t>
            </a:r>
            <a:r>
              <a:rPr sz="2400" dirty="0">
                <a:latin typeface="Cambria Math"/>
                <a:cs typeface="Cambria Math"/>
              </a:rPr>
              <a:t>+</a:t>
            </a:r>
            <a:r>
              <a:rPr sz="2400" spc="-10" dirty="0">
                <a:latin typeface="Cambria Math"/>
                <a:cs typeface="Cambria Math"/>
              </a:rPr>
              <a:t> </a:t>
            </a:r>
            <a:r>
              <a:rPr sz="2400" spc="-50" dirty="0">
                <a:latin typeface="Cambria Math"/>
                <a:cs typeface="Cambria Math"/>
              </a:rPr>
              <a:t>1</a:t>
            </a:r>
            <a:endParaRPr sz="2400">
              <a:latin typeface="Cambria Math"/>
              <a:cs typeface="Cambria Math"/>
            </a:endParaRPr>
          </a:p>
          <a:p>
            <a:pPr marL="354965" indent="-342265">
              <a:lnSpc>
                <a:spcPct val="100000"/>
              </a:lnSpc>
              <a:spcBef>
                <a:spcPts val="565"/>
              </a:spcBef>
              <a:buFont typeface="Wingdings"/>
              <a:buChar char=""/>
              <a:tabLst>
                <a:tab pos="354965" algn="l"/>
              </a:tabLst>
            </a:pPr>
            <a:r>
              <a:rPr sz="2400" dirty="0">
                <a:latin typeface="Calibri"/>
                <a:cs typeface="Calibri"/>
              </a:rPr>
              <a:t>f</a:t>
            </a:r>
            <a:r>
              <a:rPr sz="2400" spc="-25" dirty="0">
                <a:latin typeface="Calibri"/>
                <a:cs typeface="Calibri"/>
              </a:rPr>
              <a:t> </a:t>
            </a:r>
            <a:r>
              <a:rPr sz="2400" dirty="0">
                <a:latin typeface="Calibri"/>
                <a:cs typeface="Calibri"/>
              </a:rPr>
              <a:t>là</a:t>
            </a:r>
            <a:r>
              <a:rPr sz="2400" spc="-20" dirty="0">
                <a:latin typeface="Calibri"/>
                <a:cs typeface="Calibri"/>
              </a:rPr>
              <a:t> </a:t>
            </a:r>
            <a:r>
              <a:rPr sz="2400" dirty="0">
                <a:latin typeface="Calibri"/>
                <a:cs typeface="Calibri"/>
              </a:rPr>
              <a:t>đơn</a:t>
            </a:r>
            <a:r>
              <a:rPr sz="2400" spc="-20" dirty="0">
                <a:latin typeface="Calibri"/>
                <a:cs typeface="Calibri"/>
              </a:rPr>
              <a:t> </a:t>
            </a:r>
            <a:r>
              <a:rPr sz="2400" dirty="0">
                <a:latin typeface="Calibri"/>
                <a:cs typeface="Calibri"/>
              </a:rPr>
              <a:t>ánh</a:t>
            </a:r>
            <a:r>
              <a:rPr sz="2400" spc="-20" dirty="0">
                <a:latin typeface="Calibri"/>
                <a:cs typeface="Calibri"/>
              </a:rPr>
              <a:t> </a:t>
            </a:r>
            <a:r>
              <a:rPr sz="2400" dirty="0">
                <a:latin typeface="Calibri"/>
                <a:cs typeface="Calibri"/>
              </a:rPr>
              <a:t>(CM</a:t>
            </a:r>
            <a:r>
              <a:rPr sz="2400" spc="-35" dirty="0">
                <a:latin typeface="Calibri"/>
                <a:cs typeface="Calibri"/>
              </a:rPr>
              <a:t> </a:t>
            </a:r>
            <a:r>
              <a:rPr sz="2400" dirty="0">
                <a:latin typeface="Calibri"/>
                <a:cs typeface="Calibri"/>
              </a:rPr>
              <a:t>tương</a:t>
            </a:r>
            <a:r>
              <a:rPr sz="2400" spc="-35" dirty="0">
                <a:latin typeface="Calibri"/>
                <a:cs typeface="Calibri"/>
              </a:rPr>
              <a:t> </a:t>
            </a:r>
            <a:r>
              <a:rPr sz="2400" dirty="0">
                <a:latin typeface="Calibri"/>
                <a:cs typeface="Calibri"/>
              </a:rPr>
              <a:t>tự</a:t>
            </a:r>
            <a:r>
              <a:rPr sz="2400" spc="-25" dirty="0">
                <a:latin typeface="Calibri"/>
                <a:cs typeface="Calibri"/>
              </a:rPr>
              <a:t> a)</a:t>
            </a:r>
            <a:endParaRPr sz="2400">
              <a:latin typeface="Calibri"/>
              <a:cs typeface="Calibri"/>
            </a:endParaRPr>
          </a:p>
          <a:p>
            <a:pPr marL="354965" indent="-342265">
              <a:lnSpc>
                <a:spcPct val="100000"/>
              </a:lnSpc>
              <a:spcBef>
                <a:spcPts val="590"/>
              </a:spcBef>
              <a:buFont typeface="Wingdings"/>
              <a:buChar char=""/>
              <a:tabLst>
                <a:tab pos="354965" algn="l"/>
              </a:tabLst>
            </a:pPr>
            <a:r>
              <a:rPr sz="2400" dirty="0">
                <a:latin typeface="Calibri"/>
                <a:cs typeface="Calibri"/>
              </a:rPr>
              <a:t>Ảnh</a:t>
            </a:r>
            <a:r>
              <a:rPr sz="2400" spc="-30" dirty="0">
                <a:latin typeface="Calibri"/>
                <a:cs typeface="Calibri"/>
              </a:rPr>
              <a:t> </a:t>
            </a:r>
            <a:r>
              <a:rPr sz="2400" dirty="0">
                <a:latin typeface="Calibri"/>
                <a:cs typeface="Calibri"/>
              </a:rPr>
              <a:t>của</a:t>
            </a:r>
            <a:r>
              <a:rPr sz="2400" spc="-35" dirty="0">
                <a:latin typeface="Calibri"/>
                <a:cs typeface="Calibri"/>
              </a:rPr>
              <a:t> </a:t>
            </a:r>
            <a:r>
              <a:rPr sz="2400" dirty="0">
                <a:latin typeface="Calibri"/>
                <a:cs typeface="Calibri"/>
              </a:rPr>
              <a:t>MXĐ</a:t>
            </a:r>
            <a:r>
              <a:rPr sz="2400" spc="-25" dirty="0">
                <a:latin typeface="Calibri"/>
                <a:cs typeface="Calibri"/>
              </a:rPr>
              <a:t> </a:t>
            </a:r>
            <a:r>
              <a:rPr sz="2400" dirty="0">
                <a:latin typeface="Calibri"/>
                <a:cs typeface="Calibri"/>
              </a:rPr>
              <a:t>:</a:t>
            </a:r>
            <a:r>
              <a:rPr sz="2400" spc="-30" dirty="0">
                <a:latin typeface="Calibri"/>
                <a:cs typeface="Calibri"/>
              </a:rPr>
              <a:t> </a:t>
            </a:r>
            <a:r>
              <a:rPr sz="2400" dirty="0">
                <a:latin typeface="Calibri"/>
                <a:cs typeface="Calibri"/>
              </a:rPr>
              <a:t>f(</a:t>
            </a:r>
            <a:r>
              <a:rPr sz="2400" dirty="0">
                <a:latin typeface="Cambria Math"/>
                <a:cs typeface="Cambria Math"/>
              </a:rPr>
              <a:t>ℚ</a:t>
            </a:r>
            <a:r>
              <a:rPr sz="2400" dirty="0">
                <a:latin typeface="Calibri"/>
                <a:cs typeface="Calibri"/>
              </a:rPr>
              <a:t>)</a:t>
            </a:r>
            <a:r>
              <a:rPr sz="2400" spc="-40" dirty="0">
                <a:latin typeface="Calibri"/>
                <a:cs typeface="Calibri"/>
              </a:rPr>
              <a:t> </a:t>
            </a:r>
            <a:r>
              <a:rPr sz="2400" dirty="0">
                <a:latin typeface="Calibri"/>
                <a:cs typeface="Calibri"/>
              </a:rPr>
              <a:t>=</a:t>
            </a:r>
            <a:r>
              <a:rPr sz="2400" spc="-30" dirty="0">
                <a:latin typeface="Calibri"/>
                <a:cs typeface="Calibri"/>
              </a:rPr>
              <a:t> </a:t>
            </a:r>
            <a:r>
              <a:rPr sz="2400" spc="-50" dirty="0">
                <a:latin typeface="Calibri"/>
                <a:cs typeface="Calibri"/>
              </a:rPr>
              <a:t>?</a:t>
            </a:r>
            <a:endParaRPr sz="2400">
              <a:latin typeface="Calibri"/>
              <a:cs typeface="Calibri"/>
            </a:endParaRPr>
          </a:p>
          <a:p>
            <a:pPr marL="354965" indent="-342265">
              <a:lnSpc>
                <a:spcPct val="100000"/>
              </a:lnSpc>
              <a:spcBef>
                <a:spcPts val="565"/>
              </a:spcBef>
              <a:buFont typeface="Wingdings"/>
              <a:buChar char=""/>
              <a:tabLst>
                <a:tab pos="354965" algn="l"/>
              </a:tabLst>
            </a:pPr>
            <a:r>
              <a:rPr sz="2400" dirty="0">
                <a:latin typeface="Calibri"/>
                <a:cs typeface="Calibri"/>
              </a:rPr>
              <a:t>f</a:t>
            </a:r>
            <a:r>
              <a:rPr sz="2400" spc="-25" dirty="0">
                <a:latin typeface="Calibri"/>
                <a:cs typeface="Calibri"/>
              </a:rPr>
              <a:t> </a:t>
            </a:r>
            <a:r>
              <a:rPr sz="2400" dirty="0">
                <a:latin typeface="Calibri"/>
                <a:cs typeface="Calibri"/>
              </a:rPr>
              <a:t>là</a:t>
            </a:r>
            <a:r>
              <a:rPr sz="2400" spc="-20" dirty="0">
                <a:latin typeface="Calibri"/>
                <a:cs typeface="Calibri"/>
              </a:rPr>
              <a:t> </a:t>
            </a:r>
            <a:r>
              <a:rPr sz="2400" dirty="0">
                <a:latin typeface="Calibri"/>
                <a:cs typeface="Calibri"/>
              </a:rPr>
              <a:t>toàn</a:t>
            </a:r>
            <a:r>
              <a:rPr sz="2400" spc="-35" dirty="0">
                <a:latin typeface="Calibri"/>
                <a:cs typeface="Calibri"/>
              </a:rPr>
              <a:t> </a:t>
            </a:r>
            <a:r>
              <a:rPr sz="2400" spc="-25" dirty="0">
                <a:latin typeface="Calibri"/>
                <a:cs typeface="Calibri"/>
              </a:rPr>
              <a:t>ánh</a:t>
            </a:r>
            <a:endParaRPr sz="2400">
              <a:latin typeface="Calibri"/>
              <a:cs typeface="Calibri"/>
            </a:endParaRPr>
          </a:p>
          <a:p>
            <a:pPr marL="12700">
              <a:lnSpc>
                <a:spcPct val="100000"/>
              </a:lnSpc>
              <a:spcBef>
                <a:spcPts val="585"/>
              </a:spcBef>
              <a:tabLst>
                <a:tab pos="2559685" algn="l"/>
                <a:tab pos="2941955" algn="l"/>
              </a:tabLst>
            </a:pPr>
            <a:r>
              <a:rPr sz="2400" dirty="0">
                <a:latin typeface="Calibri"/>
                <a:cs typeface="Calibri"/>
              </a:rPr>
              <a:t>c</a:t>
            </a:r>
            <a:r>
              <a:rPr sz="2400" spc="-10" dirty="0">
                <a:latin typeface="Calibri"/>
                <a:cs typeface="Calibri"/>
              </a:rPr>
              <a:t> </a:t>
            </a:r>
            <a:r>
              <a:rPr sz="2400" dirty="0">
                <a:latin typeface="Calibri"/>
                <a:cs typeface="Calibri"/>
              </a:rPr>
              <a:t>)</a:t>
            </a:r>
            <a:r>
              <a:rPr sz="2400" spc="-10" dirty="0">
                <a:latin typeface="Calibri"/>
                <a:cs typeface="Calibri"/>
              </a:rPr>
              <a:t> </a:t>
            </a:r>
            <a:r>
              <a:rPr sz="2400" dirty="0">
                <a:latin typeface="Cambria Math"/>
                <a:cs typeface="Cambria Math"/>
              </a:rPr>
              <a:t>𝑓</a:t>
            </a:r>
            <a:r>
              <a:rPr sz="2400" spc="229" dirty="0">
                <a:latin typeface="Cambria Math"/>
                <a:cs typeface="Cambria Math"/>
              </a:rPr>
              <a:t> </a:t>
            </a:r>
            <a:r>
              <a:rPr sz="2400" dirty="0">
                <a:latin typeface="Cambria Math"/>
                <a:cs typeface="Cambria Math"/>
              </a:rPr>
              <a:t>∶</a:t>
            </a:r>
            <a:r>
              <a:rPr sz="2400" spc="150" dirty="0">
                <a:latin typeface="Cambria Math"/>
                <a:cs typeface="Cambria Math"/>
              </a:rPr>
              <a:t> </a:t>
            </a:r>
            <a:r>
              <a:rPr sz="2400" spc="-10" dirty="0">
                <a:latin typeface="Cambria Math"/>
                <a:cs typeface="Cambria Math"/>
              </a:rPr>
              <a:t>[0,</a:t>
            </a:r>
            <a:r>
              <a:rPr sz="2400" spc="-145" dirty="0">
                <a:latin typeface="Cambria Math"/>
                <a:cs typeface="Cambria Math"/>
              </a:rPr>
              <a:t> </a:t>
            </a:r>
            <a:r>
              <a:rPr sz="2400" dirty="0">
                <a:latin typeface="Cambria Math"/>
                <a:cs typeface="Cambria Math"/>
              </a:rPr>
              <a:t>𝜋]</a:t>
            </a:r>
            <a:r>
              <a:rPr sz="2400" spc="145" dirty="0">
                <a:latin typeface="Cambria Math"/>
                <a:cs typeface="Cambria Math"/>
              </a:rPr>
              <a:t> </a:t>
            </a:r>
            <a:r>
              <a:rPr sz="2400" dirty="0">
                <a:latin typeface="Cambria Math"/>
                <a:cs typeface="Cambria Math"/>
              </a:rPr>
              <a:t>→</a:t>
            </a:r>
            <a:r>
              <a:rPr sz="2400" spc="140" dirty="0">
                <a:latin typeface="Cambria Math"/>
                <a:cs typeface="Cambria Math"/>
              </a:rPr>
              <a:t> </a:t>
            </a:r>
            <a:r>
              <a:rPr sz="2400" spc="-10" dirty="0">
                <a:latin typeface="Cambria Math"/>
                <a:cs typeface="Cambria Math"/>
              </a:rPr>
              <a:t>ℝ,</a:t>
            </a:r>
            <a:r>
              <a:rPr sz="2400" spc="-130" dirty="0">
                <a:latin typeface="Cambria Math"/>
                <a:cs typeface="Cambria Math"/>
              </a:rPr>
              <a:t> </a:t>
            </a:r>
            <a:r>
              <a:rPr sz="2400" spc="-50" dirty="0">
                <a:latin typeface="Cambria Math"/>
                <a:cs typeface="Cambria Math"/>
              </a:rPr>
              <a:t>𝑓</a:t>
            </a:r>
            <a:r>
              <a:rPr sz="2400" dirty="0">
                <a:latin typeface="Cambria Math"/>
                <a:cs typeface="Cambria Math"/>
              </a:rPr>
              <a:t>	</a:t>
            </a:r>
            <a:r>
              <a:rPr sz="2400" spc="-50" dirty="0">
                <a:latin typeface="Cambria Math"/>
                <a:cs typeface="Cambria Math"/>
              </a:rPr>
              <a:t>𝑥</a:t>
            </a:r>
            <a:r>
              <a:rPr sz="2400" dirty="0">
                <a:latin typeface="Cambria Math"/>
                <a:cs typeface="Cambria Math"/>
              </a:rPr>
              <a:t>	=</a:t>
            </a:r>
            <a:r>
              <a:rPr sz="2400" spc="135" dirty="0">
                <a:latin typeface="Cambria Math"/>
                <a:cs typeface="Cambria Math"/>
              </a:rPr>
              <a:t> </a:t>
            </a:r>
            <a:r>
              <a:rPr sz="2400" spc="-20" dirty="0">
                <a:latin typeface="Cambria Math"/>
                <a:cs typeface="Cambria Math"/>
              </a:rPr>
              <a:t>𝑠𝑖𝑛𝑥</a:t>
            </a:r>
            <a:endParaRPr sz="2400">
              <a:latin typeface="Cambria Math"/>
              <a:cs typeface="Cambria Math"/>
            </a:endParaRPr>
          </a:p>
          <a:p>
            <a:pPr marL="354965" indent="-342265">
              <a:lnSpc>
                <a:spcPct val="100000"/>
              </a:lnSpc>
              <a:spcBef>
                <a:spcPts val="570"/>
              </a:spcBef>
              <a:buFont typeface="Wingdings"/>
              <a:buChar char=""/>
              <a:tabLst>
                <a:tab pos="354965" algn="l"/>
              </a:tabLst>
            </a:pPr>
            <a:r>
              <a:rPr sz="2400" dirty="0">
                <a:latin typeface="Calibri"/>
                <a:cs typeface="Calibri"/>
              </a:rPr>
              <a:t>f</a:t>
            </a:r>
            <a:r>
              <a:rPr sz="2400" spc="-35" dirty="0">
                <a:latin typeface="Calibri"/>
                <a:cs typeface="Calibri"/>
              </a:rPr>
              <a:t> </a:t>
            </a:r>
            <a:r>
              <a:rPr sz="2400" dirty="0">
                <a:latin typeface="Calibri"/>
                <a:cs typeface="Calibri"/>
              </a:rPr>
              <a:t>đơn</a:t>
            </a:r>
            <a:r>
              <a:rPr sz="2400" spc="-35" dirty="0">
                <a:latin typeface="Calibri"/>
                <a:cs typeface="Calibri"/>
              </a:rPr>
              <a:t> </a:t>
            </a:r>
            <a:r>
              <a:rPr sz="2400" dirty="0">
                <a:latin typeface="Calibri"/>
                <a:cs typeface="Calibri"/>
              </a:rPr>
              <a:t>ánh</a:t>
            </a:r>
            <a:r>
              <a:rPr sz="2400" spc="-35" dirty="0">
                <a:latin typeface="Calibri"/>
                <a:cs typeface="Calibri"/>
              </a:rPr>
              <a:t> </a:t>
            </a:r>
            <a:r>
              <a:rPr sz="2400" dirty="0">
                <a:latin typeface="Calibri"/>
                <a:cs typeface="Calibri"/>
              </a:rPr>
              <a:t>=</a:t>
            </a:r>
            <a:r>
              <a:rPr sz="2400" spc="-35" dirty="0">
                <a:latin typeface="Calibri"/>
                <a:cs typeface="Calibri"/>
              </a:rPr>
              <a:t> </a:t>
            </a:r>
            <a:r>
              <a:rPr sz="2400" spc="-50" dirty="0">
                <a:latin typeface="Calibri"/>
                <a:cs typeface="Calibri"/>
              </a:rPr>
              <a:t>?</a:t>
            </a:r>
            <a:endParaRPr sz="2400">
              <a:latin typeface="Calibri"/>
              <a:cs typeface="Calibri"/>
            </a:endParaRPr>
          </a:p>
          <a:p>
            <a:pPr marL="354965" indent="-342265">
              <a:lnSpc>
                <a:spcPct val="100000"/>
              </a:lnSpc>
              <a:spcBef>
                <a:spcPts val="585"/>
              </a:spcBef>
              <a:buFont typeface="Wingdings"/>
              <a:buChar char=""/>
              <a:tabLst>
                <a:tab pos="354965" algn="l"/>
              </a:tabLst>
            </a:pPr>
            <a:r>
              <a:rPr sz="2400" spc="-10" dirty="0">
                <a:latin typeface="Calibri"/>
                <a:cs typeface="Calibri"/>
              </a:rPr>
              <a:t>f(</a:t>
            </a:r>
            <a:r>
              <a:rPr sz="2400" spc="-10" dirty="0">
                <a:latin typeface="Cambria Math"/>
                <a:cs typeface="Cambria Math"/>
              </a:rPr>
              <a:t>[0,</a:t>
            </a:r>
            <a:r>
              <a:rPr sz="2400" spc="-135" dirty="0">
                <a:latin typeface="Cambria Math"/>
                <a:cs typeface="Cambria Math"/>
              </a:rPr>
              <a:t> </a:t>
            </a:r>
            <a:r>
              <a:rPr sz="2400" dirty="0">
                <a:latin typeface="Cambria Math"/>
                <a:cs typeface="Cambria Math"/>
              </a:rPr>
              <a:t>𝜋]</a:t>
            </a:r>
            <a:r>
              <a:rPr sz="2400" dirty="0">
                <a:latin typeface="Calibri"/>
                <a:cs typeface="Calibri"/>
              </a:rPr>
              <a:t>)</a:t>
            </a:r>
            <a:r>
              <a:rPr sz="2400" spc="5" dirty="0">
                <a:latin typeface="Calibri"/>
                <a:cs typeface="Calibri"/>
              </a:rPr>
              <a:t> </a:t>
            </a:r>
            <a:r>
              <a:rPr sz="2400" dirty="0">
                <a:latin typeface="Calibri"/>
                <a:cs typeface="Calibri"/>
              </a:rPr>
              <a:t>=</a:t>
            </a:r>
            <a:r>
              <a:rPr sz="2400" spc="10" dirty="0">
                <a:latin typeface="Calibri"/>
                <a:cs typeface="Calibri"/>
              </a:rPr>
              <a:t> </a:t>
            </a:r>
            <a:r>
              <a:rPr sz="2400" spc="-50" dirty="0">
                <a:latin typeface="Calibri"/>
                <a:cs typeface="Calibri"/>
              </a:rPr>
              <a:t>?</a:t>
            </a:r>
            <a:endParaRPr sz="2400">
              <a:latin typeface="Calibri"/>
              <a:cs typeface="Calibri"/>
            </a:endParaRPr>
          </a:p>
        </p:txBody>
      </p:sp>
      <p:grpSp>
        <p:nvGrpSpPr>
          <p:cNvPr id="5" name="object 5"/>
          <p:cNvGrpSpPr/>
          <p:nvPr/>
        </p:nvGrpSpPr>
        <p:grpSpPr>
          <a:xfrm>
            <a:off x="3353562" y="4039362"/>
            <a:ext cx="2895600" cy="2057400"/>
            <a:chOff x="3353562" y="4039362"/>
            <a:chExt cx="2895600" cy="2057400"/>
          </a:xfrm>
        </p:grpSpPr>
        <p:pic>
          <p:nvPicPr>
            <p:cNvPr id="6" name="object 6"/>
            <p:cNvPicPr/>
            <p:nvPr/>
          </p:nvPicPr>
          <p:blipFill>
            <a:blip r:embed="rId2" cstate="print"/>
            <a:stretch>
              <a:fillRect/>
            </a:stretch>
          </p:blipFill>
          <p:spPr>
            <a:xfrm>
              <a:off x="3981450" y="4334598"/>
              <a:ext cx="1733550" cy="1561397"/>
            </a:xfrm>
            <a:prstGeom prst="rect">
              <a:avLst/>
            </a:prstGeom>
            <a:ln>
              <a:solidFill>
                <a:schemeClr val="tx2"/>
              </a:solidFill>
            </a:ln>
          </p:spPr>
        </p:pic>
        <p:sp>
          <p:nvSpPr>
            <p:cNvPr id="8" name="object 8"/>
            <p:cNvSpPr/>
            <p:nvPr/>
          </p:nvSpPr>
          <p:spPr>
            <a:xfrm>
              <a:off x="3353562" y="4039362"/>
              <a:ext cx="2895600" cy="2057400"/>
            </a:xfrm>
            <a:custGeom>
              <a:avLst/>
              <a:gdLst/>
              <a:ahLst/>
              <a:cxnLst/>
              <a:rect l="l" t="t" r="r" b="b"/>
              <a:pathLst>
                <a:path w="2895600" h="2057400">
                  <a:moveTo>
                    <a:pt x="0" y="2057400"/>
                  </a:moveTo>
                  <a:lnTo>
                    <a:pt x="2895600" y="2057400"/>
                  </a:lnTo>
                  <a:lnTo>
                    <a:pt x="2895600" y="0"/>
                  </a:lnTo>
                  <a:lnTo>
                    <a:pt x="0" y="0"/>
                  </a:lnTo>
                  <a:lnTo>
                    <a:pt x="0" y="2057400"/>
                  </a:lnTo>
                  <a:close/>
                </a:path>
              </a:pathLst>
            </a:custGeom>
            <a:ln w="25908">
              <a:solidFill>
                <a:schemeClr val="tx2"/>
              </a:solidFill>
            </a:ln>
          </p:spPr>
          <p:txBody>
            <a:bodyPr wrap="square" lIns="0" tIns="0" rIns="0" bIns="0" rtlCol="0"/>
            <a:lstStyle/>
            <a:p>
              <a:endParaRPr/>
            </a:p>
          </p:txBody>
        </p:sp>
      </p:gr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2480436" y="697865"/>
            <a:ext cx="370205" cy="282575"/>
          </a:xfrm>
          <a:custGeom>
            <a:avLst/>
            <a:gdLst/>
            <a:ahLst/>
            <a:cxnLst/>
            <a:rect l="l" t="t" r="r" b="b"/>
            <a:pathLst>
              <a:path w="370205" h="282575">
                <a:moveTo>
                  <a:pt x="280035" y="0"/>
                </a:moveTo>
                <a:lnTo>
                  <a:pt x="276098" y="11430"/>
                </a:lnTo>
                <a:lnTo>
                  <a:pt x="292405" y="18504"/>
                </a:lnTo>
                <a:lnTo>
                  <a:pt x="306450" y="28305"/>
                </a:lnTo>
                <a:lnTo>
                  <a:pt x="334974" y="73852"/>
                </a:lnTo>
                <a:lnTo>
                  <a:pt x="343229" y="115339"/>
                </a:lnTo>
                <a:lnTo>
                  <a:pt x="343269" y="115623"/>
                </a:lnTo>
                <a:lnTo>
                  <a:pt x="343251" y="164580"/>
                </a:lnTo>
                <a:lnTo>
                  <a:pt x="334920" y="207529"/>
                </a:lnTo>
                <a:lnTo>
                  <a:pt x="306498" y="253777"/>
                </a:lnTo>
                <a:lnTo>
                  <a:pt x="276479" y="270763"/>
                </a:lnTo>
                <a:lnTo>
                  <a:pt x="280035" y="282321"/>
                </a:lnTo>
                <a:lnTo>
                  <a:pt x="318531" y="264239"/>
                </a:lnTo>
                <a:lnTo>
                  <a:pt x="346837" y="232918"/>
                </a:lnTo>
                <a:lnTo>
                  <a:pt x="364267" y="191071"/>
                </a:lnTo>
                <a:lnTo>
                  <a:pt x="370077" y="141224"/>
                </a:lnTo>
                <a:lnTo>
                  <a:pt x="368641" y="115623"/>
                </a:lnTo>
                <a:lnTo>
                  <a:pt x="357004" y="69429"/>
                </a:lnTo>
                <a:lnTo>
                  <a:pt x="333881" y="32093"/>
                </a:lnTo>
                <a:lnTo>
                  <a:pt x="300491" y="7379"/>
                </a:lnTo>
                <a:lnTo>
                  <a:pt x="280035" y="0"/>
                </a:lnTo>
                <a:close/>
              </a:path>
              <a:path w="370205" h="282575">
                <a:moveTo>
                  <a:pt x="90043" y="0"/>
                </a:moveTo>
                <a:lnTo>
                  <a:pt x="51641" y="18081"/>
                </a:lnTo>
                <a:lnTo>
                  <a:pt x="23240" y="49402"/>
                </a:lnTo>
                <a:lnTo>
                  <a:pt x="5810" y="91408"/>
                </a:lnTo>
                <a:lnTo>
                  <a:pt x="85" y="139700"/>
                </a:lnTo>
                <a:lnTo>
                  <a:pt x="0" y="141224"/>
                </a:lnTo>
                <a:lnTo>
                  <a:pt x="5810" y="191071"/>
                </a:lnTo>
                <a:lnTo>
                  <a:pt x="23240" y="232918"/>
                </a:lnTo>
                <a:lnTo>
                  <a:pt x="51546" y="264239"/>
                </a:lnTo>
                <a:lnTo>
                  <a:pt x="90043" y="282321"/>
                </a:lnTo>
                <a:lnTo>
                  <a:pt x="93599" y="270763"/>
                </a:lnTo>
                <a:lnTo>
                  <a:pt x="77531" y="263663"/>
                </a:lnTo>
                <a:lnTo>
                  <a:pt x="63642" y="253777"/>
                </a:lnTo>
                <a:lnTo>
                  <a:pt x="35210" y="207529"/>
                </a:lnTo>
                <a:lnTo>
                  <a:pt x="26828" y="164580"/>
                </a:lnTo>
                <a:lnTo>
                  <a:pt x="25845" y="141224"/>
                </a:lnTo>
                <a:lnTo>
                  <a:pt x="25781" y="139700"/>
                </a:lnTo>
                <a:lnTo>
                  <a:pt x="29972" y="93678"/>
                </a:lnTo>
                <a:lnTo>
                  <a:pt x="42544" y="56134"/>
                </a:lnTo>
                <a:lnTo>
                  <a:pt x="77799" y="18504"/>
                </a:lnTo>
                <a:lnTo>
                  <a:pt x="94106" y="11430"/>
                </a:lnTo>
                <a:lnTo>
                  <a:pt x="90043" y="0"/>
                </a:lnTo>
                <a:close/>
              </a:path>
            </a:pathLst>
          </a:custGeom>
          <a:solidFill>
            <a:srgbClr val="000000"/>
          </a:solidFill>
        </p:spPr>
        <p:txBody>
          <a:bodyPr wrap="square" lIns="0" tIns="0" rIns="0" bIns="0" rtlCol="0"/>
          <a:lstStyle/>
          <a:p>
            <a:endParaRPr/>
          </a:p>
        </p:txBody>
      </p:sp>
      <p:sp>
        <p:nvSpPr>
          <p:cNvPr id="3" name="object 3"/>
          <p:cNvSpPr txBox="1"/>
          <p:nvPr/>
        </p:nvSpPr>
        <p:spPr>
          <a:xfrm>
            <a:off x="269240" y="108411"/>
            <a:ext cx="8405495" cy="1253490"/>
          </a:xfrm>
          <a:prstGeom prst="rect">
            <a:avLst/>
          </a:prstGeom>
        </p:spPr>
        <p:txBody>
          <a:bodyPr vert="horz" wrap="square" lIns="0" tIns="69850" rIns="0" bIns="0" rtlCol="0">
            <a:spAutoFit/>
          </a:bodyPr>
          <a:lstStyle/>
          <a:p>
            <a:pPr marL="50165">
              <a:lnSpc>
                <a:spcPct val="100000"/>
              </a:lnSpc>
              <a:spcBef>
                <a:spcPts val="550"/>
              </a:spcBef>
            </a:pPr>
            <a:r>
              <a:rPr sz="2400" dirty="0">
                <a:latin typeface="Calibri"/>
                <a:cs typeface="Calibri"/>
              </a:rPr>
              <a:t>Bài</a:t>
            </a:r>
            <a:r>
              <a:rPr sz="2400" spc="-40" dirty="0">
                <a:latin typeface="Calibri"/>
                <a:cs typeface="Calibri"/>
              </a:rPr>
              <a:t> </a:t>
            </a:r>
            <a:r>
              <a:rPr sz="2400" dirty="0">
                <a:latin typeface="Calibri"/>
                <a:cs typeface="Calibri"/>
              </a:rPr>
              <a:t>tập</a:t>
            </a:r>
            <a:r>
              <a:rPr sz="2400" spc="-30" dirty="0">
                <a:latin typeface="Calibri"/>
                <a:cs typeface="Calibri"/>
              </a:rPr>
              <a:t> </a:t>
            </a:r>
            <a:r>
              <a:rPr sz="2400" spc="-50" dirty="0">
                <a:latin typeface="Calibri"/>
                <a:cs typeface="Calibri"/>
              </a:rPr>
              <a:t>:</a:t>
            </a:r>
            <a:endParaRPr sz="2400">
              <a:latin typeface="Calibri"/>
              <a:cs typeface="Calibri"/>
            </a:endParaRPr>
          </a:p>
          <a:p>
            <a:pPr marL="507365" marR="55880" indent="-457200">
              <a:lnSpc>
                <a:spcPts val="2860"/>
              </a:lnSpc>
              <a:spcBef>
                <a:spcPts val="715"/>
              </a:spcBef>
              <a:tabLst>
                <a:tab pos="507365" algn="l"/>
                <a:tab pos="1015365" algn="l"/>
                <a:tab pos="2311400" algn="l"/>
                <a:tab pos="2692400" algn="l"/>
              </a:tabLst>
            </a:pPr>
            <a:r>
              <a:rPr sz="2500" i="1" spc="-25" dirty="0">
                <a:latin typeface="Roboto Th"/>
                <a:cs typeface="Roboto Th"/>
              </a:rPr>
              <a:t>2.</a:t>
            </a:r>
            <a:r>
              <a:rPr sz="2500" i="1" dirty="0">
                <a:latin typeface="Roboto Th"/>
                <a:cs typeface="Roboto Th"/>
              </a:rPr>
              <a:t>	</a:t>
            </a:r>
            <a:r>
              <a:rPr sz="2400" dirty="0">
                <a:latin typeface="Cambria Math"/>
                <a:cs typeface="Cambria Math"/>
              </a:rPr>
              <a:t>𝑓</a:t>
            </a:r>
            <a:r>
              <a:rPr sz="2400" spc="200" dirty="0">
                <a:latin typeface="Cambria Math"/>
                <a:cs typeface="Cambria Math"/>
              </a:rPr>
              <a:t> </a:t>
            </a:r>
            <a:r>
              <a:rPr sz="2400" spc="-50" dirty="0">
                <a:latin typeface="Cambria Math"/>
                <a:cs typeface="Cambria Math"/>
              </a:rPr>
              <a:t>∶</a:t>
            </a:r>
            <a:r>
              <a:rPr sz="2400" dirty="0">
                <a:latin typeface="Cambria Math"/>
                <a:cs typeface="Cambria Math"/>
              </a:rPr>
              <a:t>	ℝ</a:t>
            </a:r>
            <a:r>
              <a:rPr sz="2400" spc="105" dirty="0">
                <a:latin typeface="Cambria Math"/>
                <a:cs typeface="Cambria Math"/>
              </a:rPr>
              <a:t> </a:t>
            </a:r>
            <a:r>
              <a:rPr sz="2400" dirty="0">
                <a:latin typeface="Cambria Math"/>
                <a:cs typeface="Cambria Math"/>
              </a:rPr>
              <a:t>→</a:t>
            </a:r>
            <a:r>
              <a:rPr sz="2400" spc="120" dirty="0">
                <a:latin typeface="Cambria Math"/>
                <a:cs typeface="Cambria Math"/>
              </a:rPr>
              <a:t> </a:t>
            </a:r>
            <a:r>
              <a:rPr sz="2400" spc="-10" dirty="0">
                <a:latin typeface="Cambria Math"/>
                <a:cs typeface="Cambria Math"/>
              </a:rPr>
              <a:t>ℝ,</a:t>
            </a:r>
            <a:r>
              <a:rPr sz="2400" spc="-135" dirty="0">
                <a:latin typeface="Cambria Math"/>
                <a:cs typeface="Cambria Math"/>
              </a:rPr>
              <a:t> </a:t>
            </a:r>
            <a:r>
              <a:rPr sz="2400" spc="-50" dirty="0">
                <a:latin typeface="Cambria Math"/>
                <a:cs typeface="Cambria Math"/>
              </a:rPr>
              <a:t>𝑓</a:t>
            </a:r>
            <a:r>
              <a:rPr sz="2400" dirty="0">
                <a:latin typeface="Cambria Math"/>
                <a:cs typeface="Cambria Math"/>
              </a:rPr>
              <a:t>	</a:t>
            </a:r>
            <a:r>
              <a:rPr sz="2400" spc="-50" dirty="0">
                <a:latin typeface="Cambria Math"/>
                <a:cs typeface="Cambria Math"/>
              </a:rPr>
              <a:t>𝑥</a:t>
            </a:r>
            <a:r>
              <a:rPr sz="2400" dirty="0">
                <a:latin typeface="Cambria Math"/>
                <a:cs typeface="Cambria Math"/>
              </a:rPr>
              <a:t>	=</a:t>
            </a:r>
            <a:r>
              <a:rPr sz="2400" spc="105" dirty="0">
                <a:latin typeface="Cambria Math"/>
                <a:cs typeface="Cambria Math"/>
              </a:rPr>
              <a:t> </a:t>
            </a:r>
            <a:r>
              <a:rPr sz="2400" spc="80" dirty="0">
                <a:latin typeface="Cambria Math"/>
                <a:cs typeface="Cambria Math"/>
              </a:rPr>
              <a:t>𝑥</a:t>
            </a:r>
            <a:r>
              <a:rPr sz="2625" spc="120" baseline="28571" dirty="0">
                <a:latin typeface="Cambria Math"/>
                <a:cs typeface="Cambria Math"/>
              </a:rPr>
              <a:t>2</a:t>
            </a:r>
            <a:r>
              <a:rPr sz="2400" spc="80" dirty="0">
                <a:latin typeface="Calibri"/>
                <a:cs typeface="Calibri"/>
              </a:rPr>
              <a:t>.</a:t>
            </a:r>
            <a:r>
              <a:rPr sz="2400" spc="-30" dirty="0">
                <a:latin typeface="Calibri"/>
                <a:cs typeface="Calibri"/>
              </a:rPr>
              <a:t> </a:t>
            </a:r>
            <a:r>
              <a:rPr sz="2400" dirty="0">
                <a:latin typeface="Calibri"/>
                <a:cs typeface="Calibri"/>
              </a:rPr>
              <a:t>Hãy</a:t>
            </a:r>
            <a:r>
              <a:rPr sz="2400" spc="-35" dirty="0">
                <a:latin typeface="Calibri"/>
                <a:cs typeface="Calibri"/>
              </a:rPr>
              <a:t> </a:t>
            </a:r>
            <a:r>
              <a:rPr sz="2400" dirty="0">
                <a:latin typeface="Calibri"/>
                <a:cs typeface="Calibri"/>
              </a:rPr>
              <a:t>tìm</a:t>
            </a:r>
            <a:r>
              <a:rPr sz="2400" spc="-40" dirty="0">
                <a:latin typeface="Calibri"/>
                <a:cs typeface="Calibri"/>
              </a:rPr>
              <a:t> </a:t>
            </a:r>
            <a:r>
              <a:rPr sz="2400" dirty="0">
                <a:latin typeface="Calibri"/>
                <a:cs typeface="Calibri"/>
              </a:rPr>
              <a:t>f(A)</a:t>
            </a:r>
            <a:r>
              <a:rPr sz="2400" spc="-35" dirty="0">
                <a:latin typeface="Calibri"/>
                <a:cs typeface="Calibri"/>
              </a:rPr>
              <a:t> </a:t>
            </a:r>
            <a:r>
              <a:rPr sz="2400" dirty="0">
                <a:latin typeface="Calibri"/>
                <a:cs typeface="Calibri"/>
              </a:rPr>
              <a:t>đối</a:t>
            </a:r>
            <a:r>
              <a:rPr sz="2400" spc="-25" dirty="0">
                <a:latin typeface="Calibri"/>
                <a:cs typeface="Calibri"/>
              </a:rPr>
              <a:t> </a:t>
            </a:r>
            <a:r>
              <a:rPr sz="2400" dirty="0">
                <a:latin typeface="Calibri"/>
                <a:cs typeface="Calibri"/>
              </a:rPr>
              <a:t>với</a:t>
            </a:r>
            <a:r>
              <a:rPr sz="2400" spc="-25" dirty="0">
                <a:latin typeface="Calibri"/>
                <a:cs typeface="Calibri"/>
              </a:rPr>
              <a:t> </a:t>
            </a:r>
            <a:r>
              <a:rPr sz="2400" dirty="0">
                <a:latin typeface="Calibri"/>
                <a:cs typeface="Calibri"/>
              </a:rPr>
              <a:t>mỗi</a:t>
            </a:r>
            <a:r>
              <a:rPr sz="2400" spc="-35" dirty="0">
                <a:latin typeface="Calibri"/>
                <a:cs typeface="Calibri"/>
              </a:rPr>
              <a:t> </a:t>
            </a:r>
            <a:r>
              <a:rPr sz="2400" dirty="0">
                <a:latin typeface="Calibri"/>
                <a:cs typeface="Calibri"/>
              </a:rPr>
              <a:t>tập</a:t>
            </a:r>
            <a:r>
              <a:rPr sz="2400" spc="-40" dirty="0">
                <a:latin typeface="Calibri"/>
                <a:cs typeface="Calibri"/>
              </a:rPr>
              <a:t> </a:t>
            </a:r>
            <a:r>
              <a:rPr sz="2400" dirty="0">
                <a:latin typeface="Calibri"/>
                <a:cs typeface="Calibri"/>
              </a:rPr>
              <a:t>hợp</a:t>
            </a:r>
            <a:r>
              <a:rPr sz="2400" spc="-30" dirty="0">
                <a:latin typeface="Calibri"/>
                <a:cs typeface="Calibri"/>
              </a:rPr>
              <a:t> </a:t>
            </a:r>
            <a:r>
              <a:rPr sz="2400" dirty="0">
                <a:latin typeface="Calibri"/>
                <a:cs typeface="Calibri"/>
              </a:rPr>
              <a:t>A</a:t>
            </a:r>
            <a:r>
              <a:rPr sz="2400" spc="-35" dirty="0">
                <a:latin typeface="Calibri"/>
                <a:cs typeface="Calibri"/>
              </a:rPr>
              <a:t> </a:t>
            </a:r>
            <a:r>
              <a:rPr sz="2400" spc="-20" dirty="0">
                <a:latin typeface="Calibri"/>
                <a:cs typeface="Calibri"/>
              </a:rPr>
              <a:t>dưới </a:t>
            </a:r>
            <a:r>
              <a:rPr sz="2400" dirty="0">
                <a:latin typeface="Calibri"/>
                <a:cs typeface="Calibri"/>
              </a:rPr>
              <a:t>đây</a:t>
            </a:r>
            <a:r>
              <a:rPr sz="2400" spc="-90" dirty="0">
                <a:latin typeface="Calibri"/>
                <a:cs typeface="Calibri"/>
              </a:rPr>
              <a:t> </a:t>
            </a:r>
            <a:r>
              <a:rPr sz="2400" spc="-50" dirty="0">
                <a:latin typeface="Calibri"/>
                <a:cs typeface="Calibri"/>
              </a:rPr>
              <a:t>:</a:t>
            </a:r>
            <a:endParaRPr sz="2400">
              <a:latin typeface="Calibri"/>
              <a:cs typeface="Calibri"/>
            </a:endParaRPr>
          </a:p>
        </p:txBody>
      </p:sp>
      <p:sp>
        <p:nvSpPr>
          <p:cNvPr id="4" name="object 4"/>
          <p:cNvSpPr txBox="1"/>
          <p:nvPr/>
        </p:nvSpPr>
        <p:spPr>
          <a:xfrm>
            <a:off x="2789917" y="1335913"/>
            <a:ext cx="2264410" cy="904240"/>
          </a:xfrm>
          <a:prstGeom prst="rect">
            <a:avLst/>
          </a:prstGeom>
        </p:spPr>
        <p:txBody>
          <a:bodyPr vert="horz" wrap="square" lIns="0" tIns="85725" rIns="0" bIns="0" rtlCol="0">
            <a:spAutoFit/>
          </a:bodyPr>
          <a:lstStyle/>
          <a:p>
            <a:pPr marL="36830">
              <a:lnSpc>
                <a:spcPct val="100000"/>
              </a:lnSpc>
              <a:spcBef>
                <a:spcPts val="675"/>
              </a:spcBef>
            </a:pPr>
            <a:r>
              <a:rPr sz="2400" dirty="0">
                <a:latin typeface="Calibri"/>
                <a:cs typeface="Calibri"/>
              </a:rPr>
              <a:t>b)</a:t>
            </a:r>
            <a:r>
              <a:rPr sz="2400" spc="-20" dirty="0">
                <a:latin typeface="Calibri"/>
                <a:cs typeface="Calibri"/>
              </a:rPr>
              <a:t> </a:t>
            </a:r>
            <a:r>
              <a:rPr sz="2400" dirty="0">
                <a:latin typeface="Calibri"/>
                <a:cs typeface="Calibri"/>
              </a:rPr>
              <a:t>A =</a:t>
            </a:r>
            <a:r>
              <a:rPr sz="2400" spc="-10" dirty="0">
                <a:latin typeface="Calibri"/>
                <a:cs typeface="Calibri"/>
              </a:rPr>
              <a:t> {-</a:t>
            </a:r>
            <a:r>
              <a:rPr sz="2400" dirty="0">
                <a:latin typeface="Calibri"/>
                <a:cs typeface="Calibri"/>
              </a:rPr>
              <a:t>3,</a:t>
            </a:r>
            <a:r>
              <a:rPr sz="2400" spc="-5" dirty="0">
                <a:latin typeface="Calibri"/>
                <a:cs typeface="Calibri"/>
              </a:rPr>
              <a:t> </a:t>
            </a:r>
            <a:r>
              <a:rPr sz="2400" spc="-20" dirty="0">
                <a:latin typeface="Calibri"/>
                <a:cs typeface="Calibri"/>
              </a:rPr>
              <a:t>-</a:t>
            </a:r>
            <a:r>
              <a:rPr sz="2400" dirty="0">
                <a:latin typeface="Calibri"/>
                <a:cs typeface="Calibri"/>
              </a:rPr>
              <a:t>2, 2,</a:t>
            </a:r>
            <a:r>
              <a:rPr sz="2400" spc="-10" dirty="0">
                <a:latin typeface="Calibri"/>
                <a:cs typeface="Calibri"/>
              </a:rPr>
              <a:t> </a:t>
            </a:r>
            <a:r>
              <a:rPr sz="2400" spc="-25" dirty="0">
                <a:latin typeface="Calibri"/>
                <a:cs typeface="Calibri"/>
              </a:rPr>
              <a:t>3}</a:t>
            </a:r>
            <a:endParaRPr sz="2400">
              <a:latin typeface="Calibri"/>
              <a:cs typeface="Calibri"/>
            </a:endParaRPr>
          </a:p>
          <a:p>
            <a:pPr marL="12700">
              <a:lnSpc>
                <a:spcPct val="100000"/>
              </a:lnSpc>
              <a:spcBef>
                <a:spcPts val="580"/>
              </a:spcBef>
            </a:pPr>
            <a:r>
              <a:rPr sz="2400" dirty="0">
                <a:latin typeface="Calibri"/>
                <a:cs typeface="Calibri"/>
              </a:rPr>
              <a:t>d)</a:t>
            </a:r>
            <a:r>
              <a:rPr sz="2400" spc="-5" dirty="0">
                <a:latin typeface="Calibri"/>
                <a:cs typeface="Calibri"/>
              </a:rPr>
              <a:t> </a:t>
            </a:r>
            <a:r>
              <a:rPr sz="2400" dirty="0">
                <a:latin typeface="Calibri"/>
                <a:cs typeface="Calibri"/>
              </a:rPr>
              <a:t>A</a:t>
            </a:r>
            <a:r>
              <a:rPr sz="2400" spc="-15" dirty="0">
                <a:latin typeface="Calibri"/>
                <a:cs typeface="Calibri"/>
              </a:rPr>
              <a:t> </a:t>
            </a:r>
            <a:r>
              <a:rPr sz="2400" dirty="0">
                <a:latin typeface="Calibri"/>
                <a:cs typeface="Calibri"/>
              </a:rPr>
              <a:t>=</a:t>
            </a:r>
            <a:r>
              <a:rPr sz="2400" spc="-5" dirty="0">
                <a:latin typeface="Calibri"/>
                <a:cs typeface="Calibri"/>
              </a:rPr>
              <a:t> </a:t>
            </a:r>
            <a:r>
              <a:rPr sz="2400" spc="-10" dirty="0">
                <a:latin typeface="Calibri"/>
                <a:cs typeface="Calibri"/>
              </a:rPr>
              <a:t>(-</a:t>
            </a:r>
            <a:r>
              <a:rPr sz="2400" spc="-20" dirty="0">
                <a:latin typeface="Calibri"/>
                <a:cs typeface="Calibri"/>
              </a:rPr>
              <a:t>3,2]</a:t>
            </a:r>
            <a:endParaRPr sz="2400">
              <a:latin typeface="Calibri"/>
              <a:cs typeface="Calibri"/>
            </a:endParaRPr>
          </a:p>
        </p:txBody>
      </p:sp>
      <p:sp>
        <p:nvSpPr>
          <p:cNvPr id="5" name="object 5"/>
          <p:cNvSpPr txBox="1"/>
          <p:nvPr/>
        </p:nvSpPr>
        <p:spPr>
          <a:xfrm>
            <a:off x="307340" y="1335913"/>
            <a:ext cx="1485265" cy="1343025"/>
          </a:xfrm>
          <a:prstGeom prst="rect">
            <a:avLst/>
          </a:prstGeom>
        </p:spPr>
        <p:txBody>
          <a:bodyPr vert="horz" wrap="square" lIns="0" tIns="85725" rIns="0" bIns="0" rtlCol="0">
            <a:spAutoFit/>
          </a:bodyPr>
          <a:lstStyle/>
          <a:p>
            <a:pPr marL="12700">
              <a:lnSpc>
                <a:spcPct val="100000"/>
              </a:lnSpc>
              <a:spcBef>
                <a:spcPts val="675"/>
              </a:spcBef>
            </a:pPr>
            <a:r>
              <a:rPr sz="2400" dirty="0">
                <a:latin typeface="Calibri"/>
                <a:cs typeface="Calibri"/>
              </a:rPr>
              <a:t>a</a:t>
            </a:r>
            <a:r>
              <a:rPr sz="2400" spc="-15" dirty="0">
                <a:latin typeface="Calibri"/>
                <a:cs typeface="Calibri"/>
              </a:rPr>
              <a:t> </a:t>
            </a:r>
            <a:r>
              <a:rPr sz="2400" dirty="0">
                <a:latin typeface="Calibri"/>
                <a:cs typeface="Calibri"/>
              </a:rPr>
              <a:t>)</a:t>
            </a:r>
            <a:r>
              <a:rPr sz="2400" spc="-20" dirty="0">
                <a:latin typeface="Calibri"/>
                <a:cs typeface="Calibri"/>
              </a:rPr>
              <a:t> </a:t>
            </a:r>
            <a:r>
              <a:rPr sz="2400" dirty="0">
                <a:latin typeface="Calibri"/>
                <a:cs typeface="Calibri"/>
              </a:rPr>
              <a:t>A</a:t>
            </a:r>
            <a:r>
              <a:rPr sz="2400" spc="-20" dirty="0">
                <a:latin typeface="Calibri"/>
                <a:cs typeface="Calibri"/>
              </a:rPr>
              <a:t> </a:t>
            </a:r>
            <a:r>
              <a:rPr sz="2400" dirty="0">
                <a:latin typeface="Calibri"/>
                <a:cs typeface="Calibri"/>
              </a:rPr>
              <a:t>=</a:t>
            </a:r>
            <a:r>
              <a:rPr sz="2400" spc="-10" dirty="0">
                <a:latin typeface="Calibri"/>
                <a:cs typeface="Calibri"/>
              </a:rPr>
              <a:t> {2,3}</a:t>
            </a:r>
            <a:endParaRPr sz="2400">
              <a:latin typeface="Calibri"/>
              <a:cs typeface="Calibri"/>
            </a:endParaRPr>
          </a:p>
          <a:p>
            <a:pPr marL="12700">
              <a:lnSpc>
                <a:spcPct val="100000"/>
              </a:lnSpc>
              <a:spcBef>
                <a:spcPts val="580"/>
              </a:spcBef>
            </a:pPr>
            <a:r>
              <a:rPr sz="2400" dirty="0">
                <a:latin typeface="Calibri"/>
                <a:cs typeface="Calibri"/>
              </a:rPr>
              <a:t>c</a:t>
            </a:r>
            <a:r>
              <a:rPr sz="2400" spc="-15" dirty="0">
                <a:latin typeface="Calibri"/>
                <a:cs typeface="Calibri"/>
              </a:rPr>
              <a:t> </a:t>
            </a:r>
            <a:r>
              <a:rPr sz="2400" dirty="0">
                <a:latin typeface="Calibri"/>
                <a:cs typeface="Calibri"/>
              </a:rPr>
              <a:t>)</a:t>
            </a:r>
            <a:r>
              <a:rPr sz="2400" spc="-15" dirty="0">
                <a:latin typeface="Calibri"/>
                <a:cs typeface="Calibri"/>
              </a:rPr>
              <a:t> </a:t>
            </a:r>
            <a:r>
              <a:rPr sz="2400" dirty="0">
                <a:latin typeface="Calibri"/>
                <a:cs typeface="Calibri"/>
              </a:rPr>
              <a:t>A</a:t>
            </a:r>
            <a:r>
              <a:rPr sz="2400" spc="-5" dirty="0">
                <a:latin typeface="Calibri"/>
                <a:cs typeface="Calibri"/>
              </a:rPr>
              <a:t> </a:t>
            </a:r>
            <a:r>
              <a:rPr sz="2400" dirty="0">
                <a:latin typeface="Calibri"/>
                <a:cs typeface="Calibri"/>
              </a:rPr>
              <a:t>=</a:t>
            </a:r>
            <a:r>
              <a:rPr sz="2400" spc="-5" dirty="0">
                <a:latin typeface="Calibri"/>
                <a:cs typeface="Calibri"/>
              </a:rPr>
              <a:t> </a:t>
            </a:r>
            <a:r>
              <a:rPr sz="2400" dirty="0">
                <a:latin typeface="Calibri"/>
                <a:cs typeface="Calibri"/>
              </a:rPr>
              <a:t>(2,</a:t>
            </a:r>
            <a:r>
              <a:rPr sz="2400" spc="-25" dirty="0">
                <a:latin typeface="Calibri"/>
                <a:cs typeface="Calibri"/>
              </a:rPr>
              <a:t> 3)</a:t>
            </a:r>
            <a:endParaRPr sz="2400">
              <a:latin typeface="Calibri"/>
              <a:cs typeface="Calibri"/>
            </a:endParaRPr>
          </a:p>
          <a:p>
            <a:pPr marL="12700">
              <a:lnSpc>
                <a:spcPct val="100000"/>
              </a:lnSpc>
              <a:spcBef>
                <a:spcPts val="575"/>
              </a:spcBef>
            </a:pPr>
            <a:r>
              <a:rPr sz="2400" dirty="0">
                <a:latin typeface="Calibri"/>
                <a:cs typeface="Calibri"/>
              </a:rPr>
              <a:t>Giải</a:t>
            </a:r>
            <a:r>
              <a:rPr sz="2400" spc="-15" dirty="0">
                <a:latin typeface="Calibri"/>
                <a:cs typeface="Calibri"/>
              </a:rPr>
              <a:t> </a:t>
            </a:r>
            <a:r>
              <a:rPr sz="2400" spc="-50" dirty="0">
                <a:latin typeface="Calibri"/>
                <a:cs typeface="Calibri"/>
              </a:rPr>
              <a:t>:</a:t>
            </a:r>
            <a:endParaRPr sz="2400">
              <a:latin typeface="Calibri"/>
              <a:cs typeface="Calibri"/>
            </a:endParaRPr>
          </a:p>
        </p:txBody>
      </p:sp>
      <p:sp>
        <p:nvSpPr>
          <p:cNvPr id="6" name="object 6"/>
          <p:cNvSpPr txBox="1"/>
          <p:nvPr/>
        </p:nvSpPr>
        <p:spPr>
          <a:xfrm>
            <a:off x="229361" y="2743961"/>
            <a:ext cx="5334000" cy="1752600"/>
          </a:xfrm>
          <a:prstGeom prst="rect">
            <a:avLst/>
          </a:prstGeom>
          <a:solidFill>
            <a:srgbClr val="4F81BC"/>
          </a:solidFill>
          <a:ln w="25907">
            <a:solidFill>
              <a:srgbClr val="385D89"/>
            </a:solidFill>
          </a:ln>
        </p:spPr>
        <p:txBody>
          <a:bodyPr vert="horz" wrap="square" lIns="0" tIns="0" rIns="0" bIns="0" rtlCol="0">
            <a:spAutoFit/>
          </a:bodyPr>
          <a:lstStyle/>
          <a:p>
            <a:pPr marL="394335" indent="-304165">
              <a:lnSpc>
                <a:spcPts val="2865"/>
              </a:lnSpc>
              <a:buAutoNum type="alphaLcParenR"/>
              <a:tabLst>
                <a:tab pos="394335" algn="l"/>
              </a:tabLst>
            </a:pPr>
            <a:r>
              <a:rPr sz="2400" dirty="0">
                <a:latin typeface="Calibri"/>
                <a:cs typeface="Calibri"/>
              </a:rPr>
              <a:t>f(A)</a:t>
            </a:r>
            <a:r>
              <a:rPr sz="2400" spc="-30" dirty="0">
                <a:latin typeface="Calibri"/>
                <a:cs typeface="Calibri"/>
              </a:rPr>
              <a:t> </a:t>
            </a:r>
            <a:r>
              <a:rPr sz="2400" dirty="0">
                <a:latin typeface="Calibri"/>
                <a:cs typeface="Calibri"/>
              </a:rPr>
              <a:t>=</a:t>
            </a:r>
            <a:r>
              <a:rPr sz="2400" spc="-15" dirty="0">
                <a:latin typeface="Calibri"/>
                <a:cs typeface="Calibri"/>
              </a:rPr>
              <a:t> </a:t>
            </a:r>
            <a:r>
              <a:rPr sz="2400" dirty="0">
                <a:latin typeface="Calibri"/>
                <a:cs typeface="Calibri"/>
              </a:rPr>
              <a:t>{y</a:t>
            </a:r>
            <a:r>
              <a:rPr sz="2400" spc="-30" dirty="0">
                <a:latin typeface="Calibri"/>
                <a:cs typeface="Calibri"/>
              </a:rPr>
              <a:t> </a:t>
            </a:r>
            <a:r>
              <a:rPr sz="2400" dirty="0">
                <a:latin typeface="Symbol"/>
                <a:cs typeface="Symbol"/>
              </a:rPr>
              <a:t></a:t>
            </a:r>
            <a:r>
              <a:rPr sz="2400" spc="-65" dirty="0">
                <a:latin typeface="Times New Roman"/>
                <a:cs typeface="Times New Roman"/>
              </a:rPr>
              <a:t> </a:t>
            </a:r>
            <a:r>
              <a:rPr sz="2400" dirty="0">
                <a:latin typeface="Cambria Math"/>
                <a:cs typeface="Cambria Math"/>
              </a:rPr>
              <a:t>ℝ </a:t>
            </a:r>
            <a:r>
              <a:rPr sz="2400" dirty="0">
                <a:latin typeface="Calibri"/>
                <a:cs typeface="Calibri"/>
              </a:rPr>
              <a:t>:</a:t>
            </a:r>
            <a:r>
              <a:rPr sz="2400" spc="-25" dirty="0">
                <a:latin typeface="Calibri"/>
                <a:cs typeface="Calibri"/>
              </a:rPr>
              <a:t> </a:t>
            </a:r>
            <a:r>
              <a:rPr sz="2400" dirty="0">
                <a:latin typeface="Calibri"/>
                <a:cs typeface="Calibri"/>
              </a:rPr>
              <a:t>có</a:t>
            </a:r>
            <a:r>
              <a:rPr sz="2400" spc="-35" dirty="0">
                <a:latin typeface="Calibri"/>
                <a:cs typeface="Calibri"/>
              </a:rPr>
              <a:t> </a:t>
            </a:r>
            <a:r>
              <a:rPr sz="2400" dirty="0">
                <a:latin typeface="Calibri"/>
                <a:cs typeface="Calibri"/>
              </a:rPr>
              <a:t>x</a:t>
            </a:r>
            <a:r>
              <a:rPr sz="2400" spc="-5" dirty="0">
                <a:latin typeface="Calibri"/>
                <a:cs typeface="Calibri"/>
              </a:rPr>
              <a:t> </a:t>
            </a:r>
            <a:r>
              <a:rPr sz="2400" dirty="0">
                <a:latin typeface="Symbol"/>
                <a:cs typeface="Symbol"/>
              </a:rPr>
              <a:t></a:t>
            </a:r>
            <a:r>
              <a:rPr sz="2400" spc="-80" dirty="0">
                <a:latin typeface="Times New Roman"/>
                <a:cs typeface="Times New Roman"/>
              </a:rPr>
              <a:t> </a:t>
            </a:r>
            <a:r>
              <a:rPr sz="2400" dirty="0">
                <a:latin typeface="Cambria Math"/>
                <a:cs typeface="Cambria Math"/>
              </a:rPr>
              <a:t>ℝ </a:t>
            </a:r>
            <a:r>
              <a:rPr sz="2400" dirty="0">
                <a:latin typeface="Calibri"/>
                <a:cs typeface="Calibri"/>
              </a:rPr>
              <a:t>,</a:t>
            </a:r>
            <a:r>
              <a:rPr sz="2400" spc="-15" dirty="0">
                <a:latin typeface="Calibri"/>
                <a:cs typeface="Calibri"/>
              </a:rPr>
              <a:t> </a:t>
            </a:r>
            <a:r>
              <a:rPr sz="2400" dirty="0">
                <a:latin typeface="Calibri"/>
                <a:cs typeface="Calibri"/>
              </a:rPr>
              <a:t>y</a:t>
            </a:r>
            <a:r>
              <a:rPr sz="2400" spc="-25" dirty="0">
                <a:latin typeface="Calibri"/>
                <a:cs typeface="Calibri"/>
              </a:rPr>
              <a:t> </a:t>
            </a:r>
            <a:r>
              <a:rPr sz="2400" dirty="0">
                <a:latin typeface="Calibri"/>
                <a:cs typeface="Calibri"/>
              </a:rPr>
              <a:t>=</a:t>
            </a:r>
            <a:r>
              <a:rPr sz="2400" spc="-15" dirty="0">
                <a:latin typeface="Calibri"/>
                <a:cs typeface="Calibri"/>
              </a:rPr>
              <a:t> </a:t>
            </a:r>
            <a:r>
              <a:rPr sz="2400" dirty="0">
                <a:latin typeface="Calibri"/>
                <a:cs typeface="Calibri"/>
              </a:rPr>
              <a:t>x</a:t>
            </a:r>
            <a:r>
              <a:rPr sz="2400" baseline="24305" dirty="0">
                <a:latin typeface="Calibri"/>
                <a:cs typeface="Calibri"/>
              </a:rPr>
              <a:t>2</a:t>
            </a:r>
            <a:r>
              <a:rPr sz="2400" dirty="0">
                <a:latin typeface="Calibri"/>
                <a:cs typeface="Calibri"/>
              </a:rPr>
              <a:t>}</a:t>
            </a:r>
            <a:r>
              <a:rPr sz="2400" spc="-25" dirty="0">
                <a:latin typeface="Calibri"/>
                <a:cs typeface="Calibri"/>
              </a:rPr>
              <a:t> </a:t>
            </a:r>
            <a:r>
              <a:rPr sz="2400" dirty="0">
                <a:latin typeface="Calibri"/>
                <a:cs typeface="Calibri"/>
              </a:rPr>
              <a:t>=</a:t>
            </a:r>
            <a:r>
              <a:rPr sz="2400" spc="-15" dirty="0">
                <a:latin typeface="Calibri"/>
                <a:cs typeface="Calibri"/>
              </a:rPr>
              <a:t> </a:t>
            </a:r>
            <a:r>
              <a:rPr sz="2400" dirty="0">
                <a:latin typeface="Calibri"/>
                <a:cs typeface="Calibri"/>
              </a:rPr>
              <a:t>{4,</a:t>
            </a:r>
            <a:r>
              <a:rPr sz="2400" spc="-10" dirty="0">
                <a:latin typeface="Calibri"/>
                <a:cs typeface="Calibri"/>
              </a:rPr>
              <a:t> </a:t>
            </a:r>
            <a:r>
              <a:rPr sz="2400" spc="-25" dirty="0">
                <a:latin typeface="Calibri"/>
                <a:cs typeface="Calibri"/>
              </a:rPr>
              <a:t>9}</a:t>
            </a:r>
            <a:endParaRPr sz="2400">
              <a:latin typeface="Calibri"/>
              <a:cs typeface="Calibri"/>
            </a:endParaRPr>
          </a:p>
          <a:p>
            <a:pPr marL="408305" indent="-318135">
              <a:lnSpc>
                <a:spcPct val="100000"/>
              </a:lnSpc>
              <a:spcBef>
                <a:spcPts val="550"/>
              </a:spcBef>
              <a:buAutoNum type="alphaLcParenR"/>
              <a:tabLst>
                <a:tab pos="408305" algn="l"/>
              </a:tabLst>
            </a:pPr>
            <a:r>
              <a:rPr sz="2400" dirty="0">
                <a:latin typeface="Calibri"/>
                <a:cs typeface="Calibri"/>
              </a:rPr>
              <a:t>f(A)</a:t>
            </a:r>
            <a:r>
              <a:rPr sz="2400" spc="-20" dirty="0">
                <a:latin typeface="Calibri"/>
                <a:cs typeface="Calibri"/>
              </a:rPr>
              <a:t> </a:t>
            </a:r>
            <a:r>
              <a:rPr sz="2400" dirty="0">
                <a:latin typeface="Calibri"/>
                <a:cs typeface="Calibri"/>
              </a:rPr>
              <a:t>=</a:t>
            </a:r>
            <a:r>
              <a:rPr sz="2400" spc="-10" dirty="0">
                <a:latin typeface="Calibri"/>
                <a:cs typeface="Calibri"/>
              </a:rPr>
              <a:t> </a:t>
            </a:r>
            <a:r>
              <a:rPr sz="2400" dirty="0">
                <a:latin typeface="Calibri"/>
                <a:cs typeface="Calibri"/>
              </a:rPr>
              <a:t>{4,</a:t>
            </a:r>
            <a:r>
              <a:rPr sz="2400" spc="-30" dirty="0">
                <a:latin typeface="Calibri"/>
                <a:cs typeface="Calibri"/>
              </a:rPr>
              <a:t> </a:t>
            </a:r>
            <a:r>
              <a:rPr sz="2400" spc="-25" dirty="0">
                <a:latin typeface="Calibri"/>
                <a:cs typeface="Calibri"/>
              </a:rPr>
              <a:t>9}</a:t>
            </a:r>
            <a:endParaRPr sz="2400">
              <a:latin typeface="Calibri"/>
              <a:cs typeface="Calibri"/>
            </a:endParaRPr>
          </a:p>
          <a:p>
            <a:pPr marL="378460" indent="-288290">
              <a:lnSpc>
                <a:spcPct val="100000"/>
              </a:lnSpc>
              <a:spcBef>
                <a:spcPts val="580"/>
              </a:spcBef>
              <a:buAutoNum type="alphaLcParenR"/>
              <a:tabLst>
                <a:tab pos="378460" algn="l"/>
              </a:tabLst>
            </a:pPr>
            <a:r>
              <a:rPr sz="2400" dirty="0">
                <a:latin typeface="Calibri"/>
                <a:cs typeface="Calibri"/>
              </a:rPr>
              <a:t>f(A)</a:t>
            </a:r>
            <a:r>
              <a:rPr sz="2400" spc="-40" dirty="0">
                <a:latin typeface="Calibri"/>
                <a:cs typeface="Calibri"/>
              </a:rPr>
              <a:t> </a:t>
            </a:r>
            <a:r>
              <a:rPr sz="2400" dirty="0">
                <a:latin typeface="Calibri"/>
                <a:cs typeface="Calibri"/>
              </a:rPr>
              <a:t>=</a:t>
            </a:r>
            <a:r>
              <a:rPr sz="2400" spc="-15" dirty="0">
                <a:latin typeface="Calibri"/>
                <a:cs typeface="Calibri"/>
              </a:rPr>
              <a:t> </a:t>
            </a:r>
            <a:r>
              <a:rPr sz="2400" dirty="0">
                <a:latin typeface="Calibri"/>
                <a:cs typeface="Calibri"/>
              </a:rPr>
              <a:t>(4,</a:t>
            </a:r>
            <a:r>
              <a:rPr sz="2400" spc="-35" dirty="0">
                <a:latin typeface="Calibri"/>
                <a:cs typeface="Calibri"/>
              </a:rPr>
              <a:t> </a:t>
            </a:r>
            <a:r>
              <a:rPr sz="2400" spc="-25" dirty="0">
                <a:latin typeface="Calibri"/>
                <a:cs typeface="Calibri"/>
              </a:rPr>
              <a:t>9)</a:t>
            </a:r>
            <a:endParaRPr sz="2400">
              <a:latin typeface="Calibri"/>
              <a:cs typeface="Calibri"/>
            </a:endParaRPr>
          </a:p>
          <a:p>
            <a:pPr marL="408305" indent="-318135">
              <a:lnSpc>
                <a:spcPct val="100000"/>
              </a:lnSpc>
              <a:spcBef>
                <a:spcPts val="575"/>
              </a:spcBef>
              <a:buAutoNum type="alphaLcParenR"/>
              <a:tabLst>
                <a:tab pos="408305" algn="l"/>
              </a:tabLst>
            </a:pPr>
            <a:r>
              <a:rPr sz="2400" dirty="0">
                <a:latin typeface="Calibri"/>
                <a:cs typeface="Calibri"/>
              </a:rPr>
              <a:t>f(A)</a:t>
            </a:r>
            <a:r>
              <a:rPr sz="2400" spc="-35" dirty="0">
                <a:latin typeface="Calibri"/>
                <a:cs typeface="Calibri"/>
              </a:rPr>
              <a:t> </a:t>
            </a:r>
            <a:r>
              <a:rPr sz="2400" dirty="0">
                <a:latin typeface="Calibri"/>
                <a:cs typeface="Calibri"/>
              </a:rPr>
              <a:t>=</a:t>
            </a:r>
            <a:r>
              <a:rPr sz="2400" spc="-20" dirty="0">
                <a:latin typeface="Calibri"/>
                <a:cs typeface="Calibri"/>
              </a:rPr>
              <a:t> </a:t>
            </a:r>
            <a:r>
              <a:rPr sz="2400" dirty="0">
                <a:latin typeface="Calibri"/>
                <a:cs typeface="Calibri"/>
              </a:rPr>
              <a:t>[0,</a:t>
            </a:r>
            <a:r>
              <a:rPr sz="2400" spc="-20" dirty="0">
                <a:latin typeface="Calibri"/>
                <a:cs typeface="Calibri"/>
              </a:rPr>
              <a:t> </a:t>
            </a:r>
            <a:r>
              <a:rPr sz="2400" spc="-25" dirty="0">
                <a:latin typeface="Calibri"/>
                <a:cs typeface="Calibri"/>
              </a:rPr>
              <a:t>9)</a:t>
            </a:r>
            <a:endParaRPr sz="2400">
              <a:latin typeface="Calibri"/>
              <a:cs typeface="Calibri"/>
            </a:endParaRPr>
          </a:p>
        </p:txBody>
      </p:sp>
      <p:pic>
        <p:nvPicPr>
          <p:cNvPr id="7" name="object 7"/>
          <p:cNvPicPr/>
          <p:nvPr/>
        </p:nvPicPr>
        <p:blipFill>
          <a:blip r:embed="rId2" cstate="print"/>
          <a:stretch>
            <a:fillRect/>
          </a:stretch>
        </p:blipFill>
        <p:spPr>
          <a:xfrm>
            <a:off x="5867400" y="3771880"/>
            <a:ext cx="2781300" cy="1999906"/>
          </a:xfrm>
          <a:prstGeom prst="rect">
            <a:avLst/>
          </a:prstGeom>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138215"/>
            <a:ext cx="8219440" cy="4029075"/>
          </a:xfrm>
          <a:prstGeom prst="rect">
            <a:avLst/>
          </a:prstGeom>
        </p:spPr>
        <p:txBody>
          <a:bodyPr vert="horz" wrap="square" lIns="0" tIns="110489" rIns="0" bIns="0" rtlCol="0">
            <a:spAutoFit/>
          </a:bodyPr>
          <a:lstStyle/>
          <a:p>
            <a:pPr marL="12700">
              <a:lnSpc>
                <a:spcPct val="100000"/>
              </a:lnSpc>
              <a:spcBef>
                <a:spcPts val="869"/>
              </a:spcBef>
            </a:pPr>
            <a:r>
              <a:rPr sz="3200" b="1" dirty="0">
                <a:latin typeface="Calibri"/>
                <a:cs typeface="Calibri"/>
              </a:rPr>
              <a:t>2.2.4</a:t>
            </a:r>
            <a:r>
              <a:rPr sz="3200" b="1" spc="-10" dirty="0">
                <a:latin typeface="Calibri"/>
                <a:cs typeface="Calibri"/>
              </a:rPr>
              <a:t> </a:t>
            </a:r>
            <a:r>
              <a:rPr sz="3200" b="1" dirty="0">
                <a:latin typeface="Calibri"/>
                <a:cs typeface="Calibri"/>
              </a:rPr>
              <a:t>Định</a:t>
            </a:r>
            <a:r>
              <a:rPr sz="3200" b="1" spc="-20" dirty="0">
                <a:latin typeface="Calibri"/>
                <a:cs typeface="Calibri"/>
              </a:rPr>
              <a:t> </a:t>
            </a:r>
            <a:r>
              <a:rPr sz="3200" b="1" dirty="0">
                <a:latin typeface="Calibri"/>
                <a:cs typeface="Calibri"/>
              </a:rPr>
              <a:t>nghĩa</a:t>
            </a:r>
            <a:r>
              <a:rPr sz="3200" b="1" spc="-50" dirty="0">
                <a:latin typeface="Calibri"/>
                <a:cs typeface="Calibri"/>
              </a:rPr>
              <a:t> :</a:t>
            </a:r>
            <a:endParaRPr sz="3200">
              <a:latin typeface="Calibri"/>
              <a:cs typeface="Calibri"/>
            </a:endParaRPr>
          </a:p>
          <a:p>
            <a:pPr marL="12700">
              <a:lnSpc>
                <a:spcPct val="100000"/>
              </a:lnSpc>
              <a:spcBef>
                <a:spcPts val="770"/>
              </a:spcBef>
            </a:pPr>
            <a:r>
              <a:rPr sz="3200" dirty="0">
                <a:latin typeface="Calibri"/>
                <a:cs typeface="Calibri"/>
              </a:rPr>
              <a:t>Cho</a:t>
            </a:r>
            <a:r>
              <a:rPr sz="3200" spc="-50" dirty="0">
                <a:latin typeface="Calibri"/>
                <a:cs typeface="Calibri"/>
              </a:rPr>
              <a:t> </a:t>
            </a:r>
            <a:r>
              <a:rPr sz="3200" dirty="0">
                <a:latin typeface="Calibri"/>
                <a:cs typeface="Calibri"/>
              </a:rPr>
              <a:t>hai</a:t>
            </a:r>
            <a:r>
              <a:rPr sz="3200" spc="-45" dirty="0">
                <a:latin typeface="Calibri"/>
                <a:cs typeface="Calibri"/>
              </a:rPr>
              <a:t> </a:t>
            </a:r>
            <a:r>
              <a:rPr sz="3200" dirty="0">
                <a:latin typeface="Calibri"/>
                <a:cs typeface="Calibri"/>
              </a:rPr>
              <a:t>ánh</a:t>
            </a:r>
            <a:r>
              <a:rPr sz="3200" spc="-35" dirty="0">
                <a:latin typeface="Calibri"/>
                <a:cs typeface="Calibri"/>
              </a:rPr>
              <a:t> </a:t>
            </a:r>
            <a:r>
              <a:rPr sz="3200" spc="-25" dirty="0">
                <a:latin typeface="Calibri"/>
                <a:cs typeface="Calibri"/>
              </a:rPr>
              <a:t>xạ</a:t>
            </a:r>
            <a:endParaRPr sz="3200">
              <a:latin typeface="Calibri"/>
              <a:cs typeface="Calibri"/>
            </a:endParaRPr>
          </a:p>
          <a:p>
            <a:pPr marL="2530475">
              <a:lnSpc>
                <a:spcPct val="100000"/>
              </a:lnSpc>
              <a:spcBef>
                <a:spcPts val="790"/>
              </a:spcBef>
            </a:pPr>
            <a:r>
              <a:rPr sz="3200" dirty="0">
                <a:latin typeface="Calibri"/>
                <a:cs typeface="Calibri"/>
              </a:rPr>
              <a:t>f</a:t>
            </a:r>
            <a:r>
              <a:rPr sz="3200" spc="-5" dirty="0">
                <a:latin typeface="Calibri"/>
                <a:cs typeface="Calibri"/>
              </a:rPr>
              <a:t> </a:t>
            </a:r>
            <a:r>
              <a:rPr sz="3200" dirty="0">
                <a:latin typeface="Calibri"/>
                <a:cs typeface="Calibri"/>
              </a:rPr>
              <a:t>: A </a:t>
            </a:r>
            <a:r>
              <a:rPr sz="3200" dirty="0">
                <a:latin typeface="Symbol"/>
                <a:cs typeface="Symbol"/>
              </a:rPr>
              <a:t></a:t>
            </a:r>
            <a:r>
              <a:rPr sz="3200" spc="-95" dirty="0">
                <a:latin typeface="Times New Roman"/>
                <a:cs typeface="Times New Roman"/>
              </a:rPr>
              <a:t> </a:t>
            </a:r>
            <a:r>
              <a:rPr sz="3200" dirty="0">
                <a:latin typeface="Calibri"/>
                <a:cs typeface="Calibri"/>
              </a:rPr>
              <a:t>B , </a:t>
            </a:r>
            <a:r>
              <a:rPr sz="3200" spc="-25" dirty="0">
                <a:latin typeface="Calibri"/>
                <a:cs typeface="Calibri"/>
              </a:rPr>
              <a:t>và</a:t>
            </a:r>
            <a:endParaRPr sz="3200">
              <a:latin typeface="Calibri"/>
              <a:cs typeface="Calibri"/>
            </a:endParaRPr>
          </a:p>
          <a:p>
            <a:pPr marL="2530475">
              <a:lnSpc>
                <a:spcPct val="100000"/>
              </a:lnSpc>
              <a:spcBef>
                <a:spcPts val="775"/>
              </a:spcBef>
            </a:pPr>
            <a:r>
              <a:rPr sz="3200" dirty="0">
                <a:latin typeface="Calibri"/>
                <a:cs typeface="Calibri"/>
              </a:rPr>
              <a:t>g</a:t>
            </a:r>
            <a:r>
              <a:rPr sz="3200" spc="-10" dirty="0">
                <a:latin typeface="Calibri"/>
                <a:cs typeface="Calibri"/>
              </a:rPr>
              <a:t> </a:t>
            </a:r>
            <a:r>
              <a:rPr sz="3200" dirty="0">
                <a:latin typeface="Calibri"/>
                <a:cs typeface="Calibri"/>
              </a:rPr>
              <a:t>:</a:t>
            </a:r>
            <a:r>
              <a:rPr sz="3200" spc="5" dirty="0">
                <a:latin typeface="Calibri"/>
                <a:cs typeface="Calibri"/>
              </a:rPr>
              <a:t> </a:t>
            </a:r>
            <a:r>
              <a:rPr sz="3200" dirty="0">
                <a:latin typeface="Calibri"/>
                <a:cs typeface="Calibri"/>
              </a:rPr>
              <a:t>B</a:t>
            </a:r>
            <a:r>
              <a:rPr sz="3200" spc="-15" dirty="0">
                <a:latin typeface="Calibri"/>
                <a:cs typeface="Calibri"/>
              </a:rPr>
              <a:t> </a:t>
            </a:r>
            <a:r>
              <a:rPr sz="3200" spc="-25" dirty="0">
                <a:latin typeface="Symbol"/>
                <a:cs typeface="Symbol"/>
              </a:rPr>
              <a:t></a:t>
            </a:r>
            <a:r>
              <a:rPr sz="3200" spc="-25" dirty="0">
                <a:latin typeface="Calibri"/>
                <a:cs typeface="Calibri"/>
              </a:rPr>
              <a:t>C.</a:t>
            </a:r>
            <a:endParaRPr sz="3200">
              <a:latin typeface="Calibri"/>
              <a:cs typeface="Calibri"/>
            </a:endParaRPr>
          </a:p>
          <a:p>
            <a:pPr marL="12700" marR="5080">
              <a:lnSpc>
                <a:spcPct val="100000"/>
              </a:lnSpc>
              <a:spcBef>
                <a:spcPts val="740"/>
              </a:spcBef>
            </a:pPr>
            <a:r>
              <a:rPr sz="3200" dirty="0">
                <a:latin typeface="Calibri"/>
                <a:cs typeface="Calibri"/>
              </a:rPr>
              <a:t>Ánh</a:t>
            </a:r>
            <a:r>
              <a:rPr sz="3200" spc="-35" dirty="0">
                <a:latin typeface="Calibri"/>
                <a:cs typeface="Calibri"/>
              </a:rPr>
              <a:t> </a:t>
            </a:r>
            <a:r>
              <a:rPr sz="3200" dirty="0">
                <a:latin typeface="Calibri"/>
                <a:cs typeface="Calibri"/>
              </a:rPr>
              <a:t>xạ</a:t>
            </a:r>
            <a:r>
              <a:rPr sz="3200" spc="-35" dirty="0">
                <a:latin typeface="Calibri"/>
                <a:cs typeface="Calibri"/>
              </a:rPr>
              <a:t> </a:t>
            </a:r>
            <a:r>
              <a:rPr sz="3200" dirty="0">
                <a:latin typeface="Calibri"/>
                <a:cs typeface="Calibri"/>
              </a:rPr>
              <a:t>hợp</a:t>
            </a:r>
            <a:r>
              <a:rPr sz="3200" spc="-30" dirty="0">
                <a:latin typeface="Calibri"/>
                <a:cs typeface="Calibri"/>
              </a:rPr>
              <a:t> </a:t>
            </a:r>
            <a:r>
              <a:rPr sz="3200" dirty="0">
                <a:latin typeface="Calibri"/>
                <a:cs typeface="Calibri"/>
              </a:rPr>
              <a:t>h</a:t>
            </a:r>
            <a:r>
              <a:rPr sz="3200" spc="-10" dirty="0">
                <a:latin typeface="Calibri"/>
                <a:cs typeface="Calibri"/>
              </a:rPr>
              <a:t> </a:t>
            </a:r>
            <a:r>
              <a:rPr sz="3200" dirty="0">
                <a:latin typeface="Calibri"/>
                <a:cs typeface="Calibri"/>
              </a:rPr>
              <a:t>=</a:t>
            </a:r>
            <a:r>
              <a:rPr sz="3200" spc="-30" dirty="0">
                <a:latin typeface="Calibri"/>
                <a:cs typeface="Calibri"/>
              </a:rPr>
              <a:t> </a:t>
            </a:r>
            <a:r>
              <a:rPr sz="3200" dirty="0">
                <a:latin typeface="Cambria Math"/>
                <a:cs typeface="Cambria Math"/>
              </a:rPr>
              <a:t>g</a:t>
            </a:r>
            <a:r>
              <a:rPr sz="3200" spc="-35" dirty="0">
                <a:latin typeface="Cambria Math"/>
                <a:cs typeface="Cambria Math"/>
              </a:rPr>
              <a:t> </a:t>
            </a:r>
            <a:r>
              <a:rPr sz="3200" dirty="0">
                <a:latin typeface="Cambria Math"/>
                <a:cs typeface="Cambria Math"/>
              </a:rPr>
              <a:t>∘</a:t>
            </a:r>
            <a:r>
              <a:rPr sz="3200" spc="-20" dirty="0">
                <a:latin typeface="Cambria Math"/>
                <a:cs typeface="Cambria Math"/>
              </a:rPr>
              <a:t> </a:t>
            </a:r>
            <a:r>
              <a:rPr sz="3200" dirty="0">
                <a:latin typeface="Cambria Math"/>
                <a:cs typeface="Cambria Math"/>
              </a:rPr>
              <a:t>f</a:t>
            </a:r>
            <a:r>
              <a:rPr sz="3200" spc="-10" dirty="0">
                <a:latin typeface="Cambria Math"/>
                <a:cs typeface="Cambria Math"/>
              </a:rPr>
              <a:t> </a:t>
            </a:r>
            <a:r>
              <a:rPr sz="3200" dirty="0">
                <a:latin typeface="Calibri"/>
                <a:cs typeface="Calibri"/>
              </a:rPr>
              <a:t>là</a:t>
            </a:r>
            <a:r>
              <a:rPr sz="3200" spc="-35" dirty="0">
                <a:latin typeface="Calibri"/>
                <a:cs typeface="Calibri"/>
              </a:rPr>
              <a:t> </a:t>
            </a:r>
            <a:r>
              <a:rPr sz="3200" dirty="0">
                <a:latin typeface="Calibri"/>
                <a:cs typeface="Calibri"/>
              </a:rPr>
              <a:t>ánh</a:t>
            </a:r>
            <a:r>
              <a:rPr sz="3200" spc="-15" dirty="0">
                <a:latin typeface="Calibri"/>
                <a:cs typeface="Calibri"/>
              </a:rPr>
              <a:t> </a:t>
            </a:r>
            <a:r>
              <a:rPr sz="3200" dirty="0">
                <a:latin typeface="Calibri"/>
                <a:cs typeface="Calibri"/>
              </a:rPr>
              <a:t>xạ</a:t>
            </a:r>
            <a:r>
              <a:rPr sz="3200" spc="-35" dirty="0">
                <a:latin typeface="Calibri"/>
                <a:cs typeface="Calibri"/>
              </a:rPr>
              <a:t> </a:t>
            </a:r>
            <a:r>
              <a:rPr sz="3200" dirty="0">
                <a:latin typeface="Calibri"/>
                <a:cs typeface="Calibri"/>
              </a:rPr>
              <a:t>từ</a:t>
            </a:r>
            <a:r>
              <a:rPr sz="3200" spc="-35" dirty="0">
                <a:latin typeface="Calibri"/>
                <a:cs typeface="Calibri"/>
              </a:rPr>
              <a:t> </a:t>
            </a:r>
            <a:r>
              <a:rPr sz="3200" dirty="0">
                <a:latin typeface="Calibri"/>
                <a:cs typeface="Calibri"/>
              </a:rPr>
              <a:t>A</a:t>
            </a:r>
            <a:r>
              <a:rPr sz="3200" spc="-45" dirty="0">
                <a:latin typeface="Calibri"/>
                <a:cs typeface="Calibri"/>
              </a:rPr>
              <a:t> </a:t>
            </a:r>
            <a:r>
              <a:rPr sz="3200" dirty="0">
                <a:latin typeface="Calibri"/>
                <a:cs typeface="Calibri"/>
              </a:rPr>
              <a:t>vào</a:t>
            </a:r>
            <a:r>
              <a:rPr sz="3200" spc="-40" dirty="0">
                <a:latin typeface="Calibri"/>
                <a:cs typeface="Calibri"/>
              </a:rPr>
              <a:t> </a:t>
            </a:r>
            <a:r>
              <a:rPr sz="3200" dirty="0">
                <a:latin typeface="Calibri"/>
                <a:cs typeface="Calibri"/>
              </a:rPr>
              <a:t>C</a:t>
            </a:r>
            <a:r>
              <a:rPr sz="3200" spc="-25" dirty="0">
                <a:latin typeface="Calibri"/>
                <a:cs typeface="Calibri"/>
              </a:rPr>
              <a:t> </a:t>
            </a:r>
            <a:r>
              <a:rPr sz="3200" dirty="0">
                <a:latin typeface="Calibri"/>
                <a:cs typeface="Calibri"/>
              </a:rPr>
              <a:t>được</a:t>
            </a:r>
            <a:r>
              <a:rPr sz="3200" spc="-55" dirty="0">
                <a:latin typeface="Calibri"/>
                <a:cs typeface="Calibri"/>
              </a:rPr>
              <a:t> </a:t>
            </a:r>
            <a:r>
              <a:rPr sz="3200" spc="-25" dirty="0">
                <a:latin typeface="Calibri"/>
                <a:cs typeface="Calibri"/>
              </a:rPr>
              <a:t>xác </a:t>
            </a:r>
            <a:r>
              <a:rPr sz="3200" dirty="0">
                <a:latin typeface="Calibri"/>
                <a:cs typeface="Calibri"/>
              </a:rPr>
              <a:t>định</a:t>
            </a:r>
            <a:r>
              <a:rPr sz="3200" spc="-45" dirty="0">
                <a:latin typeface="Calibri"/>
                <a:cs typeface="Calibri"/>
              </a:rPr>
              <a:t> </a:t>
            </a:r>
            <a:r>
              <a:rPr sz="3200" dirty="0">
                <a:latin typeface="Calibri"/>
                <a:cs typeface="Calibri"/>
              </a:rPr>
              <a:t>bởi</a:t>
            </a:r>
            <a:r>
              <a:rPr sz="3200" spc="-45" dirty="0">
                <a:latin typeface="Calibri"/>
                <a:cs typeface="Calibri"/>
              </a:rPr>
              <a:t> </a:t>
            </a:r>
            <a:r>
              <a:rPr sz="3200" spc="-50" dirty="0">
                <a:latin typeface="Calibri"/>
                <a:cs typeface="Calibri"/>
              </a:rPr>
              <a:t>:</a:t>
            </a:r>
            <a:endParaRPr sz="3200">
              <a:latin typeface="Calibri"/>
              <a:cs typeface="Calibri"/>
            </a:endParaRPr>
          </a:p>
          <a:p>
            <a:pPr marL="153670" algn="ctr">
              <a:lnSpc>
                <a:spcPct val="100000"/>
              </a:lnSpc>
              <a:spcBef>
                <a:spcPts val="795"/>
              </a:spcBef>
            </a:pPr>
            <a:r>
              <a:rPr sz="3200" dirty="0">
                <a:latin typeface="Calibri"/>
                <a:cs typeface="Calibri"/>
              </a:rPr>
              <a:t>h</a:t>
            </a:r>
            <a:r>
              <a:rPr sz="3200" spc="-25"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A</a:t>
            </a:r>
            <a:r>
              <a:rPr sz="3200" spc="-25"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Calibri"/>
                <a:cs typeface="Calibri"/>
              </a:rPr>
              <a:t>C,</a:t>
            </a:r>
            <a:r>
              <a:rPr sz="3200" spc="-25" dirty="0">
                <a:latin typeface="Calibri"/>
                <a:cs typeface="Calibri"/>
              </a:rPr>
              <a:t> </a:t>
            </a:r>
            <a:r>
              <a:rPr sz="3200" dirty="0">
                <a:latin typeface="Calibri"/>
                <a:cs typeface="Calibri"/>
              </a:rPr>
              <a:t>h(x)</a:t>
            </a:r>
            <a:r>
              <a:rPr sz="3200" spc="-20" dirty="0">
                <a:latin typeface="Calibri"/>
                <a:cs typeface="Calibri"/>
              </a:rPr>
              <a:t> </a:t>
            </a:r>
            <a:r>
              <a:rPr sz="3200" dirty="0">
                <a:latin typeface="Calibri"/>
                <a:cs typeface="Calibri"/>
              </a:rPr>
              <a:t>=</a:t>
            </a:r>
            <a:r>
              <a:rPr sz="3200" spc="-25" dirty="0">
                <a:latin typeface="Calibri"/>
                <a:cs typeface="Calibri"/>
              </a:rPr>
              <a:t> </a:t>
            </a:r>
            <a:r>
              <a:rPr sz="3200" spc="-10" dirty="0">
                <a:latin typeface="Calibri"/>
                <a:cs typeface="Calibri"/>
              </a:rPr>
              <a:t>g(f(x))</a:t>
            </a:r>
            <a:endParaRPr sz="3200">
              <a:latin typeface="Calibri"/>
              <a:cs typeface="Calibri"/>
            </a:endParaRPr>
          </a:p>
        </p:txBody>
      </p:sp>
      <p:pic>
        <p:nvPicPr>
          <p:cNvPr id="3" name="object 3"/>
          <p:cNvPicPr/>
          <p:nvPr/>
        </p:nvPicPr>
        <p:blipFill>
          <a:blip r:embed="rId2" cstate="print"/>
          <a:stretch>
            <a:fillRect/>
          </a:stretch>
        </p:blipFill>
        <p:spPr>
          <a:xfrm>
            <a:off x="2728731" y="4543058"/>
            <a:ext cx="3648433" cy="1771985"/>
          </a:xfrm>
          <a:prstGeom prst="rect">
            <a:avLst/>
          </a:prstGeom>
        </p:spPr>
      </p:pic>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135164"/>
            <a:ext cx="7026275" cy="5297805"/>
          </a:xfrm>
          <a:prstGeom prst="rect">
            <a:avLst/>
          </a:prstGeom>
        </p:spPr>
        <p:txBody>
          <a:bodyPr vert="horz" wrap="square" lIns="0" tIns="113664" rIns="0" bIns="0" rtlCol="0">
            <a:spAutoFit/>
          </a:bodyPr>
          <a:lstStyle/>
          <a:p>
            <a:pPr marL="12700">
              <a:lnSpc>
                <a:spcPct val="100000"/>
              </a:lnSpc>
              <a:spcBef>
                <a:spcPts val="894"/>
              </a:spcBef>
            </a:pPr>
            <a:r>
              <a:rPr sz="3200" dirty="0">
                <a:latin typeface="Calibri"/>
                <a:cs typeface="Calibri"/>
              </a:rPr>
              <a:t>Ví</a:t>
            </a:r>
            <a:r>
              <a:rPr sz="3200" spc="-30" dirty="0">
                <a:latin typeface="Calibri"/>
                <a:cs typeface="Calibri"/>
              </a:rPr>
              <a:t> </a:t>
            </a:r>
            <a:r>
              <a:rPr sz="3200" dirty="0">
                <a:latin typeface="Calibri"/>
                <a:cs typeface="Calibri"/>
              </a:rPr>
              <a:t>dụ</a:t>
            </a:r>
            <a:r>
              <a:rPr sz="3200" spc="-5" dirty="0">
                <a:latin typeface="Calibri"/>
                <a:cs typeface="Calibri"/>
              </a:rPr>
              <a:t> </a:t>
            </a:r>
            <a:r>
              <a:rPr sz="3200" spc="-50" dirty="0">
                <a:latin typeface="Calibri"/>
                <a:cs typeface="Calibri"/>
              </a:rPr>
              <a:t>:</a:t>
            </a:r>
            <a:endParaRPr sz="3200">
              <a:latin typeface="Calibri"/>
              <a:cs typeface="Calibri"/>
            </a:endParaRPr>
          </a:p>
          <a:p>
            <a:pPr marL="469900" indent="-457200">
              <a:lnSpc>
                <a:spcPct val="100000"/>
              </a:lnSpc>
              <a:spcBef>
                <a:spcPts val="795"/>
              </a:spcBef>
              <a:buFont typeface="Wingdings"/>
              <a:buChar char=""/>
              <a:tabLst>
                <a:tab pos="469900" algn="l"/>
              </a:tabLst>
            </a:pPr>
            <a:r>
              <a:rPr sz="3200" dirty="0">
                <a:latin typeface="Calibri"/>
                <a:cs typeface="Calibri"/>
              </a:rPr>
              <a:t>Cho</a:t>
            </a:r>
            <a:r>
              <a:rPr sz="3200" spc="-40" dirty="0">
                <a:latin typeface="Calibri"/>
                <a:cs typeface="Calibri"/>
              </a:rPr>
              <a:t> </a:t>
            </a:r>
            <a:r>
              <a:rPr sz="3200" dirty="0">
                <a:latin typeface="Calibri"/>
                <a:cs typeface="Calibri"/>
              </a:rPr>
              <a:t>ánh</a:t>
            </a:r>
            <a:r>
              <a:rPr sz="3200" spc="-15" dirty="0">
                <a:latin typeface="Calibri"/>
                <a:cs typeface="Calibri"/>
              </a:rPr>
              <a:t> </a:t>
            </a:r>
            <a:r>
              <a:rPr sz="3200" dirty="0">
                <a:latin typeface="Calibri"/>
                <a:cs typeface="Calibri"/>
              </a:rPr>
              <a:t>xạ</a:t>
            </a:r>
            <a:r>
              <a:rPr sz="3200" spc="-30" dirty="0">
                <a:latin typeface="Calibri"/>
                <a:cs typeface="Calibri"/>
              </a:rPr>
              <a:t> </a:t>
            </a:r>
            <a:r>
              <a:rPr sz="3200" dirty="0">
                <a:latin typeface="Calibri"/>
                <a:cs typeface="Calibri"/>
              </a:rPr>
              <a:t>f</a:t>
            </a:r>
            <a:r>
              <a:rPr sz="3200" spc="-35" dirty="0">
                <a:latin typeface="Calibri"/>
                <a:cs typeface="Calibri"/>
              </a:rPr>
              <a:t> </a:t>
            </a:r>
            <a:r>
              <a:rPr sz="3200" dirty="0">
                <a:latin typeface="Calibri"/>
                <a:cs typeface="Calibri"/>
              </a:rPr>
              <a:t>:</a:t>
            </a:r>
            <a:r>
              <a:rPr sz="3200" spc="-30" dirty="0">
                <a:latin typeface="Calibri"/>
                <a:cs typeface="Calibri"/>
              </a:rPr>
              <a:t> </a:t>
            </a:r>
            <a:r>
              <a:rPr sz="3200" dirty="0">
                <a:latin typeface="Cambria Math"/>
                <a:cs typeface="Cambria Math"/>
              </a:rPr>
              <a:t>𝕫</a:t>
            </a:r>
            <a:r>
              <a:rPr sz="3200" spc="-10" dirty="0">
                <a:latin typeface="Cambria Math"/>
                <a:cs typeface="Cambria Math"/>
              </a:rPr>
              <a:t> </a:t>
            </a:r>
            <a:r>
              <a:rPr sz="3200" dirty="0">
                <a:latin typeface="Symbol"/>
                <a:cs typeface="Symbol"/>
              </a:rPr>
              <a:t></a:t>
            </a:r>
            <a:r>
              <a:rPr sz="3200" spc="-110" dirty="0">
                <a:latin typeface="Times New Roman"/>
                <a:cs typeface="Times New Roman"/>
              </a:rPr>
              <a:t> </a:t>
            </a:r>
            <a:r>
              <a:rPr sz="3200" spc="-25" dirty="0">
                <a:latin typeface="Cambria Math"/>
                <a:cs typeface="Cambria Math"/>
              </a:rPr>
              <a:t>𝕫</a:t>
            </a:r>
            <a:r>
              <a:rPr sz="3200" spc="-25" dirty="0">
                <a:latin typeface="Calibri"/>
                <a:cs typeface="Calibri"/>
              </a:rPr>
              <a:t>,</a:t>
            </a:r>
            <a:endParaRPr sz="3200">
              <a:latin typeface="Calibri"/>
              <a:cs typeface="Calibri"/>
            </a:endParaRPr>
          </a:p>
          <a:p>
            <a:pPr marL="12700">
              <a:lnSpc>
                <a:spcPct val="100000"/>
              </a:lnSpc>
              <a:spcBef>
                <a:spcPts val="740"/>
              </a:spcBef>
            </a:pPr>
            <a:r>
              <a:rPr sz="3200" dirty="0">
                <a:latin typeface="Calibri"/>
                <a:cs typeface="Calibri"/>
              </a:rPr>
              <a:t>được</a:t>
            </a:r>
            <a:r>
              <a:rPr sz="3200" spc="-60" dirty="0">
                <a:latin typeface="Calibri"/>
                <a:cs typeface="Calibri"/>
              </a:rPr>
              <a:t> </a:t>
            </a:r>
            <a:r>
              <a:rPr sz="3200" dirty="0">
                <a:latin typeface="Calibri"/>
                <a:cs typeface="Calibri"/>
              </a:rPr>
              <a:t>xác</a:t>
            </a:r>
            <a:r>
              <a:rPr sz="3200" spc="-40" dirty="0">
                <a:latin typeface="Calibri"/>
                <a:cs typeface="Calibri"/>
              </a:rPr>
              <a:t> </a:t>
            </a:r>
            <a:r>
              <a:rPr sz="3200" dirty="0">
                <a:latin typeface="Calibri"/>
                <a:cs typeface="Calibri"/>
              </a:rPr>
              <a:t>định</a:t>
            </a:r>
            <a:r>
              <a:rPr sz="3200" spc="-40" dirty="0">
                <a:latin typeface="Calibri"/>
                <a:cs typeface="Calibri"/>
              </a:rPr>
              <a:t> </a:t>
            </a:r>
            <a:r>
              <a:rPr sz="3200" dirty="0">
                <a:latin typeface="Calibri"/>
                <a:cs typeface="Calibri"/>
              </a:rPr>
              <a:t>bởi</a:t>
            </a:r>
            <a:r>
              <a:rPr sz="3200" spc="-35" dirty="0">
                <a:latin typeface="Calibri"/>
                <a:cs typeface="Calibri"/>
              </a:rPr>
              <a:t> </a:t>
            </a:r>
            <a:r>
              <a:rPr sz="3200" dirty="0">
                <a:latin typeface="Calibri"/>
                <a:cs typeface="Calibri"/>
              </a:rPr>
              <a:t>công</a:t>
            </a:r>
            <a:r>
              <a:rPr sz="3200" spc="-40" dirty="0">
                <a:latin typeface="Calibri"/>
                <a:cs typeface="Calibri"/>
              </a:rPr>
              <a:t> </a:t>
            </a:r>
            <a:r>
              <a:rPr sz="3200" dirty="0">
                <a:latin typeface="Calibri"/>
                <a:cs typeface="Calibri"/>
              </a:rPr>
              <a:t>thức</a:t>
            </a:r>
            <a:r>
              <a:rPr sz="3200" spc="-50" dirty="0">
                <a:latin typeface="Calibri"/>
                <a:cs typeface="Calibri"/>
              </a:rPr>
              <a:t> </a:t>
            </a:r>
            <a:r>
              <a:rPr sz="3200" dirty="0">
                <a:latin typeface="Calibri"/>
                <a:cs typeface="Calibri"/>
              </a:rPr>
              <a:t>f(x)</a:t>
            </a:r>
            <a:r>
              <a:rPr sz="3200" spc="-45"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2x</a:t>
            </a:r>
            <a:r>
              <a:rPr sz="3200" spc="-40" dirty="0">
                <a:latin typeface="Calibri"/>
                <a:cs typeface="Calibri"/>
              </a:rPr>
              <a:t> </a:t>
            </a:r>
            <a:r>
              <a:rPr sz="3200" spc="-25" dirty="0">
                <a:latin typeface="Calibri"/>
                <a:cs typeface="Calibri"/>
              </a:rPr>
              <a:t>+1,</a:t>
            </a:r>
            <a:endParaRPr sz="3200">
              <a:latin typeface="Calibri"/>
              <a:cs typeface="Calibri"/>
            </a:endParaRPr>
          </a:p>
          <a:p>
            <a:pPr marL="469900" indent="-457200">
              <a:lnSpc>
                <a:spcPct val="100000"/>
              </a:lnSpc>
              <a:spcBef>
                <a:spcPts val="795"/>
              </a:spcBef>
              <a:buFont typeface="Wingdings"/>
              <a:buChar char=""/>
              <a:tabLst>
                <a:tab pos="469900" algn="l"/>
              </a:tabLst>
            </a:pPr>
            <a:r>
              <a:rPr sz="3200" dirty="0">
                <a:latin typeface="Calibri"/>
                <a:cs typeface="Calibri"/>
              </a:rPr>
              <a:t>Cho</a:t>
            </a:r>
            <a:r>
              <a:rPr sz="3200" spc="-45" dirty="0">
                <a:latin typeface="Calibri"/>
                <a:cs typeface="Calibri"/>
              </a:rPr>
              <a:t> </a:t>
            </a:r>
            <a:r>
              <a:rPr sz="3200" dirty="0">
                <a:latin typeface="Calibri"/>
                <a:cs typeface="Calibri"/>
              </a:rPr>
              <a:t>ánh</a:t>
            </a:r>
            <a:r>
              <a:rPr sz="3200" spc="-20" dirty="0">
                <a:latin typeface="Calibri"/>
                <a:cs typeface="Calibri"/>
              </a:rPr>
              <a:t> </a:t>
            </a:r>
            <a:r>
              <a:rPr sz="3200" dirty="0">
                <a:latin typeface="Calibri"/>
                <a:cs typeface="Calibri"/>
              </a:rPr>
              <a:t>xạ</a:t>
            </a:r>
            <a:r>
              <a:rPr sz="3200" spc="-35" dirty="0">
                <a:latin typeface="Calibri"/>
                <a:cs typeface="Calibri"/>
              </a:rPr>
              <a:t> </a:t>
            </a:r>
            <a:r>
              <a:rPr sz="3200" dirty="0">
                <a:latin typeface="Calibri"/>
                <a:cs typeface="Calibri"/>
              </a:rPr>
              <a:t>g</a:t>
            </a:r>
            <a:r>
              <a:rPr sz="3200" spc="-30" dirty="0">
                <a:latin typeface="Calibri"/>
                <a:cs typeface="Calibri"/>
              </a:rPr>
              <a:t> </a:t>
            </a:r>
            <a:r>
              <a:rPr sz="3200" dirty="0">
                <a:latin typeface="Calibri"/>
                <a:cs typeface="Calibri"/>
              </a:rPr>
              <a:t>:</a:t>
            </a:r>
            <a:r>
              <a:rPr sz="3200" spc="-30" dirty="0">
                <a:latin typeface="Calibri"/>
                <a:cs typeface="Calibri"/>
              </a:rPr>
              <a:t> </a:t>
            </a:r>
            <a:r>
              <a:rPr sz="3200" dirty="0">
                <a:latin typeface="Cambria Math"/>
                <a:cs typeface="Cambria Math"/>
              </a:rPr>
              <a:t>𝕫</a:t>
            </a:r>
            <a:r>
              <a:rPr sz="3200" spc="-15" dirty="0">
                <a:latin typeface="Cambria Math"/>
                <a:cs typeface="Cambria Math"/>
              </a:rPr>
              <a:t> </a:t>
            </a:r>
            <a:r>
              <a:rPr sz="3200" dirty="0">
                <a:latin typeface="Symbol"/>
                <a:cs typeface="Symbol"/>
              </a:rPr>
              <a:t></a:t>
            </a:r>
            <a:r>
              <a:rPr sz="3200" dirty="0">
                <a:latin typeface="Cambria Math"/>
                <a:cs typeface="Cambria Math"/>
              </a:rPr>
              <a:t>𝕫</a:t>
            </a:r>
            <a:r>
              <a:rPr sz="3200" spc="-15" dirty="0">
                <a:latin typeface="Cambria Math"/>
                <a:cs typeface="Cambria Math"/>
              </a:rPr>
              <a:t> </a:t>
            </a:r>
            <a:r>
              <a:rPr sz="3200" spc="-50" dirty="0">
                <a:latin typeface="Calibri"/>
                <a:cs typeface="Calibri"/>
              </a:rPr>
              <a:t>,</a:t>
            </a:r>
            <a:endParaRPr sz="3200">
              <a:latin typeface="Calibri"/>
              <a:cs typeface="Calibri"/>
            </a:endParaRPr>
          </a:p>
          <a:p>
            <a:pPr marL="12700">
              <a:lnSpc>
                <a:spcPct val="100000"/>
              </a:lnSpc>
              <a:spcBef>
                <a:spcPts val="745"/>
              </a:spcBef>
            </a:pPr>
            <a:r>
              <a:rPr sz="3200" dirty="0">
                <a:latin typeface="Calibri"/>
                <a:cs typeface="Calibri"/>
              </a:rPr>
              <a:t>được</a:t>
            </a:r>
            <a:r>
              <a:rPr sz="3200" spc="-65" dirty="0">
                <a:latin typeface="Calibri"/>
                <a:cs typeface="Calibri"/>
              </a:rPr>
              <a:t> </a:t>
            </a:r>
            <a:r>
              <a:rPr sz="3200" dirty="0">
                <a:latin typeface="Calibri"/>
                <a:cs typeface="Calibri"/>
              </a:rPr>
              <a:t>xác</a:t>
            </a:r>
            <a:r>
              <a:rPr sz="3200" spc="-35" dirty="0">
                <a:latin typeface="Calibri"/>
                <a:cs typeface="Calibri"/>
              </a:rPr>
              <a:t> </a:t>
            </a:r>
            <a:r>
              <a:rPr sz="3200" dirty="0">
                <a:latin typeface="Calibri"/>
                <a:cs typeface="Calibri"/>
              </a:rPr>
              <a:t>định</a:t>
            </a:r>
            <a:r>
              <a:rPr sz="3200" spc="-25" dirty="0">
                <a:latin typeface="Calibri"/>
                <a:cs typeface="Calibri"/>
              </a:rPr>
              <a:t> </a:t>
            </a:r>
            <a:r>
              <a:rPr sz="3200" dirty="0">
                <a:latin typeface="Calibri"/>
                <a:cs typeface="Calibri"/>
              </a:rPr>
              <a:t>bởi</a:t>
            </a:r>
            <a:r>
              <a:rPr sz="3200" spc="-35" dirty="0">
                <a:latin typeface="Calibri"/>
                <a:cs typeface="Calibri"/>
              </a:rPr>
              <a:t> </a:t>
            </a:r>
            <a:r>
              <a:rPr sz="3200" dirty="0">
                <a:latin typeface="Calibri"/>
                <a:cs typeface="Calibri"/>
              </a:rPr>
              <a:t>công</a:t>
            </a:r>
            <a:r>
              <a:rPr sz="3200" spc="-35" dirty="0">
                <a:latin typeface="Calibri"/>
                <a:cs typeface="Calibri"/>
              </a:rPr>
              <a:t> </a:t>
            </a:r>
            <a:r>
              <a:rPr sz="3200" dirty="0">
                <a:latin typeface="Calibri"/>
                <a:cs typeface="Calibri"/>
              </a:rPr>
              <a:t>thức</a:t>
            </a:r>
            <a:r>
              <a:rPr sz="3200" spc="-55" dirty="0">
                <a:latin typeface="Calibri"/>
                <a:cs typeface="Calibri"/>
              </a:rPr>
              <a:t> </a:t>
            </a:r>
            <a:r>
              <a:rPr sz="3200" dirty="0">
                <a:latin typeface="Calibri"/>
                <a:cs typeface="Calibri"/>
              </a:rPr>
              <a:t>g(x)</a:t>
            </a:r>
            <a:r>
              <a:rPr sz="3200" spc="-35" dirty="0">
                <a:latin typeface="Calibri"/>
                <a:cs typeface="Calibri"/>
              </a:rPr>
              <a:t> </a:t>
            </a:r>
            <a:r>
              <a:rPr sz="3200" dirty="0">
                <a:latin typeface="Calibri"/>
                <a:cs typeface="Calibri"/>
              </a:rPr>
              <a:t>=</a:t>
            </a:r>
            <a:r>
              <a:rPr sz="3200" spc="-15" dirty="0">
                <a:latin typeface="Calibri"/>
                <a:cs typeface="Calibri"/>
              </a:rPr>
              <a:t> </a:t>
            </a:r>
            <a:r>
              <a:rPr sz="3200" spc="-25" dirty="0">
                <a:latin typeface="Calibri"/>
                <a:cs typeface="Calibri"/>
              </a:rPr>
              <a:t>3x,</a:t>
            </a:r>
            <a:endParaRPr sz="3200">
              <a:latin typeface="Calibri"/>
              <a:cs typeface="Calibri"/>
            </a:endParaRPr>
          </a:p>
          <a:p>
            <a:pPr marL="12700" marR="5080" indent="457200">
              <a:lnSpc>
                <a:spcPct val="119400"/>
              </a:lnSpc>
              <a:spcBef>
                <a:spcPts val="50"/>
              </a:spcBef>
              <a:buFont typeface="Wingdings"/>
              <a:buChar char=""/>
              <a:tabLst>
                <a:tab pos="469900" algn="l"/>
                <a:tab pos="3726815" algn="l"/>
              </a:tabLst>
            </a:pPr>
            <a:r>
              <a:rPr sz="3200" dirty="0">
                <a:latin typeface="Calibri"/>
                <a:cs typeface="Calibri"/>
              </a:rPr>
              <a:t>Ánh</a:t>
            </a:r>
            <a:r>
              <a:rPr sz="3200" spc="-35" dirty="0">
                <a:latin typeface="Calibri"/>
                <a:cs typeface="Calibri"/>
              </a:rPr>
              <a:t> </a:t>
            </a:r>
            <a:r>
              <a:rPr sz="3200" dirty="0">
                <a:latin typeface="Calibri"/>
                <a:cs typeface="Calibri"/>
              </a:rPr>
              <a:t>xạ</a:t>
            </a:r>
            <a:r>
              <a:rPr sz="3200" spc="-45" dirty="0">
                <a:latin typeface="Calibri"/>
                <a:cs typeface="Calibri"/>
              </a:rPr>
              <a:t> </a:t>
            </a:r>
            <a:r>
              <a:rPr sz="3200" dirty="0">
                <a:latin typeface="Calibri"/>
                <a:cs typeface="Calibri"/>
              </a:rPr>
              <a:t>hợp</a:t>
            </a:r>
            <a:r>
              <a:rPr sz="3200" spc="-30" dirty="0">
                <a:latin typeface="Calibri"/>
                <a:cs typeface="Calibri"/>
              </a:rPr>
              <a:t> </a:t>
            </a:r>
            <a:r>
              <a:rPr sz="3200" dirty="0">
                <a:latin typeface="Calibri"/>
                <a:cs typeface="Calibri"/>
              </a:rPr>
              <a:t>h=</a:t>
            </a:r>
            <a:r>
              <a:rPr sz="3200" dirty="0">
                <a:latin typeface="Cambria Math"/>
                <a:cs typeface="Cambria Math"/>
              </a:rPr>
              <a:t>g</a:t>
            </a:r>
            <a:r>
              <a:rPr sz="3200" spc="-35" dirty="0">
                <a:latin typeface="Cambria Math"/>
                <a:cs typeface="Cambria Math"/>
              </a:rPr>
              <a:t> </a:t>
            </a:r>
            <a:r>
              <a:rPr sz="3200" dirty="0">
                <a:latin typeface="Cambria Math"/>
                <a:cs typeface="Cambria Math"/>
              </a:rPr>
              <a:t>∘</a:t>
            </a:r>
            <a:r>
              <a:rPr sz="3200" spc="-35" dirty="0">
                <a:latin typeface="Cambria Math"/>
                <a:cs typeface="Cambria Math"/>
              </a:rPr>
              <a:t> </a:t>
            </a:r>
            <a:r>
              <a:rPr sz="3200" spc="-50" dirty="0">
                <a:latin typeface="Cambria Math"/>
                <a:cs typeface="Cambria Math"/>
              </a:rPr>
              <a:t>f</a:t>
            </a:r>
            <a:r>
              <a:rPr sz="3200" dirty="0">
                <a:latin typeface="Cambria Math"/>
                <a:cs typeface="Cambria Math"/>
              </a:rPr>
              <a:t>	</a:t>
            </a:r>
            <a:r>
              <a:rPr sz="3200" dirty="0">
                <a:latin typeface="Calibri"/>
                <a:cs typeface="Calibri"/>
              </a:rPr>
              <a:t>là</a:t>
            </a:r>
            <a:r>
              <a:rPr sz="3200" spc="-30" dirty="0">
                <a:latin typeface="Calibri"/>
                <a:cs typeface="Calibri"/>
              </a:rPr>
              <a:t> </a:t>
            </a:r>
            <a:r>
              <a:rPr sz="3200" dirty="0">
                <a:latin typeface="Calibri"/>
                <a:cs typeface="Calibri"/>
              </a:rPr>
              <a:t>ánh</a:t>
            </a:r>
            <a:r>
              <a:rPr sz="3200" spc="-5" dirty="0">
                <a:latin typeface="Calibri"/>
                <a:cs typeface="Calibri"/>
              </a:rPr>
              <a:t> </a:t>
            </a:r>
            <a:r>
              <a:rPr sz="3200" dirty="0">
                <a:latin typeface="Calibri"/>
                <a:cs typeface="Calibri"/>
              </a:rPr>
              <a:t>xạ,</a:t>
            </a:r>
            <a:r>
              <a:rPr sz="3200" spc="-30" dirty="0">
                <a:latin typeface="Calibri"/>
                <a:cs typeface="Calibri"/>
              </a:rPr>
              <a:t> </a:t>
            </a:r>
            <a:r>
              <a:rPr sz="3200" dirty="0">
                <a:latin typeface="Calibri"/>
                <a:cs typeface="Calibri"/>
              </a:rPr>
              <a:t>h</a:t>
            </a:r>
            <a:r>
              <a:rPr sz="3200" spc="-30" dirty="0">
                <a:latin typeface="Calibri"/>
                <a:cs typeface="Calibri"/>
              </a:rPr>
              <a:t> </a:t>
            </a:r>
            <a:r>
              <a:rPr sz="3200" dirty="0">
                <a:latin typeface="Calibri"/>
                <a:cs typeface="Calibri"/>
              </a:rPr>
              <a:t>:</a:t>
            </a:r>
            <a:r>
              <a:rPr sz="3200" spc="-25" dirty="0">
                <a:latin typeface="Calibri"/>
                <a:cs typeface="Calibri"/>
              </a:rPr>
              <a:t> </a:t>
            </a:r>
            <a:r>
              <a:rPr sz="3200" dirty="0">
                <a:latin typeface="Cambria Math"/>
                <a:cs typeface="Cambria Math"/>
              </a:rPr>
              <a:t>𝕫</a:t>
            </a:r>
            <a:r>
              <a:rPr sz="3200" spc="-15" dirty="0">
                <a:latin typeface="Cambria Math"/>
                <a:cs typeface="Cambria Math"/>
              </a:rPr>
              <a:t> </a:t>
            </a:r>
            <a:r>
              <a:rPr sz="3200" dirty="0">
                <a:latin typeface="Symbol"/>
                <a:cs typeface="Symbol"/>
              </a:rPr>
              <a:t></a:t>
            </a:r>
            <a:r>
              <a:rPr sz="3200" spc="-110" dirty="0">
                <a:latin typeface="Times New Roman"/>
                <a:cs typeface="Times New Roman"/>
              </a:rPr>
              <a:t> </a:t>
            </a:r>
            <a:r>
              <a:rPr sz="3200" spc="-25" dirty="0">
                <a:latin typeface="Cambria Math"/>
                <a:cs typeface="Cambria Math"/>
              </a:rPr>
              <a:t>𝕫</a:t>
            </a:r>
            <a:r>
              <a:rPr sz="3200" spc="-25" dirty="0">
                <a:latin typeface="Calibri"/>
                <a:cs typeface="Calibri"/>
              </a:rPr>
              <a:t>, </a:t>
            </a:r>
            <a:r>
              <a:rPr sz="3200" dirty="0">
                <a:latin typeface="Calibri"/>
                <a:cs typeface="Calibri"/>
              </a:rPr>
              <a:t>h(x)</a:t>
            </a:r>
            <a:r>
              <a:rPr sz="3200" spc="-35" dirty="0">
                <a:latin typeface="Calibri"/>
                <a:cs typeface="Calibri"/>
              </a:rPr>
              <a:t> </a:t>
            </a:r>
            <a:r>
              <a:rPr sz="3200" dirty="0">
                <a:latin typeface="Calibri"/>
                <a:cs typeface="Calibri"/>
              </a:rPr>
              <a:t>=</a:t>
            </a:r>
            <a:r>
              <a:rPr sz="3200" spc="-35" dirty="0">
                <a:latin typeface="Calibri"/>
                <a:cs typeface="Calibri"/>
              </a:rPr>
              <a:t> </a:t>
            </a:r>
            <a:r>
              <a:rPr sz="3200" dirty="0">
                <a:latin typeface="Calibri"/>
                <a:cs typeface="Calibri"/>
              </a:rPr>
              <a:t>g(f(x))</a:t>
            </a:r>
            <a:r>
              <a:rPr sz="3200" spc="-35" dirty="0">
                <a:latin typeface="Calibri"/>
                <a:cs typeface="Calibri"/>
              </a:rPr>
              <a:t> </a:t>
            </a:r>
            <a:r>
              <a:rPr sz="3200" dirty="0">
                <a:latin typeface="Calibri"/>
                <a:cs typeface="Calibri"/>
              </a:rPr>
              <a:t>=</a:t>
            </a:r>
            <a:r>
              <a:rPr sz="3200" spc="-15" dirty="0">
                <a:latin typeface="Calibri"/>
                <a:cs typeface="Calibri"/>
              </a:rPr>
              <a:t> </a:t>
            </a:r>
            <a:r>
              <a:rPr sz="3200" dirty="0">
                <a:latin typeface="Cambria Math"/>
                <a:cs typeface="Cambria Math"/>
              </a:rPr>
              <a:t>g</a:t>
            </a:r>
            <a:r>
              <a:rPr sz="3200" spc="-20" dirty="0">
                <a:latin typeface="Cambria Math"/>
                <a:cs typeface="Cambria Math"/>
              </a:rPr>
              <a:t> </a:t>
            </a:r>
            <a:r>
              <a:rPr sz="3200" dirty="0">
                <a:latin typeface="Cambria Math"/>
                <a:cs typeface="Cambria Math"/>
              </a:rPr>
              <a:t>∘</a:t>
            </a:r>
            <a:r>
              <a:rPr sz="3200" spc="-30" dirty="0">
                <a:latin typeface="Cambria Math"/>
                <a:cs typeface="Cambria Math"/>
              </a:rPr>
              <a:t> </a:t>
            </a:r>
            <a:r>
              <a:rPr sz="3200" spc="-20" dirty="0">
                <a:latin typeface="Cambria Math"/>
                <a:cs typeface="Cambria Math"/>
              </a:rPr>
              <a:t>f(x)</a:t>
            </a:r>
            <a:endParaRPr sz="3200">
              <a:latin typeface="Cambria Math"/>
              <a:cs typeface="Cambria Math"/>
            </a:endParaRPr>
          </a:p>
          <a:p>
            <a:pPr marL="2131695">
              <a:lnSpc>
                <a:spcPct val="100000"/>
              </a:lnSpc>
              <a:spcBef>
                <a:spcPts val="765"/>
              </a:spcBef>
            </a:pPr>
            <a:r>
              <a:rPr sz="3200" dirty="0">
                <a:latin typeface="Calibri"/>
                <a:cs typeface="Calibri"/>
              </a:rPr>
              <a:t>=</a:t>
            </a:r>
            <a:r>
              <a:rPr sz="3200" spc="-20" dirty="0">
                <a:latin typeface="Calibri"/>
                <a:cs typeface="Calibri"/>
              </a:rPr>
              <a:t> </a:t>
            </a:r>
            <a:r>
              <a:rPr sz="3200" spc="-10" dirty="0">
                <a:latin typeface="Calibri"/>
                <a:cs typeface="Calibri"/>
              </a:rPr>
              <a:t>3(2x+1)</a:t>
            </a:r>
            <a:endParaRPr sz="3200">
              <a:latin typeface="Calibri"/>
              <a:cs typeface="Calibri"/>
            </a:endParaRPr>
          </a:p>
          <a:p>
            <a:pPr marL="2131695">
              <a:lnSpc>
                <a:spcPct val="100000"/>
              </a:lnSpc>
              <a:spcBef>
                <a:spcPts val="770"/>
              </a:spcBef>
            </a:pPr>
            <a:r>
              <a:rPr sz="3200" dirty="0">
                <a:latin typeface="Calibri"/>
                <a:cs typeface="Calibri"/>
              </a:rPr>
              <a:t>=</a:t>
            </a:r>
            <a:r>
              <a:rPr sz="3200" spc="-25" dirty="0">
                <a:latin typeface="Calibri"/>
                <a:cs typeface="Calibri"/>
              </a:rPr>
              <a:t> </a:t>
            </a:r>
            <a:r>
              <a:rPr sz="3200" dirty="0">
                <a:latin typeface="Calibri"/>
                <a:cs typeface="Calibri"/>
              </a:rPr>
              <a:t>6x</a:t>
            </a:r>
            <a:r>
              <a:rPr sz="3200" spc="-20" dirty="0">
                <a:latin typeface="Calibri"/>
                <a:cs typeface="Calibri"/>
              </a:rPr>
              <a:t> </a:t>
            </a:r>
            <a:r>
              <a:rPr sz="3200" dirty="0">
                <a:latin typeface="Calibri"/>
                <a:cs typeface="Calibri"/>
              </a:rPr>
              <a:t>+</a:t>
            </a:r>
            <a:r>
              <a:rPr sz="3200" spc="-15" dirty="0">
                <a:latin typeface="Calibri"/>
                <a:cs typeface="Calibri"/>
              </a:rPr>
              <a:t> </a:t>
            </a:r>
            <a:r>
              <a:rPr sz="3200" spc="-50" dirty="0">
                <a:latin typeface="Calibri"/>
                <a:cs typeface="Calibri"/>
              </a:rPr>
              <a:t>3</a:t>
            </a:r>
            <a:endParaRPr sz="3200">
              <a:latin typeface="Calibri"/>
              <a:cs typeface="Calibri"/>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135164"/>
            <a:ext cx="6751320" cy="5297805"/>
          </a:xfrm>
          <a:prstGeom prst="rect">
            <a:avLst/>
          </a:prstGeom>
        </p:spPr>
        <p:txBody>
          <a:bodyPr vert="horz" wrap="square" lIns="0" tIns="113664" rIns="0" bIns="0" rtlCol="0">
            <a:spAutoFit/>
          </a:bodyPr>
          <a:lstStyle/>
          <a:p>
            <a:pPr marL="12700">
              <a:lnSpc>
                <a:spcPct val="100000"/>
              </a:lnSpc>
              <a:spcBef>
                <a:spcPts val="894"/>
              </a:spcBef>
            </a:pPr>
            <a:r>
              <a:rPr sz="3200" dirty="0">
                <a:latin typeface="Calibri"/>
                <a:cs typeface="Calibri"/>
              </a:rPr>
              <a:t>Bài</a:t>
            </a:r>
            <a:r>
              <a:rPr sz="3200" spc="-60" dirty="0">
                <a:latin typeface="Calibri"/>
                <a:cs typeface="Calibri"/>
              </a:rPr>
              <a:t> </a:t>
            </a:r>
            <a:r>
              <a:rPr sz="3200" dirty="0">
                <a:latin typeface="Calibri"/>
                <a:cs typeface="Calibri"/>
              </a:rPr>
              <a:t>tập</a:t>
            </a:r>
            <a:r>
              <a:rPr sz="3200" spc="-50" dirty="0">
                <a:latin typeface="Calibri"/>
                <a:cs typeface="Calibri"/>
              </a:rPr>
              <a:t> </a:t>
            </a:r>
            <a:r>
              <a:rPr sz="3200" dirty="0">
                <a:latin typeface="Calibri"/>
                <a:cs typeface="Calibri"/>
              </a:rPr>
              <a:t>tại</a:t>
            </a:r>
            <a:r>
              <a:rPr sz="3200" spc="-35" dirty="0">
                <a:latin typeface="Calibri"/>
                <a:cs typeface="Calibri"/>
              </a:rPr>
              <a:t> </a:t>
            </a:r>
            <a:r>
              <a:rPr sz="3200" dirty="0">
                <a:latin typeface="Calibri"/>
                <a:cs typeface="Calibri"/>
              </a:rPr>
              <a:t>lớp</a:t>
            </a:r>
            <a:r>
              <a:rPr sz="3200" spc="-50" dirty="0">
                <a:latin typeface="Calibri"/>
                <a:cs typeface="Calibri"/>
              </a:rPr>
              <a:t> :</a:t>
            </a:r>
            <a:endParaRPr sz="3200">
              <a:latin typeface="Calibri"/>
              <a:cs typeface="Calibri"/>
            </a:endParaRPr>
          </a:p>
          <a:p>
            <a:pPr marL="469900" indent="-457200">
              <a:lnSpc>
                <a:spcPct val="100000"/>
              </a:lnSpc>
              <a:spcBef>
                <a:spcPts val="795"/>
              </a:spcBef>
              <a:buFont typeface="Wingdings"/>
              <a:buChar char=""/>
              <a:tabLst>
                <a:tab pos="469900" algn="l"/>
              </a:tabLst>
            </a:pPr>
            <a:r>
              <a:rPr sz="3200" dirty="0">
                <a:latin typeface="Calibri"/>
                <a:cs typeface="Calibri"/>
              </a:rPr>
              <a:t>Cho</a:t>
            </a:r>
            <a:r>
              <a:rPr sz="3200" spc="-40" dirty="0">
                <a:latin typeface="Calibri"/>
                <a:cs typeface="Calibri"/>
              </a:rPr>
              <a:t> </a:t>
            </a:r>
            <a:r>
              <a:rPr sz="3200" dirty="0">
                <a:latin typeface="Calibri"/>
                <a:cs typeface="Calibri"/>
              </a:rPr>
              <a:t>ánh</a:t>
            </a:r>
            <a:r>
              <a:rPr sz="3200" spc="-15" dirty="0">
                <a:latin typeface="Calibri"/>
                <a:cs typeface="Calibri"/>
              </a:rPr>
              <a:t> </a:t>
            </a:r>
            <a:r>
              <a:rPr sz="3200" dirty="0">
                <a:latin typeface="Calibri"/>
                <a:cs typeface="Calibri"/>
              </a:rPr>
              <a:t>xạ</a:t>
            </a:r>
            <a:r>
              <a:rPr sz="3200" spc="-30" dirty="0">
                <a:latin typeface="Calibri"/>
                <a:cs typeface="Calibri"/>
              </a:rPr>
              <a:t> </a:t>
            </a:r>
            <a:r>
              <a:rPr sz="3200" dirty="0">
                <a:latin typeface="Calibri"/>
                <a:cs typeface="Calibri"/>
              </a:rPr>
              <a:t>f</a:t>
            </a:r>
            <a:r>
              <a:rPr sz="3200" spc="-35" dirty="0">
                <a:latin typeface="Calibri"/>
                <a:cs typeface="Calibri"/>
              </a:rPr>
              <a:t> </a:t>
            </a:r>
            <a:r>
              <a:rPr sz="3200" dirty="0">
                <a:latin typeface="Calibri"/>
                <a:cs typeface="Calibri"/>
              </a:rPr>
              <a:t>:</a:t>
            </a:r>
            <a:r>
              <a:rPr sz="3200" spc="-30" dirty="0">
                <a:latin typeface="Calibri"/>
                <a:cs typeface="Calibri"/>
              </a:rPr>
              <a:t> </a:t>
            </a:r>
            <a:r>
              <a:rPr sz="3200" dirty="0">
                <a:latin typeface="Cambria Math"/>
                <a:cs typeface="Cambria Math"/>
              </a:rPr>
              <a:t>𝕫</a:t>
            </a:r>
            <a:r>
              <a:rPr sz="3200" spc="-10" dirty="0">
                <a:latin typeface="Cambria Math"/>
                <a:cs typeface="Cambria Math"/>
              </a:rPr>
              <a:t> </a:t>
            </a:r>
            <a:r>
              <a:rPr sz="3200" dirty="0">
                <a:latin typeface="Symbol"/>
                <a:cs typeface="Symbol"/>
              </a:rPr>
              <a:t></a:t>
            </a:r>
            <a:r>
              <a:rPr sz="3200" spc="-110" dirty="0">
                <a:latin typeface="Times New Roman"/>
                <a:cs typeface="Times New Roman"/>
              </a:rPr>
              <a:t> </a:t>
            </a:r>
            <a:r>
              <a:rPr sz="3200" spc="-25" dirty="0">
                <a:latin typeface="Cambria Math"/>
                <a:cs typeface="Cambria Math"/>
              </a:rPr>
              <a:t>𝕫</a:t>
            </a:r>
            <a:r>
              <a:rPr sz="3200" spc="-25" dirty="0">
                <a:latin typeface="Calibri"/>
                <a:cs typeface="Calibri"/>
              </a:rPr>
              <a:t>,</a:t>
            </a:r>
            <a:endParaRPr sz="3200">
              <a:latin typeface="Calibri"/>
              <a:cs typeface="Calibri"/>
            </a:endParaRPr>
          </a:p>
          <a:p>
            <a:pPr marL="12700">
              <a:lnSpc>
                <a:spcPct val="100000"/>
              </a:lnSpc>
              <a:spcBef>
                <a:spcPts val="740"/>
              </a:spcBef>
            </a:pPr>
            <a:r>
              <a:rPr sz="3200" dirty="0">
                <a:latin typeface="Calibri"/>
                <a:cs typeface="Calibri"/>
              </a:rPr>
              <a:t>được</a:t>
            </a:r>
            <a:r>
              <a:rPr sz="3200" spc="-60" dirty="0">
                <a:latin typeface="Calibri"/>
                <a:cs typeface="Calibri"/>
              </a:rPr>
              <a:t> </a:t>
            </a:r>
            <a:r>
              <a:rPr sz="3200" dirty="0">
                <a:latin typeface="Calibri"/>
                <a:cs typeface="Calibri"/>
              </a:rPr>
              <a:t>xác</a:t>
            </a:r>
            <a:r>
              <a:rPr sz="3200" spc="-40" dirty="0">
                <a:latin typeface="Calibri"/>
                <a:cs typeface="Calibri"/>
              </a:rPr>
              <a:t> </a:t>
            </a:r>
            <a:r>
              <a:rPr sz="3200" dirty="0">
                <a:latin typeface="Calibri"/>
                <a:cs typeface="Calibri"/>
              </a:rPr>
              <a:t>định</a:t>
            </a:r>
            <a:r>
              <a:rPr sz="3200" spc="-40" dirty="0">
                <a:latin typeface="Calibri"/>
                <a:cs typeface="Calibri"/>
              </a:rPr>
              <a:t> </a:t>
            </a:r>
            <a:r>
              <a:rPr sz="3200" dirty="0">
                <a:latin typeface="Calibri"/>
                <a:cs typeface="Calibri"/>
              </a:rPr>
              <a:t>bởi</a:t>
            </a:r>
            <a:r>
              <a:rPr sz="3200" spc="-35" dirty="0">
                <a:latin typeface="Calibri"/>
                <a:cs typeface="Calibri"/>
              </a:rPr>
              <a:t> </a:t>
            </a:r>
            <a:r>
              <a:rPr sz="3200" dirty="0">
                <a:latin typeface="Calibri"/>
                <a:cs typeface="Calibri"/>
              </a:rPr>
              <a:t>công</a:t>
            </a:r>
            <a:r>
              <a:rPr sz="3200" spc="-40" dirty="0">
                <a:latin typeface="Calibri"/>
                <a:cs typeface="Calibri"/>
              </a:rPr>
              <a:t> </a:t>
            </a:r>
            <a:r>
              <a:rPr sz="3200" dirty="0">
                <a:latin typeface="Calibri"/>
                <a:cs typeface="Calibri"/>
              </a:rPr>
              <a:t>thức</a:t>
            </a:r>
            <a:r>
              <a:rPr sz="3200" spc="-50" dirty="0">
                <a:latin typeface="Calibri"/>
                <a:cs typeface="Calibri"/>
              </a:rPr>
              <a:t> </a:t>
            </a:r>
            <a:r>
              <a:rPr sz="3200" dirty="0">
                <a:latin typeface="Calibri"/>
                <a:cs typeface="Calibri"/>
              </a:rPr>
              <a:t>f(x)</a:t>
            </a:r>
            <a:r>
              <a:rPr sz="3200" spc="-45"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2x</a:t>
            </a:r>
            <a:r>
              <a:rPr sz="3200" spc="-40" dirty="0">
                <a:latin typeface="Calibri"/>
                <a:cs typeface="Calibri"/>
              </a:rPr>
              <a:t> </a:t>
            </a:r>
            <a:r>
              <a:rPr sz="3200" spc="-25" dirty="0">
                <a:latin typeface="Calibri"/>
                <a:cs typeface="Calibri"/>
              </a:rPr>
              <a:t>+1,</a:t>
            </a:r>
            <a:endParaRPr sz="3200">
              <a:latin typeface="Calibri"/>
              <a:cs typeface="Calibri"/>
            </a:endParaRPr>
          </a:p>
          <a:p>
            <a:pPr marL="469900" indent="-457200">
              <a:lnSpc>
                <a:spcPct val="100000"/>
              </a:lnSpc>
              <a:spcBef>
                <a:spcPts val="795"/>
              </a:spcBef>
              <a:buFont typeface="Wingdings"/>
              <a:buChar char=""/>
              <a:tabLst>
                <a:tab pos="469900" algn="l"/>
              </a:tabLst>
            </a:pPr>
            <a:r>
              <a:rPr sz="3200" dirty="0">
                <a:latin typeface="Calibri"/>
                <a:cs typeface="Calibri"/>
              </a:rPr>
              <a:t>Cho</a:t>
            </a:r>
            <a:r>
              <a:rPr sz="3200" spc="-45" dirty="0">
                <a:latin typeface="Calibri"/>
                <a:cs typeface="Calibri"/>
              </a:rPr>
              <a:t> </a:t>
            </a:r>
            <a:r>
              <a:rPr sz="3200" dirty="0">
                <a:latin typeface="Calibri"/>
                <a:cs typeface="Calibri"/>
              </a:rPr>
              <a:t>ánh</a:t>
            </a:r>
            <a:r>
              <a:rPr sz="3200" spc="-20" dirty="0">
                <a:latin typeface="Calibri"/>
                <a:cs typeface="Calibri"/>
              </a:rPr>
              <a:t> </a:t>
            </a:r>
            <a:r>
              <a:rPr sz="3200" dirty="0">
                <a:latin typeface="Calibri"/>
                <a:cs typeface="Calibri"/>
              </a:rPr>
              <a:t>xạ</a:t>
            </a:r>
            <a:r>
              <a:rPr sz="3200" spc="-35" dirty="0">
                <a:latin typeface="Calibri"/>
                <a:cs typeface="Calibri"/>
              </a:rPr>
              <a:t> </a:t>
            </a:r>
            <a:r>
              <a:rPr sz="3200" dirty="0">
                <a:latin typeface="Calibri"/>
                <a:cs typeface="Calibri"/>
              </a:rPr>
              <a:t>g</a:t>
            </a:r>
            <a:r>
              <a:rPr sz="3200" spc="-30" dirty="0">
                <a:latin typeface="Calibri"/>
                <a:cs typeface="Calibri"/>
              </a:rPr>
              <a:t> </a:t>
            </a:r>
            <a:r>
              <a:rPr sz="3200" dirty="0">
                <a:latin typeface="Calibri"/>
                <a:cs typeface="Calibri"/>
              </a:rPr>
              <a:t>:</a:t>
            </a:r>
            <a:r>
              <a:rPr sz="3200" spc="-30" dirty="0">
                <a:latin typeface="Calibri"/>
                <a:cs typeface="Calibri"/>
              </a:rPr>
              <a:t> </a:t>
            </a:r>
            <a:r>
              <a:rPr sz="3200" dirty="0">
                <a:latin typeface="Cambria Math"/>
                <a:cs typeface="Cambria Math"/>
              </a:rPr>
              <a:t>𝕫</a:t>
            </a:r>
            <a:r>
              <a:rPr sz="3200" spc="-15" dirty="0">
                <a:latin typeface="Cambria Math"/>
                <a:cs typeface="Cambria Math"/>
              </a:rPr>
              <a:t> </a:t>
            </a:r>
            <a:r>
              <a:rPr sz="3200" dirty="0">
                <a:latin typeface="Symbol"/>
                <a:cs typeface="Symbol"/>
              </a:rPr>
              <a:t></a:t>
            </a:r>
            <a:r>
              <a:rPr sz="3200" dirty="0">
                <a:latin typeface="Cambria Math"/>
                <a:cs typeface="Cambria Math"/>
              </a:rPr>
              <a:t>𝕫</a:t>
            </a:r>
            <a:r>
              <a:rPr sz="3200" spc="-15" dirty="0">
                <a:latin typeface="Cambria Math"/>
                <a:cs typeface="Cambria Math"/>
              </a:rPr>
              <a:t> </a:t>
            </a:r>
            <a:r>
              <a:rPr sz="3200" spc="-50" dirty="0">
                <a:latin typeface="Calibri"/>
                <a:cs typeface="Calibri"/>
              </a:rPr>
              <a:t>,</a:t>
            </a:r>
            <a:endParaRPr sz="3200">
              <a:latin typeface="Calibri"/>
              <a:cs typeface="Calibri"/>
            </a:endParaRPr>
          </a:p>
          <a:p>
            <a:pPr marL="12700">
              <a:lnSpc>
                <a:spcPct val="100000"/>
              </a:lnSpc>
              <a:spcBef>
                <a:spcPts val="745"/>
              </a:spcBef>
            </a:pPr>
            <a:r>
              <a:rPr sz="3200" dirty="0">
                <a:latin typeface="Calibri"/>
                <a:cs typeface="Calibri"/>
              </a:rPr>
              <a:t>được</a:t>
            </a:r>
            <a:r>
              <a:rPr sz="3200" spc="-65" dirty="0">
                <a:latin typeface="Calibri"/>
                <a:cs typeface="Calibri"/>
              </a:rPr>
              <a:t> </a:t>
            </a:r>
            <a:r>
              <a:rPr sz="3200" dirty="0">
                <a:latin typeface="Calibri"/>
                <a:cs typeface="Calibri"/>
              </a:rPr>
              <a:t>xác</a:t>
            </a:r>
            <a:r>
              <a:rPr sz="3200" spc="-35" dirty="0">
                <a:latin typeface="Calibri"/>
                <a:cs typeface="Calibri"/>
              </a:rPr>
              <a:t> </a:t>
            </a:r>
            <a:r>
              <a:rPr sz="3200" dirty="0">
                <a:latin typeface="Calibri"/>
                <a:cs typeface="Calibri"/>
              </a:rPr>
              <a:t>định</a:t>
            </a:r>
            <a:r>
              <a:rPr sz="3200" spc="-25" dirty="0">
                <a:latin typeface="Calibri"/>
                <a:cs typeface="Calibri"/>
              </a:rPr>
              <a:t> </a:t>
            </a:r>
            <a:r>
              <a:rPr sz="3200" dirty="0">
                <a:latin typeface="Calibri"/>
                <a:cs typeface="Calibri"/>
              </a:rPr>
              <a:t>bởi</a:t>
            </a:r>
            <a:r>
              <a:rPr sz="3200" spc="-35" dirty="0">
                <a:latin typeface="Calibri"/>
                <a:cs typeface="Calibri"/>
              </a:rPr>
              <a:t> </a:t>
            </a:r>
            <a:r>
              <a:rPr sz="3200" dirty="0">
                <a:latin typeface="Calibri"/>
                <a:cs typeface="Calibri"/>
              </a:rPr>
              <a:t>công</a:t>
            </a:r>
            <a:r>
              <a:rPr sz="3200" spc="-35" dirty="0">
                <a:latin typeface="Calibri"/>
                <a:cs typeface="Calibri"/>
              </a:rPr>
              <a:t> </a:t>
            </a:r>
            <a:r>
              <a:rPr sz="3200" dirty="0">
                <a:latin typeface="Calibri"/>
                <a:cs typeface="Calibri"/>
              </a:rPr>
              <a:t>thức</a:t>
            </a:r>
            <a:r>
              <a:rPr sz="3200" spc="-55" dirty="0">
                <a:latin typeface="Calibri"/>
                <a:cs typeface="Calibri"/>
              </a:rPr>
              <a:t> </a:t>
            </a:r>
            <a:r>
              <a:rPr sz="3200" dirty="0">
                <a:latin typeface="Calibri"/>
                <a:cs typeface="Calibri"/>
              </a:rPr>
              <a:t>g(x)</a:t>
            </a:r>
            <a:r>
              <a:rPr sz="3200" spc="-35" dirty="0">
                <a:latin typeface="Calibri"/>
                <a:cs typeface="Calibri"/>
              </a:rPr>
              <a:t> </a:t>
            </a:r>
            <a:r>
              <a:rPr sz="3200" dirty="0">
                <a:latin typeface="Calibri"/>
                <a:cs typeface="Calibri"/>
              </a:rPr>
              <a:t>=</a:t>
            </a:r>
            <a:r>
              <a:rPr sz="3200" spc="-15" dirty="0">
                <a:latin typeface="Calibri"/>
                <a:cs typeface="Calibri"/>
              </a:rPr>
              <a:t> </a:t>
            </a:r>
            <a:r>
              <a:rPr sz="3200" spc="-25" dirty="0">
                <a:latin typeface="Calibri"/>
                <a:cs typeface="Calibri"/>
              </a:rPr>
              <a:t>3x,</a:t>
            </a:r>
            <a:endParaRPr sz="3200">
              <a:latin typeface="Calibri"/>
              <a:cs typeface="Calibri"/>
            </a:endParaRPr>
          </a:p>
          <a:p>
            <a:pPr marL="12700">
              <a:lnSpc>
                <a:spcPct val="100000"/>
              </a:lnSpc>
              <a:spcBef>
                <a:spcPts val="770"/>
              </a:spcBef>
            </a:pPr>
            <a:r>
              <a:rPr sz="3200" dirty="0">
                <a:latin typeface="Calibri"/>
                <a:cs typeface="Calibri"/>
              </a:rPr>
              <a:t>Hãy</a:t>
            </a:r>
            <a:r>
              <a:rPr sz="3200" spc="-75" dirty="0">
                <a:latin typeface="Calibri"/>
                <a:cs typeface="Calibri"/>
              </a:rPr>
              <a:t> </a:t>
            </a:r>
            <a:r>
              <a:rPr sz="3200" dirty="0">
                <a:latin typeface="Calibri"/>
                <a:cs typeface="Calibri"/>
              </a:rPr>
              <a:t>xác</a:t>
            </a:r>
            <a:r>
              <a:rPr sz="3200" spc="-70" dirty="0">
                <a:latin typeface="Calibri"/>
                <a:cs typeface="Calibri"/>
              </a:rPr>
              <a:t> </a:t>
            </a:r>
            <a:r>
              <a:rPr sz="3200" dirty="0">
                <a:latin typeface="Calibri"/>
                <a:cs typeface="Calibri"/>
              </a:rPr>
              <a:t>định</a:t>
            </a:r>
            <a:r>
              <a:rPr sz="3200" spc="-75" dirty="0">
                <a:latin typeface="Calibri"/>
                <a:cs typeface="Calibri"/>
              </a:rPr>
              <a:t> </a:t>
            </a:r>
            <a:r>
              <a:rPr sz="3200" dirty="0">
                <a:latin typeface="Calibri"/>
                <a:cs typeface="Calibri"/>
              </a:rPr>
              <a:t>xạ</a:t>
            </a:r>
            <a:r>
              <a:rPr sz="3200" spc="-70" dirty="0">
                <a:latin typeface="Calibri"/>
                <a:cs typeface="Calibri"/>
              </a:rPr>
              <a:t> </a:t>
            </a:r>
            <a:r>
              <a:rPr sz="3200" spc="-25" dirty="0">
                <a:latin typeface="Calibri"/>
                <a:cs typeface="Calibri"/>
              </a:rPr>
              <a:t>hợp</a:t>
            </a:r>
            <a:endParaRPr sz="3200">
              <a:latin typeface="Calibri"/>
              <a:cs typeface="Calibri"/>
            </a:endParaRPr>
          </a:p>
          <a:p>
            <a:pPr marL="12700">
              <a:lnSpc>
                <a:spcPct val="100000"/>
              </a:lnSpc>
              <a:spcBef>
                <a:spcPts val="770"/>
              </a:spcBef>
            </a:pPr>
            <a:r>
              <a:rPr sz="3200" dirty="0">
                <a:latin typeface="Calibri"/>
                <a:cs typeface="Calibri"/>
              </a:rPr>
              <a:t>a</a:t>
            </a:r>
            <a:r>
              <a:rPr sz="3200" spc="-20"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h=</a:t>
            </a:r>
            <a:r>
              <a:rPr sz="3200" dirty="0">
                <a:latin typeface="Cambria Math"/>
                <a:cs typeface="Cambria Math"/>
              </a:rPr>
              <a:t>f</a:t>
            </a:r>
            <a:r>
              <a:rPr sz="3200" spc="-5" dirty="0">
                <a:latin typeface="Cambria Math"/>
                <a:cs typeface="Cambria Math"/>
              </a:rPr>
              <a:t> </a:t>
            </a:r>
            <a:r>
              <a:rPr sz="3200" dirty="0">
                <a:latin typeface="Cambria Math"/>
                <a:cs typeface="Cambria Math"/>
              </a:rPr>
              <a:t>∘</a:t>
            </a:r>
            <a:r>
              <a:rPr sz="3200" spc="-15" dirty="0">
                <a:latin typeface="Cambria Math"/>
                <a:cs typeface="Cambria Math"/>
              </a:rPr>
              <a:t> </a:t>
            </a:r>
            <a:r>
              <a:rPr sz="3200" spc="-60" dirty="0">
                <a:latin typeface="Cambria Math"/>
                <a:cs typeface="Cambria Math"/>
              </a:rPr>
              <a:t>g</a:t>
            </a:r>
            <a:endParaRPr sz="3200">
              <a:latin typeface="Cambria Math"/>
              <a:cs typeface="Cambria Math"/>
            </a:endParaRPr>
          </a:p>
          <a:p>
            <a:pPr marL="12700">
              <a:lnSpc>
                <a:spcPct val="100000"/>
              </a:lnSpc>
              <a:spcBef>
                <a:spcPts val="765"/>
              </a:spcBef>
            </a:pPr>
            <a:r>
              <a:rPr sz="3200" dirty="0">
                <a:latin typeface="Calibri"/>
                <a:cs typeface="Calibri"/>
              </a:rPr>
              <a:t>b</a:t>
            </a:r>
            <a:r>
              <a:rPr sz="3200" spc="-25"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h=</a:t>
            </a:r>
            <a:r>
              <a:rPr sz="3200" dirty="0">
                <a:latin typeface="Cambria Math"/>
                <a:cs typeface="Cambria Math"/>
              </a:rPr>
              <a:t>f</a:t>
            </a:r>
            <a:r>
              <a:rPr sz="3200" spc="-25" dirty="0">
                <a:latin typeface="Cambria Math"/>
                <a:cs typeface="Cambria Math"/>
              </a:rPr>
              <a:t> </a:t>
            </a:r>
            <a:r>
              <a:rPr sz="3200" dirty="0">
                <a:latin typeface="Cambria Math"/>
                <a:cs typeface="Cambria Math"/>
              </a:rPr>
              <a:t>∘</a:t>
            </a:r>
            <a:r>
              <a:rPr sz="3200" spc="-15" dirty="0">
                <a:latin typeface="Cambria Math"/>
                <a:cs typeface="Cambria Math"/>
              </a:rPr>
              <a:t> </a:t>
            </a:r>
            <a:r>
              <a:rPr sz="3200" spc="-50" dirty="0">
                <a:latin typeface="Cambria Math"/>
                <a:cs typeface="Cambria Math"/>
              </a:rPr>
              <a:t>f</a:t>
            </a:r>
            <a:endParaRPr sz="3200">
              <a:latin typeface="Cambria Math"/>
              <a:cs typeface="Cambria Math"/>
            </a:endParaRPr>
          </a:p>
          <a:p>
            <a:pPr marL="12700">
              <a:lnSpc>
                <a:spcPct val="100000"/>
              </a:lnSpc>
              <a:spcBef>
                <a:spcPts val="775"/>
              </a:spcBef>
            </a:pPr>
            <a:r>
              <a:rPr sz="3200" dirty="0">
                <a:latin typeface="Calibri"/>
                <a:cs typeface="Calibri"/>
              </a:rPr>
              <a:t>c</a:t>
            </a:r>
            <a:r>
              <a:rPr sz="3200" spc="-25"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h=</a:t>
            </a:r>
            <a:r>
              <a:rPr sz="3200" dirty="0">
                <a:latin typeface="Cambria Math"/>
                <a:cs typeface="Cambria Math"/>
              </a:rPr>
              <a:t>g</a:t>
            </a:r>
            <a:r>
              <a:rPr sz="3200" spc="-20" dirty="0">
                <a:latin typeface="Cambria Math"/>
                <a:cs typeface="Cambria Math"/>
              </a:rPr>
              <a:t> </a:t>
            </a:r>
            <a:r>
              <a:rPr sz="3200" dirty="0">
                <a:latin typeface="Cambria Math"/>
                <a:cs typeface="Cambria Math"/>
              </a:rPr>
              <a:t>∘</a:t>
            </a:r>
            <a:r>
              <a:rPr sz="3200" spc="-10" dirty="0">
                <a:latin typeface="Cambria Math"/>
                <a:cs typeface="Cambria Math"/>
              </a:rPr>
              <a:t> </a:t>
            </a:r>
            <a:r>
              <a:rPr sz="3200" spc="-50" dirty="0">
                <a:latin typeface="Cambria Math"/>
                <a:cs typeface="Cambria Math"/>
              </a:rPr>
              <a:t>g</a:t>
            </a:r>
            <a:endParaRPr sz="3200">
              <a:latin typeface="Cambria Math"/>
              <a:cs typeface="Cambria Math"/>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138215"/>
            <a:ext cx="4805045" cy="1784985"/>
          </a:xfrm>
          <a:prstGeom prst="rect">
            <a:avLst/>
          </a:prstGeom>
        </p:spPr>
        <p:txBody>
          <a:bodyPr vert="horz" wrap="square" lIns="0" tIns="110489" rIns="0" bIns="0" rtlCol="0">
            <a:spAutoFit/>
          </a:bodyPr>
          <a:lstStyle/>
          <a:p>
            <a:pPr marL="12700">
              <a:lnSpc>
                <a:spcPct val="100000"/>
              </a:lnSpc>
              <a:spcBef>
                <a:spcPts val="869"/>
              </a:spcBef>
            </a:pPr>
            <a:r>
              <a:rPr sz="3200" b="1" dirty="0">
                <a:latin typeface="Calibri"/>
                <a:cs typeface="Calibri"/>
              </a:rPr>
              <a:t>2.2.5</a:t>
            </a:r>
            <a:r>
              <a:rPr sz="3200" b="1" spc="-10" dirty="0">
                <a:latin typeface="Calibri"/>
                <a:cs typeface="Calibri"/>
              </a:rPr>
              <a:t> </a:t>
            </a:r>
            <a:r>
              <a:rPr sz="3200" b="1" dirty="0">
                <a:latin typeface="Calibri"/>
                <a:cs typeface="Calibri"/>
              </a:rPr>
              <a:t>Định</a:t>
            </a:r>
            <a:r>
              <a:rPr sz="3200" b="1" spc="-20" dirty="0">
                <a:latin typeface="Calibri"/>
                <a:cs typeface="Calibri"/>
              </a:rPr>
              <a:t> </a:t>
            </a:r>
            <a:r>
              <a:rPr sz="3200" b="1" dirty="0">
                <a:latin typeface="Calibri"/>
                <a:cs typeface="Calibri"/>
              </a:rPr>
              <a:t>nghĩa</a:t>
            </a:r>
            <a:r>
              <a:rPr sz="3200" b="1" spc="-50" dirty="0">
                <a:latin typeface="Calibri"/>
                <a:cs typeface="Calibri"/>
              </a:rPr>
              <a:t> :</a:t>
            </a:r>
            <a:endParaRPr sz="3200">
              <a:latin typeface="Calibri"/>
              <a:cs typeface="Calibri"/>
            </a:endParaRPr>
          </a:p>
          <a:p>
            <a:pPr marL="12700">
              <a:lnSpc>
                <a:spcPct val="100000"/>
              </a:lnSpc>
              <a:spcBef>
                <a:spcPts val="770"/>
              </a:spcBef>
            </a:pPr>
            <a:r>
              <a:rPr sz="3200" dirty="0">
                <a:latin typeface="Calibri"/>
                <a:cs typeface="Calibri"/>
              </a:rPr>
              <a:t>Cho</a:t>
            </a:r>
            <a:r>
              <a:rPr sz="3200" spc="-40" dirty="0">
                <a:latin typeface="Calibri"/>
                <a:cs typeface="Calibri"/>
              </a:rPr>
              <a:t> </a:t>
            </a:r>
            <a:r>
              <a:rPr sz="3200" dirty="0">
                <a:latin typeface="Calibri"/>
                <a:cs typeface="Calibri"/>
              </a:rPr>
              <a:t>f</a:t>
            </a:r>
            <a:r>
              <a:rPr sz="3200" spc="-40" dirty="0">
                <a:latin typeface="Calibri"/>
                <a:cs typeface="Calibri"/>
              </a:rPr>
              <a:t> </a:t>
            </a:r>
            <a:r>
              <a:rPr sz="3200" dirty="0">
                <a:latin typeface="Calibri"/>
                <a:cs typeface="Calibri"/>
              </a:rPr>
              <a:t>song</a:t>
            </a:r>
            <a:r>
              <a:rPr sz="3200" spc="-35" dirty="0">
                <a:latin typeface="Calibri"/>
                <a:cs typeface="Calibri"/>
              </a:rPr>
              <a:t> </a:t>
            </a:r>
            <a:r>
              <a:rPr sz="3200" spc="-25" dirty="0">
                <a:latin typeface="Calibri"/>
                <a:cs typeface="Calibri"/>
              </a:rPr>
              <a:t>ánh</a:t>
            </a:r>
            <a:endParaRPr sz="3200">
              <a:latin typeface="Calibri"/>
              <a:cs typeface="Calibri"/>
            </a:endParaRPr>
          </a:p>
          <a:p>
            <a:pPr marL="2025650">
              <a:lnSpc>
                <a:spcPct val="100000"/>
              </a:lnSpc>
              <a:spcBef>
                <a:spcPts val="790"/>
              </a:spcBef>
            </a:pPr>
            <a:r>
              <a:rPr sz="3200" dirty="0">
                <a:latin typeface="Calibri"/>
                <a:cs typeface="Calibri"/>
              </a:rPr>
              <a:t>f</a:t>
            </a:r>
            <a:r>
              <a:rPr sz="3200" spc="-15" dirty="0">
                <a:latin typeface="Calibri"/>
                <a:cs typeface="Calibri"/>
              </a:rPr>
              <a:t> </a:t>
            </a:r>
            <a:r>
              <a:rPr sz="3200" dirty="0">
                <a:latin typeface="Calibri"/>
                <a:cs typeface="Calibri"/>
              </a:rPr>
              <a:t>:</a:t>
            </a:r>
            <a:r>
              <a:rPr sz="3200" spc="-10" dirty="0">
                <a:latin typeface="Calibri"/>
                <a:cs typeface="Calibri"/>
              </a:rPr>
              <a:t> </a:t>
            </a:r>
            <a:r>
              <a:rPr sz="3200" dirty="0">
                <a:latin typeface="Calibri"/>
                <a:cs typeface="Calibri"/>
              </a:rPr>
              <a:t>A</a:t>
            </a:r>
            <a:r>
              <a:rPr sz="3200" spc="-5" dirty="0">
                <a:latin typeface="Calibri"/>
                <a:cs typeface="Calibri"/>
              </a:rPr>
              <a:t> </a:t>
            </a:r>
            <a:r>
              <a:rPr sz="3200" dirty="0">
                <a:latin typeface="Symbol"/>
                <a:cs typeface="Symbol"/>
              </a:rPr>
              <a:t></a:t>
            </a:r>
            <a:r>
              <a:rPr sz="3200" spc="-105" dirty="0">
                <a:latin typeface="Times New Roman"/>
                <a:cs typeface="Times New Roman"/>
              </a:rPr>
              <a:t> </a:t>
            </a:r>
            <a:r>
              <a:rPr sz="3200" dirty="0">
                <a:latin typeface="Calibri"/>
                <a:cs typeface="Calibri"/>
              </a:rPr>
              <a:t>B,</a:t>
            </a:r>
            <a:r>
              <a:rPr sz="3200" spc="-5" dirty="0">
                <a:latin typeface="Calibri"/>
                <a:cs typeface="Calibri"/>
              </a:rPr>
              <a:t> </a:t>
            </a:r>
            <a:r>
              <a:rPr sz="3200" dirty="0">
                <a:latin typeface="Calibri"/>
                <a:cs typeface="Calibri"/>
              </a:rPr>
              <a:t>y</a:t>
            </a:r>
            <a:r>
              <a:rPr sz="3200" spc="-10" dirty="0">
                <a:latin typeface="Calibri"/>
                <a:cs typeface="Calibri"/>
              </a:rPr>
              <a:t> </a:t>
            </a:r>
            <a:r>
              <a:rPr sz="3200" dirty="0">
                <a:latin typeface="Calibri"/>
                <a:cs typeface="Calibri"/>
              </a:rPr>
              <a:t>=</a:t>
            </a:r>
            <a:r>
              <a:rPr sz="3200" spc="-10" dirty="0">
                <a:latin typeface="Calibri"/>
                <a:cs typeface="Calibri"/>
              </a:rPr>
              <a:t> </a:t>
            </a:r>
            <a:r>
              <a:rPr sz="3200" spc="-20" dirty="0">
                <a:latin typeface="Calibri"/>
                <a:cs typeface="Calibri"/>
              </a:rPr>
              <a:t>f(x)</a:t>
            </a:r>
            <a:endParaRPr sz="3200">
              <a:latin typeface="Calibri"/>
              <a:cs typeface="Calibri"/>
            </a:endParaRPr>
          </a:p>
        </p:txBody>
      </p:sp>
      <p:sp>
        <p:nvSpPr>
          <p:cNvPr id="3" name="object 3"/>
          <p:cNvSpPr txBox="1"/>
          <p:nvPr/>
        </p:nvSpPr>
        <p:spPr>
          <a:xfrm>
            <a:off x="6343631" y="1409141"/>
            <a:ext cx="478790" cy="514350"/>
          </a:xfrm>
          <a:prstGeom prst="rect">
            <a:avLst/>
          </a:prstGeom>
        </p:spPr>
        <p:txBody>
          <a:bodyPr vert="horz" wrap="square" lIns="0" tIns="13335" rIns="0" bIns="0" rtlCol="0">
            <a:spAutoFit/>
          </a:bodyPr>
          <a:lstStyle/>
          <a:p>
            <a:pPr marL="12700">
              <a:lnSpc>
                <a:spcPct val="100000"/>
              </a:lnSpc>
              <a:spcBef>
                <a:spcPts val="105"/>
              </a:spcBef>
            </a:pPr>
            <a:r>
              <a:rPr sz="3200" spc="-25" dirty="0">
                <a:latin typeface="Calibri"/>
                <a:cs typeface="Calibri"/>
              </a:rPr>
              <a:t>(1)</a:t>
            </a:r>
            <a:endParaRPr sz="3200">
              <a:latin typeface="Calibri"/>
              <a:cs typeface="Calibri"/>
            </a:endParaRPr>
          </a:p>
        </p:txBody>
      </p:sp>
      <p:sp>
        <p:nvSpPr>
          <p:cNvPr id="4" name="object 4"/>
          <p:cNvSpPr txBox="1"/>
          <p:nvPr/>
        </p:nvSpPr>
        <p:spPr>
          <a:xfrm>
            <a:off x="396240" y="1991995"/>
            <a:ext cx="8281670" cy="4318635"/>
          </a:xfrm>
          <a:prstGeom prst="rect">
            <a:avLst/>
          </a:prstGeom>
        </p:spPr>
        <p:txBody>
          <a:bodyPr vert="horz" wrap="square" lIns="0" tIns="13335" rIns="0" bIns="0" rtlCol="0">
            <a:spAutoFit/>
          </a:bodyPr>
          <a:lstStyle/>
          <a:p>
            <a:pPr marL="76200" marR="287020">
              <a:lnSpc>
                <a:spcPct val="100000"/>
              </a:lnSpc>
              <a:spcBef>
                <a:spcPts val="105"/>
              </a:spcBef>
            </a:pPr>
            <a:r>
              <a:rPr sz="3200" dirty="0">
                <a:latin typeface="Calibri"/>
                <a:cs typeface="Calibri"/>
              </a:rPr>
              <a:t>Ánh</a:t>
            </a:r>
            <a:r>
              <a:rPr sz="3200" spc="-35" dirty="0">
                <a:latin typeface="Calibri"/>
                <a:cs typeface="Calibri"/>
              </a:rPr>
              <a:t> </a:t>
            </a:r>
            <a:r>
              <a:rPr sz="3200" dirty="0">
                <a:latin typeface="Calibri"/>
                <a:cs typeface="Calibri"/>
              </a:rPr>
              <a:t>xạ</a:t>
            </a:r>
            <a:r>
              <a:rPr sz="3200" spc="-30" dirty="0">
                <a:latin typeface="Calibri"/>
                <a:cs typeface="Calibri"/>
              </a:rPr>
              <a:t> </a:t>
            </a:r>
            <a:r>
              <a:rPr sz="3200" dirty="0">
                <a:latin typeface="Calibri"/>
                <a:cs typeface="Calibri"/>
              </a:rPr>
              <a:t>ngược</a:t>
            </a:r>
            <a:r>
              <a:rPr sz="3200" spc="-35" dirty="0">
                <a:latin typeface="Calibri"/>
                <a:cs typeface="Calibri"/>
              </a:rPr>
              <a:t> </a:t>
            </a:r>
            <a:r>
              <a:rPr sz="3200" dirty="0">
                <a:latin typeface="Calibri"/>
                <a:cs typeface="Calibri"/>
              </a:rPr>
              <a:t>f</a:t>
            </a:r>
            <a:r>
              <a:rPr sz="3150" baseline="25132" dirty="0">
                <a:latin typeface="Calibri"/>
                <a:cs typeface="Calibri"/>
              </a:rPr>
              <a:t>-1</a:t>
            </a:r>
            <a:r>
              <a:rPr sz="3150" spc="330" baseline="25132" dirty="0">
                <a:latin typeface="Calibri"/>
                <a:cs typeface="Calibri"/>
              </a:rPr>
              <a:t> </a:t>
            </a:r>
            <a:r>
              <a:rPr sz="3200" dirty="0">
                <a:latin typeface="Calibri"/>
                <a:cs typeface="Calibri"/>
              </a:rPr>
              <a:t>của</a:t>
            </a:r>
            <a:r>
              <a:rPr sz="3200" spc="-30" dirty="0">
                <a:latin typeface="Calibri"/>
                <a:cs typeface="Calibri"/>
              </a:rPr>
              <a:t> </a:t>
            </a:r>
            <a:r>
              <a:rPr sz="3200" dirty="0">
                <a:latin typeface="Calibri"/>
                <a:cs typeface="Calibri"/>
              </a:rPr>
              <a:t>f</a:t>
            </a:r>
            <a:r>
              <a:rPr sz="3200" spc="-35" dirty="0">
                <a:latin typeface="Calibri"/>
                <a:cs typeface="Calibri"/>
              </a:rPr>
              <a:t> </a:t>
            </a:r>
            <a:r>
              <a:rPr sz="3200" dirty="0">
                <a:latin typeface="Calibri"/>
                <a:cs typeface="Calibri"/>
              </a:rPr>
              <a:t>là</a:t>
            </a:r>
            <a:r>
              <a:rPr sz="3200" spc="-30" dirty="0">
                <a:latin typeface="Calibri"/>
                <a:cs typeface="Calibri"/>
              </a:rPr>
              <a:t> </a:t>
            </a:r>
            <a:r>
              <a:rPr sz="3200" dirty="0">
                <a:latin typeface="Calibri"/>
                <a:cs typeface="Calibri"/>
              </a:rPr>
              <a:t>ánh</a:t>
            </a:r>
            <a:r>
              <a:rPr sz="3200" spc="-20" dirty="0">
                <a:latin typeface="Calibri"/>
                <a:cs typeface="Calibri"/>
              </a:rPr>
              <a:t> </a:t>
            </a:r>
            <a:r>
              <a:rPr sz="3200" dirty="0">
                <a:latin typeface="Calibri"/>
                <a:cs typeface="Calibri"/>
              </a:rPr>
              <a:t>xạ</a:t>
            </a:r>
            <a:r>
              <a:rPr sz="3200" spc="-30" dirty="0">
                <a:latin typeface="Calibri"/>
                <a:cs typeface="Calibri"/>
              </a:rPr>
              <a:t> </a:t>
            </a:r>
            <a:r>
              <a:rPr sz="3200" dirty="0">
                <a:latin typeface="Calibri"/>
                <a:cs typeface="Calibri"/>
              </a:rPr>
              <a:t>từ</a:t>
            </a:r>
            <a:r>
              <a:rPr sz="3200" spc="-30" dirty="0">
                <a:latin typeface="Calibri"/>
                <a:cs typeface="Calibri"/>
              </a:rPr>
              <a:t> </a:t>
            </a:r>
            <a:r>
              <a:rPr sz="3200" dirty="0">
                <a:latin typeface="Calibri"/>
                <a:cs typeface="Calibri"/>
              </a:rPr>
              <a:t>B</a:t>
            </a:r>
            <a:r>
              <a:rPr sz="3200" spc="-35" dirty="0">
                <a:latin typeface="Calibri"/>
                <a:cs typeface="Calibri"/>
              </a:rPr>
              <a:t> </a:t>
            </a:r>
            <a:r>
              <a:rPr sz="3200" dirty="0">
                <a:latin typeface="Calibri"/>
                <a:cs typeface="Calibri"/>
              </a:rPr>
              <a:t>vào</a:t>
            </a:r>
            <a:r>
              <a:rPr sz="3200" spc="-35" dirty="0">
                <a:latin typeface="Calibri"/>
                <a:cs typeface="Calibri"/>
              </a:rPr>
              <a:t> </a:t>
            </a:r>
            <a:r>
              <a:rPr sz="3200" dirty="0">
                <a:latin typeface="Calibri"/>
                <a:cs typeface="Calibri"/>
              </a:rPr>
              <a:t>A</a:t>
            </a:r>
            <a:r>
              <a:rPr sz="3200" spc="-30" dirty="0">
                <a:latin typeface="Calibri"/>
                <a:cs typeface="Calibri"/>
              </a:rPr>
              <a:t> </a:t>
            </a:r>
            <a:r>
              <a:rPr sz="3200" spc="-20" dirty="0">
                <a:latin typeface="Calibri"/>
                <a:cs typeface="Calibri"/>
              </a:rPr>
              <a:t>được </a:t>
            </a:r>
            <a:r>
              <a:rPr sz="3200" dirty="0">
                <a:latin typeface="Calibri"/>
                <a:cs typeface="Calibri"/>
              </a:rPr>
              <a:t>xác</a:t>
            </a:r>
            <a:r>
              <a:rPr sz="3200" spc="-55" dirty="0">
                <a:latin typeface="Calibri"/>
                <a:cs typeface="Calibri"/>
              </a:rPr>
              <a:t> </a:t>
            </a:r>
            <a:r>
              <a:rPr sz="3200" dirty="0">
                <a:latin typeface="Calibri"/>
                <a:cs typeface="Calibri"/>
              </a:rPr>
              <a:t>định</a:t>
            </a:r>
            <a:r>
              <a:rPr sz="3200" spc="-40" dirty="0">
                <a:latin typeface="Calibri"/>
                <a:cs typeface="Calibri"/>
              </a:rPr>
              <a:t> </a:t>
            </a:r>
            <a:r>
              <a:rPr sz="3200" dirty="0">
                <a:latin typeface="Calibri"/>
                <a:cs typeface="Calibri"/>
              </a:rPr>
              <a:t>bởi</a:t>
            </a:r>
            <a:r>
              <a:rPr sz="3200" spc="-45" dirty="0">
                <a:latin typeface="Calibri"/>
                <a:cs typeface="Calibri"/>
              </a:rPr>
              <a:t> </a:t>
            </a:r>
            <a:r>
              <a:rPr sz="3200" spc="-50" dirty="0">
                <a:latin typeface="Calibri"/>
                <a:cs typeface="Calibri"/>
              </a:rPr>
              <a:t>:</a:t>
            </a:r>
            <a:endParaRPr sz="3200">
              <a:latin typeface="Calibri"/>
              <a:cs typeface="Calibri"/>
            </a:endParaRPr>
          </a:p>
          <a:p>
            <a:pPr marL="221615" algn="ctr">
              <a:lnSpc>
                <a:spcPct val="100000"/>
              </a:lnSpc>
              <a:spcBef>
                <a:spcPts val="790"/>
              </a:spcBef>
              <a:tabLst>
                <a:tab pos="4175125" algn="l"/>
              </a:tabLst>
            </a:pPr>
            <a:r>
              <a:rPr sz="3200" dirty="0">
                <a:latin typeface="Calibri"/>
                <a:cs typeface="Calibri"/>
              </a:rPr>
              <a:t>f</a:t>
            </a:r>
            <a:r>
              <a:rPr sz="3150" baseline="25132" dirty="0">
                <a:latin typeface="Calibri"/>
                <a:cs typeface="Calibri"/>
              </a:rPr>
              <a:t>-1</a:t>
            </a:r>
            <a:r>
              <a:rPr sz="3150" spc="359" baseline="25132"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B</a:t>
            </a:r>
            <a:r>
              <a:rPr sz="3200" spc="-10" dirty="0">
                <a:latin typeface="Calibri"/>
                <a:cs typeface="Calibri"/>
              </a:rPr>
              <a:t> </a:t>
            </a:r>
            <a:r>
              <a:rPr sz="3200" dirty="0">
                <a:latin typeface="Symbol"/>
                <a:cs typeface="Symbol"/>
              </a:rPr>
              <a:t></a:t>
            </a:r>
            <a:r>
              <a:rPr sz="3200" spc="-75" dirty="0">
                <a:latin typeface="Times New Roman"/>
                <a:cs typeface="Times New Roman"/>
              </a:rPr>
              <a:t> </a:t>
            </a:r>
            <a:r>
              <a:rPr sz="3200" dirty="0">
                <a:latin typeface="Calibri"/>
                <a:cs typeface="Calibri"/>
              </a:rPr>
              <a:t>A,</a:t>
            </a:r>
            <a:r>
              <a:rPr sz="3200" spc="10" dirty="0">
                <a:latin typeface="Calibri"/>
                <a:cs typeface="Calibri"/>
              </a:rPr>
              <a:t> </a:t>
            </a:r>
            <a:r>
              <a:rPr sz="3200" dirty="0">
                <a:latin typeface="Calibri"/>
                <a:cs typeface="Calibri"/>
              </a:rPr>
              <a:t>x =</a:t>
            </a:r>
            <a:r>
              <a:rPr sz="3200" spc="5" dirty="0">
                <a:latin typeface="Calibri"/>
                <a:cs typeface="Calibri"/>
              </a:rPr>
              <a:t> </a:t>
            </a:r>
            <a:r>
              <a:rPr sz="3200" dirty="0">
                <a:latin typeface="Calibri"/>
                <a:cs typeface="Calibri"/>
              </a:rPr>
              <a:t>f</a:t>
            </a:r>
            <a:r>
              <a:rPr sz="3150" baseline="25132" dirty="0">
                <a:latin typeface="Calibri"/>
                <a:cs typeface="Calibri"/>
              </a:rPr>
              <a:t>-</a:t>
            </a:r>
            <a:r>
              <a:rPr sz="3150" spc="-30" baseline="25132" dirty="0">
                <a:latin typeface="Calibri"/>
                <a:cs typeface="Calibri"/>
              </a:rPr>
              <a:t>1</a:t>
            </a:r>
            <a:r>
              <a:rPr sz="3200" spc="-20" dirty="0">
                <a:latin typeface="Calibri"/>
                <a:cs typeface="Calibri"/>
              </a:rPr>
              <a:t>(y)</a:t>
            </a:r>
            <a:r>
              <a:rPr sz="3200" dirty="0">
                <a:latin typeface="Calibri"/>
                <a:cs typeface="Calibri"/>
              </a:rPr>
              <a:t>	</a:t>
            </a:r>
            <a:r>
              <a:rPr sz="3200" spc="-25" dirty="0">
                <a:latin typeface="Calibri"/>
                <a:cs typeface="Calibri"/>
              </a:rPr>
              <a:t>(2)</a:t>
            </a:r>
            <a:endParaRPr sz="3200">
              <a:latin typeface="Calibri"/>
              <a:cs typeface="Calibri"/>
            </a:endParaRPr>
          </a:p>
          <a:p>
            <a:pPr marL="76200">
              <a:lnSpc>
                <a:spcPct val="100000"/>
              </a:lnSpc>
              <a:spcBef>
                <a:spcPts val="745"/>
              </a:spcBef>
            </a:pPr>
            <a:r>
              <a:rPr sz="3200" dirty="0">
                <a:latin typeface="Calibri"/>
                <a:cs typeface="Calibri"/>
              </a:rPr>
              <a:t>Sao</a:t>
            </a:r>
            <a:r>
              <a:rPr sz="3200" spc="-30" dirty="0">
                <a:latin typeface="Calibri"/>
                <a:cs typeface="Calibri"/>
              </a:rPr>
              <a:t> </a:t>
            </a:r>
            <a:r>
              <a:rPr sz="3200" dirty="0">
                <a:latin typeface="Calibri"/>
                <a:cs typeface="Calibri"/>
              </a:rPr>
              <a:t>cho</a:t>
            </a:r>
            <a:r>
              <a:rPr sz="3200" spc="-40" dirty="0">
                <a:latin typeface="Calibri"/>
                <a:cs typeface="Calibri"/>
              </a:rPr>
              <a:t> </a:t>
            </a:r>
            <a:r>
              <a:rPr sz="3200" spc="-50" dirty="0">
                <a:latin typeface="Calibri"/>
                <a:cs typeface="Calibri"/>
              </a:rPr>
              <a:t>:</a:t>
            </a:r>
            <a:endParaRPr sz="3200">
              <a:latin typeface="Calibri"/>
              <a:cs typeface="Calibri"/>
            </a:endParaRPr>
          </a:p>
          <a:p>
            <a:pPr marL="533400" marR="68580" indent="-457834">
              <a:lnSpc>
                <a:spcPct val="100000"/>
              </a:lnSpc>
              <a:spcBef>
                <a:spcPts val="770"/>
              </a:spcBef>
              <a:buChar char="-"/>
              <a:tabLst>
                <a:tab pos="533400" algn="l"/>
              </a:tabLst>
            </a:pPr>
            <a:r>
              <a:rPr sz="3200" dirty="0">
                <a:latin typeface="Calibri"/>
                <a:cs typeface="Calibri"/>
              </a:rPr>
              <a:t>x</a:t>
            </a:r>
            <a:r>
              <a:rPr sz="3200" spc="-40" dirty="0">
                <a:latin typeface="Calibri"/>
                <a:cs typeface="Calibri"/>
              </a:rPr>
              <a:t> </a:t>
            </a:r>
            <a:r>
              <a:rPr sz="3200" dirty="0">
                <a:latin typeface="Calibri"/>
                <a:cs typeface="Calibri"/>
              </a:rPr>
              <a:t>ở</a:t>
            </a:r>
            <a:r>
              <a:rPr sz="3200" spc="-35" dirty="0">
                <a:latin typeface="Calibri"/>
                <a:cs typeface="Calibri"/>
              </a:rPr>
              <a:t> </a:t>
            </a:r>
            <a:r>
              <a:rPr sz="3200" dirty="0">
                <a:latin typeface="Calibri"/>
                <a:cs typeface="Calibri"/>
              </a:rPr>
              <a:t>(2)</a:t>
            </a:r>
            <a:r>
              <a:rPr sz="3200" spc="-35" dirty="0">
                <a:latin typeface="Calibri"/>
                <a:cs typeface="Calibri"/>
              </a:rPr>
              <a:t> </a:t>
            </a:r>
            <a:r>
              <a:rPr sz="3200" dirty="0">
                <a:latin typeface="Calibri"/>
                <a:cs typeface="Calibri"/>
              </a:rPr>
              <a:t>được</a:t>
            </a:r>
            <a:r>
              <a:rPr sz="3200" spc="-60" dirty="0">
                <a:latin typeface="Calibri"/>
                <a:cs typeface="Calibri"/>
              </a:rPr>
              <a:t> </a:t>
            </a:r>
            <a:r>
              <a:rPr sz="3200" dirty="0">
                <a:latin typeface="Calibri"/>
                <a:cs typeface="Calibri"/>
              </a:rPr>
              <a:t>tính</a:t>
            </a:r>
            <a:r>
              <a:rPr sz="3200" spc="-15" dirty="0">
                <a:latin typeface="Calibri"/>
                <a:cs typeface="Calibri"/>
              </a:rPr>
              <a:t> </a:t>
            </a:r>
            <a:r>
              <a:rPr sz="3200" dirty="0">
                <a:latin typeface="Calibri"/>
                <a:cs typeface="Calibri"/>
              </a:rPr>
              <a:t>theo</a:t>
            </a:r>
            <a:r>
              <a:rPr sz="3200" spc="-40" dirty="0">
                <a:latin typeface="Calibri"/>
                <a:cs typeface="Calibri"/>
              </a:rPr>
              <a:t> </a:t>
            </a:r>
            <a:r>
              <a:rPr sz="3200" spc="-55" dirty="0">
                <a:latin typeface="Calibri"/>
                <a:cs typeface="Calibri"/>
              </a:rPr>
              <a:t>y,</a:t>
            </a:r>
            <a:r>
              <a:rPr sz="3200" spc="-40" dirty="0">
                <a:latin typeface="Calibri"/>
                <a:cs typeface="Calibri"/>
              </a:rPr>
              <a:t> </a:t>
            </a:r>
            <a:r>
              <a:rPr sz="3200" dirty="0">
                <a:latin typeface="Calibri"/>
                <a:cs typeface="Calibri"/>
              </a:rPr>
              <a:t>mà</a:t>
            </a:r>
            <a:r>
              <a:rPr sz="3200" spc="-35" dirty="0">
                <a:latin typeface="Calibri"/>
                <a:cs typeface="Calibri"/>
              </a:rPr>
              <a:t> </a:t>
            </a:r>
            <a:r>
              <a:rPr sz="3200" dirty="0">
                <a:latin typeface="Calibri"/>
                <a:cs typeface="Calibri"/>
              </a:rPr>
              <a:t>khi</a:t>
            </a:r>
            <a:r>
              <a:rPr sz="3200" spc="-35" dirty="0">
                <a:latin typeface="Calibri"/>
                <a:cs typeface="Calibri"/>
              </a:rPr>
              <a:t> </a:t>
            </a:r>
            <a:r>
              <a:rPr sz="3200" dirty="0">
                <a:latin typeface="Calibri"/>
                <a:cs typeface="Calibri"/>
              </a:rPr>
              <a:t>thế</a:t>
            </a:r>
            <a:r>
              <a:rPr sz="3200" spc="-40" dirty="0">
                <a:latin typeface="Calibri"/>
                <a:cs typeface="Calibri"/>
              </a:rPr>
              <a:t> </a:t>
            </a:r>
            <a:r>
              <a:rPr sz="3200" dirty="0">
                <a:latin typeface="Calibri"/>
                <a:cs typeface="Calibri"/>
              </a:rPr>
              <a:t>vào</a:t>
            </a:r>
            <a:r>
              <a:rPr sz="3200" spc="-40" dirty="0">
                <a:latin typeface="Calibri"/>
                <a:cs typeface="Calibri"/>
              </a:rPr>
              <a:t> </a:t>
            </a:r>
            <a:r>
              <a:rPr sz="3200" dirty="0">
                <a:latin typeface="Calibri"/>
                <a:cs typeface="Calibri"/>
              </a:rPr>
              <a:t>f(x)</a:t>
            </a:r>
            <a:r>
              <a:rPr sz="3200" spc="-35" dirty="0">
                <a:latin typeface="Calibri"/>
                <a:cs typeface="Calibri"/>
              </a:rPr>
              <a:t> </a:t>
            </a:r>
            <a:r>
              <a:rPr sz="3200" spc="-25" dirty="0">
                <a:latin typeface="Calibri"/>
                <a:cs typeface="Calibri"/>
              </a:rPr>
              <a:t>thì </a:t>
            </a:r>
            <a:r>
              <a:rPr sz="3200" dirty="0">
                <a:latin typeface="Calibri"/>
                <a:cs typeface="Calibri"/>
              </a:rPr>
              <a:t>ta</a:t>
            </a:r>
            <a:r>
              <a:rPr sz="3200" spc="-40" dirty="0">
                <a:latin typeface="Calibri"/>
                <a:cs typeface="Calibri"/>
              </a:rPr>
              <a:t> </a:t>
            </a:r>
            <a:r>
              <a:rPr sz="3200" dirty="0">
                <a:latin typeface="Calibri"/>
                <a:cs typeface="Calibri"/>
              </a:rPr>
              <a:t>được</a:t>
            </a:r>
            <a:r>
              <a:rPr sz="3200" spc="-50" dirty="0">
                <a:latin typeface="Calibri"/>
                <a:cs typeface="Calibri"/>
              </a:rPr>
              <a:t> </a:t>
            </a:r>
            <a:r>
              <a:rPr sz="3200" spc="-35" dirty="0">
                <a:latin typeface="Calibri"/>
                <a:cs typeface="Calibri"/>
              </a:rPr>
              <a:t>y,</a:t>
            </a:r>
            <a:endParaRPr sz="3200">
              <a:latin typeface="Calibri"/>
              <a:cs typeface="Calibri"/>
            </a:endParaRPr>
          </a:p>
          <a:p>
            <a:pPr marL="533400" marR="345440" indent="-457834">
              <a:lnSpc>
                <a:spcPct val="100000"/>
              </a:lnSpc>
              <a:spcBef>
                <a:spcPts val="770"/>
              </a:spcBef>
              <a:buChar char="-"/>
              <a:tabLst>
                <a:tab pos="533400" algn="l"/>
              </a:tabLst>
            </a:pPr>
            <a:r>
              <a:rPr sz="3200" dirty="0">
                <a:latin typeface="Calibri"/>
                <a:cs typeface="Calibri"/>
              </a:rPr>
              <a:t>y</a:t>
            </a:r>
            <a:r>
              <a:rPr sz="3200" spc="-35" dirty="0">
                <a:latin typeface="Calibri"/>
                <a:cs typeface="Calibri"/>
              </a:rPr>
              <a:t> </a:t>
            </a:r>
            <a:r>
              <a:rPr sz="3200" dirty="0">
                <a:latin typeface="Calibri"/>
                <a:cs typeface="Calibri"/>
              </a:rPr>
              <a:t>ở</a:t>
            </a:r>
            <a:r>
              <a:rPr sz="3200" spc="-25" dirty="0">
                <a:latin typeface="Calibri"/>
                <a:cs typeface="Calibri"/>
              </a:rPr>
              <a:t> </a:t>
            </a:r>
            <a:r>
              <a:rPr sz="3200" dirty="0">
                <a:latin typeface="Calibri"/>
                <a:cs typeface="Calibri"/>
              </a:rPr>
              <a:t>(1)</a:t>
            </a:r>
            <a:r>
              <a:rPr sz="3200" spc="-20" dirty="0">
                <a:latin typeface="Calibri"/>
                <a:cs typeface="Calibri"/>
              </a:rPr>
              <a:t> </a:t>
            </a:r>
            <a:r>
              <a:rPr sz="3200" dirty="0">
                <a:latin typeface="Calibri"/>
                <a:cs typeface="Calibri"/>
              </a:rPr>
              <a:t>được</a:t>
            </a:r>
            <a:r>
              <a:rPr sz="3200" spc="-40" dirty="0">
                <a:latin typeface="Calibri"/>
                <a:cs typeface="Calibri"/>
              </a:rPr>
              <a:t> </a:t>
            </a:r>
            <a:r>
              <a:rPr sz="3200" dirty="0">
                <a:latin typeface="Calibri"/>
                <a:cs typeface="Calibri"/>
              </a:rPr>
              <a:t>tính</a:t>
            </a:r>
            <a:r>
              <a:rPr sz="3200" spc="-15" dirty="0">
                <a:latin typeface="Calibri"/>
                <a:cs typeface="Calibri"/>
              </a:rPr>
              <a:t> </a:t>
            </a:r>
            <a:r>
              <a:rPr sz="3200" dirty="0">
                <a:latin typeface="Calibri"/>
                <a:cs typeface="Calibri"/>
              </a:rPr>
              <a:t>theo</a:t>
            </a:r>
            <a:r>
              <a:rPr sz="3200" spc="-15" dirty="0">
                <a:latin typeface="Calibri"/>
                <a:cs typeface="Calibri"/>
              </a:rPr>
              <a:t> </a:t>
            </a:r>
            <a:r>
              <a:rPr sz="3200" dirty="0">
                <a:latin typeface="Calibri"/>
                <a:cs typeface="Calibri"/>
              </a:rPr>
              <a:t>x,</a:t>
            </a:r>
            <a:r>
              <a:rPr sz="3200" spc="-25" dirty="0">
                <a:latin typeface="Calibri"/>
                <a:cs typeface="Calibri"/>
              </a:rPr>
              <a:t> </a:t>
            </a:r>
            <a:r>
              <a:rPr sz="3200" dirty="0">
                <a:latin typeface="Calibri"/>
                <a:cs typeface="Calibri"/>
              </a:rPr>
              <a:t>mà</a:t>
            </a:r>
            <a:r>
              <a:rPr sz="3200" spc="-25" dirty="0">
                <a:latin typeface="Calibri"/>
                <a:cs typeface="Calibri"/>
              </a:rPr>
              <a:t> </a:t>
            </a:r>
            <a:r>
              <a:rPr sz="3200" dirty="0">
                <a:latin typeface="Calibri"/>
                <a:cs typeface="Calibri"/>
              </a:rPr>
              <a:t>khi</a:t>
            </a:r>
            <a:r>
              <a:rPr sz="3200" spc="-25" dirty="0">
                <a:latin typeface="Calibri"/>
                <a:cs typeface="Calibri"/>
              </a:rPr>
              <a:t> </a:t>
            </a:r>
            <a:r>
              <a:rPr sz="3200" dirty="0">
                <a:latin typeface="Calibri"/>
                <a:cs typeface="Calibri"/>
              </a:rPr>
              <a:t>thế</a:t>
            </a:r>
            <a:r>
              <a:rPr sz="3200" spc="-25" dirty="0">
                <a:latin typeface="Calibri"/>
                <a:cs typeface="Calibri"/>
              </a:rPr>
              <a:t> </a:t>
            </a:r>
            <a:r>
              <a:rPr sz="3200" dirty="0">
                <a:latin typeface="Calibri"/>
                <a:cs typeface="Calibri"/>
              </a:rPr>
              <a:t>vào</a:t>
            </a:r>
            <a:r>
              <a:rPr sz="3200" spc="-30" dirty="0">
                <a:latin typeface="Calibri"/>
                <a:cs typeface="Calibri"/>
              </a:rPr>
              <a:t> </a:t>
            </a:r>
            <a:r>
              <a:rPr sz="3200" dirty="0">
                <a:latin typeface="Calibri"/>
                <a:cs typeface="Calibri"/>
              </a:rPr>
              <a:t>f</a:t>
            </a:r>
            <a:r>
              <a:rPr sz="3150" baseline="25132" dirty="0">
                <a:latin typeface="Calibri"/>
                <a:cs typeface="Calibri"/>
              </a:rPr>
              <a:t>-</a:t>
            </a:r>
            <a:r>
              <a:rPr sz="3150" spc="-30" baseline="25132" dirty="0">
                <a:latin typeface="Calibri"/>
                <a:cs typeface="Calibri"/>
              </a:rPr>
              <a:t>1</a:t>
            </a:r>
            <a:r>
              <a:rPr sz="3200" spc="-20" dirty="0">
                <a:latin typeface="Calibri"/>
                <a:cs typeface="Calibri"/>
              </a:rPr>
              <a:t>(y) </a:t>
            </a:r>
            <a:r>
              <a:rPr sz="3200" dirty="0">
                <a:latin typeface="Calibri"/>
                <a:cs typeface="Calibri"/>
              </a:rPr>
              <a:t>thì</a:t>
            </a:r>
            <a:r>
              <a:rPr sz="3200" spc="-40" dirty="0">
                <a:latin typeface="Calibri"/>
                <a:cs typeface="Calibri"/>
              </a:rPr>
              <a:t> </a:t>
            </a:r>
            <a:r>
              <a:rPr sz="3200" dirty="0">
                <a:latin typeface="Calibri"/>
                <a:cs typeface="Calibri"/>
              </a:rPr>
              <a:t>ta</a:t>
            </a:r>
            <a:r>
              <a:rPr sz="3200" spc="-35" dirty="0">
                <a:latin typeface="Calibri"/>
                <a:cs typeface="Calibri"/>
              </a:rPr>
              <a:t> </a:t>
            </a:r>
            <a:r>
              <a:rPr sz="3200" dirty="0">
                <a:latin typeface="Calibri"/>
                <a:cs typeface="Calibri"/>
              </a:rPr>
              <a:t>được</a:t>
            </a:r>
            <a:r>
              <a:rPr sz="3200" spc="-55" dirty="0">
                <a:latin typeface="Calibri"/>
                <a:cs typeface="Calibri"/>
              </a:rPr>
              <a:t> </a:t>
            </a:r>
            <a:r>
              <a:rPr sz="3200" spc="-50" dirty="0">
                <a:latin typeface="Calibri"/>
                <a:cs typeface="Calibri"/>
              </a:rPr>
              <a:t>x</a:t>
            </a:r>
            <a:endParaRPr sz="3200">
              <a:latin typeface="Calibri"/>
              <a:cs typeface="Calibri"/>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150708"/>
            <a:ext cx="5396865" cy="1569085"/>
          </a:xfrm>
          <a:prstGeom prst="rect">
            <a:avLst/>
          </a:prstGeom>
        </p:spPr>
        <p:txBody>
          <a:bodyPr vert="horz" wrap="square" lIns="0" tIns="101600" rIns="0" bIns="0" rtlCol="0">
            <a:spAutoFit/>
          </a:bodyPr>
          <a:lstStyle/>
          <a:p>
            <a:pPr marL="12700">
              <a:lnSpc>
                <a:spcPct val="100000"/>
              </a:lnSpc>
              <a:spcBef>
                <a:spcPts val="800"/>
              </a:spcBef>
            </a:pPr>
            <a:r>
              <a:rPr sz="2800" dirty="0">
                <a:latin typeface="Calibri"/>
                <a:cs typeface="Calibri"/>
              </a:rPr>
              <a:t>Vi</a:t>
            </a:r>
            <a:r>
              <a:rPr sz="2800" spc="-30" dirty="0">
                <a:latin typeface="Calibri"/>
                <a:cs typeface="Calibri"/>
              </a:rPr>
              <a:t> </a:t>
            </a:r>
            <a:r>
              <a:rPr sz="2800" dirty="0">
                <a:latin typeface="Calibri"/>
                <a:cs typeface="Calibri"/>
              </a:rPr>
              <a:t>dụ</a:t>
            </a:r>
            <a:r>
              <a:rPr sz="2800" spc="-30" dirty="0">
                <a:latin typeface="Calibri"/>
                <a:cs typeface="Calibri"/>
              </a:rPr>
              <a:t> </a:t>
            </a:r>
            <a:r>
              <a:rPr sz="2800" dirty="0">
                <a:latin typeface="Calibri"/>
                <a:cs typeface="Calibri"/>
              </a:rPr>
              <a:t>:</a:t>
            </a:r>
            <a:r>
              <a:rPr sz="2800" spc="-20" dirty="0">
                <a:latin typeface="Calibri"/>
                <a:cs typeface="Calibri"/>
              </a:rPr>
              <a:t> </a:t>
            </a:r>
            <a:r>
              <a:rPr sz="2800" dirty="0">
                <a:latin typeface="Cambria Math"/>
                <a:cs typeface="Cambria Math"/>
              </a:rPr>
              <a:t>ℚ</a:t>
            </a:r>
            <a:r>
              <a:rPr sz="2800" spc="-15" dirty="0">
                <a:latin typeface="Cambria Math"/>
                <a:cs typeface="Cambria Math"/>
              </a:rPr>
              <a:t> </a:t>
            </a:r>
            <a:r>
              <a:rPr sz="2800" dirty="0">
                <a:latin typeface="Calibri"/>
                <a:cs typeface="Calibri"/>
              </a:rPr>
              <a:t>là</a:t>
            </a:r>
            <a:r>
              <a:rPr sz="2800" spc="-35" dirty="0">
                <a:latin typeface="Calibri"/>
                <a:cs typeface="Calibri"/>
              </a:rPr>
              <a:t> </a:t>
            </a:r>
            <a:r>
              <a:rPr sz="2800" dirty="0">
                <a:latin typeface="Calibri"/>
                <a:cs typeface="Calibri"/>
              </a:rPr>
              <a:t>tập</a:t>
            </a:r>
            <a:r>
              <a:rPr sz="2800" spc="-25" dirty="0">
                <a:latin typeface="Calibri"/>
                <a:cs typeface="Calibri"/>
              </a:rPr>
              <a:t> </a:t>
            </a:r>
            <a:r>
              <a:rPr sz="2800" dirty="0">
                <a:latin typeface="Calibri"/>
                <a:cs typeface="Calibri"/>
              </a:rPr>
              <a:t>hợp</a:t>
            </a:r>
            <a:r>
              <a:rPr sz="2800" spc="-15" dirty="0">
                <a:latin typeface="Calibri"/>
                <a:cs typeface="Calibri"/>
              </a:rPr>
              <a:t> </a:t>
            </a:r>
            <a:r>
              <a:rPr sz="2800" dirty="0">
                <a:latin typeface="Calibri"/>
                <a:cs typeface="Calibri"/>
              </a:rPr>
              <a:t>các</a:t>
            </a:r>
            <a:r>
              <a:rPr sz="2800" spc="-25" dirty="0">
                <a:latin typeface="Calibri"/>
                <a:cs typeface="Calibri"/>
              </a:rPr>
              <a:t> </a:t>
            </a:r>
            <a:r>
              <a:rPr sz="2800" dirty="0">
                <a:latin typeface="Calibri"/>
                <a:cs typeface="Calibri"/>
              </a:rPr>
              <a:t>số</a:t>
            </a:r>
            <a:r>
              <a:rPr sz="2800" spc="-35" dirty="0">
                <a:latin typeface="Calibri"/>
                <a:cs typeface="Calibri"/>
              </a:rPr>
              <a:t> </a:t>
            </a:r>
            <a:r>
              <a:rPr sz="2800" dirty="0">
                <a:latin typeface="Calibri"/>
                <a:cs typeface="Calibri"/>
              </a:rPr>
              <a:t>hữu</a:t>
            </a:r>
            <a:r>
              <a:rPr sz="2800" spc="-5" dirty="0">
                <a:latin typeface="Calibri"/>
                <a:cs typeface="Calibri"/>
              </a:rPr>
              <a:t> </a:t>
            </a:r>
            <a:r>
              <a:rPr sz="2800" dirty="0">
                <a:latin typeface="Calibri"/>
                <a:cs typeface="Calibri"/>
              </a:rPr>
              <a:t>tỉ</a:t>
            </a:r>
            <a:r>
              <a:rPr sz="2800" spc="-35" dirty="0">
                <a:latin typeface="Calibri"/>
                <a:cs typeface="Calibri"/>
              </a:rPr>
              <a:t> </a:t>
            </a:r>
            <a:r>
              <a:rPr sz="2800" spc="-50" dirty="0">
                <a:latin typeface="Calibri"/>
                <a:cs typeface="Calibri"/>
              </a:rPr>
              <a:t>,</a:t>
            </a:r>
            <a:endParaRPr sz="2800">
              <a:latin typeface="Calibri"/>
              <a:cs typeface="Calibri"/>
            </a:endParaRPr>
          </a:p>
          <a:p>
            <a:pPr marL="504190" algn="ctr">
              <a:lnSpc>
                <a:spcPct val="100000"/>
              </a:lnSpc>
              <a:spcBef>
                <a:spcPts val="700"/>
              </a:spcBef>
            </a:pPr>
            <a:r>
              <a:rPr sz="2800" dirty="0">
                <a:latin typeface="Cambria Math"/>
                <a:cs typeface="Cambria Math"/>
              </a:rPr>
              <a:t>ℚ</a:t>
            </a:r>
            <a:r>
              <a:rPr sz="2800" spc="5" dirty="0">
                <a:latin typeface="Cambria Math"/>
                <a:cs typeface="Cambria Math"/>
              </a:rPr>
              <a:t> </a:t>
            </a:r>
            <a:r>
              <a:rPr sz="2800" dirty="0">
                <a:latin typeface="Calibri"/>
                <a:cs typeface="Calibri"/>
              </a:rPr>
              <a:t>=</a:t>
            </a:r>
            <a:r>
              <a:rPr sz="2800" spc="-20"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m/n</a:t>
            </a:r>
            <a:r>
              <a:rPr sz="2800" spc="10" dirty="0">
                <a:latin typeface="Calibri"/>
                <a:cs typeface="Calibri"/>
              </a:rPr>
              <a:t> </a:t>
            </a:r>
            <a:r>
              <a:rPr sz="2800" dirty="0">
                <a:latin typeface="Calibri"/>
                <a:cs typeface="Calibri"/>
              </a:rPr>
              <a:t>:</a:t>
            </a:r>
            <a:r>
              <a:rPr sz="2800" spc="-20" dirty="0">
                <a:latin typeface="Calibri"/>
                <a:cs typeface="Calibri"/>
              </a:rPr>
              <a:t> </a:t>
            </a:r>
            <a:r>
              <a:rPr sz="2800" dirty="0">
                <a:latin typeface="Calibri"/>
                <a:cs typeface="Calibri"/>
              </a:rPr>
              <a:t>m,n</a:t>
            </a:r>
            <a:r>
              <a:rPr sz="2800" spc="5" dirty="0">
                <a:latin typeface="Calibri"/>
                <a:cs typeface="Calibri"/>
              </a:rPr>
              <a:t> </a:t>
            </a:r>
            <a:r>
              <a:rPr sz="2800" dirty="0">
                <a:latin typeface="Cambria Math"/>
                <a:cs typeface="Cambria Math"/>
              </a:rPr>
              <a:t>∈</a:t>
            </a:r>
            <a:r>
              <a:rPr sz="2800" spc="145" dirty="0">
                <a:latin typeface="Cambria Math"/>
                <a:cs typeface="Cambria Math"/>
              </a:rPr>
              <a:t> </a:t>
            </a:r>
            <a:r>
              <a:rPr sz="2800" dirty="0">
                <a:latin typeface="Cambria Math"/>
                <a:cs typeface="Cambria Math"/>
              </a:rPr>
              <a:t>ℤ</a:t>
            </a:r>
            <a:r>
              <a:rPr sz="2800" spc="-5" dirty="0">
                <a:latin typeface="Cambria Math"/>
                <a:cs typeface="Cambria Math"/>
              </a:rPr>
              <a:t> </a:t>
            </a:r>
            <a:r>
              <a:rPr sz="2800" dirty="0">
                <a:latin typeface="Calibri"/>
                <a:cs typeface="Calibri"/>
              </a:rPr>
              <a:t>,</a:t>
            </a:r>
            <a:r>
              <a:rPr sz="2800" spc="-10" dirty="0">
                <a:latin typeface="Calibri"/>
                <a:cs typeface="Calibri"/>
              </a:rPr>
              <a:t> </a:t>
            </a:r>
            <a:r>
              <a:rPr sz="2800" dirty="0">
                <a:latin typeface="Calibri"/>
                <a:cs typeface="Calibri"/>
              </a:rPr>
              <a:t>n</a:t>
            </a:r>
            <a:r>
              <a:rPr sz="2800" spc="-10" dirty="0">
                <a:latin typeface="Calibri"/>
                <a:cs typeface="Calibri"/>
              </a:rPr>
              <a:t> </a:t>
            </a:r>
            <a:r>
              <a:rPr sz="2800" dirty="0">
                <a:latin typeface="Symbol"/>
                <a:cs typeface="Symbol"/>
              </a:rPr>
              <a:t></a:t>
            </a:r>
            <a:r>
              <a:rPr sz="2800" spc="-85" dirty="0">
                <a:latin typeface="Times New Roman"/>
                <a:cs typeface="Times New Roman"/>
              </a:rPr>
              <a:t> </a:t>
            </a:r>
            <a:r>
              <a:rPr sz="2800" spc="-25" dirty="0">
                <a:latin typeface="Calibri"/>
                <a:cs typeface="Calibri"/>
              </a:rPr>
              <a:t>0}</a:t>
            </a:r>
            <a:endParaRPr sz="2800">
              <a:latin typeface="Calibri"/>
              <a:cs typeface="Calibri"/>
            </a:endParaRPr>
          </a:p>
          <a:p>
            <a:pPr marL="1609090" algn="ctr">
              <a:lnSpc>
                <a:spcPct val="100000"/>
              </a:lnSpc>
              <a:spcBef>
                <a:spcPts val="670"/>
              </a:spcBef>
            </a:pPr>
            <a:r>
              <a:rPr sz="2800" dirty="0">
                <a:latin typeface="Calibri"/>
                <a:cs typeface="Calibri"/>
              </a:rPr>
              <a:t>f</a:t>
            </a:r>
            <a:r>
              <a:rPr sz="2800" spc="-25" dirty="0">
                <a:latin typeface="Calibri"/>
                <a:cs typeface="Calibri"/>
              </a:rPr>
              <a:t> </a:t>
            </a:r>
            <a:r>
              <a:rPr sz="2800" dirty="0">
                <a:latin typeface="Calibri"/>
                <a:cs typeface="Calibri"/>
              </a:rPr>
              <a:t>:</a:t>
            </a:r>
            <a:r>
              <a:rPr sz="2800" spc="-10" dirty="0">
                <a:latin typeface="Calibri"/>
                <a:cs typeface="Calibri"/>
              </a:rPr>
              <a:t> </a:t>
            </a:r>
            <a:r>
              <a:rPr sz="2800" dirty="0">
                <a:latin typeface="Cambria Math"/>
                <a:cs typeface="Cambria Math"/>
              </a:rPr>
              <a:t>ℚ </a:t>
            </a:r>
            <a:r>
              <a:rPr sz="2800" dirty="0">
                <a:latin typeface="Symbol"/>
                <a:cs typeface="Symbol"/>
              </a:rPr>
              <a:t></a:t>
            </a:r>
            <a:r>
              <a:rPr sz="2800" spc="-85" dirty="0">
                <a:latin typeface="Times New Roman"/>
                <a:cs typeface="Times New Roman"/>
              </a:rPr>
              <a:t> </a:t>
            </a:r>
            <a:r>
              <a:rPr sz="2800" dirty="0">
                <a:latin typeface="Cambria Math"/>
                <a:cs typeface="Cambria Math"/>
              </a:rPr>
              <a:t>ℚ</a:t>
            </a:r>
            <a:r>
              <a:rPr sz="2800" dirty="0">
                <a:latin typeface="Calibri"/>
                <a:cs typeface="Calibri"/>
              </a:rPr>
              <a:t>,</a:t>
            </a:r>
            <a:r>
              <a:rPr sz="2800" spc="-20" dirty="0">
                <a:latin typeface="Calibri"/>
                <a:cs typeface="Calibri"/>
              </a:rPr>
              <a:t> </a:t>
            </a:r>
            <a:r>
              <a:rPr sz="2800" dirty="0">
                <a:latin typeface="Calibri"/>
                <a:cs typeface="Calibri"/>
              </a:rPr>
              <a:t>y</a:t>
            </a:r>
            <a:r>
              <a:rPr sz="2800" spc="-15"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f(x)</a:t>
            </a:r>
            <a:r>
              <a:rPr sz="2800" spc="-15"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2x</a:t>
            </a:r>
            <a:r>
              <a:rPr sz="2800" spc="-5" dirty="0">
                <a:latin typeface="Calibri"/>
                <a:cs typeface="Calibri"/>
              </a:rPr>
              <a:t> </a:t>
            </a:r>
            <a:r>
              <a:rPr sz="2800" dirty="0">
                <a:latin typeface="Calibri"/>
                <a:cs typeface="Calibri"/>
              </a:rPr>
              <a:t>+</a:t>
            </a:r>
            <a:r>
              <a:rPr sz="2800" spc="-10" dirty="0">
                <a:latin typeface="Calibri"/>
                <a:cs typeface="Calibri"/>
              </a:rPr>
              <a:t> </a:t>
            </a:r>
            <a:r>
              <a:rPr sz="2800" spc="-50" dirty="0">
                <a:latin typeface="Calibri"/>
                <a:cs typeface="Calibri"/>
              </a:rPr>
              <a:t>1</a:t>
            </a:r>
            <a:endParaRPr sz="2800">
              <a:latin typeface="Calibri"/>
              <a:cs typeface="Calibri"/>
            </a:endParaRPr>
          </a:p>
        </p:txBody>
      </p:sp>
      <p:sp>
        <p:nvSpPr>
          <p:cNvPr id="3" name="object 3"/>
          <p:cNvSpPr txBox="1"/>
          <p:nvPr/>
        </p:nvSpPr>
        <p:spPr>
          <a:xfrm>
            <a:off x="6800456" y="1267713"/>
            <a:ext cx="421640" cy="452120"/>
          </a:xfrm>
          <a:prstGeom prst="rect">
            <a:avLst/>
          </a:prstGeom>
        </p:spPr>
        <p:txBody>
          <a:bodyPr vert="horz" wrap="square" lIns="0" tIns="12065" rIns="0" bIns="0" rtlCol="0">
            <a:spAutoFit/>
          </a:bodyPr>
          <a:lstStyle/>
          <a:p>
            <a:pPr marL="12700">
              <a:lnSpc>
                <a:spcPct val="100000"/>
              </a:lnSpc>
              <a:spcBef>
                <a:spcPts val="95"/>
              </a:spcBef>
            </a:pPr>
            <a:r>
              <a:rPr sz="2800" spc="-25" dirty="0">
                <a:latin typeface="Calibri"/>
                <a:cs typeface="Calibri"/>
              </a:rPr>
              <a:t>(1)</a:t>
            </a:r>
            <a:endParaRPr sz="2800">
              <a:latin typeface="Calibri"/>
              <a:cs typeface="Calibri"/>
            </a:endParaRPr>
          </a:p>
        </p:txBody>
      </p:sp>
      <p:sp>
        <p:nvSpPr>
          <p:cNvPr id="4" name="object 4"/>
          <p:cNvSpPr txBox="1"/>
          <p:nvPr/>
        </p:nvSpPr>
        <p:spPr>
          <a:xfrm>
            <a:off x="396240" y="1685060"/>
            <a:ext cx="7976870" cy="4468495"/>
          </a:xfrm>
          <a:prstGeom prst="rect">
            <a:avLst/>
          </a:prstGeom>
        </p:spPr>
        <p:txBody>
          <a:bodyPr vert="horz" wrap="square" lIns="0" tIns="12700" rIns="0" bIns="0" rtlCol="0">
            <a:spAutoFit/>
          </a:bodyPr>
          <a:lstStyle/>
          <a:p>
            <a:pPr marL="1583690" marR="68580" indent="-1507490">
              <a:lnSpc>
                <a:spcPct val="121100"/>
              </a:lnSpc>
              <a:spcBef>
                <a:spcPts val="100"/>
              </a:spcBef>
              <a:tabLst>
                <a:tab pos="6520815" algn="l"/>
              </a:tabLst>
            </a:pPr>
            <a:r>
              <a:rPr sz="2800" dirty="0">
                <a:latin typeface="Calibri"/>
                <a:cs typeface="Calibri"/>
              </a:rPr>
              <a:t>Ánh</a:t>
            </a:r>
            <a:r>
              <a:rPr sz="2800" spc="-35" dirty="0">
                <a:latin typeface="Calibri"/>
                <a:cs typeface="Calibri"/>
              </a:rPr>
              <a:t> </a:t>
            </a:r>
            <a:r>
              <a:rPr sz="2800" dirty="0">
                <a:latin typeface="Calibri"/>
                <a:cs typeface="Calibri"/>
              </a:rPr>
              <a:t>xạ</a:t>
            </a:r>
            <a:r>
              <a:rPr sz="2800" spc="-40" dirty="0">
                <a:latin typeface="Calibri"/>
                <a:cs typeface="Calibri"/>
              </a:rPr>
              <a:t> </a:t>
            </a:r>
            <a:r>
              <a:rPr sz="2800" dirty="0">
                <a:latin typeface="Calibri"/>
                <a:cs typeface="Calibri"/>
              </a:rPr>
              <a:t>ngược</a:t>
            </a:r>
            <a:r>
              <a:rPr sz="2800" spc="-30" dirty="0">
                <a:latin typeface="Calibri"/>
                <a:cs typeface="Calibri"/>
              </a:rPr>
              <a:t> </a:t>
            </a:r>
            <a:r>
              <a:rPr sz="2800" dirty="0">
                <a:latin typeface="Calibri"/>
                <a:cs typeface="Calibri"/>
              </a:rPr>
              <a:t>f</a:t>
            </a:r>
            <a:r>
              <a:rPr sz="2775" baseline="25525" dirty="0">
                <a:latin typeface="Calibri"/>
                <a:cs typeface="Calibri"/>
              </a:rPr>
              <a:t>-1</a:t>
            </a:r>
            <a:r>
              <a:rPr sz="2775" spc="240" baseline="25525" dirty="0">
                <a:latin typeface="Calibri"/>
                <a:cs typeface="Calibri"/>
              </a:rPr>
              <a:t> </a:t>
            </a:r>
            <a:r>
              <a:rPr sz="2800" dirty="0">
                <a:latin typeface="Calibri"/>
                <a:cs typeface="Calibri"/>
              </a:rPr>
              <a:t>ánh</a:t>
            </a:r>
            <a:r>
              <a:rPr sz="2800" spc="-25" dirty="0">
                <a:latin typeface="Calibri"/>
                <a:cs typeface="Calibri"/>
              </a:rPr>
              <a:t> </a:t>
            </a:r>
            <a:r>
              <a:rPr sz="2800" dirty="0">
                <a:latin typeface="Calibri"/>
                <a:cs typeface="Calibri"/>
              </a:rPr>
              <a:t>xạ</a:t>
            </a:r>
            <a:r>
              <a:rPr sz="2800" spc="-50" dirty="0">
                <a:latin typeface="Calibri"/>
                <a:cs typeface="Calibri"/>
              </a:rPr>
              <a:t> </a:t>
            </a:r>
            <a:r>
              <a:rPr sz="2800" dirty="0">
                <a:latin typeface="Calibri"/>
                <a:cs typeface="Calibri"/>
              </a:rPr>
              <a:t>từ</a:t>
            </a:r>
            <a:r>
              <a:rPr sz="2800" spc="-45" dirty="0">
                <a:latin typeface="Calibri"/>
                <a:cs typeface="Calibri"/>
              </a:rPr>
              <a:t> </a:t>
            </a:r>
            <a:r>
              <a:rPr sz="2800" dirty="0">
                <a:latin typeface="Calibri"/>
                <a:cs typeface="Calibri"/>
              </a:rPr>
              <a:t>B</a:t>
            </a:r>
            <a:r>
              <a:rPr sz="2800" spc="-45" dirty="0">
                <a:latin typeface="Calibri"/>
                <a:cs typeface="Calibri"/>
              </a:rPr>
              <a:t> </a:t>
            </a:r>
            <a:r>
              <a:rPr sz="2800" dirty="0">
                <a:latin typeface="Calibri"/>
                <a:cs typeface="Calibri"/>
              </a:rPr>
              <a:t>vào</a:t>
            </a:r>
            <a:r>
              <a:rPr sz="2800" spc="-50" dirty="0">
                <a:latin typeface="Calibri"/>
                <a:cs typeface="Calibri"/>
              </a:rPr>
              <a:t> </a:t>
            </a:r>
            <a:r>
              <a:rPr sz="2800" dirty="0">
                <a:latin typeface="Calibri"/>
                <a:cs typeface="Calibri"/>
              </a:rPr>
              <a:t>A</a:t>
            </a:r>
            <a:r>
              <a:rPr sz="2800" spc="-35" dirty="0">
                <a:latin typeface="Calibri"/>
                <a:cs typeface="Calibri"/>
              </a:rPr>
              <a:t> </a:t>
            </a:r>
            <a:r>
              <a:rPr sz="2800" dirty="0">
                <a:latin typeface="Calibri"/>
                <a:cs typeface="Calibri"/>
              </a:rPr>
              <a:t>được</a:t>
            </a:r>
            <a:r>
              <a:rPr sz="2800" spc="-25" dirty="0">
                <a:latin typeface="Calibri"/>
                <a:cs typeface="Calibri"/>
              </a:rPr>
              <a:t> </a:t>
            </a:r>
            <a:r>
              <a:rPr sz="2800" dirty="0">
                <a:latin typeface="Calibri"/>
                <a:cs typeface="Calibri"/>
              </a:rPr>
              <a:t>xác</a:t>
            </a:r>
            <a:r>
              <a:rPr sz="2800" spc="-40" dirty="0">
                <a:latin typeface="Calibri"/>
                <a:cs typeface="Calibri"/>
              </a:rPr>
              <a:t> </a:t>
            </a:r>
            <a:r>
              <a:rPr sz="2800" dirty="0">
                <a:latin typeface="Calibri"/>
                <a:cs typeface="Calibri"/>
              </a:rPr>
              <a:t>định</a:t>
            </a:r>
            <a:r>
              <a:rPr sz="2800" spc="-25" dirty="0">
                <a:latin typeface="Calibri"/>
                <a:cs typeface="Calibri"/>
              </a:rPr>
              <a:t> </a:t>
            </a:r>
            <a:r>
              <a:rPr sz="2800" dirty="0">
                <a:latin typeface="Calibri"/>
                <a:cs typeface="Calibri"/>
              </a:rPr>
              <a:t>bởi</a:t>
            </a:r>
            <a:r>
              <a:rPr sz="2800" spc="-30" dirty="0">
                <a:latin typeface="Calibri"/>
                <a:cs typeface="Calibri"/>
              </a:rPr>
              <a:t> </a:t>
            </a:r>
            <a:r>
              <a:rPr sz="2800" spc="-50" dirty="0">
                <a:latin typeface="Calibri"/>
                <a:cs typeface="Calibri"/>
              </a:rPr>
              <a:t>: </a:t>
            </a:r>
            <a:r>
              <a:rPr sz="2800" dirty="0">
                <a:latin typeface="Calibri"/>
                <a:cs typeface="Calibri"/>
              </a:rPr>
              <a:t>f</a:t>
            </a:r>
            <a:r>
              <a:rPr sz="2775" baseline="25525" dirty="0">
                <a:latin typeface="Calibri"/>
                <a:cs typeface="Calibri"/>
              </a:rPr>
              <a:t>-1</a:t>
            </a:r>
            <a:r>
              <a:rPr sz="2775" spc="292" baseline="25525" dirty="0">
                <a:latin typeface="Calibri"/>
                <a:cs typeface="Calibri"/>
              </a:rPr>
              <a:t> </a:t>
            </a:r>
            <a:r>
              <a:rPr sz="2800" dirty="0">
                <a:latin typeface="Calibri"/>
                <a:cs typeface="Calibri"/>
              </a:rPr>
              <a:t>: B</a:t>
            </a:r>
            <a:r>
              <a:rPr sz="2800" spc="-5" dirty="0">
                <a:latin typeface="Calibri"/>
                <a:cs typeface="Calibri"/>
              </a:rPr>
              <a:t> </a:t>
            </a:r>
            <a:r>
              <a:rPr sz="2800" dirty="0">
                <a:latin typeface="Symbol"/>
                <a:cs typeface="Symbol"/>
              </a:rPr>
              <a:t></a:t>
            </a:r>
            <a:r>
              <a:rPr sz="2800" spc="-75" dirty="0">
                <a:latin typeface="Times New Roman"/>
                <a:cs typeface="Times New Roman"/>
              </a:rPr>
              <a:t> </a:t>
            </a:r>
            <a:r>
              <a:rPr sz="2800" dirty="0">
                <a:latin typeface="Calibri"/>
                <a:cs typeface="Calibri"/>
              </a:rPr>
              <a:t>A,</a:t>
            </a:r>
            <a:r>
              <a:rPr sz="2800" spc="5" dirty="0">
                <a:latin typeface="Calibri"/>
                <a:cs typeface="Calibri"/>
              </a:rPr>
              <a:t> </a:t>
            </a:r>
            <a:r>
              <a:rPr sz="2800" dirty="0">
                <a:latin typeface="Calibri"/>
                <a:cs typeface="Calibri"/>
              </a:rPr>
              <a:t>x</a:t>
            </a:r>
            <a:r>
              <a:rPr sz="2800" spc="-15"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f</a:t>
            </a:r>
            <a:r>
              <a:rPr sz="2775" baseline="25525" dirty="0">
                <a:latin typeface="Calibri"/>
                <a:cs typeface="Calibri"/>
              </a:rPr>
              <a:t>-1</a:t>
            </a:r>
            <a:r>
              <a:rPr sz="2800" dirty="0">
                <a:latin typeface="Calibri"/>
                <a:cs typeface="Calibri"/>
              </a:rPr>
              <a:t>(y)</a:t>
            </a:r>
            <a:r>
              <a:rPr sz="2800" spc="-10"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(y</a:t>
            </a:r>
            <a:r>
              <a:rPr sz="2800" spc="5" dirty="0">
                <a:latin typeface="Calibri"/>
                <a:cs typeface="Calibri"/>
              </a:rPr>
              <a:t> </a:t>
            </a:r>
            <a:r>
              <a:rPr sz="2800" dirty="0">
                <a:latin typeface="Calibri"/>
                <a:cs typeface="Calibri"/>
              </a:rPr>
              <a:t>–</a:t>
            </a:r>
            <a:r>
              <a:rPr sz="2800" spc="-5" dirty="0">
                <a:latin typeface="Calibri"/>
                <a:cs typeface="Calibri"/>
              </a:rPr>
              <a:t> </a:t>
            </a:r>
            <a:r>
              <a:rPr sz="2800" spc="-20" dirty="0">
                <a:latin typeface="Calibri"/>
                <a:cs typeface="Calibri"/>
              </a:rPr>
              <a:t>1)/2</a:t>
            </a:r>
            <a:r>
              <a:rPr sz="2800" dirty="0">
                <a:latin typeface="Calibri"/>
                <a:cs typeface="Calibri"/>
              </a:rPr>
              <a:t>	</a:t>
            </a:r>
            <a:r>
              <a:rPr sz="2800" spc="-25" dirty="0">
                <a:latin typeface="Calibri"/>
                <a:cs typeface="Calibri"/>
              </a:rPr>
              <a:t>(2)</a:t>
            </a:r>
            <a:endParaRPr sz="2800">
              <a:latin typeface="Calibri"/>
              <a:cs typeface="Calibri"/>
            </a:endParaRPr>
          </a:p>
          <a:p>
            <a:pPr marL="76200">
              <a:lnSpc>
                <a:spcPct val="100000"/>
              </a:lnSpc>
              <a:spcBef>
                <a:spcPts val="635"/>
              </a:spcBef>
            </a:pPr>
            <a:r>
              <a:rPr sz="2800" spc="-65" dirty="0">
                <a:latin typeface="Calibri"/>
                <a:cs typeface="Calibri"/>
              </a:rPr>
              <a:t>Ta</a:t>
            </a:r>
            <a:r>
              <a:rPr sz="2800" spc="-75" dirty="0">
                <a:latin typeface="Calibri"/>
                <a:cs typeface="Calibri"/>
              </a:rPr>
              <a:t> </a:t>
            </a:r>
            <a:r>
              <a:rPr sz="2800" dirty="0">
                <a:latin typeface="Calibri"/>
                <a:cs typeface="Calibri"/>
              </a:rPr>
              <a:t>có</a:t>
            </a:r>
            <a:r>
              <a:rPr sz="2800" spc="-75" dirty="0">
                <a:latin typeface="Calibri"/>
                <a:cs typeface="Calibri"/>
              </a:rPr>
              <a:t> </a:t>
            </a:r>
            <a:r>
              <a:rPr sz="2800" spc="-50" dirty="0">
                <a:latin typeface="Calibri"/>
                <a:cs typeface="Calibri"/>
              </a:rPr>
              <a:t>:</a:t>
            </a:r>
            <a:endParaRPr sz="2800">
              <a:latin typeface="Calibri"/>
              <a:cs typeface="Calibri"/>
            </a:endParaRPr>
          </a:p>
          <a:p>
            <a:pPr marL="533400" marR="363220" indent="-457834">
              <a:lnSpc>
                <a:spcPct val="100000"/>
              </a:lnSpc>
              <a:spcBef>
                <a:spcPts val="675"/>
              </a:spcBef>
              <a:buChar char="-"/>
              <a:tabLst>
                <a:tab pos="533400" algn="l"/>
              </a:tabLst>
            </a:pPr>
            <a:r>
              <a:rPr sz="2800" dirty="0">
                <a:latin typeface="Calibri"/>
                <a:cs typeface="Calibri"/>
              </a:rPr>
              <a:t>x</a:t>
            </a:r>
            <a:r>
              <a:rPr sz="2800" spc="-55" dirty="0">
                <a:latin typeface="Calibri"/>
                <a:cs typeface="Calibri"/>
              </a:rPr>
              <a:t> </a:t>
            </a:r>
            <a:r>
              <a:rPr sz="2800" dirty="0">
                <a:latin typeface="Calibri"/>
                <a:cs typeface="Calibri"/>
              </a:rPr>
              <a:t>ở</a:t>
            </a:r>
            <a:r>
              <a:rPr sz="2800" spc="-35" dirty="0">
                <a:latin typeface="Calibri"/>
                <a:cs typeface="Calibri"/>
              </a:rPr>
              <a:t> </a:t>
            </a:r>
            <a:r>
              <a:rPr sz="2800" dirty="0">
                <a:latin typeface="Calibri"/>
                <a:cs typeface="Calibri"/>
              </a:rPr>
              <a:t>(2)</a:t>
            </a:r>
            <a:r>
              <a:rPr sz="2800" spc="-45" dirty="0">
                <a:latin typeface="Calibri"/>
                <a:cs typeface="Calibri"/>
              </a:rPr>
              <a:t> </a:t>
            </a:r>
            <a:r>
              <a:rPr sz="2800" dirty="0">
                <a:latin typeface="Calibri"/>
                <a:cs typeface="Calibri"/>
              </a:rPr>
              <a:t>được</a:t>
            </a:r>
            <a:r>
              <a:rPr sz="2800" spc="-20" dirty="0">
                <a:latin typeface="Calibri"/>
                <a:cs typeface="Calibri"/>
              </a:rPr>
              <a:t> </a:t>
            </a:r>
            <a:r>
              <a:rPr sz="2800" dirty="0">
                <a:latin typeface="Calibri"/>
                <a:cs typeface="Calibri"/>
              </a:rPr>
              <a:t>tính</a:t>
            </a:r>
            <a:r>
              <a:rPr sz="2800" spc="-30" dirty="0">
                <a:latin typeface="Calibri"/>
                <a:cs typeface="Calibri"/>
              </a:rPr>
              <a:t> </a:t>
            </a:r>
            <a:r>
              <a:rPr sz="2800" dirty="0">
                <a:latin typeface="Calibri"/>
                <a:cs typeface="Calibri"/>
              </a:rPr>
              <a:t>theo</a:t>
            </a:r>
            <a:r>
              <a:rPr sz="2800" spc="-50" dirty="0">
                <a:latin typeface="Calibri"/>
                <a:cs typeface="Calibri"/>
              </a:rPr>
              <a:t> </a:t>
            </a:r>
            <a:r>
              <a:rPr sz="2800" spc="-45" dirty="0">
                <a:latin typeface="Calibri"/>
                <a:cs typeface="Calibri"/>
              </a:rPr>
              <a:t>y,</a:t>
            </a:r>
            <a:r>
              <a:rPr sz="2800" spc="-30" dirty="0">
                <a:latin typeface="Calibri"/>
                <a:cs typeface="Calibri"/>
              </a:rPr>
              <a:t> </a:t>
            </a:r>
            <a:r>
              <a:rPr sz="2800" dirty="0">
                <a:latin typeface="Calibri"/>
                <a:cs typeface="Calibri"/>
              </a:rPr>
              <a:t>mà</a:t>
            </a:r>
            <a:r>
              <a:rPr sz="2800" spc="-50" dirty="0">
                <a:latin typeface="Calibri"/>
                <a:cs typeface="Calibri"/>
              </a:rPr>
              <a:t> </a:t>
            </a:r>
            <a:r>
              <a:rPr sz="2800" dirty="0">
                <a:latin typeface="Calibri"/>
                <a:cs typeface="Calibri"/>
              </a:rPr>
              <a:t>khi</a:t>
            </a:r>
            <a:r>
              <a:rPr sz="2800" spc="-45" dirty="0">
                <a:latin typeface="Calibri"/>
                <a:cs typeface="Calibri"/>
              </a:rPr>
              <a:t> </a:t>
            </a:r>
            <a:r>
              <a:rPr sz="2800" dirty="0">
                <a:latin typeface="Calibri"/>
                <a:cs typeface="Calibri"/>
              </a:rPr>
              <a:t>thế</a:t>
            </a:r>
            <a:r>
              <a:rPr sz="2800" spc="-45" dirty="0">
                <a:latin typeface="Calibri"/>
                <a:cs typeface="Calibri"/>
              </a:rPr>
              <a:t> </a:t>
            </a:r>
            <a:r>
              <a:rPr sz="2800" dirty="0">
                <a:latin typeface="Calibri"/>
                <a:cs typeface="Calibri"/>
              </a:rPr>
              <a:t>vào</a:t>
            </a:r>
            <a:r>
              <a:rPr sz="2800" spc="-50" dirty="0">
                <a:latin typeface="Calibri"/>
                <a:cs typeface="Calibri"/>
              </a:rPr>
              <a:t> </a:t>
            </a:r>
            <a:r>
              <a:rPr sz="2800" dirty="0">
                <a:latin typeface="Calibri"/>
                <a:cs typeface="Calibri"/>
              </a:rPr>
              <a:t>f(x)</a:t>
            </a:r>
            <a:r>
              <a:rPr sz="2800" spc="-50" dirty="0">
                <a:latin typeface="Calibri"/>
                <a:cs typeface="Calibri"/>
              </a:rPr>
              <a:t> </a:t>
            </a:r>
            <a:r>
              <a:rPr sz="2800" dirty="0">
                <a:latin typeface="Calibri"/>
                <a:cs typeface="Calibri"/>
              </a:rPr>
              <a:t>thì</a:t>
            </a:r>
            <a:r>
              <a:rPr sz="2800" spc="-45" dirty="0">
                <a:latin typeface="Calibri"/>
                <a:cs typeface="Calibri"/>
              </a:rPr>
              <a:t> </a:t>
            </a:r>
            <a:r>
              <a:rPr sz="2800" spc="-25" dirty="0">
                <a:latin typeface="Calibri"/>
                <a:cs typeface="Calibri"/>
              </a:rPr>
              <a:t>ta </a:t>
            </a:r>
            <a:r>
              <a:rPr sz="2800" dirty="0">
                <a:latin typeface="Calibri"/>
                <a:cs typeface="Calibri"/>
              </a:rPr>
              <a:t>được</a:t>
            </a:r>
            <a:r>
              <a:rPr sz="2800" spc="-15" dirty="0">
                <a:latin typeface="Calibri"/>
                <a:cs typeface="Calibri"/>
              </a:rPr>
              <a:t> </a:t>
            </a:r>
            <a:r>
              <a:rPr sz="2800" dirty="0">
                <a:latin typeface="Calibri"/>
                <a:cs typeface="Calibri"/>
              </a:rPr>
              <a:t>y</a:t>
            </a:r>
            <a:r>
              <a:rPr sz="2800" spc="-25" dirty="0">
                <a:latin typeface="Calibri"/>
                <a:cs typeface="Calibri"/>
              </a:rPr>
              <a:t> </a:t>
            </a:r>
            <a:r>
              <a:rPr sz="2800" spc="-50" dirty="0">
                <a:latin typeface="Calibri"/>
                <a:cs typeface="Calibri"/>
              </a:rPr>
              <a:t>:</a:t>
            </a:r>
            <a:endParaRPr sz="2800">
              <a:latin typeface="Calibri"/>
              <a:cs typeface="Calibri"/>
            </a:endParaRPr>
          </a:p>
          <a:p>
            <a:pPr marL="723900">
              <a:lnSpc>
                <a:spcPct val="100000"/>
              </a:lnSpc>
              <a:spcBef>
                <a:spcPts val="670"/>
              </a:spcBef>
            </a:pPr>
            <a:r>
              <a:rPr sz="2800" spc="-20" dirty="0">
                <a:latin typeface="Calibri"/>
                <a:cs typeface="Calibri"/>
              </a:rPr>
              <a:t>f(x)=f((y-1)/2)=2((y-</a:t>
            </a:r>
            <a:r>
              <a:rPr sz="2800" dirty="0">
                <a:latin typeface="Calibri"/>
                <a:cs typeface="Calibri"/>
              </a:rPr>
              <a:t>1)/2)+1</a:t>
            </a:r>
            <a:r>
              <a:rPr sz="2800" spc="95" dirty="0">
                <a:latin typeface="Calibri"/>
                <a:cs typeface="Calibri"/>
              </a:rPr>
              <a:t> </a:t>
            </a:r>
            <a:r>
              <a:rPr sz="2800" dirty="0">
                <a:latin typeface="Calibri"/>
                <a:cs typeface="Calibri"/>
              </a:rPr>
              <a:t>=</a:t>
            </a:r>
            <a:r>
              <a:rPr sz="2800" spc="50" dirty="0">
                <a:latin typeface="Calibri"/>
                <a:cs typeface="Calibri"/>
              </a:rPr>
              <a:t> </a:t>
            </a:r>
            <a:r>
              <a:rPr sz="2800" spc="-25" dirty="0">
                <a:latin typeface="Calibri"/>
                <a:cs typeface="Calibri"/>
              </a:rPr>
              <a:t>y,</a:t>
            </a:r>
            <a:endParaRPr sz="2800">
              <a:latin typeface="Calibri"/>
              <a:cs typeface="Calibri"/>
            </a:endParaRPr>
          </a:p>
          <a:p>
            <a:pPr marL="533400" marR="132715" indent="-457834">
              <a:lnSpc>
                <a:spcPct val="100000"/>
              </a:lnSpc>
              <a:spcBef>
                <a:spcPts val="675"/>
              </a:spcBef>
              <a:buChar char="-"/>
              <a:tabLst>
                <a:tab pos="533400" algn="l"/>
              </a:tabLst>
            </a:pPr>
            <a:r>
              <a:rPr sz="2800" dirty="0">
                <a:latin typeface="Calibri"/>
                <a:cs typeface="Calibri"/>
              </a:rPr>
              <a:t>y</a:t>
            </a:r>
            <a:r>
              <a:rPr sz="2800" spc="-45" dirty="0">
                <a:latin typeface="Calibri"/>
                <a:cs typeface="Calibri"/>
              </a:rPr>
              <a:t> </a:t>
            </a:r>
            <a:r>
              <a:rPr sz="2800" dirty="0">
                <a:latin typeface="Calibri"/>
                <a:cs typeface="Calibri"/>
              </a:rPr>
              <a:t>ở</a:t>
            </a:r>
            <a:r>
              <a:rPr sz="2800" spc="-25" dirty="0">
                <a:latin typeface="Calibri"/>
                <a:cs typeface="Calibri"/>
              </a:rPr>
              <a:t> </a:t>
            </a:r>
            <a:r>
              <a:rPr sz="2800" dirty="0">
                <a:latin typeface="Calibri"/>
                <a:cs typeface="Calibri"/>
              </a:rPr>
              <a:t>(1)</a:t>
            </a:r>
            <a:r>
              <a:rPr sz="2800" spc="-25" dirty="0">
                <a:latin typeface="Calibri"/>
                <a:cs typeface="Calibri"/>
              </a:rPr>
              <a:t> </a:t>
            </a:r>
            <a:r>
              <a:rPr sz="2800" dirty="0">
                <a:latin typeface="Calibri"/>
                <a:cs typeface="Calibri"/>
              </a:rPr>
              <a:t>được</a:t>
            </a:r>
            <a:r>
              <a:rPr sz="2800" spc="-10" dirty="0">
                <a:latin typeface="Calibri"/>
                <a:cs typeface="Calibri"/>
              </a:rPr>
              <a:t> </a:t>
            </a:r>
            <a:r>
              <a:rPr sz="2800" dirty="0">
                <a:latin typeface="Calibri"/>
                <a:cs typeface="Calibri"/>
              </a:rPr>
              <a:t>tính</a:t>
            </a:r>
            <a:r>
              <a:rPr sz="2800" spc="-20" dirty="0">
                <a:latin typeface="Calibri"/>
                <a:cs typeface="Calibri"/>
              </a:rPr>
              <a:t> </a:t>
            </a:r>
            <a:r>
              <a:rPr sz="2800" dirty="0">
                <a:latin typeface="Calibri"/>
                <a:cs typeface="Calibri"/>
              </a:rPr>
              <a:t>theo</a:t>
            </a:r>
            <a:r>
              <a:rPr sz="2800" spc="-10" dirty="0">
                <a:latin typeface="Calibri"/>
                <a:cs typeface="Calibri"/>
              </a:rPr>
              <a:t> </a:t>
            </a:r>
            <a:r>
              <a:rPr sz="2800" dirty="0">
                <a:latin typeface="Calibri"/>
                <a:cs typeface="Calibri"/>
              </a:rPr>
              <a:t>x,</a:t>
            </a:r>
            <a:r>
              <a:rPr sz="2800" spc="-40" dirty="0">
                <a:latin typeface="Calibri"/>
                <a:cs typeface="Calibri"/>
              </a:rPr>
              <a:t> </a:t>
            </a:r>
            <a:r>
              <a:rPr sz="2800" dirty="0">
                <a:latin typeface="Calibri"/>
                <a:cs typeface="Calibri"/>
              </a:rPr>
              <a:t>mà</a:t>
            </a:r>
            <a:r>
              <a:rPr sz="2800" spc="-40" dirty="0">
                <a:latin typeface="Calibri"/>
                <a:cs typeface="Calibri"/>
              </a:rPr>
              <a:t> </a:t>
            </a:r>
            <a:r>
              <a:rPr sz="2800" dirty="0">
                <a:latin typeface="Calibri"/>
                <a:cs typeface="Calibri"/>
              </a:rPr>
              <a:t>khi</a:t>
            </a:r>
            <a:r>
              <a:rPr sz="2800" spc="-25" dirty="0">
                <a:latin typeface="Calibri"/>
                <a:cs typeface="Calibri"/>
              </a:rPr>
              <a:t> </a:t>
            </a:r>
            <a:r>
              <a:rPr sz="2800" dirty="0">
                <a:latin typeface="Calibri"/>
                <a:cs typeface="Calibri"/>
              </a:rPr>
              <a:t>thế</a:t>
            </a:r>
            <a:r>
              <a:rPr sz="2800" spc="-35" dirty="0">
                <a:latin typeface="Calibri"/>
                <a:cs typeface="Calibri"/>
              </a:rPr>
              <a:t> </a:t>
            </a:r>
            <a:r>
              <a:rPr sz="2800" dirty="0">
                <a:latin typeface="Calibri"/>
                <a:cs typeface="Calibri"/>
              </a:rPr>
              <a:t>vào</a:t>
            </a:r>
            <a:r>
              <a:rPr sz="2800" spc="-30" dirty="0">
                <a:latin typeface="Calibri"/>
                <a:cs typeface="Calibri"/>
              </a:rPr>
              <a:t> </a:t>
            </a:r>
            <a:r>
              <a:rPr sz="2800" dirty="0">
                <a:latin typeface="Calibri"/>
                <a:cs typeface="Calibri"/>
              </a:rPr>
              <a:t>f</a:t>
            </a:r>
            <a:r>
              <a:rPr sz="2775" baseline="25525" dirty="0">
                <a:latin typeface="Calibri"/>
                <a:cs typeface="Calibri"/>
              </a:rPr>
              <a:t>-1</a:t>
            </a:r>
            <a:r>
              <a:rPr sz="2800" dirty="0">
                <a:latin typeface="Calibri"/>
                <a:cs typeface="Calibri"/>
              </a:rPr>
              <a:t>(y)</a:t>
            </a:r>
            <a:r>
              <a:rPr sz="2800" spc="-30" dirty="0">
                <a:latin typeface="Calibri"/>
                <a:cs typeface="Calibri"/>
              </a:rPr>
              <a:t> </a:t>
            </a:r>
            <a:r>
              <a:rPr sz="2800" dirty="0">
                <a:latin typeface="Calibri"/>
                <a:cs typeface="Calibri"/>
              </a:rPr>
              <a:t>thì</a:t>
            </a:r>
            <a:r>
              <a:rPr sz="2800" spc="-40" dirty="0">
                <a:latin typeface="Calibri"/>
                <a:cs typeface="Calibri"/>
              </a:rPr>
              <a:t> </a:t>
            </a:r>
            <a:r>
              <a:rPr sz="2800" spc="-25" dirty="0">
                <a:latin typeface="Calibri"/>
                <a:cs typeface="Calibri"/>
              </a:rPr>
              <a:t>ta </a:t>
            </a:r>
            <a:r>
              <a:rPr sz="2800" dirty="0">
                <a:latin typeface="Calibri"/>
                <a:cs typeface="Calibri"/>
              </a:rPr>
              <a:t>được</a:t>
            </a:r>
            <a:r>
              <a:rPr sz="2800" spc="-45" dirty="0">
                <a:latin typeface="Calibri"/>
                <a:cs typeface="Calibri"/>
              </a:rPr>
              <a:t> </a:t>
            </a:r>
            <a:r>
              <a:rPr sz="2800" spc="-25" dirty="0">
                <a:latin typeface="Calibri"/>
                <a:cs typeface="Calibri"/>
              </a:rPr>
              <a:t>x:</a:t>
            </a:r>
            <a:endParaRPr sz="2800">
              <a:latin typeface="Calibri"/>
              <a:cs typeface="Calibri"/>
            </a:endParaRPr>
          </a:p>
          <a:p>
            <a:pPr marL="723900">
              <a:lnSpc>
                <a:spcPct val="100000"/>
              </a:lnSpc>
              <a:spcBef>
                <a:spcPts val="670"/>
              </a:spcBef>
            </a:pPr>
            <a:r>
              <a:rPr sz="2800" spc="-10" dirty="0">
                <a:latin typeface="Calibri"/>
                <a:cs typeface="Calibri"/>
              </a:rPr>
              <a:t>f-</a:t>
            </a:r>
            <a:r>
              <a:rPr sz="2800" spc="-20" dirty="0">
                <a:latin typeface="Calibri"/>
                <a:cs typeface="Calibri"/>
              </a:rPr>
              <a:t>1(y)=f(2x+1)=((2x+1)-</a:t>
            </a:r>
            <a:r>
              <a:rPr sz="2800" spc="-10" dirty="0">
                <a:latin typeface="Calibri"/>
                <a:cs typeface="Calibri"/>
              </a:rPr>
              <a:t>1)/2=x.</a:t>
            </a:r>
            <a:endParaRPr sz="2800">
              <a:latin typeface="Calibri"/>
              <a:cs typeface="Calibri"/>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215239"/>
            <a:ext cx="8331200" cy="6269355"/>
          </a:xfrm>
          <a:prstGeom prst="rect">
            <a:avLst/>
          </a:prstGeom>
        </p:spPr>
        <p:txBody>
          <a:bodyPr vert="horz" wrap="square" lIns="0" tIns="109855" rIns="0" bIns="0" rtlCol="0">
            <a:spAutoFit/>
          </a:bodyPr>
          <a:lstStyle/>
          <a:p>
            <a:pPr marL="624840" lvl="1" indent="-612140">
              <a:lnSpc>
                <a:spcPct val="100000"/>
              </a:lnSpc>
              <a:spcBef>
                <a:spcPts val="865"/>
              </a:spcBef>
              <a:buAutoNum type="arabicPeriod" startAt="3"/>
              <a:tabLst>
                <a:tab pos="624840" algn="l"/>
              </a:tabLst>
            </a:pPr>
            <a:r>
              <a:rPr sz="3200" b="1" dirty="0">
                <a:latin typeface="Calibri"/>
                <a:cs typeface="Calibri"/>
              </a:rPr>
              <a:t>Phép</a:t>
            </a:r>
            <a:r>
              <a:rPr sz="3200" b="1" spc="-30" dirty="0">
                <a:latin typeface="Calibri"/>
                <a:cs typeface="Calibri"/>
              </a:rPr>
              <a:t> </a:t>
            </a:r>
            <a:r>
              <a:rPr sz="3200" b="1" dirty="0">
                <a:latin typeface="Calibri"/>
                <a:cs typeface="Calibri"/>
              </a:rPr>
              <a:t>đếm</a:t>
            </a:r>
            <a:r>
              <a:rPr sz="3200" b="1" spc="-10" dirty="0">
                <a:latin typeface="Calibri"/>
                <a:cs typeface="Calibri"/>
              </a:rPr>
              <a:t> </a:t>
            </a:r>
            <a:r>
              <a:rPr sz="3200" b="1" spc="-50" dirty="0">
                <a:latin typeface="Calibri"/>
                <a:cs typeface="Calibri"/>
              </a:rPr>
              <a:t>:</a:t>
            </a:r>
            <a:endParaRPr sz="3200">
              <a:latin typeface="Calibri"/>
              <a:cs typeface="Calibri"/>
            </a:endParaRPr>
          </a:p>
          <a:p>
            <a:pPr marL="937894" lvl="2" indent="-925194">
              <a:lnSpc>
                <a:spcPct val="100000"/>
              </a:lnSpc>
              <a:spcBef>
                <a:spcPts val="770"/>
              </a:spcBef>
              <a:buAutoNum type="arabicPeriod"/>
              <a:tabLst>
                <a:tab pos="937894" algn="l"/>
              </a:tabLst>
            </a:pPr>
            <a:r>
              <a:rPr sz="3200" b="1" dirty="0">
                <a:latin typeface="Calibri"/>
                <a:cs typeface="Calibri"/>
              </a:rPr>
              <a:t>Định</a:t>
            </a:r>
            <a:r>
              <a:rPr sz="3200" b="1" spc="-5" dirty="0">
                <a:latin typeface="Calibri"/>
                <a:cs typeface="Calibri"/>
              </a:rPr>
              <a:t> </a:t>
            </a:r>
            <a:r>
              <a:rPr sz="3200" b="1" dirty="0">
                <a:latin typeface="Calibri"/>
                <a:cs typeface="Calibri"/>
              </a:rPr>
              <a:t>nghĩa</a:t>
            </a:r>
            <a:r>
              <a:rPr sz="3200" b="1" spc="-40" dirty="0">
                <a:latin typeface="Calibri"/>
                <a:cs typeface="Calibri"/>
              </a:rPr>
              <a:t> </a:t>
            </a:r>
            <a:r>
              <a:rPr sz="3200" b="1" spc="-50" dirty="0">
                <a:latin typeface="Calibri"/>
                <a:cs typeface="Calibri"/>
              </a:rPr>
              <a:t>:</a:t>
            </a:r>
            <a:endParaRPr sz="3200">
              <a:latin typeface="Calibri"/>
              <a:cs typeface="Calibri"/>
            </a:endParaRPr>
          </a:p>
          <a:p>
            <a:pPr marL="584200" marR="5080" indent="-572135">
              <a:lnSpc>
                <a:spcPct val="100000"/>
              </a:lnSpc>
              <a:spcBef>
                <a:spcPts val="765"/>
              </a:spcBef>
              <a:buAutoNum type="romanLcParenR"/>
              <a:tabLst>
                <a:tab pos="584200" algn="l"/>
              </a:tabLst>
            </a:pPr>
            <a:r>
              <a:rPr sz="3200" dirty="0">
                <a:latin typeface="Calibri"/>
                <a:cs typeface="Calibri"/>
              </a:rPr>
              <a:t>Một</a:t>
            </a:r>
            <a:r>
              <a:rPr sz="3200" spc="-45" dirty="0">
                <a:latin typeface="Calibri"/>
                <a:cs typeface="Calibri"/>
              </a:rPr>
              <a:t> </a:t>
            </a:r>
            <a:r>
              <a:rPr sz="3200" dirty="0">
                <a:latin typeface="Calibri"/>
                <a:cs typeface="Calibri"/>
              </a:rPr>
              <a:t>tập</a:t>
            </a:r>
            <a:r>
              <a:rPr sz="3200" spc="-35" dirty="0">
                <a:latin typeface="Calibri"/>
                <a:cs typeface="Calibri"/>
              </a:rPr>
              <a:t> </a:t>
            </a:r>
            <a:r>
              <a:rPr sz="3200" dirty="0">
                <a:latin typeface="Calibri"/>
                <a:cs typeface="Calibri"/>
              </a:rPr>
              <a:t>A</a:t>
            </a:r>
            <a:r>
              <a:rPr sz="3200" spc="-40" dirty="0">
                <a:latin typeface="Calibri"/>
                <a:cs typeface="Calibri"/>
              </a:rPr>
              <a:t> </a:t>
            </a:r>
            <a:r>
              <a:rPr sz="3200" dirty="0">
                <a:latin typeface="Calibri"/>
                <a:cs typeface="Calibri"/>
              </a:rPr>
              <a:t>được</a:t>
            </a:r>
            <a:r>
              <a:rPr sz="3200" spc="-50" dirty="0">
                <a:latin typeface="Calibri"/>
                <a:cs typeface="Calibri"/>
              </a:rPr>
              <a:t> </a:t>
            </a:r>
            <a:r>
              <a:rPr sz="3200" dirty="0">
                <a:latin typeface="Calibri"/>
                <a:cs typeface="Calibri"/>
              </a:rPr>
              <a:t>nói</a:t>
            </a:r>
            <a:r>
              <a:rPr sz="3200" spc="-40" dirty="0">
                <a:latin typeface="Calibri"/>
                <a:cs typeface="Calibri"/>
              </a:rPr>
              <a:t> </a:t>
            </a:r>
            <a:r>
              <a:rPr sz="3200" dirty="0">
                <a:latin typeface="Calibri"/>
                <a:cs typeface="Calibri"/>
              </a:rPr>
              <a:t>là</a:t>
            </a:r>
            <a:r>
              <a:rPr sz="3200" spc="-30" dirty="0">
                <a:latin typeface="Calibri"/>
                <a:cs typeface="Calibri"/>
              </a:rPr>
              <a:t> </a:t>
            </a:r>
            <a:r>
              <a:rPr sz="3200" i="1" dirty="0">
                <a:latin typeface="Calibri"/>
                <a:cs typeface="Calibri"/>
              </a:rPr>
              <a:t>hữu</a:t>
            </a:r>
            <a:r>
              <a:rPr sz="3200" i="1" spc="-40" dirty="0">
                <a:latin typeface="Calibri"/>
                <a:cs typeface="Calibri"/>
              </a:rPr>
              <a:t> </a:t>
            </a:r>
            <a:r>
              <a:rPr sz="3200" i="1" dirty="0">
                <a:latin typeface="Calibri"/>
                <a:cs typeface="Calibri"/>
              </a:rPr>
              <a:t>hạn</a:t>
            </a:r>
            <a:r>
              <a:rPr sz="3200" i="1" spc="-25" dirty="0">
                <a:latin typeface="Calibri"/>
                <a:cs typeface="Calibri"/>
              </a:rPr>
              <a:t> </a:t>
            </a:r>
            <a:r>
              <a:rPr sz="3200" dirty="0">
                <a:latin typeface="Calibri"/>
                <a:cs typeface="Calibri"/>
              </a:rPr>
              <a:t>và</a:t>
            </a:r>
            <a:r>
              <a:rPr sz="3200" spc="-40" dirty="0">
                <a:latin typeface="Calibri"/>
                <a:cs typeface="Calibri"/>
              </a:rPr>
              <a:t> </a:t>
            </a:r>
            <a:r>
              <a:rPr sz="3200" dirty="0">
                <a:latin typeface="Calibri"/>
                <a:cs typeface="Calibri"/>
              </a:rPr>
              <a:t>có</a:t>
            </a:r>
            <a:r>
              <a:rPr sz="3200" spc="-40" dirty="0">
                <a:latin typeface="Calibri"/>
                <a:cs typeface="Calibri"/>
              </a:rPr>
              <a:t> </a:t>
            </a:r>
            <a:r>
              <a:rPr sz="3200" i="1" dirty="0">
                <a:latin typeface="Calibri"/>
                <a:cs typeface="Calibri"/>
              </a:rPr>
              <a:t>n</a:t>
            </a:r>
            <a:r>
              <a:rPr sz="3200" i="1" spc="-40" dirty="0">
                <a:latin typeface="Calibri"/>
                <a:cs typeface="Calibri"/>
              </a:rPr>
              <a:t> </a:t>
            </a:r>
            <a:r>
              <a:rPr sz="3200" i="1" dirty="0">
                <a:latin typeface="Calibri"/>
                <a:cs typeface="Calibri"/>
              </a:rPr>
              <a:t>phần</a:t>
            </a:r>
            <a:r>
              <a:rPr sz="3200" i="1" spc="-35" dirty="0">
                <a:latin typeface="Calibri"/>
                <a:cs typeface="Calibri"/>
              </a:rPr>
              <a:t> </a:t>
            </a:r>
            <a:r>
              <a:rPr sz="3200" i="1" spc="-25" dirty="0">
                <a:latin typeface="Calibri"/>
                <a:cs typeface="Calibri"/>
              </a:rPr>
              <a:t>tử </a:t>
            </a:r>
            <a:r>
              <a:rPr sz="3200" dirty="0">
                <a:latin typeface="Calibri"/>
                <a:cs typeface="Calibri"/>
              </a:rPr>
              <a:t>nếu</a:t>
            </a:r>
            <a:r>
              <a:rPr sz="3200" spc="-70" dirty="0">
                <a:latin typeface="Calibri"/>
                <a:cs typeface="Calibri"/>
              </a:rPr>
              <a:t> </a:t>
            </a:r>
            <a:r>
              <a:rPr sz="3200" dirty="0">
                <a:latin typeface="Calibri"/>
                <a:cs typeface="Calibri"/>
              </a:rPr>
              <a:t>tồn</a:t>
            </a:r>
            <a:r>
              <a:rPr sz="3200" spc="-45" dirty="0">
                <a:latin typeface="Calibri"/>
                <a:cs typeface="Calibri"/>
              </a:rPr>
              <a:t> </a:t>
            </a:r>
            <a:r>
              <a:rPr sz="3200" dirty="0">
                <a:latin typeface="Calibri"/>
                <a:cs typeface="Calibri"/>
              </a:rPr>
              <a:t>tại</a:t>
            </a:r>
            <a:r>
              <a:rPr sz="3200" spc="-65" dirty="0">
                <a:latin typeface="Calibri"/>
                <a:cs typeface="Calibri"/>
              </a:rPr>
              <a:t> </a:t>
            </a:r>
            <a:r>
              <a:rPr sz="3200" dirty="0">
                <a:latin typeface="Calibri"/>
                <a:cs typeface="Calibri"/>
              </a:rPr>
              <a:t>một</a:t>
            </a:r>
            <a:r>
              <a:rPr sz="3200" spc="-60" dirty="0">
                <a:latin typeface="Calibri"/>
                <a:cs typeface="Calibri"/>
              </a:rPr>
              <a:t> </a:t>
            </a:r>
            <a:r>
              <a:rPr sz="3200" dirty="0">
                <a:latin typeface="Calibri"/>
                <a:cs typeface="Calibri"/>
              </a:rPr>
              <a:t>song</a:t>
            </a:r>
            <a:r>
              <a:rPr sz="3200" spc="-50" dirty="0">
                <a:latin typeface="Calibri"/>
                <a:cs typeface="Calibri"/>
              </a:rPr>
              <a:t> </a:t>
            </a:r>
            <a:r>
              <a:rPr sz="3200" dirty="0">
                <a:latin typeface="Calibri"/>
                <a:cs typeface="Calibri"/>
              </a:rPr>
              <a:t>ánh</a:t>
            </a:r>
            <a:r>
              <a:rPr sz="3200" spc="-55" dirty="0">
                <a:latin typeface="Calibri"/>
                <a:cs typeface="Calibri"/>
              </a:rPr>
              <a:t> </a:t>
            </a:r>
            <a:r>
              <a:rPr sz="3200" dirty="0">
                <a:latin typeface="Calibri"/>
                <a:cs typeface="Calibri"/>
              </a:rPr>
              <a:t>giữa</a:t>
            </a:r>
            <a:r>
              <a:rPr sz="3200" spc="-60" dirty="0">
                <a:latin typeface="Calibri"/>
                <a:cs typeface="Calibri"/>
              </a:rPr>
              <a:t> </a:t>
            </a:r>
            <a:r>
              <a:rPr sz="3200" dirty="0">
                <a:latin typeface="Calibri"/>
                <a:cs typeface="Calibri"/>
              </a:rPr>
              <a:t>A</a:t>
            </a:r>
            <a:r>
              <a:rPr sz="3200" spc="-75" dirty="0">
                <a:latin typeface="Calibri"/>
                <a:cs typeface="Calibri"/>
              </a:rPr>
              <a:t> </a:t>
            </a:r>
            <a:r>
              <a:rPr sz="3200" dirty="0">
                <a:latin typeface="Calibri"/>
                <a:cs typeface="Calibri"/>
              </a:rPr>
              <a:t>và</a:t>
            </a:r>
            <a:r>
              <a:rPr sz="3200" spc="-65" dirty="0">
                <a:latin typeface="Calibri"/>
                <a:cs typeface="Calibri"/>
              </a:rPr>
              <a:t> </a:t>
            </a:r>
            <a:r>
              <a:rPr sz="3200" dirty="0">
                <a:latin typeface="Calibri"/>
                <a:cs typeface="Calibri"/>
              </a:rPr>
              <a:t>tập</a:t>
            </a:r>
            <a:r>
              <a:rPr sz="3200" spc="-45" dirty="0">
                <a:latin typeface="Calibri"/>
                <a:cs typeface="Calibri"/>
              </a:rPr>
              <a:t> </a:t>
            </a:r>
            <a:r>
              <a:rPr sz="3200" dirty="0">
                <a:latin typeface="Calibri"/>
                <a:cs typeface="Calibri"/>
              </a:rPr>
              <a:t>con</a:t>
            </a:r>
            <a:r>
              <a:rPr sz="3200" spc="-70" dirty="0">
                <a:latin typeface="Calibri"/>
                <a:cs typeface="Calibri"/>
              </a:rPr>
              <a:t> </a:t>
            </a:r>
            <a:r>
              <a:rPr sz="3200" spc="-25" dirty="0">
                <a:latin typeface="Calibri"/>
                <a:cs typeface="Calibri"/>
              </a:rPr>
              <a:t>{1, </a:t>
            </a:r>
            <a:r>
              <a:rPr sz="3200" dirty="0">
                <a:latin typeface="Calibri"/>
                <a:cs typeface="Calibri"/>
              </a:rPr>
              <a:t>2,</a:t>
            </a:r>
            <a:r>
              <a:rPr sz="3200" spc="-30" dirty="0">
                <a:latin typeface="Calibri"/>
                <a:cs typeface="Calibri"/>
              </a:rPr>
              <a:t> </a:t>
            </a:r>
            <a:r>
              <a:rPr sz="3200" dirty="0">
                <a:latin typeface="Calibri"/>
                <a:cs typeface="Calibri"/>
              </a:rPr>
              <a:t>…</a:t>
            </a:r>
            <a:r>
              <a:rPr sz="3200" spc="-35"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n}</a:t>
            </a:r>
            <a:r>
              <a:rPr sz="3200" spc="-15" dirty="0">
                <a:latin typeface="Calibri"/>
                <a:cs typeface="Calibri"/>
              </a:rPr>
              <a:t> </a:t>
            </a:r>
            <a:r>
              <a:rPr sz="3200" dirty="0">
                <a:latin typeface="Calibri"/>
                <a:cs typeface="Calibri"/>
              </a:rPr>
              <a:t>của</a:t>
            </a:r>
            <a:r>
              <a:rPr sz="3200" spc="-35" dirty="0">
                <a:latin typeface="Calibri"/>
                <a:cs typeface="Calibri"/>
              </a:rPr>
              <a:t> </a:t>
            </a:r>
            <a:r>
              <a:rPr sz="3200" dirty="0">
                <a:latin typeface="Cambria Math"/>
                <a:cs typeface="Cambria Math"/>
              </a:rPr>
              <a:t>ℕ</a:t>
            </a:r>
            <a:r>
              <a:rPr sz="3200" dirty="0">
                <a:latin typeface="Calibri"/>
                <a:cs typeface="Calibri"/>
              </a:rPr>
              <a:t>.</a:t>
            </a:r>
            <a:r>
              <a:rPr sz="3200" spc="-15" dirty="0">
                <a:latin typeface="Calibri"/>
                <a:cs typeface="Calibri"/>
              </a:rPr>
              <a:t> </a:t>
            </a:r>
            <a:r>
              <a:rPr sz="3200" spc="-105" dirty="0">
                <a:latin typeface="Calibri"/>
                <a:cs typeface="Calibri"/>
              </a:rPr>
              <a:t>Ta</a:t>
            </a:r>
            <a:r>
              <a:rPr sz="3200" spc="-30" dirty="0">
                <a:latin typeface="Calibri"/>
                <a:cs typeface="Calibri"/>
              </a:rPr>
              <a:t> </a:t>
            </a:r>
            <a:r>
              <a:rPr sz="3200" dirty="0">
                <a:latin typeface="Calibri"/>
                <a:cs typeface="Calibri"/>
              </a:rPr>
              <a:t>viết</a:t>
            </a:r>
            <a:r>
              <a:rPr sz="3200" spc="-30" dirty="0">
                <a:latin typeface="Calibri"/>
                <a:cs typeface="Calibri"/>
              </a:rPr>
              <a:t> </a:t>
            </a:r>
            <a:r>
              <a:rPr sz="3200" dirty="0">
                <a:latin typeface="Calibri"/>
                <a:cs typeface="Calibri"/>
              </a:rPr>
              <a:t>|A|</a:t>
            </a:r>
            <a:r>
              <a:rPr sz="3200" spc="-30" dirty="0">
                <a:latin typeface="Calibri"/>
                <a:cs typeface="Calibri"/>
              </a:rPr>
              <a:t> </a:t>
            </a:r>
            <a:r>
              <a:rPr sz="3200" dirty="0">
                <a:latin typeface="Calibri"/>
                <a:cs typeface="Calibri"/>
              </a:rPr>
              <a:t>=</a:t>
            </a:r>
            <a:r>
              <a:rPr sz="3200" spc="-20" dirty="0">
                <a:latin typeface="Calibri"/>
                <a:cs typeface="Calibri"/>
              </a:rPr>
              <a:t> </a:t>
            </a:r>
            <a:r>
              <a:rPr sz="3200" spc="-25" dirty="0">
                <a:latin typeface="Calibri"/>
                <a:cs typeface="Calibri"/>
              </a:rPr>
              <a:t>n.</a:t>
            </a:r>
            <a:endParaRPr sz="3200">
              <a:latin typeface="Calibri"/>
              <a:cs typeface="Calibri"/>
            </a:endParaRPr>
          </a:p>
          <a:p>
            <a:pPr>
              <a:lnSpc>
                <a:spcPct val="100000"/>
              </a:lnSpc>
              <a:spcBef>
                <a:spcPts val="1500"/>
              </a:spcBef>
              <a:buAutoNum type="romanLcParenR"/>
            </a:pPr>
            <a:endParaRPr sz="3200">
              <a:latin typeface="Calibri"/>
              <a:cs typeface="Calibri"/>
            </a:endParaRPr>
          </a:p>
          <a:p>
            <a:pPr marL="1209040">
              <a:lnSpc>
                <a:spcPct val="100000"/>
              </a:lnSpc>
              <a:tabLst>
                <a:tab pos="3649345" algn="l"/>
                <a:tab pos="4236085" algn="l"/>
              </a:tabLst>
            </a:pPr>
            <a:r>
              <a:rPr sz="3200" dirty="0">
                <a:latin typeface="Calibri"/>
                <a:cs typeface="Calibri"/>
              </a:rPr>
              <a:t>A</a:t>
            </a:r>
            <a:r>
              <a:rPr sz="3200" spc="-15"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{a,</a:t>
            </a:r>
            <a:r>
              <a:rPr sz="3200" spc="-15" dirty="0">
                <a:latin typeface="Calibri"/>
                <a:cs typeface="Calibri"/>
              </a:rPr>
              <a:t> </a:t>
            </a:r>
            <a:r>
              <a:rPr sz="3200" dirty="0">
                <a:latin typeface="Calibri"/>
                <a:cs typeface="Calibri"/>
              </a:rPr>
              <a:t>b,</a:t>
            </a:r>
            <a:r>
              <a:rPr sz="3200" spc="-15" dirty="0">
                <a:latin typeface="Calibri"/>
                <a:cs typeface="Calibri"/>
              </a:rPr>
              <a:t> </a:t>
            </a:r>
            <a:r>
              <a:rPr sz="3200" dirty="0">
                <a:latin typeface="Calibri"/>
                <a:cs typeface="Calibri"/>
              </a:rPr>
              <a:t>c,</a:t>
            </a:r>
            <a:r>
              <a:rPr sz="3200" spc="-15" dirty="0">
                <a:latin typeface="Calibri"/>
                <a:cs typeface="Calibri"/>
              </a:rPr>
              <a:t> </a:t>
            </a:r>
            <a:r>
              <a:rPr sz="3200" spc="-25" dirty="0">
                <a:latin typeface="Calibri"/>
                <a:cs typeface="Calibri"/>
              </a:rPr>
              <a:t>d}</a:t>
            </a:r>
            <a:r>
              <a:rPr sz="3200" dirty="0">
                <a:latin typeface="Calibri"/>
                <a:cs typeface="Calibri"/>
              </a:rPr>
              <a:t>	</a:t>
            </a:r>
            <a:r>
              <a:rPr sz="3200" spc="-50" dirty="0">
                <a:latin typeface="Symbol"/>
                <a:cs typeface="Symbol"/>
              </a:rPr>
              <a:t></a:t>
            </a:r>
            <a:r>
              <a:rPr sz="3200" dirty="0">
                <a:latin typeface="Times New Roman"/>
                <a:cs typeface="Times New Roman"/>
              </a:rPr>
              <a:t>	</a:t>
            </a:r>
            <a:r>
              <a:rPr sz="3200" dirty="0">
                <a:latin typeface="Calibri"/>
                <a:cs typeface="Calibri"/>
              </a:rPr>
              <a:t>{1,</a:t>
            </a:r>
            <a:r>
              <a:rPr sz="3200" spc="-30" dirty="0">
                <a:latin typeface="Calibri"/>
                <a:cs typeface="Calibri"/>
              </a:rPr>
              <a:t> </a:t>
            </a:r>
            <a:r>
              <a:rPr sz="3200" dirty="0">
                <a:latin typeface="Calibri"/>
                <a:cs typeface="Calibri"/>
              </a:rPr>
              <a:t>2,</a:t>
            </a:r>
            <a:r>
              <a:rPr sz="3200" spc="-30" dirty="0">
                <a:latin typeface="Calibri"/>
                <a:cs typeface="Calibri"/>
              </a:rPr>
              <a:t> </a:t>
            </a:r>
            <a:r>
              <a:rPr sz="3200" dirty="0">
                <a:latin typeface="Calibri"/>
                <a:cs typeface="Calibri"/>
              </a:rPr>
              <a:t>3,</a:t>
            </a:r>
            <a:r>
              <a:rPr sz="3200" spc="-25" dirty="0">
                <a:latin typeface="Calibri"/>
                <a:cs typeface="Calibri"/>
              </a:rPr>
              <a:t> 4}</a:t>
            </a:r>
            <a:endParaRPr sz="3200">
              <a:latin typeface="Calibri"/>
              <a:cs typeface="Calibri"/>
            </a:endParaRPr>
          </a:p>
          <a:p>
            <a:pPr>
              <a:lnSpc>
                <a:spcPct val="100000"/>
              </a:lnSpc>
              <a:spcBef>
                <a:spcPts val="1450"/>
              </a:spcBef>
            </a:pPr>
            <a:endParaRPr sz="3200">
              <a:latin typeface="Calibri"/>
              <a:cs typeface="Calibri"/>
            </a:endParaRPr>
          </a:p>
          <a:p>
            <a:pPr marL="431800" indent="-419100">
              <a:lnSpc>
                <a:spcPct val="100000"/>
              </a:lnSpc>
              <a:buFont typeface="Calibri"/>
              <a:buAutoNum type="romanLcParenR" startAt="2"/>
              <a:tabLst>
                <a:tab pos="431800" algn="l"/>
              </a:tabLst>
            </a:pPr>
            <a:r>
              <a:rPr sz="3200" spc="-65" dirty="0">
                <a:latin typeface="Calibri"/>
                <a:cs typeface="Calibri"/>
              </a:rPr>
              <a:t>Tập </a:t>
            </a:r>
            <a:r>
              <a:rPr sz="3200" dirty="0">
                <a:latin typeface="Calibri"/>
                <a:cs typeface="Calibri"/>
              </a:rPr>
              <a:t>rỗng</a:t>
            </a:r>
            <a:r>
              <a:rPr sz="3200" spc="-75" dirty="0">
                <a:latin typeface="Calibri"/>
                <a:cs typeface="Calibri"/>
              </a:rPr>
              <a:t> </a:t>
            </a:r>
            <a:r>
              <a:rPr sz="3200" dirty="0">
                <a:latin typeface="Calibri"/>
                <a:cs typeface="Calibri"/>
              </a:rPr>
              <a:t>là</a:t>
            </a:r>
            <a:r>
              <a:rPr sz="3200" spc="-75" dirty="0">
                <a:latin typeface="Calibri"/>
                <a:cs typeface="Calibri"/>
              </a:rPr>
              <a:t> </a:t>
            </a:r>
            <a:r>
              <a:rPr sz="3200" dirty="0">
                <a:latin typeface="Calibri"/>
                <a:cs typeface="Calibri"/>
              </a:rPr>
              <a:t>hữu</a:t>
            </a:r>
            <a:r>
              <a:rPr sz="3200" spc="-80" dirty="0">
                <a:latin typeface="Calibri"/>
                <a:cs typeface="Calibri"/>
              </a:rPr>
              <a:t> </a:t>
            </a:r>
            <a:r>
              <a:rPr sz="3200" spc="-20" dirty="0">
                <a:latin typeface="Calibri"/>
                <a:cs typeface="Calibri"/>
              </a:rPr>
              <a:t>hạn.</a:t>
            </a:r>
            <a:endParaRPr sz="3200">
              <a:latin typeface="Calibri"/>
              <a:cs typeface="Calibri"/>
            </a:endParaRPr>
          </a:p>
          <a:p>
            <a:pPr>
              <a:lnSpc>
                <a:spcPct val="100000"/>
              </a:lnSpc>
              <a:spcBef>
                <a:spcPts val="1470"/>
              </a:spcBef>
              <a:buAutoNum type="romanLcParenR" startAt="2"/>
            </a:pPr>
            <a:endParaRPr sz="3200">
              <a:latin typeface="Calibri"/>
              <a:cs typeface="Calibri"/>
            </a:endParaRPr>
          </a:p>
          <a:p>
            <a:pPr marL="530860" indent="-518159">
              <a:lnSpc>
                <a:spcPct val="100000"/>
              </a:lnSpc>
              <a:buFont typeface="Calibri"/>
              <a:buAutoNum type="romanLcParenR" startAt="2"/>
              <a:tabLst>
                <a:tab pos="530860" algn="l"/>
              </a:tabLst>
            </a:pPr>
            <a:r>
              <a:rPr sz="3200" dirty="0">
                <a:latin typeface="Calibri"/>
                <a:cs typeface="Calibri"/>
              </a:rPr>
              <a:t>Nếu</a:t>
            </a:r>
            <a:r>
              <a:rPr sz="3200" spc="-45" dirty="0">
                <a:latin typeface="Calibri"/>
                <a:cs typeface="Calibri"/>
              </a:rPr>
              <a:t> </a:t>
            </a:r>
            <a:r>
              <a:rPr sz="3200" dirty="0">
                <a:latin typeface="Calibri"/>
                <a:cs typeface="Calibri"/>
              </a:rPr>
              <a:t>A</a:t>
            </a:r>
            <a:r>
              <a:rPr sz="3200" spc="-45" dirty="0">
                <a:latin typeface="Calibri"/>
                <a:cs typeface="Calibri"/>
              </a:rPr>
              <a:t> </a:t>
            </a:r>
            <a:r>
              <a:rPr sz="3200" dirty="0">
                <a:latin typeface="Calibri"/>
                <a:cs typeface="Calibri"/>
              </a:rPr>
              <a:t>không</a:t>
            </a:r>
            <a:r>
              <a:rPr sz="3200" spc="-20" dirty="0">
                <a:latin typeface="Calibri"/>
                <a:cs typeface="Calibri"/>
              </a:rPr>
              <a:t> </a:t>
            </a:r>
            <a:r>
              <a:rPr sz="3200" dirty="0">
                <a:latin typeface="Calibri"/>
                <a:cs typeface="Calibri"/>
              </a:rPr>
              <a:t>hữu</a:t>
            </a:r>
            <a:r>
              <a:rPr sz="3200" spc="-35" dirty="0">
                <a:latin typeface="Calibri"/>
                <a:cs typeface="Calibri"/>
              </a:rPr>
              <a:t> </a:t>
            </a:r>
            <a:r>
              <a:rPr sz="3200" dirty="0">
                <a:latin typeface="Calibri"/>
                <a:cs typeface="Calibri"/>
              </a:rPr>
              <a:t>hạn</a:t>
            </a:r>
            <a:r>
              <a:rPr sz="3200" spc="-30" dirty="0">
                <a:latin typeface="Calibri"/>
                <a:cs typeface="Calibri"/>
              </a:rPr>
              <a:t> </a:t>
            </a:r>
            <a:r>
              <a:rPr sz="3200" dirty="0">
                <a:latin typeface="Calibri"/>
                <a:cs typeface="Calibri"/>
              </a:rPr>
              <a:t>ta</a:t>
            </a:r>
            <a:r>
              <a:rPr sz="3200" spc="-35" dirty="0">
                <a:latin typeface="Calibri"/>
                <a:cs typeface="Calibri"/>
              </a:rPr>
              <a:t> </a:t>
            </a:r>
            <a:r>
              <a:rPr sz="3200" dirty="0">
                <a:latin typeface="Calibri"/>
                <a:cs typeface="Calibri"/>
              </a:rPr>
              <a:t>nói</a:t>
            </a:r>
            <a:r>
              <a:rPr sz="3200" spc="-30" dirty="0">
                <a:latin typeface="Calibri"/>
                <a:cs typeface="Calibri"/>
              </a:rPr>
              <a:t> </a:t>
            </a:r>
            <a:r>
              <a:rPr sz="3200" dirty="0">
                <a:latin typeface="Calibri"/>
                <a:cs typeface="Calibri"/>
              </a:rPr>
              <a:t>A</a:t>
            </a:r>
            <a:r>
              <a:rPr sz="3200" spc="-35" dirty="0">
                <a:latin typeface="Calibri"/>
                <a:cs typeface="Calibri"/>
              </a:rPr>
              <a:t> </a:t>
            </a:r>
            <a:r>
              <a:rPr sz="3200" dirty="0">
                <a:latin typeface="Calibri"/>
                <a:cs typeface="Calibri"/>
              </a:rPr>
              <a:t>vô</a:t>
            </a:r>
            <a:r>
              <a:rPr sz="3200" spc="-45" dirty="0">
                <a:latin typeface="Calibri"/>
                <a:cs typeface="Calibri"/>
              </a:rPr>
              <a:t> </a:t>
            </a:r>
            <a:r>
              <a:rPr sz="3200" spc="-20" dirty="0">
                <a:latin typeface="Calibri"/>
                <a:cs typeface="Calibri"/>
              </a:rPr>
              <a:t>hạn.</a:t>
            </a:r>
            <a:endParaRPr sz="3200">
              <a:latin typeface="Calibri"/>
              <a:cs typeface="Calibri"/>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69240" y="212191"/>
            <a:ext cx="8136255" cy="6177915"/>
          </a:xfrm>
          <a:prstGeom prst="rect">
            <a:avLst/>
          </a:prstGeom>
        </p:spPr>
        <p:txBody>
          <a:bodyPr vert="horz" wrap="square" lIns="0" tIns="113030" rIns="0" bIns="0" rtlCol="0">
            <a:spAutoFit/>
          </a:bodyPr>
          <a:lstStyle/>
          <a:p>
            <a:pPr marL="976630" lvl="2" indent="-925830">
              <a:lnSpc>
                <a:spcPct val="100000"/>
              </a:lnSpc>
              <a:spcBef>
                <a:spcPts val="890"/>
              </a:spcBef>
              <a:buAutoNum type="arabicPeriod"/>
              <a:tabLst>
                <a:tab pos="976630" algn="l"/>
              </a:tabLst>
            </a:pPr>
            <a:r>
              <a:rPr sz="3200" b="1" dirty="0">
                <a:latin typeface="Calibri"/>
                <a:cs typeface="Calibri"/>
              </a:rPr>
              <a:t>Nguyên</a:t>
            </a:r>
            <a:r>
              <a:rPr sz="3200" b="1" spc="-50" dirty="0">
                <a:latin typeface="Calibri"/>
                <a:cs typeface="Calibri"/>
              </a:rPr>
              <a:t> </a:t>
            </a:r>
            <a:r>
              <a:rPr sz="3200" b="1" dirty="0">
                <a:latin typeface="Calibri"/>
                <a:cs typeface="Calibri"/>
              </a:rPr>
              <a:t>lý</a:t>
            </a:r>
            <a:r>
              <a:rPr sz="3200" b="1" spc="-25" dirty="0">
                <a:latin typeface="Calibri"/>
                <a:cs typeface="Calibri"/>
              </a:rPr>
              <a:t> </a:t>
            </a:r>
            <a:r>
              <a:rPr sz="3200" b="1" dirty="0">
                <a:latin typeface="Calibri"/>
                <a:cs typeface="Calibri"/>
              </a:rPr>
              <a:t>cộng</a:t>
            </a:r>
            <a:r>
              <a:rPr sz="3200" b="1" spc="-45" dirty="0">
                <a:latin typeface="Calibri"/>
                <a:cs typeface="Calibri"/>
              </a:rPr>
              <a:t> </a:t>
            </a:r>
            <a:r>
              <a:rPr sz="3200" b="1" spc="-50" dirty="0">
                <a:latin typeface="Calibri"/>
                <a:cs typeface="Calibri"/>
              </a:rPr>
              <a:t>:</a:t>
            </a:r>
            <a:endParaRPr sz="3200">
              <a:latin typeface="Calibri"/>
              <a:cs typeface="Calibri"/>
            </a:endParaRPr>
          </a:p>
          <a:p>
            <a:pPr marL="50800">
              <a:lnSpc>
                <a:spcPct val="100000"/>
              </a:lnSpc>
              <a:spcBef>
                <a:spcPts val="790"/>
              </a:spcBef>
            </a:pPr>
            <a:r>
              <a:rPr sz="3200" dirty="0">
                <a:latin typeface="Calibri"/>
                <a:cs typeface="Calibri"/>
              </a:rPr>
              <a:t>Cho</a:t>
            </a:r>
            <a:r>
              <a:rPr sz="3200" spc="-45" dirty="0">
                <a:latin typeface="Calibri"/>
                <a:cs typeface="Calibri"/>
              </a:rPr>
              <a:t> </a:t>
            </a:r>
            <a:r>
              <a:rPr sz="3200" dirty="0">
                <a:latin typeface="Calibri"/>
                <a:cs typeface="Calibri"/>
              </a:rPr>
              <a:t>A</a:t>
            </a:r>
            <a:r>
              <a:rPr sz="3200" spc="-40" dirty="0">
                <a:latin typeface="Calibri"/>
                <a:cs typeface="Calibri"/>
              </a:rPr>
              <a:t> </a:t>
            </a:r>
            <a:r>
              <a:rPr sz="3200" dirty="0">
                <a:latin typeface="Calibri"/>
                <a:cs typeface="Calibri"/>
              </a:rPr>
              <a:t>và</a:t>
            </a:r>
            <a:r>
              <a:rPr sz="3200" spc="-40" dirty="0">
                <a:latin typeface="Calibri"/>
                <a:cs typeface="Calibri"/>
              </a:rPr>
              <a:t> </a:t>
            </a:r>
            <a:r>
              <a:rPr sz="3200" dirty="0">
                <a:latin typeface="Calibri"/>
                <a:cs typeface="Calibri"/>
              </a:rPr>
              <a:t>B</a:t>
            </a:r>
            <a:r>
              <a:rPr sz="3200" spc="-40" dirty="0">
                <a:latin typeface="Calibri"/>
                <a:cs typeface="Calibri"/>
              </a:rPr>
              <a:t> </a:t>
            </a:r>
            <a:r>
              <a:rPr sz="3200" dirty="0">
                <a:latin typeface="Calibri"/>
                <a:cs typeface="Calibri"/>
              </a:rPr>
              <a:t>là</a:t>
            </a:r>
            <a:r>
              <a:rPr sz="3200" spc="-40" dirty="0">
                <a:latin typeface="Calibri"/>
                <a:cs typeface="Calibri"/>
              </a:rPr>
              <a:t> </a:t>
            </a:r>
            <a:r>
              <a:rPr sz="3200" dirty="0">
                <a:latin typeface="Calibri"/>
                <a:cs typeface="Calibri"/>
              </a:rPr>
              <a:t>hai</a:t>
            </a:r>
            <a:r>
              <a:rPr sz="3200" spc="-40" dirty="0">
                <a:latin typeface="Calibri"/>
                <a:cs typeface="Calibri"/>
              </a:rPr>
              <a:t> </a:t>
            </a:r>
            <a:r>
              <a:rPr sz="3200" dirty="0">
                <a:latin typeface="Calibri"/>
                <a:cs typeface="Calibri"/>
              </a:rPr>
              <a:t>tập</a:t>
            </a:r>
            <a:r>
              <a:rPr sz="3200" spc="-25" dirty="0">
                <a:latin typeface="Calibri"/>
                <a:cs typeface="Calibri"/>
              </a:rPr>
              <a:t> </a:t>
            </a:r>
            <a:r>
              <a:rPr sz="3200" dirty="0">
                <a:latin typeface="Calibri"/>
                <a:cs typeface="Calibri"/>
              </a:rPr>
              <a:t>hữu</a:t>
            </a:r>
            <a:r>
              <a:rPr sz="3200" spc="-45" dirty="0">
                <a:latin typeface="Calibri"/>
                <a:cs typeface="Calibri"/>
              </a:rPr>
              <a:t> </a:t>
            </a:r>
            <a:r>
              <a:rPr sz="3200" dirty="0">
                <a:latin typeface="Calibri"/>
                <a:cs typeface="Calibri"/>
              </a:rPr>
              <a:t>hạn</a:t>
            </a:r>
            <a:r>
              <a:rPr sz="3200" spc="-25" dirty="0">
                <a:latin typeface="Calibri"/>
                <a:cs typeface="Calibri"/>
              </a:rPr>
              <a:t> </a:t>
            </a:r>
            <a:r>
              <a:rPr sz="3200" dirty="0">
                <a:latin typeface="Calibri"/>
                <a:cs typeface="Calibri"/>
              </a:rPr>
              <a:t>rời</a:t>
            </a:r>
            <a:r>
              <a:rPr sz="3200" spc="-55" dirty="0">
                <a:latin typeface="Calibri"/>
                <a:cs typeface="Calibri"/>
              </a:rPr>
              <a:t> </a:t>
            </a:r>
            <a:r>
              <a:rPr sz="3200" dirty="0">
                <a:latin typeface="Calibri"/>
                <a:cs typeface="Calibri"/>
              </a:rPr>
              <a:t>nhau</a:t>
            </a:r>
            <a:r>
              <a:rPr sz="3200" spc="-20" dirty="0">
                <a:latin typeface="Calibri"/>
                <a:cs typeface="Calibri"/>
              </a:rPr>
              <a:t> </a:t>
            </a:r>
            <a:r>
              <a:rPr sz="3200" dirty="0">
                <a:latin typeface="Calibri"/>
                <a:cs typeface="Calibri"/>
              </a:rPr>
              <a:t>(A</a:t>
            </a:r>
            <a:r>
              <a:rPr sz="3200" spc="-30" dirty="0">
                <a:latin typeface="Calibri"/>
                <a:cs typeface="Calibri"/>
              </a:rPr>
              <a:t> </a:t>
            </a:r>
            <a:r>
              <a:rPr sz="3200" dirty="0">
                <a:latin typeface="Symbol"/>
                <a:cs typeface="Symbol"/>
              </a:rPr>
              <a:t></a:t>
            </a:r>
            <a:r>
              <a:rPr sz="3200" spc="-110" dirty="0">
                <a:latin typeface="Times New Roman"/>
                <a:cs typeface="Times New Roman"/>
              </a:rPr>
              <a:t> </a:t>
            </a:r>
            <a:r>
              <a:rPr sz="3200" dirty="0">
                <a:latin typeface="Calibri"/>
                <a:cs typeface="Calibri"/>
              </a:rPr>
              <a:t>B</a:t>
            </a:r>
            <a:r>
              <a:rPr sz="3200" spc="-40" dirty="0">
                <a:latin typeface="Calibri"/>
                <a:cs typeface="Calibri"/>
              </a:rPr>
              <a:t> </a:t>
            </a:r>
            <a:r>
              <a:rPr sz="3200" spc="-50" dirty="0">
                <a:latin typeface="Calibri"/>
                <a:cs typeface="Calibri"/>
              </a:rPr>
              <a:t>=</a:t>
            </a:r>
            <a:endParaRPr sz="3200">
              <a:latin typeface="Calibri"/>
              <a:cs typeface="Calibri"/>
            </a:endParaRPr>
          </a:p>
          <a:p>
            <a:pPr marL="50800">
              <a:lnSpc>
                <a:spcPct val="100000"/>
              </a:lnSpc>
            </a:pPr>
            <a:r>
              <a:rPr sz="3200" dirty="0">
                <a:latin typeface="Symbol"/>
                <a:cs typeface="Symbol"/>
              </a:rPr>
              <a:t></a:t>
            </a:r>
            <a:r>
              <a:rPr sz="3200" dirty="0">
                <a:latin typeface="Calibri"/>
                <a:cs typeface="Calibri"/>
              </a:rPr>
              <a:t>).</a:t>
            </a:r>
            <a:r>
              <a:rPr sz="3200" spc="-40" dirty="0">
                <a:latin typeface="Calibri"/>
                <a:cs typeface="Calibri"/>
              </a:rPr>
              <a:t> </a:t>
            </a:r>
            <a:r>
              <a:rPr sz="3200" dirty="0">
                <a:latin typeface="Calibri"/>
                <a:cs typeface="Calibri"/>
              </a:rPr>
              <a:t>Khi</a:t>
            </a:r>
            <a:r>
              <a:rPr sz="3200" spc="-30" dirty="0">
                <a:latin typeface="Calibri"/>
                <a:cs typeface="Calibri"/>
              </a:rPr>
              <a:t> </a:t>
            </a:r>
            <a:r>
              <a:rPr sz="3200" spc="-25" dirty="0">
                <a:latin typeface="Calibri"/>
                <a:cs typeface="Calibri"/>
              </a:rPr>
              <a:t>ấy</a:t>
            </a:r>
            <a:endParaRPr sz="3200">
              <a:latin typeface="Calibri"/>
              <a:cs typeface="Calibri"/>
            </a:endParaRPr>
          </a:p>
          <a:p>
            <a:pPr marL="313055" algn="ctr">
              <a:lnSpc>
                <a:spcPct val="100000"/>
              </a:lnSpc>
              <a:spcBef>
                <a:spcPts val="775"/>
              </a:spcBef>
            </a:pPr>
            <a:r>
              <a:rPr sz="3200" dirty="0">
                <a:latin typeface="Calibri"/>
                <a:cs typeface="Calibri"/>
              </a:rPr>
              <a:t>|A</a:t>
            </a:r>
            <a:r>
              <a:rPr sz="3200" spc="-25" dirty="0">
                <a:latin typeface="Calibri"/>
                <a:cs typeface="Calibri"/>
              </a:rPr>
              <a:t> </a:t>
            </a:r>
            <a:r>
              <a:rPr sz="3200" dirty="0">
                <a:latin typeface="Symbol"/>
                <a:cs typeface="Symbol"/>
              </a:rPr>
              <a:t></a:t>
            </a:r>
            <a:r>
              <a:rPr sz="3200" spc="-80" dirty="0">
                <a:latin typeface="Times New Roman"/>
                <a:cs typeface="Times New Roman"/>
              </a:rPr>
              <a:t> </a:t>
            </a:r>
            <a:r>
              <a:rPr sz="3200" dirty="0">
                <a:latin typeface="Calibri"/>
                <a:cs typeface="Calibri"/>
              </a:rPr>
              <a:t>B|</a:t>
            </a:r>
            <a:r>
              <a:rPr sz="3200" spc="-20" dirty="0">
                <a:latin typeface="Calibri"/>
                <a:cs typeface="Calibri"/>
              </a:rPr>
              <a:t> </a:t>
            </a:r>
            <a:r>
              <a:rPr sz="3200" dirty="0">
                <a:latin typeface="Calibri"/>
                <a:cs typeface="Calibri"/>
              </a:rPr>
              <a:t>=</a:t>
            </a:r>
            <a:r>
              <a:rPr sz="3200" spc="-10" dirty="0">
                <a:latin typeface="Calibri"/>
                <a:cs typeface="Calibri"/>
              </a:rPr>
              <a:t> </a:t>
            </a:r>
            <a:r>
              <a:rPr sz="3200" dirty="0">
                <a:latin typeface="Calibri"/>
                <a:cs typeface="Calibri"/>
              </a:rPr>
              <a:t>|A|</a:t>
            </a:r>
            <a:r>
              <a:rPr sz="3200" spc="-15" dirty="0">
                <a:latin typeface="Calibri"/>
                <a:cs typeface="Calibri"/>
              </a:rPr>
              <a:t> </a:t>
            </a:r>
            <a:r>
              <a:rPr sz="3200" dirty="0">
                <a:latin typeface="Calibri"/>
                <a:cs typeface="Calibri"/>
              </a:rPr>
              <a:t>+</a:t>
            </a:r>
            <a:r>
              <a:rPr sz="3200" spc="-15" dirty="0">
                <a:latin typeface="Calibri"/>
                <a:cs typeface="Calibri"/>
              </a:rPr>
              <a:t> </a:t>
            </a:r>
            <a:r>
              <a:rPr sz="3200" spc="-25" dirty="0">
                <a:latin typeface="Calibri"/>
                <a:cs typeface="Calibri"/>
              </a:rPr>
              <a:t>|B|</a:t>
            </a:r>
            <a:endParaRPr sz="3200">
              <a:latin typeface="Calibri"/>
              <a:cs typeface="Calibri"/>
            </a:endParaRPr>
          </a:p>
          <a:p>
            <a:pPr>
              <a:lnSpc>
                <a:spcPct val="100000"/>
              </a:lnSpc>
              <a:spcBef>
                <a:spcPts val="1445"/>
              </a:spcBef>
            </a:pPr>
            <a:endParaRPr sz="3200">
              <a:latin typeface="Calibri"/>
              <a:cs typeface="Calibri"/>
            </a:endParaRPr>
          </a:p>
          <a:p>
            <a:pPr marL="50800" marR="43180" indent="184150" algn="just">
              <a:lnSpc>
                <a:spcPct val="100000"/>
              </a:lnSpc>
            </a:pPr>
            <a:r>
              <a:rPr sz="3200" b="1" dirty="0">
                <a:latin typeface="Calibri"/>
                <a:cs typeface="Calibri"/>
              </a:rPr>
              <a:t>Chứng</a:t>
            </a:r>
            <a:r>
              <a:rPr sz="3200" b="1" spc="-35" dirty="0">
                <a:latin typeface="Calibri"/>
                <a:cs typeface="Calibri"/>
              </a:rPr>
              <a:t> </a:t>
            </a:r>
            <a:r>
              <a:rPr sz="3200" b="1" dirty="0">
                <a:latin typeface="Calibri"/>
                <a:cs typeface="Calibri"/>
              </a:rPr>
              <a:t>minh</a:t>
            </a:r>
            <a:r>
              <a:rPr sz="3200" b="1" spc="-40" dirty="0">
                <a:latin typeface="Calibri"/>
                <a:cs typeface="Calibri"/>
              </a:rPr>
              <a:t> </a:t>
            </a:r>
            <a:r>
              <a:rPr sz="3200" b="1" dirty="0">
                <a:latin typeface="Calibri"/>
                <a:cs typeface="Calibri"/>
              </a:rPr>
              <a:t>:</a:t>
            </a:r>
            <a:r>
              <a:rPr sz="3200" b="1" spc="-15" dirty="0">
                <a:latin typeface="Calibri"/>
                <a:cs typeface="Calibri"/>
              </a:rPr>
              <a:t> </a:t>
            </a:r>
            <a:r>
              <a:rPr sz="3200" dirty="0">
                <a:latin typeface="Calibri"/>
                <a:cs typeface="Calibri"/>
              </a:rPr>
              <a:t>A</a:t>
            </a:r>
            <a:r>
              <a:rPr sz="3200" spc="-30"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{a</a:t>
            </a:r>
            <a:r>
              <a:rPr sz="3150" baseline="-21164" dirty="0">
                <a:latin typeface="Calibri"/>
                <a:cs typeface="Calibri"/>
              </a:rPr>
              <a:t>1</a:t>
            </a:r>
            <a:r>
              <a:rPr sz="3200" dirty="0">
                <a:latin typeface="Calibri"/>
                <a:cs typeface="Calibri"/>
              </a:rPr>
              <a:t>,</a:t>
            </a:r>
            <a:r>
              <a:rPr sz="3200" spc="-10" dirty="0">
                <a:latin typeface="Calibri"/>
                <a:cs typeface="Calibri"/>
              </a:rPr>
              <a:t> </a:t>
            </a:r>
            <a:r>
              <a:rPr sz="3200" dirty="0">
                <a:latin typeface="Calibri"/>
                <a:cs typeface="Calibri"/>
              </a:rPr>
              <a:t>a</a:t>
            </a:r>
            <a:r>
              <a:rPr sz="3150" baseline="-21164" dirty="0">
                <a:latin typeface="Calibri"/>
                <a:cs typeface="Calibri"/>
              </a:rPr>
              <a:t>2</a:t>
            </a:r>
            <a:r>
              <a:rPr sz="3200" dirty="0">
                <a:latin typeface="Calibri"/>
                <a:cs typeface="Calibri"/>
              </a:rPr>
              <a:t>,</a:t>
            </a:r>
            <a:r>
              <a:rPr sz="3200" spc="-1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a:t>
            </a:r>
            <a:r>
              <a:rPr sz="3200" spc="-5" dirty="0">
                <a:latin typeface="Calibri"/>
                <a:cs typeface="Calibri"/>
              </a:rPr>
              <a:t> </a:t>
            </a:r>
            <a:r>
              <a:rPr sz="3200" dirty="0">
                <a:latin typeface="Calibri"/>
                <a:cs typeface="Calibri"/>
              </a:rPr>
              <a:t>a</a:t>
            </a:r>
            <a:r>
              <a:rPr sz="3150" baseline="-21164" dirty="0">
                <a:latin typeface="Calibri"/>
                <a:cs typeface="Calibri"/>
              </a:rPr>
              <a:t>m</a:t>
            </a:r>
            <a:r>
              <a:rPr sz="3200" dirty="0">
                <a:latin typeface="Calibri"/>
                <a:cs typeface="Calibri"/>
              </a:rPr>
              <a:t>},</a:t>
            </a:r>
            <a:r>
              <a:rPr sz="3200" spc="-15" dirty="0">
                <a:latin typeface="Calibri"/>
                <a:cs typeface="Calibri"/>
              </a:rPr>
              <a:t> </a:t>
            </a:r>
            <a:r>
              <a:rPr sz="3200" dirty="0">
                <a:latin typeface="Calibri"/>
                <a:cs typeface="Calibri"/>
              </a:rPr>
              <a:t>B={b</a:t>
            </a:r>
            <a:r>
              <a:rPr sz="3150" baseline="-21164" dirty="0">
                <a:latin typeface="Calibri"/>
                <a:cs typeface="Calibri"/>
              </a:rPr>
              <a:t>1</a:t>
            </a:r>
            <a:r>
              <a:rPr sz="3200" dirty="0">
                <a:latin typeface="Calibri"/>
                <a:cs typeface="Calibri"/>
              </a:rPr>
              <a:t>,</a:t>
            </a:r>
            <a:r>
              <a:rPr sz="3200" spc="5" dirty="0">
                <a:latin typeface="Calibri"/>
                <a:cs typeface="Calibri"/>
              </a:rPr>
              <a:t> </a:t>
            </a:r>
            <a:r>
              <a:rPr sz="3200" dirty="0">
                <a:latin typeface="Calibri"/>
                <a:cs typeface="Calibri"/>
              </a:rPr>
              <a:t>b</a:t>
            </a:r>
            <a:r>
              <a:rPr sz="3150" baseline="-21164" dirty="0">
                <a:latin typeface="Calibri"/>
                <a:cs typeface="Calibri"/>
              </a:rPr>
              <a:t>2</a:t>
            </a:r>
            <a:r>
              <a:rPr sz="3200" dirty="0">
                <a:latin typeface="Calibri"/>
                <a:cs typeface="Calibri"/>
              </a:rPr>
              <a:t>, .</a:t>
            </a:r>
            <a:r>
              <a:rPr sz="3200" spc="-20" dirty="0">
                <a:latin typeface="Calibri"/>
                <a:cs typeface="Calibri"/>
              </a:rPr>
              <a:t> </a:t>
            </a:r>
            <a:r>
              <a:rPr sz="3200" dirty="0">
                <a:latin typeface="Calibri"/>
                <a:cs typeface="Calibri"/>
              </a:rPr>
              <a:t>.</a:t>
            </a:r>
            <a:r>
              <a:rPr sz="3200" spc="-20" dirty="0">
                <a:latin typeface="Calibri"/>
                <a:cs typeface="Calibri"/>
              </a:rPr>
              <a:t> </a:t>
            </a:r>
            <a:r>
              <a:rPr sz="3200" spc="-25" dirty="0">
                <a:latin typeface="Calibri"/>
                <a:cs typeface="Calibri"/>
              </a:rPr>
              <a:t>., </a:t>
            </a:r>
            <a:r>
              <a:rPr sz="3200" dirty="0">
                <a:latin typeface="Calibri"/>
                <a:cs typeface="Calibri"/>
              </a:rPr>
              <a:t>b</a:t>
            </a:r>
            <a:r>
              <a:rPr sz="3150" baseline="-21164" dirty="0">
                <a:latin typeface="Calibri"/>
                <a:cs typeface="Calibri"/>
              </a:rPr>
              <a:t>n</a:t>
            </a:r>
            <a:r>
              <a:rPr sz="3200" dirty="0">
                <a:latin typeface="Calibri"/>
                <a:cs typeface="Calibri"/>
              </a:rPr>
              <a:t>}.</a:t>
            </a:r>
            <a:r>
              <a:rPr sz="3200" spc="-30" dirty="0">
                <a:latin typeface="Calibri"/>
                <a:cs typeface="Calibri"/>
              </a:rPr>
              <a:t> </a:t>
            </a:r>
            <a:r>
              <a:rPr sz="3200" spc="-105" dirty="0">
                <a:latin typeface="Calibri"/>
                <a:cs typeface="Calibri"/>
              </a:rPr>
              <a:t>Ta</a:t>
            </a:r>
            <a:r>
              <a:rPr sz="3200" spc="-40" dirty="0">
                <a:latin typeface="Calibri"/>
                <a:cs typeface="Calibri"/>
              </a:rPr>
              <a:t> </a:t>
            </a:r>
            <a:r>
              <a:rPr sz="3200" dirty="0">
                <a:latin typeface="Calibri"/>
                <a:cs typeface="Calibri"/>
              </a:rPr>
              <a:t>xây</a:t>
            </a:r>
            <a:r>
              <a:rPr sz="3200" spc="-40" dirty="0">
                <a:latin typeface="Calibri"/>
                <a:cs typeface="Calibri"/>
              </a:rPr>
              <a:t> </a:t>
            </a:r>
            <a:r>
              <a:rPr sz="3200" dirty="0">
                <a:latin typeface="Calibri"/>
                <a:cs typeface="Calibri"/>
              </a:rPr>
              <a:t>dựng</a:t>
            </a:r>
            <a:r>
              <a:rPr sz="3200" spc="-40" dirty="0">
                <a:latin typeface="Calibri"/>
                <a:cs typeface="Calibri"/>
              </a:rPr>
              <a:t> </a:t>
            </a:r>
            <a:r>
              <a:rPr sz="3200" dirty="0">
                <a:latin typeface="Calibri"/>
                <a:cs typeface="Calibri"/>
              </a:rPr>
              <a:t>song</a:t>
            </a:r>
            <a:r>
              <a:rPr sz="3200" spc="-30" dirty="0">
                <a:latin typeface="Calibri"/>
                <a:cs typeface="Calibri"/>
              </a:rPr>
              <a:t> </a:t>
            </a:r>
            <a:r>
              <a:rPr sz="3200" dirty="0">
                <a:latin typeface="Calibri"/>
                <a:cs typeface="Calibri"/>
              </a:rPr>
              <a:t>ánh</a:t>
            </a:r>
            <a:r>
              <a:rPr sz="3200" spc="-30" dirty="0">
                <a:latin typeface="Calibri"/>
                <a:cs typeface="Calibri"/>
              </a:rPr>
              <a:t> </a:t>
            </a:r>
            <a:r>
              <a:rPr sz="3200" dirty="0">
                <a:latin typeface="Calibri"/>
                <a:cs typeface="Calibri"/>
              </a:rPr>
              <a:t>từ</a:t>
            </a:r>
            <a:r>
              <a:rPr sz="3200" spc="-40" dirty="0">
                <a:latin typeface="Calibri"/>
                <a:cs typeface="Calibri"/>
              </a:rPr>
              <a:t> </a:t>
            </a:r>
            <a:r>
              <a:rPr sz="3200" dirty="0">
                <a:latin typeface="Calibri"/>
                <a:cs typeface="Calibri"/>
              </a:rPr>
              <a:t>A</a:t>
            </a:r>
            <a:r>
              <a:rPr sz="3200" spc="-45" dirty="0">
                <a:latin typeface="Calibri"/>
                <a:cs typeface="Calibri"/>
              </a:rPr>
              <a:t> </a:t>
            </a:r>
            <a:r>
              <a:rPr sz="3200" dirty="0">
                <a:latin typeface="Symbol"/>
                <a:cs typeface="Symbol"/>
              </a:rPr>
              <a:t></a:t>
            </a:r>
            <a:r>
              <a:rPr sz="3200" spc="-125" dirty="0">
                <a:latin typeface="Times New Roman"/>
                <a:cs typeface="Times New Roman"/>
              </a:rPr>
              <a:t> </a:t>
            </a:r>
            <a:r>
              <a:rPr sz="3200" dirty="0">
                <a:latin typeface="Calibri"/>
                <a:cs typeface="Calibri"/>
              </a:rPr>
              <a:t>B</a:t>
            </a:r>
            <a:r>
              <a:rPr sz="3200" spc="-40" dirty="0">
                <a:latin typeface="Calibri"/>
                <a:cs typeface="Calibri"/>
              </a:rPr>
              <a:t> </a:t>
            </a:r>
            <a:r>
              <a:rPr sz="3200" dirty="0">
                <a:latin typeface="Calibri"/>
                <a:cs typeface="Calibri"/>
              </a:rPr>
              <a:t>vào</a:t>
            </a:r>
            <a:r>
              <a:rPr sz="3200" spc="-40" dirty="0">
                <a:latin typeface="Calibri"/>
                <a:cs typeface="Calibri"/>
              </a:rPr>
              <a:t> </a:t>
            </a:r>
            <a:r>
              <a:rPr sz="3200" dirty="0">
                <a:latin typeface="Calibri"/>
                <a:cs typeface="Calibri"/>
              </a:rPr>
              <a:t>{1,</a:t>
            </a:r>
            <a:r>
              <a:rPr sz="3200" spc="-40" dirty="0">
                <a:latin typeface="Calibri"/>
                <a:cs typeface="Calibri"/>
              </a:rPr>
              <a:t> </a:t>
            </a:r>
            <a:r>
              <a:rPr sz="3200" dirty="0">
                <a:latin typeface="Calibri"/>
                <a:cs typeface="Calibri"/>
              </a:rPr>
              <a:t>2,</a:t>
            </a:r>
            <a:r>
              <a:rPr sz="3200" spc="-40" dirty="0">
                <a:latin typeface="Calibri"/>
                <a:cs typeface="Calibri"/>
              </a:rPr>
              <a:t> </a:t>
            </a:r>
            <a:r>
              <a:rPr sz="3200" dirty="0">
                <a:latin typeface="Calibri"/>
                <a:cs typeface="Calibri"/>
              </a:rPr>
              <a:t>.</a:t>
            </a:r>
            <a:r>
              <a:rPr sz="3200" spc="-45" dirty="0">
                <a:latin typeface="Calibri"/>
                <a:cs typeface="Calibri"/>
              </a:rPr>
              <a:t> </a:t>
            </a:r>
            <a:r>
              <a:rPr sz="3200" dirty="0">
                <a:latin typeface="Calibri"/>
                <a:cs typeface="Calibri"/>
              </a:rPr>
              <a:t>.</a:t>
            </a:r>
            <a:r>
              <a:rPr sz="3200" spc="-35" dirty="0">
                <a:latin typeface="Calibri"/>
                <a:cs typeface="Calibri"/>
              </a:rPr>
              <a:t> </a:t>
            </a:r>
            <a:r>
              <a:rPr sz="3200" spc="-25" dirty="0">
                <a:latin typeface="Calibri"/>
                <a:cs typeface="Calibri"/>
              </a:rPr>
              <a:t>., </a:t>
            </a:r>
            <a:r>
              <a:rPr sz="3200" dirty="0">
                <a:latin typeface="Calibri"/>
                <a:cs typeface="Calibri"/>
              </a:rPr>
              <a:t>m+n}</a:t>
            </a:r>
            <a:r>
              <a:rPr sz="3200" spc="-60" dirty="0">
                <a:latin typeface="Calibri"/>
                <a:cs typeface="Calibri"/>
              </a:rPr>
              <a:t> </a:t>
            </a:r>
            <a:r>
              <a:rPr sz="3200" dirty="0">
                <a:latin typeface="Calibri"/>
                <a:cs typeface="Calibri"/>
              </a:rPr>
              <a:t>như</a:t>
            </a:r>
            <a:r>
              <a:rPr sz="3200" spc="-70" dirty="0">
                <a:latin typeface="Calibri"/>
                <a:cs typeface="Calibri"/>
              </a:rPr>
              <a:t> </a:t>
            </a:r>
            <a:r>
              <a:rPr sz="3200" spc="-20" dirty="0">
                <a:latin typeface="Calibri"/>
                <a:cs typeface="Calibri"/>
              </a:rPr>
              <a:t>sau:</a:t>
            </a:r>
            <a:endParaRPr sz="3200">
              <a:latin typeface="Calibri"/>
              <a:cs typeface="Calibri"/>
            </a:endParaRPr>
          </a:p>
          <a:p>
            <a:pPr marL="266700" lvl="3" indent="-215900">
              <a:lnSpc>
                <a:spcPct val="100000"/>
              </a:lnSpc>
              <a:spcBef>
                <a:spcPts val="795"/>
              </a:spcBef>
              <a:buChar char="-"/>
              <a:tabLst>
                <a:tab pos="266700" algn="l"/>
              </a:tabLst>
            </a:pPr>
            <a:r>
              <a:rPr sz="3200" dirty="0">
                <a:latin typeface="Calibri"/>
                <a:cs typeface="Calibri"/>
              </a:rPr>
              <a:t>nếu</a:t>
            </a:r>
            <a:r>
              <a:rPr sz="3200" spc="-35" dirty="0">
                <a:latin typeface="Calibri"/>
                <a:cs typeface="Calibri"/>
              </a:rPr>
              <a:t> </a:t>
            </a:r>
            <a:r>
              <a:rPr sz="3200" dirty="0">
                <a:latin typeface="Calibri"/>
                <a:cs typeface="Calibri"/>
              </a:rPr>
              <a:t>x</a:t>
            </a:r>
            <a:r>
              <a:rPr sz="3200" spc="-30"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a</a:t>
            </a:r>
            <a:r>
              <a:rPr sz="3150" baseline="-21164" dirty="0">
                <a:latin typeface="Calibri"/>
                <a:cs typeface="Calibri"/>
              </a:rPr>
              <a:t>i</a:t>
            </a:r>
            <a:r>
              <a:rPr sz="3200" dirty="0">
                <a:latin typeface="Symbol"/>
                <a:cs typeface="Symbol"/>
              </a:rPr>
              <a:t></a:t>
            </a:r>
            <a:r>
              <a:rPr sz="3200" dirty="0">
                <a:latin typeface="Calibri"/>
                <a:cs typeface="Calibri"/>
              </a:rPr>
              <a:t>A</a:t>
            </a:r>
            <a:r>
              <a:rPr sz="3200" spc="-30"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f(x)</a:t>
            </a:r>
            <a:r>
              <a:rPr sz="3200" spc="-25" dirty="0">
                <a:latin typeface="Calibri"/>
                <a:cs typeface="Calibri"/>
              </a:rPr>
              <a:t> </a:t>
            </a:r>
            <a:r>
              <a:rPr sz="3200" dirty="0">
                <a:latin typeface="Calibri"/>
                <a:cs typeface="Calibri"/>
              </a:rPr>
              <a:t>=</a:t>
            </a:r>
            <a:r>
              <a:rPr sz="3200" spc="-30" dirty="0">
                <a:latin typeface="Calibri"/>
                <a:cs typeface="Calibri"/>
              </a:rPr>
              <a:t> </a:t>
            </a:r>
            <a:r>
              <a:rPr sz="3200" spc="-60" dirty="0">
                <a:latin typeface="Calibri"/>
                <a:cs typeface="Calibri"/>
              </a:rPr>
              <a:t>i</a:t>
            </a:r>
            <a:endParaRPr sz="3200">
              <a:latin typeface="Calibri"/>
              <a:cs typeface="Calibri"/>
            </a:endParaRPr>
          </a:p>
          <a:p>
            <a:pPr marL="266700" lvl="3" indent="-215900">
              <a:lnSpc>
                <a:spcPct val="100000"/>
              </a:lnSpc>
              <a:spcBef>
                <a:spcPts val="765"/>
              </a:spcBef>
              <a:buChar char="-"/>
              <a:tabLst>
                <a:tab pos="266700" algn="l"/>
              </a:tabLst>
            </a:pPr>
            <a:r>
              <a:rPr sz="3200" dirty="0">
                <a:latin typeface="Calibri"/>
                <a:cs typeface="Calibri"/>
              </a:rPr>
              <a:t>nếu</a:t>
            </a:r>
            <a:r>
              <a:rPr sz="3200" spc="-30" dirty="0">
                <a:latin typeface="Calibri"/>
                <a:cs typeface="Calibri"/>
              </a:rPr>
              <a:t> </a:t>
            </a:r>
            <a:r>
              <a:rPr sz="3200" dirty="0">
                <a:latin typeface="Calibri"/>
                <a:cs typeface="Calibri"/>
              </a:rPr>
              <a:t>x</a:t>
            </a:r>
            <a:r>
              <a:rPr sz="3200" spc="-25"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b</a:t>
            </a:r>
            <a:r>
              <a:rPr sz="3150" baseline="-21164" dirty="0">
                <a:latin typeface="Calibri"/>
                <a:cs typeface="Calibri"/>
              </a:rPr>
              <a:t>i</a:t>
            </a:r>
            <a:r>
              <a:rPr sz="3200" dirty="0">
                <a:latin typeface="Symbol"/>
                <a:cs typeface="Symbol"/>
              </a:rPr>
              <a:t></a:t>
            </a:r>
            <a:r>
              <a:rPr sz="3200" dirty="0">
                <a:latin typeface="Calibri"/>
                <a:cs typeface="Calibri"/>
              </a:rPr>
              <a:t>B</a:t>
            </a:r>
            <a:r>
              <a:rPr sz="3200" spc="-15"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f(x)</a:t>
            </a:r>
            <a:r>
              <a:rPr sz="3200" spc="-25"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i</a:t>
            </a:r>
            <a:r>
              <a:rPr sz="3200" spc="-25" dirty="0">
                <a:latin typeface="Calibri"/>
                <a:cs typeface="Calibri"/>
              </a:rPr>
              <a:t> </a:t>
            </a:r>
            <a:r>
              <a:rPr sz="3200" dirty="0">
                <a:latin typeface="Calibri"/>
                <a:cs typeface="Calibri"/>
              </a:rPr>
              <a:t>+</a:t>
            </a:r>
            <a:r>
              <a:rPr sz="3200" spc="-15" dirty="0">
                <a:latin typeface="Calibri"/>
                <a:cs typeface="Calibri"/>
              </a:rPr>
              <a:t> </a:t>
            </a:r>
            <a:r>
              <a:rPr sz="3200" spc="-25" dirty="0">
                <a:latin typeface="Calibri"/>
                <a:cs typeface="Calibri"/>
              </a:rPr>
              <a:t>m.</a:t>
            </a:r>
            <a:endParaRPr sz="3200">
              <a:latin typeface="Calibri"/>
              <a:cs typeface="Calibri"/>
            </a:endParaRPr>
          </a:p>
          <a:p>
            <a:pPr marL="50800">
              <a:lnSpc>
                <a:spcPct val="100000"/>
              </a:lnSpc>
              <a:spcBef>
                <a:spcPts val="770"/>
              </a:spcBef>
            </a:pPr>
            <a:r>
              <a:rPr sz="3200" spc="-90" dirty="0">
                <a:latin typeface="Calibri"/>
                <a:cs typeface="Calibri"/>
              </a:rPr>
              <a:t>Ta</a:t>
            </a:r>
            <a:r>
              <a:rPr sz="3200" spc="-30" dirty="0">
                <a:latin typeface="Calibri"/>
                <a:cs typeface="Calibri"/>
              </a:rPr>
              <a:t> </a:t>
            </a:r>
            <a:r>
              <a:rPr sz="3200" dirty="0">
                <a:latin typeface="Calibri"/>
                <a:cs typeface="Calibri"/>
              </a:rPr>
              <a:t>có</a:t>
            </a:r>
            <a:r>
              <a:rPr sz="3200" spc="-45" dirty="0">
                <a:latin typeface="Calibri"/>
                <a:cs typeface="Calibri"/>
              </a:rPr>
              <a:t> </a:t>
            </a:r>
            <a:r>
              <a:rPr sz="3200" dirty="0">
                <a:latin typeface="Calibri"/>
                <a:cs typeface="Calibri"/>
              </a:rPr>
              <a:t>f</a:t>
            </a:r>
            <a:r>
              <a:rPr sz="3200" spc="-30" dirty="0">
                <a:latin typeface="Calibri"/>
                <a:cs typeface="Calibri"/>
              </a:rPr>
              <a:t> </a:t>
            </a:r>
            <a:r>
              <a:rPr sz="3200" dirty="0">
                <a:latin typeface="Calibri"/>
                <a:cs typeface="Calibri"/>
              </a:rPr>
              <a:t>là</a:t>
            </a:r>
            <a:r>
              <a:rPr sz="3200" spc="-30" dirty="0">
                <a:latin typeface="Calibri"/>
                <a:cs typeface="Calibri"/>
              </a:rPr>
              <a:t> </a:t>
            </a:r>
            <a:r>
              <a:rPr sz="3200" dirty="0">
                <a:latin typeface="Calibri"/>
                <a:cs typeface="Calibri"/>
              </a:rPr>
              <a:t>song</a:t>
            </a:r>
            <a:r>
              <a:rPr sz="3200" spc="-30" dirty="0">
                <a:latin typeface="Calibri"/>
                <a:cs typeface="Calibri"/>
              </a:rPr>
              <a:t> </a:t>
            </a:r>
            <a:r>
              <a:rPr sz="3200" dirty="0">
                <a:latin typeface="Calibri"/>
                <a:cs typeface="Calibri"/>
              </a:rPr>
              <a:t>ánh</a:t>
            </a:r>
            <a:r>
              <a:rPr sz="3200" spc="-15" dirty="0">
                <a:latin typeface="Calibri"/>
                <a:cs typeface="Calibri"/>
              </a:rPr>
              <a:t> </a:t>
            </a:r>
            <a:r>
              <a:rPr sz="3200" dirty="0">
                <a:latin typeface="Calibri"/>
                <a:cs typeface="Calibri"/>
              </a:rPr>
              <a:t>(BT)</a:t>
            </a:r>
            <a:r>
              <a:rPr sz="3200" spc="-25" dirty="0">
                <a:latin typeface="Calibri"/>
                <a:cs typeface="Calibri"/>
              </a:rPr>
              <a:t> </a:t>
            </a:r>
            <a:r>
              <a:rPr sz="3200" dirty="0">
                <a:latin typeface="Calibri"/>
                <a:cs typeface="Calibri"/>
              </a:rPr>
              <a:t>nên</a:t>
            </a:r>
            <a:r>
              <a:rPr sz="3200" spc="-30" dirty="0">
                <a:latin typeface="Calibri"/>
                <a:cs typeface="Calibri"/>
              </a:rPr>
              <a:t> </a:t>
            </a:r>
            <a:r>
              <a:rPr sz="3200" dirty="0">
                <a:latin typeface="Calibri"/>
                <a:cs typeface="Calibri"/>
              </a:rPr>
              <a:t>|A</a:t>
            </a:r>
            <a:r>
              <a:rPr sz="3200" spc="-30" dirty="0">
                <a:latin typeface="Calibri"/>
                <a:cs typeface="Calibri"/>
              </a:rPr>
              <a:t> </a:t>
            </a:r>
            <a:r>
              <a:rPr sz="3200" dirty="0">
                <a:latin typeface="Symbol"/>
                <a:cs typeface="Symbol"/>
              </a:rPr>
              <a:t></a:t>
            </a:r>
            <a:r>
              <a:rPr sz="3200" spc="-114" dirty="0">
                <a:latin typeface="Times New Roman"/>
                <a:cs typeface="Times New Roman"/>
              </a:rPr>
              <a:t> </a:t>
            </a:r>
            <a:r>
              <a:rPr sz="3200" dirty="0">
                <a:latin typeface="Calibri"/>
                <a:cs typeface="Calibri"/>
              </a:rPr>
              <a:t>B|</a:t>
            </a:r>
            <a:r>
              <a:rPr sz="3200" spc="-35" dirty="0">
                <a:latin typeface="Calibri"/>
                <a:cs typeface="Calibri"/>
              </a:rPr>
              <a:t> </a:t>
            </a:r>
            <a:r>
              <a:rPr sz="3200" dirty="0">
                <a:latin typeface="Calibri"/>
                <a:cs typeface="Calibri"/>
              </a:rPr>
              <a:t>=</a:t>
            </a:r>
            <a:r>
              <a:rPr sz="3200" spc="-30" dirty="0">
                <a:latin typeface="Calibri"/>
                <a:cs typeface="Calibri"/>
              </a:rPr>
              <a:t> </a:t>
            </a:r>
            <a:r>
              <a:rPr sz="3200" spc="-20" dirty="0">
                <a:latin typeface="Calibri"/>
                <a:cs typeface="Calibri"/>
              </a:rPr>
              <a:t>m+n.</a:t>
            </a:r>
            <a:endParaRPr sz="3200">
              <a:latin typeface="Calibri"/>
              <a:cs typeface="Calibri"/>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7340" y="263397"/>
            <a:ext cx="3594735" cy="513715"/>
          </a:xfrm>
          <a:prstGeom prst="rect">
            <a:avLst/>
          </a:prstGeom>
        </p:spPr>
        <p:txBody>
          <a:bodyPr vert="horz" wrap="square" lIns="0" tIns="12700" rIns="0" bIns="0" rtlCol="0">
            <a:spAutoFit/>
          </a:bodyPr>
          <a:lstStyle/>
          <a:p>
            <a:pPr marL="12700">
              <a:lnSpc>
                <a:spcPct val="100000"/>
              </a:lnSpc>
              <a:spcBef>
                <a:spcPts val="100"/>
              </a:spcBef>
            </a:pPr>
            <a:r>
              <a:rPr sz="3200" b="1" dirty="0">
                <a:latin typeface="Calibri"/>
                <a:cs typeface="Calibri"/>
              </a:rPr>
              <a:t>Ví</a:t>
            </a:r>
            <a:r>
              <a:rPr sz="3200" b="1" spc="-45" dirty="0">
                <a:latin typeface="Calibri"/>
                <a:cs typeface="Calibri"/>
              </a:rPr>
              <a:t> </a:t>
            </a:r>
            <a:r>
              <a:rPr sz="3200" b="1" dirty="0">
                <a:latin typeface="Calibri"/>
                <a:cs typeface="Calibri"/>
              </a:rPr>
              <a:t>dụ</a:t>
            </a:r>
            <a:r>
              <a:rPr sz="3200" b="1" spc="-45" dirty="0">
                <a:latin typeface="Calibri"/>
                <a:cs typeface="Calibri"/>
              </a:rPr>
              <a:t> </a:t>
            </a:r>
            <a:r>
              <a:rPr sz="3200" b="1" dirty="0">
                <a:latin typeface="Calibri"/>
                <a:cs typeface="Calibri"/>
              </a:rPr>
              <a:t>:</a:t>
            </a:r>
            <a:r>
              <a:rPr sz="3200" b="1" spc="-25" dirty="0">
                <a:latin typeface="Calibri"/>
                <a:cs typeface="Calibri"/>
              </a:rPr>
              <a:t> </a:t>
            </a:r>
            <a:r>
              <a:rPr spc="-30" dirty="0"/>
              <a:t>Trong</a:t>
            </a:r>
            <a:r>
              <a:rPr spc="-35" dirty="0"/>
              <a:t> </a:t>
            </a:r>
            <a:r>
              <a:rPr dirty="0"/>
              <a:t>học</a:t>
            </a:r>
            <a:r>
              <a:rPr spc="-10" dirty="0"/>
              <a:t> </a:t>
            </a:r>
            <a:r>
              <a:rPr dirty="0"/>
              <a:t>kỳ</a:t>
            </a:r>
            <a:r>
              <a:rPr spc="-20" dirty="0"/>
              <a:t> </a:t>
            </a:r>
            <a:r>
              <a:rPr dirty="0"/>
              <a:t>I</a:t>
            </a:r>
            <a:r>
              <a:rPr spc="-35" dirty="0"/>
              <a:t> có</a:t>
            </a:r>
            <a:endParaRPr sz="3200">
              <a:latin typeface="Calibri"/>
              <a:cs typeface="Calibri"/>
            </a:endParaRPr>
          </a:p>
        </p:txBody>
      </p:sp>
      <p:sp>
        <p:nvSpPr>
          <p:cNvPr id="3" name="object 3"/>
          <p:cNvSpPr txBox="1"/>
          <p:nvPr/>
        </p:nvSpPr>
        <p:spPr>
          <a:xfrm>
            <a:off x="307340" y="753516"/>
            <a:ext cx="8458200" cy="5474970"/>
          </a:xfrm>
          <a:prstGeom prst="rect">
            <a:avLst/>
          </a:prstGeom>
        </p:spPr>
        <p:txBody>
          <a:bodyPr vert="horz" wrap="square" lIns="0" tIns="55244" rIns="0" bIns="0" rtlCol="0">
            <a:spAutoFit/>
          </a:bodyPr>
          <a:lstStyle/>
          <a:p>
            <a:pPr marL="469265" indent="-456565">
              <a:lnSpc>
                <a:spcPct val="100000"/>
              </a:lnSpc>
              <a:spcBef>
                <a:spcPts val="434"/>
              </a:spcBef>
              <a:buChar char="-"/>
              <a:tabLst>
                <a:tab pos="469265" algn="l"/>
              </a:tabLst>
            </a:pPr>
            <a:r>
              <a:rPr sz="2800" dirty="0">
                <a:latin typeface="Calibri"/>
                <a:cs typeface="Calibri"/>
              </a:rPr>
              <a:t>200</a:t>
            </a:r>
            <a:r>
              <a:rPr sz="2800" spc="-35" dirty="0">
                <a:latin typeface="Calibri"/>
                <a:cs typeface="Calibri"/>
              </a:rPr>
              <a:t> </a:t>
            </a:r>
            <a:r>
              <a:rPr sz="2800" dirty="0">
                <a:latin typeface="Calibri"/>
                <a:cs typeface="Calibri"/>
              </a:rPr>
              <a:t>sinh</a:t>
            </a:r>
            <a:r>
              <a:rPr sz="2800" spc="-25" dirty="0">
                <a:latin typeface="Calibri"/>
                <a:cs typeface="Calibri"/>
              </a:rPr>
              <a:t> </a:t>
            </a:r>
            <a:r>
              <a:rPr sz="2800" dirty="0">
                <a:latin typeface="Calibri"/>
                <a:cs typeface="Calibri"/>
              </a:rPr>
              <a:t>viên</a:t>
            </a:r>
            <a:r>
              <a:rPr sz="2800" spc="-50" dirty="0">
                <a:latin typeface="Calibri"/>
                <a:cs typeface="Calibri"/>
              </a:rPr>
              <a:t> </a:t>
            </a:r>
            <a:r>
              <a:rPr sz="2800" dirty="0">
                <a:latin typeface="Calibri"/>
                <a:cs typeface="Calibri"/>
              </a:rPr>
              <a:t>đăng</a:t>
            </a:r>
            <a:r>
              <a:rPr sz="2800" spc="-55" dirty="0">
                <a:latin typeface="Calibri"/>
                <a:cs typeface="Calibri"/>
              </a:rPr>
              <a:t> </a:t>
            </a:r>
            <a:r>
              <a:rPr sz="2800" dirty="0">
                <a:latin typeface="Calibri"/>
                <a:cs typeface="Calibri"/>
              </a:rPr>
              <a:t>ký</a:t>
            </a:r>
            <a:r>
              <a:rPr sz="2800" spc="-45" dirty="0">
                <a:latin typeface="Calibri"/>
                <a:cs typeface="Calibri"/>
              </a:rPr>
              <a:t> </a:t>
            </a:r>
            <a:r>
              <a:rPr sz="2800" dirty="0">
                <a:latin typeface="Calibri"/>
                <a:cs typeface="Calibri"/>
              </a:rPr>
              <a:t>môn</a:t>
            </a:r>
            <a:r>
              <a:rPr sz="2800" spc="-25" dirty="0">
                <a:latin typeface="Calibri"/>
                <a:cs typeface="Calibri"/>
              </a:rPr>
              <a:t> </a:t>
            </a:r>
            <a:r>
              <a:rPr sz="2800" dirty="0">
                <a:latin typeface="Calibri"/>
                <a:cs typeface="Calibri"/>
              </a:rPr>
              <a:t>TRR</a:t>
            </a:r>
            <a:r>
              <a:rPr sz="2800" spc="-50" dirty="0">
                <a:latin typeface="Calibri"/>
                <a:cs typeface="Calibri"/>
              </a:rPr>
              <a:t> </a:t>
            </a:r>
            <a:r>
              <a:rPr sz="2800" dirty="0">
                <a:latin typeface="Calibri"/>
                <a:cs typeface="Calibri"/>
              </a:rPr>
              <a:t>&amp;</a:t>
            </a:r>
            <a:r>
              <a:rPr sz="2800" spc="-45" dirty="0">
                <a:latin typeface="Calibri"/>
                <a:cs typeface="Calibri"/>
              </a:rPr>
              <a:t> </a:t>
            </a:r>
            <a:r>
              <a:rPr sz="2800" spc="-30" dirty="0">
                <a:latin typeface="Calibri"/>
                <a:cs typeface="Calibri"/>
              </a:rPr>
              <a:t>LTĐT</a:t>
            </a:r>
            <a:r>
              <a:rPr sz="2800" spc="-50" dirty="0">
                <a:latin typeface="Calibri"/>
                <a:cs typeface="Calibri"/>
              </a:rPr>
              <a:t> </a:t>
            </a:r>
            <a:r>
              <a:rPr sz="2800" spc="-25" dirty="0">
                <a:latin typeface="Calibri"/>
                <a:cs typeface="Calibri"/>
              </a:rPr>
              <a:t>và</a:t>
            </a:r>
            <a:endParaRPr sz="2800">
              <a:latin typeface="Calibri"/>
              <a:cs typeface="Calibri"/>
            </a:endParaRPr>
          </a:p>
          <a:p>
            <a:pPr marL="469265" indent="-456565">
              <a:lnSpc>
                <a:spcPct val="100000"/>
              </a:lnSpc>
              <a:spcBef>
                <a:spcPts val="335"/>
              </a:spcBef>
              <a:buChar char="-"/>
              <a:tabLst>
                <a:tab pos="469265" algn="l"/>
              </a:tabLst>
            </a:pPr>
            <a:r>
              <a:rPr sz="2800" dirty="0">
                <a:latin typeface="Calibri"/>
                <a:cs typeface="Calibri"/>
              </a:rPr>
              <a:t>150</a:t>
            </a:r>
            <a:r>
              <a:rPr sz="2800" spc="-35" dirty="0">
                <a:latin typeface="Calibri"/>
                <a:cs typeface="Calibri"/>
              </a:rPr>
              <a:t> </a:t>
            </a:r>
            <a:r>
              <a:rPr sz="2800" dirty="0">
                <a:latin typeface="Calibri"/>
                <a:cs typeface="Calibri"/>
              </a:rPr>
              <a:t>sinh</a:t>
            </a:r>
            <a:r>
              <a:rPr sz="2800" spc="-25" dirty="0">
                <a:latin typeface="Calibri"/>
                <a:cs typeface="Calibri"/>
              </a:rPr>
              <a:t> </a:t>
            </a:r>
            <a:r>
              <a:rPr sz="2800" dirty="0">
                <a:latin typeface="Calibri"/>
                <a:cs typeface="Calibri"/>
              </a:rPr>
              <a:t>viên</a:t>
            </a:r>
            <a:r>
              <a:rPr sz="2800" spc="-45" dirty="0">
                <a:latin typeface="Calibri"/>
                <a:cs typeface="Calibri"/>
              </a:rPr>
              <a:t> </a:t>
            </a:r>
            <a:r>
              <a:rPr sz="2800" dirty="0">
                <a:latin typeface="Calibri"/>
                <a:cs typeface="Calibri"/>
              </a:rPr>
              <a:t>đăng</a:t>
            </a:r>
            <a:r>
              <a:rPr sz="2800" spc="-60" dirty="0">
                <a:latin typeface="Calibri"/>
                <a:cs typeface="Calibri"/>
              </a:rPr>
              <a:t> </a:t>
            </a:r>
            <a:r>
              <a:rPr sz="2800" dirty="0">
                <a:latin typeface="Calibri"/>
                <a:cs typeface="Calibri"/>
              </a:rPr>
              <a:t>ký</a:t>
            </a:r>
            <a:r>
              <a:rPr sz="2800" spc="-40" dirty="0">
                <a:latin typeface="Calibri"/>
                <a:cs typeface="Calibri"/>
              </a:rPr>
              <a:t> </a:t>
            </a:r>
            <a:r>
              <a:rPr sz="2800" dirty="0">
                <a:latin typeface="Calibri"/>
                <a:cs typeface="Calibri"/>
              </a:rPr>
              <a:t>môn</a:t>
            </a:r>
            <a:r>
              <a:rPr sz="2800" spc="-25" dirty="0">
                <a:latin typeface="Calibri"/>
                <a:cs typeface="Calibri"/>
              </a:rPr>
              <a:t> </a:t>
            </a:r>
            <a:r>
              <a:rPr sz="2800" dirty="0">
                <a:latin typeface="Calibri"/>
                <a:cs typeface="Calibri"/>
              </a:rPr>
              <a:t>CSDL</a:t>
            </a:r>
            <a:r>
              <a:rPr sz="2800" spc="-45" dirty="0">
                <a:latin typeface="Calibri"/>
                <a:cs typeface="Calibri"/>
              </a:rPr>
              <a:t> </a:t>
            </a:r>
            <a:r>
              <a:rPr sz="2800" spc="-50" dirty="0">
                <a:latin typeface="Calibri"/>
                <a:cs typeface="Calibri"/>
              </a:rPr>
              <a:t>.</a:t>
            </a:r>
            <a:endParaRPr sz="2800">
              <a:latin typeface="Calibri"/>
              <a:cs typeface="Calibri"/>
            </a:endParaRPr>
          </a:p>
          <a:p>
            <a:pPr marL="12700" marR="5080">
              <a:lnSpc>
                <a:spcPts val="3030"/>
              </a:lnSpc>
              <a:spcBef>
                <a:spcPts val="715"/>
              </a:spcBef>
            </a:pPr>
            <a:r>
              <a:rPr sz="2800" dirty="0">
                <a:latin typeface="Calibri"/>
                <a:cs typeface="Calibri"/>
              </a:rPr>
              <a:t>Hỏi</a:t>
            </a:r>
            <a:r>
              <a:rPr sz="2800" spc="-40" dirty="0">
                <a:latin typeface="Calibri"/>
                <a:cs typeface="Calibri"/>
              </a:rPr>
              <a:t> </a:t>
            </a:r>
            <a:r>
              <a:rPr sz="2800" dirty="0">
                <a:latin typeface="Calibri"/>
                <a:cs typeface="Calibri"/>
              </a:rPr>
              <a:t>có</a:t>
            </a:r>
            <a:r>
              <a:rPr sz="2800" spc="-45" dirty="0">
                <a:latin typeface="Calibri"/>
                <a:cs typeface="Calibri"/>
              </a:rPr>
              <a:t> </a:t>
            </a:r>
            <a:r>
              <a:rPr sz="2800" dirty="0">
                <a:latin typeface="Calibri"/>
                <a:cs typeface="Calibri"/>
              </a:rPr>
              <a:t>bao</a:t>
            </a:r>
            <a:r>
              <a:rPr sz="2800" spc="-25" dirty="0">
                <a:latin typeface="Calibri"/>
                <a:cs typeface="Calibri"/>
              </a:rPr>
              <a:t> </a:t>
            </a:r>
            <a:r>
              <a:rPr sz="2800" dirty="0">
                <a:latin typeface="Calibri"/>
                <a:cs typeface="Calibri"/>
              </a:rPr>
              <a:t>nhiêu</a:t>
            </a:r>
            <a:r>
              <a:rPr sz="2800" spc="-25" dirty="0">
                <a:latin typeface="Calibri"/>
                <a:cs typeface="Calibri"/>
              </a:rPr>
              <a:t> </a:t>
            </a:r>
            <a:r>
              <a:rPr sz="2800" dirty="0">
                <a:latin typeface="Calibri"/>
                <a:cs typeface="Calibri"/>
              </a:rPr>
              <a:t>sinh</a:t>
            </a:r>
            <a:r>
              <a:rPr sz="2800" spc="-20" dirty="0">
                <a:latin typeface="Calibri"/>
                <a:cs typeface="Calibri"/>
              </a:rPr>
              <a:t> </a:t>
            </a:r>
            <a:r>
              <a:rPr sz="2800" dirty="0">
                <a:latin typeface="Calibri"/>
                <a:cs typeface="Calibri"/>
              </a:rPr>
              <a:t>viên</a:t>
            </a:r>
            <a:r>
              <a:rPr sz="2800" spc="-25" dirty="0">
                <a:latin typeface="Calibri"/>
                <a:cs typeface="Calibri"/>
              </a:rPr>
              <a:t> </a:t>
            </a:r>
            <a:r>
              <a:rPr sz="2800" dirty="0">
                <a:latin typeface="Calibri"/>
                <a:cs typeface="Calibri"/>
              </a:rPr>
              <a:t>đăng</a:t>
            </a:r>
            <a:r>
              <a:rPr sz="2800" spc="-50" dirty="0">
                <a:latin typeface="Calibri"/>
                <a:cs typeface="Calibri"/>
              </a:rPr>
              <a:t> </a:t>
            </a:r>
            <a:r>
              <a:rPr sz="2800" dirty="0">
                <a:latin typeface="Calibri"/>
                <a:cs typeface="Calibri"/>
              </a:rPr>
              <a:t>ký</a:t>
            </a:r>
            <a:r>
              <a:rPr sz="2800" spc="-35" dirty="0">
                <a:latin typeface="Calibri"/>
                <a:cs typeface="Calibri"/>
              </a:rPr>
              <a:t> </a:t>
            </a:r>
            <a:r>
              <a:rPr sz="2800" dirty="0">
                <a:latin typeface="Calibri"/>
                <a:cs typeface="Calibri"/>
              </a:rPr>
              <a:t>một</a:t>
            </a:r>
            <a:r>
              <a:rPr sz="2800" spc="-45" dirty="0">
                <a:latin typeface="Calibri"/>
                <a:cs typeface="Calibri"/>
              </a:rPr>
              <a:t> </a:t>
            </a:r>
            <a:r>
              <a:rPr sz="2800" dirty="0">
                <a:latin typeface="Calibri"/>
                <a:cs typeface="Calibri"/>
              </a:rPr>
              <a:t>trong</a:t>
            </a:r>
            <a:r>
              <a:rPr sz="2800" spc="-35" dirty="0">
                <a:latin typeface="Calibri"/>
                <a:cs typeface="Calibri"/>
              </a:rPr>
              <a:t> </a:t>
            </a:r>
            <a:r>
              <a:rPr sz="2800" dirty="0">
                <a:latin typeface="Calibri"/>
                <a:cs typeface="Calibri"/>
              </a:rPr>
              <a:t>hai</a:t>
            </a:r>
            <a:r>
              <a:rPr sz="2800" spc="-35" dirty="0">
                <a:latin typeface="Calibri"/>
                <a:cs typeface="Calibri"/>
              </a:rPr>
              <a:t> </a:t>
            </a:r>
            <a:r>
              <a:rPr sz="2800" dirty="0">
                <a:latin typeface="Calibri"/>
                <a:cs typeface="Calibri"/>
              </a:rPr>
              <a:t>môn</a:t>
            </a:r>
            <a:r>
              <a:rPr sz="2800" spc="-45" dirty="0">
                <a:latin typeface="Calibri"/>
                <a:cs typeface="Calibri"/>
              </a:rPr>
              <a:t> </a:t>
            </a:r>
            <a:r>
              <a:rPr sz="2800" spc="-20" dirty="0">
                <a:latin typeface="Calibri"/>
                <a:cs typeface="Calibri"/>
              </a:rPr>
              <a:t>biết </a:t>
            </a:r>
            <a:r>
              <a:rPr sz="2800" dirty="0">
                <a:latin typeface="Calibri"/>
                <a:cs typeface="Calibri"/>
              </a:rPr>
              <a:t>rằng</a:t>
            </a:r>
            <a:r>
              <a:rPr sz="2800" spc="-55" dirty="0">
                <a:latin typeface="Calibri"/>
                <a:cs typeface="Calibri"/>
              </a:rPr>
              <a:t> </a:t>
            </a:r>
            <a:r>
              <a:rPr sz="2800" dirty="0">
                <a:latin typeface="Calibri"/>
                <a:cs typeface="Calibri"/>
              </a:rPr>
              <a:t>không</a:t>
            </a:r>
            <a:r>
              <a:rPr sz="2800" spc="-25" dirty="0">
                <a:latin typeface="Calibri"/>
                <a:cs typeface="Calibri"/>
              </a:rPr>
              <a:t> </a:t>
            </a:r>
            <a:r>
              <a:rPr sz="2800" dirty="0">
                <a:latin typeface="Calibri"/>
                <a:cs typeface="Calibri"/>
              </a:rPr>
              <a:t>có</a:t>
            </a:r>
            <a:r>
              <a:rPr sz="2800" spc="-55" dirty="0">
                <a:latin typeface="Calibri"/>
                <a:cs typeface="Calibri"/>
              </a:rPr>
              <a:t> </a:t>
            </a:r>
            <a:r>
              <a:rPr sz="2800" dirty="0">
                <a:latin typeface="Calibri"/>
                <a:cs typeface="Calibri"/>
              </a:rPr>
              <a:t>sinh</a:t>
            </a:r>
            <a:r>
              <a:rPr sz="2800" spc="-25" dirty="0">
                <a:latin typeface="Calibri"/>
                <a:cs typeface="Calibri"/>
              </a:rPr>
              <a:t> </a:t>
            </a:r>
            <a:r>
              <a:rPr sz="2800" dirty="0">
                <a:latin typeface="Calibri"/>
                <a:cs typeface="Calibri"/>
              </a:rPr>
              <a:t>viên</a:t>
            </a:r>
            <a:r>
              <a:rPr sz="2800" spc="-45" dirty="0">
                <a:latin typeface="Calibri"/>
                <a:cs typeface="Calibri"/>
              </a:rPr>
              <a:t> </a:t>
            </a:r>
            <a:r>
              <a:rPr sz="2800" dirty="0">
                <a:latin typeface="Calibri"/>
                <a:cs typeface="Calibri"/>
              </a:rPr>
              <a:t>nào</a:t>
            </a:r>
            <a:r>
              <a:rPr sz="2800" spc="-55" dirty="0">
                <a:latin typeface="Calibri"/>
                <a:cs typeface="Calibri"/>
              </a:rPr>
              <a:t> </a:t>
            </a:r>
            <a:r>
              <a:rPr sz="2800" dirty="0">
                <a:latin typeface="Calibri"/>
                <a:cs typeface="Calibri"/>
              </a:rPr>
              <a:t>đăng</a:t>
            </a:r>
            <a:r>
              <a:rPr sz="2800" spc="-55" dirty="0">
                <a:latin typeface="Calibri"/>
                <a:cs typeface="Calibri"/>
              </a:rPr>
              <a:t> </a:t>
            </a:r>
            <a:r>
              <a:rPr sz="2800" dirty="0">
                <a:latin typeface="Calibri"/>
                <a:cs typeface="Calibri"/>
              </a:rPr>
              <a:t>ký</a:t>
            </a:r>
            <a:r>
              <a:rPr sz="2800" spc="-40" dirty="0">
                <a:latin typeface="Calibri"/>
                <a:cs typeface="Calibri"/>
              </a:rPr>
              <a:t> </a:t>
            </a:r>
            <a:r>
              <a:rPr sz="2800" dirty="0">
                <a:latin typeface="Calibri"/>
                <a:cs typeface="Calibri"/>
              </a:rPr>
              <a:t>cả</a:t>
            </a:r>
            <a:r>
              <a:rPr sz="2800" spc="-55" dirty="0">
                <a:latin typeface="Calibri"/>
                <a:cs typeface="Calibri"/>
              </a:rPr>
              <a:t> </a:t>
            </a:r>
            <a:r>
              <a:rPr sz="2800" dirty="0">
                <a:latin typeface="Calibri"/>
                <a:cs typeface="Calibri"/>
              </a:rPr>
              <a:t>hai</a:t>
            </a:r>
            <a:r>
              <a:rPr sz="2800" spc="-45" dirty="0">
                <a:latin typeface="Calibri"/>
                <a:cs typeface="Calibri"/>
              </a:rPr>
              <a:t> </a:t>
            </a:r>
            <a:r>
              <a:rPr sz="2800" spc="-20" dirty="0">
                <a:latin typeface="Calibri"/>
                <a:cs typeface="Calibri"/>
              </a:rPr>
              <a:t>môn.</a:t>
            </a:r>
            <a:endParaRPr sz="2800">
              <a:latin typeface="Calibri"/>
              <a:cs typeface="Calibri"/>
            </a:endParaRPr>
          </a:p>
          <a:p>
            <a:pPr marL="12700">
              <a:lnSpc>
                <a:spcPct val="100000"/>
              </a:lnSpc>
              <a:spcBef>
                <a:spcPts val="315"/>
              </a:spcBef>
            </a:pPr>
            <a:r>
              <a:rPr sz="3200" b="1" dirty="0">
                <a:latin typeface="Calibri"/>
                <a:cs typeface="Calibri"/>
              </a:rPr>
              <a:t>Giải</a:t>
            </a:r>
            <a:r>
              <a:rPr sz="3200" b="1" spc="-10" dirty="0">
                <a:latin typeface="Calibri"/>
                <a:cs typeface="Calibri"/>
              </a:rPr>
              <a:t> </a:t>
            </a:r>
            <a:r>
              <a:rPr sz="3200" b="1" spc="-50" dirty="0">
                <a:latin typeface="Calibri"/>
                <a:cs typeface="Calibri"/>
              </a:rPr>
              <a:t>:</a:t>
            </a:r>
            <a:endParaRPr sz="3200">
              <a:latin typeface="Calibri"/>
              <a:cs typeface="Calibri"/>
            </a:endParaRPr>
          </a:p>
          <a:p>
            <a:pPr marL="469265" indent="-456565">
              <a:lnSpc>
                <a:spcPct val="100000"/>
              </a:lnSpc>
              <a:spcBef>
                <a:spcPts val="355"/>
              </a:spcBef>
              <a:buChar char="-"/>
              <a:tabLst>
                <a:tab pos="469265" algn="l"/>
              </a:tabLst>
            </a:pPr>
            <a:r>
              <a:rPr sz="2800" dirty="0">
                <a:latin typeface="Calibri"/>
                <a:cs typeface="Calibri"/>
              </a:rPr>
              <a:t>Gọi</a:t>
            </a:r>
            <a:r>
              <a:rPr sz="2800" spc="-50" dirty="0">
                <a:latin typeface="Calibri"/>
                <a:cs typeface="Calibri"/>
              </a:rPr>
              <a:t> </a:t>
            </a:r>
            <a:r>
              <a:rPr sz="2800" dirty="0">
                <a:latin typeface="Calibri"/>
                <a:cs typeface="Calibri"/>
              </a:rPr>
              <a:t>A</a:t>
            </a:r>
            <a:r>
              <a:rPr sz="2800" spc="-30" dirty="0">
                <a:latin typeface="Calibri"/>
                <a:cs typeface="Calibri"/>
              </a:rPr>
              <a:t> </a:t>
            </a:r>
            <a:r>
              <a:rPr sz="2800" dirty="0">
                <a:latin typeface="Calibri"/>
                <a:cs typeface="Calibri"/>
              </a:rPr>
              <a:t>là</a:t>
            </a:r>
            <a:r>
              <a:rPr sz="2800" spc="-55" dirty="0">
                <a:latin typeface="Calibri"/>
                <a:cs typeface="Calibri"/>
              </a:rPr>
              <a:t> </a:t>
            </a:r>
            <a:r>
              <a:rPr sz="2800" dirty="0">
                <a:latin typeface="Calibri"/>
                <a:cs typeface="Calibri"/>
              </a:rPr>
              <a:t>tập</a:t>
            </a:r>
            <a:r>
              <a:rPr sz="2800" spc="-30" dirty="0">
                <a:latin typeface="Calibri"/>
                <a:cs typeface="Calibri"/>
              </a:rPr>
              <a:t> </a:t>
            </a:r>
            <a:r>
              <a:rPr sz="2800" dirty="0">
                <a:latin typeface="Calibri"/>
                <a:cs typeface="Calibri"/>
              </a:rPr>
              <a:t>các</a:t>
            </a:r>
            <a:r>
              <a:rPr sz="2800" spc="-35" dirty="0">
                <a:latin typeface="Calibri"/>
                <a:cs typeface="Calibri"/>
              </a:rPr>
              <a:t> </a:t>
            </a:r>
            <a:r>
              <a:rPr sz="2800" dirty="0">
                <a:latin typeface="Calibri"/>
                <a:cs typeface="Calibri"/>
              </a:rPr>
              <a:t>sinh</a:t>
            </a:r>
            <a:r>
              <a:rPr sz="2800" spc="-30" dirty="0">
                <a:latin typeface="Calibri"/>
                <a:cs typeface="Calibri"/>
              </a:rPr>
              <a:t> </a:t>
            </a:r>
            <a:r>
              <a:rPr sz="2800" dirty="0">
                <a:latin typeface="Calibri"/>
                <a:cs typeface="Calibri"/>
              </a:rPr>
              <a:t>viên</a:t>
            </a:r>
            <a:r>
              <a:rPr sz="2800" spc="-40" dirty="0">
                <a:latin typeface="Calibri"/>
                <a:cs typeface="Calibri"/>
              </a:rPr>
              <a:t> </a:t>
            </a:r>
            <a:r>
              <a:rPr sz="2800" dirty="0">
                <a:latin typeface="Calibri"/>
                <a:cs typeface="Calibri"/>
              </a:rPr>
              <a:t>đăng</a:t>
            </a:r>
            <a:r>
              <a:rPr sz="2800" spc="-40" dirty="0">
                <a:latin typeface="Calibri"/>
                <a:cs typeface="Calibri"/>
              </a:rPr>
              <a:t> </a:t>
            </a:r>
            <a:r>
              <a:rPr sz="2800" dirty="0">
                <a:latin typeface="Calibri"/>
                <a:cs typeface="Calibri"/>
              </a:rPr>
              <a:t>ký</a:t>
            </a:r>
            <a:r>
              <a:rPr sz="2800" spc="-25" dirty="0">
                <a:latin typeface="Calibri"/>
                <a:cs typeface="Calibri"/>
              </a:rPr>
              <a:t> </a:t>
            </a:r>
            <a:r>
              <a:rPr sz="2800" dirty="0">
                <a:latin typeface="Calibri"/>
                <a:cs typeface="Calibri"/>
              </a:rPr>
              <a:t>môn</a:t>
            </a:r>
            <a:r>
              <a:rPr sz="2800" spc="-15" dirty="0">
                <a:latin typeface="Calibri"/>
                <a:cs typeface="Calibri"/>
              </a:rPr>
              <a:t> </a:t>
            </a:r>
            <a:r>
              <a:rPr sz="2800" dirty="0">
                <a:latin typeface="Calibri"/>
                <a:cs typeface="Calibri"/>
              </a:rPr>
              <a:t>TRR</a:t>
            </a:r>
            <a:r>
              <a:rPr sz="2800" spc="-40" dirty="0">
                <a:latin typeface="Calibri"/>
                <a:cs typeface="Calibri"/>
              </a:rPr>
              <a:t> </a:t>
            </a:r>
            <a:r>
              <a:rPr sz="2800" dirty="0">
                <a:latin typeface="Calibri"/>
                <a:cs typeface="Calibri"/>
              </a:rPr>
              <a:t>&amp;</a:t>
            </a:r>
            <a:r>
              <a:rPr sz="2800" spc="-25" dirty="0">
                <a:latin typeface="Calibri"/>
                <a:cs typeface="Calibri"/>
              </a:rPr>
              <a:t> </a:t>
            </a:r>
            <a:r>
              <a:rPr sz="2800" spc="-40" dirty="0">
                <a:latin typeface="Calibri"/>
                <a:cs typeface="Calibri"/>
              </a:rPr>
              <a:t>LTĐT </a:t>
            </a:r>
            <a:r>
              <a:rPr sz="2800" spc="-25" dirty="0">
                <a:latin typeface="Calibri"/>
                <a:cs typeface="Calibri"/>
              </a:rPr>
              <a:t>và</a:t>
            </a:r>
            <a:endParaRPr sz="2800">
              <a:latin typeface="Calibri"/>
              <a:cs typeface="Calibri"/>
            </a:endParaRPr>
          </a:p>
          <a:p>
            <a:pPr marL="469265" indent="-456565">
              <a:lnSpc>
                <a:spcPct val="100000"/>
              </a:lnSpc>
              <a:spcBef>
                <a:spcPts val="335"/>
              </a:spcBef>
              <a:buChar char="-"/>
              <a:tabLst>
                <a:tab pos="469265" algn="l"/>
              </a:tabLst>
            </a:pPr>
            <a:r>
              <a:rPr sz="2800" dirty="0">
                <a:latin typeface="Calibri"/>
                <a:cs typeface="Calibri"/>
              </a:rPr>
              <a:t>Gọi</a:t>
            </a:r>
            <a:r>
              <a:rPr sz="2800" spc="-45" dirty="0">
                <a:latin typeface="Calibri"/>
                <a:cs typeface="Calibri"/>
              </a:rPr>
              <a:t> </a:t>
            </a:r>
            <a:r>
              <a:rPr sz="2800" dirty="0">
                <a:latin typeface="Calibri"/>
                <a:cs typeface="Calibri"/>
              </a:rPr>
              <a:t>B</a:t>
            </a:r>
            <a:r>
              <a:rPr sz="2800" spc="-40" dirty="0">
                <a:latin typeface="Calibri"/>
                <a:cs typeface="Calibri"/>
              </a:rPr>
              <a:t> </a:t>
            </a:r>
            <a:r>
              <a:rPr sz="2800" dirty="0">
                <a:latin typeface="Calibri"/>
                <a:cs typeface="Calibri"/>
              </a:rPr>
              <a:t>là</a:t>
            </a:r>
            <a:r>
              <a:rPr sz="2800" spc="-45" dirty="0">
                <a:latin typeface="Calibri"/>
                <a:cs typeface="Calibri"/>
              </a:rPr>
              <a:t> </a:t>
            </a:r>
            <a:r>
              <a:rPr sz="2800" dirty="0">
                <a:latin typeface="Calibri"/>
                <a:cs typeface="Calibri"/>
              </a:rPr>
              <a:t>tập</a:t>
            </a:r>
            <a:r>
              <a:rPr sz="2800" spc="-30" dirty="0">
                <a:latin typeface="Calibri"/>
                <a:cs typeface="Calibri"/>
              </a:rPr>
              <a:t> </a:t>
            </a:r>
            <a:r>
              <a:rPr sz="2800" dirty="0">
                <a:latin typeface="Calibri"/>
                <a:cs typeface="Calibri"/>
              </a:rPr>
              <a:t>các</a:t>
            </a:r>
            <a:r>
              <a:rPr sz="2800" spc="-35" dirty="0">
                <a:latin typeface="Calibri"/>
                <a:cs typeface="Calibri"/>
              </a:rPr>
              <a:t> </a:t>
            </a:r>
            <a:r>
              <a:rPr sz="2800" dirty="0">
                <a:latin typeface="Calibri"/>
                <a:cs typeface="Calibri"/>
              </a:rPr>
              <a:t>sinh</a:t>
            </a:r>
            <a:r>
              <a:rPr sz="2800" spc="-10" dirty="0">
                <a:latin typeface="Calibri"/>
                <a:cs typeface="Calibri"/>
              </a:rPr>
              <a:t> </a:t>
            </a:r>
            <a:r>
              <a:rPr sz="2800" dirty="0">
                <a:latin typeface="Calibri"/>
                <a:cs typeface="Calibri"/>
              </a:rPr>
              <a:t>viên</a:t>
            </a:r>
            <a:r>
              <a:rPr sz="2800" spc="-40" dirty="0">
                <a:latin typeface="Calibri"/>
                <a:cs typeface="Calibri"/>
              </a:rPr>
              <a:t> </a:t>
            </a:r>
            <a:r>
              <a:rPr sz="2800" dirty="0">
                <a:latin typeface="Calibri"/>
                <a:cs typeface="Calibri"/>
              </a:rPr>
              <a:t>đăng</a:t>
            </a:r>
            <a:r>
              <a:rPr sz="2800" spc="-45" dirty="0">
                <a:latin typeface="Calibri"/>
                <a:cs typeface="Calibri"/>
              </a:rPr>
              <a:t> </a:t>
            </a:r>
            <a:r>
              <a:rPr sz="2800" dirty="0">
                <a:latin typeface="Calibri"/>
                <a:cs typeface="Calibri"/>
              </a:rPr>
              <a:t>ký</a:t>
            </a:r>
            <a:r>
              <a:rPr sz="2800" spc="-30" dirty="0">
                <a:latin typeface="Calibri"/>
                <a:cs typeface="Calibri"/>
              </a:rPr>
              <a:t> </a:t>
            </a:r>
            <a:r>
              <a:rPr sz="2800" dirty="0">
                <a:latin typeface="Calibri"/>
                <a:cs typeface="Calibri"/>
              </a:rPr>
              <a:t>môn </a:t>
            </a:r>
            <a:r>
              <a:rPr sz="2800" spc="-10" dirty="0">
                <a:latin typeface="Calibri"/>
                <a:cs typeface="Calibri"/>
              </a:rPr>
              <a:t>CSDL.</a:t>
            </a:r>
            <a:endParaRPr sz="2800">
              <a:latin typeface="Calibri"/>
              <a:cs typeface="Calibri"/>
            </a:endParaRPr>
          </a:p>
          <a:p>
            <a:pPr marL="12700" marR="741045">
              <a:lnSpc>
                <a:spcPts val="3020"/>
              </a:lnSpc>
              <a:spcBef>
                <a:spcPts val="760"/>
              </a:spcBef>
            </a:pPr>
            <a:r>
              <a:rPr sz="2800" spc="-65" dirty="0">
                <a:latin typeface="Calibri"/>
                <a:cs typeface="Calibri"/>
              </a:rPr>
              <a:t>Ta</a:t>
            </a:r>
            <a:r>
              <a:rPr sz="2800" spc="-55" dirty="0">
                <a:latin typeface="Calibri"/>
                <a:cs typeface="Calibri"/>
              </a:rPr>
              <a:t> </a:t>
            </a:r>
            <a:r>
              <a:rPr sz="2800" dirty="0">
                <a:latin typeface="Calibri"/>
                <a:cs typeface="Calibri"/>
              </a:rPr>
              <a:t>có</a:t>
            </a:r>
            <a:r>
              <a:rPr sz="2800" spc="-45" dirty="0">
                <a:latin typeface="Calibri"/>
                <a:cs typeface="Calibri"/>
              </a:rPr>
              <a:t> </a:t>
            </a:r>
            <a:r>
              <a:rPr sz="2800" dirty="0">
                <a:latin typeface="Calibri"/>
                <a:cs typeface="Calibri"/>
              </a:rPr>
              <a:t>A</a:t>
            </a:r>
            <a:r>
              <a:rPr sz="2800" spc="-50" dirty="0">
                <a:latin typeface="Calibri"/>
                <a:cs typeface="Calibri"/>
              </a:rPr>
              <a:t> </a:t>
            </a:r>
            <a:r>
              <a:rPr sz="2800" dirty="0">
                <a:latin typeface="Symbol"/>
                <a:cs typeface="Symbol"/>
              </a:rPr>
              <a:t></a:t>
            </a:r>
            <a:r>
              <a:rPr sz="2800" spc="-100" dirty="0">
                <a:latin typeface="Times New Roman"/>
                <a:cs typeface="Times New Roman"/>
              </a:rPr>
              <a:t> </a:t>
            </a:r>
            <a:r>
              <a:rPr sz="2800" dirty="0">
                <a:latin typeface="Calibri"/>
                <a:cs typeface="Calibri"/>
              </a:rPr>
              <a:t>B</a:t>
            </a:r>
            <a:r>
              <a:rPr sz="2800" spc="-55" dirty="0">
                <a:latin typeface="Calibri"/>
                <a:cs typeface="Calibri"/>
              </a:rPr>
              <a:t> </a:t>
            </a:r>
            <a:r>
              <a:rPr sz="2800" dirty="0">
                <a:latin typeface="Calibri"/>
                <a:cs typeface="Calibri"/>
              </a:rPr>
              <a:t>là</a:t>
            </a:r>
            <a:r>
              <a:rPr sz="2800" spc="-50" dirty="0">
                <a:latin typeface="Calibri"/>
                <a:cs typeface="Calibri"/>
              </a:rPr>
              <a:t> </a:t>
            </a:r>
            <a:r>
              <a:rPr sz="2800" dirty="0">
                <a:latin typeface="Calibri"/>
                <a:cs typeface="Calibri"/>
              </a:rPr>
              <a:t>tập</a:t>
            </a:r>
            <a:r>
              <a:rPr sz="2800" spc="-40" dirty="0">
                <a:latin typeface="Calibri"/>
                <a:cs typeface="Calibri"/>
              </a:rPr>
              <a:t> </a:t>
            </a:r>
            <a:r>
              <a:rPr sz="2800" dirty="0">
                <a:latin typeface="Calibri"/>
                <a:cs typeface="Calibri"/>
              </a:rPr>
              <a:t>các</a:t>
            </a:r>
            <a:r>
              <a:rPr sz="2800" spc="-45" dirty="0">
                <a:latin typeface="Calibri"/>
                <a:cs typeface="Calibri"/>
              </a:rPr>
              <a:t> </a:t>
            </a:r>
            <a:r>
              <a:rPr sz="2800" dirty="0">
                <a:latin typeface="Calibri"/>
                <a:cs typeface="Calibri"/>
              </a:rPr>
              <a:t>sinh</a:t>
            </a:r>
            <a:r>
              <a:rPr sz="2800" spc="-20" dirty="0">
                <a:latin typeface="Calibri"/>
                <a:cs typeface="Calibri"/>
              </a:rPr>
              <a:t> </a:t>
            </a:r>
            <a:r>
              <a:rPr sz="2800" dirty="0">
                <a:latin typeface="Calibri"/>
                <a:cs typeface="Calibri"/>
              </a:rPr>
              <a:t>viên</a:t>
            </a:r>
            <a:r>
              <a:rPr sz="2800" spc="-40" dirty="0">
                <a:latin typeface="Calibri"/>
                <a:cs typeface="Calibri"/>
              </a:rPr>
              <a:t> </a:t>
            </a:r>
            <a:r>
              <a:rPr sz="2800" dirty="0">
                <a:latin typeface="Calibri"/>
                <a:cs typeface="Calibri"/>
              </a:rPr>
              <a:t>đăng</a:t>
            </a:r>
            <a:r>
              <a:rPr sz="2800" spc="-55" dirty="0">
                <a:latin typeface="Calibri"/>
                <a:cs typeface="Calibri"/>
              </a:rPr>
              <a:t> </a:t>
            </a:r>
            <a:r>
              <a:rPr sz="2800" dirty="0">
                <a:latin typeface="Calibri"/>
                <a:cs typeface="Calibri"/>
              </a:rPr>
              <a:t>ký</a:t>
            </a:r>
            <a:r>
              <a:rPr sz="2800" spc="-55" dirty="0">
                <a:latin typeface="Calibri"/>
                <a:cs typeface="Calibri"/>
              </a:rPr>
              <a:t> </a:t>
            </a:r>
            <a:r>
              <a:rPr sz="2800" dirty="0">
                <a:latin typeface="Calibri"/>
                <a:cs typeface="Calibri"/>
              </a:rPr>
              <a:t>một</a:t>
            </a:r>
            <a:r>
              <a:rPr sz="2800" spc="-40" dirty="0">
                <a:latin typeface="Calibri"/>
                <a:cs typeface="Calibri"/>
              </a:rPr>
              <a:t> </a:t>
            </a:r>
            <a:r>
              <a:rPr sz="2800" dirty="0">
                <a:latin typeface="Calibri"/>
                <a:cs typeface="Calibri"/>
              </a:rPr>
              <a:t>trong</a:t>
            </a:r>
            <a:r>
              <a:rPr sz="2800" spc="-40" dirty="0">
                <a:latin typeface="Calibri"/>
                <a:cs typeface="Calibri"/>
              </a:rPr>
              <a:t> </a:t>
            </a:r>
            <a:r>
              <a:rPr sz="2800" spc="-25" dirty="0">
                <a:latin typeface="Calibri"/>
                <a:cs typeface="Calibri"/>
              </a:rPr>
              <a:t>hai </a:t>
            </a:r>
            <a:r>
              <a:rPr sz="2800" dirty="0">
                <a:latin typeface="Calibri"/>
                <a:cs typeface="Calibri"/>
              </a:rPr>
              <a:t>môn.</a:t>
            </a:r>
            <a:r>
              <a:rPr sz="2800" spc="-30" dirty="0">
                <a:latin typeface="Calibri"/>
                <a:cs typeface="Calibri"/>
              </a:rPr>
              <a:t> </a:t>
            </a:r>
            <a:r>
              <a:rPr sz="2800" spc="-35" dirty="0">
                <a:latin typeface="Calibri"/>
                <a:cs typeface="Calibri"/>
              </a:rPr>
              <a:t>Vậy</a:t>
            </a:r>
            <a:r>
              <a:rPr sz="2800" spc="-45" dirty="0">
                <a:latin typeface="Calibri"/>
                <a:cs typeface="Calibri"/>
              </a:rPr>
              <a:t> </a:t>
            </a:r>
            <a:r>
              <a:rPr sz="2800" dirty="0">
                <a:latin typeface="Calibri"/>
                <a:cs typeface="Calibri"/>
              </a:rPr>
              <a:t>câu</a:t>
            </a:r>
            <a:r>
              <a:rPr sz="2800" spc="-45" dirty="0">
                <a:latin typeface="Calibri"/>
                <a:cs typeface="Calibri"/>
              </a:rPr>
              <a:t> </a:t>
            </a:r>
            <a:r>
              <a:rPr sz="2800" dirty="0">
                <a:latin typeface="Calibri"/>
                <a:cs typeface="Calibri"/>
              </a:rPr>
              <a:t>hỏi</a:t>
            </a:r>
            <a:r>
              <a:rPr sz="2800" spc="-30" dirty="0">
                <a:latin typeface="Calibri"/>
                <a:cs typeface="Calibri"/>
              </a:rPr>
              <a:t> </a:t>
            </a:r>
            <a:r>
              <a:rPr sz="2800" dirty="0">
                <a:latin typeface="Calibri"/>
                <a:cs typeface="Calibri"/>
              </a:rPr>
              <a:t>là</a:t>
            </a:r>
            <a:r>
              <a:rPr sz="2800" spc="-45" dirty="0">
                <a:latin typeface="Calibri"/>
                <a:cs typeface="Calibri"/>
              </a:rPr>
              <a:t> </a:t>
            </a:r>
            <a:r>
              <a:rPr sz="2800" dirty="0">
                <a:latin typeface="Calibri"/>
                <a:cs typeface="Calibri"/>
              </a:rPr>
              <a:t>|A</a:t>
            </a:r>
            <a:r>
              <a:rPr sz="2800" spc="-35" dirty="0">
                <a:latin typeface="Calibri"/>
                <a:cs typeface="Calibri"/>
              </a:rPr>
              <a:t> </a:t>
            </a:r>
            <a:r>
              <a:rPr sz="2800" dirty="0">
                <a:latin typeface="Symbol"/>
                <a:cs typeface="Symbol"/>
              </a:rPr>
              <a:t></a:t>
            </a:r>
            <a:r>
              <a:rPr sz="2800" spc="-110" dirty="0">
                <a:latin typeface="Times New Roman"/>
                <a:cs typeface="Times New Roman"/>
              </a:rPr>
              <a:t> </a:t>
            </a:r>
            <a:r>
              <a:rPr sz="2800" dirty="0">
                <a:latin typeface="Calibri"/>
                <a:cs typeface="Calibri"/>
              </a:rPr>
              <a:t>B|=</a:t>
            </a:r>
            <a:r>
              <a:rPr sz="2800" spc="-35" dirty="0">
                <a:latin typeface="Calibri"/>
                <a:cs typeface="Calibri"/>
              </a:rPr>
              <a:t> </a:t>
            </a:r>
            <a:r>
              <a:rPr sz="2800" spc="-25" dirty="0">
                <a:latin typeface="Calibri"/>
                <a:cs typeface="Calibri"/>
              </a:rPr>
              <a:t>?.</a:t>
            </a:r>
            <a:endParaRPr sz="2800">
              <a:latin typeface="Calibri"/>
              <a:cs typeface="Calibri"/>
            </a:endParaRPr>
          </a:p>
          <a:p>
            <a:pPr marL="12700" marR="95250">
              <a:lnSpc>
                <a:spcPts val="2990"/>
              </a:lnSpc>
              <a:spcBef>
                <a:spcPts val="705"/>
              </a:spcBef>
            </a:pPr>
            <a:r>
              <a:rPr sz="2800" dirty="0">
                <a:latin typeface="Calibri"/>
                <a:cs typeface="Calibri"/>
              </a:rPr>
              <a:t>Theo</a:t>
            </a:r>
            <a:r>
              <a:rPr sz="2800" spc="-40" dirty="0">
                <a:latin typeface="Calibri"/>
                <a:cs typeface="Calibri"/>
              </a:rPr>
              <a:t> </a:t>
            </a:r>
            <a:r>
              <a:rPr sz="2800" dirty="0">
                <a:latin typeface="Calibri"/>
                <a:cs typeface="Calibri"/>
              </a:rPr>
              <a:t>giả</a:t>
            </a:r>
            <a:r>
              <a:rPr sz="2800" spc="-45" dirty="0">
                <a:latin typeface="Calibri"/>
                <a:cs typeface="Calibri"/>
              </a:rPr>
              <a:t> </a:t>
            </a:r>
            <a:r>
              <a:rPr sz="2800" dirty="0">
                <a:latin typeface="Calibri"/>
                <a:cs typeface="Calibri"/>
              </a:rPr>
              <a:t>thiết</a:t>
            </a:r>
            <a:r>
              <a:rPr sz="2800" spc="-30" dirty="0">
                <a:latin typeface="Calibri"/>
                <a:cs typeface="Calibri"/>
              </a:rPr>
              <a:t> </a:t>
            </a:r>
            <a:r>
              <a:rPr sz="2800" dirty="0">
                <a:latin typeface="Calibri"/>
                <a:cs typeface="Calibri"/>
              </a:rPr>
              <a:t>ta</a:t>
            </a:r>
            <a:r>
              <a:rPr sz="2800" spc="-35" dirty="0">
                <a:latin typeface="Calibri"/>
                <a:cs typeface="Calibri"/>
              </a:rPr>
              <a:t> </a:t>
            </a:r>
            <a:r>
              <a:rPr sz="2800" dirty="0">
                <a:latin typeface="Calibri"/>
                <a:cs typeface="Calibri"/>
              </a:rPr>
              <a:t>có</a:t>
            </a:r>
            <a:r>
              <a:rPr sz="2800" spc="-45" dirty="0">
                <a:latin typeface="Calibri"/>
                <a:cs typeface="Calibri"/>
              </a:rPr>
              <a:t> </a:t>
            </a:r>
            <a:r>
              <a:rPr sz="2800" dirty="0">
                <a:latin typeface="Calibri"/>
                <a:cs typeface="Calibri"/>
              </a:rPr>
              <a:t>A </a:t>
            </a:r>
            <a:r>
              <a:rPr sz="2800" dirty="0">
                <a:latin typeface="Symbol"/>
                <a:cs typeface="Symbol"/>
              </a:rPr>
              <a:t></a:t>
            </a:r>
            <a:r>
              <a:rPr sz="2800" spc="-105" dirty="0">
                <a:latin typeface="Times New Roman"/>
                <a:cs typeface="Times New Roman"/>
              </a:rPr>
              <a:t> </a:t>
            </a:r>
            <a:r>
              <a:rPr sz="2800" dirty="0">
                <a:latin typeface="Calibri"/>
                <a:cs typeface="Calibri"/>
              </a:rPr>
              <a:t>B</a:t>
            </a:r>
            <a:r>
              <a:rPr sz="2800" spc="-45" dirty="0">
                <a:latin typeface="Calibri"/>
                <a:cs typeface="Calibri"/>
              </a:rPr>
              <a:t> </a:t>
            </a:r>
            <a:r>
              <a:rPr sz="2800" dirty="0">
                <a:latin typeface="Calibri"/>
                <a:cs typeface="Calibri"/>
              </a:rPr>
              <a:t>=</a:t>
            </a:r>
            <a:r>
              <a:rPr sz="2800" spc="-20" dirty="0">
                <a:latin typeface="Calibri"/>
                <a:cs typeface="Calibri"/>
              </a:rPr>
              <a:t> </a:t>
            </a:r>
            <a:r>
              <a:rPr sz="2800" dirty="0">
                <a:latin typeface="Symbol"/>
                <a:cs typeface="Symbol"/>
              </a:rPr>
              <a:t></a:t>
            </a:r>
            <a:r>
              <a:rPr sz="2800" dirty="0">
                <a:latin typeface="Calibri"/>
                <a:cs typeface="Calibri"/>
              </a:rPr>
              <a:t>.</a:t>
            </a:r>
            <a:r>
              <a:rPr sz="2800" spc="-40" dirty="0">
                <a:latin typeface="Calibri"/>
                <a:cs typeface="Calibri"/>
              </a:rPr>
              <a:t> </a:t>
            </a:r>
            <a:r>
              <a:rPr sz="2800" dirty="0">
                <a:latin typeface="Calibri"/>
                <a:cs typeface="Calibri"/>
              </a:rPr>
              <a:t>Do</a:t>
            </a:r>
            <a:r>
              <a:rPr sz="2800" spc="-25" dirty="0">
                <a:latin typeface="Calibri"/>
                <a:cs typeface="Calibri"/>
              </a:rPr>
              <a:t> </a:t>
            </a:r>
            <a:r>
              <a:rPr sz="2800" dirty="0">
                <a:latin typeface="Calibri"/>
                <a:cs typeface="Calibri"/>
              </a:rPr>
              <a:t>đó</a:t>
            </a:r>
            <a:r>
              <a:rPr sz="2800" spc="-35" dirty="0">
                <a:latin typeface="Calibri"/>
                <a:cs typeface="Calibri"/>
              </a:rPr>
              <a:t> </a:t>
            </a:r>
            <a:r>
              <a:rPr sz="2800" dirty="0">
                <a:latin typeface="Calibri"/>
                <a:cs typeface="Calibri"/>
              </a:rPr>
              <a:t>theo</a:t>
            </a:r>
            <a:r>
              <a:rPr sz="2800" spc="-35" dirty="0">
                <a:latin typeface="Calibri"/>
                <a:cs typeface="Calibri"/>
              </a:rPr>
              <a:t> </a:t>
            </a:r>
            <a:r>
              <a:rPr sz="2800" dirty="0">
                <a:latin typeface="Calibri"/>
                <a:cs typeface="Calibri"/>
              </a:rPr>
              <a:t>nguyên</a:t>
            </a:r>
            <a:r>
              <a:rPr sz="2800" spc="-20" dirty="0">
                <a:latin typeface="Calibri"/>
                <a:cs typeface="Calibri"/>
              </a:rPr>
              <a:t> </a:t>
            </a:r>
            <a:r>
              <a:rPr sz="2800" dirty="0">
                <a:latin typeface="Calibri"/>
                <a:cs typeface="Calibri"/>
              </a:rPr>
              <a:t>lý</a:t>
            </a:r>
            <a:r>
              <a:rPr sz="2800" spc="-50" dirty="0">
                <a:latin typeface="Calibri"/>
                <a:cs typeface="Calibri"/>
              </a:rPr>
              <a:t> </a:t>
            </a:r>
            <a:r>
              <a:rPr sz="2800" spc="-20" dirty="0">
                <a:latin typeface="Calibri"/>
                <a:cs typeface="Calibri"/>
              </a:rPr>
              <a:t>cộng </a:t>
            </a:r>
            <a:r>
              <a:rPr sz="2800" dirty="0">
                <a:latin typeface="Calibri"/>
                <a:cs typeface="Calibri"/>
              </a:rPr>
              <a:t>ta</a:t>
            </a:r>
            <a:r>
              <a:rPr sz="2800" spc="-50" dirty="0">
                <a:latin typeface="Calibri"/>
                <a:cs typeface="Calibri"/>
              </a:rPr>
              <a:t> </a:t>
            </a:r>
            <a:r>
              <a:rPr sz="2800" spc="-25" dirty="0">
                <a:latin typeface="Calibri"/>
                <a:cs typeface="Calibri"/>
              </a:rPr>
              <a:t>có</a:t>
            </a:r>
            <a:endParaRPr sz="2800">
              <a:latin typeface="Calibri"/>
              <a:cs typeface="Calibri"/>
            </a:endParaRPr>
          </a:p>
          <a:p>
            <a:pPr marL="2056130">
              <a:lnSpc>
                <a:spcPct val="100000"/>
              </a:lnSpc>
              <a:spcBef>
                <a:spcPts val="330"/>
              </a:spcBef>
            </a:pPr>
            <a:r>
              <a:rPr sz="2800" dirty="0">
                <a:latin typeface="Calibri"/>
                <a:cs typeface="Calibri"/>
              </a:rPr>
              <a:t>|A</a:t>
            </a:r>
            <a:r>
              <a:rPr sz="2800" spc="-30" dirty="0">
                <a:latin typeface="Calibri"/>
                <a:cs typeface="Calibri"/>
              </a:rPr>
              <a:t> </a:t>
            </a:r>
            <a:r>
              <a:rPr sz="2800" dirty="0">
                <a:latin typeface="Symbol"/>
                <a:cs typeface="Symbol"/>
              </a:rPr>
              <a:t></a:t>
            </a:r>
            <a:r>
              <a:rPr sz="2800" spc="-100" dirty="0">
                <a:latin typeface="Times New Roman"/>
                <a:cs typeface="Times New Roman"/>
              </a:rPr>
              <a:t> </a:t>
            </a:r>
            <a:r>
              <a:rPr sz="2800" dirty="0">
                <a:latin typeface="Calibri"/>
                <a:cs typeface="Calibri"/>
              </a:rPr>
              <a:t>B|=</a:t>
            </a:r>
            <a:r>
              <a:rPr sz="2800" spc="-30" dirty="0">
                <a:latin typeface="Calibri"/>
                <a:cs typeface="Calibri"/>
              </a:rPr>
              <a:t> </a:t>
            </a:r>
            <a:r>
              <a:rPr sz="2800" dirty="0">
                <a:latin typeface="Calibri"/>
                <a:cs typeface="Calibri"/>
              </a:rPr>
              <a:t>|A|</a:t>
            </a:r>
            <a:r>
              <a:rPr sz="2800" spc="-35" dirty="0">
                <a:latin typeface="Calibri"/>
                <a:cs typeface="Calibri"/>
              </a:rPr>
              <a:t> </a:t>
            </a:r>
            <a:r>
              <a:rPr sz="2800" dirty="0">
                <a:latin typeface="Calibri"/>
                <a:cs typeface="Calibri"/>
              </a:rPr>
              <a:t>+</a:t>
            </a:r>
            <a:r>
              <a:rPr sz="2800" spc="-30" dirty="0">
                <a:latin typeface="Calibri"/>
                <a:cs typeface="Calibri"/>
              </a:rPr>
              <a:t> </a:t>
            </a:r>
            <a:r>
              <a:rPr sz="2800" dirty="0">
                <a:latin typeface="Calibri"/>
                <a:cs typeface="Calibri"/>
              </a:rPr>
              <a:t>|B|=200</a:t>
            </a:r>
            <a:r>
              <a:rPr sz="2800" spc="-5" dirty="0">
                <a:latin typeface="Calibri"/>
                <a:cs typeface="Calibri"/>
              </a:rPr>
              <a:t> </a:t>
            </a:r>
            <a:r>
              <a:rPr sz="2800" dirty="0">
                <a:latin typeface="Calibri"/>
                <a:cs typeface="Calibri"/>
              </a:rPr>
              <a:t>+</a:t>
            </a:r>
            <a:r>
              <a:rPr sz="2800" spc="-30" dirty="0">
                <a:latin typeface="Calibri"/>
                <a:cs typeface="Calibri"/>
              </a:rPr>
              <a:t> </a:t>
            </a:r>
            <a:r>
              <a:rPr sz="2800" spc="-25" dirty="0">
                <a:latin typeface="Calibri"/>
                <a:cs typeface="Calibri"/>
              </a:rPr>
              <a:t>150</a:t>
            </a:r>
            <a:endParaRPr sz="2800">
              <a:latin typeface="Calibri"/>
              <a:cs typeface="Calibri"/>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07340" y="233653"/>
            <a:ext cx="8234680" cy="6199505"/>
          </a:xfrm>
          <a:prstGeom prst="rect">
            <a:avLst/>
          </a:prstGeom>
        </p:spPr>
        <p:txBody>
          <a:bodyPr vert="horz" wrap="square" lIns="0" tIns="53975" rIns="0" bIns="0" rtlCol="0">
            <a:spAutoFit/>
          </a:bodyPr>
          <a:lstStyle/>
          <a:p>
            <a:pPr marL="12700">
              <a:lnSpc>
                <a:spcPct val="100000"/>
              </a:lnSpc>
              <a:spcBef>
                <a:spcPts val="425"/>
              </a:spcBef>
            </a:pPr>
            <a:r>
              <a:rPr sz="2700" b="1" dirty="0">
                <a:latin typeface="Calibri"/>
                <a:cs typeface="Calibri"/>
              </a:rPr>
              <a:t>Ví</a:t>
            </a:r>
            <a:r>
              <a:rPr sz="2700" b="1" spc="-25" dirty="0">
                <a:latin typeface="Calibri"/>
                <a:cs typeface="Calibri"/>
              </a:rPr>
              <a:t> </a:t>
            </a:r>
            <a:r>
              <a:rPr sz="2700" b="1" dirty="0">
                <a:latin typeface="Calibri"/>
                <a:cs typeface="Calibri"/>
              </a:rPr>
              <a:t>dụ</a:t>
            </a:r>
            <a:r>
              <a:rPr sz="2700" b="1" spc="-30" dirty="0">
                <a:latin typeface="Calibri"/>
                <a:cs typeface="Calibri"/>
              </a:rPr>
              <a:t> </a:t>
            </a:r>
            <a:r>
              <a:rPr sz="2700" b="1" dirty="0">
                <a:latin typeface="Calibri"/>
                <a:cs typeface="Calibri"/>
              </a:rPr>
              <a:t>:</a:t>
            </a:r>
            <a:r>
              <a:rPr sz="2700" b="1" spc="-5" dirty="0">
                <a:latin typeface="Calibri"/>
                <a:cs typeface="Calibri"/>
              </a:rPr>
              <a:t> </a:t>
            </a:r>
            <a:r>
              <a:rPr sz="2700" spc="-20" dirty="0">
                <a:latin typeface="Calibri"/>
                <a:cs typeface="Calibri"/>
              </a:rPr>
              <a:t>Trong</a:t>
            </a:r>
            <a:r>
              <a:rPr sz="2700" spc="-25" dirty="0">
                <a:latin typeface="Calibri"/>
                <a:cs typeface="Calibri"/>
              </a:rPr>
              <a:t> </a:t>
            </a:r>
            <a:r>
              <a:rPr sz="2700" dirty="0">
                <a:latin typeface="Calibri"/>
                <a:cs typeface="Calibri"/>
              </a:rPr>
              <a:t>học</a:t>
            </a:r>
            <a:r>
              <a:rPr sz="2700" spc="-35" dirty="0">
                <a:latin typeface="Calibri"/>
                <a:cs typeface="Calibri"/>
              </a:rPr>
              <a:t> </a:t>
            </a:r>
            <a:r>
              <a:rPr sz="2700" dirty="0">
                <a:latin typeface="Calibri"/>
                <a:cs typeface="Calibri"/>
              </a:rPr>
              <a:t>kỳ</a:t>
            </a:r>
            <a:r>
              <a:rPr sz="2700" spc="-20" dirty="0">
                <a:latin typeface="Calibri"/>
                <a:cs typeface="Calibri"/>
              </a:rPr>
              <a:t> </a:t>
            </a:r>
            <a:r>
              <a:rPr sz="2700" dirty="0">
                <a:latin typeface="Calibri"/>
                <a:cs typeface="Calibri"/>
              </a:rPr>
              <a:t>I</a:t>
            </a:r>
            <a:r>
              <a:rPr sz="2700" spc="-40" dirty="0">
                <a:latin typeface="Calibri"/>
                <a:cs typeface="Calibri"/>
              </a:rPr>
              <a:t> </a:t>
            </a:r>
            <a:r>
              <a:rPr sz="2700" spc="-25" dirty="0">
                <a:latin typeface="Calibri"/>
                <a:cs typeface="Calibri"/>
              </a:rPr>
              <a:t>có</a:t>
            </a:r>
            <a:endParaRPr sz="2700">
              <a:latin typeface="Calibri"/>
              <a:cs typeface="Calibri"/>
            </a:endParaRPr>
          </a:p>
          <a:p>
            <a:pPr marL="469265" indent="-456565">
              <a:lnSpc>
                <a:spcPct val="100000"/>
              </a:lnSpc>
              <a:spcBef>
                <a:spcPts val="330"/>
              </a:spcBef>
              <a:buChar char="-"/>
              <a:tabLst>
                <a:tab pos="469265" algn="l"/>
              </a:tabLst>
            </a:pPr>
            <a:r>
              <a:rPr sz="2700" dirty="0">
                <a:latin typeface="Calibri"/>
                <a:cs typeface="Calibri"/>
              </a:rPr>
              <a:t>200</a:t>
            </a:r>
            <a:r>
              <a:rPr sz="2700" spc="-25" dirty="0">
                <a:latin typeface="Calibri"/>
                <a:cs typeface="Calibri"/>
              </a:rPr>
              <a:t> </a:t>
            </a:r>
            <a:r>
              <a:rPr sz="2700" dirty="0">
                <a:latin typeface="Calibri"/>
                <a:cs typeface="Calibri"/>
              </a:rPr>
              <a:t>sinh</a:t>
            </a:r>
            <a:r>
              <a:rPr sz="2700" spc="-30" dirty="0">
                <a:latin typeface="Calibri"/>
                <a:cs typeface="Calibri"/>
              </a:rPr>
              <a:t> </a:t>
            </a:r>
            <a:r>
              <a:rPr sz="2700" dirty="0">
                <a:latin typeface="Calibri"/>
                <a:cs typeface="Calibri"/>
              </a:rPr>
              <a:t>viên</a:t>
            </a:r>
            <a:r>
              <a:rPr sz="2700" spc="-25" dirty="0">
                <a:latin typeface="Calibri"/>
                <a:cs typeface="Calibri"/>
              </a:rPr>
              <a:t> </a:t>
            </a:r>
            <a:r>
              <a:rPr sz="2700" dirty="0">
                <a:latin typeface="Calibri"/>
                <a:cs typeface="Calibri"/>
              </a:rPr>
              <a:t>đăng</a:t>
            </a:r>
            <a:r>
              <a:rPr sz="2700" spc="-35" dirty="0">
                <a:latin typeface="Calibri"/>
                <a:cs typeface="Calibri"/>
              </a:rPr>
              <a:t> </a:t>
            </a:r>
            <a:r>
              <a:rPr sz="2700" dirty="0">
                <a:latin typeface="Calibri"/>
                <a:cs typeface="Calibri"/>
              </a:rPr>
              <a:t>ký</a:t>
            </a:r>
            <a:r>
              <a:rPr sz="2700" spc="-10" dirty="0">
                <a:latin typeface="Calibri"/>
                <a:cs typeface="Calibri"/>
              </a:rPr>
              <a:t> </a:t>
            </a:r>
            <a:r>
              <a:rPr sz="2700" dirty="0">
                <a:latin typeface="Calibri"/>
                <a:cs typeface="Calibri"/>
              </a:rPr>
              <a:t>môn</a:t>
            </a:r>
            <a:r>
              <a:rPr sz="2700" spc="-30" dirty="0">
                <a:latin typeface="Calibri"/>
                <a:cs typeface="Calibri"/>
              </a:rPr>
              <a:t> </a:t>
            </a:r>
            <a:r>
              <a:rPr sz="2700" dirty="0">
                <a:latin typeface="Calibri"/>
                <a:cs typeface="Calibri"/>
              </a:rPr>
              <a:t>TRR</a:t>
            </a:r>
            <a:r>
              <a:rPr sz="2700" spc="-30" dirty="0">
                <a:latin typeface="Calibri"/>
                <a:cs typeface="Calibri"/>
              </a:rPr>
              <a:t> </a:t>
            </a:r>
            <a:r>
              <a:rPr sz="2700" dirty="0">
                <a:latin typeface="Calibri"/>
                <a:cs typeface="Calibri"/>
              </a:rPr>
              <a:t>&amp;</a:t>
            </a:r>
            <a:r>
              <a:rPr sz="2700" spc="-20" dirty="0">
                <a:latin typeface="Calibri"/>
                <a:cs typeface="Calibri"/>
              </a:rPr>
              <a:t> </a:t>
            </a:r>
            <a:r>
              <a:rPr sz="2700" spc="-35" dirty="0">
                <a:latin typeface="Calibri"/>
                <a:cs typeface="Calibri"/>
              </a:rPr>
              <a:t>LTĐT </a:t>
            </a:r>
            <a:r>
              <a:rPr sz="2700" spc="-25" dirty="0">
                <a:latin typeface="Calibri"/>
                <a:cs typeface="Calibri"/>
              </a:rPr>
              <a:t>và</a:t>
            </a:r>
            <a:endParaRPr sz="2700">
              <a:latin typeface="Calibri"/>
              <a:cs typeface="Calibri"/>
            </a:endParaRPr>
          </a:p>
          <a:p>
            <a:pPr marL="469265" indent="-456565">
              <a:lnSpc>
                <a:spcPct val="100000"/>
              </a:lnSpc>
              <a:spcBef>
                <a:spcPts val="320"/>
              </a:spcBef>
              <a:buChar char="-"/>
              <a:tabLst>
                <a:tab pos="469265" algn="l"/>
              </a:tabLst>
            </a:pPr>
            <a:r>
              <a:rPr sz="2700" dirty="0">
                <a:latin typeface="Calibri"/>
                <a:cs typeface="Calibri"/>
              </a:rPr>
              <a:t>150</a:t>
            </a:r>
            <a:r>
              <a:rPr sz="2700" spc="-20" dirty="0">
                <a:latin typeface="Calibri"/>
                <a:cs typeface="Calibri"/>
              </a:rPr>
              <a:t> </a:t>
            </a:r>
            <a:r>
              <a:rPr sz="2700" dirty="0">
                <a:latin typeface="Calibri"/>
                <a:cs typeface="Calibri"/>
              </a:rPr>
              <a:t>sinh</a:t>
            </a:r>
            <a:r>
              <a:rPr sz="2700" spc="-25" dirty="0">
                <a:latin typeface="Calibri"/>
                <a:cs typeface="Calibri"/>
              </a:rPr>
              <a:t> </a:t>
            </a:r>
            <a:r>
              <a:rPr sz="2700" dirty="0">
                <a:latin typeface="Calibri"/>
                <a:cs typeface="Calibri"/>
              </a:rPr>
              <a:t>viên</a:t>
            </a:r>
            <a:r>
              <a:rPr sz="2700" spc="-20" dirty="0">
                <a:latin typeface="Calibri"/>
                <a:cs typeface="Calibri"/>
              </a:rPr>
              <a:t> </a:t>
            </a:r>
            <a:r>
              <a:rPr sz="2700" dirty="0">
                <a:latin typeface="Calibri"/>
                <a:cs typeface="Calibri"/>
              </a:rPr>
              <a:t>đăng</a:t>
            </a:r>
            <a:r>
              <a:rPr sz="2700" spc="-25" dirty="0">
                <a:latin typeface="Calibri"/>
                <a:cs typeface="Calibri"/>
              </a:rPr>
              <a:t> </a:t>
            </a:r>
            <a:r>
              <a:rPr sz="2700" dirty="0">
                <a:latin typeface="Calibri"/>
                <a:cs typeface="Calibri"/>
              </a:rPr>
              <a:t>ký</a:t>
            </a:r>
            <a:r>
              <a:rPr sz="2700" spc="-5" dirty="0">
                <a:latin typeface="Calibri"/>
                <a:cs typeface="Calibri"/>
              </a:rPr>
              <a:t> </a:t>
            </a:r>
            <a:r>
              <a:rPr sz="2700" dirty="0">
                <a:latin typeface="Calibri"/>
                <a:cs typeface="Calibri"/>
              </a:rPr>
              <a:t>môn</a:t>
            </a:r>
            <a:r>
              <a:rPr sz="2700" spc="-55" dirty="0">
                <a:latin typeface="Calibri"/>
                <a:cs typeface="Calibri"/>
              </a:rPr>
              <a:t> </a:t>
            </a:r>
            <a:r>
              <a:rPr sz="2700" spc="-20" dirty="0">
                <a:latin typeface="Calibri"/>
                <a:cs typeface="Calibri"/>
              </a:rPr>
              <a:t>CSDL</a:t>
            </a:r>
            <a:endParaRPr sz="2700">
              <a:latin typeface="Calibri"/>
              <a:cs typeface="Calibri"/>
            </a:endParaRPr>
          </a:p>
          <a:p>
            <a:pPr marL="12700" marR="262890">
              <a:lnSpc>
                <a:spcPts val="2920"/>
              </a:lnSpc>
              <a:spcBef>
                <a:spcPts val="690"/>
              </a:spcBef>
            </a:pPr>
            <a:r>
              <a:rPr sz="2700" dirty="0">
                <a:latin typeface="Calibri"/>
                <a:cs typeface="Calibri"/>
              </a:rPr>
              <a:t>Hỏi</a:t>
            </a:r>
            <a:r>
              <a:rPr sz="2700" spc="-20" dirty="0">
                <a:latin typeface="Calibri"/>
                <a:cs typeface="Calibri"/>
              </a:rPr>
              <a:t> </a:t>
            </a:r>
            <a:r>
              <a:rPr sz="2700" dirty="0">
                <a:latin typeface="Calibri"/>
                <a:cs typeface="Calibri"/>
              </a:rPr>
              <a:t>có</a:t>
            </a:r>
            <a:r>
              <a:rPr sz="2700" spc="-20" dirty="0">
                <a:latin typeface="Calibri"/>
                <a:cs typeface="Calibri"/>
              </a:rPr>
              <a:t> </a:t>
            </a:r>
            <a:r>
              <a:rPr sz="2700" dirty="0">
                <a:latin typeface="Calibri"/>
                <a:cs typeface="Calibri"/>
              </a:rPr>
              <a:t>bao</a:t>
            </a:r>
            <a:r>
              <a:rPr sz="2700" spc="-20" dirty="0">
                <a:latin typeface="Calibri"/>
                <a:cs typeface="Calibri"/>
              </a:rPr>
              <a:t> </a:t>
            </a:r>
            <a:r>
              <a:rPr sz="2700" dirty="0">
                <a:latin typeface="Calibri"/>
                <a:cs typeface="Calibri"/>
              </a:rPr>
              <a:t>nhiêu</a:t>
            </a:r>
            <a:r>
              <a:rPr sz="2700" spc="-35" dirty="0">
                <a:latin typeface="Calibri"/>
                <a:cs typeface="Calibri"/>
              </a:rPr>
              <a:t> </a:t>
            </a:r>
            <a:r>
              <a:rPr sz="2700" dirty="0">
                <a:latin typeface="Calibri"/>
                <a:cs typeface="Calibri"/>
              </a:rPr>
              <a:t>sinh</a:t>
            </a:r>
            <a:r>
              <a:rPr sz="2700" spc="-30" dirty="0">
                <a:latin typeface="Calibri"/>
                <a:cs typeface="Calibri"/>
              </a:rPr>
              <a:t> </a:t>
            </a:r>
            <a:r>
              <a:rPr sz="2700" dirty="0">
                <a:latin typeface="Calibri"/>
                <a:cs typeface="Calibri"/>
              </a:rPr>
              <a:t>viên</a:t>
            </a:r>
            <a:r>
              <a:rPr sz="2700" spc="-30" dirty="0">
                <a:latin typeface="Calibri"/>
                <a:cs typeface="Calibri"/>
              </a:rPr>
              <a:t> </a:t>
            </a:r>
            <a:r>
              <a:rPr sz="2700" dirty="0">
                <a:latin typeface="Calibri"/>
                <a:cs typeface="Calibri"/>
              </a:rPr>
              <a:t>đăng</a:t>
            </a:r>
            <a:r>
              <a:rPr sz="2700" spc="-35" dirty="0">
                <a:latin typeface="Calibri"/>
                <a:cs typeface="Calibri"/>
              </a:rPr>
              <a:t> </a:t>
            </a:r>
            <a:r>
              <a:rPr sz="2700" dirty="0">
                <a:latin typeface="Calibri"/>
                <a:cs typeface="Calibri"/>
              </a:rPr>
              <a:t>ký</a:t>
            </a:r>
            <a:r>
              <a:rPr sz="2700" spc="-20" dirty="0">
                <a:latin typeface="Calibri"/>
                <a:cs typeface="Calibri"/>
              </a:rPr>
              <a:t> </a:t>
            </a:r>
            <a:r>
              <a:rPr sz="2700" dirty="0">
                <a:latin typeface="Calibri"/>
                <a:cs typeface="Calibri"/>
              </a:rPr>
              <a:t>đăng</a:t>
            </a:r>
            <a:r>
              <a:rPr sz="2700" spc="-25" dirty="0">
                <a:latin typeface="Calibri"/>
                <a:cs typeface="Calibri"/>
              </a:rPr>
              <a:t> </a:t>
            </a:r>
            <a:r>
              <a:rPr sz="2700" dirty="0">
                <a:latin typeface="Calibri"/>
                <a:cs typeface="Calibri"/>
              </a:rPr>
              <a:t>ký</a:t>
            </a:r>
            <a:r>
              <a:rPr sz="2700" spc="-15" dirty="0">
                <a:latin typeface="Calibri"/>
                <a:cs typeface="Calibri"/>
              </a:rPr>
              <a:t> </a:t>
            </a:r>
            <a:r>
              <a:rPr sz="2700" dirty="0">
                <a:latin typeface="Calibri"/>
                <a:cs typeface="Calibri"/>
              </a:rPr>
              <a:t>một</a:t>
            </a:r>
            <a:r>
              <a:rPr sz="2700" spc="-20" dirty="0">
                <a:latin typeface="Calibri"/>
                <a:cs typeface="Calibri"/>
              </a:rPr>
              <a:t> </a:t>
            </a:r>
            <a:r>
              <a:rPr sz="2700" dirty="0">
                <a:latin typeface="Calibri"/>
                <a:cs typeface="Calibri"/>
              </a:rPr>
              <a:t>trong</a:t>
            </a:r>
            <a:r>
              <a:rPr sz="2700" spc="-15" dirty="0">
                <a:latin typeface="Calibri"/>
                <a:cs typeface="Calibri"/>
              </a:rPr>
              <a:t> </a:t>
            </a:r>
            <a:r>
              <a:rPr sz="2700" spc="-25" dirty="0">
                <a:latin typeface="Calibri"/>
                <a:cs typeface="Calibri"/>
              </a:rPr>
              <a:t>hai </a:t>
            </a:r>
            <a:r>
              <a:rPr sz="2700" dirty="0">
                <a:latin typeface="Calibri"/>
                <a:cs typeface="Calibri"/>
              </a:rPr>
              <a:t>môn</a:t>
            </a:r>
            <a:r>
              <a:rPr sz="2700" spc="-20" dirty="0">
                <a:latin typeface="Calibri"/>
                <a:cs typeface="Calibri"/>
              </a:rPr>
              <a:t> </a:t>
            </a:r>
            <a:r>
              <a:rPr sz="2700" i="1" dirty="0">
                <a:latin typeface="Calibri"/>
                <a:cs typeface="Calibri"/>
              </a:rPr>
              <a:t>biết</a:t>
            </a:r>
            <a:r>
              <a:rPr sz="2700" i="1" spc="-30" dirty="0">
                <a:latin typeface="Calibri"/>
                <a:cs typeface="Calibri"/>
              </a:rPr>
              <a:t> </a:t>
            </a:r>
            <a:r>
              <a:rPr sz="2700" i="1" dirty="0">
                <a:latin typeface="Calibri"/>
                <a:cs typeface="Calibri"/>
              </a:rPr>
              <a:t>rằng</a:t>
            </a:r>
            <a:r>
              <a:rPr sz="2700" i="1" spc="-30" dirty="0">
                <a:latin typeface="Calibri"/>
                <a:cs typeface="Calibri"/>
              </a:rPr>
              <a:t> </a:t>
            </a:r>
            <a:r>
              <a:rPr sz="2700" i="1" dirty="0">
                <a:latin typeface="Calibri"/>
                <a:cs typeface="Calibri"/>
              </a:rPr>
              <a:t>có</a:t>
            </a:r>
            <a:r>
              <a:rPr sz="2700" i="1" spc="-30" dirty="0">
                <a:latin typeface="Calibri"/>
                <a:cs typeface="Calibri"/>
              </a:rPr>
              <a:t> </a:t>
            </a:r>
            <a:r>
              <a:rPr sz="2700" i="1" dirty="0">
                <a:latin typeface="Calibri"/>
                <a:cs typeface="Calibri"/>
              </a:rPr>
              <a:t>50</a:t>
            </a:r>
            <a:r>
              <a:rPr sz="2700" i="1" spc="-45" dirty="0">
                <a:latin typeface="Calibri"/>
                <a:cs typeface="Calibri"/>
              </a:rPr>
              <a:t> </a:t>
            </a:r>
            <a:r>
              <a:rPr sz="2700" i="1" dirty="0">
                <a:latin typeface="Calibri"/>
                <a:cs typeface="Calibri"/>
              </a:rPr>
              <a:t>sinh</a:t>
            </a:r>
            <a:r>
              <a:rPr sz="2700" i="1" spc="-35" dirty="0">
                <a:latin typeface="Calibri"/>
                <a:cs typeface="Calibri"/>
              </a:rPr>
              <a:t> </a:t>
            </a:r>
            <a:r>
              <a:rPr sz="2700" i="1" dirty="0">
                <a:latin typeface="Calibri"/>
                <a:cs typeface="Calibri"/>
              </a:rPr>
              <a:t>viên</a:t>
            </a:r>
            <a:r>
              <a:rPr sz="2700" i="1" spc="-30" dirty="0">
                <a:latin typeface="Calibri"/>
                <a:cs typeface="Calibri"/>
              </a:rPr>
              <a:t> </a:t>
            </a:r>
            <a:r>
              <a:rPr sz="2700" i="1" dirty="0">
                <a:latin typeface="Calibri"/>
                <a:cs typeface="Calibri"/>
              </a:rPr>
              <a:t>đăng</a:t>
            </a:r>
            <a:r>
              <a:rPr sz="2700" i="1" spc="-30" dirty="0">
                <a:latin typeface="Calibri"/>
                <a:cs typeface="Calibri"/>
              </a:rPr>
              <a:t> </a:t>
            </a:r>
            <a:r>
              <a:rPr sz="2700" i="1" dirty="0">
                <a:latin typeface="Calibri"/>
                <a:cs typeface="Calibri"/>
              </a:rPr>
              <a:t>ký</a:t>
            </a:r>
            <a:r>
              <a:rPr sz="2700" i="1" spc="-30" dirty="0">
                <a:latin typeface="Calibri"/>
                <a:cs typeface="Calibri"/>
              </a:rPr>
              <a:t> </a:t>
            </a:r>
            <a:r>
              <a:rPr sz="2700" i="1" dirty="0">
                <a:latin typeface="Calibri"/>
                <a:cs typeface="Calibri"/>
              </a:rPr>
              <a:t>cả</a:t>
            </a:r>
            <a:r>
              <a:rPr sz="2700" i="1" spc="-40" dirty="0">
                <a:latin typeface="Calibri"/>
                <a:cs typeface="Calibri"/>
              </a:rPr>
              <a:t> </a:t>
            </a:r>
            <a:r>
              <a:rPr sz="2700" i="1" dirty="0">
                <a:latin typeface="Calibri"/>
                <a:cs typeface="Calibri"/>
              </a:rPr>
              <a:t>hai</a:t>
            </a:r>
            <a:r>
              <a:rPr sz="2700" i="1" spc="-30" dirty="0">
                <a:latin typeface="Calibri"/>
                <a:cs typeface="Calibri"/>
              </a:rPr>
              <a:t> </a:t>
            </a:r>
            <a:r>
              <a:rPr sz="2700" i="1" spc="-20" dirty="0">
                <a:latin typeface="Calibri"/>
                <a:cs typeface="Calibri"/>
              </a:rPr>
              <a:t>môn</a:t>
            </a:r>
            <a:r>
              <a:rPr sz="2700" spc="-20" dirty="0">
                <a:latin typeface="Calibri"/>
                <a:cs typeface="Calibri"/>
              </a:rPr>
              <a:t>.</a:t>
            </a:r>
            <a:endParaRPr sz="2700">
              <a:latin typeface="Calibri"/>
              <a:cs typeface="Calibri"/>
            </a:endParaRPr>
          </a:p>
          <a:p>
            <a:pPr>
              <a:lnSpc>
                <a:spcPct val="100000"/>
              </a:lnSpc>
              <a:spcBef>
                <a:spcPts val="545"/>
              </a:spcBef>
            </a:pPr>
            <a:endParaRPr sz="2700">
              <a:latin typeface="Calibri"/>
              <a:cs typeface="Calibri"/>
            </a:endParaRPr>
          </a:p>
          <a:p>
            <a:pPr marL="12700">
              <a:lnSpc>
                <a:spcPct val="100000"/>
              </a:lnSpc>
            </a:pPr>
            <a:r>
              <a:rPr sz="2700" b="1" dirty="0">
                <a:latin typeface="Calibri"/>
                <a:cs typeface="Calibri"/>
              </a:rPr>
              <a:t>Giải</a:t>
            </a:r>
            <a:r>
              <a:rPr sz="2700" b="1" spc="-35" dirty="0">
                <a:latin typeface="Calibri"/>
                <a:cs typeface="Calibri"/>
              </a:rPr>
              <a:t> </a:t>
            </a:r>
            <a:r>
              <a:rPr sz="2700" b="1" spc="-50" dirty="0">
                <a:latin typeface="Calibri"/>
                <a:cs typeface="Calibri"/>
              </a:rPr>
              <a:t>:</a:t>
            </a:r>
            <a:endParaRPr sz="2700">
              <a:latin typeface="Calibri"/>
              <a:cs typeface="Calibri"/>
            </a:endParaRPr>
          </a:p>
          <a:p>
            <a:pPr marL="469265" indent="-456565">
              <a:lnSpc>
                <a:spcPct val="100000"/>
              </a:lnSpc>
              <a:spcBef>
                <a:spcPts val="330"/>
              </a:spcBef>
              <a:buChar char="-"/>
              <a:tabLst>
                <a:tab pos="469265" algn="l"/>
              </a:tabLst>
            </a:pPr>
            <a:r>
              <a:rPr sz="2700" dirty="0">
                <a:latin typeface="Calibri"/>
                <a:cs typeface="Calibri"/>
              </a:rPr>
              <a:t>Gọi</a:t>
            </a:r>
            <a:r>
              <a:rPr sz="2700" spc="-20" dirty="0">
                <a:latin typeface="Calibri"/>
                <a:cs typeface="Calibri"/>
              </a:rPr>
              <a:t> </a:t>
            </a:r>
            <a:r>
              <a:rPr sz="2700" dirty="0">
                <a:latin typeface="Calibri"/>
                <a:cs typeface="Calibri"/>
              </a:rPr>
              <a:t>A</a:t>
            </a:r>
            <a:r>
              <a:rPr sz="2700" spc="-20" dirty="0">
                <a:latin typeface="Calibri"/>
                <a:cs typeface="Calibri"/>
              </a:rPr>
              <a:t> </a:t>
            </a:r>
            <a:r>
              <a:rPr sz="2700" dirty="0">
                <a:latin typeface="Calibri"/>
                <a:cs typeface="Calibri"/>
              </a:rPr>
              <a:t>là</a:t>
            </a:r>
            <a:r>
              <a:rPr sz="2700" spc="-25" dirty="0">
                <a:latin typeface="Calibri"/>
                <a:cs typeface="Calibri"/>
              </a:rPr>
              <a:t> </a:t>
            </a:r>
            <a:r>
              <a:rPr sz="2700" dirty="0">
                <a:latin typeface="Calibri"/>
                <a:cs typeface="Calibri"/>
              </a:rPr>
              <a:t>tập</a:t>
            </a:r>
            <a:r>
              <a:rPr sz="2700" spc="-25" dirty="0">
                <a:latin typeface="Calibri"/>
                <a:cs typeface="Calibri"/>
              </a:rPr>
              <a:t> </a:t>
            </a:r>
            <a:r>
              <a:rPr sz="2700" dirty="0">
                <a:latin typeface="Calibri"/>
                <a:cs typeface="Calibri"/>
              </a:rPr>
              <a:t>các</a:t>
            </a:r>
            <a:r>
              <a:rPr sz="2700" spc="-15" dirty="0">
                <a:latin typeface="Calibri"/>
                <a:cs typeface="Calibri"/>
              </a:rPr>
              <a:t> </a:t>
            </a:r>
            <a:r>
              <a:rPr sz="2700" dirty="0">
                <a:latin typeface="Calibri"/>
                <a:cs typeface="Calibri"/>
              </a:rPr>
              <a:t>sinh</a:t>
            </a:r>
            <a:r>
              <a:rPr sz="2700" spc="-25" dirty="0">
                <a:latin typeface="Calibri"/>
                <a:cs typeface="Calibri"/>
              </a:rPr>
              <a:t> </a:t>
            </a:r>
            <a:r>
              <a:rPr sz="2700" dirty="0">
                <a:latin typeface="Calibri"/>
                <a:cs typeface="Calibri"/>
              </a:rPr>
              <a:t>viên</a:t>
            </a:r>
            <a:r>
              <a:rPr sz="2700" spc="-25" dirty="0">
                <a:latin typeface="Calibri"/>
                <a:cs typeface="Calibri"/>
              </a:rPr>
              <a:t> </a:t>
            </a:r>
            <a:r>
              <a:rPr sz="2700" dirty="0">
                <a:latin typeface="Calibri"/>
                <a:cs typeface="Calibri"/>
              </a:rPr>
              <a:t>đăng</a:t>
            </a:r>
            <a:r>
              <a:rPr sz="2700" spc="-20" dirty="0">
                <a:latin typeface="Calibri"/>
                <a:cs typeface="Calibri"/>
              </a:rPr>
              <a:t> </a:t>
            </a:r>
            <a:r>
              <a:rPr sz="2700" dirty="0">
                <a:latin typeface="Calibri"/>
                <a:cs typeface="Calibri"/>
              </a:rPr>
              <a:t>ký</a:t>
            </a:r>
            <a:r>
              <a:rPr sz="2700" spc="-20" dirty="0">
                <a:latin typeface="Calibri"/>
                <a:cs typeface="Calibri"/>
              </a:rPr>
              <a:t> </a:t>
            </a:r>
            <a:r>
              <a:rPr sz="2700" dirty="0">
                <a:latin typeface="Calibri"/>
                <a:cs typeface="Calibri"/>
              </a:rPr>
              <a:t>môn</a:t>
            </a:r>
            <a:r>
              <a:rPr sz="2700" spc="-15" dirty="0">
                <a:latin typeface="Calibri"/>
                <a:cs typeface="Calibri"/>
              </a:rPr>
              <a:t> </a:t>
            </a:r>
            <a:r>
              <a:rPr sz="2700" dirty="0">
                <a:latin typeface="Calibri"/>
                <a:cs typeface="Calibri"/>
              </a:rPr>
              <a:t>TRR</a:t>
            </a:r>
            <a:r>
              <a:rPr sz="2700" spc="-35" dirty="0">
                <a:latin typeface="Calibri"/>
                <a:cs typeface="Calibri"/>
              </a:rPr>
              <a:t> </a:t>
            </a:r>
            <a:r>
              <a:rPr sz="2700" dirty="0">
                <a:latin typeface="Calibri"/>
                <a:cs typeface="Calibri"/>
              </a:rPr>
              <a:t>&amp;</a:t>
            </a:r>
            <a:r>
              <a:rPr sz="2700" spc="-25" dirty="0">
                <a:latin typeface="Calibri"/>
                <a:cs typeface="Calibri"/>
              </a:rPr>
              <a:t> </a:t>
            </a:r>
            <a:r>
              <a:rPr sz="2700" spc="-40" dirty="0">
                <a:latin typeface="Calibri"/>
                <a:cs typeface="Calibri"/>
              </a:rPr>
              <a:t>LTĐT</a:t>
            </a:r>
            <a:r>
              <a:rPr sz="2700" spc="-25" dirty="0">
                <a:latin typeface="Calibri"/>
                <a:cs typeface="Calibri"/>
              </a:rPr>
              <a:t> và</a:t>
            </a:r>
            <a:endParaRPr sz="2700">
              <a:latin typeface="Calibri"/>
              <a:cs typeface="Calibri"/>
            </a:endParaRPr>
          </a:p>
          <a:p>
            <a:pPr marL="469265" indent="-456565">
              <a:lnSpc>
                <a:spcPct val="100000"/>
              </a:lnSpc>
              <a:spcBef>
                <a:spcPts val="320"/>
              </a:spcBef>
              <a:buChar char="-"/>
              <a:tabLst>
                <a:tab pos="469265" algn="l"/>
              </a:tabLst>
            </a:pPr>
            <a:r>
              <a:rPr sz="2700" dirty="0">
                <a:latin typeface="Calibri"/>
                <a:cs typeface="Calibri"/>
              </a:rPr>
              <a:t>Gọi</a:t>
            </a:r>
            <a:r>
              <a:rPr sz="2700" spc="-15" dirty="0">
                <a:latin typeface="Calibri"/>
                <a:cs typeface="Calibri"/>
              </a:rPr>
              <a:t> </a:t>
            </a:r>
            <a:r>
              <a:rPr sz="2700" dirty="0">
                <a:latin typeface="Calibri"/>
                <a:cs typeface="Calibri"/>
              </a:rPr>
              <a:t>B</a:t>
            </a:r>
            <a:r>
              <a:rPr sz="2700" spc="-15" dirty="0">
                <a:latin typeface="Calibri"/>
                <a:cs typeface="Calibri"/>
              </a:rPr>
              <a:t> </a:t>
            </a:r>
            <a:r>
              <a:rPr sz="2700" dirty="0">
                <a:latin typeface="Calibri"/>
                <a:cs typeface="Calibri"/>
              </a:rPr>
              <a:t>là</a:t>
            </a:r>
            <a:r>
              <a:rPr sz="2700" spc="-20" dirty="0">
                <a:latin typeface="Calibri"/>
                <a:cs typeface="Calibri"/>
              </a:rPr>
              <a:t> </a:t>
            </a:r>
            <a:r>
              <a:rPr sz="2700" dirty="0">
                <a:latin typeface="Calibri"/>
                <a:cs typeface="Calibri"/>
              </a:rPr>
              <a:t>tập</a:t>
            </a:r>
            <a:r>
              <a:rPr sz="2700" spc="-20" dirty="0">
                <a:latin typeface="Calibri"/>
                <a:cs typeface="Calibri"/>
              </a:rPr>
              <a:t> </a:t>
            </a:r>
            <a:r>
              <a:rPr sz="2700" dirty="0">
                <a:latin typeface="Calibri"/>
                <a:cs typeface="Calibri"/>
              </a:rPr>
              <a:t>các</a:t>
            </a:r>
            <a:r>
              <a:rPr sz="2700" spc="-15" dirty="0">
                <a:latin typeface="Calibri"/>
                <a:cs typeface="Calibri"/>
              </a:rPr>
              <a:t> </a:t>
            </a:r>
            <a:r>
              <a:rPr sz="2700" dirty="0">
                <a:latin typeface="Calibri"/>
                <a:cs typeface="Calibri"/>
              </a:rPr>
              <a:t>sinh</a:t>
            </a:r>
            <a:r>
              <a:rPr sz="2700" spc="-20" dirty="0">
                <a:latin typeface="Calibri"/>
                <a:cs typeface="Calibri"/>
              </a:rPr>
              <a:t> </a:t>
            </a:r>
            <a:r>
              <a:rPr sz="2700" dirty="0">
                <a:latin typeface="Calibri"/>
                <a:cs typeface="Calibri"/>
              </a:rPr>
              <a:t>viên</a:t>
            </a:r>
            <a:r>
              <a:rPr sz="2700" spc="-20" dirty="0">
                <a:latin typeface="Calibri"/>
                <a:cs typeface="Calibri"/>
              </a:rPr>
              <a:t> </a:t>
            </a:r>
            <a:r>
              <a:rPr sz="2700" dirty="0">
                <a:latin typeface="Calibri"/>
                <a:cs typeface="Calibri"/>
              </a:rPr>
              <a:t>đăng</a:t>
            </a:r>
            <a:r>
              <a:rPr sz="2700" spc="-15" dirty="0">
                <a:latin typeface="Calibri"/>
                <a:cs typeface="Calibri"/>
              </a:rPr>
              <a:t> </a:t>
            </a:r>
            <a:r>
              <a:rPr sz="2700" dirty="0">
                <a:latin typeface="Calibri"/>
                <a:cs typeface="Calibri"/>
              </a:rPr>
              <a:t>ký</a:t>
            </a:r>
            <a:r>
              <a:rPr sz="2700" spc="-15" dirty="0">
                <a:latin typeface="Calibri"/>
                <a:cs typeface="Calibri"/>
              </a:rPr>
              <a:t> </a:t>
            </a:r>
            <a:r>
              <a:rPr sz="2700" dirty="0">
                <a:latin typeface="Calibri"/>
                <a:cs typeface="Calibri"/>
              </a:rPr>
              <a:t>môn</a:t>
            </a:r>
            <a:r>
              <a:rPr sz="2700" spc="-40" dirty="0">
                <a:latin typeface="Calibri"/>
                <a:cs typeface="Calibri"/>
              </a:rPr>
              <a:t> </a:t>
            </a:r>
            <a:r>
              <a:rPr sz="2700" spc="-10" dirty="0">
                <a:latin typeface="Calibri"/>
                <a:cs typeface="Calibri"/>
              </a:rPr>
              <a:t>CSDL.</a:t>
            </a:r>
            <a:endParaRPr sz="2700">
              <a:latin typeface="Calibri"/>
              <a:cs typeface="Calibri"/>
            </a:endParaRPr>
          </a:p>
          <a:p>
            <a:pPr marL="12700" marR="5080">
              <a:lnSpc>
                <a:spcPts val="2920"/>
              </a:lnSpc>
              <a:spcBef>
                <a:spcPts val="715"/>
              </a:spcBef>
            </a:pPr>
            <a:r>
              <a:rPr sz="2700" spc="-75" dirty="0">
                <a:latin typeface="Calibri"/>
                <a:cs typeface="Calibri"/>
              </a:rPr>
              <a:t>Ta</a:t>
            </a:r>
            <a:r>
              <a:rPr sz="2700" spc="-35" dirty="0">
                <a:latin typeface="Calibri"/>
                <a:cs typeface="Calibri"/>
              </a:rPr>
              <a:t> </a:t>
            </a:r>
            <a:r>
              <a:rPr sz="2700" dirty="0">
                <a:latin typeface="Calibri"/>
                <a:cs typeface="Calibri"/>
              </a:rPr>
              <a:t>có</a:t>
            </a:r>
            <a:r>
              <a:rPr sz="2700" spc="-30" dirty="0">
                <a:latin typeface="Calibri"/>
                <a:cs typeface="Calibri"/>
              </a:rPr>
              <a:t> </a:t>
            </a:r>
            <a:r>
              <a:rPr sz="2700" dirty="0">
                <a:latin typeface="Calibri"/>
                <a:cs typeface="Calibri"/>
              </a:rPr>
              <a:t>A</a:t>
            </a:r>
            <a:r>
              <a:rPr sz="2700" spc="-20" dirty="0">
                <a:latin typeface="Calibri"/>
                <a:cs typeface="Calibri"/>
              </a:rPr>
              <a:t> </a:t>
            </a:r>
            <a:r>
              <a:rPr sz="2700" dirty="0">
                <a:latin typeface="Symbol"/>
                <a:cs typeface="Symbol"/>
              </a:rPr>
              <a:t></a:t>
            </a:r>
            <a:r>
              <a:rPr sz="2700" spc="-90" dirty="0">
                <a:latin typeface="Times New Roman"/>
                <a:cs typeface="Times New Roman"/>
              </a:rPr>
              <a:t> </a:t>
            </a:r>
            <a:r>
              <a:rPr sz="2700" dirty="0">
                <a:latin typeface="Calibri"/>
                <a:cs typeface="Calibri"/>
              </a:rPr>
              <a:t>B</a:t>
            </a:r>
            <a:r>
              <a:rPr sz="2700" spc="-25" dirty="0">
                <a:latin typeface="Calibri"/>
                <a:cs typeface="Calibri"/>
              </a:rPr>
              <a:t> </a:t>
            </a:r>
            <a:r>
              <a:rPr sz="2700" dirty="0">
                <a:latin typeface="Calibri"/>
                <a:cs typeface="Calibri"/>
              </a:rPr>
              <a:t>là</a:t>
            </a:r>
            <a:r>
              <a:rPr sz="2700" spc="-30" dirty="0">
                <a:latin typeface="Calibri"/>
                <a:cs typeface="Calibri"/>
              </a:rPr>
              <a:t> </a:t>
            </a:r>
            <a:r>
              <a:rPr sz="2700" dirty="0">
                <a:latin typeface="Calibri"/>
                <a:cs typeface="Calibri"/>
              </a:rPr>
              <a:t>tập</a:t>
            </a:r>
            <a:r>
              <a:rPr sz="2700" spc="-35" dirty="0">
                <a:latin typeface="Calibri"/>
                <a:cs typeface="Calibri"/>
              </a:rPr>
              <a:t> </a:t>
            </a:r>
            <a:r>
              <a:rPr sz="2700" dirty="0">
                <a:latin typeface="Calibri"/>
                <a:cs typeface="Calibri"/>
              </a:rPr>
              <a:t>các</a:t>
            </a:r>
            <a:r>
              <a:rPr sz="2700" spc="-40" dirty="0">
                <a:latin typeface="Calibri"/>
                <a:cs typeface="Calibri"/>
              </a:rPr>
              <a:t> </a:t>
            </a:r>
            <a:r>
              <a:rPr sz="2700" dirty="0">
                <a:latin typeface="Calibri"/>
                <a:cs typeface="Calibri"/>
              </a:rPr>
              <a:t>sinh</a:t>
            </a:r>
            <a:r>
              <a:rPr sz="2700" spc="-40" dirty="0">
                <a:latin typeface="Calibri"/>
                <a:cs typeface="Calibri"/>
              </a:rPr>
              <a:t> </a:t>
            </a:r>
            <a:r>
              <a:rPr sz="2700" dirty="0">
                <a:latin typeface="Calibri"/>
                <a:cs typeface="Calibri"/>
              </a:rPr>
              <a:t>viên</a:t>
            </a:r>
            <a:r>
              <a:rPr sz="2700" spc="-30" dirty="0">
                <a:latin typeface="Calibri"/>
                <a:cs typeface="Calibri"/>
              </a:rPr>
              <a:t> </a:t>
            </a:r>
            <a:r>
              <a:rPr sz="2700" dirty="0">
                <a:latin typeface="Calibri"/>
                <a:cs typeface="Calibri"/>
              </a:rPr>
              <a:t>đăng</a:t>
            </a:r>
            <a:r>
              <a:rPr sz="2700" spc="-45" dirty="0">
                <a:latin typeface="Calibri"/>
                <a:cs typeface="Calibri"/>
              </a:rPr>
              <a:t> </a:t>
            </a:r>
            <a:r>
              <a:rPr sz="2700" dirty="0">
                <a:latin typeface="Calibri"/>
                <a:cs typeface="Calibri"/>
              </a:rPr>
              <a:t>ký</a:t>
            </a:r>
            <a:r>
              <a:rPr sz="2700" spc="-20" dirty="0">
                <a:latin typeface="Calibri"/>
                <a:cs typeface="Calibri"/>
              </a:rPr>
              <a:t> </a:t>
            </a:r>
            <a:r>
              <a:rPr sz="2700" dirty="0">
                <a:latin typeface="Calibri"/>
                <a:cs typeface="Calibri"/>
              </a:rPr>
              <a:t>một</a:t>
            </a:r>
            <a:r>
              <a:rPr sz="2700" spc="-30" dirty="0">
                <a:latin typeface="Calibri"/>
                <a:cs typeface="Calibri"/>
              </a:rPr>
              <a:t> </a:t>
            </a:r>
            <a:r>
              <a:rPr sz="2700" dirty="0">
                <a:latin typeface="Calibri"/>
                <a:cs typeface="Calibri"/>
              </a:rPr>
              <a:t>trong</a:t>
            </a:r>
            <a:r>
              <a:rPr sz="2700" spc="-25" dirty="0">
                <a:latin typeface="Calibri"/>
                <a:cs typeface="Calibri"/>
              </a:rPr>
              <a:t> </a:t>
            </a:r>
            <a:r>
              <a:rPr sz="2700" dirty="0">
                <a:latin typeface="Calibri"/>
                <a:cs typeface="Calibri"/>
              </a:rPr>
              <a:t>hai</a:t>
            </a:r>
            <a:r>
              <a:rPr sz="2700" spc="-30" dirty="0">
                <a:latin typeface="Calibri"/>
                <a:cs typeface="Calibri"/>
              </a:rPr>
              <a:t> </a:t>
            </a:r>
            <a:r>
              <a:rPr sz="2700" spc="-20" dirty="0">
                <a:latin typeface="Calibri"/>
                <a:cs typeface="Calibri"/>
              </a:rPr>
              <a:t>môn. </a:t>
            </a:r>
            <a:r>
              <a:rPr sz="2700" spc="-45" dirty="0">
                <a:latin typeface="Calibri"/>
                <a:cs typeface="Calibri"/>
              </a:rPr>
              <a:t>Vậy</a:t>
            </a:r>
            <a:r>
              <a:rPr sz="2700" spc="-20" dirty="0">
                <a:latin typeface="Calibri"/>
                <a:cs typeface="Calibri"/>
              </a:rPr>
              <a:t> </a:t>
            </a:r>
            <a:r>
              <a:rPr sz="2700" dirty="0">
                <a:latin typeface="Calibri"/>
                <a:cs typeface="Calibri"/>
              </a:rPr>
              <a:t>câu</a:t>
            </a:r>
            <a:r>
              <a:rPr sz="2700" spc="-35" dirty="0">
                <a:latin typeface="Calibri"/>
                <a:cs typeface="Calibri"/>
              </a:rPr>
              <a:t> </a:t>
            </a:r>
            <a:r>
              <a:rPr sz="2700" dirty="0">
                <a:latin typeface="Calibri"/>
                <a:cs typeface="Calibri"/>
              </a:rPr>
              <a:t>hỏi</a:t>
            </a:r>
            <a:r>
              <a:rPr sz="2700" spc="-30" dirty="0">
                <a:latin typeface="Calibri"/>
                <a:cs typeface="Calibri"/>
              </a:rPr>
              <a:t> </a:t>
            </a:r>
            <a:r>
              <a:rPr sz="2700" dirty="0">
                <a:latin typeface="Calibri"/>
                <a:cs typeface="Calibri"/>
              </a:rPr>
              <a:t>là</a:t>
            </a:r>
            <a:r>
              <a:rPr sz="2700" spc="-20" dirty="0">
                <a:latin typeface="Calibri"/>
                <a:cs typeface="Calibri"/>
              </a:rPr>
              <a:t> </a:t>
            </a:r>
            <a:r>
              <a:rPr sz="2700" dirty="0">
                <a:latin typeface="Calibri"/>
                <a:cs typeface="Calibri"/>
              </a:rPr>
              <a:t>|A</a:t>
            </a:r>
            <a:r>
              <a:rPr sz="2700" spc="-30" dirty="0">
                <a:latin typeface="Calibri"/>
                <a:cs typeface="Calibri"/>
              </a:rPr>
              <a:t> </a:t>
            </a:r>
            <a:r>
              <a:rPr sz="2700" dirty="0">
                <a:latin typeface="Symbol"/>
                <a:cs typeface="Symbol"/>
              </a:rPr>
              <a:t></a:t>
            </a:r>
            <a:r>
              <a:rPr sz="2700" spc="-85" dirty="0">
                <a:latin typeface="Times New Roman"/>
                <a:cs typeface="Times New Roman"/>
              </a:rPr>
              <a:t> </a:t>
            </a:r>
            <a:r>
              <a:rPr sz="2700" dirty="0">
                <a:latin typeface="Calibri"/>
                <a:cs typeface="Calibri"/>
              </a:rPr>
              <a:t>B|</a:t>
            </a:r>
            <a:r>
              <a:rPr sz="2700" spc="-25" dirty="0">
                <a:latin typeface="Calibri"/>
                <a:cs typeface="Calibri"/>
              </a:rPr>
              <a:t> </a:t>
            </a:r>
            <a:r>
              <a:rPr sz="2700" dirty="0">
                <a:latin typeface="Calibri"/>
                <a:cs typeface="Calibri"/>
              </a:rPr>
              <a:t>=</a:t>
            </a:r>
            <a:r>
              <a:rPr sz="2700" spc="-20" dirty="0">
                <a:latin typeface="Calibri"/>
                <a:cs typeface="Calibri"/>
              </a:rPr>
              <a:t> </a:t>
            </a:r>
            <a:r>
              <a:rPr sz="2700" spc="-25" dirty="0">
                <a:latin typeface="Calibri"/>
                <a:cs typeface="Calibri"/>
              </a:rPr>
              <a:t>?.</a:t>
            </a:r>
            <a:endParaRPr sz="2700">
              <a:latin typeface="Calibri"/>
              <a:cs typeface="Calibri"/>
            </a:endParaRPr>
          </a:p>
          <a:p>
            <a:pPr marL="90170">
              <a:lnSpc>
                <a:spcPct val="100000"/>
              </a:lnSpc>
              <a:spcBef>
                <a:spcPts val="280"/>
              </a:spcBef>
              <a:tabLst>
                <a:tab pos="4362450" algn="l"/>
              </a:tabLst>
            </a:pPr>
            <a:r>
              <a:rPr sz="2700" dirty="0">
                <a:latin typeface="Calibri"/>
                <a:cs typeface="Calibri"/>
              </a:rPr>
              <a:t>Theo</a:t>
            </a:r>
            <a:r>
              <a:rPr sz="2700" spc="-35" dirty="0">
                <a:latin typeface="Calibri"/>
                <a:cs typeface="Calibri"/>
              </a:rPr>
              <a:t> </a:t>
            </a:r>
            <a:r>
              <a:rPr sz="2700" dirty="0">
                <a:latin typeface="Calibri"/>
                <a:cs typeface="Calibri"/>
              </a:rPr>
              <a:t>giả</a:t>
            </a:r>
            <a:r>
              <a:rPr sz="2700" spc="-25" dirty="0">
                <a:latin typeface="Calibri"/>
                <a:cs typeface="Calibri"/>
              </a:rPr>
              <a:t> </a:t>
            </a:r>
            <a:r>
              <a:rPr sz="2700" dirty="0">
                <a:latin typeface="Calibri"/>
                <a:cs typeface="Calibri"/>
              </a:rPr>
              <a:t>thiết</a:t>
            </a:r>
            <a:r>
              <a:rPr sz="2700" spc="-45" dirty="0">
                <a:latin typeface="Calibri"/>
                <a:cs typeface="Calibri"/>
              </a:rPr>
              <a:t> </a:t>
            </a:r>
            <a:r>
              <a:rPr sz="2700" dirty="0">
                <a:latin typeface="Calibri"/>
                <a:cs typeface="Calibri"/>
              </a:rPr>
              <a:t>ta</a:t>
            </a:r>
            <a:r>
              <a:rPr sz="2700" spc="-25" dirty="0">
                <a:latin typeface="Calibri"/>
                <a:cs typeface="Calibri"/>
              </a:rPr>
              <a:t> </a:t>
            </a:r>
            <a:r>
              <a:rPr sz="2700" dirty="0">
                <a:latin typeface="Calibri"/>
                <a:cs typeface="Calibri"/>
              </a:rPr>
              <a:t>có</a:t>
            </a:r>
            <a:r>
              <a:rPr sz="2700" spc="-25" dirty="0">
                <a:latin typeface="Calibri"/>
                <a:cs typeface="Calibri"/>
              </a:rPr>
              <a:t> </a:t>
            </a:r>
            <a:r>
              <a:rPr sz="2700" dirty="0">
                <a:latin typeface="Calibri"/>
                <a:cs typeface="Calibri"/>
              </a:rPr>
              <a:t>|A</a:t>
            </a:r>
            <a:r>
              <a:rPr sz="2700" spc="-15" dirty="0">
                <a:latin typeface="Calibri"/>
                <a:cs typeface="Calibri"/>
              </a:rPr>
              <a:t> </a:t>
            </a:r>
            <a:r>
              <a:rPr sz="2700" dirty="0">
                <a:latin typeface="Symbol"/>
                <a:cs typeface="Symbol"/>
              </a:rPr>
              <a:t></a:t>
            </a:r>
            <a:r>
              <a:rPr sz="2700" spc="-85" dirty="0">
                <a:latin typeface="Times New Roman"/>
                <a:cs typeface="Times New Roman"/>
              </a:rPr>
              <a:t> </a:t>
            </a:r>
            <a:r>
              <a:rPr sz="2700" dirty="0">
                <a:latin typeface="Calibri"/>
                <a:cs typeface="Calibri"/>
              </a:rPr>
              <a:t>B|</a:t>
            </a:r>
            <a:r>
              <a:rPr sz="2700" spc="-30" dirty="0">
                <a:latin typeface="Calibri"/>
                <a:cs typeface="Calibri"/>
              </a:rPr>
              <a:t> </a:t>
            </a:r>
            <a:r>
              <a:rPr sz="2700" spc="-50" dirty="0">
                <a:latin typeface="Calibri"/>
                <a:cs typeface="Calibri"/>
              </a:rPr>
              <a:t>=</a:t>
            </a:r>
            <a:r>
              <a:rPr sz="2700" dirty="0">
                <a:latin typeface="Calibri"/>
                <a:cs typeface="Calibri"/>
              </a:rPr>
              <a:t>	50</a:t>
            </a:r>
            <a:r>
              <a:rPr sz="2700" spc="-30" dirty="0">
                <a:latin typeface="Calibri"/>
                <a:cs typeface="Calibri"/>
              </a:rPr>
              <a:t> </a:t>
            </a:r>
            <a:r>
              <a:rPr sz="2700" dirty="0">
                <a:latin typeface="Calibri"/>
                <a:cs typeface="Calibri"/>
              </a:rPr>
              <a:t>.</a:t>
            </a:r>
            <a:r>
              <a:rPr sz="2700" spc="-35" dirty="0">
                <a:latin typeface="Calibri"/>
                <a:cs typeface="Calibri"/>
              </a:rPr>
              <a:t> </a:t>
            </a:r>
            <a:r>
              <a:rPr sz="2700" spc="-65" dirty="0">
                <a:latin typeface="Calibri"/>
                <a:cs typeface="Calibri"/>
              </a:rPr>
              <a:t>Ta</a:t>
            </a:r>
            <a:r>
              <a:rPr sz="2700" spc="-35" dirty="0">
                <a:latin typeface="Calibri"/>
                <a:cs typeface="Calibri"/>
              </a:rPr>
              <a:t> </a:t>
            </a:r>
            <a:r>
              <a:rPr sz="2700" spc="-25" dirty="0">
                <a:latin typeface="Calibri"/>
                <a:cs typeface="Calibri"/>
              </a:rPr>
              <a:t>có</a:t>
            </a:r>
            <a:endParaRPr sz="2700">
              <a:latin typeface="Calibri"/>
              <a:cs typeface="Calibri"/>
            </a:endParaRPr>
          </a:p>
          <a:p>
            <a:pPr marL="2250440" marR="813435" indent="-1134745">
              <a:lnSpc>
                <a:spcPct val="109300"/>
              </a:lnSpc>
              <a:spcBef>
                <a:spcPts val="20"/>
              </a:spcBef>
            </a:pPr>
            <a:r>
              <a:rPr sz="2700" dirty="0">
                <a:latin typeface="Calibri"/>
                <a:cs typeface="Calibri"/>
              </a:rPr>
              <a:t>|A</a:t>
            </a:r>
            <a:r>
              <a:rPr sz="2700" spc="-20" dirty="0">
                <a:latin typeface="Calibri"/>
                <a:cs typeface="Calibri"/>
              </a:rPr>
              <a:t> </a:t>
            </a:r>
            <a:r>
              <a:rPr sz="2700" dirty="0">
                <a:latin typeface="Symbol"/>
                <a:cs typeface="Symbol"/>
              </a:rPr>
              <a:t></a:t>
            </a:r>
            <a:r>
              <a:rPr sz="2700" spc="-70" dirty="0">
                <a:latin typeface="Times New Roman"/>
                <a:cs typeface="Times New Roman"/>
              </a:rPr>
              <a:t> </a:t>
            </a:r>
            <a:r>
              <a:rPr sz="2700" dirty="0">
                <a:latin typeface="Calibri"/>
                <a:cs typeface="Calibri"/>
              </a:rPr>
              <a:t>B|=</a:t>
            </a:r>
            <a:r>
              <a:rPr sz="2700" spc="-15" dirty="0">
                <a:latin typeface="Calibri"/>
                <a:cs typeface="Calibri"/>
              </a:rPr>
              <a:t> </a:t>
            </a:r>
            <a:r>
              <a:rPr sz="2700" dirty="0">
                <a:latin typeface="Calibri"/>
                <a:cs typeface="Calibri"/>
              </a:rPr>
              <a:t>|A|</a:t>
            </a:r>
            <a:r>
              <a:rPr sz="2700" spc="-30" dirty="0">
                <a:latin typeface="Calibri"/>
                <a:cs typeface="Calibri"/>
              </a:rPr>
              <a:t> </a:t>
            </a:r>
            <a:r>
              <a:rPr sz="2700" dirty="0">
                <a:latin typeface="Calibri"/>
                <a:cs typeface="Calibri"/>
              </a:rPr>
              <a:t>+ |B|-</a:t>
            </a:r>
            <a:r>
              <a:rPr sz="2700" spc="-25" dirty="0">
                <a:latin typeface="Calibri"/>
                <a:cs typeface="Calibri"/>
              </a:rPr>
              <a:t> </a:t>
            </a:r>
            <a:r>
              <a:rPr sz="2700" dirty="0">
                <a:latin typeface="Calibri"/>
                <a:cs typeface="Calibri"/>
              </a:rPr>
              <a:t>|A</a:t>
            </a:r>
            <a:r>
              <a:rPr sz="2700" spc="-20" dirty="0">
                <a:latin typeface="Calibri"/>
                <a:cs typeface="Calibri"/>
              </a:rPr>
              <a:t> </a:t>
            </a:r>
            <a:r>
              <a:rPr sz="2700" dirty="0">
                <a:latin typeface="Symbol"/>
                <a:cs typeface="Symbol"/>
              </a:rPr>
              <a:t></a:t>
            </a:r>
            <a:r>
              <a:rPr sz="2700" spc="-70" dirty="0">
                <a:latin typeface="Times New Roman"/>
                <a:cs typeface="Times New Roman"/>
              </a:rPr>
              <a:t> </a:t>
            </a:r>
            <a:r>
              <a:rPr sz="2700" dirty="0">
                <a:latin typeface="Calibri"/>
                <a:cs typeface="Calibri"/>
              </a:rPr>
              <a:t>B|</a:t>
            </a:r>
            <a:r>
              <a:rPr sz="2700" spc="-20" dirty="0">
                <a:latin typeface="Calibri"/>
                <a:cs typeface="Calibri"/>
              </a:rPr>
              <a:t> </a:t>
            </a:r>
            <a:r>
              <a:rPr sz="2700" dirty="0">
                <a:latin typeface="Calibri"/>
                <a:cs typeface="Calibri"/>
              </a:rPr>
              <a:t>=200</a:t>
            </a:r>
            <a:r>
              <a:rPr sz="2700" spc="-20" dirty="0">
                <a:latin typeface="Calibri"/>
                <a:cs typeface="Calibri"/>
              </a:rPr>
              <a:t> </a:t>
            </a:r>
            <a:r>
              <a:rPr sz="2700" dirty="0">
                <a:latin typeface="Calibri"/>
                <a:cs typeface="Calibri"/>
              </a:rPr>
              <a:t>+ 150</a:t>
            </a:r>
            <a:r>
              <a:rPr sz="2700" spc="-15" dirty="0">
                <a:latin typeface="Calibri"/>
                <a:cs typeface="Calibri"/>
              </a:rPr>
              <a:t> </a:t>
            </a:r>
            <a:r>
              <a:rPr sz="2700" dirty="0">
                <a:latin typeface="Calibri"/>
                <a:cs typeface="Calibri"/>
              </a:rPr>
              <a:t>–</a:t>
            </a:r>
            <a:r>
              <a:rPr sz="2700" spc="-10" dirty="0">
                <a:latin typeface="Calibri"/>
                <a:cs typeface="Calibri"/>
              </a:rPr>
              <a:t> </a:t>
            </a:r>
            <a:r>
              <a:rPr sz="2700" spc="-25" dirty="0">
                <a:latin typeface="Calibri"/>
                <a:cs typeface="Calibri"/>
              </a:rPr>
              <a:t>50 </a:t>
            </a:r>
            <a:r>
              <a:rPr sz="2700" dirty="0">
                <a:latin typeface="Calibri"/>
                <a:cs typeface="Calibri"/>
              </a:rPr>
              <a:t>(Chứng</a:t>
            </a:r>
            <a:r>
              <a:rPr sz="2700" spc="-45" dirty="0">
                <a:latin typeface="Calibri"/>
                <a:cs typeface="Calibri"/>
              </a:rPr>
              <a:t> </a:t>
            </a:r>
            <a:r>
              <a:rPr sz="2700" dirty="0">
                <a:latin typeface="Calibri"/>
                <a:cs typeface="Calibri"/>
              </a:rPr>
              <a:t>minh</a:t>
            </a:r>
            <a:r>
              <a:rPr sz="2700" spc="-25" dirty="0">
                <a:latin typeface="Calibri"/>
                <a:cs typeface="Calibri"/>
              </a:rPr>
              <a:t> </a:t>
            </a:r>
            <a:r>
              <a:rPr sz="2700" dirty="0">
                <a:latin typeface="Calibri"/>
                <a:cs typeface="Calibri"/>
              </a:rPr>
              <a:t>công</a:t>
            </a:r>
            <a:r>
              <a:rPr sz="2700" spc="-10" dirty="0">
                <a:latin typeface="Calibri"/>
                <a:cs typeface="Calibri"/>
              </a:rPr>
              <a:t> </a:t>
            </a:r>
            <a:r>
              <a:rPr sz="2700" dirty="0">
                <a:latin typeface="Calibri"/>
                <a:cs typeface="Calibri"/>
              </a:rPr>
              <a:t>thức</a:t>
            </a:r>
            <a:r>
              <a:rPr sz="2700" spc="-30" dirty="0">
                <a:latin typeface="Calibri"/>
                <a:cs typeface="Calibri"/>
              </a:rPr>
              <a:t> </a:t>
            </a:r>
            <a:r>
              <a:rPr sz="2700" spc="-10" dirty="0">
                <a:latin typeface="Calibri"/>
                <a:cs typeface="Calibri"/>
              </a:rPr>
              <a:t>trên)</a:t>
            </a:r>
            <a:endParaRPr sz="2700">
              <a:latin typeface="Calibri"/>
              <a:cs typeface="Calibri"/>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7340" y="233043"/>
            <a:ext cx="7206615" cy="965200"/>
          </a:xfrm>
          <a:prstGeom prst="rect">
            <a:avLst/>
          </a:prstGeom>
        </p:spPr>
        <p:txBody>
          <a:bodyPr vert="horz" wrap="square" lIns="0" tIns="55880" rIns="0" bIns="0" rtlCol="0">
            <a:spAutoFit/>
          </a:bodyPr>
          <a:lstStyle/>
          <a:p>
            <a:pPr marL="12700">
              <a:lnSpc>
                <a:spcPct val="100000"/>
              </a:lnSpc>
              <a:spcBef>
                <a:spcPts val="440"/>
              </a:spcBef>
            </a:pPr>
            <a:r>
              <a:rPr dirty="0"/>
              <a:t>|A|=n,</a:t>
            </a:r>
            <a:r>
              <a:rPr spc="-40" dirty="0"/>
              <a:t> </a:t>
            </a:r>
            <a:r>
              <a:rPr dirty="0"/>
              <a:t>|B|=m,</a:t>
            </a:r>
            <a:r>
              <a:rPr spc="-45" dirty="0"/>
              <a:t> </a:t>
            </a:r>
            <a:r>
              <a:rPr dirty="0"/>
              <a:t>|A</a:t>
            </a:r>
            <a:r>
              <a:rPr spc="-45" dirty="0"/>
              <a:t> </a:t>
            </a:r>
            <a:r>
              <a:rPr dirty="0">
                <a:latin typeface="Symbol"/>
                <a:cs typeface="Symbol"/>
              </a:rPr>
              <a:t></a:t>
            </a:r>
            <a:r>
              <a:rPr spc="-130" dirty="0">
                <a:latin typeface="Times New Roman"/>
                <a:cs typeface="Times New Roman"/>
              </a:rPr>
              <a:t> </a:t>
            </a:r>
            <a:r>
              <a:rPr dirty="0"/>
              <a:t>B|=k.</a:t>
            </a:r>
            <a:r>
              <a:rPr spc="-40" dirty="0"/>
              <a:t> </a:t>
            </a:r>
            <a:r>
              <a:rPr dirty="0"/>
              <a:t>Chứng</a:t>
            </a:r>
            <a:r>
              <a:rPr spc="-25" dirty="0"/>
              <a:t> </a:t>
            </a:r>
            <a:r>
              <a:rPr dirty="0"/>
              <a:t>minh</a:t>
            </a:r>
            <a:r>
              <a:rPr spc="-40" dirty="0"/>
              <a:t> </a:t>
            </a:r>
            <a:r>
              <a:rPr dirty="0"/>
              <a:t>công</a:t>
            </a:r>
            <a:r>
              <a:rPr spc="-60" dirty="0"/>
              <a:t> </a:t>
            </a:r>
            <a:r>
              <a:rPr spc="-20" dirty="0"/>
              <a:t>thức</a:t>
            </a:r>
          </a:p>
          <a:p>
            <a:pPr marL="2179955">
              <a:lnSpc>
                <a:spcPct val="100000"/>
              </a:lnSpc>
              <a:spcBef>
                <a:spcPts val="340"/>
              </a:spcBef>
            </a:pPr>
            <a:r>
              <a:rPr dirty="0"/>
              <a:t>|A</a:t>
            </a:r>
            <a:r>
              <a:rPr spc="-25" dirty="0"/>
              <a:t> </a:t>
            </a:r>
            <a:r>
              <a:rPr dirty="0">
                <a:latin typeface="Symbol"/>
                <a:cs typeface="Symbol"/>
              </a:rPr>
              <a:t></a:t>
            </a:r>
            <a:r>
              <a:rPr spc="-95" dirty="0">
                <a:latin typeface="Times New Roman"/>
                <a:cs typeface="Times New Roman"/>
              </a:rPr>
              <a:t> </a:t>
            </a:r>
            <a:r>
              <a:rPr dirty="0"/>
              <a:t>B|=</a:t>
            </a:r>
            <a:r>
              <a:rPr spc="-25" dirty="0"/>
              <a:t> </a:t>
            </a:r>
            <a:r>
              <a:rPr dirty="0"/>
              <a:t>|A|</a:t>
            </a:r>
            <a:r>
              <a:rPr spc="-30" dirty="0"/>
              <a:t> </a:t>
            </a:r>
            <a:r>
              <a:rPr dirty="0"/>
              <a:t>+</a:t>
            </a:r>
            <a:r>
              <a:rPr spc="-25" dirty="0"/>
              <a:t> </a:t>
            </a:r>
            <a:r>
              <a:rPr dirty="0"/>
              <a:t>|B|-</a:t>
            </a:r>
            <a:r>
              <a:rPr spc="-15" dirty="0"/>
              <a:t> </a:t>
            </a:r>
            <a:r>
              <a:rPr dirty="0"/>
              <a:t>|A</a:t>
            </a:r>
            <a:r>
              <a:rPr spc="-25" dirty="0"/>
              <a:t> </a:t>
            </a:r>
            <a:r>
              <a:rPr dirty="0">
                <a:latin typeface="Symbol"/>
                <a:cs typeface="Symbol"/>
              </a:rPr>
              <a:t></a:t>
            </a:r>
            <a:r>
              <a:rPr spc="-100" dirty="0">
                <a:latin typeface="Times New Roman"/>
                <a:cs typeface="Times New Roman"/>
              </a:rPr>
              <a:t> </a:t>
            </a:r>
            <a:r>
              <a:rPr spc="-25" dirty="0"/>
              <a:t>B|</a:t>
            </a:r>
          </a:p>
        </p:txBody>
      </p:sp>
      <p:sp>
        <p:nvSpPr>
          <p:cNvPr id="3" name="object 3"/>
          <p:cNvSpPr txBox="1"/>
          <p:nvPr/>
        </p:nvSpPr>
        <p:spPr>
          <a:xfrm>
            <a:off x="281940" y="2241321"/>
            <a:ext cx="7673975" cy="1990089"/>
          </a:xfrm>
          <a:prstGeom prst="rect">
            <a:avLst/>
          </a:prstGeom>
        </p:spPr>
        <p:txBody>
          <a:bodyPr vert="horz" wrap="square" lIns="0" tIns="55244" rIns="0" bIns="0" rtlCol="0">
            <a:spAutoFit/>
          </a:bodyPr>
          <a:lstStyle/>
          <a:p>
            <a:pPr marL="38100">
              <a:lnSpc>
                <a:spcPct val="100000"/>
              </a:lnSpc>
              <a:spcBef>
                <a:spcPts val="434"/>
              </a:spcBef>
            </a:pPr>
            <a:r>
              <a:rPr sz="2800" dirty="0">
                <a:latin typeface="Calibri"/>
                <a:cs typeface="Calibri"/>
              </a:rPr>
              <a:t>A={a</a:t>
            </a:r>
            <a:r>
              <a:rPr sz="2775" baseline="-21021" dirty="0">
                <a:latin typeface="Calibri"/>
                <a:cs typeface="Calibri"/>
              </a:rPr>
              <a:t>1</a:t>
            </a:r>
            <a:r>
              <a:rPr sz="2800" dirty="0">
                <a:latin typeface="Calibri"/>
                <a:cs typeface="Calibri"/>
              </a:rPr>
              <a:t>, a</a:t>
            </a:r>
            <a:r>
              <a:rPr sz="2775" baseline="-21021" dirty="0">
                <a:latin typeface="Calibri"/>
                <a:cs typeface="Calibri"/>
              </a:rPr>
              <a:t>2</a:t>
            </a:r>
            <a:r>
              <a:rPr sz="2800" dirty="0">
                <a:latin typeface="Calibri"/>
                <a:cs typeface="Calibri"/>
              </a:rPr>
              <a:t>,</a:t>
            </a:r>
            <a:r>
              <a:rPr sz="2800" spc="-5"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a</a:t>
            </a:r>
            <a:r>
              <a:rPr sz="2775" baseline="-21021" dirty="0">
                <a:latin typeface="Calibri"/>
                <a:cs typeface="Calibri"/>
              </a:rPr>
              <a:t>r</a:t>
            </a:r>
            <a:r>
              <a:rPr sz="2775" spc="300" baseline="-21021" dirty="0">
                <a:latin typeface="Calibri"/>
                <a:cs typeface="Calibri"/>
              </a:rPr>
              <a:t> </a:t>
            </a:r>
            <a:r>
              <a:rPr sz="2800" dirty="0">
                <a:latin typeface="Calibri"/>
                <a:cs typeface="Calibri"/>
              </a:rPr>
              <a:t>,</a:t>
            </a:r>
            <a:r>
              <a:rPr sz="2800" spc="-10" dirty="0">
                <a:latin typeface="Calibri"/>
                <a:cs typeface="Calibri"/>
              </a:rPr>
              <a:t> </a:t>
            </a:r>
            <a:r>
              <a:rPr sz="2800" dirty="0">
                <a:solidFill>
                  <a:srgbClr val="FF0000"/>
                </a:solidFill>
                <a:latin typeface="Calibri"/>
                <a:cs typeface="Calibri"/>
              </a:rPr>
              <a:t>a</a:t>
            </a:r>
            <a:r>
              <a:rPr sz="2775" baseline="-21021" dirty="0">
                <a:solidFill>
                  <a:srgbClr val="FF0000"/>
                </a:solidFill>
                <a:latin typeface="Calibri"/>
                <a:cs typeface="Calibri"/>
              </a:rPr>
              <a:t>r+1</a:t>
            </a:r>
            <a:r>
              <a:rPr sz="2800" dirty="0">
                <a:latin typeface="Calibri"/>
                <a:cs typeface="Calibri"/>
              </a:rPr>
              <a:t>,</a:t>
            </a:r>
            <a:r>
              <a:rPr sz="2800" spc="-5" dirty="0">
                <a:latin typeface="Calibri"/>
                <a:cs typeface="Calibri"/>
              </a:rPr>
              <a:t> </a:t>
            </a:r>
            <a:r>
              <a:rPr sz="2800" dirty="0">
                <a:solidFill>
                  <a:srgbClr val="FF0000"/>
                </a:solidFill>
                <a:latin typeface="Calibri"/>
                <a:cs typeface="Calibri"/>
              </a:rPr>
              <a:t>a</a:t>
            </a:r>
            <a:r>
              <a:rPr sz="2775" baseline="-21021" dirty="0">
                <a:solidFill>
                  <a:srgbClr val="FF0000"/>
                </a:solidFill>
                <a:latin typeface="Calibri"/>
                <a:cs typeface="Calibri"/>
              </a:rPr>
              <a:t>r+2</a:t>
            </a:r>
            <a:r>
              <a:rPr sz="2800" dirty="0">
                <a:latin typeface="Calibri"/>
                <a:cs typeface="Calibri"/>
              </a:rPr>
              <a:t>,</a:t>
            </a:r>
            <a:r>
              <a:rPr sz="2800" spc="-20"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a:t>
            </a:r>
            <a:r>
              <a:rPr sz="2800" dirty="0">
                <a:solidFill>
                  <a:srgbClr val="FF0000"/>
                </a:solidFill>
                <a:latin typeface="Calibri"/>
                <a:cs typeface="Calibri"/>
              </a:rPr>
              <a:t>a</a:t>
            </a:r>
            <a:r>
              <a:rPr sz="2775" baseline="-21021" dirty="0">
                <a:solidFill>
                  <a:srgbClr val="FF0000"/>
                </a:solidFill>
                <a:latin typeface="Calibri"/>
                <a:cs typeface="Calibri"/>
              </a:rPr>
              <a:t>r+k</a:t>
            </a:r>
            <a:r>
              <a:rPr sz="2800" dirty="0">
                <a:latin typeface="Calibri"/>
                <a:cs typeface="Calibri"/>
              </a:rPr>
              <a:t>,</a:t>
            </a:r>
            <a:r>
              <a:rPr sz="2800" spc="-5" dirty="0">
                <a:latin typeface="Calibri"/>
                <a:cs typeface="Calibri"/>
              </a:rPr>
              <a:t> </a:t>
            </a:r>
            <a:r>
              <a:rPr sz="2800" dirty="0">
                <a:latin typeface="Calibri"/>
                <a:cs typeface="Calibri"/>
              </a:rPr>
              <a:t>a</a:t>
            </a:r>
            <a:r>
              <a:rPr sz="2775" baseline="-21021" dirty="0">
                <a:latin typeface="Calibri"/>
                <a:cs typeface="Calibri"/>
              </a:rPr>
              <a:t>r+k+1</a:t>
            </a:r>
            <a:r>
              <a:rPr sz="2800" dirty="0">
                <a:latin typeface="Calibri"/>
                <a:cs typeface="Calibri"/>
              </a:rPr>
              <a:t>,.</a:t>
            </a:r>
            <a:r>
              <a:rPr sz="2800" spc="-30" dirty="0">
                <a:latin typeface="Calibri"/>
                <a:cs typeface="Calibri"/>
              </a:rPr>
              <a:t> </a:t>
            </a:r>
            <a:r>
              <a:rPr sz="2800" dirty="0">
                <a:latin typeface="Calibri"/>
                <a:cs typeface="Calibri"/>
              </a:rPr>
              <a:t>. .,</a:t>
            </a:r>
            <a:r>
              <a:rPr sz="2800" spc="5" dirty="0">
                <a:latin typeface="Calibri"/>
                <a:cs typeface="Calibri"/>
              </a:rPr>
              <a:t> </a:t>
            </a:r>
            <a:r>
              <a:rPr sz="2800" spc="-25" dirty="0">
                <a:latin typeface="Calibri"/>
                <a:cs typeface="Calibri"/>
              </a:rPr>
              <a:t>a</a:t>
            </a:r>
            <a:r>
              <a:rPr sz="2775" spc="-37" baseline="-21021" dirty="0">
                <a:latin typeface="Calibri"/>
                <a:cs typeface="Calibri"/>
              </a:rPr>
              <a:t>n</a:t>
            </a:r>
            <a:r>
              <a:rPr sz="2800" spc="-25" dirty="0">
                <a:latin typeface="Calibri"/>
                <a:cs typeface="Calibri"/>
              </a:rPr>
              <a:t>}</a:t>
            </a:r>
            <a:endParaRPr sz="2800">
              <a:latin typeface="Calibri"/>
              <a:cs typeface="Calibri"/>
            </a:endParaRPr>
          </a:p>
          <a:p>
            <a:pPr marL="38100">
              <a:lnSpc>
                <a:spcPct val="100000"/>
              </a:lnSpc>
              <a:spcBef>
                <a:spcPts val="335"/>
              </a:spcBef>
            </a:pPr>
            <a:r>
              <a:rPr sz="2800" dirty="0">
                <a:latin typeface="Calibri"/>
                <a:cs typeface="Calibri"/>
              </a:rPr>
              <a:t>B={b</a:t>
            </a:r>
            <a:r>
              <a:rPr sz="2775" baseline="-21021" dirty="0">
                <a:latin typeface="Calibri"/>
                <a:cs typeface="Calibri"/>
              </a:rPr>
              <a:t>1</a:t>
            </a:r>
            <a:r>
              <a:rPr sz="2800" dirty="0">
                <a:latin typeface="Calibri"/>
                <a:cs typeface="Calibri"/>
              </a:rPr>
              <a:t>, b</a:t>
            </a:r>
            <a:r>
              <a:rPr sz="2775" baseline="-21021" dirty="0">
                <a:latin typeface="Calibri"/>
                <a:cs typeface="Calibri"/>
              </a:rPr>
              <a:t>2</a:t>
            </a:r>
            <a:r>
              <a:rPr sz="2800" dirty="0">
                <a:latin typeface="Calibri"/>
                <a:cs typeface="Calibri"/>
              </a:rPr>
              <a:t>,</a:t>
            </a:r>
            <a:r>
              <a:rPr sz="2800" spc="-5"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a:t>
            </a:r>
            <a:r>
              <a:rPr sz="2800" spc="-5" dirty="0">
                <a:latin typeface="Calibri"/>
                <a:cs typeface="Calibri"/>
              </a:rPr>
              <a:t> </a:t>
            </a:r>
            <a:r>
              <a:rPr sz="2800" spc="-20" dirty="0">
                <a:latin typeface="Calibri"/>
                <a:cs typeface="Calibri"/>
              </a:rPr>
              <a:t>b</a:t>
            </a:r>
            <a:r>
              <a:rPr sz="2775" spc="-30" baseline="-21021" dirty="0">
                <a:latin typeface="Calibri"/>
                <a:cs typeface="Calibri"/>
              </a:rPr>
              <a:t>r</a:t>
            </a:r>
            <a:r>
              <a:rPr sz="2800" spc="-20" dirty="0">
                <a:latin typeface="Calibri"/>
                <a:cs typeface="Calibri"/>
              </a:rPr>
              <a:t>,</a:t>
            </a:r>
            <a:r>
              <a:rPr sz="2800" spc="-15" dirty="0">
                <a:latin typeface="Calibri"/>
                <a:cs typeface="Calibri"/>
              </a:rPr>
              <a:t> </a:t>
            </a:r>
            <a:r>
              <a:rPr sz="2800" dirty="0">
                <a:solidFill>
                  <a:srgbClr val="FF0000"/>
                </a:solidFill>
                <a:latin typeface="Calibri"/>
                <a:cs typeface="Calibri"/>
              </a:rPr>
              <a:t>a</a:t>
            </a:r>
            <a:r>
              <a:rPr sz="2775" baseline="-21021" dirty="0">
                <a:solidFill>
                  <a:srgbClr val="FF0000"/>
                </a:solidFill>
                <a:latin typeface="Calibri"/>
                <a:cs typeface="Calibri"/>
              </a:rPr>
              <a:t>r+1</a:t>
            </a:r>
            <a:r>
              <a:rPr sz="2800" dirty="0">
                <a:latin typeface="Calibri"/>
                <a:cs typeface="Calibri"/>
              </a:rPr>
              <a:t>,</a:t>
            </a:r>
            <a:r>
              <a:rPr sz="2800" spc="-35" dirty="0">
                <a:latin typeface="Calibri"/>
                <a:cs typeface="Calibri"/>
              </a:rPr>
              <a:t> </a:t>
            </a:r>
            <a:r>
              <a:rPr sz="2800" dirty="0">
                <a:solidFill>
                  <a:srgbClr val="FF0000"/>
                </a:solidFill>
                <a:latin typeface="Calibri"/>
                <a:cs typeface="Calibri"/>
              </a:rPr>
              <a:t>a</a:t>
            </a:r>
            <a:r>
              <a:rPr sz="2775" baseline="-21021" dirty="0">
                <a:solidFill>
                  <a:srgbClr val="FF0000"/>
                </a:solidFill>
                <a:latin typeface="Calibri"/>
                <a:cs typeface="Calibri"/>
              </a:rPr>
              <a:t>r+2</a:t>
            </a:r>
            <a:r>
              <a:rPr sz="2800" dirty="0">
                <a:latin typeface="Calibri"/>
                <a:cs typeface="Calibri"/>
              </a:rPr>
              <a:t>,</a:t>
            </a:r>
            <a:r>
              <a:rPr sz="2800" spc="-35"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a:t>
            </a:r>
            <a:r>
              <a:rPr sz="2800" spc="-30" dirty="0">
                <a:latin typeface="Calibri"/>
                <a:cs typeface="Calibri"/>
              </a:rPr>
              <a:t> </a:t>
            </a:r>
            <a:r>
              <a:rPr sz="2800" dirty="0">
                <a:latin typeface="Calibri"/>
                <a:cs typeface="Calibri"/>
              </a:rPr>
              <a:t>.,</a:t>
            </a:r>
            <a:r>
              <a:rPr sz="2800" dirty="0">
                <a:solidFill>
                  <a:srgbClr val="FF0000"/>
                </a:solidFill>
                <a:latin typeface="Calibri"/>
                <a:cs typeface="Calibri"/>
              </a:rPr>
              <a:t>a</a:t>
            </a:r>
            <a:r>
              <a:rPr sz="2775" baseline="-21021" dirty="0">
                <a:solidFill>
                  <a:srgbClr val="FF0000"/>
                </a:solidFill>
                <a:latin typeface="Calibri"/>
                <a:cs typeface="Calibri"/>
              </a:rPr>
              <a:t>r+k</a:t>
            </a:r>
            <a:r>
              <a:rPr sz="2800" dirty="0">
                <a:latin typeface="Calibri"/>
                <a:cs typeface="Calibri"/>
              </a:rPr>
              <a:t>,</a:t>
            </a:r>
            <a:r>
              <a:rPr sz="2800" spc="-20" dirty="0">
                <a:latin typeface="Calibri"/>
                <a:cs typeface="Calibri"/>
              </a:rPr>
              <a:t> </a:t>
            </a:r>
            <a:r>
              <a:rPr sz="2800" dirty="0">
                <a:latin typeface="Calibri"/>
                <a:cs typeface="Calibri"/>
              </a:rPr>
              <a:t>b</a:t>
            </a:r>
            <a:r>
              <a:rPr sz="2775" baseline="-21021" dirty="0">
                <a:latin typeface="Calibri"/>
                <a:cs typeface="Calibri"/>
              </a:rPr>
              <a:t>r+k+1</a:t>
            </a:r>
            <a:r>
              <a:rPr sz="2800" dirty="0">
                <a:latin typeface="Calibri"/>
                <a:cs typeface="Calibri"/>
              </a:rPr>
              <a:t>,.</a:t>
            </a:r>
            <a:r>
              <a:rPr sz="2800" spc="-25"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a:t>
            </a:r>
            <a:r>
              <a:rPr sz="2800" spc="-10" dirty="0">
                <a:latin typeface="Calibri"/>
                <a:cs typeface="Calibri"/>
              </a:rPr>
              <a:t> </a:t>
            </a:r>
            <a:r>
              <a:rPr sz="2800" spc="-25" dirty="0">
                <a:latin typeface="Calibri"/>
                <a:cs typeface="Calibri"/>
              </a:rPr>
              <a:t>b</a:t>
            </a:r>
            <a:r>
              <a:rPr sz="2775" spc="-37" baseline="-21021" dirty="0">
                <a:latin typeface="Calibri"/>
                <a:cs typeface="Calibri"/>
              </a:rPr>
              <a:t>m</a:t>
            </a:r>
            <a:r>
              <a:rPr sz="2800" spc="-25" dirty="0">
                <a:latin typeface="Calibri"/>
                <a:cs typeface="Calibri"/>
              </a:rPr>
              <a:t>}</a:t>
            </a:r>
            <a:endParaRPr sz="2800">
              <a:latin typeface="Calibri"/>
              <a:cs typeface="Calibri"/>
            </a:endParaRPr>
          </a:p>
          <a:p>
            <a:pPr marL="38100">
              <a:lnSpc>
                <a:spcPct val="100000"/>
              </a:lnSpc>
              <a:spcBef>
                <a:spcPts val="375"/>
              </a:spcBef>
            </a:pPr>
            <a:r>
              <a:rPr sz="2800" dirty="0">
                <a:latin typeface="Calibri"/>
                <a:cs typeface="Calibri"/>
              </a:rPr>
              <a:t>A </a:t>
            </a:r>
            <a:r>
              <a:rPr sz="2800" dirty="0">
                <a:latin typeface="Symbol"/>
                <a:cs typeface="Symbol"/>
              </a:rPr>
              <a:t></a:t>
            </a:r>
            <a:r>
              <a:rPr sz="2800" spc="-75" dirty="0">
                <a:latin typeface="Times New Roman"/>
                <a:cs typeface="Times New Roman"/>
              </a:rPr>
              <a:t> </a:t>
            </a:r>
            <a:r>
              <a:rPr sz="2800" dirty="0">
                <a:latin typeface="Calibri"/>
                <a:cs typeface="Calibri"/>
              </a:rPr>
              <a:t>B</a:t>
            </a:r>
            <a:r>
              <a:rPr sz="2800" spc="-15"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{a</a:t>
            </a:r>
            <a:r>
              <a:rPr sz="2775" baseline="-21021" dirty="0">
                <a:latin typeface="Calibri"/>
                <a:cs typeface="Calibri"/>
              </a:rPr>
              <a:t>1</a:t>
            </a:r>
            <a:r>
              <a:rPr sz="2800" dirty="0">
                <a:latin typeface="Calibri"/>
                <a:cs typeface="Calibri"/>
              </a:rPr>
              <a:t>,</a:t>
            </a:r>
            <a:r>
              <a:rPr sz="2800" spc="-10" dirty="0">
                <a:latin typeface="Calibri"/>
                <a:cs typeface="Calibri"/>
              </a:rPr>
              <a:t> </a:t>
            </a:r>
            <a:r>
              <a:rPr sz="2800" dirty="0">
                <a:latin typeface="Calibri"/>
                <a:cs typeface="Calibri"/>
              </a:rPr>
              <a:t>a</a:t>
            </a:r>
            <a:r>
              <a:rPr sz="2775" baseline="-21021" dirty="0">
                <a:latin typeface="Calibri"/>
                <a:cs typeface="Calibri"/>
              </a:rPr>
              <a:t>2</a:t>
            </a:r>
            <a:r>
              <a:rPr sz="2800" dirty="0">
                <a:latin typeface="Calibri"/>
                <a:cs typeface="Calibri"/>
              </a:rPr>
              <a:t>,</a:t>
            </a:r>
            <a:r>
              <a:rPr sz="2800" spc="-10"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 ., a</a:t>
            </a:r>
            <a:r>
              <a:rPr sz="2775" baseline="-21021" dirty="0">
                <a:latin typeface="Calibri"/>
                <a:cs typeface="Calibri"/>
              </a:rPr>
              <a:t>r</a:t>
            </a:r>
            <a:r>
              <a:rPr sz="2775" spc="284" baseline="-21021" dirty="0">
                <a:latin typeface="Calibri"/>
                <a:cs typeface="Calibri"/>
              </a:rPr>
              <a:t> </a:t>
            </a:r>
            <a:r>
              <a:rPr sz="2800" dirty="0">
                <a:latin typeface="Calibri"/>
                <a:cs typeface="Calibri"/>
              </a:rPr>
              <a:t>,</a:t>
            </a:r>
            <a:r>
              <a:rPr sz="2800" spc="-10" dirty="0">
                <a:latin typeface="Calibri"/>
                <a:cs typeface="Calibri"/>
              </a:rPr>
              <a:t> </a:t>
            </a:r>
            <a:r>
              <a:rPr sz="2800" dirty="0">
                <a:solidFill>
                  <a:srgbClr val="FF0000"/>
                </a:solidFill>
                <a:latin typeface="Calibri"/>
                <a:cs typeface="Calibri"/>
              </a:rPr>
              <a:t>a</a:t>
            </a:r>
            <a:r>
              <a:rPr sz="2775" baseline="-21021" dirty="0">
                <a:solidFill>
                  <a:srgbClr val="FF0000"/>
                </a:solidFill>
                <a:latin typeface="Calibri"/>
                <a:cs typeface="Calibri"/>
              </a:rPr>
              <a:t>r+1</a:t>
            </a:r>
            <a:r>
              <a:rPr sz="2800" dirty="0">
                <a:latin typeface="Calibri"/>
                <a:cs typeface="Calibri"/>
              </a:rPr>
              <a:t>,</a:t>
            </a:r>
            <a:r>
              <a:rPr sz="2800" spc="-20" dirty="0">
                <a:latin typeface="Calibri"/>
                <a:cs typeface="Calibri"/>
              </a:rPr>
              <a:t> </a:t>
            </a:r>
            <a:r>
              <a:rPr sz="2800" dirty="0">
                <a:solidFill>
                  <a:srgbClr val="FF0000"/>
                </a:solidFill>
                <a:latin typeface="Calibri"/>
                <a:cs typeface="Calibri"/>
              </a:rPr>
              <a:t>a</a:t>
            </a:r>
            <a:r>
              <a:rPr sz="2775" baseline="-21021" dirty="0">
                <a:solidFill>
                  <a:srgbClr val="FF0000"/>
                </a:solidFill>
                <a:latin typeface="Calibri"/>
                <a:cs typeface="Calibri"/>
              </a:rPr>
              <a:t>r+2</a:t>
            </a:r>
            <a:r>
              <a:rPr sz="2800" dirty="0">
                <a:latin typeface="Calibri"/>
                <a:cs typeface="Calibri"/>
              </a:rPr>
              <a:t>,</a:t>
            </a:r>
            <a:r>
              <a:rPr sz="2800" spc="-15"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 .,</a:t>
            </a:r>
            <a:r>
              <a:rPr sz="2800" dirty="0">
                <a:solidFill>
                  <a:srgbClr val="FF0000"/>
                </a:solidFill>
                <a:latin typeface="Calibri"/>
                <a:cs typeface="Calibri"/>
              </a:rPr>
              <a:t>a</a:t>
            </a:r>
            <a:r>
              <a:rPr sz="2775" baseline="-21021" dirty="0">
                <a:solidFill>
                  <a:srgbClr val="FF0000"/>
                </a:solidFill>
                <a:latin typeface="Calibri"/>
                <a:cs typeface="Calibri"/>
              </a:rPr>
              <a:t>r+k</a:t>
            </a:r>
            <a:r>
              <a:rPr sz="2800" dirty="0">
                <a:latin typeface="Calibri"/>
                <a:cs typeface="Calibri"/>
              </a:rPr>
              <a:t>,</a:t>
            </a:r>
            <a:r>
              <a:rPr sz="2800" spc="-25" dirty="0">
                <a:latin typeface="Calibri"/>
                <a:cs typeface="Calibri"/>
              </a:rPr>
              <a:t> </a:t>
            </a:r>
            <a:r>
              <a:rPr sz="2800" dirty="0">
                <a:latin typeface="Calibri"/>
                <a:cs typeface="Calibri"/>
              </a:rPr>
              <a:t>a</a:t>
            </a:r>
            <a:r>
              <a:rPr sz="2775" baseline="-21021" dirty="0">
                <a:latin typeface="Calibri"/>
                <a:cs typeface="Calibri"/>
              </a:rPr>
              <a:t>r+k+1</a:t>
            </a:r>
            <a:r>
              <a:rPr sz="2800" dirty="0">
                <a:latin typeface="Calibri"/>
                <a:cs typeface="Calibri"/>
              </a:rPr>
              <a:t>,.</a:t>
            </a:r>
            <a:r>
              <a:rPr sz="2800" spc="-15"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a:t>
            </a:r>
            <a:r>
              <a:rPr sz="2800" spc="5" dirty="0">
                <a:latin typeface="Calibri"/>
                <a:cs typeface="Calibri"/>
              </a:rPr>
              <a:t> </a:t>
            </a:r>
            <a:r>
              <a:rPr sz="2800" spc="-25" dirty="0">
                <a:latin typeface="Calibri"/>
                <a:cs typeface="Calibri"/>
              </a:rPr>
              <a:t>a</a:t>
            </a:r>
            <a:r>
              <a:rPr sz="2775" spc="-37" baseline="-21021" dirty="0">
                <a:latin typeface="Calibri"/>
                <a:cs typeface="Calibri"/>
              </a:rPr>
              <a:t>n</a:t>
            </a:r>
            <a:r>
              <a:rPr sz="2800" spc="-25" dirty="0">
                <a:latin typeface="Calibri"/>
                <a:cs typeface="Calibri"/>
              </a:rPr>
              <a:t>,</a:t>
            </a:r>
            <a:endParaRPr sz="2800">
              <a:latin typeface="Calibri"/>
              <a:cs typeface="Calibri"/>
            </a:endParaRPr>
          </a:p>
          <a:p>
            <a:pPr marL="73025" algn="ctr">
              <a:lnSpc>
                <a:spcPct val="100000"/>
              </a:lnSpc>
              <a:spcBef>
                <a:spcPts val="985"/>
              </a:spcBef>
            </a:pPr>
            <a:r>
              <a:rPr sz="4200" baseline="13888" dirty="0">
                <a:latin typeface="Calibri"/>
                <a:cs typeface="Calibri"/>
              </a:rPr>
              <a:t>b</a:t>
            </a:r>
            <a:r>
              <a:rPr sz="1850" b="1" dirty="0">
                <a:solidFill>
                  <a:srgbClr val="FF0000"/>
                </a:solidFill>
                <a:latin typeface="Calibri"/>
                <a:cs typeface="Calibri"/>
              </a:rPr>
              <a:t>n</a:t>
            </a:r>
            <a:r>
              <a:rPr sz="1850" dirty="0">
                <a:latin typeface="Calibri"/>
                <a:cs typeface="Calibri"/>
              </a:rPr>
              <a:t>+1</a:t>
            </a:r>
            <a:r>
              <a:rPr sz="4200" baseline="13888" dirty="0">
                <a:latin typeface="Calibri"/>
                <a:cs typeface="Calibri"/>
              </a:rPr>
              <a:t>,</a:t>
            </a:r>
            <a:r>
              <a:rPr sz="4200" spc="-37" baseline="13888" dirty="0">
                <a:latin typeface="Calibri"/>
                <a:cs typeface="Calibri"/>
              </a:rPr>
              <a:t> </a:t>
            </a:r>
            <a:r>
              <a:rPr sz="4200" baseline="13888" dirty="0">
                <a:latin typeface="Calibri"/>
                <a:cs typeface="Calibri"/>
              </a:rPr>
              <a:t>b</a:t>
            </a:r>
            <a:r>
              <a:rPr sz="1850" b="1" dirty="0">
                <a:solidFill>
                  <a:srgbClr val="FF0000"/>
                </a:solidFill>
                <a:latin typeface="Calibri"/>
                <a:cs typeface="Calibri"/>
              </a:rPr>
              <a:t>n</a:t>
            </a:r>
            <a:r>
              <a:rPr sz="1850" dirty="0">
                <a:latin typeface="Calibri"/>
                <a:cs typeface="Calibri"/>
              </a:rPr>
              <a:t>+2</a:t>
            </a:r>
            <a:r>
              <a:rPr sz="4200" baseline="13888" dirty="0">
                <a:latin typeface="Calibri"/>
                <a:cs typeface="Calibri"/>
              </a:rPr>
              <a:t>,</a:t>
            </a:r>
            <a:r>
              <a:rPr sz="4200" spc="-37" baseline="13888" dirty="0">
                <a:latin typeface="Calibri"/>
                <a:cs typeface="Calibri"/>
              </a:rPr>
              <a:t> </a:t>
            </a:r>
            <a:r>
              <a:rPr sz="4200" baseline="13888" dirty="0">
                <a:latin typeface="Calibri"/>
                <a:cs typeface="Calibri"/>
              </a:rPr>
              <a:t>.</a:t>
            </a:r>
            <a:r>
              <a:rPr sz="4200" spc="-37" baseline="13888" dirty="0">
                <a:latin typeface="Calibri"/>
                <a:cs typeface="Calibri"/>
              </a:rPr>
              <a:t> </a:t>
            </a:r>
            <a:r>
              <a:rPr sz="4200" baseline="13888" dirty="0">
                <a:latin typeface="Calibri"/>
                <a:cs typeface="Calibri"/>
              </a:rPr>
              <a:t>.</a:t>
            </a:r>
            <a:r>
              <a:rPr sz="4200" spc="-15" baseline="13888" dirty="0">
                <a:latin typeface="Calibri"/>
                <a:cs typeface="Calibri"/>
              </a:rPr>
              <a:t> </a:t>
            </a:r>
            <a:r>
              <a:rPr sz="4200" baseline="13888" dirty="0">
                <a:latin typeface="Calibri"/>
                <a:cs typeface="Calibri"/>
              </a:rPr>
              <a:t>.,</a:t>
            </a:r>
            <a:r>
              <a:rPr sz="4200" spc="-15" baseline="13888" dirty="0">
                <a:latin typeface="Calibri"/>
                <a:cs typeface="Calibri"/>
              </a:rPr>
              <a:t> b</a:t>
            </a:r>
            <a:r>
              <a:rPr sz="1850" b="1" spc="-10" dirty="0">
                <a:solidFill>
                  <a:srgbClr val="FF0000"/>
                </a:solidFill>
                <a:latin typeface="Calibri"/>
                <a:cs typeface="Calibri"/>
              </a:rPr>
              <a:t>n</a:t>
            </a:r>
            <a:r>
              <a:rPr sz="1850" spc="-10" dirty="0">
                <a:latin typeface="Calibri"/>
                <a:cs typeface="Calibri"/>
              </a:rPr>
              <a:t>+r</a:t>
            </a:r>
            <a:r>
              <a:rPr sz="4200" spc="-15" baseline="13888" dirty="0">
                <a:latin typeface="Calibri"/>
                <a:cs typeface="Calibri"/>
              </a:rPr>
              <a:t>,</a:t>
            </a:r>
            <a:r>
              <a:rPr sz="4200" spc="-60" baseline="13888" dirty="0">
                <a:latin typeface="Calibri"/>
                <a:cs typeface="Calibri"/>
              </a:rPr>
              <a:t> </a:t>
            </a:r>
            <a:r>
              <a:rPr sz="4200" baseline="13888" dirty="0">
                <a:latin typeface="Calibri"/>
                <a:cs typeface="Calibri"/>
              </a:rPr>
              <a:t>b</a:t>
            </a:r>
            <a:r>
              <a:rPr sz="1850" b="1" dirty="0">
                <a:solidFill>
                  <a:srgbClr val="FF0000"/>
                </a:solidFill>
                <a:latin typeface="Calibri"/>
                <a:cs typeface="Calibri"/>
              </a:rPr>
              <a:t>n</a:t>
            </a:r>
            <a:r>
              <a:rPr sz="1850" dirty="0">
                <a:latin typeface="Calibri"/>
                <a:cs typeface="Calibri"/>
              </a:rPr>
              <a:t>+r+1</a:t>
            </a:r>
            <a:r>
              <a:rPr sz="4200" baseline="13888" dirty="0">
                <a:latin typeface="Calibri"/>
                <a:cs typeface="Calibri"/>
              </a:rPr>
              <a:t>,.</a:t>
            </a:r>
            <a:r>
              <a:rPr sz="4200" spc="-37" baseline="13888" dirty="0">
                <a:latin typeface="Calibri"/>
                <a:cs typeface="Calibri"/>
              </a:rPr>
              <a:t> </a:t>
            </a:r>
            <a:r>
              <a:rPr sz="4200" baseline="13888" dirty="0">
                <a:latin typeface="Calibri"/>
                <a:cs typeface="Calibri"/>
              </a:rPr>
              <a:t>.</a:t>
            </a:r>
            <a:r>
              <a:rPr sz="4200" spc="-30" baseline="13888" dirty="0">
                <a:latin typeface="Calibri"/>
                <a:cs typeface="Calibri"/>
              </a:rPr>
              <a:t> </a:t>
            </a:r>
            <a:r>
              <a:rPr sz="4200" baseline="13888" dirty="0">
                <a:latin typeface="Calibri"/>
                <a:cs typeface="Calibri"/>
              </a:rPr>
              <a:t>.,</a:t>
            </a:r>
            <a:r>
              <a:rPr sz="4200" spc="-7" baseline="13888" dirty="0">
                <a:latin typeface="Calibri"/>
                <a:cs typeface="Calibri"/>
              </a:rPr>
              <a:t> </a:t>
            </a:r>
            <a:r>
              <a:rPr sz="4200" baseline="13888" dirty="0">
                <a:latin typeface="Calibri"/>
                <a:cs typeface="Calibri"/>
              </a:rPr>
              <a:t>b</a:t>
            </a:r>
            <a:r>
              <a:rPr sz="1850" b="1" dirty="0">
                <a:solidFill>
                  <a:srgbClr val="FF0000"/>
                </a:solidFill>
                <a:latin typeface="Calibri"/>
                <a:cs typeface="Calibri"/>
              </a:rPr>
              <a:t>n-</a:t>
            </a:r>
            <a:r>
              <a:rPr sz="1850" b="1" spc="-20" dirty="0">
                <a:solidFill>
                  <a:srgbClr val="FF0000"/>
                </a:solidFill>
                <a:latin typeface="Calibri"/>
                <a:cs typeface="Calibri"/>
              </a:rPr>
              <a:t>k</a:t>
            </a:r>
            <a:r>
              <a:rPr sz="1850" spc="-20" dirty="0">
                <a:latin typeface="Calibri"/>
                <a:cs typeface="Calibri"/>
              </a:rPr>
              <a:t>+m</a:t>
            </a:r>
            <a:r>
              <a:rPr sz="4200" spc="-30" baseline="13888" dirty="0">
                <a:latin typeface="Calibri"/>
                <a:cs typeface="Calibri"/>
              </a:rPr>
              <a:t>}</a:t>
            </a:r>
            <a:endParaRPr sz="4200" baseline="13888">
              <a:latin typeface="Calibri"/>
              <a:cs typeface="Calibri"/>
            </a:endParaRPr>
          </a:p>
        </p:txBody>
      </p:sp>
      <p:sp>
        <p:nvSpPr>
          <p:cNvPr id="4" name="object 4"/>
          <p:cNvSpPr txBox="1"/>
          <p:nvPr/>
        </p:nvSpPr>
        <p:spPr>
          <a:xfrm>
            <a:off x="307340" y="5711139"/>
            <a:ext cx="1570355" cy="513715"/>
          </a:xfrm>
          <a:prstGeom prst="rect">
            <a:avLst/>
          </a:prstGeom>
        </p:spPr>
        <p:txBody>
          <a:bodyPr vert="horz" wrap="square" lIns="0" tIns="12700" rIns="0" bIns="0" rtlCol="0">
            <a:spAutoFit/>
          </a:bodyPr>
          <a:lstStyle/>
          <a:p>
            <a:pPr marL="12700">
              <a:lnSpc>
                <a:spcPct val="100000"/>
              </a:lnSpc>
              <a:spcBef>
                <a:spcPts val="100"/>
              </a:spcBef>
              <a:tabLst>
                <a:tab pos="601345" algn="l"/>
              </a:tabLst>
            </a:pPr>
            <a:r>
              <a:rPr sz="3200" spc="-25" dirty="0">
                <a:latin typeface="Calibri"/>
                <a:cs typeface="Calibri"/>
              </a:rPr>
              <a:t>=&gt;</a:t>
            </a:r>
            <a:r>
              <a:rPr sz="3200" dirty="0">
                <a:latin typeface="Calibri"/>
                <a:cs typeface="Calibri"/>
              </a:rPr>
              <a:t>	A</a:t>
            </a:r>
            <a:r>
              <a:rPr sz="3200" spc="-10" dirty="0">
                <a:latin typeface="Calibri"/>
                <a:cs typeface="Calibri"/>
              </a:rPr>
              <a:t> </a:t>
            </a:r>
            <a:r>
              <a:rPr sz="3200" dirty="0">
                <a:latin typeface="Symbol"/>
                <a:cs typeface="Symbol"/>
              </a:rPr>
              <a:t></a:t>
            </a:r>
            <a:r>
              <a:rPr sz="3200" spc="-80" dirty="0">
                <a:latin typeface="Times New Roman"/>
                <a:cs typeface="Times New Roman"/>
              </a:rPr>
              <a:t> </a:t>
            </a:r>
            <a:r>
              <a:rPr sz="3200" spc="-50" dirty="0">
                <a:latin typeface="Calibri"/>
                <a:cs typeface="Calibri"/>
              </a:rPr>
              <a:t>B</a:t>
            </a:r>
            <a:endParaRPr sz="3200">
              <a:latin typeface="Calibri"/>
              <a:cs typeface="Calibri"/>
            </a:endParaRPr>
          </a:p>
        </p:txBody>
      </p:sp>
      <p:sp>
        <p:nvSpPr>
          <p:cNvPr id="5" name="object 5"/>
          <p:cNvSpPr txBox="1"/>
          <p:nvPr/>
        </p:nvSpPr>
        <p:spPr>
          <a:xfrm>
            <a:off x="3415938" y="5711139"/>
            <a:ext cx="4787265" cy="513715"/>
          </a:xfrm>
          <a:prstGeom prst="rect">
            <a:avLst/>
          </a:prstGeom>
        </p:spPr>
        <p:txBody>
          <a:bodyPr vert="horz" wrap="square" lIns="0" tIns="12700" rIns="0" bIns="0" rtlCol="0">
            <a:spAutoFit/>
          </a:bodyPr>
          <a:lstStyle/>
          <a:p>
            <a:pPr marL="12700">
              <a:lnSpc>
                <a:spcPct val="100000"/>
              </a:lnSpc>
              <a:spcBef>
                <a:spcPts val="100"/>
              </a:spcBef>
            </a:pPr>
            <a:r>
              <a:rPr sz="3200" dirty="0">
                <a:latin typeface="Calibri"/>
                <a:cs typeface="Calibri"/>
              </a:rPr>
              <a:t>{1,</a:t>
            </a:r>
            <a:r>
              <a:rPr sz="3200" spc="-35" dirty="0">
                <a:latin typeface="Calibri"/>
                <a:cs typeface="Calibri"/>
              </a:rPr>
              <a:t> </a:t>
            </a:r>
            <a:r>
              <a:rPr sz="3200" dirty="0">
                <a:latin typeface="Calibri"/>
                <a:cs typeface="Calibri"/>
              </a:rPr>
              <a:t>2,</a:t>
            </a:r>
            <a:r>
              <a:rPr sz="3200" spc="-30" dirty="0">
                <a:latin typeface="Calibri"/>
                <a:cs typeface="Calibri"/>
              </a:rPr>
              <a:t> </a:t>
            </a:r>
            <a:r>
              <a:rPr sz="3200" dirty="0">
                <a:latin typeface="Calibri"/>
                <a:cs typeface="Calibri"/>
              </a:rPr>
              <a:t>.</a:t>
            </a:r>
            <a:r>
              <a:rPr sz="3200" spc="-35"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a:t>
            </a:r>
            <a:r>
              <a:rPr sz="3200" spc="-30" dirty="0">
                <a:latin typeface="Calibri"/>
                <a:cs typeface="Calibri"/>
              </a:rPr>
              <a:t> </a:t>
            </a:r>
            <a:r>
              <a:rPr sz="3200" spc="-10" dirty="0">
                <a:latin typeface="Calibri"/>
                <a:cs typeface="Calibri"/>
              </a:rPr>
              <a:t>n-</a:t>
            </a:r>
            <a:r>
              <a:rPr sz="3200" dirty="0">
                <a:latin typeface="Calibri"/>
                <a:cs typeface="Calibri"/>
              </a:rPr>
              <a:t>k+m}</a:t>
            </a:r>
            <a:r>
              <a:rPr sz="3200" spc="-40" dirty="0">
                <a:latin typeface="Calibri"/>
                <a:cs typeface="Calibri"/>
              </a:rPr>
              <a:t> </a:t>
            </a:r>
            <a:r>
              <a:rPr sz="3200" dirty="0">
                <a:latin typeface="Calibri"/>
                <a:cs typeface="Calibri"/>
              </a:rPr>
              <a:t>là</a:t>
            </a:r>
            <a:r>
              <a:rPr sz="3200" spc="-30" dirty="0">
                <a:latin typeface="Calibri"/>
                <a:cs typeface="Calibri"/>
              </a:rPr>
              <a:t> </a:t>
            </a:r>
            <a:r>
              <a:rPr sz="3200" dirty="0">
                <a:latin typeface="Calibri"/>
                <a:cs typeface="Calibri"/>
              </a:rPr>
              <a:t>song</a:t>
            </a:r>
            <a:r>
              <a:rPr sz="3200" spc="-20" dirty="0">
                <a:latin typeface="Calibri"/>
                <a:cs typeface="Calibri"/>
              </a:rPr>
              <a:t> </a:t>
            </a:r>
            <a:r>
              <a:rPr sz="3200" spc="-25" dirty="0">
                <a:latin typeface="Calibri"/>
                <a:cs typeface="Calibri"/>
              </a:rPr>
              <a:t>ánh</a:t>
            </a:r>
            <a:endParaRPr sz="3200">
              <a:latin typeface="Calibri"/>
              <a:cs typeface="Calibri"/>
            </a:endParaRPr>
          </a:p>
        </p:txBody>
      </p:sp>
      <p:pic>
        <p:nvPicPr>
          <p:cNvPr id="6" name="object 6"/>
          <p:cNvPicPr/>
          <p:nvPr/>
        </p:nvPicPr>
        <p:blipFill>
          <a:blip r:embed="rId2" cstate="print"/>
          <a:stretch>
            <a:fillRect/>
          </a:stretch>
        </p:blipFill>
        <p:spPr>
          <a:xfrm>
            <a:off x="3524250" y="1419279"/>
            <a:ext cx="1866900" cy="638455"/>
          </a:xfrm>
          <a:prstGeom prst="rect">
            <a:avLst/>
          </a:prstGeom>
        </p:spPr>
      </p:pic>
      <p:sp>
        <p:nvSpPr>
          <p:cNvPr id="7" name="object 7"/>
          <p:cNvSpPr/>
          <p:nvPr/>
        </p:nvSpPr>
        <p:spPr>
          <a:xfrm>
            <a:off x="2209800" y="5981700"/>
            <a:ext cx="990600" cy="76200"/>
          </a:xfrm>
          <a:custGeom>
            <a:avLst/>
            <a:gdLst/>
            <a:ahLst/>
            <a:cxnLst/>
            <a:rect l="l" t="t" r="r" b="b"/>
            <a:pathLst>
              <a:path w="990600" h="76200">
                <a:moveTo>
                  <a:pt x="914400" y="0"/>
                </a:moveTo>
                <a:lnTo>
                  <a:pt x="914400" y="76200"/>
                </a:lnTo>
                <a:lnTo>
                  <a:pt x="977900" y="44450"/>
                </a:lnTo>
                <a:lnTo>
                  <a:pt x="927100" y="44450"/>
                </a:lnTo>
                <a:lnTo>
                  <a:pt x="927100" y="31750"/>
                </a:lnTo>
                <a:lnTo>
                  <a:pt x="977900" y="31750"/>
                </a:lnTo>
                <a:lnTo>
                  <a:pt x="914400" y="0"/>
                </a:lnTo>
                <a:close/>
              </a:path>
              <a:path w="990600" h="76200">
                <a:moveTo>
                  <a:pt x="914400" y="31750"/>
                </a:moveTo>
                <a:lnTo>
                  <a:pt x="0" y="31750"/>
                </a:lnTo>
                <a:lnTo>
                  <a:pt x="0" y="44450"/>
                </a:lnTo>
                <a:lnTo>
                  <a:pt x="914400" y="44450"/>
                </a:lnTo>
                <a:lnTo>
                  <a:pt x="914400" y="31750"/>
                </a:lnTo>
                <a:close/>
              </a:path>
              <a:path w="990600" h="76200">
                <a:moveTo>
                  <a:pt x="977900" y="31750"/>
                </a:moveTo>
                <a:lnTo>
                  <a:pt x="927100" y="31750"/>
                </a:lnTo>
                <a:lnTo>
                  <a:pt x="927100" y="44450"/>
                </a:lnTo>
                <a:lnTo>
                  <a:pt x="977900" y="44450"/>
                </a:lnTo>
                <a:lnTo>
                  <a:pt x="990600" y="38100"/>
                </a:lnTo>
                <a:lnTo>
                  <a:pt x="977900" y="31750"/>
                </a:lnTo>
                <a:close/>
              </a:path>
            </a:pathLst>
          </a:custGeom>
          <a:solidFill>
            <a:srgbClr val="000000"/>
          </a:solidFill>
        </p:spPr>
        <p:txBody>
          <a:bodyPr wrap="square" lIns="0" tIns="0" rIns="0" bIns="0" rtlCol="0"/>
          <a:lstStyle/>
          <a:p>
            <a:endParaRPr/>
          </a:p>
        </p:txBody>
      </p:sp>
      <p:grpSp>
        <p:nvGrpSpPr>
          <p:cNvPr id="8" name="object 8"/>
          <p:cNvGrpSpPr/>
          <p:nvPr/>
        </p:nvGrpSpPr>
        <p:grpSpPr>
          <a:xfrm>
            <a:off x="590550" y="4203572"/>
            <a:ext cx="2763520" cy="1561465"/>
            <a:chOff x="590550" y="4203572"/>
            <a:chExt cx="2763520" cy="1561465"/>
          </a:xfrm>
        </p:grpSpPr>
        <p:sp>
          <p:nvSpPr>
            <p:cNvPr id="9" name="object 9"/>
            <p:cNvSpPr/>
            <p:nvPr/>
          </p:nvSpPr>
          <p:spPr>
            <a:xfrm>
              <a:off x="590550" y="4674869"/>
              <a:ext cx="2763520" cy="1089660"/>
            </a:xfrm>
            <a:custGeom>
              <a:avLst/>
              <a:gdLst/>
              <a:ahLst/>
              <a:cxnLst/>
              <a:rect l="l" t="t" r="r" b="b"/>
              <a:pathLst>
                <a:path w="2763520" h="1089660">
                  <a:moveTo>
                    <a:pt x="2763012" y="0"/>
                  </a:moveTo>
                  <a:lnTo>
                    <a:pt x="0" y="0"/>
                  </a:lnTo>
                  <a:lnTo>
                    <a:pt x="0" y="1089659"/>
                  </a:lnTo>
                  <a:lnTo>
                    <a:pt x="2763012" y="1089659"/>
                  </a:lnTo>
                  <a:lnTo>
                    <a:pt x="2763012" y="0"/>
                  </a:lnTo>
                  <a:close/>
                </a:path>
              </a:pathLst>
            </a:custGeom>
            <a:solidFill>
              <a:srgbClr val="FFFFFF"/>
            </a:solidFill>
          </p:spPr>
          <p:txBody>
            <a:bodyPr wrap="square" lIns="0" tIns="0" rIns="0" bIns="0" rtlCol="0"/>
            <a:lstStyle/>
            <a:p>
              <a:endParaRPr/>
            </a:p>
          </p:txBody>
        </p:sp>
        <p:sp>
          <p:nvSpPr>
            <p:cNvPr id="10" name="object 10"/>
            <p:cNvSpPr/>
            <p:nvPr/>
          </p:nvSpPr>
          <p:spPr>
            <a:xfrm>
              <a:off x="1907286" y="4203572"/>
              <a:ext cx="78105" cy="452120"/>
            </a:xfrm>
            <a:custGeom>
              <a:avLst/>
              <a:gdLst/>
              <a:ahLst/>
              <a:cxnLst/>
              <a:rect l="l" t="t" r="r" b="b"/>
              <a:pathLst>
                <a:path w="78105" h="452120">
                  <a:moveTo>
                    <a:pt x="25877" y="77639"/>
                  </a:moveTo>
                  <a:lnTo>
                    <a:pt x="21336" y="451484"/>
                  </a:lnTo>
                  <a:lnTo>
                    <a:pt x="47243" y="451865"/>
                  </a:lnTo>
                  <a:lnTo>
                    <a:pt x="51781" y="78231"/>
                  </a:lnTo>
                  <a:lnTo>
                    <a:pt x="51784" y="77936"/>
                  </a:lnTo>
                  <a:lnTo>
                    <a:pt x="25877" y="77639"/>
                  </a:lnTo>
                  <a:close/>
                </a:path>
                <a:path w="78105" h="452120">
                  <a:moveTo>
                    <a:pt x="71023" y="64643"/>
                  </a:moveTo>
                  <a:lnTo>
                    <a:pt x="26034" y="64643"/>
                  </a:lnTo>
                  <a:lnTo>
                    <a:pt x="51943" y="64896"/>
                  </a:lnTo>
                  <a:lnTo>
                    <a:pt x="51791" y="77343"/>
                  </a:lnTo>
                  <a:lnTo>
                    <a:pt x="51784" y="77936"/>
                  </a:lnTo>
                  <a:lnTo>
                    <a:pt x="77596" y="78231"/>
                  </a:lnTo>
                  <a:lnTo>
                    <a:pt x="71145" y="64896"/>
                  </a:lnTo>
                  <a:lnTo>
                    <a:pt x="71023" y="64643"/>
                  </a:lnTo>
                  <a:close/>
                </a:path>
                <a:path w="78105" h="452120">
                  <a:moveTo>
                    <a:pt x="26034" y="64643"/>
                  </a:moveTo>
                  <a:lnTo>
                    <a:pt x="25880" y="77343"/>
                  </a:lnTo>
                  <a:lnTo>
                    <a:pt x="25877" y="77639"/>
                  </a:lnTo>
                  <a:lnTo>
                    <a:pt x="51784" y="77936"/>
                  </a:lnTo>
                  <a:lnTo>
                    <a:pt x="51943" y="64896"/>
                  </a:lnTo>
                  <a:lnTo>
                    <a:pt x="26034" y="64643"/>
                  </a:lnTo>
                  <a:close/>
                </a:path>
                <a:path w="78105" h="452120">
                  <a:moveTo>
                    <a:pt x="39750" y="0"/>
                  </a:moveTo>
                  <a:lnTo>
                    <a:pt x="0" y="77343"/>
                  </a:lnTo>
                  <a:lnTo>
                    <a:pt x="25877" y="77639"/>
                  </a:lnTo>
                  <a:lnTo>
                    <a:pt x="26031" y="64896"/>
                  </a:lnTo>
                  <a:lnTo>
                    <a:pt x="26034" y="64643"/>
                  </a:lnTo>
                  <a:lnTo>
                    <a:pt x="71023" y="64643"/>
                  </a:lnTo>
                  <a:lnTo>
                    <a:pt x="39750" y="0"/>
                  </a:lnTo>
                  <a:close/>
                </a:path>
              </a:pathLst>
            </a:custGeom>
            <a:solidFill>
              <a:srgbClr val="385D89"/>
            </a:solidFill>
          </p:spPr>
          <p:txBody>
            <a:bodyPr wrap="square" lIns="0" tIns="0" rIns="0" bIns="0" rtlCol="0"/>
            <a:lstStyle/>
            <a:p>
              <a:endParaRPr/>
            </a:p>
          </p:txBody>
        </p:sp>
      </p:grpSp>
      <p:sp>
        <p:nvSpPr>
          <p:cNvPr id="11" name="object 11"/>
          <p:cNvSpPr txBox="1"/>
          <p:nvPr/>
        </p:nvSpPr>
        <p:spPr>
          <a:xfrm>
            <a:off x="590550" y="4674870"/>
            <a:ext cx="2763520" cy="1089660"/>
          </a:xfrm>
          <a:prstGeom prst="rect">
            <a:avLst/>
          </a:prstGeom>
          <a:ln w="25907">
            <a:solidFill>
              <a:srgbClr val="385D89"/>
            </a:solidFill>
          </a:ln>
        </p:spPr>
        <p:txBody>
          <a:bodyPr vert="horz" wrap="square" lIns="0" tIns="95885" rIns="0" bIns="0" rtlCol="0">
            <a:spAutoFit/>
          </a:bodyPr>
          <a:lstStyle/>
          <a:p>
            <a:pPr marL="90170" marR="279400">
              <a:lnSpc>
                <a:spcPct val="100000"/>
              </a:lnSpc>
              <a:spcBef>
                <a:spcPts val="755"/>
              </a:spcBef>
            </a:pPr>
            <a:r>
              <a:rPr sz="2800" dirty="0">
                <a:latin typeface="Calibri"/>
                <a:cs typeface="Calibri"/>
              </a:rPr>
              <a:t>b</a:t>
            </a:r>
            <a:r>
              <a:rPr sz="2775" baseline="-21021" dirty="0">
                <a:latin typeface="Calibri"/>
                <a:cs typeface="Calibri"/>
              </a:rPr>
              <a:t>1</a:t>
            </a:r>
            <a:r>
              <a:rPr sz="2775" spc="262" baseline="-21021" dirty="0">
                <a:latin typeface="Calibri"/>
                <a:cs typeface="Calibri"/>
              </a:rPr>
              <a:t> </a:t>
            </a:r>
            <a:r>
              <a:rPr sz="2800" dirty="0">
                <a:latin typeface="Calibri"/>
                <a:cs typeface="Calibri"/>
              </a:rPr>
              <a:t>được</a:t>
            </a:r>
            <a:r>
              <a:rPr sz="2800" spc="-25" dirty="0">
                <a:latin typeface="Calibri"/>
                <a:cs typeface="Calibri"/>
              </a:rPr>
              <a:t> </a:t>
            </a:r>
            <a:r>
              <a:rPr sz="2800" dirty="0">
                <a:latin typeface="Calibri"/>
                <a:cs typeface="Calibri"/>
              </a:rPr>
              <a:t>đánh</a:t>
            </a:r>
            <a:r>
              <a:rPr sz="2800" spc="-30" dirty="0">
                <a:latin typeface="Calibri"/>
                <a:cs typeface="Calibri"/>
              </a:rPr>
              <a:t> </a:t>
            </a:r>
            <a:r>
              <a:rPr sz="2800" spc="-25" dirty="0">
                <a:latin typeface="Calibri"/>
                <a:cs typeface="Calibri"/>
              </a:rPr>
              <a:t>số </a:t>
            </a:r>
            <a:r>
              <a:rPr sz="2800" dirty="0">
                <a:latin typeface="Calibri"/>
                <a:cs typeface="Calibri"/>
              </a:rPr>
              <a:t>lại</a:t>
            </a:r>
            <a:r>
              <a:rPr sz="2800" spc="-45" dirty="0">
                <a:latin typeface="Calibri"/>
                <a:cs typeface="Calibri"/>
              </a:rPr>
              <a:t> </a:t>
            </a:r>
            <a:r>
              <a:rPr sz="2800" dirty="0">
                <a:latin typeface="Calibri"/>
                <a:cs typeface="Calibri"/>
              </a:rPr>
              <a:t>thành</a:t>
            </a:r>
            <a:r>
              <a:rPr sz="2800" spc="-20" dirty="0">
                <a:latin typeface="Calibri"/>
                <a:cs typeface="Calibri"/>
              </a:rPr>
              <a:t> b</a:t>
            </a:r>
            <a:r>
              <a:rPr sz="2775" spc="-30" baseline="-21021" dirty="0">
                <a:solidFill>
                  <a:srgbClr val="FF0000"/>
                </a:solidFill>
                <a:latin typeface="Calibri"/>
                <a:cs typeface="Calibri"/>
              </a:rPr>
              <a:t>n</a:t>
            </a:r>
            <a:r>
              <a:rPr sz="2775" spc="-30" baseline="-21021" dirty="0">
                <a:latin typeface="Calibri"/>
                <a:cs typeface="Calibri"/>
              </a:rPr>
              <a:t>+1</a:t>
            </a:r>
            <a:endParaRPr sz="2775" baseline="-21021">
              <a:latin typeface="Calibri"/>
              <a:cs typeface="Calibri"/>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34340" y="215239"/>
            <a:ext cx="7949565" cy="2272665"/>
          </a:xfrm>
          <a:prstGeom prst="rect">
            <a:avLst/>
          </a:prstGeom>
        </p:spPr>
        <p:txBody>
          <a:bodyPr vert="horz" wrap="square" lIns="0" tIns="109855" rIns="0" bIns="0" rtlCol="0">
            <a:spAutoFit/>
          </a:bodyPr>
          <a:lstStyle/>
          <a:p>
            <a:pPr marL="38100">
              <a:lnSpc>
                <a:spcPct val="100000"/>
              </a:lnSpc>
              <a:spcBef>
                <a:spcPts val="865"/>
              </a:spcBef>
            </a:pPr>
            <a:r>
              <a:rPr sz="3200" b="1" dirty="0">
                <a:latin typeface="Calibri"/>
                <a:cs typeface="Calibri"/>
              </a:rPr>
              <a:t>2.3.2</a:t>
            </a:r>
            <a:r>
              <a:rPr sz="3200" b="1" spc="-30" dirty="0">
                <a:latin typeface="Calibri"/>
                <a:cs typeface="Calibri"/>
              </a:rPr>
              <a:t> </a:t>
            </a:r>
            <a:r>
              <a:rPr sz="3200" b="1" dirty="0">
                <a:latin typeface="Calibri"/>
                <a:cs typeface="Calibri"/>
              </a:rPr>
              <a:t>Nguyên</a:t>
            </a:r>
            <a:r>
              <a:rPr sz="3200" b="1" spc="-30" dirty="0">
                <a:latin typeface="Calibri"/>
                <a:cs typeface="Calibri"/>
              </a:rPr>
              <a:t> </a:t>
            </a:r>
            <a:r>
              <a:rPr sz="3200" b="1" dirty="0">
                <a:latin typeface="Calibri"/>
                <a:cs typeface="Calibri"/>
              </a:rPr>
              <a:t>lý</a:t>
            </a:r>
            <a:r>
              <a:rPr sz="3200" b="1" spc="-20" dirty="0">
                <a:latin typeface="Calibri"/>
                <a:cs typeface="Calibri"/>
              </a:rPr>
              <a:t> </a:t>
            </a:r>
            <a:r>
              <a:rPr sz="3200" b="1" dirty="0">
                <a:latin typeface="Calibri"/>
                <a:cs typeface="Calibri"/>
              </a:rPr>
              <a:t>cộng</a:t>
            </a:r>
            <a:r>
              <a:rPr sz="3200" b="1" spc="-40" dirty="0">
                <a:latin typeface="Calibri"/>
                <a:cs typeface="Calibri"/>
              </a:rPr>
              <a:t> </a:t>
            </a:r>
            <a:r>
              <a:rPr sz="3200" b="1" dirty="0">
                <a:latin typeface="Calibri"/>
                <a:cs typeface="Calibri"/>
              </a:rPr>
              <a:t>mở</a:t>
            </a:r>
            <a:r>
              <a:rPr sz="3200" b="1" spc="-15" dirty="0">
                <a:latin typeface="Calibri"/>
                <a:cs typeface="Calibri"/>
              </a:rPr>
              <a:t> </a:t>
            </a:r>
            <a:r>
              <a:rPr sz="3200" b="1" spc="-10" dirty="0">
                <a:latin typeface="Calibri"/>
                <a:cs typeface="Calibri"/>
              </a:rPr>
              <a:t>rộng:</a:t>
            </a:r>
            <a:endParaRPr sz="3200">
              <a:latin typeface="Calibri"/>
              <a:cs typeface="Calibri"/>
            </a:endParaRPr>
          </a:p>
          <a:p>
            <a:pPr marL="38100" marR="200025">
              <a:lnSpc>
                <a:spcPct val="100600"/>
              </a:lnSpc>
              <a:spcBef>
                <a:spcPts val="745"/>
              </a:spcBef>
            </a:pPr>
            <a:r>
              <a:rPr sz="3200" dirty="0">
                <a:latin typeface="Calibri"/>
                <a:cs typeface="Calibri"/>
              </a:rPr>
              <a:t>Cho</a:t>
            </a:r>
            <a:r>
              <a:rPr sz="3200" spc="-45" dirty="0">
                <a:latin typeface="Calibri"/>
                <a:cs typeface="Calibri"/>
              </a:rPr>
              <a:t> </a:t>
            </a:r>
            <a:r>
              <a:rPr sz="3200" dirty="0">
                <a:latin typeface="Calibri"/>
                <a:cs typeface="Calibri"/>
              </a:rPr>
              <a:t>A</a:t>
            </a:r>
            <a:r>
              <a:rPr sz="3150" baseline="-21164" dirty="0">
                <a:latin typeface="Calibri"/>
                <a:cs typeface="Calibri"/>
              </a:rPr>
              <a:t>i</a:t>
            </a:r>
            <a:r>
              <a:rPr sz="3150" spc="330" baseline="-21164" dirty="0">
                <a:latin typeface="Calibri"/>
                <a:cs typeface="Calibri"/>
              </a:rPr>
              <a:t> </a:t>
            </a:r>
            <a:r>
              <a:rPr sz="3200" dirty="0">
                <a:latin typeface="Calibri"/>
                <a:cs typeface="Calibri"/>
              </a:rPr>
              <a:t>,i=1,</a:t>
            </a:r>
            <a:r>
              <a:rPr sz="3200" spc="-35" dirty="0">
                <a:latin typeface="Calibri"/>
                <a:cs typeface="Calibri"/>
              </a:rPr>
              <a:t> </a:t>
            </a:r>
            <a:r>
              <a:rPr sz="3200" dirty="0">
                <a:latin typeface="Calibri"/>
                <a:cs typeface="Calibri"/>
              </a:rPr>
              <a:t>.</a:t>
            </a:r>
            <a:r>
              <a:rPr sz="3200" spc="-40" dirty="0">
                <a:latin typeface="Calibri"/>
                <a:cs typeface="Calibri"/>
              </a:rPr>
              <a:t> </a:t>
            </a:r>
            <a:r>
              <a:rPr sz="3200" dirty="0">
                <a:latin typeface="Calibri"/>
                <a:cs typeface="Calibri"/>
              </a:rPr>
              <a:t>.,</a:t>
            </a:r>
            <a:r>
              <a:rPr sz="3200" spc="-35" dirty="0">
                <a:latin typeface="Calibri"/>
                <a:cs typeface="Calibri"/>
              </a:rPr>
              <a:t> </a:t>
            </a:r>
            <a:r>
              <a:rPr sz="3200" dirty="0">
                <a:latin typeface="Calibri"/>
                <a:cs typeface="Calibri"/>
              </a:rPr>
              <a:t>n</a:t>
            </a:r>
            <a:r>
              <a:rPr sz="3200" spc="-25" dirty="0">
                <a:latin typeface="Calibri"/>
                <a:cs typeface="Calibri"/>
              </a:rPr>
              <a:t> </a:t>
            </a:r>
            <a:r>
              <a:rPr sz="3200" dirty="0">
                <a:latin typeface="Calibri"/>
                <a:cs typeface="Calibri"/>
              </a:rPr>
              <a:t>là</a:t>
            </a:r>
            <a:r>
              <a:rPr sz="3200" spc="-35" dirty="0">
                <a:latin typeface="Calibri"/>
                <a:cs typeface="Calibri"/>
              </a:rPr>
              <a:t> </a:t>
            </a:r>
            <a:r>
              <a:rPr sz="3200" dirty="0">
                <a:latin typeface="Calibri"/>
                <a:cs typeface="Calibri"/>
              </a:rPr>
              <a:t>các</a:t>
            </a:r>
            <a:r>
              <a:rPr sz="3200" spc="-50" dirty="0">
                <a:latin typeface="Calibri"/>
                <a:cs typeface="Calibri"/>
              </a:rPr>
              <a:t> </a:t>
            </a:r>
            <a:r>
              <a:rPr sz="3200" dirty="0">
                <a:latin typeface="Calibri"/>
                <a:cs typeface="Calibri"/>
              </a:rPr>
              <a:t>tập</a:t>
            </a:r>
            <a:r>
              <a:rPr sz="3200" spc="-40" dirty="0">
                <a:latin typeface="Calibri"/>
                <a:cs typeface="Calibri"/>
              </a:rPr>
              <a:t> </a:t>
            </a:r>
            <a:r>
              <a:rPr sz="3200" dirty="0">
                <a:latin typeface="Calibri"/>
                <a:cs typeface="Calibri"/>
              </a:rPr>
              <a:t>hữu</a:t>
            </a:r>
            <a:r>
              <a:rPr sz="3200" spc="-35" dirty="0">
                <a:latin typeface="Calibri"/>
                <a:cs typeface="Calibri"/>
              </a:rPr>
              <a:t> </a:t>
            </a:r>
            <a:r>
              <a:rPr sz="3200" dirty="0">
                <a:latin typeface="Calibri"/>
                <a:cs typeface="Calibri"/>
              </a:rPr>
              <a:t>hạn</a:t>
            </a:r>
            <a:r>
              <a:rPr sz="3200" spc="-25" dirty="0">
                <a:latin typeface="Calibri"/>
                <a:cs typeface="Calibri"/>
              </a:rPr>
              <a:t> </a:t>
            </a:r>
            <a:r>
              <a:rPr sz="3200" dirty="0">
                <a:latin typeface="Calibri"/>
                <a:cs typeface="Calibri"/>
              </a:rPr>
              <a:t>đôi</a:t>
            </a:r>
            <a:r>
              <a:rPr sz="3200" spc="-35" dirty="0">
                <a:latin typeface="Calibri"/>
                <a:cs typeface="Calibri"/>
              </a:rPr>
              <a:t> </a:t>
            </a:r>
            <a:r>
              <a:rPr sz="3200" dirty="0">
                <a:latin typeface="Calibri"/>
                <a:cs typeface="Calibri"/>
              </a:rPr>
              <a:t>một</a:t>
            </a:r>
            <a:r>
              <a:rPr sz="3200" spc="-35" dirty="0">
                <a:latin typeface="Calibri"/>
                <a:cs typeface="Calibri"/>
              </a:rPr>
              <a:t> </a:t>
            </a:r>
            <a:r>
              <a:rPr sz="3200" spc="-25" dirty="0">
                <a:latin typeface="Calibri"/>
                <a:cs typeface="Calibri"/>
              </a:rPr>
              <a:t>rời </a:t>
            </a:r>
            <a:r>
              <a:rPr sz="3200" dirty="0">
                <a:latin typeface="Calibri"/>
                <a:cs typeface="Calibri"/>
              </a:rPr>
              <a:t>nhau</a:t>
            </a:r>
            <a:r>
              <a:rPr sz="3200" spc="-15" dirty="0">
                <a:latin typeface="Calibri"/>
                <a:cs typeface="Calibri"/>
              </a:rPr>
              <a:t> </a:t>
            </a:r>
            <a:r>
              <a:rPr sz="3200" dirty="0">
                <a:latin typeface="Calibri"/>
                <a:cs typeface="Calibri"/>
              </a:rPr>
              <a:t>(A</a:t>
            </a:r>
            <a:r>
              <a:rPr sz="3150" baseline="-21164" dirty="0">
                <a:latin typeface="Calibri"/>
                <a:cs typeface="Calibri"/>
              </a:rPr>
              <a:t>i</a:t>
            </a:r>
            <a:r>
              <a:rPr sz="3150" spc="352" baseline="-21164"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A</a:t>
            </a:r>
            <a:r>
              <a:rPr sz="3150" baseline="-21164" dirty="0">
                <a:latin typeface="Calibri"/>
                <a:cs typeface="Calibri"/>
              </a:rPr>
              <a:t>j</a:t>
            </a:r>
            <a:r>
              <a:rPr sz="3150" spc="352" baseline="-21164" dirty="0">
                <a:latin typeface="Calibri"/>
                <a:cs typeface="Calibri"/>
              </a:rPr>
              <a:t> </a:t>
            </a:r>
            <a:r>
              <a:rPr sz="3200" dirty="0">
                <a:latin typeface="Calibri"/>
                <a:cs typeface="Calibri"/>
              </a:rPr>
              <a:t>=</a:t>
            </a:r>
            <a:r>
              <a:rPr sz="3200" spc="-15" dirty="0">
                <a:latin typeface="Calibri"/>
                <a:cs typeface="Calibri"/>
              </a:rPr>
              <a:t> </a:t>
            </a:r>
            <a:r>
              <a:rPr sz="3200" dirty="0">
                <a:latin typeface="Symbol"/>
                <a:cs typeface="Symbol"/>
              </a:rPr>
              <a:t></a:t>
            </a:r>
            <a:r>
              <a:rPr sz="3200" dirty="0">
                <a:latin typeface="Calibri"/>
                <a:cs typeface="Calibri"/>
              </a:rPr>
              <a:t>,</a:t>
            </a:r>
            <a:r>
              <a:rPr sz="3200" spc="-35" dirty="0">
                <a:latin typeface="Calibri"/>
                <a:cs typeface="Calibri"/>
              </a:rPr>
              <a:t> </a:t>
            </a:r>
            <a:r>
              <a:rPr sz="3200" dirty="0">
                <a:latin typeface="Calibri"/>
                <a:cs typeface="Calibri"/>
              </a:rPr>
              <a:t>i</a:t>
            </a:r>
            <a:r>
              <a:rPr sz="3200" spc="-15" dirty="0">
                <a:latin typeface="Calibri"/>
                <a:cs typeface="Calibri"/>
              </a:rPr>
              <a:t> </a:t>
            </a:r>
            <a:r>
              <a:rPr sz="3200" dirty="0">
                <a:latin typeface="Symbol"/>
                <a:cs typeface="Symbol"/>
              </a:rPr>
              <a:t></a:t>
            </a:r>
            <a:r>
              <a:rPr sz="3200" spc="-85" dirty="0">
                <a:latin typeface="Times New Roman"/>
                <a:cs typeface="Times New Roman"/>
              </a:rPr>
              <a:t> </a:t>
            </a:r>
            <a:r>
              <a:rPr sz="3200" dirty="0">
                <a:latin typeface="Calibri"/>
                <a:cs typeface="Calibri"/>
              </a:rPr>
              <a:t>j).</a:t>
            </a:r>
            <a:r>
              <a:rPr sz="3200" spc="-25" dirty="0">
                <a:latin typeface="Calibri"/>
                <a:cs typeface="Calibri"/>
              </a:rPr>
              <a:t> </a:t>
            </a:r>
            <a:r>
              <a:rPr sz="3200" dirty="0">
                <a:latin typeface="Calibri"/>
                <a:cs typeface="Calibri"/>
              </a:rPr>
              <a:t>Khi</a:t>
            </a:r>
            <a:r>
              <a:rPr sz="3200" spc="-20" dirty="0">
                <a:latin typeface="Calibri"/>
                <a:cs typeface="Calibri"/>
              </a:rPr>
              <a:t> </a:t>
            </a:r>
            <a:r>
              <a:rPr sz="3200" spc="-25" dirty="0">
                <a:latin typeface="Calibri"/>
                <a:cs typeface="Calibri"/>
              </a:rPr>
              <a:t>ấy</a:t>
            </a:r>
            <a:endParaRPr sz="3200">
              <a:latin typeface="Calibri"/>
              <a:cs typeface="Calibri"/>
            </a:endParaRPr>
          </a:p>
          <a:p>
            <a:pPr marL="514984">
              <a:lnSpc>
                <a:spcPct val="100000"/>
              </a:lnSpc>
              <a:spcBef>
                <a:spcPts val="770"/>
              </a:spcBef>
            </a:pPr>
            <a:r>
              <a:rPr sz="3200" dirty="0">
                <a:latin typeface="Calibri"/>
                <a:cs typeface="Calibri"/>
              </a:rPr>
              <a:t>|A</a:t>
            </a:r>
            <a:r>
              <a:rPr sz="3150" baseline="-21164" dirty="0">
                <a:latin typeface="Calibri"/>
                <a:cs typeface="Calibri"/>
              </a:rPr>
              <a:t>1</a:t>
            </a:r>
            <a:r>
              <a:rPr sz="3150" spc="352" baseline="-21164" dirty="0">
                <a:latin typeface="Calibri"/>
                <a:cs typeface="Calibri"/>
              </a:rPr>
              <a:t> </a:t>
            </a:r>
            <a:r>
              <a:rPr sz="3200" dirty="0">
                <a:latin typeface="Symbol"/>
                <a:cs typeface="Symbol"/>
              </a:rPr>
              <a:t></a:t>
            </a:r>
            <a:r>
              <a:rPr sz="3200" spc="-80" dirty="0">
                <a:latin typeface="Times New Roman"/>
                <a:cs typeface="Times New Roman"/>
              </a:rPr>
              <a:t> </a:t>
            </a:r>
            <a:r>
              <a:rPr sz="3200" dirty="0">
                <a:latin typeface="Calibri"/>
                <a:cs typeface="Calibri"/>
              </a:rPr>
              <a:t>A</a:t>
            </a:r>
            <a:r>
              <a:rPr sz="3150" baseline="-21164" dirty="0">
                <a:latin typeface="Calibri"/>
                <a:cs typeface="Calibri"/>
              </a:rPr>
              <a:t>2</a:t>
            </a:r>
            <a:r>
              <a:rPr sz="3150" spc="359" baseline="-21164" dirty="0">
                <a:latin typeface="Calibri"/>
                <a:cs typeface="Calibri"/>
              </a:rPr>
              <a:t> </a:t>
            </a:r>
            <a:r>
              <a:rPr sz="3200" dirty="0">
                <a:latin typeface="Symbol"/>
                <a:cs typeface="Symbol"/>
              </a:rPr>
              <a:t></a:t>
            </a:r>
            <a:r>
              <a:rPr sz="3200" spc="-85" dirty="0">
                <a:latin typeface="Times New Roman"/>
                <a:cs typeface="Times New Roman"/>
              </a:rPr>
              <a:t> </a:t>
            </a:r>
            <a:r>
              <a:rPr sz="3200" dirty="0">
                <a:latin typeface="Calibri"/>
                <a:cs typeface="Calibri"/>
              </a:rPr>
              <a:t>.</a:t>
            </a:r>
            <a:r>
              <a:rPr sz="3200" spc="-15" dirty="0">
                <a:latin typeface="Calibri"/>
                <a:cs typeface="Calibri"/>
              </a:rPr>
              <a:t> </a:t>
            </a:r>
            <a:r>
              <a:rPr sz="3200" dirty="0">
                <a:latin typeface="Calibri"/>
                <a:cs typeface="Calibri"/>
              </a:rPr>
              <a:t>.</a:t>
            </a:r>
            <a:r>
              <a:rPr sz="3200" spc="-5"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A</a:t>
            </a:r>
            <a:r>
              <a:rPr sz="3150" baseline="-21164" dirty="0">
                <a:latin typeface="Calibri"/>
                <a:cs typeface="Calibri"/>
              </a:rPr>
              <a:t>n</a:t>
            </a:r>
            <a:r>
              <a:rPr sz="3200" dirty="0">
                <a:latin typeface="Calibri"/>
                <a:cs typeface="Calibri"/>
              </a:rPr>
              <a:t>|</a:t>
            </a:r>
            <a:r>
              <a:rPr sz="3200" spc="-5"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|A</a:t>
            </a:r>
            <a:r>
              <a:rPr sz="3150" baseline="-21164" dirty="0">
                <a:latin typeface="Calibri"/>
                <a:cs typeface="Calibri"/>
              </a:rPr>
              <a:t>1</a:t>
            </a:r>
            <a:r>
              <a:rPr sz="3200" dirty="0">
                <a:latin typeface="Calibri"/>
                <a:cs typeface="Calibri"/>
              </a:rPr>
              <a:t>|</a:t>
            </a:r>
            <a:r>
              <a:rPr sz="3200" spc="5" dirty="0">
                <a:latin typeface="Calibri"/>
                <a:cs typeface="Calibri"/>
              </a:rPr>
              <a:t> </a:t>
            </a:r>
            <a:r>
              <a:rPr sz="3200" dirty="0">
                <a:latin typeface="Calibri"/>
                <a:cs typeface="Calibri"/>
              </a:rPr>
              <a:t>+</a:t>
            </a:r>
            <a:r>
              <a:rPr sz="3200" spc="-10" dirty="0">
                <a:latin typeface="Calibri"/>
                <a:cs typeface="Calibri"/>
              </a:rPr>
              <a:t> </a:t>
            </a:r>
            <a:r>
              <a:rPr sz="3200" dirty="0">
                <a:latin typeface="Calibri"/>
                <a:cs typeface="Calibri"/>
              </a:rPr>
              <a:t>|A</a:t>
            </a:r>
            <a:r>
              <a:rPr sz="3150" baseline="-21164" dirty="0">
                <a:latin typeface="Calibri"/>
                <a:cs typeface="Calibri"/>
              </a:rPr>
              <a:t>2</a:t>
            </a:r>
            <a:r>
              <a:rPr sz="3200" dirty="0">
                <a:latin typeface="Calibri"/>
                <a:cs typeface="Calibri"/>
              </a:rPr>
              <a:t>|</a:t>
            </a:r>
            <a:r>
              <a:rPr sz="3200" spc="-10" dirty="0">
                <a:latin typeface="Calibri"/>
                <a:cs typeface="Calibri"/>
              </a:rPr>
              <a:t> </a:t>
            </a:r>
            <a:r>
              <a:rPr sz="3200" dirty="0">
                <a:latin typeface="Calibri"/>
                <a:cs typeface="Calibri"/>
              </a:rPr>
              <a:t>+. .</a:t>
            </a:r>
            <a:r>
              <a:rPr sz="3200" spc="-15" dirty="0">
                <a:latin typeface="Calibri"/>
                <a:cs typeface="Calibri"/>
              </a:rPr>
              <a:t> </a:t>
            </a:r>
            <a:r>
              <a:rPr sz="3200" dirty="0">
                <a:latin typeface="Calibri"/>
                <a:cs typeface="Calibri"/>
              </a:rPr>
              <a:t>.+</a:t>
            </a:r>
            <a:r>
              <a:rPr sz="3200" spc="-10" dirty="0">
                <a:latin typeface="Calibri"/>
                <a:cs typeface="Calibri"/>
              </a:rPr>
              <a:t> </a:t>
            </a:r>
            <a:r>
              <a:rPr sz="3200" spc="-20" dirty="0">
                <a:latin typeface="Calibri"/>
                <a:cs typeface="Calibri"/>
              </a:rPr>
              <a:t>|A</a:t>
            </a:r>
            <a:r>
              <a:rPr sz="3150" spc="-30" baseline="-21164" dirty="0">
                <a:latin typeface="Calibri"/>
                <a:cs typeface="Calibri"/>
              </a:rPr>
              <a:t>n</a:t>
            </a:r>
            <a:r>
              <a:rPr sz="3200" spc="-20" dirty="0">
                <a:latin typeface="Calibri"/>
                <a:cs typeface="Calibri"/>
              </a:rPr>
              <a:t>|</a:t>
            </a:r>
            <a:endParaRPr sz="3200">
              <a:latin typeface="Calibri"/>
              <a:cs typeface="Calibri"/>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88900">
              <a:lnSpc>
                <a:spcPct val="100000"/>
              </a:lnSpc>
              <a:spcBef>
                <a:spcPts val="95"/>
              </a:spcBef>
            </a:pPr>
            <a:r>
              <a:rPr b="1" dirty="0">
                <a:latin typeface="Calibri"/>
                <a:cs typeface="Calibri"/>
              </a:rPr>
              <a:t>2.3.3</a:t>
            </a:r>
            <a:r>
              <a:rPr b="1" spc="-55" dirty="0">
                <a:latin typeface="Calibri"/>
                <a:cs typeface="Calibri"/>
              </a:rPr>
              <a:t> </a:t>
            </a:r>
            <a:r>
              <a:rPr b="1" dirty="0">
                <a:latin typeface="Calibri"/>
                <a:cs typeface="Calibri"/>
              </a:rPr>
              <a:t>Nguyên</a:t>
            </a:r>
            <a:r>
              <a:rPr b="1" spc="-40" dirty="0">
                <a:latin typeface="Calibri"/>
                <a:cs typeface="Calibri"/>
              </a:rPr>
              <a:t> </a:t>
            </a:r>
            <a:r>
              <a:rPr b="1" dirty="0">
                <a:latin typeface="Calibri"/>
                <a:cs typeface="Calibri"/>
              </a:rPr>
              <a:t>lý</a:t>
            </a:r>
            <a:r>
              <a:rPr b="1" spc="-85" dirty="0">
                <a:latin typeface="Calibri"/>
                <a:cs typeface="Calibri"/>
              </a:rPr>
              <a:t> </a:t>
            </a:r>
            <a:r>
              <a:rPr b="1" spc="-10" dirty="0">
                <a:latin typeface="Calibri"/>
                <a:cs typeface="Calibri"/>
              </a:rPr>
              <a:t>nhân:</a:t>
            </a:r>
          </a:p>
        </p:txBody>
      </p:sp>
      <p:sp>
        <p:nvSpPr>
          <p:cNvPr id="3" name="object 3"/>
          <p:cNvSpPr txBox="1"/>
          <p:nvPr/>
        </p:nvSpPr>
        <p:spPr>
          <a:xfrm>
            <a:off x="459740" y="827278"/>
            <a:ext cx="7880984" cy="3268979"/>
          </a:xfrm>
          <a:prstGeom prst="rect">
            <a:avLst/>
          </a:prstGeom>
        </p:spPr>
        <p:txBody>
          <a:bodyPr vert="horz" wrap="square" lIns="0" tIns="12065" rIns="0" bIns="0" rtlCol="0">
            <a:spAutoFit/>
          </a:bodyPr>
          <a:lstStyle/>
          <a:p>
            <a:pPr marL="12700" marR="74930">
              <a:lnSpc>
                <a:spcPct val="100000"/>
              </a:lnSpc>
              <a:spcBef>
                <a:spcPts val="95"/>
              </a:spcBef>
            </a:pPr>
            <a:r>
              <a:rPr sz="2800" dirty="0">
                <a:latin typeface="Calibri"/>
                <a:cs typeface="Calibri"/>
              </a:rPr>
              <a:t>Nếu</a:t>
            </a:r>
            <a:r>
              <a:rPr sz="2800" spc="-35" dirty="0">
                <a:latin typeface="Calibri"/>
                <a:cs typeface="Calibri"/>
              </a:rPr>
              <a:t> </a:t>
            </a:r>
            <a:r>
              <a:rPr sz="2800" dirty="0">
                <a:latin typeface="Calibri"/>
                <a:cs typeface="Calibri"/>
              </a:rPr>
              <a:t>một</a:t>
            </a:r>
            <a:r>
              <a:rPr sz="2800" spc="-45" dirty="0">
                <a:latin typeface="Calibri"/>
                <a:cs typeface="Calibri"/>
              </a:rPr>
              <a:t> </a:t>
            </a:r>
            <a:r>
              <a:rPr sz="2800" dirty="0">
                <a:latin typeface="Calibri"/>
                <a:cs typeface="Calibri"/>
              </a:rPr>
              <a:t>quá</a:t>
            </a:r>
            <a:r>
              <a:rPr sz="2800" spc="-25" dirty="0">
                <a:latin typeface="Calibri"/>
                <a:cs typeface="Calibri"/>
              </a:rPr>
              <a:t> </a:t>
            </a:r>
            <a:r>
              <a:rPr sz="2800" dirty="0">
                <a:latin typeface="Calibri"/>
                <a:cs typeface="Calibri"/>
              </a:rPr>
              <a:t>trình</a:t>
            </a:r>
            <a:r>
              <a:rPr sz="2800" spc="-35" dirty="0">
                <a:latin typeface="Calibri"/>
                <a:cs typeface="Calibri"/>
              </a:rPr>
              <a:t> </a:t>
            </a:r>
            <a:r>
              <a:rPr sz="2800" dirty="0">
                <a:latin typeface="Calibri"/>
                <a:cs typeface="Calibri"/>
              </a:rPr>
              <a:t>có</a:t>
            </a:r>
            <a:r>
              <a:rPr sz="2800" spc="-45" dirty="0">
                <a:latin typeface="Calibri"/>
                <a:cs typeface="Calibri"/>
              </a:rPr>
              <a:t> </a:t>
            </a:r>
            <a:r>
              <a:rPr sz="2800" dirty="0">
                <a:latin typeface="Calibri"/>
                <a:cs typeface="Calibri"/>
              </a:rPr>
              <a:t>thể</a:t>
            </a:r>
            <a:r>
              <a:rPr sz="2800" spc="-35" dirty="0">
                <a:latin typeface="Calibri"/>
                <a:cs typeface="Calibri"/>
              </a:rPr>
              <a:t> </a:t>
            </a:r>
            <a:r>
              <a:rPr sz="2800" dirty="0">
                <a:latin typeface="Calibri"/>
                <a:cs typeface="Calibri"/>
              </a:rPr>
              <a:t>thực</a:t>
            </a:r>
            <a:r>
              <a:rPr sz="2800" spc="-15" dirty="0">
                <a:latin typeface="Calibri"/>
                <a:cs typeface="Calibri"/>
              </a:rPr>
              <a:t> </a:t>
            </a:r>
            <a:r>
              <a:rPr sz="2800" dirty="0">
                <a:latin typeface="Calibri"/>
                <a:cs typeface="Calibri"/>
              </a:rPr>
              <a:t>hiện</a:t>
            </a:r>
            <a:r>
              <a:rPr sz="2800" spc="-20" dirty="0">
                <a:latin typeface="Calibri"/>
                <a:cs typeface="Calibri"/>
              </a:rPr>
              <a:t> </a:t>
            </a:r>
            <a:r>
              <a:rPr sz="2800" dirty="0">
                <a:latin typeface="Calibri"/>
                <a:cs typeface="Calibri"/>
              </a:rPr>
              <a:t>theo</a:t>
            </a:r>
            <a:r>
              <a:rPr sz="2800" spc="-50" dirty="0">
                <a:latin typeface="Calibri"/>
                <a:cs typeface="Calibri"/>
              </a:rPr>
              <a:t> </a:t>
            </a:r>
            <a:r>
              <a:rPr sz="2800" dirty="0">
                <a:latin typeface="Calibri"/>
                <a:cs typeface="Calibri"/>
              </a:rPr>
              <a:t>hai</a:t>
            </a:r>
            <a:r>
              <a:rPr sz="2800" spc="-35" dirty="0">
                <a:latin typeface="Calibri"/>
                <a:cs typeface="Calibri"/>
              </a:rPr>
              <a:t> </a:t>
            </a:r>
            <a:r>
              <a:rPr sz="2800" dirty="0">
                <a:latin typeface="Calibri"/>
                <a:cs typeface="Calibri"/>
              </a:rPr>
              <a:t>giai</a:t>
            </a:r>
            <a:r>
              <a:rPr sz="2800" spc="-60" dirty="0">
                <a:latin typeface="Calibri"/>
                <a:cs typeface="Calibri"/>
              </a:rPr>
              <a:t> </a:t>
            </a:r>
            <a:r>
              <a:rPr sz="2800" spc="-20" dirty="0">
                <a:latin typeface="Calibri"/>
                <a:cs typeface="Calibri"/>
              </a:rPr>
              <a:t>đoạn </a:t>
            </a:r>
            <a:r>
              <a:rPr sz="2800" dirty="0">
                <a:latin typeface="Calibri"/>
                <a:cs typeface="Calibri"/>
              </a:rPr>
              <a:t>sao</a:t>
            </a:r>
            <a:r>
              <a:rPr sz="2800" spc="-40" dirty="0">
                <a:latin typeface="Calibri"/>
                <a:cs typeface="Calibri"/>
              </a:rPr>
              <a:t> </a:t>
            </a:r>
            <a:r>
              <a:rPr sz="2800" spc="-25" dirty="0">
                <a:latin typeface="Calibri"/>
                <a:cs typeface="Calibri"/>
              </a:rPr>
              <a:t>cho</a:t>
            </a:r>
            <a:endParaRPr sz="2800">
              <a:latin typeface="Calibri"/>
              <a:cs typeface="Calibri"/>
            </a:endParaRPr>
          </a:p>
          <a:p>
            <a:pPr marL="469900" indent="-457200">
              <a:lnSpc>
                <a:spcPct val="100000"/>
              </a:lnSpc>
              <a:spcBef>
                <a:spcPts val="670"/>
              </a:spcBef>
              <a:buChar char="-"/>
              <a:tabLst>
                <a:tab pos="469900" algn="l"/>
              </a:tabLst>
            </a:pPr>
            <a:r>
              <a:rPr sz="2800" dirty="0">
                <a:latin typeface="Calibri"/>
                <a:cs typeface="Calibri"/>
              </a:rPr>
              <a:t>có</a:t>
            </a:r>
            <a:r>
              <a:rPr sz="2800" spc="-45" dirty="0">
                <a:latin typeface="Calibri"/>
                <a:cs typeface="Calibri"/>
              </a:rPr>
              <a:t> </a:t>
            </a:r>
            <a:r>
              <a:rPr sz="2800" i="1" dirty="0">
                <a:latin typeface="Calibri"/>
                <a:cs typeface="Calibri"/>
              </a:rPr>
              <a:t>m</a:t>
            </a:r>
            <a:r>
              <a:rPr sz="2800" i="1" spc="-35" dirty="0">
                <a:latin typeface="Calibri"/>
                <a:cs typeface="Calibri"/>
              </a:rPr>
              <a:t> </a:t>
            </a:r>
            <a:r>
              <a:rPr sz="2800" dirty="0">
                <a:latin typeface="Calibri"/>
                <a:cs typeface="Calibri"/>
              </a:rPr>
              <a:t>cách</a:t>
            </a:r>
            <a:r>
              <a:rPr sz="2800" spc="-45" dirty="0">
                <a:latin typeface="Calibri"/>
                <a:cs typeface="Calibri"/>
              </a:rPr>
              <a:t> </a:t>
            </a:r>
            <a:r>
              <a:rPr sz="2800" dirty="0">
                <a:latin typeface="Calibri"/>
                <a:cs typeface="Calibri"/>
              </a:rPr>
              <a:t>khác</a:t>
            </a:r>
            <a:r>
              <a:rPr sz="2800" spc="-25" dirty="0">
                <a:latin typeface="Calibri"/>
                <a:cs typeface="Calibri"/>
              </a:rPr>
              <a:t> </a:t>
            </a:r>
            <a:r>
              <a:rPr sz="2800" dirty="0">
                <a:latin typeface="Calibri"/>
                <a:cs typeface="Calibri"/>
              </a:rPr>
              <a:t>nhau</a:t>
            </a:r>
            <a:r>
              <a:rPr sz="2800" spc="-20" dirty="0">
                <a:latin typeface="Calibri"/>
                <a:cs typeface="Calibri"/>
              </a:rPr>
              <a:t> </a:t>
            </a:r>
            <a:r>
              <a:rPr sz="2800" dirty="0">
                <a:latin typeface="Calibri"/>
                <a:cs typeface="Calibri"/>
              </a:rPr>
              <a:t>để</a:t>
            </a:r>
            <a:r>
              <a:rPr sz="2800" spc="-40" dirty="0">
                <a:latin typeface="Calibri"/>
                <a:cs typeface="Calibri"/>
              </a:rPr>
              <a:t> </a:t>
            </a:r>
            <a:r>
              <a:rPr sz="2800" dirty="0">
                <a:latin typeface="Calibri"/>
                <a:cs typeface="Calibri"/>
              </a:rPr>
              <a:t>thực</a:t>
            </a:r>
            <a:r>
              <a:rPr sz="2800" spc="-20" dirty="0">
                <a:latin typeface="Calibri"/>
                <a:cs typeface="Calibri"/>
              </a:rPr>
              <a:t> </a:t>
            </a:r>
            <a:r>
              <a:rPr sz="2800" dirty="0">
                <a:latin typeface="Calibri"/>
                <a:cs typeface="Calibri"/>
              </a:rPr>
              <a:t>hiện</a:t>
            </a:r>
            <a:r>
              <a:rPr sz="2800" spc="-25" dirty="0">
                <a:latin typeface="Calibri"/>
                <a:cs typeface="Calibri"/>
              </a:rPr>
              <a:t> </a:t>
            </a:r>
            <a:r>
              <a:rPr sz="2800" dirty="0">
                <a:latin typeface="Calibri"/>
                <a:cs typeface="Calibri"/>
              </a:rPr>
              <a:t>giai</a:t>
            </a:r>
            <a:r>
              <a:rPr sz="2800" spc="-60" dirty="0">
                <a:latin typeface="Calibri"/>
                <a:cs typeface="Calibri"/>
              </a:rPr>
              <a:t> </a:t>
            </a:r>
            <a:r>
              <a:rPr sz="2800" dirty="0">
                <a:latin typeface="Calibri"/>
                <a:cs typeface="Calibri"/>
              </a:rPr>
              <a:t>đoạn</a:t>
            </a:r>
            <a:r>
              <a:rPr sz="2800" spc="-45" dirty="0">
                <a:latin typeface="Calibri"/>
                <a:cs typeface="Calibri"/>
              </a:rPr>
              <a:t> </a:t>
            </a:r>
            <a:r>
              <a:rPr sz="2800" dirty="0">
                <a:latin typeface="Calibri"/>
                <a:cs typeface="Calibri"/>
              </a:rPr>
              <a:t>1 </a:t>
            </a:r>
            <a:r>
              <a:rPr sz="2800" spc="-25" dirty="0">
                <a:latin typeface="Calibri"/>
                <a:cs typeface="Calibri"/>
              </a:rPr>
              <a:t>và</a:t>
            </a:r>
            <a:endParaRPr sz="2800">
              <a:latin typeface="Calibri"/>
              <a:cs typeface="Calibri"/>
            </a:endParaRPr>
          </a:p>
          <a:p>
            <a:pPr marL="469900" marR="109855" indent="-457834">
              <a:lnSpc>
                <a:spcPct val="100000"/>
              </a:lnSpc>
              <a:spcBef>
                <a:spcPts val="675"/>
              </a:spcBef>
              <a:buChar char="-"/>
              <a:tabLst>
                <a:tab pos="469900" algn="l"/>
                <a:tab pos="550545" algn="l"/>
              </a:tabLst>
            </a:pPr>
            <a:r>
              <a:rPr sz="2800" dirty="0">
                <a:latin typeface="Calibri"/>
                <a:cs typeface="Calibri"/>
              </a:rPr>
              <a:t>	mỗi</a:t>
            </a:r>
            <a:r>
              <a:rPr sz="2800" spc="-35" dirty="0">
                <a:latin typeface="Calibri"/>
                <a:cs typeface="Calibri"/>
              </a:rPr>
              <a:t> </a:t>
            </a:r>
            <a:r>
              <a:rPr sz="2800" dirty="0">
                <a:latin typeface="Calibri"/>
                <a:cs typeface="Calibri"/>
              </a:rPr>
              <a:t>cách</a:t>
            </a:r>
            <a:r>
              <a:rPr sz="2800" spc="-45" dirty="0">
                <a:latin typeface="Calibri"/>
                <a:cs typeface="Calibri"/>
              </a:rPr>
              <a:t> </a:t>
            </a:r>
            <a:r>
              <a:rPr sz="2800" dirty="0">
                <a:latin typeface="Calibri"/>
                <a:cs typeface="Calibri"/>
              </a:rPr>
              <a:t>lựa</a:t>
            </a:r>
            <a:r>
              <a:rPr sz="2800" spc="-25" dirty="0">
                <a:latin typeface="Calibri"/>
                <a:cs typeface="Calibri"/>
              </a:rPr>
              <a:t> </a:t>
            </a:r>
            <a:r>
              <a:rPr sz="2800" dirty="0">
                <a:latin typeface="Calibri"/>
                <a:cs typeface="Calibri"/>
              </a:rPr>
              <a:t>chọn</a:t>
            </a:r>
            <a:r>
              <a:rPr sz="2800" spc="-30" dirty="0">
                <a:latin typeface="Calibri"/>
                <a:cs typeface="Calibri"/>
              </a:rPr>
              <a:t> </a:t>
            </a:r>
            <a:r>
              <a:rPr sz="2800" dirty="0">
                <a:latin typeface="Calibri"/>
                <a:cs typeface="Calibri"/>
              </a:rPr>
              <a:t>trong</a:t>
            </a:r>
            <a:r>
              <a:rPr sz="2800" spc="-30" dirty="0">
                <a:latin typeface="Calibri"/>
                <a:cs typeface="Calibri"/>
              </a:rPr>
              <a:t> </a:t>
            </a:r>
            <a:r>
              <a:rPr sz="2800" dirty="0">
                <a:latin typeface="Calibri"/>
                <a:cs typeface="Calibri"/>
              </a:rPr>
              <a:t>giai</a:t>
            </a:r>
            <a:r>
              <a:rPr sz="2800" spc="-40" dirty="0">
                <a:latin typeface="Calibri"/>
                <a:cs typeface="Calibri"/>
              </a:rPr>
              <a:t> </a:t>
            </a:r>
            <a:r>
              <a:rPr sz="2800" dirty="0">
                <a:latin typeface="Calibri"/>
                <a:cs typeface="Calibri"/>
              </a:rPr>
              <a:t>đoạn</a:t>
            </a:r>
            <a:r>
              <a:rPr sz="2800" spc="-45" dirty="0">
                <a:latin typeface="Calibri"/>
                <a:cs typeface="Calibri"/>
              </a:rPr>
              <a:t> </a:t>
            </a:r>
            <a:r>
              <a:rPr sz="2800" dirty="0">
                <a:latin typeface="Calibri"/>
                <a:cs typeface="Calibri"/>
              </a:rPr>
              <a:t>1</a:t>
            </a:r>
            <a:r>
              <a:rPr sz="2800" spc="-30" dirty="0">
                <a:latin typeface="Calibri"/>
                <a:cs typeface="Calibri"/>
              </a:rPr>
              <a:t> </a:t>
            </a:r>
            <a:r>
              <a:rPr sz="2800" dirty="0">
                <a:latin typeface="Calibri"/>
                <a:cs typeface="Calibri"/>
              </a:rPr>
              <a:t>đều</a:t>
            </a:r>
            <a:r>
              <a:rPr sz="2800" spc="-30" dirty="0">
                <a:latin typeface="Calibri"/>
                <a:cs typeface="Calibri"/>
              </a:rPr>
              <a:t> </a:t>
            </a:r>
            <a:r>
              <a:rPr sz="2800" dirty="0">
                <a:latin typeface="Calibri"/>
                <a:cs typeface="Calibri"/>
              </a:rPr>
              <a:t>có</a:t>
            </a:r>
            <a:r>
              <a:rPr sz="2800" spc="-5" dirty="0">
                <a:latin typeface="Calibri"/>
                <a:cs typeface="Calibri"/>
              </a:rPr>
              <a:t> </a:t>
            </a:r>
            <a:r>
              <a:rPr sz="2800" i="1" dirty="0">
                <a:latin typeface="Calibri"/>
                <a:cs typeface="Calibri"/>
              </a:rPr>
              <a:t>n</a:t>
            </a:r>
            <a:r>
              <a:rPr sz="2800" i="1" spc="-35" dirty="0">
                <a:latin typeface="Calibri"/>
                <a:cs typeface="Calibri"/>
              </a:rPr>
              <a:t> </a:t>
            </a:r>
            <a:r>
              <a:rPr sz="2800" spc="-20" dirty="0">
                <a:latin typeface="Calibri"/>
                <a:cs typeface="Calibri"/>
              </a:rPr>
              <a:t>cách </a:t>
            </a:r>
            <a:r>
              <a:rPr sz="2800" dirty="0">
                <a:latin typeface="Calibri"/>
                <a:cs typeface="Calibri"/>
              </a:rPr>
              <a:t>khác</a:t>
            </a:r>
            <a:r>
              <a:rPr sz="2800" spc="-35" dirty="0">
                <a:latin typeface="Calibri"/>
                <a:cs typeface="Calibri"/>
              </a:rPr>
              <a:t> </a:t>
            </a:r>
            <a:r>
              <a:rPr sz="2800" dirty="0">
                <a:latin typeface="Calibri"/>
                <a:cs typeface="Calibri"/>
              </a:rPr>
              <a:t>nhau</a:t>
            </a:r>
            <a:r>
              <a:rPr sz="2800" spc="-30" dirty="0">
                <a:latin typeface="Calibri"/>
                <a:cs typeface="Calibri"/>
              </a:rPr>
              <a:t> </a:t>
            </a:r>
            <a:r>
              <a:rPr sz="2800" dirty="0">
                <a:latin typeface="Calibri"/>
                <a:cs typeface="Calibri"/>
              </a:rPr>
              <a:t>để</a:t>
            </a:r>
            <a:r>
              <a:rPr sz="2800" spc="-50" dirty="0">
                <a:latin typeface="Calibri"/>
                <a:cs typeface="Calibri"/>
              </a:rPr>
              <a:t> </a:t>
            </a:r>
            <a:r>
              <a:rPr sz="2800" dirty="0">
                <a:latin typeface="Calibri"/>
                <a:cs typeface="Calibri"/>
              </a:rPr>
              <a:t>thực</a:t>
            </a:r>
            <a:r>
              <a:rPr sz="2800" spc="-20" dirty="0">
                <a:latin typeface="Calibri"/>
                <a:cs typeface="Calibri"/>
              </a:rPr>
              <a:t> </a:t>
            </a:r>
            <a:r>
              <a:rPr sz="2800" dirty="0">
                <a:latin typeface="Calibri"/>
                <a:cs typeface="Calibri"/>
              </a:rPr>
              <a:t>hiện</a:t>
            </a:r>
            <a:r>
              <a:rPr sz="2800" spc="-40" dirty="0">
                <a:latin typeface="Calibri"/>
                <a:cs typeface="Calibri"/>
              </a:rPr>
              <a:t> </a:t>
            </a:r>
            <a:r>
              <a:rPr sz="2800" dirty="0">
                <a:latin typeface="Calibri"/>
                <a:cs typeface="Calibri"/>
              </a:rPr>
              <a:t>giai</a:t>
            </a:r>
            <a:r>
              <a:rPr sz="2800" spc="-50" dirty="0">
                <a:latin typeface="Calibri"/>
                <a:cs typeface="Calibri"/>
              </a:rPr>
              <a:t> </a:t>
            </a:r>
            <a:r>
              <a:rPr sz="2800" dirty="0">
                <a:latin typeface="Calibri"/>
                <a:cs typeface="Calibri"/>
              </a:rPr>
              <a:t>đoạn</a:t>
            </a:r>
            <a:r>
              <a:rPr sz="2800" spc="-50" dirty="0">
                <a:latin typeface="Calibri"/>
                <a:cs typeface="Calibri"/>
              </a:rPr>
              <a:t> </a:t>
            </a:r>
            <a:r>
              <a:rPr sz="2800" spc="-25" dirty="0">
                <a:latin typeface="Calibri"/>
                <a:cs typeface="Calibri"/>
              </a:rPr>
              <a:t>2.</a:t>
            </a:r>
            <a:endParaRPr sz="2800">
              <a:latin typeface="Calibri"/>
              <a:cs typeface="Calibri"/>
            </a:endParaRPr>
          </a:p>
          <a:p>
            <a:pPr marL="12700" marR="5080">
              <a:lnSpc>
                <a:spcPct val="100000"/>
              </a:lnSpc>
              <a:spcBef>
                <a:spcPts val="675"/>
              </a:spcBef>
            </a:pPr>
            <a:r>
              <a:rPr sz="2800" dirty="0">
                <a:latin typeface="Calibri"/>
                <a:cs typeface="Calibri"/>
              </a:rPr>
              <a:t>Khi</a:t>
            </a:r>
            <a:r>
              <a:rPr sz="2800" spc="-45" dirty="0">
                <a:latin typeface="Calibri"/>
                <a:cs typeface="Calibri"/>
              </a:rPr>
              <a:t> </a:t>
            </a:r>
            <a:r>
              <a:rPr sz="2800" dirty="0">
                <a:latin typeface="Calibri"/>
                <a:cs typeface="Calibri"/>
              </a:rPr>
              <a:t>ấy</a:t>
            </a:r>
            <a:r>
              <a:rPr sz="2800" spc="-65" dirty="0">
                <a:latin typeface="Calibri"/>
                <a:cs typeface="Calibri"/>
              </a:rPr>
              <a:t> </a:t>
            </a:r>
            <a:r>
              <a:rPr sz="2800" dirty="0">
                <a:latin typeface="Calibri"/>
                <a:cs typeface="Calibri"/>
              </a:rPr>
              <a:t>có</a:t>
            </a:r>
            <a:r>
              <a:rPr sz="2800" spc="-30" dirty="0">
                <a:latin typeface="Calibri"/>
                <a:cs typeface="Calibri"/>
              </a:rPr>
              <a:t> </a:t>
            </a:r>
            <a:r>
              <a:rPr sz="2800" i="1" dirty="0">
                <a:latin typeface="Calibri"/>
                <a:cs typeface="Calibri"/>
              </a:rPr>
              <a:t>mn</a:t>
            </a:r>
            <a:r>
              <a:rPr sz="2800" i="1" spc="-45" dirty="0">
                <a:latin typeface="Calibri"/>
                <a:cs typeface="Calibri"/>
              </a:rPr>
              <a:t> </a:t>
            </a:r>
            <a:r>
              <a:rPr sz="2800" dirty="0">
                <a:latin typeface="Calibri"/>
                <a:cs typeface="Calibri"/>
              </a:rPr>
              <a:t>cách</a:t>
            </a:r>
            <a:r>
              <a:rPr sz="2800" spc="-50" dirty="0">
                <a:latin typeface="Calibri"/>
                <a:cs typeface="Calibri"/>
              </a:rPr>
              <a:t> </a:t>
            </a:r>
            <a:r>
              <a:rPr sz="2800" dirty="0">
                <a:latin typeface="Calibri"/>
                <a:cs typeface="Calibri"/>
              </a:rPr>
              <a:t>khác</a:t>
            </a:r>
            <a:r>
              <a:rPr sz="2800" spc="-30" dirty="0">
                <a:latin typeface="Calibri"/>
                <a:cs typeface="Calibri"/>
              </a:rPr>
              <a:t> </a:t>
            </a:r>
            <a:r>
              <a:rPr sz="2800" dirty="0">
                <a:latin typeface="Calibri"/>
                <a:cs typeface="Calibri"/>
              </a:rPr>
              <a:t>nhau</a:t>
            </a:r>
            <a:r>
              <a:rPr sz="2800" spc="-30" dirty="0">
                <a:latin typeface="Calibri"/>
                <a:cs typeface="Calibri"/>
              </a:rPr>
              <a:t> </a:t>
            </a:r>
            <a:r>
              <a:rPr sz="2800" dirty="0">
                <a:latin typeface="Calibri"/>
                <a:cs typeface="Calibri"/>
              </a:rPr>
              <a:t>để</a:t>
            </a:r>
            <a:r>
              <a:rPr sz="2800" spc="-45" dirty="0">
                <a:latin typeface="Calibri"/>
                <a:cs typeface="Calibri"/>
              </a:rPr>
              <a:t> </a:t>
            </a:r>
            <a:r>
              <a:rPr sz="2800" dirty="0">
                <a:latin typeface="Calibri"/>
                <a:cs typeface="Calibri"/>
              </a:rPr>
              <a:t>thực</a:t>
            </a:r>
            <a:r>
              <a:rPr sz="2800" spc="-20" dirty="0">
                <a:latin typeface="Calibri"/>
                <a:cs typeface="Calibri"/>
              </a:rPr>
              <a:t> </a:t>
            </a:r>
            <a:r>
              <a:rPr sz="2800" dirty="0">
                <a:latin typeface="Calibri"/>
                <a:cs typeface="Calibri"/>
              </a:rPr>
              <a:t>hiện</a:t>
            </a:r>
            <a:r>
              <a:rPr sz="2800" spc="-30" dirty="0">
                <a:latin typeface="Calibri"/>
                <a:cs typeface="Calibri"/>
              </a:rPr>
              <a:t> </a:t>
            </a:r>
            <a:r>
              <a:rPr sz="2800" dirty="0">
                <a:latin typeface="Calibri"/>
                <a:cs typeface="Calibri"/>
              </a:rPr>
              <a:t>toàn</a:t>
            </a:r>
            <a:r>
              <a:rPr sz="2800" spc="-50" dirty="0">
                <a:latin typeface="Calibri"/>
                <a:cs typeface="Calibri"/>
              </a:rPr>
              <a:t> </a:t>
            </a:r>
            <a:r>
              <a:rPr sz="2800" dirty="0">
                <a:latin typeface="Calibri"/>
                <a:cs typeface="Calibri"/>
              </a:rPr>
              <a:t>bộ</a:t>
            </a:r>
            <a:r>
              <a:rPr sz="2800" spc="-40" dirty="0">
                <a:latin typeface="Calibri"/>
                <a:cs typeface="Calibri"/>
              </a:rPr>
              <a:t> </a:t>
            </a:r>
            <a:r>
              <a:rPr sz="2800" spc="-25" dirty="0">
                <a:latin typeface="Calibri"/>
                <a:cs typeface="Calibri"/>
              </a:rPr>
              <a:t>quá </a:t>
            </a:r>
            <a:r>
              <a:rPr sz="2800" spc="-10" dirty="0">
                <a:latin typeface="Calibri"/>
                <a:cs typeface="Calibri"/>
              </a:rPr>
              <a:t>trình.</a:t>
            </a:r>
            <a:endParaRPr sz="2800">
              <a:latin typeface="Calibri"/>
              <a:cs typeface="Calibri"/>
            </a:endParaRPr>
          </a:p>
        </p:txBody>
      </p:sp>
      <p:sp>
        <p:nvSpPr>
          <p:cNvPr id="4" name="object 4"/>
          <p:cNvSpPr/>
          <p:nvPr/>
        </p:nvSpPr>
        <p:spPr>
          <a:xfrm>
            <a:off x="1840992" y="4114800"/>
            <a:ext cx="5366385" cy="685800"/>
          </a:xfrm>
          <a:custGeom>
            <a:avLst/>
            <a:gdLst/>
            <a:ahLst/>
            <a:cxnLst/>
            <a:rect l="l" t="t" r="r" b="b"/>
            <a:pathLst>
              <a:path w="5366384" h="685800">
                <a:moveTo>
                  <a:pt x="2654046" y="0"/>
                </a:moveTo>
                <a:lnTo>
                  <a:pt x="0" y="685800"/>
                </a:lnTo>
              </a:path>
              <a:path w="5366384" h="685800">
                <a:moveTo>
                  <a:pt x="2679192" y="0"/>
                </a:moveTo>
                <a:lnTo>
                  <a:pt x="2679192" y="685800"/>
                </a:lnTo>
              </a:path>
              <a:path w="5366384" h="685800">
                <a:moveTo>
                  <a:pt x="2679192" y="0"/>
                </a:moveTo>
                <a:lnTo>
                  <a:pt x="5366258" y="685800"/>
                </a:lnTo>
              </a:path>
            </a:pathLst>
          </a:custGeom>
          <a:ln w="9144">
            <a:solidFill>
              <a:srgbClr val="000000"/>
            </a:solidFill>
          </a:ln>
        </p:spPr>
        <p:txBody>
          <a:bodyPr wrap="square" lIns="0" tIns="0" rIns="0" bIns="0" rtlCol="0"/>
          <a:lstStyle/>
          <a:p>
            <a:endParaRPr/>
          </a:p>
        </p:txBody>
      </p:sp>
      <p:sp>
        <p:nvSpPr>
          <p:cNvPr id="5" name="object 5"/>
          <p:cNvSpPr txBox="1"/>
          <p:nvPr/>
        </p:nvSpPr>
        <p:spPr>
          <a:xfrm>
            <a:off x="1194053" y="4801361"/>
            <a:ext cx="1295400" cy="457200"/>
          </a:xfrm>
          <a:prstGeom prst="rect">
            <a:avLst/>
          </a:prstGeom>
          <a:solidFill>
            <a:srgbClr val="4F81BC"/>
          </a:solidFill>
          <a:ln w="25908">
            <a:solidFill>
              <a:srgbClr val="385D89"/>
            </a:solidFill>
          </a:ln>
        </p:spPr>
        <p:txBody>
          <a:bodyPr vert="horz" wrap="square" lIns="0" tIns="76835" rIns="0" bIns="0" rtlCol="0">
            <a:spAutoFit/>
          </a:bodyPr>
          <a:lstStyle/>
          <a:p>
            <a:pPr marL="339090">
              <a:lnSpc>
                <a:spcPct val="100000"/>
              </a:lnSpc>
              <a:spcBef>
                <a:spcPts val="605"/>
              </a:spcBef>
            </a:pPr>
            <a:r>
              <a:rPr sz="1800" dirty="0">
                <a:solidFill>
                  <a:srgbClr val="FFFFFF"/>
                </a:solidFill>
                <a:latin typeface="Calibri"/>
                <a:cs typeface="Calibri"/>
              </a:rPr>
              <a:t>Cách</a:t>
            </a:r>
            <a:r>
              <a:rPr sz="1800" spc="-35" dirty="0">
                <a:solidFill>
                  <a:srgbClr val="FFFFFF"/>
                </a:solidFill>
                <a:latin typeface="Calibri"/>
                <a:cs typeface="Calibri"/>
              </a:rPr>
              <a:t> </a:t>
            </a:r>
            <a:r>
              <a:rPr sz="1800" spc="-50" dirty="0">
                <a:solidFill>
                  <a:srgbClr val="FFFFFF"/>
                </a:solidFill>
                <a:latin typeface="Calibri"/>
                <a:cs typeface="Calibri"/>
              </a:rPr>
              <a:t>1</a:t>
            </a:r>
            <a:endParaRPr sz="1800">
              <a:latin typeface="Calibri"/>
              <a:cs typeface="Calibri"/>
            </a:endParaRPr>
          </a:p>
        </p:txBody>
      </p:sp>
      <p:sp>
        <p:nvSpPr>
          <p:cNvPr id="6" name="object 6"/>
          <p:cNvSpPr txBox="1"/>
          <p:nvPr/>
        </p:nvSpPr>
        <p:spPr>
          <a:xfrm>
            <a:off x="3873246" y="4801361"/>
            <a:ext cx="1295400" cy="457200"/>
          </a:xfrm>
          <a:prstGeom prst="rect">
            <a:avLst/>
          </a:prstGeom>
          <a:solidFill>
            <a:srgbClr val="4F81BC"/>
          </a:solidFill>
          <a:ln w="25907">
            <a:solidFill>
              <a:srgbClr val="385D89"/>
            </a:solidFill>
          </a:ln>
        </p:spPr>
        <p:txBody>
          <a:bodyPr vert="horz" wrap="square" lIns="0" tIns="76835" rIns="0" bIns="0" rtlCol="0">
            <a:spAutoFit/>
          </a:bodyPr>
          <a:lstStyle/>
          <a:p>
            <a:pPr marL="337820">
              <a:lnSpc>
                <a:spcPct val="100000"/>
              </a:lnSpc>
              <a:spcBef>
                <a:spcPts val="605"/>
              </a:spcBef>
            </a:pPr>
            <a:r>
              <a:rPr sz="1800" dirty="0">
                <a:solidFill>
                  <a:srgbClr val="FFFFFF"/>
                </a:solidFill>
                <a:latin typeface="Calibri"/>
                <a:cs typeface="Calibri"/>
              </a:rPr>
              <a:t>Cách</a:t>
            </a:r>
            <a:r>
              <a:rPr sz="1800" spc="-45" dirty="0">
                <a:solidFill>
                  <a:srgbClr val="FFFFFF"/>
                </a:solidFill>
                <a:latin typeface="Calibri"/>
                <a:cs typeface="Calibri"/>
              </a:rPr>
              <a:t> </a:t>
            </a:r>
            <a:r>
              <a:rPr sz="1800" spc="-50" dirty="0">
                <a:solidFill>
                  <a:srgbClr val="FFFFFF"/>
                </a:solidFill>
                <a:latin typeface="Calibri"/>
                <a:cs typeface="Calibri"/>
              </a:rPr>
              <a:t>2</a:t>
            </a:r>
            <a:endParaRPr sz="1800">
              <a:latin typeface="Calibri"/>
              <a:cs typeface="Calibri"/>
            </a:endParaRPr>
          </a:p>
        </p:txBody>
      </p:sp>
      <p:grpSp>
        <p:nvGrpSpPr>
          <p:cNvPr id="7" name="object 7"/>
          <p:cNvGrpSpPr/>
          <p:nvPr/>
        </p:nvGrpSpPr>
        <p:grpSpPr>
          <a:xfrm>
            <a:off x="6547040" y="4788344"/>
            <a:ext cx="1321435" cy="483234"/>
            <a:chOff x="6547040" y="4788344"/>
            <a:chExt cx="1321435" cy="483234"/>
          </a:xfrm>
        </p:grpSpPr>
        <p:sp>
          <p:nvSpPr>
            <p:cNvPr id="8" name="object 8"/>
            <p:cNvSpPr/>
            <p:nvPr/>
          </p:nvSpPr>
          <p:spPr>
            <a:xfrm>
              <a:off x="6560058" y="4801362"/>
              <a:ext cx="1295400" cy="457200"/>
            </a:xfrm>
            <a:custGeom>
              <a:avLst/>
              <a:gdLst/>
              <a:ahLst/>
              <a:cxnLst/>
              <a:rect l="l" t="t" r="r" b="b"/>
              <a:pathLst>
                <a:path w="1295400" h="457200">
                  <a:moveTo>
                    <a:pt x="1295400" y="0"/>
                  </a:moveTo>
                  <a:lnTo>
                    <a:pt x="0" y="0"/>
                  </a:lnTo>
                  <a:lnTo>
                    <a:pt x="0" y="457200"/>
                  </a:lnTo>
                  <a:lnTo>
                    <a:pt x="1295400" y="457200"/>
                  </a:lnTo>
                  <a:lnTo>
                    <a:pt x="1295400" y="0"/>
                  </a:lnTo>
                  <a:close/>
                </a:path>
              </a:pathLst>
            </a:custGeom>
            <a:solidFill>
              <a:srgbClr val="4F81BC"/>
            </a:solidFill>
          </p:spPr>
          <p:txBody>
            <a:bodyPr wrap="square" lIns="0" tIns="0" rIns="0" bIns="0" rtlCol="0"/>
            <a:lstStyle/>
            <a:p>
              <a:endParaRPr/>
            </a:p>
          </p:txBody>
        </p:sp>
        <p:sp>
          <p:nvSpPr>
            <p:cNvPr id="9" name="object 9"/>
            <p:cNvSpPr/>
            <p:nvPr/>
          </p:nvSpPr>
          <p:spPr>
            <a:xfrm>
              <a:off x="6560058" y="4801362"/>
              <a:ext cx="1295400" cy="457200"/>
            </a:xfrm>
            <a:custGeom>
              <a:avLst/>
              <a:gdLst/>
              <a:ahLst/>
              <a:cxnLst/>
              <a:rect l="l" t="t" r="r" b="b"/>
              <a:pathLst>
                <a:path w="1295400" h="457200">
                  <a:moveTo>
                    <a:pt x="0" y="457200"/>
                  </a:moveTo>
                  <a:lnTo>
                    <a:pt x="1295400" y="457200"/>
                  </a:lnTo>
                  <a:lnTo>
                    <a:pt x="1295400" y="0"/>
                  </a:lnTo>
                  <a:lnTo>
                    <a:pt x="0" y="0"/>
                  </a:lnTo>
                  <a:lnTo>
                    <a:pt x="0" y="457200"/>
                  </a:lnTo>
                  <a:close/>
                </a:path>
              </a:pathLst>
            </a:custGeom>
            <a:ln w="25908">
              <a:solidFill>
                <a:srgbClr val="385D89"/>
              </a:solidFill>
            </a:ln>
          </p:spPr>
          <p:txBody>
            <a:bodyPr wrap="square" lIns="0" tIns="0" rIns="0" bIns="0" rtlCol="0"/>
            <a:lstStyle/>
            <a:p>
              <a:endParaRPr/>
            </a:p>
          </p:txBody>
        </p:sp>
      </p:grpSp>
      <p:sp>
        <p:nvSpPr>
          <p:cNvPr id="10" name="object 10"/>
          <p:cNvSpPr txBox="1"/>
          <p:nvPr/>
        </p:nvSpPr>
        <p:spPr>
          <a:xfrm>
            <a:off x="6886702" y="4865370"/>
            <a:ext cx="64262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Calibri"/>
                <a:cs typeface="Calibri"/>
              </a:rPr>
              <a:t>Cách</a:t>
            </a:r>
            <a:r>
              <a:rPr sz="1800" spc="-45" dirty="0">
                <a:solidFill>
                  <a:srgbClr val="FFFFFF"/>
                </a:solidFill>
                <a:latin typeface="Calibri"/>
                <a:cs typeface="Calibri"/>
              </a:rPr>
              <a:t> </a:t>
            </a:r>
            <a:r>
              <a:rPr sz="1800" spc="-50" dirty="0">
                <a:solidFill>
                  <a:srgbClr val="FFFFFF"/>
                </a:solidFill>
                <a:latin typeface="Calibri"/>
                <a:cs typeface="Calibri"/>
              </a:rPr>
              <a:t>3</a:t>
            </a:r>
            <a:endParaRPr sz="1800">
              <a:latin typeface="Calibri"/>
              <a:cs typeface="Calibri"/>
            </a:endParaRPr>
          </a:p>
        </p:txBody>
      </p:sp>
      <p:grpSp>
        <p:nvGrpSpPr>
          <p:cNvPr id="11" name="object 11"/>
          <p:cNvGrpSpPr/>
          <p:nvPr/>
        </p:nvGrpSpPr>
        <p:grpSpPr>
          <a:xfrm>
            <a:off x="804608" y="5774372"/>
            <a:ext cx="393700" cy="407034"/>
            <a:chOff x="804608" y="5774372"/>
            <a:chExt cx="393700" cy="407034"/>
          </a:xfrm>
        </p:grpSpPr>
        <p:sp>
          <p:nvSpPr>
            <p:cNvPr id="12" name="object 12"/>
            <p:cNvSpPr/>
            <p:nvPr/>
          </p:nvSpPr>
          <p:spPr>
            <a:xfrm>
              <a:off x="817625" y="5787389"/>
              <a:ext cx="367665" cy="381000"/>
            </a:xfrm>
            <a:custGeom>
              <a:avLst/>
              <a:gdLst/>
              <a:ahLst/>
              <a:cxnLst/>
              <a:rect l="l" t="t" r="r" b="b"/>
              <a:pathLst>
                <a:path w="367665" h="381000">
                  <a:moveTo>
                    <a:pt x="367284" y="0"/>
                  </a:moveTo>
                  <a:lnTo>
                    <a:pt x="0" y="0"/>
                  </a:lnTo>
                  <a:lnTo>
                    <a:pt x="0" y="381000"/>
                  </a:lnTo>
                  <a:lnTo>
                    <a:pt x="367284" y="381000"/>
                  </a:lnTo>
                  <a:lnTo>
                    <a:pt x="367284" y="0"/>
                  </a:lnTo>
                  <a:close/>
                </a:path>
              </a:pathLst>
            </a:custGeom>
            <a:solidFill>
              <a:srgbClr val="FFC000"/>
            </a:solidFill>
          </p:spPr>
          <p:txBody>
            <a:bodyPr wrap="square" lIns="0" tIns="0" rIns="0" bIns="0" rtlCol="0"/>
            <a:lstStyle/>
            <a:p>
              <a:endParaRPr/>
            </a:p>
          </p:txBody>
        </p:sp>
        <p:sp>
          <p:nvSpPr>
            <p:cNvPr id="13" name="object 13"/>
            <p:cNvSpPr/>
            <p:nvPr/>
          </p:nvSpPr>
          <p:spPr>
            <a:xfrm>
              <a:off x="817625" y="5787389"/>
              <a:ext cx="367665" cy="381000"/>
            </a:xfrm>
            <a:custGeom>
              <a:avLst/>
              <a:gdLst/>
              <a:ahLst/>
              <a:cxnLst/>
              <a:rect l="l" t="t" r="r" b="b"/>
              <a:pathLst>
                <a:path w="367665" h="381000">
                  <a:moveTo>
                    <a:pt x="0" y="381000"/>
                  </a:moveTo>
                  <a:lnTo>
                    <a:pt x="367284" y="381000"/>
                  </a:lnTo>
                  <a:lnTo>
                    <a:pt x="367284" y="0"/>
                  </a:lnTo>
                  <a:lnTo>
                    <a:pt x="0" y="0"/>
                  </a:lnTo>
                  <a:lnTo>
                    <a:pt x="0" y="381000"/>
                  </a:lnTo>
                  <a:close/>
                </a:path>
              </a:pathLst>
            </a:custGeom>
            <a:ln w="25908">
              <a:solidFill>
                <a:srgbClr val="F79546"/>
              </a:solidFill>
            </a:ln>
          </p:spPr>
          <p:txBody>
            <a:bodyPr wrap="square" lIns="0" tIns="0" rIns="0" bIns="0" rtlCol="0"/>
            <a:lstStyle/>
            <a:p>
              <a:endParaRPr/>
            </a:p>
          </p:txBody>
        </p:sp>
      </p:grpSp>
      <p:sp>
        <p:nvSpPr>
          <p:cNvPr id="14" name="object 14"/>
          <p:cNvSpPr txBox="1"/>
          <p:nvPr/>
        </p:nvSpPr>
        <p:spPr>
          <a:xfrm>
            <a:off x="817625" y="5787390"/>
            <a:ext cx="367665" cy="381000"/>
          </a:xfrm>
          <a:prstGeom prst="rect">
            <a:avLst/>
          </a:prstGeom>
        </p:spPr>
        <p:txBody>
          <a:bodyPr vert="horz" wrap="square" lIns="0" tIns="38100" rIns="0" bIns="0" rtlCol="0">
            <a:spAutoFit/>
          </a:bodyPr>
          <a:lstStyle/>
          <a:p>
            <a:pPr algn="ctr">
              <a:lnSpc>
                <a:spcPct val="100000"/>
              </a:lnSpc>
              <a:spcBef>
                <a:spcPts val="300"/>
              </a:spcBef>
            </a:pPr>
            <a:r>
              <a:rPr sz="1800" spc="-50" dirty="0">
                <a:latin typeface="Calibri"/>
                <a:cs typeface="Calibri"/>
              </a:rPr>
              <a:t>1</a:t>
            </a:r>
            <a:endParaRPr sz="1800">
              <a:latin typeface="Calibri"/>
              <a:cs typeface="Calibri"/>
            </a:endParaRPr>
          </a:p>
        </p:txBody>
      </p:sp>
      <p:grpSp>
        <p:nvGrpSpPr>
          <p:cNvPr id="15" name="object 15"/>
          <p:cNvGrpSpPr/>
          <p:nvPr/>
        </p:nvGrpSpPr>
        <p:grpSpPr>
          <a:xfrm>
            <a:off x="2516060" y="5778944"/>
            <a:ext cx="393700" cy="407034"/>
            <a:chOff x="2516060" y="5778944"/>
            <a:chExt cx="393700" cy="407034"/>
          </a:xfrm>
        </p:grpSpPr>
        <p:sp>
          <p:nvSpPr>
            <p:cNvPr id="16" name="object 16"/>
            <p:cNvSpPr/>
            <p:nvPr/>
          </p:nvSpPr>
          <p:spPr>
            <a:xfrm>
              <a:off x="2529078" y="5791962"/>
              <a:ext cx="367665" cy="381000"/>
            </a:xfrm>
            <a:custGeom>
              <a:avLst/>
              <a:gdLst/>
              <a:ahLst/>
              <a:cxnLst/>
              <a:rect l="l" t="t" r="r" b="b"/>
              <a:pathLst>
                <a:path w="367664" h="381000">
                  <a:moveTo>
                    <a:pt x="367284" y="0"/>
                  </a:moveTo>
                  <a:lnTo>
                    <a:pt x="0" y="0"/>
                  </a:lnTo>
                  <a:lnTo>
                    <a:pt x="0" y="381000"/>
                  </a:lnTo>
                  <a:lnTo>
                    <a:pt x="367284" y="381000"/>
                  </a:lnTo>
                  <a:lnTo>
                    <a:pt x="367284" y="0"/>
                  </a:lnTo>
                  <a:close/>
                </a:path>
              </a:pathLst>
            </a:custGeom>
            <a:solidFill>
              <a:srgbClr val="FFC000"/>
            </a:solidFill>
          </p:spPr>
          <p:txBody>
            <a:bodyPr wrap="square" lIns="0" tIns="0" rIns="0" bIns="0" rtlCol="0"/>
            <a:lstStyle/>
            <a:p>
              <a:endParaRPr/>
            </a:p>
          </p:txBody>
        </p:sp>
        <p:sp>
          <p:nvSpPr>
            <p:cNvPr id="17" name="object 17"/>
            <p:cNvSpPr/>
            <p:nvPr/>
          </p:nvSpPr>
          <p:spPr>
            <a:xfrm>
              <a:off x="2529078" y="5791962"/>
              <a:ext cx="367665" cy="381000"/>
            </a:xfrm>
            <a:custGeom>
              <a:avLst/>
              <a:gdLst/>
              <a:ahLst/>
              <a:cxnLst/>
              <a:rect l="l" t="t" r="r" b="b"/>
              <a:pathLst>
                <a:path w="367664" h="381000">
                  <a:moveTo>
                    <a:pt x="0" y="381000"/>
                  </a:moveTo>
                  <a:lnTo>
                    <a:pt x="367284" y="381000"/>
                  </a:lnTo>
                  <a:lnTo>
                    <a:pt x="367284" y="0"/>
                  </a:lnTo>
                  <a:lnTo>
                    <a:pt x="0" y="0"/>
                  </a:lnTo>
                  <a:lnTo>
                    <a:pt x="0" y="381000"/>
                  </a:lnTo>
                  <a:close/>
                </a:path>
              </a:pathLst>
            </a:custGeom>
            <a:ln w="25908">
              <a:solidFill>
                <a:srgbClr val="F79546"/>
              </a:solidFill>
            </a:ln>
          </p:spPr>
          <p:txBody>
            <a:bodyPr wrap="square" lIns="0" tIns="0" rIns="0" bIns="0" rtlCol="0"/>
            <a:lstStyle/>
            <a:p>
              <a:endParaRPr/>
            </a:p>
          </p:txBody>
        </p:sp>
      </p:grpSp>
      <p:sp>
        <p:nvSpPr>
          <p:cNvPr id="18" name="object 18"/>
          <p:cNvSpPr txBox="1"/>
          <p:nvPr/>
        </p:nvSpPr>
        <p:spPr>
          <a:xfrm>
            <a:off x="2529077" y="5791961"/>
            <a:ext cx="367665" cy="381000"/>
          </a:xfrm>
          <a:prstGeom prst="rect">
            <a:avLst/>
          </a:prstGeom>
        </p:spPr>
        <p:txBody>
          <a:bodyPr vert="horz" wrap="square" lIns="0" tIns="38100" rIns="0" bIns="0" rtlCol="0">
            <a:spAutoFit/>
          </a:bodyPr>
          <a:lstStyle/>
          <a:p>
            <a:pPr algn="ctr">
              <a:lnSpc>
                <a:spcPct val="100000"/>
              </a:lnSpc>
              <a:spcBef>
                <a:spcPts val="300"/>
              </a:spcBef>
            </a:pPr>
            <a:r>
              <a:rPr sz="1800" spc="-50" dirty="0">
                <a:latin typeface="Calibri"/>
                <a:cs typeface="Calibri"/>
              </a:rPr>
              <a:t>4</a:t>
            </a:r>
            <a:endParaRPr sz="1800">
              <a:latin typeface="Calibri"/>
              <a:cs typeface="Calibri"/>
            </a:endParaRPr>
          </a:p>
        </p:txBody>
      </p:sp>
      <p:grpSp>
        <p:nvGrpSpPr>
          <p:cNvPr id="19" name="object 19"/>
          <p:cNvGrpSpPr/>
          <p:nvPr/>
        </p:nvGrpSpPr>
        <p:grpSpPr>
          <a:xfrm>
            <a:off x="1944560" y="5778944"/>
            <a:ext cx="394970" cy="407034"/>
            <a:chOff x="1944560" y="5778944"/>
            <a:chExt cx="394970" cy="407034"/>
          </a:xfrm>
        </p:grpSpPr>
        <p:sp>
          <p:nvSpPr>
            <p:cNvPr id="20" name="object 20"/>
            <p:cNvSpPr/>
            <p:nvPr/>
          </p:nvSpPr>
          <p:spPr>
            <a:xfrm>
              <a:off x="1957578" y="5791962"/>
              <a:ext cx="368935" cy="381000"/>
            </a:xfrm>
            <a:custGeom>
              <a:avLst/>
              <a:gdLst/>
              <a:ahLst/>
              <a:cxnLst/>
              <a:rect l="l" t="t" r="r" b="b"/>
              <a:pathLst>
                <a:path w="368935" h="381000">
                  <a:moveTo>
                    <a:pt x="368807" y="0"/>
                  </a:moveTo>
                  <a:lnTo>
                    <a:pt x="0" y="0"/>
                  </a:lnTo>
                  <a:lnTo>
                    <a:pt x="0" y="381000"/>
                  </a:lnTo>
                  <a:lnTo>
                    <a:pt x="368807" y="381000"/>
                  </a:lnTo>
                  <a:lnTo>
                    <a:pt x="368807" y="0"/>
                  </a:lnTo>
                  <a:close/>
                </a:path>
              </a:pathLst>
            </a:custGeom>
            <a:solidFill>
              <a:srgbClr val="FFC000"/>
            </a:solidFill>
          </p:spPr>
          <p:txBody>
            <a:bodyPr wrap="square" lIns="0" tIns="0" rIns="0" bIns="0" rtlCol="0"/>
            <a:lstStyle/>
            <a:p>
              <a:endParaRPr/>
            </a:p>
          </p:txBody>
        </p:sp>
        <p:sp>
          <p:nvSpPr>
            <p:cNvPr id="21" name="object 21"/>
            <p:cNvSpPr/>
            <p:nvPr/>
          </p:nvSpPr>
          <p:spPr>
            <a:xfrm>
              <a:off x="1957578" y="5791962"/>
              <a:ext cx="368935" cy="381000"/>
            </a:xfrm>
            <a:custGeom>
              <a:avLst/>
              <a:gdLst/>
              <a:ahLst/>
              <a:cxnLst/>
              <a:rect l="l" t="t" r="r" b="b"/>
              <a:pathLst>
                <a:path w="368935" h="381000">
                  <a:moveTo>
                    <a:pt x="0" y="381000"/>
                  </a:moveTo>
                  <a:lnTo>
                    <a:pt x="368807" y="381000"/>
                  </a:lnTo>
                  <a:lnTo>
                    <a:pt x="368807" y="0"/>
                  </a:lnTo>
                  <a:lnTo>
                    <a:pt x="0" y="0"/>
                  </a:lnTo>
                  <a:lnTo>
                    <a:pt x="0" y="381000"/>
                  </a:lnTo>
                  <a:close/>
                </a:path>
              </a:pathLst>
            </a:custGeom>
            <a:ln w="25908">
              <a:solidFill>
                <a:srgbClr val="F79546"/>
              </a:solidFill>
            </a:ln>
          </p:spPr>
          <p:txBody>
            <a:bodyPr wrap="square" lIns="0" tIns="0" rIns="0" bIns="0" rtlCol="0"/>
            <a:lstStyle/>
            <a:p>
              <a:endParaRPr/>
            </a:p>
          </p:txBody>
        </p:sp>
      </p:grpSp>
      <p:sp>
        <p:nvSpPr>
          <p:cNvPr id="22" name="object 22"/>
          <p:cNvSpPr txBox="1"/>
          <p:nvPr/>
        </p:nvSpPr>
        <p:spPr>
          <a:xfrm>
            <a:off x="1957577" y="5791961"/>
            <a:ext cx="368935" cy="381000"/>
          </a:xfrm>
          <a:prstGeom prst="rect">
            <a:avLst/>
          </a:prstGeom>
        </p:spPr>
        <p:txBody>
          <a:bodyPr vert="horz" wrap="square" lIns="0" tIns="38100" rIns="0" bIns="0" rtlCol="0">
            <a:spAutoFit/>
          </a:bodyPr>
          <a:lstStyle/>
          <a:p>
            <a:pPr algn="ctr">
              <a:lnSpc>
                <a:spcPct val="100000"/>
              </a:lnSpc>
              <a:spcBef>
                <a:spcPts val="300"/>
              </a:spcBef>
            </a:pPr>
            <a:r>
              <a:rPr sz="1800" spc="-50" dirty="0">
                <a:latin typeface="Calibri"/>
                <a:cs typeface="Calibri"/>
              </a:rPr>
              <a:t>3</a:t>
            </a:r>
            <a:endParaRPr sz="1800">
              <a:latin typeface="Calibri"/>
              <a:cs typeface="Calibri"/>
            </a:endParaRPr>
          </a:p>
        </p:txBody>
      </p:sp>
      <p:grpSp>
        <p:nvGrpSpPr>
          <p:cNvPr id="23" name="object 23"/>
          <p:cNvGrpSpPr/>
          <p:nvPr/>
        </p:nvGrpSpPr>
        <p:grpSpPr>
          <a:xfrm>
            <a:off x="1374584" y="5774372"/>
            <a:ext cx="393700" cy="407034"/>
            <a:chOff x="1374584" y="5774372"/>
            <a:chExt cx="393700" cy="407034"/>
          </a:xfrm>
        </p:grpSpPr>
        <p:sp>
          <p:nvSpPr>
            <p:cNvPr id="24" name="object 24"/>
            <p:cNvSpPr/>
            <p:nvPr/>
          </p:nvSpPr>
          <p:spPr>
            <a:xfrm>
              <a:off x="1387602" y="5787389"/>
              <a:ext cx="367665" cy="381000"/>
            </a:xfrm>
            <a:custGeom>
              <a:avLst/>
              <a:gdLst/>
              <a:ahLst/>
              <a:cxnLst/>
              <a:rect l="l" t="t" r="r" b="b"/>
              <a:pathLst>
                <a:path w="367664" h="381000">
                  <a:moveTo>
                    <a:pt x="367284" y="0"/>
                  </a:moveTo>
                  <a:lnTo>
                    <a:pt x="0" y="0"/>
                  </a:lnTo>
                  <a:lnTo>
                    <a:pt x="0" y="381000"/>
                  </a:lnTo>
                  <a:lnTo>
                    <a:pt x="367284" y="381000"/>
                  </a:lnTo>
                  <a:lnTo>
                    <a:pt x="367284" y="0"/>
                  </a:lnTo>
                  <a:close/>
                </a:path>
              </a:pathLst>
            </a:custGeom>
            <a:solidFill>
              <a:srgbClr val="FFC000"/>
            </a:solidFill>
          </p:spPr>
          <p:txBody>
            <a:bodyPr wrap="square" lIns="0" tIns="0" rIns="0" bIns="0" rtlCol="0"/>
            <a:lstStyle/>
            <a:p>
              <a:endParaRPr/>
            </a:p>
          </p:txBody>
        </p:sp>
        <p:sp>
          <p:nvSpPr>
            <p:cNvPr id="25" name="object 25"/>
            <p:cNvSpPr/>
            <p:nvPr/>
          </p:nvSpPr>
          <p:spPr>
            <a:xfrm>
              <a:off x="1387602" y="5787389"/>
              <a:ext cx="367665" cy="381000"/>
            </a:xfrm>
            <a:custGeom>
              <a:avLst/>
              <a:gdLst/>
              <a:ahLst/>
              <a:cxnLst/>
              <a:rect l="l" t="t" r="r" b="b"/>
              <a:pathLst>
                <a:path w="367664" h="381000">
                  <a:moveTo>
                    <a:pt x="0" y="381000"/>
                  </a:moveTo>
                  <a:lnTo>
                    <a:pt x="367284" y="381000"/>
                  </a:lnTo>
                  <a:lnTo>
                    <a:pt x="367284" y="0"/>
                  </a:lnTo>
                  <a:lnTo>
                    <a:pt x="0" y="0"/>
                  </a:lnTo>
                  <a:lnTo>
                    <a:pt x="0" y="381000"/>
                  </a:lnTo>
                  <a:close/>
                </a:path>
              </a:pathLst>
            </a:custGeom>
            <a:ln w="25908">
              <a:solidFill>
                <a:srgbClr val="F79546"/>
              </a:solidFill>
            </a:ln>
          </p:spPr>
          <p:txBody>
            <a:bodyPr wrap="square" lIns="0" tIns="0" rIns="0" bIns="0" rtlCol="0"/>
            <a:lstStyle/>
            <a:p>
              <a:endParaRPr/>
            </a:p>
          </p:txBody>
        </p:sp>
      </p:grpSp>
      <p:sp>
        <p:nvSpPr>
          <p:cNvPr id="26" name="object 26"/>
          <p:cNvSpPr txBox="1"/>
          <p:nvPr/>
        </p:nvSpPr>
        <p:spPr>
          <a:xfrm>
            <a:off x="1387602" y="5787390"/>
            <a:ext cx="367665" cy="381000"/>
          </a:xfrm>
          <a:prstGeom prst="rect">
            <a:avLst/>
          </a:prstGeom>
        </p:spPr>
        <p:txBody>
          <a:bodyPr vert="horz" wrap="square" lIns="0" tIns="38100" rIns="0" bIns="0" rtlCol="0">
            <a:spAutoFit/>
          </a:bodyPr>
          <a:lstStyle/>
          <a:p>
            <a:pPr algn="ctr">
              <a:lnSpc>
                <a:spcPct val="100000"/>
              </a:lnSpc>
              <a:spcBef>
                <a:spcPts val="300"/>
              </a:spcBef>
            </a:pPr>
            <a:r>
              <a:rPr sz="1800" spc="-50" dirty="0">
                <a:latin typeface="Calibri"/>
                <a:cs typeface="Calibri"/>
              </a:rPr>
              <a:t>2</a:t>
            </a:r>
            <a:endParaRPr sz="1800">
              <a:latin typeface="Calibri"/>
              <a:cs typeface="Calibri"/>
            </a:endParaRPr>
          </a:p>
        </p:txBody>
      </p:sp>
      <p:grpSp>
        <p:nvGrpSpPr>
          <p:cNvPr id="27" name="object 27"/>
          <p:cNvGrpSpPr/>
          <p:nvPr/>
        </p:nvGrpSpPr>
        <p:grpSpPr>
          <a:xfrm>
            <a:off x="994981" y="5253037"/>
            <a:ext cx="2868930" cy="937894"/>
            <a:chOff x="994981" y="5253037"/>
            <a:chExt cx="2868930" cy="937894"/>
          </a:xfrm>
        </p:grpSpPr>
        <p:sp>
          <p:nvSpPr>
            <p:cNvPr id="28" name="object 28"/>
            <p:cNvSpPr/>
            <p:nvPr/>
          </p:nvSpPr>
          <p:spPr>
            <a:xfrm>
              <a:off x="999744" y="5257800"/>
              <a:ext cx="1711960" cy="533400"/>
            </a:xfrm>
            <a:custGeom>
              <a:avLst/>
              <a:gdLst/>
              <a:ahLst/>
              <a:cxnLst/>
              <a:rect l="l" t="t" r="r" b="b"/>
              <a:pathLst>
                <a:path w="1711960" h="533400">
                  <a:moveTo>
                    <a:pt x="841629" y="0"/>
                  </a:moveTo>
                  <a:lnTo>
                    <a:pt x="0" y="528485"/>
                  </a:lnTo>
                </a:path>
                <a:path w="1711960" h="533400">
                  <a:moveTo>
                    <a:pt x="842518" y="0"/>
                  </a:moveTo>
                  <a:lnTo>
                    <a:pt x="571500" y="528485"/>
                  </a:lnTo>
                </a:path>
                <a:path w="1711960" h="533400">
                  <a:moveTo>
                    <a:pt x="841248" y="0"/>
                  </a:moveTo>
                  <a:lnTo>
                    <a:pt x="1140841" y="533400"/>
                  </a:lnTo>
                </a:path>
                <a:path w="1711960" h="533400">
                  <a:moveTo>
                    <a:pt x="841248" y="0"/>
                  </a:moveTo>
                  <a:lnTo>
                    <a:pt x="1711452" y="533400"/>
                  </a:lnTo>
                </a:path>
              </a:pathLst>
            </a:custGeom>
            <a:ln w="9144">
              <a:solidFill>
                <a:srgbClr val="000000"/>
              </a:solidFill>
            </a:ln>
          </p:spPr>
          <p:txBody>
            <a:bodyPr wrap="square" lIns="0" tIns="0" rIns="0" bIns="0" rtlCol="0"/>
            <a:lstStyle/>
            <a:p>
              <a:endParaRPr/>
            </a:p>
          </p:txBody>
        </p:sp>
        <p:sp>
          <p:nvSpPr>
            <p:cNvPr id="29" name="object 29"/>
            <p:cNvSpPr/>
            <p:nvPr/>
          </p:nvSpPr>
          <p:spPr>
            <a:xfrm>
              <a:off x="3483101" y="5796533"/>
              <a:ext cx="367665" cy="381000"/>
            </a:xfrm>
            <a:custGeom>
              <a:avLst/>
              <a:gdLst/>
              <a:ahLst/>
              <a:cxnLst/>
              <a:rect l="l" t="t" r="r" b="b"/>
              <a:pathLst>
                <a:path w="367664" h="381000">
                  <a:moveTo>
                    <a:pt x="367284" y="0"/>
                  </a:moveTo>
                  <a:lnTo>
                    <a:pt x="0" y="0"/>
                  </a:lnTo>
                  <a:lnTo>
                    <a:pt x="0" y="380999"/>
                  </a:lnTo>
                  <a:lnTo>
                    <a:pt x="367284" y="380999"/>
                  </a:lnTo>
                  <a:lnTo>
                    <a:pt x="367284" y="0"/>
                  </a:lnTo>
                  <a:close/>
                </a:path>
              </a:pathLst>
            </a:custGeom>
            <a:solidFill>
              <a:srgbClr val="FFC000"/>
            </a:solidFill>
          </p:spPr>
          <p:txBody>
            <a:bodyPr wrap="square" lIns="0" tIns="0" rIns="0" bIns="0" rtlCol="0"/>
            <a:lstStyle/>
            <a:p>
              <a:endParaRPr/>
            </a:p>
          </p:txBody>
        </p:sp>
        <p:sp>
          <p:nvSpPr>
            <p:cNvPr id="30" name="object 30"/>
            <p:cNvSpPr/>
            <p:nvPr/>
          </p:nvSpPr>
          <p:spPr>
            <a:xfrm>
              <a:off x="3483101" y="5796533"/>
              <a:ext cx="367665" cy="381000"/>
            </a:xfrm>
            <a:custGeom>
              <a:avLst/>
              <a:gdLst/>
              <a:ahLst/>
              <a:cxnLst/>
              <a:rect l="l" t="t" r="r" b="b"/>
              <a:pathLst>
                <a:path w="367664" h="381000">
                  <a:moveTo>
                    <a:pt x="0" y="380999"/>
                  </a:moveTo>
                  <a:lnTo>
                    <a:pt x="367284" y="380999"/>
                  </a:lnTo>
                  <a:lnTo>
                    <a:pt x="367284" y="0"/>
                  </a:lnTo>
                  <a:lnTo>
                    <a:pt x="0" y="0"/>
                  </a:lnTo>
                  <a:lnTo>
                    <a:pt x="0" y="380999"/>
                  </a:lnTo>
                  <a:close/>
                </a:path>
              </a:pathLst>
            </a:custGeom>
            <a:ln w="25908">
              <a:solidFill>
                <a:srgbClr val="F79546"/>
              </a:solidFill>
            </a:ln>
          </p:spPr>
          <p:txBody>
            <a:bodyPr wrap="square" lIns="0" tIns="0" rIns="0" bIns="0" rtlCol="0"/>
            <a:lstStyle/>
            <a:p>
              <a:endParaRPr/>
            </a:p>
          </p:txBody>
        </p:sp>
      </p:grpSp>
      <p:sp>
        <p:nvSpPr>
          <p:cNvPr id="31" name="object 31"/>
          <p:cNvSpPr txBox="1"/>
          <p:nvPr/>
        </p:nvSpPr>
        <p:spPr>
          <a:xfrm>
            <a:off x="3483102" y="5796534"/>
            <a:ext cx="367665" cy="381000"/>
          </a:xfrm>
          <a:prstGeom prst="rect">
            <a:avLst/>
          </a:prstGeom>
        </p:spPr>
        <p:txBody>
          <a:bodyPr vert="horz" wrap="square" lIns="0" tIns="38735" rIns="0" bIns="0" rtlCol="0">
            <a:spAutoFit/>
          </a:bodyPr>
          <a:lstStyle/>
          <a:p>
            <a:pPr algn="ctr">
              <a:lnSpc>
                <a:spcPct val="100000"/>
              </a:lnSpc>
              <a:spcBef>
                <a:spcPts val="305"/>
              </a:spcBef>
            </a:pPr>
            <a:r>
              <a:rPr sz="1800" spc="-50" dirty="0">
                <a:latin typeface="Calibri"/>
                <a:cs typeface="Calibri"/>
              </a:rPr>
              <a:t>1</a:t>
            </a:r>
            <a:endParaRPr sz="1800">
              <a:latin typeface="Calibri"/>
              <a:cs typeface="Calibri"/>
            </a:endParaRPr>
          </a:p>
        </p:txBody>
      </p:sp>
      <p:grpSp>
        <p:nvGrpSpPr>
          <p:cNvPr id="32" name="object 32"/>
          <p:cNvGrpSpPr/>
          <p:nvPr/>
        </p:nvGrpSpPr>
        <p:grpSpPr>
          <a:xfrm>
            <a:off x="5181536" y="5788088"/>
            <a:ext cx="394970" cy="407034"/>
            <a:chOff x="5181536" y="5788088"/>
            <a:chExt cx="394970" cy="407034"/>
          </a:xfrm>
        </p:grpSpPr>
        <p:sp>
          <p:nvSpPr>
            <p:cNvPr id="33" name="object 33"/>
            <p:cNvSpPr/>
            <p:nvPr/>
          </p:nvSpPr>
          <p:spPr>
            <a:xfrm>
              <a:off x="5194553" y="5801106"/>
              <a:ext cx="368935" cy="381000"/>
            </a:xfrm>
            <a:custGeom>
              <a:avLst/>
              <a:gdLst/>
              <a:ahLst/>
              <a:cxnLst/>
              <a:rect l="l" t="t" r="r" b="b"/>
              <a:pathLst>
                <a:path w="368935" h="381000">
                  <a:moveTo>
                    <a:pt x="368808" y="0"/>
                  </a:moveTo>
                  <a:lnTo>
                    <a:pt x="0" y="0"/>
                  </a:lnTo>
                  <a:lnTo>
                    <a:pt x="0" y="381000"/>
                  </a:lnTo>
                  <a:lnTo>
                    <a:pt x="368808" y="381000"/>
                  </a:lnTo>
                  <a:lnTo>
                    <a:pt x="368808" y="0"/>
                  </a:lnTo>
                  <a:close/>
                </a:path>
              </a:pathLst>
            </a:custGeom>
            <a:solidFill>
              <a:srgbClr val="FFC000"/>
            </a:solidFill>
          </p:spPr>
          <p:txBody>
            <a:bodyPr wrap="square" lIns="0" tIns="0" rIns="0" bIns="0" rtlCol="0"/>
            <a:lstStyle/>
            <a:p>
              <a:endParaRPr/>
            </a:p>
          </p:txBody>
        </p:sp>
        <p:sp>
          <p:nvSpPr>
            <p:cNvPr id="34" name="object 34"/>
            <p:cNvSpPr/>
            <p:nvPr/>
          </p:nvSpPr>
          <p:spPr>
            <a:xfrm>
              <a:off x="5194553" y="5801106"/>
              <a:ext cx="368935" cy="381000"/>
            </a:xfrm>
            <a:custGeom>
              <a:avLst/>
              <a:gdLst/>
              <a:ahLst/>
              <a:cxnLst/>
              <a:rect l="l" t="t" r="r" b="b"/>
              <a:pathLst>
                <a:path w="368935" h="381000">
                  <a:moveTo>
                    <a:pt x="0" y="381000"/>
                  </a:moveTo>
                  <a:lnTo>
                    <a:pt x="368808" y="381000"/>
                  </a:lnTo>
                  <a:lnTo>
                    <a:pt x="368808" y="0"/>
                  </a:lnTo>
                  <a:lnTo>
                    <a:pt x="0" y="0"/>
                  </a:lnTo>
                  <a:lnTo>
                    <a:pt x="0" y="381000"/>
                  </a:lnTo>
                  <a:close/>
                </a:path>
              </a:pathLst>
            </a:custGeom>
            <a:ln w="25908">
              <a:solidFill>
                <a:srgbClr val="F79546"/>
              </a:solidFill>
            </a:ln>
          </p:spPr>
          <p:txBody>
            <a:bodyPr wrap="square" lIns="0" tIns="0" rIns="0" bIns="0" rtlCol="0"/>
            <a:lstStyle/>
            <a:p>
              <a:endParaRPr/>
            </a:p>
          </p:txBody>
        </p:sp>
      </p:grpSp>
      <p:sp>
        <p:nvSpPr>
          <p:cNvPr id="35" name="object 35"/>
          <p:cNvSpPr txBox="1"/>
          <p:nvPr/>
        </p:nvSpPr>
        <p:spPr>
          <a:xfrm>
            <a:off x="5194553" y="5801105"/>
            <a:ext cx="368935" cy="381000"/>
          </a:xfrm>
          <a:prstGeom prst="rect">
            <a:avLst/>
          </a:prstGeom>
        </p:spPr>
        <p:txBody>
          <a:bodyPr vert="horz" wrap="square" lIns="0" tIns="38735" rIns="0" bIns="0" rtlCol="0">
            <a:spAutoFit/>
          </a:bodyPr>
          <a:lstStyle/>
          <a:p>
            <a:pPr algn="ctr">
              <a:lnSpc>
                <a:spcPct val="100000"/>
              </a:lnSpc>
              <a:spcBef>
                <a:spcPts val="305"/>
              </a:spcBef>
            </a:pPr>
            <a:r>
              <a:rPr sz="1800" spc="-50" dirty="0">
                <a:latin typeface="Calibri"/>
                <a:cs typeface="Calibri"/>
              </a:rPr>
              <a:t>4</a:t>
            </a:r>
            <a:endParaRPr sz="1800">
              <a:latin typeface="Calibri"/>
              <a:cs typeface="Calibri"/>
            </a:endParaRPr>
          </a:p>
        </p:txBody>
      </p:sp>
      <p:grpSp>
        <p:nvGrpSpPr>
          <p:cNvPr id="36" name="object 36"/>
          <p:cNvGrpSpPr/>
          <p:nvPr/>
        </p:nvGrpSpPr>
        <p:grpSpPr>
          <a:xfrm>
            <a:off x="4611560" y="5788088"/>
            <a:ext cx="393700" cy="407034"/>
            <a:chOff x="4611560" y="5788088"/>
            <a:chExt cx="393700" cy="407034"/>
          </a:xfrm>
        </p:grpSpPr>
        <p:sp>
          <p:nvSpPr>
            <p:cNvPr id="37" name="object 37"/>
            <p:cNvSpPr/>
            <p:nvPr/>
          </p:nvSpPr>
          <p:spPr>
            <a:xfrm>
              <a:off x="4624577" y="5801106"/>
              <a:ext cx="367665" cy="381000"/>
            </a:xfrm>
            <a:custGeom>
              <a:avLst/>
              <a:gdLst/>
              <a:ahLst/>
              <a:cxnLst/>
              <a:rect l="l" t="t" r="r" b="b"/>
              <a:pathLst>
                <a:path w="367664" h="381000">
                  <a:moveTo>
                    <a:pt x="367284" y="0"/>
                  </a:moveTo>
                  <a:lnTo>
                    <a:pt x="0" y="0"/>
                  </a:lnTo>
                  <a:lnTo>
                    <a:pt x="0" y="381000"/>
                  </a:lnTo>
                  <a:lnTo>
                    <a:pt x="367284" y="381000"/>
                  </a:lnTo>
                  <a:lnTo>
                    <a:pt x="367284" y="0"/>
                  </a:lnTo>
                  <a:close/>
                </a:path>
              </a:pathLst>
            </a:custGeom>
            <a:solidFill>
              <a:srgbClr val="FFC000"/>
            </a:solidFill>
          </p:spPr>
          <p:txBody>
            <a:bodyPr wrap="square" lIns="0" tIns="0" rIns="0" bIns="0" rtlCol="0"/>
            <a:lstStyle/>
            <a:p>
              <a:endParaRPr/>
            </a:p>
          </p:txBody>
        </p:sp>
        <p:sp>
          <p:nvSpPr>
            <p:cNvPr id="38" name="object 38"/>
            <p:cNvSpPr/>
            <p:nvPr/>
          </p:nvSpPr>
          <p:spPr>
            <a:xfrm>
              <a:off x="4624577" y="5801106"/>
              <a:ext cx="367665" cy="381000"/>
            </a:xfrm>
            <a:custGeom>
              <a:avLst/>
              <a:gdLst/>
              <a:ahLst/>
              <a:cxnLst/>
              <a:rect l="l" t="t" r="r" b="b"/>
              <a:pathLst>
                <a:path w="367664" h="381000">
                  <a:moveTo>
                    <a:pt x="0" y="381000"/>
                  </a:moveTo>
                  <a:lnTo>
                    <a:pt x="367284" y="381000"/>
                  </a:lnTo>
                  <a:lnTo>
                    <a:pt x="367284" y="0"/>
                  </a:lnTo>
                  <a:lnTo>
                    <a:pt x="0" y="0"/>
                  </a:lnTo>
                  <a:lnTo>
                    <a:pt x="0" y="381000"/>
                  </a:lnTo>
                  <a:close/>
                </a:path>
              </a:pathLst>
            </a:custGeom>
            <a:ln w="25908">
              <a:solidFill>
                <a:srgbClr val="F79546"/>
              </a:solidFill>
            </a:ln>
          </p:spPr>
          <p:txBody>
            <a:bodyPr wrap="square" lIns="0" tIns="0" rIns="0" bIns="0" rtlCol="0"/>
            <a:lstStyle/>
            <a:p>
              <a:endParaRPr/>
            </a:p>
          </p:txBody>
        </p:sp>
      </p:grpSp>
      <p:sp>
        <p:nvSpPr>
          <p:cNvPr id="39" name="object 39"/>
          <p:cNvSpPr txBox="1"/>
          <p:nvPr/>
        </p:nvSpPr>
        <p:spPr>
          <a:xfrm>
            <a:off x="4624578" y="5801105"/>
            <a:ext cx="367665" cy="381000"/>
          </a:xfrm>
          <a:prstGeom prst="rect">
            <a:avLst/>
          </a:prstGeom>
        </p:spPr>
        <p:txBody>
          <a:bodyPr vert="horz" wrap="square" lIns="0" tIns="38735" rIns="0" bIns="0" rtlCol="0">
            <a:spAutoFit/>
          </a:bodyPr>
          <a:lstStyle/>
          <a:p>
            <a:pPr algn="ctr">
              <a:lnSpc>
                <a:spcPct val="100000"/>
              </a:lnSpc>
              <a:spcBef>
                <a:spcPts val="305"/>
              </a:spcBef>
            </a:pPr>
            <a:r>
              <a:rPr sz="1800" spc="-50" dirty="0">
                <a:latin typeface="Calibri"/>
                <a:cs typeface="Calibri"/>
              </a:rPr>
              <a:t>3</a:t>
            </a:r>
            <a:endParaRPr sz="1800">
              <a:latin typeface="Calibri"/>
              <a:cs typeface="Calibri"/>
            </a:endParaRPr>
          </a:p>
        </p:txBody>
      </p:sp>
      <p:grpSp>
        <p:nvGrpSpPr>
          <p:cNvPr id="40" name="object 40"/>
          <p:cNvGrpSpPr/>
          <p:nvPr/>
        </p:nvGrpSpPr>
        <p:grpSpPr>
          <a:xfrm>
            <a:off x="4041584" y="5783516"/>
            <a:ext cx="393700" cy="407034"/>
            <a:chOff x="4041584" y="5783516"/>
            <a:chExt cx="393700" cy="407034"/>
          </a:xfrm>
        </p:grpSpPr>
        <p:sp>
          <p:nvSpPr>
            <p:cNvPr id="41" name="object 41"/>
            <p:cNvSpPr/>
            <p:nvPr/>
          </p:nvSpPr>
          <p:spPr>
            <a:xfrm>
              <a:off x="4054601" y="5796533"/>
              <a:ext cx="367665" cy="381000"/>
            </a:xfrm>
            <a:custGeom>
              <a:avLst/>
              <a:gdLst/>
              <a:ahLst/>
              <a:cxnLst/>
              <a:rect l="l" t="t" r="r" b="b"/>
              <a:pathLst>
                <a:path w="367664" h="381000">
                  <a:moveTo>
                    <a:pt x="367284" y="0"/>
                  </a:moveTo>
                  <a:lnTo>
                    <a:pt x="0" y="0"/>
                  </a:lnTo>
                  <a:lnTo>
                    <a:pt x="0" y="380999"/>
                  </a:lnTo>
                  <a:lnTo>
                    <a:pt x="367284" y="380999"/>
                  </a:lnTo>
                  <a:lnTo>
                    <a:pt x="367284" y="0"/>
                  </a:lnTo>
                  <a:close/>
                </a:path>
              </a:pathLst>
            </a:custGeom>
            <a:solidFill>
              <a:srgbClr val="FFC000"/>
            </a:solidFill>
          </p:spPr>
          <p:txBody>
            <a:bodyPr wrap="square" lIns="0" tIns="0" rIns="0" bIns="0" rtlCol="0"/>
            <a:lstStyle/>
            <a:p>
              <a:endParaRPr/>
            </a:p>
          </p:txBody>
        </p:sp>
        <p:sp>
          <p:nvSpPr>
            <p:cNvPr id="42" name="object 42"/>
            <p:cNvSpPr/>
            <p:nvPr/>
          </p:nvSpPr>
          <p:spPr>
            <a:xfrm>
              <a:off x="4054601" y="5796533"/>
              <a:ext cx="367665" cy="381000"/>
            </a:xfrm>
            <a:custGeom>
              <a:avLst/>
              <a:gdLst/>
              <a:ahLst/>
              <a:cxnLst/>
              <a:rect l="l" t="t" r="r" b="b"/>
              <a:pathLst>
                <a:path w="367664" h="381000">
                  <a:moveTo>
                    <a:pt x="0" y="380999"/>
                  </a:moveTo>
                  <a:lnTo>
                    <a:pt x="367284" y="380999"/>
                  </a:lnTo>
                  <a:lnTo>
                    <a:pt x="367284" y="0"/>
                  </a:lnTo>
                  <a:lnTo>
                    <a:pt x="0" y="0"/>
                  </a:lnTo>
                  <a:lnTo>
                    <a:pt x="0" y="380999"/>
                  </a:lnTo>
                  <a:close/>
                </a:path>
              </a:pathLst>
            </a:custGeom>
            <a:ln w="25908">
              <a:solidFill>
                <a:srgbClr val="F79546"/>
              </a:solidFill>
            </a:ln>
          </p:spPr>
          <p:txBody>
            <a:bodyPr wrap="square" lIns="0" tIns="0" rIns="0" bIns="0" rtlCol="0"/>
            <a:lstStyle/>
            <a:p>
              <a:endParaRPr/>
            </a:p>
          </p:txBody>
        </p:sp>
      </p:grpSp>
      <p:sp>
        <p:nvSpPr>
          <p:cNvPr id="43" name="object 43"/>
          <p:cNvSpPr txBox="1"/>
          <p:nvPr/>
        </p:nvSpPr>
        <p:spPr>
          <a:xfrm>
            <a:off x="4054602" y="5796534"/>
            <a:ext cx="367665" cy="381000"/>
          </a:xfrm>
          <a:prstGeom prst="rect">
            <a:avLst/>
          </a:prstGeom>
        </p:spPr>
        <p:txBody>
          <a:bodyPr vert="horz" wrap="square" lIns="0" tIns="38735" rIns="0" bIns="0" rtlCol="0">
            <a:spAutoFit/>
          </a:bodyPr>
          <a:lstStyle/>
          <a:p>
            <a:pPr algn="ctr">
              <a:lnSpc>
                <a:spcPct val="100000"/>
              </a:lnSpc>
              <a:spcBef>
                <a:spcPts val="305"/>
              </a:spcBef>
            </a:pPr>
            <a:r>
              <a:rPr sz="1800" spc="-50" dirty="0">
                <a:latin typeface="Calibri"/>
                <a:cs typeface="Calibri"/>
              </a:rPr>
              <a:t>2</a:t>
            </a:r>
            <a:endParaRPr sz="1800">
              <a:latin typeface="Calibri"/>
              <a:cs typeface="Calibri"/>
            </a:endParaRPr>
          </a:p>
        </p:txBody>
      </p:sp>
      <p:grpSp>
        <p:nvGrpSpPr>
          <p:cNvPr id="44" name="object 44"/>
          <p:cNvGrpSpPr/>
          <p:nvPr/>
        </p:nvGrpSpPr>
        <p:grpSpPr>
          <a:xfrm>
            <a:off x="3661981" y="5262181"/>
            <a:ext cx="3179445" cy="881380"/>
            <a:chOff x="3661981" y="5262181"/>
            <a:chExt cx="3179445" cy="881380"/>
          </a:xfrm>
        </p:grpSpPr>
        <p:sp>
          <p:nvSpPr>
            <p:cNvPr id="45" name="object 45"/>
            <p:cNvSpPr/>
            <p:nvPr/>
          </p:nvSpPr>
          <p:spPr>
            <a:xfrm>
              <a:off x="3666744" y="5266944"/>
              <a:ext cx="1711960" cy="533400"/>
            </a:xfrm>
            <a:custGeom>
              <a:avLst/>
              <a:gdLst/>
              <a:ahLst/>
              <a:cxnLst/>
              <a:rect l="l" t="t" r="r" b="b"/>
              <a:pathLst>
                <a:path w="1711960" h="533400">
                  <a:moveTo>
                    <a:pt x="841247" y="0"/>
                  </a:moveTo>
                  <a:lnTo>
                    <a:pt x="1140840" y="533399"/>
                  </a:lnTo>
                </a:path>
                <a:path w="1711960" h="533400">
                  <a:moveTo>
                    <a:pt x="841247" y="0"/>
                  </a:moveTo>
                  <a:lnTo>
                    <a:pt x="1711452" y="533399"/>
                  </a:lnTo>
                </a:path>
                <a:path w="1711960" h="533400">
                  <a:moveTo>
                    <a:pt x="840993" y="0"/>
                  </a:moveTo>
                  <a:lnTo>
                    <a:pt x="569976" y="528485"/>
                  </a:lnTo>
                </a:path>
                <a:path w="1711960" h="533400">
                  <a:moveTo>
                    <a:pt x="841628" y="0"/>
                  </a:moveTo>
                  <a:lnTo>
                    <a:pt x="0" y="528485"/>
                  </a:lnTo>
                </a:path>
              </a:pathLst>
            </a:custGeom>
            <a:ln w="9144">
              <a:solidFill>
                <a:srgbClr val="000000"/>
              </a:solidFill>
            </a:ln>
          </p:spPr>
          <p:txBody>
            <a:bodyPr wrap="square" lIns="0" tIns="0" rIns="0" bIns="0" rtlCol="0"/>
            <a:lstStyle/>
            <a:p>
              <a:endParaRPr/>
            </a:p>
          </p:txBody>
        </p:sp>
        <p:sp>
          <p:nvSpPr>
            <p:cNvPr id="46" name="object 46"/>
            <p:cNvSpPr/>
            <p:nvPr/>
          </p:nvSpPr>
          <p:spPr>
            <a:xfrm>
              <a:off x="6460998" y="5749290"/>
              <a:ext cx="367665" cy="381000"/>
            </a:xfrm>
            <a:custGeom>
              <a:avLst/>
              <a:gdLst/>
              <a:ahLst/>
              <a:cxnLst/>
              <a:rect l="l" t="t" r="r" b="b"/>
              <a:pathLst>
                <a:path w="367665" h="381000">
                  <a:moveTo>
                    <a:pt x="367283" y="0"/>
                  </a:moveTo>
                  <a:lnTo>
                    <a:pt x="0" y="0"/>
                  </a:lnTo>
                  <a:lnTo>
                    <a:pt x="0" y="381000"/>
                  </a:lnTo>
                  <a:lnTo>
                    <a:pt x="367283" y="381000"/>
                  </a:lnTo>
                  <a:lnTo>
                    <a:pt x="367283" y="0"/>
                  </a:lnTo>
                  <a:close/>
                </a:path>
              </a:pathLst>
            </a:custGeom>
            <a:solidFill>
              <a:srgbClr val="FFC000"/>
            </a:solidFill>
          </p:spPr>
          <p:txBody>
            <a:bodyPr wrap="square" lIns="0" tIns="0" rIns="0" bIns="0" rtlCol="0"/>
            <a:lstStyle/>
            <a:p>
              <a:endParaRPr/>
            </a:p>
          </p:txBody>
        </p:sp>
        <p:sp>
          <p:nvSpPr>
            <p:cNvPr id="47" name="object 47"/>
            <p:cNvSpPr/>
            <p:nvPr/>
          </p:nvSpPr>
          <p:spPr>
            <a:xfrm>
              <a:off x="6460998" y="5749290"/>
              <a:ext cx="367665" cy="381000"/>
            </a:xfrm>
            <a:custGeom>
              <a:avLst/>
              <a:gdLst/>
              <a:ahLst/>
              <a:cxnLst/>
              <a:rect l="l" t="t" r="r" b="b"/>
              <a:pathLst>
                <a:path w="367665" h="381000">
                  <a:moveTo>
                    <a:pt x="0" y="381000"/>
                  </a:moveTo>
                  <a:lnTo>
                    <a:pt x="367283" y="381000"/>
                  </a:lnTo>
                  <a:lnTo>
                    <a:pt x="367283" y="0"/>
                  </a:lnTo>
                  <a:lnTo>
                    <a:pt x="0" y="0"/>
                  </a:lnTo>
                  <a:lnTo>
                    <a:pt x="0" y="381000"/>
                  </a:lnTo>
                  <a:close/>
                </a:path>
              </a:pathLst>
            </a:custGeom>
            <a:ln w="25908">
              <a:solidFill>
                <a:srgbClr val="F79546"/>
              </a:solidFill>
            </a:ln>
          </p:spPr>
          <p:txBody>
            <a:bodyPr wrap="square" lIns="0" tIns="0" rIns="0" bIns="0" rtlCol="0"/>
            <a:lstStyle/>
            <a:p>
              <a:endParaRPr/>
            </a:p>
          </p:txBody>
        </p:sp>
      </p:grpSp>
      <p:sp>
        <p:nvSpPr>
          <p:cNvPr id="48" name="object 48"/>
          <p:cNvSpPr txBox="1"/>
          <p:nvPr/>
        </p:nvSpPr>
        <p:spPr>
          <a:xfrm>
            <a:off x="6574028" y="5774842"/>
            <a:ext cx="141605"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Calibri"/>
                <a:cs typeface="Calibri"/>
              </a:rPr>
              <a:t>1</a:t>
            </a:r>
            <a:endParaRPr sz="1800">
              <a:latin typeface="Calibri"/>
              <a:cs typeface="Calibri"/>
            </a:endParaRPr>
          </a:p>
        </p:txBody>
      </p:sp>
      <p:grpSp>
        <p:nvGrpSpPr>
          <p:cNvPr id="49" name="object 49"/>
          <p:cNvGrpSpPr/>
          <p:nvPr/>
        </p:nvGrpSpPr>
        <p:grpSpPr>
          <a:xfrm>
            <a:off x="8159432" y="5740844"/>
            <a:ext cx="393700" cy="407034"/>
            <a:chOff x="8159432" y="5740844"/>
            <a:chExt cx="393700" cy="407034"/>
          </a:xfrm>
        </p:grpSpPr>
        <p:sp>
          <p:nvSpPr>
            <p:cNvPr id="50" name="object 50"/>
            <p:cNvSpPr/>
            <p:nvPr/>
          </p:nvSpPr>
          <p:spPr>
            <a:xfrm>
              <a:off x="8172449" y="5753862"/>
              <a:ext cx="367665" cy="381000"/>
            </a:xfrm>
            <a:custGeom>
              <a:avLst/>
              <a:gdLst/>
              <a:ahLst/>
              <a:cxnLst/>
              <a:rect l="l" t="t" r="r" b="b"/>
              <a:pathLst>
                <a:path w="367665" h="381000">
                  <a:moveTo>
                    <a:pt x="367283" y="0"/>
                  </a:moveTo>
                  <a:lnTo>
                    <a:pt x="0" y="0"/>
                  </a:lnTo>
                  <a:lnTo>
                    <a:pt x="0" y="381000"/>
                  </a:lnTo>
                  <a:lnTo>
                    <a:pt x="367283" y="381000"/>
                  </a:lnTo>
                  <a:lnTo>
                    <a:pt x="367283" y="0"/>
                  </a:lnTo>
                  <a:close/>
                </a:path>
              </a:pathLst>
            </a:custGeom>
            <a:solidFill>
              <a:srgbClr val="FFC000"/>
            </a:solidFill>
          </p:spPr>
          <p:txBody>
            <a:bodyPr wrap="square" lIns="0" tIns="0" rIns="0" bIns="0" rtlCol="0"/>
            <a:lstStyle/>
            <a:p>
              <a:endParaRPr/>
            </a:p>
          </p:txBody>
        </p:sp>
        <p:sp>
          <p:nvSpPr>
            <p:cNvPr id="51" name="object 51"/>
            <p:cNvSpPr/>
            <p:nvPr/>
          </p:nvSpPr>
          <p:spPr>
            <a:xfrm>
              <a:off x="8172449" y="5753862"/>
              <a:ext cx="367665" cy="381000"/>
            </a:xfrm>
            <a:custGeom>
              <a:avLst/>
              <a:gdLst/>
              <a:ahLst/>
              <a:cxnLst/>
              <a:rect l="l" t="t" r="r" b="b"/>
              <a:pathLst>
                <a:path w="367665" h="381000">
                  <a:moveTo>
                    <a:pt x="0" y="381000"/>
                  </a:moveTo>
                  <a:lnTo>
                    <a:pt x="367283" y="381000"/>
                  </a:lnTo>
                  <a:lnTo>
                    <a:pt x="367283" y="0"/>
                  </a:lnTo>
                  <a:lnTo>
                    <a:pt x="0" y="0"/>
                  </a:lnTo>
                  <a:lnTo>
                    <a:pt x="0" y="381000"/>
                  </a:lnTo>
                  <a:close/>
                </a:path>
              </a:pathLst>
            </a:custGeom>
            <a:ln w="25908">
              <a:solidFill>
                <a:srgbClr val="F79546"/>
              </a:solidFill>
            </a:ln>
          </p:spPr>
          <p:txBody>
            <a:bodyPr wrap="square" lIns="0" tIns="0" rIns="0" bIns="0" rtlCol="0"/>
            <a:lstStyle/>
            <a:p>
              <a:endParaRPr/>
            </a:p>
          </p:txBody>
        </p:sp>
      </p:grpSp>
      <p:sp>
        <p:nvSpPr>
          <p:cNvPr id="52" name="object 52"/>
          <p:cNvSpPr txBox="1"/>
          <p:nvPr/>
        </p:nvSpPr>
        <p:spPr>
          <a:xfrm>
            <a:off x="8172450" y="5753861"/>
            <a:ext cx="367665" cy="381000"/>
          </a:xfrm>
          <a:prstGeom prst="rect">
            <a:avLst/>
          </a:prstGeom>
        </p:spPr>
        <p:txBody>
          <a:bodyPr vert="horz" wrap="square" lIns="0" tIns="38100" rIns="0" bIns="0" rtlCol="0">
            <a:spAutoFit/>
          </a:bodyPr>
          <a:lstStyle/>
          <a:p>
            <a:pPr marL="1270" algn="ctr">
              <a:lnSpc>
                <a:spcPct val="100000"/>
              </a:lnSpc>
              <a:spcBef>
                <a:spcPts val="300"/>
              </a:spcBef>
            </a:pPr>
            <a:r>
              <a:rPr sz="1800" spc="-50" dirty="0">
                <a:latin typeface="Calibri"/>
                <a:cs typeface="Calibri"/>
              </a:rPr>
              <a:t>4</a:t>
            </a:r>
            <a:endParaRPr sz="1800">
              <a:latin typeface="Calibri"/>
              <a:cs typeface="Calibri"/>
            </a:endParaRPr>
          </a:p>
        </p:txBody>
      </p:sp>
      <p:grpSp>
        <p:nvGrpSpPr>
          <p:cNvPr id="53" name="object 53"/>
          <p:cNvGrpSpPr/>
          <p:nvPr/>
        </p:nvGrpSpPr>
        <p:grpSpPr>
          <a:xfrm>
            <a:off x="7589456" y="5740844"/>
            <a:ext cx="393700" cy="407034"/>
            <a:chOff x="7589456" y="5740844"/>
            <a:chExt cx="393700" cy="407034"/>
          </a:xfrm>
        </p:grpSpPr>
        <p:sp>
          <p:nvSpPr>
            <p:cNvPr id="54" name="object 54"/>
            <p:cNvSpPr/>
            <p:nvPr/>
          </p:nvSpPr>
          <p:spPr>
            <a:xfrm>
              <a:off x="7602473" y="5753862"/>
              <a:ext cx="367665" cy="381000"/>
            </a:xfrm>
            <a:custGeom>
              <a:avLst/>
              <a:gdLst/>
              <a:ahLst/>
              <a:cxnLst/>
              <a:rect l="l" t="t" r="r" b="b"/>
              <a:pathLst>
                <a:path w="367665" h="381000">
                  <a:moveTo>
                    <a:pt x="367283" y="0"/>
                  </a:moveTo>
                  <a:lnTo>
                    <a:pt x="0" y="0"/>
                  </a:lnTo>
                  <a:lnTo>
                    <a:pt x="0" y="381000"/>
                  </a:lnTo>
                  <a:lnTo>
                    <a:pt x="367283" y="381000"/>
                  </a:lnTo>
                  <a:lnTo>
                    <a:pt x="367283" y="0"/>
                  </a:lnTo>
                  <a:close/>
                </a:path>
              </a:pathLst>
            </a:custGeom>
            <a:solidFill>
              <a:srgbClr val="FFC000"/>
            </a:solidFill>
          </p:spPr>
          <p:txBody>
            <a:bodyPr wrap="square" lIns="0" tIns="0" rIns="0" bIns="0" rtlCol="0"/>
            <a:lstStyle/>
            <a:p>
              <a:endParaRPr/>
            </a:p>
          </p:txBody>
        </p:sp>
        <p:sp>
          <p:nvSpPr>
            <p:cNvPr id="55" name="object 55"/>
            <p:cNvSpPr/>
            <p:nvPr/>
          </p:nvSpPr>
          <p:spPr>
            <a:xfrm>
              <a:off x="7602473" y="5753862"/>
              <a:ext cx="367665" cy="381000"/>
            </a:xfrm>
            <a:custGeom>
              <a:avLst/>
              <a:gdLst/>
              <a:ahLst/>
              <a:cxnLst/>
              <a:rect l="l" t="t" r="r" b="b"/>
              <a:pathLst>
                <a:path w="367665" h="381000">
                  <a:moveTo>
                    <a:pt x="0" y="381000"/>
                  </a:moveTo>
                  <a:lnTo>
                    <a:pt x="367283" y="381000"/>
                  </a:lnTo>
                  <a:lnTo>
                    <a:pt x="367283" y="0"/>
                  </a:lnTo>
                  <a:lnTo>
                    <a:pt x="0" y="0"/>
                  </a:lnTo>
                  <a:lnTo>
                    <a:pt x="0" y="381000"/>
                  </a:lnTo>
                  <a:close/>
                </a:path>
              </a:pathLst>
            </a:custGeom>
            <a:ln w="25908">
              <a:solidFill>
                <a:srgbClr val="F79546"/>
              </a:solidFill>
            </a:ln>
          </p:spPr>
          <p:txBody>
            <a:bodyPr wrap="square" lIns="0" tIns="0" rIns="0" bIns="0" rtlCol="0"/>
            <a:lstStyle/>
            <a:p>
              <a:endParaRPr/>
            </a:p>
          </p:txBody>
        </p:sp>
      </p:grpSp>
      <p:sp>
        <p:nvSpPr>
          <p:cNvPr id="56" name="object 56"/>
          <p:cNvSpPr txBox="1"/>
          <p:nvPr/>
        </p:nvSpPr>
        <p:spPr>
          <a:xfrm>
            <a:off x="7715250" y="5779719"/>
            <a:ext cx="141605"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Calibri"/>
                <a:cs typeface="Calibri"/>
              </a:rPr>
              <a:t>3</a:t>
            </a:r>
            <a:endParaRPr sz="1800">
              <a:latin typeface="Calibri"/>
              <a:cs typeface="Calibri"/>
            </a:endParaRPr>
          </a:p>
        </p:txBody>
      </p:sp>
      <p:grpSp>
        <p:nvGrpSpPr>
          <p:cNvPr id="57" name="object 57"/>
          <p:cNvGrpSpPr/>
          <p:nvPr/>
        </p:nvGrpSpPr>
        <p:grpSpPr>
          <a:xfrm>
            <a:off x="7017956" y="5736272"/>
            <a:ext cx="394970" cy="407034"/>
            <a:chOff x="7017956" y="5736272"/>
            <a:chExt cx="394970" cy="407034"/>
          </a:xfrm>
        </p:grpSpPr>
        <p:sp>
          <p:nvSpPr>
            <p:cNvPr id="58" name="object 58"/>
            <p:cNvSpPr/>
            <p:nvPr/>
          </p:nvSpPr>
          <p:spPr>
            <a:xfrm>
              <a:off x="7030973" y="5749289"/>
              <a:ext cx="368935" cy="381000"/>
            </a:xfrm>
            <a:custGeom>
              <a:avLst/>
              <a:gdLst/>
              <a:ahLst/>
              <a:cxnLst/>
              <a:rect l="l" t="t" r="r" b="b"/>
              <a:pathLst>
                <a:path w="368934" h="381000">
                  <a:moveTo>
                    <a:pt x="368807" y="0"/>
                  </a:moveTo>
                  <a:lnTo>
                    <a:pt x="0" y="0"/>
                  </a:lnTo>
                  <a:lnTo>
                    <a:pt x="0" y="381000"/>
                  </a:lnTo>
                  <a:lnTo>
                    <a:pt x="368807" y="381000"/>
                  </a:lnTo>
                  <a:lnTo>
                    <a:pt x="368807" y="0"/>
                  </a:lnTo>
                  <a:close/>
                </a:path>
              </a:pathLst>
            </a:custGeom>
            <a:solidFill>
              <a:srgbClr val="FFC000"/>
            </a:solidFill>
          </p:spPr>
          <p:txBody>
            <a:bodyPr wrap="square" lIns="0" tIns="0" rIns="0" bIns="0" rtlCol="0"/>
            <a:lstStyle/>
            <a:p>
              <a:endParaRPr/>
            </a:p>
          </p:txBody>
        </p:sp>
        <p:sp>
          <p:nvSpPr>
            <p:cNvPr id="59" name="object 59"/>
            <p:cNvSpPr/>
            <p:nvPr/>
          </p:nvSpPr>
          <p:spPr>
            <a:xfrm>
              <a:off x="7030973" y="5749289"/>
              <a:ext cx="368935" cy="381000"/>
            </a:xfrm>
            <a:custGeom>
              <a:avLst/>
              <a:gdLst/>
              <a:ahLst/>
              <a:cxnLst/>
              <a:rect l="l" t="t" r="r" b="b"/>
              <a:pathLst>
                <a:path w="368934" h="381000">
                  <a:moveTo>
                    <a:pt x="0" y="381000"/>
                  </a:moveTo>
                  <a:lnTo>
                    <a:pt x="368807" y="381000"/>
                  </a:lnTo>
                  <a:lnTo>
                    <a:pt x="368807" y="0"/>
                  </a:lnTo>
                  <a:lnTo>
                    <a:pt x="0" y="0"/>
                  </a:lnTo>
                  <a:lnTo>
                    <a:pt x="0" y="381000"/>
                  </a:lnTo>
                  <a:close/>
                </a:path>
              </a:pathLst>
            </a:custGeom>
            <a:ln w="25908">
              <a:solidFill>
                <a:srgbClr val="F79546"/>
              </a:solidFill>
            </a:ln>
          </p:spPr>
          <p:txBody>
            <a:bodyPr wrap="square" lIns="0" tIns="0" rIns="0" bIns="0" rtlCol="0"/>
            <a:lstStyle/>
            <a:p>
              <a:endParaRPr/>
            </a:p>
          </p:txBody>
        </p:sp>
      </p:grpSp>
      <p:sp>
        <p:nvSpPr>
          <p:cNvPr id="60" name="object 60"/>
          <p:cNvSpPr txBox="1"/>
          <p:nvPr/>
        </p:nvSpPr>
        <p:spPr>
          <a:xfrm>
            <a:off x="7144639" y="5774842"/>
            <a:ext cx="141605"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Calibri"/>
                <a:cs typeface="Calibri"/>
              </a:rPr>
              <a:t>2</a:t>
            </a:r>
            <a:endParaRPr sz="1800">
              <a:latin typeface="Calibri"/>
              <a:cs typeface="Calibri"/>
            </a:endParaRPr>
          </a:p>
        </p:txBody>
      </p:sp>
      <p:sp>
        <p:nvSpPr>
          <p:cNvPr id="61" name="object 61"/>
          <p:cNvSpPr/>
          <p:nvPr/>
        </p:nvSpPr>
        <p:spPr>
          <a:xfrm>
            <a:off x="6644640" y="5257800"/>
            <a:ext cx="1711325" cy="495300"/>
          </a:xfrm>
          <a:custGeom>
            <a:avLst/>
            <a:gdLst/>
            <a:ahLst/>
            <a:cxnLst/>
            <a:rect l="l" t="t" r="r" b="b"/>
            <a:pathLst>
              <a:path w="1711325" h="495300">
                <a:moveTo>
                  <a:pt x="562355" y="0"/>
                </a:moveTo>
                <a:lnTo>
                  <a:pt x="1140713" y="495300"/>
                </a:lnTo>
              </a:path>
              <a:path w="1711325" h="495300">
                <a:moveTo>
                  <a:pt x="562355" y="0"/>
                </a:moveTo>
                <a:lnTo>
                  <a:pt x="1711325" y="495300"/>
                </a:lnTo>
              </a:path>
              <a:path w="1711325" h="495300">
                <a:moveTo>
                  <a:pt x="562355" y="0"/>
                </a:moveTo>
                <a:lnTo>
                  <a:pt x="570102" y="490385"/>
                </a:lnTo>
              </a:path>
              <a:path w="1711325" h="495300">
                <a:moveTo>
                  <a:pt x="562863" y="0"/>
                </a:moveTo>
                <a:lnTo>
                  <a:pt x="0" y="490385"/>
                </a:lnTo>
              </a:path>
            </a:pathLst>
          </a:custGeom>
          <a:ln w="9144">
            <a:solidFill>
              <a:srgbClr val="000000"/>
            </a:solidFill>
          </a:ln>
        </p:spPr>
        <p:txBody>
          <a:bodyPr wrap="square" lIns="0" tIns="0" rIns="0" bIns="0" rtlCol="0"/>
          <a:lstStyle/>
          <a:p>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237274"/>
            <a:ext cx="8275955" cy="3593465"/>
          </a:xfrm>
          <a:prstGeom prst="rect">
            <a:avLst/>
          </a:prstGeom>
        </p:spPr>
        <p:txBody>
          <a:bodyPr vert="horz" wrap="square" lIns="0" tIns="92075" rIns="0" bIns="0" rtlCol="0">
            <a:spAutoFit/>
          </a:bodyPr>
          <a:lstStyle/>
          <a:p>
            <a:pPr marL="12700">
              <a:lnSpc>
                <a:spcPct val="100000"/>
              </a:lnSpc>
              <a:spcBef>
                <a:spcPts val="725"/>
              </a:spcBef>
            </a:pPr>
            <a:r>
              <a:rPr sz="2600" b="1" dirty="0">
                <a:latin typeface="Calibri"/>
                <a:cs typeface="Calibri"/>
              </a:rPr>
              <a:t>Chú</a:t>
            </a:r>
            <a:r>
              <a:rPr sz="2600" b="1" spc="-15" dirty="0">
                <a:latin typeface="Calibri"/>
                <a:cs typeface="Calibri"/>
              </a:rPr>
              <a:t> </a:t>
            </a:r>
            <a:r>
              <a:rPr sz="2600" b="1" dirty="0">
                <a:latin typeface="Calibri"/>
                <a:cs typeface="Calibri"/>
              </a:rPr>
              <a:t>ý</a:t>
            </a:r>
            <a:r>
              <a:rPr sz="2600" b="1" spc="-5" dirty="0">
                <a:latin typeface="Calibri"/>
                <a:cs typeface="Calibri"/>
              </a:rPr>
              <a:t> </a:t>
            </a:r>
            <a:r>
              <a:rPr sz="2600" b="1" spc="-50" dirty="0">
                <a:latin typeface="Calibri"/>
                <a:cs typeface="Calibri"/>
              </a:rPr>
              <a:t>:</a:t>
            </a:r>
            <a:endParaRPr sz="2600">
              <a:latin typeface="Calibri"/>
              <a:cs typeface="Calibri"/>
            </a:endParaRPr>
          </a:p>
          <a:p>
            <a:pPr marL="12700" marR="5080">
              <a:lnSpc>
                <a:spcPct val="100000"/>
              </a:lnSpc>
              <a:spcBef>
                <a:spcPts val="625"/>
              </a:spcBef>
            </a:pPr>
            <a:r>
              <a:rPr sz="2600" dirty="0">
                <a:latin typeface="Calibri"/>
                <a:cs typeface="Calibri"/>
              </a:rPr>
              <a:t>-</a:t>
            </a:r>
            <a:r>
              <a:rPr sz="2600" spc="-15" dirty="0">
                <a:latin typeface="Calibri"/>
                <a:cs typeface="Calibri"/>
              </a:rPr>
              <a:t> </a:t>
            </a:r>
            <a:r>
              <a:rPr sz="2600" spc="-90" dirty="0">
                <a:latin typeface="Calibri"/>
                <a:cs typeface="Calibri"/>
              </a:rPr>
              <a:t>Ta</a:t>
            </a:r>
            <a:r>
              <a:rPr sz="2600" spc="-30" dirty="0">
                <a:latin typeface="Calibri"/>
                <a:cs typeface="Calibri"/>
              </a:rPr>
              <a:t> </a:t>
            </a:r>
            <a:r>
              <a:rPr sz="2600" dirty="0">
                <a:latin typeface="Calibri"/>
                <a:cs typeface="Calibri"/>
              </a:rPr>
              <a:t>nói</a:t>
            </a:r>
            <a:r>
              <a:rPr sz="2600" spc="-25" dirty="0">
                <a:latin typeface="Calibri"/>
                <a:cs typeface="Calibri"/>
              </a:rPr>
              <a:t> </a:t>
            </a:r>
            <a:r>
              <a:rPr sz="2600" dirty="0">
                <a:latin typeface="Calibri"/>
                <a:cs typeface="Calibri"/>
              </a:rPr>
              <a:t>rằng</a:t>
            </a:r>
            <a:r>
              <a:rPr sz="2600" spc="-30" dirty="0">
                <a:latin typeface="Calibri"/>
                <a:cs typeface="Calibri"/>
              </a:rPr>
              <a:t> </a:t>
            </a:r>
            <a:r>
              <a:rPr sz="2600" dirty="0">
                <a:latin typeface="Calibri"/>
                <a:cs typeface="Calibri"/>
              </a:rPr>
              <a:t>hai</a:t>
            </a:r>
            <a:r>
              <a:rPr sz="2600" spc="-15" dirty="0">
                <a:latin typeface="Calibri"/>
                <a:cs typeface="Calibri"/>
              </a:rPr>
              <a:t> </a:t>
            </a:r>
            <a:r>
              <a:rPr sz="2600" dirty="0">
                <a:latin typeface="Calibri"/>
                <a:cs typeface="Calibri"/>
              </a:rPr>
              <a:t>giai</a:t>
            </a:r>
            <a:r>
              <a:rPr sz="2600" spc="-20" dirty="0">
                <a:latin typeface="Calibri"/>
                <a:cs typeface="Calibri"/>
              </a:rPr>
              <a:t> </a:t>
            </a:r>
            <a:r>
              <a:rPr sz="2600" dirty="0">
                <a:latin typeface="Calibri"/>
                <a:cs typeface="Calibri"/>
              </a:rPr>
              <a:t>đoạn</a:t>
            </a:r>
            <a:r>
              <a:rPr sz="2600" spc="-20" dirty="0">
                <a:latin typeface="Calibri"/>
                <a:cs typeface="Calibri"/>
              </a:rPr>
              <a:t> </a:t>
            </a:r>
            <a:r>
              <a:rPr sz="2600" dirty="0">
                <a:latin typeface="Calibri"/>
                <a:cs typeface="Calibri"/>
              </a:rPr>
              <a:t>được</a:t>
            </a:r>
            <a:r>
              <a:rPr sz="2600" spc="-30" dirty="0">
                <a:latin typeface="Calibri"/>
                <a:cs typeface="Calibri"/>
              </a:rPr>
              <a:t> </a:t>
            </a:r>
            <a:r>
              <a:rPr sz="2600" dirty="0">
                <a:latin typeface="Calibri"/>
                <a:cs typeface="Calibri"/>
              </a:rPr>
              <a:t>thực</a:t>
            </a:r>
            <a:r>
              <a:rPr sz="2600" spc="-35" dirty="0">
                <a:latin typeface="Calibri"/>
                <a:cs typeface="Calibri"/>
              </a:rPr>
              <a:t> </a:t>
            </a:r>
            <a:r>
              <a:rPr sz="2600" dirty="0">
                <a:latin typeface="Calibri"/>
                <a:cs typeface="Calibri"/>
              </a:rPr>
              <a:t>hiện</a:t>
            </a:r>
            <a:r>
              <a:rPr sz="2600" spc="-20" dirty="0">
                <a:latin typeface="Calibri"/>
                <a:cs typeface="Calibri"/>
              </a:rPr>
              <a:t> </a:t>
            </a:r>
            <a:r>
              <a:rPr sz="2600" i="1" dirty="0">
                <a:latin typeface="Calibri"/>
                <a:cs typeface="Calibri"/>
              </a:rPr>
              <a:t>độc</a:t>
            </a:r>
            <a:r>
              <a:rPr sz="2600" i="1" spc="-20" dirty="0">
                <a:latin typeface="Calibri"/>
                <a:cs typeface="Calibri"/>
              </a:rPr>
              <a:t> </a:t>
            </a:r>
            <a:r>
              <a:rPr sz="2600" i="1" dirty="0">
                <a:latin typeface="Calibri"/>
                <a:cs typeface="Calibri"/>
              </a:rPr>
              <a:t>lập</a:t>
            </a:r>
            <a:r>
              <a:rPr sz="2600" i="1" spc="-20" dirty="0">
                <a:latin typeface="Calibri"/>
                <a:cs typeface="Calibri"/>
              </a:rPr>
              <a:t> </a:t>
            </a:r>
            <a:r>
              <a:rPr sz="2600" i="1" dirty="0">
                <a:latin typeface="Calibri"/>
                <a:cs typeface="Calibri"/>
              </a:rPr>
              <a:t>với</a:t>
            </a:r>
            <a:r>
              <a:rPr sz="2600" i="1" spc="-15" dirty="0">
                <a:latin typeface="Calibri"/>
                <a:cs typeface="Calibri"/>
              </a:rPr>
              <a:t> </a:t>
            </a:r>
            <a:r>
              <a:rPr sz="2600" i="1" dirty="0">
                <a:latin typeface="Calibri"/>
                <a:cs typeface="Calibri"/>
              </a:rPr>
              <a:t>nhau</a:t>
            </a:r>
            <a:r>
              <a:rPr sz="2600" i="1" spc="-35" dirty="0">
                <a:latin typeface="Calibri"/>
                <a:cs typeface="Calibri"/>
              </a:rPr>
              <a:t> </a:t>
            </a:r>
            <a:r>
              <a:rPr sz="2600" spc="-25" dirty="0">
                <a:latin typeface="Calibri"/>
                <a:cs typeface="Calibri"/>
              </a:rPr>
              <a:t>có </a:t>
            </a:r>
            <a:r>
              <a:rPr sz="2600" dirty="0">
                <a:latin typeface="Calibri"/>
                <a:cs typeface="Calibri"/>
              </a:rPr>
              <a:t>nghĩa</a:t>
            </a:r>
            <a:r>
              <a:rPr sz="2600" spc="-30" dirty="0">
                <a:latin typeface="Calibri"/>
                <a:cs typeface="Calibri"/>
              </a:rPr>
              <a:t> </a:t>
            </a:r>
            <a:r>
              <a:rPr sz="2600" dirty="0">
                <a:latin typeface="Calibri"/>
                <a:cs typeface="Calibri"/>
              </a:rPr>
              <a:t>là</a:t>
            </a:r>
            <a:r>
              <a:rPr sz="2600" spc="-20" dirty="0">
                <a:latin typeface="Calibri"/>
                <a:cs typeface="Calibri"/>
              </a:rPr>
              <a:t> </a:t>
            </a:r>
            <a:r>
              <a:rPr sz="2600" dirty="0">
                <a:latin typeface="Calibri"/>
                <a:cs typeface="Calibri"/>
              </a:rPr>
              <a:t>hai</a:t>
            </a:r>
            <a:r>
              <a:rPr sz="2600" spc="-20" dirty="0">
                <a:latin typeface="Calibri"/>
                <a:cs typeface="Calibri"/>
              </a:rPr>
              <a:t> </a:t>
            </a:r>
            <a:r>
              <a:rPr sz="2600" dirty="0">
                <a:latin typeface="Calibri"/>
                <a:cs typeface="Calibri"/>
              </a:rPr>
              <a:t>cách</a:t>
            </a:r>
            <a:r>
              <a:rPr sz="2600" spc="-25" dirty="0">
                <a:latin typeface="Calibri"/>
                <a:cs typeface="Calibri"/>
              </a:rPr>
              <a:t> </a:t>
            </a:r>
            <a:r>
              <a:rPr sz="2600" dirty="0">
                <a:latin typeface="Calibri"/>
                <a:cs typeface="Calibri"/>
              </a:rPr>
              <a:t>thực</a:t>
            </a:r>
            <a:r>
              <a:rPr sz="2600" spc="-30" dirty="0">
                <a:latin typeface="Calibri"/>
                <a:cs typeface="Calibri"/>
              </a:rPr>
              <a:t> </a:t>
            </a:r>
            <a:r>
              <a:rPr sz="2600" dirty="0">
                <a:latin typeface="Calibri"/>
                <a:cs typeface="Calibri"/>
              </a:rPr>
              <a:t>hiện</a:t>
            </a:r>
            <a:r>
              <a:rPr sz="2600" spc="-45" dirty="0">
                <a:latin typeface="Calibri"/>
                <a:cs typeface="Calibri"/>
              </a:rPr>
              <a:t> </a:t>
            </a:r>
            <a:r>
              <a:rPr sz="2600" dirty="0">
                <a:latin typeface="Calibri"/>
                <a:cs typeface="Calibri"/>
              </a:rPr>
              <a:t>(a,</a:t>
            </a:r>
            <a:r>
              <a:rPr sz="2600" spc="-15" dirty="0">
                <a:latin typeface="Calibri"/>
                <a:cs typeface="Calibri"/>
              </a:rPr>
              <a:t> </a:t>
            </a:r>
            <a:r>
              <a:rPr sz="2600" dirty="0">
                <a:latin typeface="Calibri"/>
                <a:cs typeface="Calibri"/>
              </a:rPr>
              <a:t>b)</a:t>
            </a:r>
            <a:r>
              <a:rPr sz="2600" spc="-30" dirty="0">
                <a:latin typeface="Calibri"/>
                <a:cs typeface="Calibri"/>
              </a:rPr>
              <a:t> </a:t>
            </a:r>
            <a:r>
              <a:rPr sz="2600" dirty="0">
                <a:latin typeface="Calibri"/>
                <a:cs typeface="Calibri"/>
              </a:rPr>
              <a:t>và</a:t>
            </a:r>
            <a:r>
              <a:rPr sz="2600" spc="-20" dirty="0">
                <a:latin typeface="Calibri"/>
                <a:cs typeface="Calibri"/>
              </a:rPr>
              <a:t> </a:t>
            </a:r>
            <a:r>
              <a:rPr sz="2600" dirty="0">
                <a:latin typeface="Calibri"/>
                <a:cs typeface="Calibri"/>
              </a:rPr>
              <a:t>(c,</a:t>
            </a:r>
            <a:r>
              <a:rPr sz="2600" spc="-30" dirty="0">
                <a:latin typeface="Calibri"/>
                <a:cs typeface="Calibri"/>
              </a:rPr>
              <a:t> </a:t>
            </a:r>
            <a:r>
              <a:rPr sz="2600" dirty="0">
                <a:latin typeface="Calibri"/>
                <a:cs typeface="Calibri"/>
              </a:rPr>
              <a:t>d)</a:t>
            </a:r>
            <a:r>
              <a:rPr sz="2600" spc="-25" dirty="0">
                <a:latin typeface="Calibri"/>
                <a:cs typeface="Calibri"/>
              </a:rPr>
              <a:t> </a:t>
            </a:r>
            <a:r>
              <a:rPr sz="2600" dirty="0">
                <a:latin typeface="Calibri"/>
                <a:cs typeface="Calibri"/>
              </a:rPr>
              <a:t>sẽ</a:t>
            </a:r>
            <a:r>
              <a:rPr sz="2600" spc="-30" dirty="0">
                <a:latin typeface="Calibri"/>
                <a:cs typeface="Calibri"/>
              </a:rPr>
              <a:t> </a:t>
            </a:r>
            <a:r>
              <a:rPr sz="2600" dirty="0">
                <a:latin typeface="Calibri"/>
                <a:cs typeface="Calibri"/>
              </a:rPr>
              <a:t>cho</a:t>
            </a:r>
            <a:r>
              <a:rPr sz="2600" spc="-25" dirty="0">
                <a:latin typeface="Calibri"/>
                <a:cs typeface="Calibri"/>
              </a:rPr>
              <a:t> </a:t>
            </a:r>
            <a:r>
              <a:rPr sz="2600" dirty="0">
                <a:latin typeface="Calibri"/>
                <a:cs typeface="Calibri"/>
              </a:rPr>
              <a:t>hai</a:t>
            </a:r>
            <a:r>
              <a:rPr sz="2600" spc="-25" dirty="0">
                <a:latin typeface="Calibri"/>
                <a:cs typeface="Calibri"/>
              </a:rPr>
              <a:t> </a:t>
            </a:r>
            <a:r>
              <a:rPr sz="2600" dirty="0">
                <a:latin typeface="Calibri"/>
                <a:cs typeface="Calibri"/>
              </a:rPr>
              <a:t>kết</a:t>
            </a:r>
            <a:r>
              <a:rPr sz="2600" spc="-30" dirty="0">
                <a:latin typeface="Calibri"/>
                <a:cs typeface="Calibri"/>
              </a:rPr>
              <a:t> </a:t>
            </a:r>
            <a:r>
              <a:rPr sz="2600" spc="-25" dirty="0">
                <a:latin typeface="Calibri"/>
                <a:cs typeface="Calibri"/>
              </a:rPr>
              <a:t>quả</a:t>
            </a:r>
            <a:endParaRPr sz="2600">
              <a:latin typeface="Calibri"/>
              <a:cs typeface="Calibri"/>
            </a:endParaRPr>
          </a:p>
          <a:p>
            <a:pPr marL="12700">
              <a:lnSpc>
                <a:spcPct val="100000"/>
              </a:lnSpc>
            </a:pPr>
            <a:r>
              <a:rPr sz="2600" dirty="0">
                <a:latin typeface="Calibri"/>
                <a:cs typeface="Calibri"/>
              </a:rPr>
              <a:t>khác</a:t>
            </a:r>
            <a:r>
              <a:rPr sz="2600" spc="-35" dirty="0">
                <a:latin typeface="Calibri"/>
                <a:cs typeface="Calibri"/>
              </a:rPr>
              <a:t> </a:t>
            </a:r>
            <a:r>
              <a:rPr sz="2600" dirty="0">
                <a:latin typeface="Calibri"/>
                <a:cs typeface="Calibri"/>
              </a:rPr>
              <a:t>nhau</a:t>
            </a:r>
            <a:r>
              <a:rPr sz="2600" spc="-45" dirty="0">
                <a:latin typeface="Calibri"/>
                <a:cs typeface="Calibri"/>
              </a:rPr>
              <a:t> </a:t>
            </a:r>
            <a:r>
              <a:rPr sz="2600" dirty="0">
                <a:latin typeface="Calibri"/>
                <a:cs typeface="Calibri"/>
              </a:rPr>
              <a:t>nếu</a:t>
            </a:r>
            <a:r>
              <a:rPr sz="2600" spc="-55" dirty="0">
                <a:latin typeface="Calibri"/>
                <a:cs typeface="Calibri"/>
              </a:rPr>
              <a:t> </a:t>
            </a:r>
            <a:r>
              <a:rPr sz="2600" dirty="0">
                <a:latin typeface="Calibri"/>
                <a:cs typeface="Calibri"/>
              </a:rPr>
              <a:t>một</a:t>
            </a:r>
            <a:r>
              <a:rPr sz="2600" spc="-15" dirty="0">
                <a:latin typeface="Calibri"/>
                <a:cs typeface="Calibri"/>
              </a:rPr>
              <a:t> </a:t>
            </a:r>
            <a:r>
              <a:rPr sz="2600" dirty="0">
                <a:latin typeface="Calibri"/>
                <a:cs typeface="Calibri"/>
              </a:rPr>
              <a:t>trong</a:t>
            </a:r>
            <a:r>
              <a:rPr sz="2600" spc="-45" dirty="0">
                <a:latin typeface="Calibri"/>
                <a:cs typeface="Calibri"/>
              </a:rPr>
              <a:t> </a:t>
            </a:r>
            <a:r>
              <a:rPr sz="2600" dirty="0">
                <a:latin typeface="Calibri"/>
                <a:cs typeface="Calibri"/>
              </a:rPr>
              <a:t>hai</a:t>
            </a:r>
            <a:r>
              <a:rPr sz="2600" spc="-25" dirty="0">
                <a:latin typeface="Calibri"/>
                <a:cs typeface="Calibri"/>
              </a:rPr>
              <a:t> </a:t>
            </a:r>
            <a:r>
              <a:rPr sz="2600" dirty="0">
                <a:latin typeface="Calibri"/>
                <a:cs typeface="Calibri"/>
              </a:rPr>
              <a:t>trường</a:t>
            </a:r>
            <a:r>
              <a:rPr sz="2600" spc="-45" dirty="0">
                <a:latin typeface="Calibri"/>
                <a:cs typeface="Calibri"/>
              </a:rPr>
              <a:t> </a:t>
            </a:r>
            <a:r>
              <a:rPr sz="2600" dirty="0">
                <a:latin typeface="Calibri"/>
                <a:cs typeface="Calibri"/>
              </a:rPr>
              <a:t>hợp</a:t>
            </a:r>
            <a:r>
              <a:rPr sz="2600" spc="-50" dirty="0">
                <a:latin typeface="Calibri"/>
                <a:cs typeface="Calibri"/>
              </a:rPr>
              <a:t> </a:t>
            </a:r>
            <a:r>
              <a:rPr sz="2600" dirty="0">
                <a:latin typeface="Calibri"/>
                <a:cs typeface="Calibri"/>
              </a:rPr>
              <a:t>sau</a:t>
            </a:r>
            <a:r>
              <a:rPr sz="2600" spc="-35" dirty="0">
                <a:latin typeface="Calibri"/>
                <a:cs typeface="Calibri"/>
              </a:rPr>
              <a:t> </a:t>
            </a:r>
            <a:r>
              <a:rPr sz="2600" dirty="0">
                <a:latin typeface="Calibri"/>
                <a:cs typeface="Calibri"/>
              </a:rPr>
              <a:t>xảy</a:t>
            </a:r>
            <a:r>
              <a:rPr sz="2600" spc="-25" dirty="0">
                <a:latin typeface="Calibri"/>
                <a:cs typeface="Calibri"/>
              </a:rPr>
              <a:t> ra</a:t>
            </a:r>
            <a:endParaRPr sz="2600">
              <a:latin typeface="Calibri"/>
              <a:cs typeface="Calibri"/>
            </a:endParaRPr>
          </a:p>
          <a:p>
            <a:pPr marL="544195" indent="-531495">
              <a:lnSpc>
                <a:spcPct val="100000"/>
              </a:lnSpc>
              <a:spcBef>
                <a:spcPts val="655"/>
              </a:spcBef>
              <a:buFont typeface="Wingdings"/>
              <a:buChar char=""/>
              <a:tabLst>
                <a:tab pos="544195" algn="l"/>
              </a:tabLst>
            </a:pPr>
            <a:r>
              <a:rPr sz="2600" dirty="0">
                <a:latin typeface="Calibri"/>
                <a:cs typeface="Calibri"/>
              </a:rPr>
              <a:t>hai</a:t>
            </a:r>
            <a:r>
              <a:rPr sz="2600" spc="-15" dirty="0">
                <a:latin typeface="Calibri"/>
                <a:cs typeface="Calibri"/>
              </a:rPr>
              <a:t> </a:t>
            </a:r>
            <a:r>
              <a:rPr sz="2600" dirty="0">
                <a:latin typeface="Calibri"/>
                <a:cs typeface="Calibri"/>
              </a:rPr>
              <a:t>cách</a:t>
            </a:r>
            <a:r>
              <a:rPr sz="2600" spc="-20" dirty="0">
                <a:latin typeface="Calibri"/>
                <a:cs typeface="Calibri"/>
              </a:rPr>
              <a:t> </a:t>
            </a:r>
            <a:r>
              <a:rPr sz="2600" dirty="0">
                <a:latin typeface="Calibri"/>
                <a:cs typeface="Calibri"/>
              </a:rPr>
              <a:t>thực</a:t>
            </a:r>
            <a:r>
              <a:rPr sz="2600" spc="-30" dirty="0">
                <a:latin typeface="Calibri"/>
                <a:cs typeface="Calibri"/>
              </a:rPr>
              <a:t> </a:t>
            </a:r>
            <a:r>
              <a:rPr sz="2600" dirty="0">
                <a:latin typeface="Calibri"/>
                <a:cs typeface="Calibri"/>
              </a:rPr>
              <a:t>hiện</a:t>
            </a:r>
            <a:r>
              <a:rPr sz="2600" spc="-35" dirty="0">
                <a:latin typeface="Calibri"/>
                <a:cs typeface="Calibri"/>
              </a:rPr>
              <a:t> </a:t>
            </a:r>
            <a:r>
              <a:rPr sz="2600" dirty="0">
                <a:latin typeface="Calibri"/>
                <a:cs typeface="Calibri"/>
              </a:rPr>
              <a:t>ở</a:t>
            </a:r>
            <a:r>
              <a:rPr sz="2600" spc="-10" dirty="0">
                <a:latin typeface="Calibri"/>
                <a:cs typeface="Calibri"/>
              </a:rPr>
              <a:t> </a:t>
            </a:r>
            <a:r>
              <a:rPr sz="2600" dirty="0">
                <a:latin typeface="Calibri"/>
                <a:cs typeface="Calibri"/>
              </a:rPr>
              <a:t>giai</a:t>
            </a:r>
            <a:r>
              <a:rPr sz="2600" spc="5" dirty="0">
                <a:latin typeface="Calibri"/>
                <a:cs typeface="Calibri"/>
              </a:rPr>
              <a:t> </a:t>
            </a:r>
            <a:r>
              <a:rPr sz="2600" dirty="0">
                <a:latin typeface="Calibri"/>
                <a:cs typeface="Calibri"/>
              </a:rPr>
              <a:t>đoạn</a:t>
            </a:r>
            <a:r>
              <a:rPr sz="2600" spc="-15" dirty="0">
                <a:latin typeface="Calibri"/>
                <a:cs typeface="Calibri"/>
              </a:rPr>
              <a:t> </a:t>
            </a:r>
            <a:r>
              <a:rPr sz="2600" dirty="0">
                <a:latin typeface="Calibri"/>
                <a:cs typeface="Calibri"/>
              </a:rPr>
              <a:t>1</a:t>
            </a:r>
            <a:r>
              <a:rPr sz="2600" spc="-25" dirty="0">
                <a:latin typeface="Calibri"/>
                <a:cs typeface="Calibri"/>
              </a:rPr>
              <a:t> </a:t>
            </a:r>
            <a:r>
              <a:rPr sz="2600" dirty="0">
                <a:latin typeface="Calibri"/>
                <a:cs typeface="Calibri"/>
              </a:rPr>
              <a:t>khác</a:t>
            </a:r>
            <a:r>
              <a:rPr sz="2600" spc="-10" dirty="0">
                <a:latin typeface="Calibri"/>
                <a:cs typeface="Calibri"/>
              </a:rPr>
              <a:t> </a:t>
            </a:r>
            <a:r>
              <a:rPr sz="2600" dirty="0">
                <a:latin typeface="Calibri"/>
                <a:cs typeface="Calibri"/>
              </a:rPr>
              <a:t>nhau</a:t>
            </a:r>
            <a:r>
              <a:rPr sz="2600" spc="-30" dirty="0">
                <a:latin typeface="Calibri"/>
                <a:cs typeface="Calibri"/>
              </a:rPr>
              <a:t> </a:t>
            </a:r>
            <a:r>
              <a:rPr sz="2600" dirty="0">
                <a:latin typeface="Calibri"/>
                <a:cs typeface="Calibri"/>
              </a:rPr>
              <a:t>a</a:t>
            </a:r>
            <a:r>
              <a:rPr sz="2600" spc="5" dirty="0">
                <a:latin typeface="Calibri"/>
                <a:cs typeface="Calibri"/>
              </a:rPr>
              <a:t> </a:t>
            </a:r>
            <a:r>
              <a:rPr sz="2600" dirty="0">
                <a:latin typeface="Symbol"/>
                <a:cs typeface="Symbol"/>
              </a:rPr>
              <a:t></a:t>
            </a:r>
            <a:r>
              <a:rPr sz="2600" spc="-75" dirty="0">
                <a:latin typeface="Times New Roman"/>
                <a:cs typeface="Times New Roman"/>
              </a:rPr>
              <a:t> </a:t>
            </a:r>
            <a:r>
              <a:rPr sz="2600" spc="-50" dirty="0">
                <a:latin typeface="Calibri"/>
                <a:cs typeface="Calibri"/>
              </a:rPr>
              <a:t>c</a:t>
            </a:r>
            <a:endParaRPr sz="2600">
              <a:latin typeface="Calibri"/>
              <a:cs typeface="Calibri"/>
            </a:endParaRPr>
          </a:p>
          <a:p>
            <a:pPr marL="469900" indent="-457200">
              <a:lnSpc>
                <a:spcPct val="100000"/>
              </a:lnSpc>
              <a:spcBef>
                <a:spcPts val="620"/>
              </a:spcBef>
              <a:buFont typeface="Wingdings"/>
              <a:buChar char=""/>
              <a:tabLst>
                <a:tab pos="469900" algn="l"/>
              </a:tabLst>
            </a:pPr>
            <a:r>
              <a:rPr sz="2600" dirty="0">
                <a:latin typeface="Calibri"/>
                <a:cs typeface="Calibri"/>
              </a:rPr>
              <a:t>a=c</a:t>
            </a:r>
            <a:r>
              <a:rPr sz="2600" spc="-20" dirty="0">
                <a:latin typeface="Calibri"/>
                <a:cs typeface="Calibri"/>
              </a:rPr>
              <a:t> </a:t>
            </a:r>
            <a:r>
              <a:rPr sz="2600" dirty="0">
                <a:latin typeface="Calibri"/>
                <a:cs typeface="Calibri"/>
              </a:rPr>
              <a:t>và</a:t>
            </a:r>
            <a:r>
              <a:rPr sz="2600" spc="-15" dirty="0">
                <a:latin typeface="Calibri"/>
                <a:cs typeface="Calibri"/>
              </a:rPr>
              <a:t> </a:t>
            </a:r>
            <a:r>
              <a:rPr sz="2600" dirty="0">
                <a:latin typeface="Calibri"/>
                <a:cs typeface="Calibri"/>
              </a:rPr>
              <a:t>hai</a:t>
            </a:r>
            <a:r>
              <a:rPr sz="2600" spc="-15" dirty="0">
                <a:latin typeface="Calibri"/>
                <a:cs typeface="Calibri"/>
              </a:rPr>
              <a:t> </a:t>
            </a:r>
            <a:r>
              <a:rPr sz="2600" dirty="0">
                <a:latin typeface="Calibri"/>
                <a:cs typeface="Calibri"/>
              </a:rPr>
              <a:t>cách</a:t>
            </a:r>
            <a:r>
              <a:rPr sz="2600" spc="-25" dirty="0">
                <a:latin typeface="Calibri"/>
                <a:cs typeface="Calibri"/>
              </a:rPr>
              <a:t> </a:t>
            </a:r>
            <a:r>
              <a:rPr sz="2600" dirty="0">
                <a:latin typeface="Calibri"/>
                <a:cs typeface="Calibri"/>
              </a:rPr>
              <a:t>thực</a:t>
            </a:r>
            <a:r>
              <a:rPr sz="2600" spc="-35" dirty="0">
                <a:latin typeface="Calibri"/>
                <a:cs typeface="Calibri"/>
              </a:rPr>
              <a:t> </a:t>
            </a:r>
            <a:r>
              <a:rPr sz="2600" dirty="0">
                <a:latin typeface="Calibri"/>
                <a:cs typeface="Calibri"/>
              </a:rPr>
              <a:t>hiện</a:t>
            </a:r>
            <a:r>
              <a:rPr sz="2600" spc="-30" dirty="0">
                <a:latin typeface="Calibri"/>
                <a:cs typeface="Calibri"/>
              </a:rPr>
              <a:t> </a:t>
            </a:r>
            <a:r>
              <a:rPr sz="2600" dirty="0">
                <a:latin typeface="Calibri"/>
                <a:cs typeface="Calibri"/>
              </a:rPr>
              <a:t>giai</a:t>
            </a:r>
            <a:r>
              <a:rPr sz="2600" spc="-15" dirty="0">
                <a:latin typeface="Calibri"/>
                <a:cs typeface="Calibri"/>
              </a:rPr>
              <a:t> </a:t>
            </a:r>
            <a:r>
              <a:rPr sz="2600" dirty="0">
                <a:latin typeface="Calibri"/>
                <a:cs typeface="Calibri"/>
              </a:rPr>
              <a:t>đoạn</a:t>
            </a:r>
            <a:r>
              <a:rPr sz="2600" spc="-20" dirty="0">
                <a:latin typeface="Calibri"/>
                <a:cs typeface="Calibri"/>
              </a:rPr>
              <a:t> </a:t>
            </a:r>
            <a:r>
              <a:rPr sz="2600" dirty="0">
                <a:latin typeface="Calibri"/>
                <a:cs typeface="Calibri"/>
              </a:rPr>
              <a:t>2</a:t>
            </a:r>
            <a:r>
              <a:rPr sz="2600" spc="-30" dirty="0">
                <a:latin typeface="Calibri"/>
                <a:cs typeface="Calibri"/>
              </a:rPr>
              <a:t> </a:t>
            </a:r>
            <a:r>
              <a:rPr sz="2600" dirty="0">
                <a:latin typeface="Calibri"/>
                <a:cs typeface="Calibri"/>
              </a:rPr>
              <a:t>khác</a:t>
            </a:r>
            <a:r>
              <a:rPr sz="2600" spc="-15" dirty="0">
                <a:latin typeface="Calibri"/>
                <a:cs typeface="Calibri"/>
              </a:rPr>
              <a:t> </a:t>
            </a:r>
            <a:r>
              <a:rPr sz="2600" dirty="0">
                <a:latin typeface="Calibri"/>
                <a:cs typeface="Calibri"/>
              </a:rPr>
              <a:t>nhau</a:t>
            </a:r>
            <a:r>
              <a:rPr sz="2600" spc="-35" dirty="0">
                <a:latin typeface="Calibri"/>
                <a:cs typeface="Calibri"/>
              </a:rPr>
              <a:t> </a:t>
            </a:r>
            <a:r>
              <a:rPr sz="2600" dirty="0">
                <a:latin typeface="Calibri"/>
                <a:cs typeface="Calibri"/>
              </a:rPr>
              <a:t>b</a:t>
            </a:r>
            <a:r>
              <a:rPr sz="2600" spc="-10" dirty="0">
                <a:latin typeface="Calibri"/>
                <a:cs typeface="Calibri"/>
              </a:rPr>
              <a:t> </a:t>
            </a:r>
            <a:r>
              <a:rPr sz="2600" dirty="0">
                <a:latin typeface="Symbol"/>
                <a:cs typeface="Symbol"/>
              </a:rPr>
              <a:t></a:t>
            </a:r>
            <a:r>
              <a:rPr sz="2600" spc="-90" dirty="0">
                <a:latin typeface="Times New Roman"/>
                <a:cs typeface="Times New Roman"/>
              </a:rPr>
              <a:t> </a:t>
            </a:r>
            <a:r>
              <a:rPr sz="2600" spc="-25" dirty="0">
                <a:latin typeface="Calibri"/>
                <a:cs typeface="Calibri"/>
              </a:rPr>
              <a:t>d.</a:t>
            </a:r>
            <a:endParaRPr sz="2600">
              <a:latin typeface="Calibri"/>
              <a:cs typeface="Calibri"/>
            </a:endParaRPr>
          </a:p>
          <a:p>
            <a:pPr marL="12700" marR="102235">
              <a:lnSpc>
                <a:spcPct val="100000"/>
              </a:lnSpc>
              <a:spcBef>
                <a:spcPts val="600"/>
              </a:spcBef>
              <a:tabLst>
                <a:tab pos="4123690" algn="l"/>
              </a:tabLst>
            </a:pPr>
            <a:r>
              <a:rPr sz="2600" dirty="0">
                <a:latin typeface="Calibri"/>
                <a:cs typeface="Calibri"/>
              </a:rPr>
              <a:t>-</a:t>
            </a:r>
            <a:r>
              <a:rPr sz="2600" spc="-25" dirty="0">
                <a:latin typeface="Calibri"/>
                <a:cs typeface="Calibri"/>
              </a:rPr>
              <a:t> </a:t>
            </a:r>
            <a:r>
              <a:rPr sz="2600" dirty="0">
                <a:latin typeface="Calibri"/>
                <a:cs typeface="Calibri"/>
              </a:rPr>
              <a:t>Để</a:t>
            </a:r>
            <a:r>
              <a:rPr sz="2600" spc="-55" dirty="0">
                <a:latin typeface="Calibri"/>
                <a:cs typeface="Calibri"/>
              </a:rPr>
              <a:t> </a:t>
            </a:r>
            <a:r>
              <a:rPr sz="2600" dirty="0">
                <a:latin typeface="Calibri"/>
                <a:cs typeface="Calibri"/>
              </a:rPr>
              <a:t>có</a:t>
            </a:r>
            <a:r>
              <a:rPr sz="2600" spc="-20" dirty="0">
                <a:latin typeface="Calibri"/>
                <a:cs typeface="Calibri"/>
              </a:rPr>
              <a:t> </a:t>
            </a:r>
            <a:r>
              <a:rPr sz="2600" i="1" dirty="0">
                <a:latin typeface="Calibri"/>
                <a:cs typeface="Calibri"/>
              </a:rPr>
              <a:t>mn</a:t>
            </a:r>
            <a:r>
              <a:rPr sz="2600" i="1" spc="-30" dirty="0">
                <a:latin typeface="Calibri"/>
                <a:cs typeface="Calibri"/>
              </a:rPr>
              <a:t> </a:t>
            </a:r>
            <a:r>
              <a:rPr sz="2600" i="1" dirty="0">
                <a:latin typeface="Calibri"/>
                <a:cs typeface="Calibri"/>
              </a:rPr>
              <a:t>kết</a:t>
            </a:r>
            <a:r>
              <a:rPr sz="2600" i="1" spc="-35" dirty="0">
                <a:latin typeface="Calibri"/>
                <a:cs typeface="Calibri"/>
              </a:rPr>
              <a:t> </a:t>
            </a:r>
            <a:r>
              <a:rPr sz="2600" i="1" dirty="0">
                <a:latin typeface="Calibri"/>
                <a:cs typeface="Calibri"/>
              </a:rPr>
              <a:t>quả</a:t>
            </a:r>
            <a:r>
              <a:rPr sz="2600" i="1" spc="-50" dirty="0">
                <a:latin typeface="Calibri"/>
                <a:cs typeface="Calibri"/>
              </a:rPr>
              <a:t> </a:t>
            </a:r>
            <a:r>
              <a:rPr sz="2600" i="1" dirty="0">
                <a:latin typeface="Calibri"/>
                <a:cs typeface="Calibri"/>
              </a:rPr>
              <a:t>khác</a:t>
            </a:r>
            <a:r>
              <a:rPr sz="2600" i="1" spc="-45" dirty="0">
                <a:latin typeface="Calibri"/>
                <a:cs typeface="Calibri"/>
              </a:rPr>
              <a:t> </a:t>
            </a:r>
            <a:r>
              <a:rPr sz="2600" i="1" spc="-20" dirty="0">
                <a:latin typeface="Calibri"/>
                <a:cs typeface="Calibri"/>
              </a:rPr>
              <a:t>nhau</a:t>
            </a:r>
            <a:r>
              <a:rPr sz="2600" i="1" dirty="0">
                <a:latin typeface="Calibri"/>
                <a:cs typeface="Calibri"/>
              </a:rPr>
              <a:t>	</a:t>
            </a:r>
            <a:r>
              <a:rPr sz="2600" dirty="0">
                <a:latin typeface="Calibri"/>
                <a:cs typeface="Calibri"/>
              </a:rPr>
              <a:t>,</a:t>
            </a:r>
            <a:r>
              <a:rPr sz="2600" spc="-25" dirty="0">
                <a:latin typeface="Calibri"/>
                <a:cs typeface="Calibri"/>
              </a:rPr>
              <a:t> </a:t>
            </a:r>
            <a:r>
              <a:rPr sz="2600" dirty="0">
                <a:latin typeface="Calibri"/>
                <a:cs typeface="Calibri"/>
              </a:rPr>
              <a:t>ta</a:t>
            </a:r>
            <a:r>
              <a:rPr sz="2600" spc="-20" dirty="0">
                <a:latin typeface="Calibri"/>
                <a:cs typeface="Calibri"/>
              </a:rPr>
              <a:t> </a:t>
            </a:r>
            <a:r>
              <a:rPr sz="2600" dirty="0">
                <a:latin typeface="Calibri"/>
                <a:cs typeface="Calibri"/>
              </a:rPr>
              <a:t>phải</a:t>
            </a:r>
            <a:r>
              <a:rPr sz="2600" spc="-35" dirty="0">
                <a:latin typeface="Calibri"/>
                <a:cs typeface="Calibri"/>
              </a:rPr>
              <a:t> </a:t>
            </a:r>
            <a:r>
              <a:rPr sz="2600" dirty="0">
                <a:latin typeface="Calibri"/>
                <a:cs typeface="Calibri"/>
              </a:rPr>
              <a:t>có</a:t>
            </a:r>
            <a:r>
              <a:rPr sz="2600" spc="-35" dirty="0">
                <a:latin typeface="Calibri"/>
                <a:cs typeface="Calibri"/>
              </a:rPr>
              <a:t> </a:t>
            </a:r>
            <a:r>
              <a:rPr sz="2600" dirty="0">
                <a:latin typeface="Calibri"/>
                <a:cs typeface="Calibri"/>
              </a:rPr>
              <a:t>hai</a:t>
            </a:r>
            <a:r>
              <a:rPr sz="2600" spc="-25" dirty="0">
                <a:latin typeface="Calibri"/>
                <a:cs typeface="Calibri"/>
              </a:rPr>
              <a:t> </a:t>
            </a:r>
            <a:r>
              <a:rPr sz="2600" dirty="0">
                <a:latin typeface="Calibri"/>
                <a:cs typeface="Calibri"/>
              </a:rPr>
              <a:t>giai</a:t>
            </a:r>
            <a:r>
              <a:rPr sz="2600" spc="-20" dirty="0">
                <a:latin typeface="Calibri"/>
                <a:cs typeface="Calibri"/>
              </a:rPr>
              <a:t> </a:t>
            </a:r>
            <a:r>
              <a:rPr sz="2600" dirty="0">
                <a:latin typeface="Calibri"/>
                <a:cs typeface="Calibri"/>
              </a:rPr>
              <a:t>đoạn</a:t>
            </a:r>
            <a:r>
              <a:rPr sz="2600" spc="-25" dirty="0">
                <a:latin typeface="Calibri"/>
                <a:cs typeface="Calibri"/>
              </a:rPr>
              <a:t> </a:t>
            </a:r>
            <a:r>
              <a:rPr sz="2600" spc="-20" dirty="0">
                <a:latin typeface="Calibri"/>
                <a:cs typeface="Calibri"/>
              </a:rPr>
              <a:t>được </a:t>
            </a:r>
            <a:r>
              <a:rPr sz="2600" dirty="0">
                <a:latin typeface="Calibri"/>
                <a:cs typeface="Calibri"/>
              </a:rPr>
              <a:t>thực</a:t>
            </a:r>
            <a:r>
              <a:rPr sz="2600" spc="-40" dirty="0">
                <a:latin typeface="Calibri"/>
                <a:cs typeface="Calibri"/>
              </a:rPr>
              <a:t> </a:t>
            </a:r>
            <a:r>
              <a:rPr sz="2600" dirty="0">
                <a:latin typeface="Calibri"/>
                <a:cs typeface="Calibri"/>
              </a:rPr>
              <a:t>hiện</a:t>
            </a:r>
            <a:r>
              <a:rPr sz="2600" spc="-35" dirty="0">
                <a:latin typeface="Calibri"/>
                <a:cs typeface="Calibri"/>
              </a:rPr>
              <a:t> </a:t>
            </a:r>
            <a:r>
              <a:rPr sz="2600" dirty="0">
                <a:latin typeface="Calibri"/>
                <a:cs typeface="Calibri"/>
              </a:rPr>
              <a:t>độc</a:t>
            </a:r>
            <a:r>
              <a:rPr sz="2600" spc="-15" dirty="0">
                <a:latin typeface="Calibri"/>
                <a:cs typeface="Calibri"/>
              </a:rPr>
              <a:t> </a:t>
            </a:r>
            <a:r>
              <a:rPr sz="2600" dirty="0">
                <a:latin typeface="Calibri"/>
                <a:cs typeface="Calibri"/>
              </a:rPr>
              <a:t>lập</a:t>
            </a:r>
            <a:r>
              <a:rPr sz="2600" spc="-35" dirty="0">
                <a:latin typeface="Calibri"/>
                <a:cs typeface="Calibri"/>
              </a:rPr>
              <a:t> </a:t>
            </a:r>
            <a:r>
              <a:rPr sz="2600" dirty="0">
                <a:latin typeface="Calibri"/>
                <a:cs typeface="Calibri"/>
              </a:rPr>
              <a:t>với</a:t>
            </a:r>
            <a:r>
              <a:rPr sz="2600" spc="-20" dirty="0">
                <a:latin typeface="Calibri"/>
                <a:cs typeface="Calibri"/>
              </a:rPr>
              <a:t> </a:t>
            </a:r>
            <a:r>
              <a:rPr sz="2600" dirty="0">
                <a:latin typeface="Calibri"/>
                <a:cs typeface="Calibri"/>
              </a:rPr>
              <a:t>nhau</a:t>
            </a:r>
            <a:r>
              <a:rPr sz="2600" spc="-15" dirty="0">
                <a:latin typeface="Calibri"/>
                <a:cs typeface="Calibri"/>
              </a:rPr>
              <a:t> </a:t>
            </a:r>
            <a:r>
              <a:rPr sz="2600" i="1" spc="-50" dirty="0">
                <a:latin typeface="Calibri"/>
                <a:cs typeface="Calibri"/>
              </a:rPr>
              <a:t>.</a:t>
            </a:r>
            <a:endParaRPr sz="2600">
              <a:latin typeface="Calibri"/>
              <a:cs typeface="Calibri"/>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96240" y="229260"/>
            <a:ext cx="8241665" cy="6000750"/>
          </a:xfrm>
          <a:prstGeom prst="rect">
            <a:avLst/>
          </a:prstGeom>
        </p:spPr>
        <p:txBody>
          <a:bodyPr vert="horz" wrap="square" lIns="0" tIns="97790" rIns="0" bIns="0" rtlCol="0">
            <a:spAutoFit/>
          </a:bodyPr>
          <a:lstStyle/>
          <a:p>
            <a:pPr marL="76200">
              <a:lnSpc>
                <a:spcPct val="100000"/>
              </a:lnSpc>
              <a:spcBef>
                <a:spcPts val="770"/>
              </a:spcBef>
            </a:pPr>
            <a:r>
              <a:rPr sz="2800" b="1" dirty="0">
                <a:latin typeface="Calibri"/>
                <a:cs typeface="Calibri"/>
              </a:rPr>
              <a:t>Ví</a:t>
            </a:r>
            <a:r>
              <a:rPr sz="2800" b="1" spc="-35" dirty="0">
                <a:latin typeface="Calibri"/>
                <a:cs typeface="Calibri"/>
              </a:rPr>
              <a:t> </a:t>
            </a:r>
            <a:r>
              <a:rPr sz="2800" b="1" dirty="0">
                <a:latin typeface="Calibri"/>
                <a:cs typeface="Calibri"/>
              </a:rPr>
              <a:t>dụ</a:t>
            </a:r>
            <a:r>
              <a:rPr sz="2800" b="1" spc="-35" dirty="0">
                <a:latin typeface="Calibri"/>
                <a:cs typeface="Calibri"/>
              </a:rPr>
              <a:t> </a:t>
            </a:r>
            <a:r>
              <a:rPr sz="2800" b="1" dirty="0">
                <a:latin typeface="Calibri"/>
                <a:cs typeface="Calibri"/>
              </a:rPr>
              <a:t>:</a:t>
            </a:r>
            <a:r>
              <a:rPr sz="2800" b="1" spc="-20" dirty="0">
                <a:latin typeface="Calibri"/>
                <a:cs typeface="Calibri"/>
              </a:rPr>
              <a:t> </a:t>
            </a:r>
            <a:r>
              <a:rPr sz="2800" dirty="0">
                <a:latin typeface="Calibri"/>
                <a:cs typeface="Calibri"/>
              </a:rPr>
              <a:t>Cho</a:t>
            </a:r>
            <a:r>
              <a:rPr sz="2800" spc="-25" dirty="0">
                <a:latin typeface="Calibri"/>
                <a:cs typeface="Calibri"/>
              </a:rPr>
              <a:t> </a:t>
            </a:r>
            <a:r>
              <a:rPr sz="2800" dirty="0">
                <a:latin typeface="Calibri"/>
                <a:cs typeface="Calibri"/>
              </a:rPr>
              <a:t>một</a:t>
            </a:r>
            <a:r>
              <a:rPr sz="2800" spc="-40" dirty="0">
                <a:latin typeface="Calibri"/>
                <a:cs typeface="Calibri"/>
              </a:rPr>
              <a:t> </a:t>
            </a:r>
            <a:r>
              <a:rPr sz="2800" dirty="0">
                <a:latin typeface="Calibri"/>
                <a:cs typeface="Calibri"/>
              </a:rPr>
              <a:t>thực</a:t>
            </a:r>
            <a:r>
              <a:rPr sz="2800" spc="-15" dirty="0">
                <a:latin typeface="Calibri"/>
                <a:cs typeface="Calibri"/>
              </a:rPr>
              <a:t> </a:t>
            </a:r>
            <a:r>
              <a:rPr sz="2800" dirty="0">
                <a:latin typeface="Calibri"/>
                <a:cs typeface="Calibri"/>
              </a:rPr>
              <a:t>đơn</a:t>
            </a:r>
            <a:r>
              <a:rPr sz="2800" spc="-15" dirty="0">
                <a:latin typeface="Calibri"/>
                <a:cs typeface="Calibri"/>
              </a:rPr>
              <a:t> </a:t>
            </a:r>
            <a:r>
              <a:rPr sz="2800" dirty="0">
                <a:latin typeface="Calibri"/>
                <a:cs typeface="Calibri"/>
              </a:rPr>
              <a:t>như</a:t>
            </a:r>
            <a:r>
              <a:rPr sz="2800" spc="-20" dirty="0">
                <a:latin typeface="Calibri"/>
                <a:cs typeface="Calibri"/>
              </a:rPr>
              <a:t> </a:t>
            </a:r>
            <a:r>
              <a:rPr sz="2800" dirty="0">
                <a:latin typeface="Calibri"/>
                <a:cs typeface="Calibri"/>
              </a:rPr>
              <a:t>sau</a:t>
            </a:r>
            <a:r>
              <a:rPr sz="2800" spc="-25" dirty="0">
                <a:latin typeface="Calibri"/>
                <a:cs typeface="Calibri"/>
              </a:rPr>
              <a:t> </a:t>
            </a:r>
            <a:r>
              <a:rPr sz="2800" spc="-50" dirty="0">
                <a:latin typeface="Calibri"/>
                <a:cs typeface="Calibri"/>
              </a:rPr>
              <a:t>:</a:t>
            </a:r>
            <a:endParaRPr sz="2800">
              <a:latin typeface="Calibri"/>
              <a:cs typeface="Calibri"/>
            </a:endParaRPr>
          </a:p>
          <a:p>
            <a:pPr marL="591185" indent="-514984">
              <a:lnSpc>
                <a:spcPct val="100000"/>
              </a:lnSpc>
              <a:spcBef>
                <a:spcPts val="675"/>
              </a:spcBef>
              <a:buAutoNum type="arabicPeriod"/>
              <a:tabLst>
                <a:tab pos="591185" algn="l"/>
              </a:tabLst>
            </a:pPr>
            <a:r>
              <a:rPr sz="2800" dirty="0">
                <a:latin typeface="Calibri"/>
                <a:cs typeface="Calibri"/>
              </a:rPr>
              <a:t>Giải</a:t>
            </a:r>
            <a:r>
              <a:rPr sz="2800" spc="-65" dirty="0">
                <a:latin typeface="Calibri"/>
                <a:cs typeface="Calibri"/>
              </a:rPr>
              <a:t> </a:t>
            </a:r>
            <a:r>
              <a:rPr sz="2800" dirty="0">
                <a:latin typeface="Calibri"/>
                <a:cs typeface="Calibri"/>
              </a:rPr>
              <a:t>khát</a:t>
            </a:r>
            <a:r>
              <a:rPr sz="2800" spc="-55" dirty="0">
                <a:latin typeface="Calibri"/>
                <a:cs typeface="Calibri"/>
              </a:rPr>
              <a:t> </a:t>
            </a:r>
            <a:r>
              <a:rPr sz="2800" dirty="0">
                <a:latin typeface="Calibri"/>
                <a:cs typeface="Calibri"/>
              </a:rPr>
              <a:t>:</a:t>
            </a:r>
            <a:r>
              <a:rPr sz="2800" spc="-40" dirty="0">
                <a:latin typeface="Calibri"/>
                <a:cs typeface="Calibri"/>
              </a:rPr>
              <a:t> </a:t>
            </a:r>
            <a:r>
              <a:rPr sz="2800" dirty="0">
                <a:latin typeface="Calibri"/>
                <a:cs typeface="Calibri"/>
              </a:rPr>
              <a:t>Nước</a:t>
            </a:r>
            <a:r>
              <a:rPr sz="2800" spc="-25" dirty="0">
                <a:latin typeface="Calibri"/>
                <a:cs typeface="Calibri"/>
              </a:rPr>
              <a:t> </a:t>
            </a:r>
            <a:r>
              <a:rPr sz="2800" dirty="0">
                <a:latin typeface="Calibri"/>
                <a:cs typeface="Calibri"/>
              </a:rPr>
              <a:t>suối,</a:t>
            </a:r>
            <a:r>
              <a:rPr sz="2800" spc="-35" dirty="0">
                <a:latin typeface="Calibri"/>
                <a:cs typeface="Calibri"/>
              </a:rPr>
              <a:t> </a:t>
            </a:r>
            <a:r>
              <a:rPr sz="2800" dirty="0">
                <a:latin typeface="Calibri"/>
                <a:cs typeface="Calibri"/>
              </a:rPr>
              <a:t>nước</a:t>
            </a:r>
            <a:r>
              <a:rPr sz="2800" spc="-20" dirty="0">
                <a:latin typeface="Calibri"/>
                <a:cs typeface="Calibri"/>
              </a:rPr>
              <a:t> </a:t>
            </a:r>
            <a:r>
              <a:rPr sz="2800" dirty="0">
                <a:latin typeface="Calibri"/>
                <a:cs typeface="Calibri"/>
              </a:rPr>
              <a:t>ngọt,</a:t>
            </a:r>
            <a:r>
              <a:rPr sz="2800" spc="-30" dirty="0">
                <a:latin typeface="Calibri"/>
                <a:cs typeface="Calibri"/>
              </a:rPr>
              <a:t> </a:t>
            </a:r>
            <a:r>
              <a:rPr sz="2800" spc="-20" dirty="0">
                <a:latin typeface="Calibri"/>
                <a:cs typeface="Calibri"/>
              </a:rPr>
              <a:t>trà.</a:t>
            </a:r>
            <a:endParaRPr sz="2800">
              <a:latin typeface="Calibri"/>
              <a:cs typeface="Calibri"/>
            </a:endParaRPr>
          </a:p>
          <a:p>
            <a:pPr marL="591185" indent="-514984">
              <a:lnSpc>
                <a:spcPct val="100000"/>
              </a:lnSpc>
              <a:spcBef>
                <a:spcPts val="670"/>
              </a:spcBef>
              <a:buAutoNum type="arabicPeriod"/>
              <a:tabLst>
                <a:tab pos="591185" algn="l"/>
              </a:tabLst>
            </a:pPr>
            <a:r>
              <a:rPr sz="2800" dirty="0">
                <a:latin typeface="Calibri"/>
                <a:cs typeface="Calibri"/>
              </a:rPr>
              <a:t>Món</a:t>
            </a:r>
            <a:r>
              <a:rPr sz="2800" spc="-25" dirty="0">
                <a:latin typeface="Calibri"/>
                <a:cs typeface="Calibri"/>
              </a:rPr>
              <a:t> </a:t>
            </a:r>
            <a:r>
              <a:rPr sz="2800" dirty="0">
                <a:latin typeface="Calibri"/>
                <a:cs typeface="Calibri"/>
              </a:rPr>
              <a:t>chính</a:t>
            </a:r>
            <a:r>
              <a:rPr sz="2800" spc="-10" dirty="0">
                <a:latin typeface="Calibri"/>
                <a:cs typeface="Calibri"/>
              </a:rPr>
              <a:t> </a:t>
            </a:r>
            <a:r>
              <a:rPr sz="2800" dirty="0">
                <a:latin typeface="Calibri"/>
                <a:cs typeface="Calibri"/>
              </a:rPr>
              <a:t>:</a:t>
            </a:r>
            <a:r>
              <a:rPr sz="2800" spc="-35" dirty="0">
                <a:latin typeface="Calibri"/>
                <a:cs typeface="Calibri"/>
              </a:rPr>
              <a:t> </a:t>
            </a:r>
            <a:r>
              <a:rPr sz="2800" dirty="0">
                <a:latin typeface="Calibri"/>
                <a:cs typeface="Calibri"/>
              </a:rPr>
              <a:t>Bánh</a:t>
            </a:r>
            <a:r>
              <a:rPr sz="2800" spc="-30" dirty="0">
                <a:latin typeface="Calibri"/>
                <a:cs typeface="Calibri"/>
              </a:rPr>
              <a:t> </a:t>
            </a:r>
            <a:r>
              <a:rPr sz="2800" dirty="0">
                <a:latin typeface="Calibri"/>
                <a:cs typeface="Calibri"/>
              </a:rPr>
              <a:t>mì</a:t>
            </a:r>
            <a:r>
              <a:rPr sz="2800" spc="-30" dirty="0">
                <a:latin typeface="Calibri"/>
                <a:cs typeface="Calibri"/>
              </a:rPr>
              <a:t> </a:t>
            </a:r>
            <a:r>
              <a:rPr sz="2800" dirty="0">
                <a:latin typeface="Calibri"/>
                <a:cs typeface="Calibri"/>
              </a:rPr>
              <a:t>,</a:t>
            </a:r>
            <a:r>
              <a:rPr sz="2800" spc="-40" dirty="0">
                <a:latin typeface="Calibri"/>
                <a:cs typeface="Calibri"/>
              </a:rPr>
              <a:t> </a:t>
            </a:r>
            <a:r>
              <a:rPr sz="2800" spc="-10" dirty="0">
                <a:latin typeface="Calibri"/>
                <a:cs typeface="Calibri"/>
              </a:rPr>
              <a:t>Hamburger.</a:t>
            </a:r>
            <a:endParaRPr sz="2800">
              <a:latin typeface="Calibri"/>
              <a:cs typeface="Calibri"/>
            </a:endParaRPr>
          </a:p>
          <a:p>
            <a:pPr marL="266700" lvl="1" indent="-190500">
              <a:lnSpc>
                <a:spcPct val="100000"/>
              </a:lnSpc>
              <a:spcBef>
                <a:spcPts val="675"/>
              </a:spcBef>
              <a:buChar char="-"/>
              <a:tabLst>
                <a:tab pos="266700" algn="l"/>
              </a:tabLst>
            </a:pPr>
            <a:r>
              <a:rPr sz="2800" dirty="0">
                <a:latin typeface="Calibri"/>
                <a:cs typeface="Calibri"/>
              </a:rPr>
              <a:t>Một</a:t>
            </a:r>
            <a:r>
              <a:rPr sz="2800" spc="-35" dirty="0">
                <a:latin typeface="Calibri"/>
                <a:cs typeface="Calibri"/>
              </a:rPr>
              <a:t> </a:t>
            </a:r>
            <a:r>
              <a:rPr sz="2800" dirty="0">
                <a:latin typeface="Calibri"/>
                <a:cs typeface="Calibri"/>
              </a:rPr>
              <a:t>người</a:t>
            </a:r>
            <a:r>
              <a:rPr sz="2800" spc="-40" dirty="0">
                <a:latin typeface="Calibri"/>
                <a:cs typeface="Calibri"/>
              </a:rPr>
              <a:t> </a:t>
            </a:r>
            <a:r>
              <a:rPr sz="2800" dirty="0">
                <a:latin typeface="Calibri"/>
                <a:cs typeface="Calibri"/>
              </a:rPr>
              <a:t>chỉ</a:t>
            </a:r>
            <a:r>
              <a:rPr sz="2800" spc="-40" dirty="0">
                <a:latin typeface="Calibri"/>
                <a:cs typeface="Calibri"/>
              </a:rPr>
              <a:t> </a:t>
            </a:r>
            <a:r>
              <a:rPr sz="2800" dirty="0">
                <a:latin typeface="Calibri"/>
                <a:cs typeface="Calibri"/>
              </a:rPr>
              <a:t>được</a:t>
            </a:r>
            <a:r>
              <a:rPr sz="2800" spc="-30" dirty="0">
                <a:latin typeface="Calibri"/>
                <a:cs typeface="Calibri"/>
              </a:rPr>
              <a:t> </a:t>
            </a:r>
            <a:r>
              <a:rPr sz="2800" dirty="0">
                <a:latin typeface="Calibri"/>
                <a:cs typeface="Calibri"/>
              </a:rPr>
              <a:t>chọn</a:t>
            </a:r>
            <a:r>
              <a:rPr sz="2800" spc="-30" dirty="0">
                <a:latin typeface="Calibri"/>
                <a:cs typeface="Calibri"/>
              </a:rPr>
              <a:t> </a:t>
            </a:r>
            <a:r>
              <a:rPr sz="2800" dirty="0">
                <a:latin typeface="Calibri"/>
                <a:cs typeface="Calibri"/>
              </a:rPr>
              <a:t>một</a:t>
            </a:r>
            <a:r>
              <a:rPr sz="2800" spc="-35" dirty="0">
                <a:latin typeface="Calibri"/>
                <a:cs typeface="Calibri"/>
              </a:rPr>
              <a:t> </a:t>
            </a:r>
            <a:r>
              <a:rPr sz="2800" dirty="0">
                <a:latin typeface="Calibri"/>
                <a:cs typeface="Calibri"/>
              </a:rPr>
              <a:t>món</a:t>
            </a:r>
            <a:r>
              <a:rPr sz="2800" spc="-45" dirty="0">
                <a:latin typeface="Calibri"/>
                <a:cs typeface="Calibri"/>
              </a:rPr>
              <a:t> </a:t>
            </a:r>
            <a:r>
              <a:rPr sz="2800" dirty="0">
                <a:latin typeface="Calibri"/>
                <a:cs typeface="Calibri"/>
              </a:rPr>
              <a:t>trong</a:t>
            </a:r>
            <a:r>
              <a:rPr sz="2800" spc="-35" dirty="0">
                <a:latin typeface="Calibri"/>
                <a:cs typeface="Calibri"/>
              </a:rPr>
              <a:t> </a:t>
            </a:r>
            <a:r>
              <a:rPr sz="2800" dirty="0">
                <a:latin typeface="Calibri"/>
                <a:cs typeface="Calibri"/>
              </a:rPr>
              <a:t>mỗi</a:t>
            </a:r>
            <a:r>
              <a:rPr sz="2800" spc="-30" dirty="0">
                <a:latin typeface="Calibri"/>
                <a:cs typeface="Calibri"/>
              </a:rPr>
              <a:t> </a:t>
            </a:r>
            <a:r>
              <a:rPr sz="2800" dirty="0">
                <a:latin typeface="Calibri"/>
                <a:cs typeface="Calibri"/>
              </a:rPr>
              <a:t>loại</a:t>
            </a:r>
            <a:r>
              <a:rPr sz="2800" spc="-60" dirty="0">
                <a:latin typeface="Calibri"/>
                <a:cs typeface="Calibri"/>
              </a:rPr>
              <a:t> </a:t>
            </a:r>
            <a:r>
              <a:rPr sz="2800" dirty="0">
                <a:latin typeface="Calibri"/>
                <a:cs typeface="Calibri"/>
              </a:rPr>
              <a:t>1,</a:t>
            </a:r>
            <a:r>
              <a:rPr sz="2800" spc="-35" dirty="0">
                <a:latin typeface="Calibri"/>
                <a:cs typeface="Calibri"/>
              </a:rPr>
              <a:t> </a:t>
            </a:r>
            <a:r>
              <a:rPr sz="2800" spc="-25" dirty="0">
                <a:latin typeface="Calibri"/>
                <a:cs typeface="Calibri"/>
              </a:rPr>
              <a:t>2.</a:t>
            </a:r>
            <a:endParaRPr sz="2800">
              <a:latin typeface="Calibri"/>
              <a:cs typeface="Calibri"/>
            </a:endParaRPr>
          </a:p>
          <a:p>
            <a:pPr marL="76200" marR="387985" lvl="1" indent="190500">
              <a:lnSpc>
                <a:spcPct val="100000"/>
              </a:lnSpc>
              <a:spcBef>
                <a:spcPts val="670"/>
              </a:spcBef>
              <a:buChar char="-"/>
              <a:tabLst>
                <a:tab pos="266700" algn="l"/>
              </a:tabLst>
            </a:pPr>
            <a:r>
              <a:rPr sz="2800" dirty="0">
                <a:latin typeface="Calibri"/>
                <a:cs typeface="Calibri"/>
              </a:rPr>
              <a:t>Một</a:t>
            </a:r>
            <a:r>
              <a:rPr sz="2800" spc="-30" dirty="0">
                <a:latin typeface="Calibri"/>
                <a:cs typeface="Calibri"/>
              </a:rPr>
              <a:t> </a:t>
            </a:r>
            <a:r>
              <a:rPr sz="2800" dirty="0">
                <a:latin typeface="Calibri"/>
                <a:cs typeface="Calibri"/>
              </a:rPr>
              <a:t>lựa</a:t>
            </a:r>
            <a:r>
              <a:rPr sz="2800" spc="-30" dirty="0">
                <a:latin typeface="Calibri"/>
                <a:cs typeface="Calibri"/>
              </a:rPr>
              <a:t> </a:t>
            </a:r>
            <a:r>
              <a:rPr sz="2800" dirty="0">
                <a:latin typeface="Calibri"/>
                <a:cs typeface="Calibri"/>
              </a:rPr>
              <a:t>chọn</a:t>
            </a:r>
            <a:r>
              <a:rPr sz="2800" spc="-5" dirty="0">
                <a:latin typeface="Calibri"/>
                <a:cs typeface="Calibri"/>
              </a:rPr>
              <a:t> </a:t>
            </a:r>
            <a:r>
              <a:rPr sz="2800" dirty="0">
                <a:latin typeface="Calibri"/>
                <a:cs typeface="Calibri"/>
              </a:rPr>
              <a:t>có</a:t>
            </a:r>
            <a:r>
              <a:rPr sz="2800" spc="-30" dirty="0">
                <a:latin typeface="Calibri"/>
                <a:cs typeface="Calibri"/>
              </a:rPr>
              <a:t> </a:t>
            </a:r>
            <a:r>
              <a:rPr sz="2800" dirty="0">
                <a:latin typeface="Calibri"/>
                <a:cs typeface="Calibri"/>
              </a:rPr>
              <a:t>dạng</a:t>
            </a:r>
            <a:r>
              <a:rPr sz="2800" spc="-15" dirty="0">
                <a:latin typeface="Calibri"/>
                <a:cs typeface="Calibri"/>
              </a:rPr>
              <a:t> </a:t>
            </a:r>
            <a:r>
              <a:rPr sz="2800" dirty="0">
                <a:latin typeface="Calibri"/>
                <a:cs typeface="Calibri"/>
              </a:rPr>
              <a:t>(a</a:t>
            </a:r>
            <a:r>
              <a:rPr sz="2775" baseline="-21021" dirty="0">
                <a:latin typeface="Calibri"/>
                <a:cs typeface="Calibri"/>
              </a:rPr>
              <a:t>1</a:t>
            </a:r>
            <a:r>
              <a:rPr sz="2800" dirty="0">
                <a:latin typeface="Calibri"/>
                <a:cs typeface="Calibri"/>
              </a:rPr>
              <a:t>,</a:t>
            </a:r>
            <a:r>
              <a:rPr sz="2800" spc="-25" dirty="0">
                <a:latin typeface="Calibri"/>
                <a:cs typeface="Calibri"/>
              </a:rPr>
              <a:t> </a:t>
            </a:r>
            <a:r>
              <a:rPr sz="2800" dirty="0">
                <a:latin typeface="Calibri"/>
                <a:cs typeface="Calibri"/>
              </a:rPr>
              <a:t>a</a:t>
            </a:r>
            <a:r>
              <a:rPr sz="2775" baseline="-21021" dirty="0">
                <a:latin typeface="Calibri"/>
                <a:cs typeface="Calibri"/>
              </a:rPr>
              <a:t>2</a:t>
            </a:r>
            <a:r>
              <a:rPr sz="2800" dirty="0">
                <a:latin typeface="Calibri"/>
                <a:cs typeface="Calibri"/>
              </a:rPr>
              <a:t>)</a:t>
            </a:r>
            <a:r>
              <a:rPr sz="2800" spc="-20" dirty="0">
                <a:latin typeface="Calibri"/>
                <a:cs typeface="Calibri"/>
              </a:rPr>
              <a:t> </a:t>
            </a:r>
            <a:r>
              <a:rPr sz="2800" dirty="0">
                <a:latin typeface="Calibri"/>
                <a:cs typeface="Calibri"/>
              </a:rPr>
              <a:t>với</a:t>
            </a:r>
            <a:r>
              <a:rPr sz="2800" spc="-30" dirty="0">
                <a:latin typeface="Calibri"/>
                <a:cs typeface="Calibri"/>
              </a:rPr>
              <a:t> </a:t>
            </a:r>
            <a:r>
              <a:rPr sz="2800" dirty="0">
                <a:latin typeface="Calibri"/>
                <a:cs typeface="Calibri"/>
              </a:rPr>
              <a:t>a</a:t>
            </a:r>
            <a:r>
              <a:rPr sz="2800" spc="-210" dirty="0">
                <a:latin typeface="Calibri"/>
                <a:cs typeface="Calibri"/>
              </a:rPr>
              <a:t> </a:t>
            </a:r>
            <a:r>
              <a:rPr sz="2775" baseline="-21021" dirty="0">
                <a:latin typeface="Calibri"/>
                <a:cs typeface="Calibri"/>
              </a:rPr>
              <a:t>1</a:t>
            </a:r>
            <a:r>
              <a:rPr sz="2775" spc="292" baseline="-21021" dirty="0">
                <a:latin typeface="Calibri"/>
                <a:cs typeface="Calibri"/>
              </a:rPr>
              <a:t> </a:t>
            </a:r>
            <a:r>
              <a:rPr sz="2800" dirty="0">
                <a:latin typeface="Calibri"/>
                <a:cs typeface="Calibri"/>
              </a:rPr>
              <a:t>là</a:t>
            </a:r>
            <a:r>
              <a:rPr sz="2800" spc="-30" dirty="0">
                <a:latin typeface="Calibri"/>
                <a:cs typeface="Calibri"/>
              </a:rPr>
              <a:t> </a:t>
            </a:r>
            <a:r>
              <a:rPr sz="2800" dirty="0">
                <a:latin typeface="Calibri"/>
                <a:cs typeface="Calibri"/>
              </a:rPr>
              <a:t>giải</a:t>
            </a:r>
            <a:r>
              <a:rPr sz="2800" spc="-30" dirty="0">
                <a:latin typeface="Calibri"/>
                <a:cs typeface="Calibri"/>
              </a:rPr>
              <a:t> </a:t>
            </a:r>
            <a:r>
              <a:rPr sz="2800" dirty="0">
                <a:latin typeface="Calibri"/>
                <a:cs typeface="Calibri"/>
              </a:rPr>
              <a:t>khát,</a:t>
            </a:r>
            <a:r>
              <a:rPr sz="2800" spc="-20" dirty="0">
                <a:latin typeface="Calibri"/>
                <a:cs typeface="Calibri"/>
              </a:rPr>
              <a:t> </a:t>
            </a:r>
            <a:r>
              <a:rPr sz="2800" dirty="0">
                <a:latin typeface="Calibri"/>
                <a:cs typeface="Calibri"/>
              </a:rPr>
              <a:t>a</a:t>
            </a:r>
            <a:r>
              <a:rPr sz="2775" baseline="-21021" dirty="0">
                <a:latin typeface="Calibri"/>
                <a:cs typeface="Calibri"/>
              </a:rPr>
              <a:t>2</a:t>
            </a:r>
            <a:r>
              <a:rPr sz="2775" spc="270" baseline="-21021" dirty="0">
                <a:latin typeface="Calibri"/>
                <a:cs typeface="Calibri"/>
              </a:rPr>
              <a:t> </a:t>
            </a:r>
            <a:r>
              <a:rPr sz="2800" spc="-25" dirty="0">
                <a:latin typeface="Calibri"/>
                <a:cs typeface="Calibri"/>
              </a:rPr>
              <a:t>là </a:t>
            </a:r>
            <a:r>
              <a:rPr sz="2800" dirty="0">
                <a:latin typeface="Calibri"/>
                <a:cs typeface="Calibri"/>
              </a:rPr>
              <a:t>món</a:t>
            </a:r>
            <a:r>
              <a:rPr sz="2800" spc="-55" dirty="0">
                <a:latin typeface="Calibri"/>
                <a:cs typeface="Calibri"/>
              </a:rPr>
              <a:t> </a:t>
            </a:r>
            <a:r>
              <a:rPr sz="2800" spc="-10" dirty="0">
                <a:latin typeface="Calibri"/>
                <a:cs typeface="Calibri"/>
              </a:rPr>
              <a:t>chính.</a:t>
            </a:r>
            <a:endParaRPr sz="2800">
              <a:latin typeface="Calibri"/>
              <a:cs typeface="Calibri"/>
            </a:endParaRPr>
          </a:p>
          <a:p>
            <a:pPr marL="266700" lvl="1" indent="-190500">
              <a:lnSpc>
                <a:spcPct val="100000"/>
              </a:lnSpc>
              <a:spcBef>
                <a:spcPts val="675"/>
              </a:spcBef>
              <a:buChar char="-"/>
              <a:tabLst>
                <a:tab pos="266700" algn="l"/>
              </a:tabLst>
            </a:pPr>
            <a:r>
              <a:rPr sz="2800" dirty="0">
                <a:latin typeface="Calibri"/>
                <a:cs typeface="Calibri"/>
              </a:rPr>
              <a:t>Hỏi</a:t>
            </a:r>
            <a:r>
              <a:rPr sz="2800" spc="-55" dirty="0">
                <a:latin typeface="Calibri"/>
                <a:cs typeface="Calibri"/>
              </a:rPr>
              <a:t> </a:t>
            </a:r>
            <a:r>
              <a:rPr sz="2800" dirty="0">
                <a:latin typeface="Calibri"/>
                <a:cs typeface="Calibri"/>
              </a:rPr>
              <a:t>có</a:t>
            </a:r>
            <a:r>
              <a:rPr sz="2800" spc="-60" dirty="0">
                <a:latin typeface="Calibri"/>
                <a:cs typeface="Calibri"/>
              </a:rPr>
              <a:t> </a:t>
            </a:r>
            <a:r>
              <a:rPr sz="2800" dirty="0">
                <a:latin typeface="Calibri"/>
                <a:cs typeface="Calibri"/>
              </a:rPr>
              <a:t>bao</a:t>
            </a:r>
            <a:r>
              <a:rPr sz="2800" spc="-40" dirty="0">
                <a:latin typeface="Calibri"/>
                <a:cs typeface="Calibri"/>
              </a:rPr>
              <a:t> </a:t>
            </a:r>
            <a:r>
              <a:rPr sz="2800" dirty="0">
                <a:latin typeface="Calibri"/>
                <a:cs typeface="Calibri"/>
              </a:rPr>
              <a:t>nhiêu</a:t>
            </a:r>
            <a:r>
              <a:rPr sz="2800" spc="-40" dirty="0">
                <a:latin typeface="Calibri"/>
                <a:cs typeface="Calibri"/>
              </a:rPr>
              <a:t> </a:t>
            </a:r>
            <a:r>
              <a:rPr sz="2800" dirty="0">
                <a:latin typeface="Calibri"/>
                <a:cs typeface="Calibri"/>
              </a:rPr>
              <a:t>cách</a:t>
            </a:r>
            <a:r>
              <a:rPr sz="2800" spc="-50" dirty="0">
                <a:latin typeface="Calibri"/>
                <a:cs typeface="Calibri"/>
              </a:rPr>
              <a:t> </a:t>
            </a:r>
            <a:r>
              <a:rPr sz="2800" spc="-10" dirty="0">
                <a:latin typeface="Calibri"/>
                <a:cs typeface="Calibri"/>
              </a:rPr>
              <a:t>chọn.</a:t>
            </a:r>
            <a:endParaRPr sz="2800">
              <a:latin typeface="Calibri"/>
              <a:cs typeface="Calibri"/>
            </a:endParaRPr>
          </a:p>
          <a:p>
            <a:pPr marL="76200" marR="563880">
              <a:lnSpc>
                <a:spcPct val="100000"/>
              </a:lnSpc>
              <a:spcBef>
                <a:spcPts val="675"/>
              </a:spcBef>
              <a:tabLst>
                <a:tab pos="977900" algn="l"/>
              </a:tabLst>
            </a:pPr>
            <a:r>
              <a:rPr sz="2800" b="1" dirty="0">
                <a:latin typeface="Calibri"/>
                <a:cs typeface="Calibri"/>
              </a:rPr>
              <a:t>Giải:</a:t>
            </a:r>
            <a:r>
              <a:rPr sz="2800" b="1" spc="-25" dirty="0">
                <a:latin typeface="Calibri"/>
                <a:cs typeface="Calibri"/>
              </a:rPr>
              <a:t> </a:t>
            </a:r>
            <a:r>
              <a:rPr sz="2800" dirty="0">
                <a:latin typeface="Calibri"/>
                <a:cs typeface="Calibri"/>
              </a:rPr>
              <a:t>Một</a:t>
            </a:r>
            <a:r>
              <a:rPr sz="2800" spc="-45" dirty="0">
                <a:latin typeface="Calibri"/>
                <a:cs typeface="Calibri"/>
              </a:rPr>
              <a:t> </a:t>
            </a:r>
            <a:r>
              <a:rPr sz="2800" dirty="0">
                <a:latin typeface="Calibri"/>
                <a:cs typeface="Calibri"/>
              </a:rPr>
              <a:t>cách</a:t>
            </a:r>
            <a:r>
              <a:rPr sz="2800" spc="-45" dirty="0">
                <a:latin typeface="Calibri"/>
                <a:cs typeface="Calibri"/>
              </a:rPr>
              <a:t> </a:t>
            </a:r>
            <a:r>
              <a:rPr sz="2800" dirty="0">
                <a:latin typeface="Calibri"/>
                <a:cs typeface="Calibri"/>
              </a:rPr>
              <a:t>chọn</a:t>
            </a:r>
            <a:r>
              <a:rPr sz="2800" spc="-40" dirty="0">
                <a:latin typeface="Calibri"/>
                <a:cs typeface="Calibri"/>
              </a:rPr>
              <a:t> </a:t>
            </a:r>
            <a:r>
              <a:rPr sz="2800" dirty="0">
                <a:latin typeface="Calibri"/>
                <a:cs typeface="Calibri"/>
              </a:rPr>
              <a:t>có</a:t>
            </a:r>
            <a:r>
              <a:rPr sz="2800" spc="-55" dirty="0">
                <a:latin typeface="Calibri"/>
                <a:cs typeface="Calibri"/>
              </a:rPr>
              <a:t> </a:t>
            </a:r>
            <a:r>
              <a:rPr sz="2800" dirty="0">
                <a:latin typeface="Calibri"/>
                <a:cs typeface="Calibri"/>
              </a:rPr>
              <a:t>thể</a:t>
            </a:r>
            <a:r>
              <a:rPr sz="2800" spc="-45" dirty="0">
                <a:latin typeface="Calibri"/>
                <a:cs typeface="Calibri"/>
              </a:rPr>
              <a:t> </a:t>
            </a:r>
            <a:r>
              <a:rPr sz="2800" dirty="0">
                <a:latin typeface="Calibri"/>
                <a:cs typeface="Calibri"/>
              </a:rPr>
              <a:t>được</a:t>
            </a:r>
            <a:r>
              <a:rPr sz="2800" spc="-20" dirty="0">
                <a:latin typeface="Calibri"/>
                <a:cs typeface="Calibri"/>
              </a:rPr>
              <a:t> </a:t>
            </a:r>
            <a:r>
              <a:rPr sz="2800" dirty="0">
                <a:latin typeface="Calibri"/>
                <a:cs typeface="Calibri"/>
              </a:rPr>
              <a:t>thực</a:t>
            </a:r>
            <a:r>
              <a:rPr sz="2800" spc="-15" dirty="0">
                <a:latin typeface="Calibri"/>
                <a:cs typeface="Calibri"/>
              </a:rPr>
              <a:t> </a:t>
            </a:r>
            <a:r>
              <a:rPr sz="2800" dirty="0">
                <a:latin typeface="Calibri"/>
                <a:cs typeface="Calibri"/>
              </a:rPr>
              <a:t>hiện</a:t>
            </a:r>
            <a:r>
              <a:rPr sz="2800" spc="-35" dirty="0">
                <a:latin typeface="Calibri"/>
                <a:cs typeface="Calibri"/>
              </a:rPr>
              <a:t> </a:t>
            </a:r>
            <a:r>
              <a:rPr sz="2800" dirty="0">
                <a:latin typeface="Calibri"/>
                <a:cs typeface="Calibri"/>
              </a:rPr>
              <a:t>bởi</a:t>
            </a:r>
            <a:r>
              <a:rPr sz="2800" spc="-35" dirty="0">
                <a:latin typeface="Calibri"/>
                <a:cs typeface="Calibri"/>
              </a:rPr>
              <a:t> </a:t>
            </a:r>
            <a:r>
              <a:rPr sz="2800" dirty="0">
                <a:latin typeface="Calibri"/>
                <a:cs typeface="Calibri"/>
              </a:rPr>
              <a:t>2</a:t>
            </a:r>
            <a:r>
              <a:rPr sz="2800" spc="-55" dirty="0">
                <a:latin typeface="Calibri"/>
                <a:cs typeface="Calibri"/>
              </a:rPr>
              <a:t> </a:t>
            </a:r>
            <a:r>
              <a:rPr sz="2800" spc="-20" dirty="0">
                <a:latin typeface="Calibri"/>
                <a:cs typeface="Calibri"/>
              </a:rPr>
              <a:t>giai đoạn</a:t>
            </a:r>
            <a:r>
              <a:rPr sz="2800" dirty="0">
                <a:latin typeface="Calibri"/>
                <a:cs typeface="Calibri"/>
              </a:rPr>
              <a:t>	</a:t>
            </a:r>
            <a:r>
              <a:rPr sz="2800" spc="-50" dirty="0">
                <a:latin typeface="Calibri"/>
                <a:cs typeface="Calibri"/>
              </a:rPr>
              <a:t>:</a:t>
            </a:r>
            <a:endParaRPr sz="2800">
              <a:latin typeface="Calibri"/>
              <a:cs typeface="Calibri"/>
            </a:endParaRPr>
          </a:p>
          <a:p>
            <a:pPr marL="533400" lvl="1" indent="-457200">
              <a:lnSpc>
                <a:spcPct val="100000"/>
              </a:lnSpc>
              <a:spcBef>
                <a:spcPts val="675"/>
              </a:spcBef>
              <a:buChar char="-"/>
              <a:tabLst>
                <a:tab pos="533400" algn="l"/>
              </a:tabLst>
            </a:pPr>
            <a:r>
              <a:rPr sz="2800" dirty="0">
                <a:latin typeface="Calibri"/>
                <a:cs typeface="Calibri"/>
              </a:rPr>
              <a:t>Giai</a:t>
            </a:r>
            <a:r>
              <a:rPr sz="2800" spc="-50" dirty="0">
                <a:latin typeface="Calibri"/>
                <a:cs typeface="Calibri"/>
              </a:rPr>
              <a:t> </a:t>
            </a:r>
            <a:r>
              <a:rPr sz="2800" dirty="0">
                <a:latin typeface="Calibri"/>
                <a:cs typeface="Calibri"/>
              </a:rPr>
              <a:t>đoạn</a:t>
            </a:r>
            <a:r>
              <a:rPr sz="2800" spc="-45" dirty="0">
                <a:latin typeface="Calibri"/>
                <a:cs typeface="Calibri"/>
              </a:rPr>
              <a:t> </a:t>
            </a:r>
            <a:r>
              <a:rPr sz="2800" dirty="0">
                <a:latin typeface="Calibri"/>
                <a:cs typeface="Calibri"/>
              </a:rPr>
              <a:t>1</a:t>
            </a:r>
            <a:r>
              <a:rPr sz="2800" spc="-30" dirty="0">
                <a:latin typeface="Calibri"/>
                <a:cs typeface="Calibri"/>
              </a:rPr>
              <a:t> </a:t>
            </a:r>
            <a:r>
              <a:rPr sz="2800" dirty="0">
                <a:latin typeface="Calibri"/>
                <a:cs typeface="Calibri"/>
              </a:rPr>
              <a:t>chọn</a:t>
            </a:r>
            <a:r>
              <a:rPr sz="2800" spc="-20" dirty="0">
                <a:latin typeface="Calibri"/>
                <a:cs typeface="Calibri"/>
              </a:rPr>
              <a:t> </a:t>
            </a:r>
            <a:r>
              <a:rPr sz="2800" dirty="0">
                <a:latin typeface="Calibri"/>
                <a:cs typeface="Calibri"/>
              </a:rPr>
              <a:t>món</a:t>
            </a:r>
            <a:r>
              <a:rPr sz="2800" spc="-35" dirty="0">
                <a:latin typeface="Calibri"/>
                <a:cs typeface="Calibri"/>
              </a:rPr>
              <a:t> </a:t>
            </a:r>
            <a:r>
              <a:rPr sz="2800" dirty="0">
                <a:latin typeface="Calibri"/>
                <a:cs typeface="Calibri"/>
              </a:rPr>
              <a:t>giải</a:t>
            </a:r>
            <a:r>
              <a:rPr sz="2800" spc="-25" dirty="0">
                <a:latin typeface="Calibri"/>
                <a:cs typeface="Calibri"/>
              </a:rPr>
              <a:t> </a:t>
            </a:r>
            <a:r>
              <a:rPr sz="2800" dirty="0">
                <a:latin typeface="Calibri"/>
                <a:cs typeface="Calibri"/>
              </a:rPr>
              <a:t>khát</a:t>
            </a:r>
            <a:r>
              <a:rPr sz="2800" spc="-40" dirty="0">
                <a:latin typeface="Calibri"/>
                <a:cs typeface="Calibri"/>
              </a:rPr>
              <a:t> </a:t>
            </a:r>
            <a:r>
              <a:rPr sz="2800" spc="-25" dirty="0">
                <a:latin typeface="Calibri"/>
                <a:cs typeface="Calibri"/>
              </a:rPr>
              <a:t>a</a:t>
            </a:r>
            <a:r>
              <a:rPr sz="2775" spc="-37" baseline="-21021" dirty="0">
                <a:latin typeface="Calibri"/>
                <a:cs typeface="Calibri"/>
              </a:rPr>
              <a:t>1</a:t>
            </a:r>
            <a:r>
              <a:rPr sz="2800" spc="-25" dirty="0">
                <a:latin typeface="Calibri"/>
                <a:cs typeface="Calibri"/>
              </a:rPr>
              <a:t>,</a:t>
            </a:r>
            <a:endParaRPr sz="2800">
              <a:latin typeface="Calibri"/>
              <a:cs typeface="Calibri"/>
            </a:endParaRPr>
          </a:p>
          <a:p>
            <a:pPr marL="533400" lvl="1" indent="-457200">
              <a:lnSpc>
                <a:spcPct val="100000"/>
              </a:lnSpc>
              <a:spcBef>
                <a:spcPts val="670"/>
              </a:spcBef>
              <a:buChar char="-"/>
              <a:tabLst>
                <a:tab pos="533400" algn="l"/>
              </a:tabLst>
            </a:pPr>
            <a:r>
              <a:rPr sz="2800" dirty="0">
                <a:latin typeface="Calibri"/>
                <a:cs typeface="Calibri"/>
              </a:rPr>
              <a:t>Giai</a:t>
            </a:r>
            <a:r>
              <a:rPr sz="2800" spc="-60" dirty="0">
                <a:latin typeface="Calibri"/>
                <a:cs typeface="Calibri"/>
              </a:rPr>
              <a:t> </a:t>
            </a:r>
            <a:r>
              <a:rPr sz="2800" dirty="0">
                <a:latin typeface="Calibri"/>
                <a:cs typeface="Calibri"/>
              </a:rPr>
              <a:t>đoạn</a:t>
            </a:r>
            <a:r>
              <a:rPr sz="2800" spc="-50" dirty="0">
                <a:latin typeface="Calibri"/>
                <a:cs typeface="Calibri"/>
              </a:rPr>
              <a:t> </a:t>
            </a:r>
            <a:r>
              <a:rPr sz="2800" dirty="0">
                <a:latin typeface="Calibri"/>
                <a:cs typeface="Calibri"/>
              </a:rPr>
              <a:t>2</a:t>
            </a:r>
            <a:r>
              <a:rPr sz="2800" spc="-40" dirty="0">
                <a:latin typeface="Calibri"/>
                <a:cs typeface="Calibri"/>
              </a:rPr>
              <a:t> </a:t>
            </a:r>
            <a:r>
              <a:rPr sz="2800" dirty="0">
                <a:latin typeface="Calibri"/>
                <a:cs typeface="Calibri"/>
              </a:rPr>
              <a:t>chọn</a:t>
            </a:r>
            <a:r>
              <a:rPr sz="2800" spc="-30" dirty="0">
                <a:latin typeface="Calibri"/>
                <a:cs typeface="Calibri"/>
              </a:rPr>
              <a:t> </a:t>
            </a:r>
            <a:r>
              <a:rPr sz="2800" dirty="0">
                <a:latin typeface="Calibri"/>
                <a:cs typeface="Calibri"/>
              </a:rPr>
              <a:t>món</a:t>
            </a:r>
            <a:r>
              <a:rPr sz="2800" spc="-40" dirty="0">
                <a:latin typeface="Calibri"/>
                <a:cs typeface="Calibri"/>
              </a:rPr>
              <a:t> </a:t>
            </a:r>
            <a:r>
              <a:rPr sz="2800" dirty="0">
                <a:latin typeface="Calibri"/>
                <a:cs typeface="Calibri"/>
              </a:rPr>
              <a:t>chính</a:t>
            </a:r>
            <a:r>
              <a:rPr sz="2800" spc="-20" dirty="0">
                <a:latin typeface="Calibri"/>
                <a:cs typeface="Calibri"/>
              </a:rPr>
              <a:t> </a:t>
            </a:r>
            <a:r>
              <a:rPr sz="2800" spc="-25" dirty="0">
                <a:latin typeface="Calibri"/>
                <a:cs typeface="Calibri"/>
              </a:rPr>
              <a:t>a</a:t>
            </a:r>
            <a:r>
              <a:rPr sz="2775" spc="-37" baseline="-21021" dirty="0">
                <a:latin typeface="Calibri"/>
                <a:cs typeface="Calibri"/>
              </a:rPr>
              <a:t>2</a:t>
            </a:r>
            <a:r>
              <a:rPr sz="2800" spc="-25" dirty="0">
                <a:latin typeface="Calibri"/>
                <a:cs typeface="Calibri"/>
              </a:rPr>
              <a:t>.</a:t>
            </a:r>
            <a:endParaRPr sz="2800">
              <a:latin typeface="Calibri"/>
              <a:cs typeface="Calibri"/>
            </a:endParaRPr>
          </a:p>
          <a:p>
            <a:pPr marL="76200">
              <a:lnSpc>
                <a:spcPct val="100000"/>
              </a:lnSpc>
              <a:spcBef>
                <a:spcPts val="670"/>
              </a:spcBef>
            </a:pPr>
            <a:r>
              <a:rPr sz="2800" dirty="0">
                <a:latin typeface="Calibri"/>
                <a:cs typeface="Calibri"/>
              </a:rPr>
              <a:t>Theo</a:t>
            </a:r>
            <a:r>
              <a:rPr sz="2800" spc="-45" dirty="0">
                <a:latin typeface="Calibri"/>
                <a:cs typeface="Calibri"/>
              </a:rPr>
              <a:t> </a:t>
            </a:r>
            <a:r>
              <a:rPr sz="2800" dirty="0">
                <a:latin typeface="Calibri"/>
                <a:cs typeface="Calibri"/>
              </a:rPr>
              <a:t>nguyên</a:t>
            </a:r>
            <a:r>
              <a:rPr sz="2800" spc="-30" dirty="0">
                <a:latin typeface="Calibri"/>
                <a:cs typeface="Calibri"/>
              </a:rPr>
              <a:t> </a:t>
            </a:r>
            <a:r>
              <a:rPr sz="2800" dirty="0">
                <a:latin typeface="Calibri"/>
                <a:cs typeface="Calibri"/>
              </a:rPr>
              <a:t>lý</a:t>
            </a:r>
            <a:r>
              <a:rPr sz="2800" spc="-55" dirty="0">
                <a:latin typeface="Calibri"/>
                <a:cs typeface="Calibri"/>
              </a:rPr>
              <a:t> </a:t>
            </a:r>
            <a:r>
              <a:rPr sz="2800" dirty="0">
                <a:latin typeface="Calibri"/>
                <a:cs typeface="Calibri"/>
              </a:rPr>
              <a:t>nhân</a:t>
            </a:r>
            <a:r>
              <a:rPr sz="2800" spc="-35" dirty="0">
                <a:latin typeface="Calibri"/>
                <a:cs typeface="Calibri"/>
              </a:rPr>
              <a:t> </a:t>
            </a:r>
            <a:r>
              <a:rPr sz="2800" dirty="0">
                <a:latin typeface="Calibri"/>
                <a:cs typeface="Calibri"/>
              </a:rPr>
              <a:t>số</a:t>
            </a:r>
            <a:r>
              <a:rPr sz="2800" spc="-40" dirty="0">
                <a:latin typeface="Calibri"/>
                <a:cs typeface="Calibri"/>
              </a:rPr>
              <a:t> </a:t>
            </a:r>
            <a:r>
              <a:rPr sz="2800" dirty="0">
                <a:latin typeface="Calibri"/>
                <a:cs typeface="Calibri"/>
              </a:rPr>
              <a:t>lựa</a:t>
            </a:r>
            <a:r>
              <a:rPr sz="2800" spc="-50" dirty="0">
                <a:latin typeface="Calibri"/>
                <a:cs typeface="Calibri"/>
              </a:rPr>
              <a:t> </a:t>
            </a:r>
            <a:r>
              <a:rPr sz="2800" dirty="0">
                <a:latin typeface="Calibri"/>
                <a:cs typeface="Calibri"/>
              </a:rPr>
              <a:t>chọn</a:t>
            </a:r>
            <a:r>
              <a:rPr sz="2800" spc="-30" dirty="0">
                <a:latin typeface="Calibri"/>
                <a:cs typeface="Calibri"/>
              </a:rPr>
              <a:t> </a:t>
            </a:r>
            <a:r>
              <a:rPr sz="2800" dirty="0">
                <a:latin typeface="Calibri"/>
                <a:cs typeface="Calibri"/>
              </a:rPr>
              <a:t>là</a:t>
            </a:r>
            <a:r>
              <a:rPr sz="2800" spc="-55" dirty="0">
                <a:latin typeface="Calibri"/>
                <a:cs typeface="Calibri"/>
              </a:rPr>
              <a:t> </a:t>
            </a:r>
            <a:r>
              <a:rPr sz="2800" spc="-10" dirty="0">
                <a:latin typeface="Calibri"/>
                <a:cs typeface="Calibri"/>
              </a:rPr>
              <a:t>3.2=6.</a:t>
            </a:r>
            <a:endParaRPr sz="2800">
              <a:latin typeface="Calibri"/>
              <a:cs typeface="Calibri"/>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96240" y="229260"/>
            <a:ext cx="8310245" cy="6171565"/>
          </a:xfrm>
          <a:prstGeom prst="rect">
            <a:avLst/>
          </a:prstGeom>
        </p:spPr>
        <p:txBody>
          <a:bodyPr vert="horz" wrap="square" lIns="0" tIns="97790" rIns="0" bIns="0" rtlCol="0">
            <a:spAutoFit/>
          </a:bodyPr>
          <a:lstStyle/>
          <a:p>
            <a:pPr marL="76200">
              <a:lnSpc>
                <a:spcPct val="100000"/>
              </a:lnSpc>
              <a:spcBef>
                <a:spcPts val="770"/>
              </a:spcBef>
            </a:pPr>
            <a:r>
              <a:rPr sz="2800" b="1" dirty="0">
                <a:latin typeface="Calibri"/>
                <a:cs typeface="Calibri"/>
              </a:rPr>
              <a:t>2.3.3</a:t>
            </a:r>
            <a:r>
              <a:rPr sz="2800" b="1" spc="-45" dirty="0">
                <a:latin typeface="Calibri"/>
                <a:cs typeface="Calibri"/>
              </a:rPr>
              <a:t> </a:t>
            </a:r>
            <a:r>
              <a:rPr sz="2800" b="1" dirty="0">
                <a:latin typeface="Calibri"/>
                <a:cs typeface="Calibri"/>
              </a:rPr>
              <a:t>Nguyên</a:t>
            </a:r>
            <a:r>
              <a:rPr sz="2800" b="1" spc="-30" dirty="0">
                <a:latin typeface="Calibri"/>
                <a:cs typeface="Calibri"/>
              </a:rPr>
              <a:t> </a:t>
            </a:r>
            <a:r>
              <a:rPr sz="2800" b="1" dirty="0">
                <a:latin typeface="Calibri"/>
                <a:cs typeface="Calibri"/>
              </a:rPr>
              <a:t>lý</a:t>
            </a:r>
            <a:r>
              <a:rPr sz="2800" b="1" spc="-70" dirty="0">
                <a:latin typeface="Calibri"/>
                <a:cs typeface="Calibri"/>
              </a:rPr>
              <a:t> </a:t>
            </a:r>
            <a:r>
              <a:rPr sz="2800" b="1" dirty="0">
                <a:latin typeface="Calibri"/>
                <a:cs typeface="Calibri"/>
              </a:rPr>
              <a:t>nhân</a:t>
            </a:r>
            <a:r>
              <a:rPr sz="2800" b="1" spc="-60" dirty="0">
                <a:latin typeface="Calibri"/>
                <a:cs typeface="Calibri"/>
              </a:rPr>
              <a:t> </a:t>
            </a:r>
            <a:r>
              <a:rPr sz="2800" b="1" dirty="0">
                <a:latin typeface="Calibri"/>
                <a:cs typeface="Calibri"/>
              </a:rPr>
              <a:t>mở</a:t>
            </a:r>
            <a:r>
              <a:rPr sz="2800" b="1" spc="-55" dirty="0">
                <a:latin typeface="Calibri"/>
                <a:cs typeface="Calibri"/>
              </a:rPr>
              <a:t> </a:t>
            </a:r>
            <a:r>
              <a:rPr sz="2800" b="1" spc="-10" dirty="0">
                <a:latin typeface="Calibri"/>
                <a:cs typeface="Calibri"/>
              </a:rPr>
              <a:t>rộng:</a:t>
            </a:r>
            <a:endParaRPr sz="2800">
              <a:latin typeface="Calibri"/>
              <a:cs typeface="Calibri"/>
            </a:endParaRPr>
          </a:p>
          <a:p>
            <a:pPr marL="76200" marR="138430">
              <a:lnSpc>
                <a:spcPct val="100000"/>
              </a:lnSpc>
              <a:spcBef>
                <a:spcPts val="675"/>
              </a:spcBef>
            </a:pPr>
            <a:r>
              <a:rPr sz="2800" dirty="0">
                <a:latin typeface="Calibri"/>
                <a:cs typeface="Calibri"/>
              </a:rPr>
              <a:t>Nếu</a:t>
            </a:r>
            <a:r>
              <a:rPr sz="2800" spc="-35" dirty="0">
                <a:latin typeface="Calibri"/>
                <a:cs typeface="Calibri"/>
              </a:rPr>
              <a:t> </a:t>
            </a:r>
            <a:r>
              <a:rPr sz="2800" dirty="0">
                <a:latin typeface="Calibri"/>
                <a:cs typeface="Calibri"/>
              </a:rPr>
              <a:t>một</a:t>
            </a:r>
            <a:r>
              <a:rPr sz="2800" spc="-50" dirty="0">
                <a:latin typeface="Calibri"/>
                <a:cs typeface="Calibri"/>
              </a:rPr>
              <a:t> </a:t>
            </a:r>
            <a:r>
              <a:rPr sz="2800" dirty="0">
                <a:latin typeface="Calibri"/>
                <a:cs typeface="Calibri"/>
              </a:rPr>
              <a:t>quá</a:t>
            </a:r>
            <a:r>
              <a:rPr sz="2800" spc="-25" dirty="0">
                <a:latin typeface="Calibri"/>
                <a:cs typeface="Calibri"/>
              </a:rPr>
              <a:t> </a:t>
            </a:r>
            <a:r>
              <a:rPr sz="2800" dirty="0">
                <a:latin typeface="Calibri"/>
                <a:cs typeface="Calibri"/>
              </a:rPr>
              <a:t>trình</a:t>
            </a:r>
            <a:r>
              <a:rPr sz="2800" spc="-35" dirty="0">
                <a:latin typeface="Calibri"/>
                <a:cs typeface="Calibri"/>
              </a:rPr>
              <a:t> </a:t>
            </a:r>
            <a:r>
              <a:rPr sz="2800" dirty="0">
                <a:latin typeface="Calibri"/>
                <a:cs typeface="Calibri"/>
              </a:rPr>
              <a:t>có</a:t>
            </a:r>
            <a:r>
              <a:rPr sz="2800" spc="-50" dirty="0">
                <a:latin typeface="Calibri"/>
                <a:cs typeface="Calibri"/>
              </a:rPr>
              <a:t> </a:t>
            </a:r>
            <a:r>
              <a:rPr sz="2800" dirty="0">
                <a:latin typeface="Calibri"/>
                <a:cs typeface="Calibri"/>
              </a:rPr>
              <a:t>thể</a:t>
            </a:r>
            <a:r>
              <a:rPr sz="2800" spc="-35" dirty="0">
                <a:latin typeface="Calibri"/>
                <a:cs typeface="Calibri"/>
              </a:rPr>
              <a:t> </a:t>
            </a:r>
            <a:r>
              <a:rPr sz="2800" dirty="0">
                <a:latin typeface="Calibri"/>
                <a:cs typeface="Calibri"/>
              </a:rPr>
              <a:t>thực</a:t>
            </a:r>
            <a:r>
              <a:rPr sz="2800" spc="-15" dirty="0">
                <a:latin typeface="Calibri"/>
                <a:cs typeface="Calibri"/>
              </a:rPr>
              <a:t> </a:t>
            </a:r>
            <a:r>
              <a:rPr sz="2800" dirty="0">
                <a:latin typeface="Calibri"/>
                <a:cs typeface="Calibri"/>
              </a:rPr>
              <a:t>hiện</a:t>
            </a:r>
            <a:r>
              <a:rPr sz="2800" spc="-25" dirty="0">
                <a:latin typeface="Calibri"/>
                <a:cs typeface="Calibri"/>
              </a:rPr>
              <a:t> </a:t>
            </a:r>
            <a:r>
              <a:rPr sz="2800" dirty="0">
                <a:latin typeface="Calibri"/>
                <a:cs typeface="Calibri"/>
              </a:rPr>
              <a:t>theo</a:t>
            </a:r>
            <a:r>
              <a:rPr sz="2800" spc="-25" dirty="0">
                <a:latin typeface="Calibri"/>
                <a:cs typeface="Calibri"/>
              </a:rPr>
              <a:t> </a:t>
            </a:r>
            <a:r>
              <a:rPr sz="2800" i="1" dirty="0">
                <a:latin typeface="Calibri"/>
                <a:cs typeface="Calibri"/>
              </a:rPr>
              <a:t>k</a:t>
            </a:r>
            <a:r>
              <a:rPr sz="2800" i="1" spc="-30" dirty="0">
                <a:latin typeface="Calibri"/>
                <a:cs typeface="Calibri"/>
              </a:rPr>
              <a:t> </a:t>
            </a:r>
            <a:r>
              <a:rPr sz="2800" dirty="0">
                <a:latin typeface="Calibri"/>
                <a:cs typeface="Calibri"/>
              </a:rPr>
              <a:t>giai</a:t>
            </a:r>
            <a:r>
              <a:rPr sz="2800" spc="-60" dirty="0">
                <a:latin typeface="Calibri"/>
                <a:cs typeface="Calibri"/>
              </a:rPr>
              <a:t> </a:t>
            </a:r>
            <a:r>
              <a:rPr sz="2800" dirty="0">
                <a:latin typeface="Calibri"/>
                <a:cs typeface="Calibri"/>
              </a:rPr>
              <a:t>đoạn</a:t>
            </a:r>
            <a:r>
              <a:rPr sz="2800" spc="-50" dirty="0">
                <a:latin typeface="Calibri"/>
                <a:cs typeface="Calibri"/>
              </a:rPr>
              <a:t> </a:t>
            </a:r>
            <a:r>
              <a:rPr sz="2800" spc="-25" dirty="0">
                <a:latin typeface="Calibri"/>
                <a:cs typeface="Calibri"/>
              </a:rPr>
              <a:t>sao </a:t>
            </a:r>
            <a:r>
              <a:rPr sz="2800" dirty="0">
                <a:latin typeface="Calibri"/>
                <a:cs typeface="Calibri"/>
              </a:rPr>
              <a:t>cho</a:t>
            </a:r>
            <a:r>
              <a:rPr sz="2800" spc="-45" dirty="0">
                <a:latin typeface="Calibri"/>
                <a:cs typeface="Calibri"/>
              </a:rPr>
              <a:t> </a:t>
            </a:r>
            <a:r>
              <a:rPr sz="2800" spc="-25" dirty="0">
                <a:latin typeface="Calibri"/>
                <a:cs typeface="Calibri"/>
              </a:rPr>
              <a:t>có</a:t>
            </a:r>
            <a:endParaRPr sz="2800">
              <a:latin typeface="Calibri"/>
              <a:cs typeface="Calibri"/>
            </a:endParaRPr>
          </a:p>
          <a:p>
            <a:pPr marL="533400" indent="-457200">
              <a:lnSpc>
                <a:spcPct val="100000"/>
              </a:lnSpc>
              <a:spcBef>
                <a:spcPts val="670"/>
              </a:spcBef>
              <a:buFont typeface="Calibri"/>
              <a:buChar char="-"/>
              <a:tabLst>
                <a:tab pos="533400" algn="l"/>
              </a:tabLst>
            </a:pPr>
            <a:r>
              <a:rPr sz="2800" i="1" dirty="0">
                <a:latin typeface="Calibri"/>
                <a:cs typeface="Calibri"/>
              </a:rPr>
              <a:t>m</a:t>
            </a:r>
            <a:r>
              <a:rPr sz="2775" i="1" baseline="-21021" dirty="0">
                <a:latin typeface="Calibri"/>
                <a:cs typeface="Calibri"/>
              </a:rPr>
              <a:t>1</a:t>
            </a:r>
            <a:r>
              <a:rPr sz="2775" i="1" spc="262" baseline="-21021" dirty="0">
                <a:latin typeface="Calibri"/>
                <a:cs typeface="Calibri"/>
              </a:rPr>
              <a:t> </a:t>
            </a:r>
            <a:r>
              <a:rPr sz="2800" dirty="0">
                <a:latin typeface="Calibri"/>
                <a:cs typeface="Calibri"/>
              </a:rPr>
              <a:t>cách</a:t>
            </a:r>
            <a:r>
              <a:rPr sz="2800" spc="-45" dirty="0">
                <a:latin typeface="Calibri"/>
                <a:cs typeface="Calibri"/>
              </a:rPr>
              <a:t> </a:t>
            </a:r>
            <a:r>
              <a:rPr sz="2800" dirty="0">
                <a:latin typeface="Calibri"/>
                <a:cs typeface="Calibri"/>
              </a:rPr>
              <a:t>khác</a:t>
            </a:r>
            <a:r>
              <a:rPr sz="2800" spc="-25" dirty="0">
                <a:latin typeface="Calibri"/>
                <a:cs typeface="Calibri"/>
              </a:rPr>
              <a:t> </a:t>
            </a:r>
            <a:r>
              <a:rPr sz="2800" dirty="0">
                <a:latin typeface="Calibri"/>
                <a:cs typeface="Calibri"/>
              </a:rPr>
              <a:t>nhau</a:t>
            </a:r>
            <a:r>
              <a:rPr sz="2800" spc="-25" dirty="0">
                <a:latin typeface="Calibri"/>
                <a:cs typeface="Calibri"/>
              </a:rPr>
              <a:t> </a:t>
            </a:r>
            <a:r>
              <a:rPr sz="2800" dirty="0">
                <a:latin typeface="Calibri"/>
                <a:cs typeface="Calibri"/>
              </a:rPr>
              <a:t>để</a:t>
            </a:r>
            <a:r>
              <a:rPr sz="2800" spc="-40" dirty="0">
                <a:latin typeface="Calibri"/>
                <a:cs typeface="Calibri"/>
              </a:rPr>
              <a:t> </a:t>
            </a:r>
            <a:r>
              <a:rPr sz="2800" dirty="0">
                <a:latin typeface="Calibri"/>
                <a:cs typeface="Calibri"/>
              </a:rPr>
              <a:t>thực</a:t>
            </a:r>
            <a:r>
              <a:rPr sz="2800" spc="-20" dirty="0">
                <a:latin typeface="Calibri"/>
                <a:cs typeface="Calibri"/>
              </a:rPr>
              <a:t> </a:t>
            </a:r>
            <a:r>
              <a:rPr sz="2800" dirty="0">
                <a:latin typeface="Calibri"/>
                <a:cs typeface="Calibri"/>
              </a:rPr>
              <a:t>hiện</a:t>
            </a:r>
            <a:r>
              <a:rPr sz="2800" spc="-25" dirty="0">
                <a:latin typeface="Calibri"/>
                <a:cs typeface="Calibri"/>
              </a:rPr>
              <a:t> </a:t>
            </a:r>
            <a:r>
              <a:rPr sz="2800" dirty="0">
                <a:latin typeface="Calibri"/>
                <a:cs typeface="Calibri"/>
              </a:rPr>
              <a:t>giai</a:t>
            </a:r>
            <a:r>
              <a:rPr sz="2800" spc="-60" dirty="0">
                <a:latin typeface="Calibri"/>
                <a:cs typeface="Calibri"/>
              </a:rPr>
              <a:t> </a:t>
            </a:r>
            <a:r>
              <a:rPr sz="2800" dirty="0">
                <a:latin typeface="Calibri"/>
                <a:cs typeface="Calibri"/>
              </a:rPr>
              <a:t>đoạn</a:t>
            </a:r>
            <a:r>
              <a:rPr sz="2800" spc="-45" dirty="0">
                <a:latin typeface="Calibri"/>
                <a:cs typeface="Calibri"/>
              </a:rPr>
              <a:t> </a:t>
            </a:r>
            <a:r>
              <a:rPr sz="2800" dirty="0">
                <a:latin typeface="Calibri"/>
                <a:cs typeface="Calibri"/>
              </a:rPr>
              <a:t>1</a:t>
            </a:r>
            <a:r>
              <a:rPr sz="2800" spc="-5" dirty="0">
                <a:latin typeface="Calibri"/>
                <a:cs typeface="Calibri"/>
              </a:rPr>
              <a:t> </a:t>
            </a:r>
            <a:r>
              <a:rPr sz="2800" spc="-50" dirty="0">
                <a:latin typeface="Calibri"/>
                <a:cs typeface="Calibri"/>
              </a:rPr>
              <a:t>,</a:t>
            </a:r>
            <a:endParaRPr sz="2800">
              <a:latin typeface="Calibri"/>
              <a:cs typeface="Calibri"/>
            </a:endParaRPr>
          </a:p>
          <a:p>
            <a:pPr marL="533400" marR="337185" indent="-457834">
              <a:lnSpc>
                <a:spcPct val="100000"/>
              </a:lnSpc>
              <a:spcBef>
                <a:spcPts val="675"/>
              </a:spcBef>
              <a:buChar char="-"/>
              <a:tabLst>
                <a:tab pos="533400" algn="l"/>
              </a:tabLst>
            </a:pPr>
            <a:r>
              <a:rPr sz="2800" dirty="0">
                <a:latin typeface="Calibri"/>
                <a:cs typeface="Calibri"/>
              </a:rPr>
              <a:t>mỗi</a:t>
            </a:r>
            <a:r>
              <a:rPr sz="2800" spc="-40" dirty="0">
                <a:latin typeface="Calibri"/>
                <a:cs typeface="Calibri"/>
              </a:rPr>
              <a:t> </a:t>
            </a:r>
            <a:r>
              <a:rPr sz="2800" dirty="0">
                <a:latin typeface="Calibri"/>
                <a:cs typeface="Calibri"/>
              </a:rPr>
              <a:t>cách</a:t>
            </a:r>
            <a:r>
              <a:rPr sz="2800" spc="-45" dirty="0">
                <a:latin typeface="Calibri"/>
                <a:cs typeface="Calibri"/>
              </a:rPr>
              <a:t> </a:t>
            </a:r>
            <a:r>
              <a:rPr sz="2800" dirty="0">
                <a:latin typeface="Calibri"/>
                <a:cs typeface="Calibri"/>
              </a:rPr>
              <a:t>lựa</a:t>
            </a:r>
            <a:r>
              <a:rPr sz="2800" spc="-40" dirty="0">
                <a:latin typeface="Calibri"/>
                <a:cs typeface="Calibri"/>
              </a:rPr>
              <a:t> </a:t>
            </a:r>
            <a:r>
              <a:rPr sz="2800" dirty="0">
                <a:latin typeface="Calibri"/>
                <a:cs typeface="Calibri"/>
              </a:rPr>
              <a:t>chọn</a:t>
            </a:r>
            <a:r>
              <a:rPr sz="2800" spc="-25" dirty="0">
                <a:latin typeface="Calibri"/>
                <a:cs typeface="Calibri"/>
              </a:rPr>
              <a:t> </a:t>
            </a:r>
            <a:r>
              <a:rPr sz="2800" dirty="0">
                <a:latin typeface="Calibri"/>
                <a:cs typeface="Calibri"/>
              </a:rPr>
              <a:t>trong</a:t>
            </a:r>
            <a:r>
              <a:rPr sz="2800" spc="-30" dirty="0">
                <a:latin typeface="Calibri"/>
                <a:cs typeface="Calibri"/>
              </a:rPr>
              <a:t> </a:t>
            </a:r>
            <a:r>
              <a:rPr sz="2800" dirty="0">
                <a:latin typeface="Calibri"/>
                <a:cs typeface="Calibri"/>
              </a:rPr>
              <a:t>giai</a:t>
            </a:r>
            <a:r>
              <a:rPr sz="2800" spc="-55" dirty="0">
                <a:latin typeface="Calibri"/>
                <a:cs typeface="Calibri"/>
              </a:rPr>
              <a:t> </a:t>
            </a:r>
            <a:r>
              <a:rPr sz="2800" dirty="0">
                <a:latin typeface="Calibri"/>
                <a:cs typeface="Calibri"/>
              </a:rPr>
              <a:t>đoạn</a:t>
            </a:r>
            <a:r>
              <a:rPr sz="2800" spc="-35" dirty="0">
                <a:latin typeface="Calibri"/>
                <a:cs typeface="Calibri"/>
              </a:rPr>
              <a:t> </a:t>
            </a:r>
            <a:r>
              <a:rPr sz="2800" dirty="0">
                <a:latin typeface="Calibri"/>
                <a:cs typeface="Calibri"/>
              </a:rPr>
              <a:t>1</a:t>
            </a:r>
            <a:r>
              <a:rPr sz="2800" spc="-35" dirty="0">
                <a:latin typeface="Calibri"/>
                <a:cs typeface="Calibri"/>
              </a:rPr>
              <a:t> </a:t>
            </a:r>
            <a:r>
              <a:rPr sz="2800" dirty="0">
                <a:latin typeface="Calibri"/>
                <a:cs typeface="Calibri"/>
              </a:rPr>
              <a:t>đều</a:t>
            </a:r>
            <a:r>
              <a:rPr sz="2800" spc="-30" dirty="0">
                <a:latin typeface="Calibri"/>
                <a:cs typeface="Calibri"/>
              </a:rPr>
              <a:t> </a:t>
            </a:r>
            <a:r>
              <a:rPr sz="2800" dirty="0">
                <a:latin typeface="Calibri"/>
                <a:cs typeface="Calibri"/>
              </a:rPr>
              <a:t>có</a:t>
            </a:r>
            <a:r>
              <a:rPr sz="2800" spc="-10" dirty="0">
                <a:latin typeface="Calibri"/>
                <a:cs typeface="Calibri"/>
              </a:rPr>
              <a:t> </a:t>
            </a:r>
            <a:r>
              <a:rPr sz="2800" i="1" dirty="0">
                <a:latin typeface="Calibri"/>
                <a:cs typeface="Calibri"/>
              </a:rPr>
              <a:t>m</a:t>
            </a:r>
            <a:r>
              <a:rPr sz="2775" i="1" baseline="-21021" dirty="0">
                <a:latin typeface="Calibri"/>
                <a:cs typeface="Calibri"/>
              </a:rPr>
              <a:t>2</a:t>
            </a:r>
            <a:r>
              <a:rPr sz="2775" i="1" spc="270" baseline="-21021" dirty="0">
                <a:latin typeface="Calibri"/>
                <a:cs typeface="Calibri"/>
              </a:rPr>
              <a:t> </a:t>
            </a:r>
            <a:r>
              <a:rPr sz="2800" spc="-20" dirty="0">
                <a:latin typeface="Calibri"/>
                <a:cs typeface="Calibri"/>
              </a:rPr>
              <a:t>cách </a:t>
            </a:r>
            <a:r>
              <a:rPr sz="2800" dirty="0">
                <a:latin typeface="Calibri"/>
                <a:cs typeface="Calibri"/>
              </a:rPr>
              <a:t>khác</a:t>
            </a:r>
            <a:r>
              <a:rPr sz="2800" spc="-35" dirty="0">
                <a:latin typeface="Calibri"/>
                <a:cs typeface="Calibri"/>
              </a:rPr>
              <a:t> </a:t>
            </a:r>
            <a:r>
              <a:rPr sz="2800" dirty="0">
                <a:latin typeface="Calibri"/>
                <a:cs typeface="Calibri"/>
              </a:rPr>
              <a:t>nhau</a:t>
            </a:r>
            <a:r>
              <a:rPr sz="2800" spc="-30" dirty="0">
                <a:latin typeface="Calibri"/>
                <a:cs typeface="Calibri"/>
              </a:rPr>
              <a:t> </a:t>
            </a:r>
            <a:r>
              <a:rPr sz="2800" dirty="0">
                <a:latin typeface="Calibri"/>
                <a:cs typeface="Calibri"/>
              </a:rPr>
              <a:t>để</a:t>
            </a:r>
            <a:r>
              <a:rPr sz="2800" spc="-50" dirty="0">
                <a:latin typeface="Calibri"/>
                <a:cs typeface="Calibri"/>
              </a:rPr>
              <a:t> </a:t>
            </a:r>
            <a:r>
              <a:rPr sz="2800" dirty="0">
                <a:latin typeface="Calibri"/>
                <a:cs typeface="Calibri"/>
              </a:rPr>
              <a:t>thực</a:t>
            </a:r>
            <a:r>
              <a:rPr sz="2800" spc="-20" dirty="0">
                <a:latin typeface="Calibri"/>
                <a:cs typeface="Calibri"/>
              </a:rPr>
              <a:t> </a:t>
            </a:r>
            <a:r>
              <a:rPr sz="2800" dirty="0">
                <a:latin typeface="Calibri"/>
                <a:cs typeface="Calibri"/>
              </a:rPr>
              <a:t>hiện</a:t>
            </a:r>
            <a:r>
              <a:rPr sz="2800" spc="-40" dirty="0">
                <a:latin typeface="Calibri"/>
                <a:cs typeface="Calibri"/>
              </a:rPr>
              <a:t> </a:t>
            </a:r>
            <a:r>
              <a:rPr sz="2800" dirty="0">
                <a:latin typeface="Calibri"/>
                <a:cs typeface="Calibri"/>
              </a:rPr>
              <a:t>giai</a:t>
            </a:r>
            <a:r>
              <a:rPr sz="2800" spc="-50" dirty="0">
                <a:latin typeface="Calibri"/>
                <a:cs typeface="Calibri"/>
              </a:rPr>
              <a:t> </a:t>
            </a:r>
            <a:r>
              <a:rPr sz="2800" dirty="0">
                <a:latin typeface="Calibri"/>
                <a:cs typeface="Calibri"/>
              </a:rPr>
              <a:t>đoạn</a:t>
            </a:r>
            <a:r>
              <a:rPr sz="2800" spc="-50" dirty="0">
                <a:latin typeface="Calibri"/>
                <a:cs typeface="Calibri"/>
              </a:rPr>
              <a:t> </a:t>
            </a:r>
            <a:r>
              <a:rPr sz="2800" spc="-25" dirty="0">
                <a:latin typeface="Calibri"/>
                <a:cs typeface="Calibri"/>
              </a:rPr>
              <a:t>2,</a:t>
            </a:r>
            <a:endParaRPr sz="2800">
              <a:latin typeface="Calibri"/>
              <a:cs typeface="Calibri"/>
            </a:endParaRPr>
          </a:p>
          <a:p>
            <a:pPr marL="533400" marR="336550" indent="-457834">
              <a:lnSpc>
                <a:spcPct val="100000"/>
              </a:lnSpc>
              <a:spcBef>
                <a:spcPts val="670"/>
              </a:spcBef>
              <a:buChar char="-"/>
              <a:tabLst>
                <a:tab pos="533400" algn="l"/>
              </a:tabLst>
            </a:pPr>
            <a:r>
              <a:rPr sz="2800" dirty="0">
                <a:latin typeface="Calibri"/>
                <a:cs typeface="Calibri"/>
              </a:rPr>
              <a:t>mỗi</a:t>
            </a:r>
            <a:r>
              <a:rPr sz="2800" spc="-35" dirty="0">
                <a:latin typeface="Calibri"/>
                <a:cs typeface="Calibri"/>
              </a:rPr>
              <a:t> </a:t>
            </a:r>
            <a:r>
              <a:rPr sz="2800" dirty="0">
                <a:latin typeface="Calibri"/>
                <a:cs typeface="Calibri"/>
              </a:rPr>
              <a:t>cách</a:t>
            </a:r>
            <a:r>
              <a:rPr sz="2800" spc="-40" dirty="0">
                <a:latin typeface="Calibri"/>
                <a:cs typeface="Calibri"/>
              </a:rPr>
              <a:t> </a:t>
            </a:r>
            <a:r>
              <a:rPr sz="2800" dirty="0">
                <a:latin typeface="Calibri"/>
                <a:cs typeface="Calibri"/>
              </a:rPr>
              <a:t>lựa</a:t>
            </a:r>
            <a:r>
              <a:rPr sz="2800" spc="-40" dirty="0">
                <a:latin typeface="Calibri"/>
                <a:cs typeface="Calibri"/>
              </a:rPr>
              <a:t> </a:t>
            </a:r>
            <a:r>
              <a:rPr sz="2800" dirty="0">
                <a:latin typeface="Calibri"/>
                <a:cs typeface="Calibri"/>
              </a:rPr>
              <a:t>chọn</a:t>
            </a:r>
            <a:r>
              <a:rPr sz="2800" spc="-20" dirty="0">
                <a:latin typeface="Calibri"/>
                <a:cs typeface="Calibri"/>
              </a:rPr>
              <a:t> </a:t>
            </a:r>
            <a:r>
              <a:rPr sz="2800" dirty="0">
                <a:latin typeface="Calibri"/>
                <a:cs typeface="Calibri"/>
              </a:rPr>
              <a:t>trong</a:t>
            </a:r>
            <a:r>
              <a:rPr sz="2800" spc="-25" dirty="0">
                <a:latin typeface="Calibri"/>
                <a:cs typeface="Calibri"/>
              </a:rPr>
              <a:t> </a:t>
            </a:r>
            <a:r>
              <a:rPr sz="2800" dirty="0">
                <a:latin typeface="Calibri"/>
                <a:cs typeface="Calibri"/>
              </a:rPr>
              <a:t>giai</a:t>
            </a:r>
            <a:r>
              <a:rPr sz="2800" spc="-55" dirty="0">
                <a:latin typeface="Calibri"/>
                <a:cs typeface="Calibri"/>
              </a:rPr>
              <a:t> </a:t>
            </a:r>
            <a:r>
              <a:rPr sz="2800" dirty="0">
                <a:latin typeface="Calibri"/>
                <a:cs typeface="Calibri"/>
              </a:rPr>
              <a:t>đoạn</a:t>
            </a:r>
            <a:r>
              <a:rPr sz="2800" spc="-20" dirty="0">
                <a:latin typeface="Calibri"/>
                <a:cs typeface="Calibri"/>
              </a:rPr>
              <a:t> </a:t>
            </a:r>
            <a:r>
              <a:rPr sz="2800" dirty="0">
                <a:latin typeface="Calibri"/>
                <a:cs typeface="Calibri"/>
              </a:rPr>
              <a:t>2</a:t>
            </a:r>
            <a:r>
              <a:rPr sz="2800" spc="-25" dirty="0">
                <a:latin typeface="Calibri"/>
                <a:cs typeface="Calibri"/>
              </a:rPr>
              <a:t> </a:t>
            </a:r>
            <a:r>
              <a:rPr sz="2800" dirty="0">
                <a:latin typeface="Calibri"/>
                <a:cs typeface="Calibri"/>
              </a:rPr>
              <a:t>đều</a:t>
            </a:r>
            <a:r>
              <a:rPr sz="2800" spc="-30" dirty="0">
                <a:latin typeface="Calibri"/>
                <a:cs typeface="Calibri"/>
              </a:rPr>
              <a:t> </a:t>
            </a:r>
            <a:r>
              <a:rPr sz="2800" dirty="0">
                <a:latin typeface="Calibri"/>
                <a:cs typeface="Calibri"/>
              </a:rPr>
              <a:t>có</a:t>
            </a:r>
            <a:r>
              <a:rPr sz="2800" spc="-10" dirty="0">
                <a:latin typeface="Calibri"/>
                <a:cs typeface="Calibri"/>
              </a:rPr>
              <a:t> </a:t>
            </a:r>
            <a:r>
              <a:rPr sz="2800" i="1" dirty="0">
                <a:latin typeface="Calibri"/>
                <a:cs typeface="Calibri"/>
              </a:rPr>
              <a:t>m</a:t>
            </a:r>
            <a:r>
              <a:rPr sz="2775" i="1" baseline="-21021" dirty="0">
                <a:latin typeface="Calibri"/>
                <a:cs typeface="Calibri"/>
              </a:rPr>
              <a:t>3</a:t>
            </a:r>
            <a:r>
              <a:rPr sz="2775" i="1" spc="277" baseline="-21021" dirty="0">
                <a:latin typeface="Calibri"/>
                <a:cs typeface="Calibri"/>
              </a:rPr>
              <a:t> </a:t>
            </a:r>
            <a:r>
              <a:rPr sz="2800" spc="-20" dirty="0">
                <a:latin typeface="Calibri"/>
                <a:cs typeface="Calibri"/>
              </a:rPr>
              <a:t>cách </a:t>
            </a:r>
            <a:r>
              <a:rPr sz="2800" dirty="0">
                <a:latin typeface="Calibri"/>
                <a:cs typeface="Calibri"/>
              </a:rPr>
              <a:t>khác</a:t>
            </a:r>
            <a:r>
              <a:rPr sz="2800" spc="-25" dirty="0">
                <a:latin typeface="Calibri"/>
                <a:cs typeface="Calibri"/>
              </a:rPr>
              <a:t> </a:t>
            </a:r>
            <a:r>
              <a:rPr sz="2800" dirty="0">
                <a:latin typeface="Calibri"/>
                <a:cs typeface="Calibri"/>
              </a:rPr>
              <a:t>nhau</a:t>
            </a:r>
            <a:r>
              <a:rPr sz="2800" spc="-20" dirty="0">
                <a:latin typeface="Calibri"/>
                <a:cs typeface="Calibri"/>
              </a:rPr>
              <a:t> </a:t>
            </a:r>
            <a:r>
              <a:rPr sz="2800" dirty="0">
                <a:latin typeface="Calibri"/>
                <a:cs typeface="Calibri"/>
              </a:rPr>
              <a:t>để</a:t>
            </a:r>
            <a:r>
              <a:rPr sz="2800" spc="-35" dirty="0">
                <a:latin typeface="Calibri"/>
                <a:cs typeface="Calibri"/>
              </a:rPr>
              <a:t> </a:t>
            </a:r>
            <a:r>
              <a:rPr sz="2800" dirty="0">
                <a:latin typeface="Calibri"/>
                <a:cs typeface="Calibri"/>
              </a:rPr>
              <a:t>thực</a:t>
            </a:r>
            <a:r>
              <a:rPr sz="2800" spc="-15" dirty="0">
                <a:latin typeface="Calibri"/>
                <a:cs typeface="Calibri"/>
              </a:rPr>
              <a:t> </a:t>
            </a:r>
            <a:r>
              <a:rPr sz="2800" dirty="0">
                <a:latin typeface="Calibri"/>
                <a:cs typeface="Calibri"/>
              </a:rPr>
              <a:t>hiện</a:t>
            </a:r>
            <a:r>
              <a:rPr sz="2800" spc="-30" dirty="0">
                <a:latin typeface="Calibri"/>
                <a:cs typeface="Calibri"/>
              </a:rPr>
              <a:t> </a:t>
            </a:r>
            <a:r>
              <a:rPr sz="2800" dirty="0">
                <a:latin typeface="Calibri"/>
                <a:cs typeface="Calibri"/>
              </a:rPr>
              <a:t>giai</a:t>
            </a:r>
            <a:r>
              <a:rPr sz="2800" spc="-35" dirty="0">
                <a:latin typeface="Calibri"/>
                <a:cs typeface="Calibri"/>
              </a:rPr>
              <a:t> </a:t>
            </a:r>
            <a:r>
              <a:rPr sz="2800" dirty="0">
                <a:latin typeface="Calibri"/>
                <a:cs typeface="Calibri"/>
              </a:rPr>
              <a:t>đoạn</a:t>
            </a:r>
            <a:r>
              <a:rPr sz="2800" spc="-25" dirty="0">
                <a:latin typeface="Calibri"/>
                <a:cs typeface="Calibri"/>
              </a:rPr>
              <a:t> </a:t>
            </a:r>
            <a:r>
              <a:rPr sz="2800" dirty="0">
                <a:latin typeface="Calibri"/>
                <a:cs typeface="Calibri"/>
              </a:rPr>
              <a:t>3,</a:t>
            </a:r>
            <a:r>
              <a:rPr sz="2800" spc="-25" dirty="0">
                <a:latin typeface="Calibri"/>
                <a:cs typeface="Calibri"/>
              </a:rPr>
              <a:t> </a:t>
            </a:r>
            <a:r>
              <a:rPr sz="2800" dirty="0">
                <a:latin typeface="Calibri"/>
                <a:cs typeface="Calibri"/>
              </a:rPr>
              <a:t>.</a:t>
            </a:r>
            <a:r>
              <a:rPr sz="2800" spc="-30" dirty="0">
                <a:latin typeface="Calibri"/>
                <a:cs typeface="Calibri"/>
              </a:rPr>
              <a:t> </a:t>
            </a:r>
            <a:r>
              <a:rPr sz="2800" dirty="0">
                <a:latin typeface="Calibri"/>
                <a:cs typeface="Calibri"/>
              </a:rPr>
              <a:t>.</a:t>
            </a:r>
            <a:r>
              <a:rPr sz="2800" spc="-40" dirty="0">
                <a:latin typeface="Calibri"/>
                <a:cs typeface="Calibri"/>
              </a:rPr>
              <a:t> </a:t>
            </a:r>
            <a:r>
              <a:rPr sz="2800" spc="-25" dirty="0">
                <a:latin typeface="Calibri"/>
                <a:cs typeface="Calibri"/>
              </a:rPr>
              <a:t>.,</a:t>
            </a:r>
            <a:endParaRPr sz="2800">
              <a:latin typeface="Calibri"/>
              <a:cs typeface="Calibri"/>
            </a:endParaRPr>
          </a:p>
          <a:p>
            <a:pPr marL="4034790">
              <a:lnSpc>
                <a:spcPct val="100000"/>
              </a:lnSpc>
              <a:spcBef>
                <a:spcPts val="675"/>
              </a:spcBef>
            </a:pPr>
            <a:r>
              <a:rPr sz="2800" dirty="0">
                <a:latin typeface="Calibri"/>
                <a:cs typeface="Calibri"/>
              </a:rPr>
              <a:t>.</a:t>
            </a:r>
            <a:r>
              <a:rPr sz="2800" spc="-15" dirty="0">
                <a:latin typeface="Calibri"/>
                <a:cs typeface="Calibri"/>
              </a:rPr>
              <a:t> </a:t>
            </a:r>
            <a:r>
              <a:rPr sz="2800" dirty="0">
                <a:latin typeface="Calibri"/>
                <a:cs typeface="Calibri"/>
              </a:rPr>
              <a:t>.</a:t>
            </a:r>
            <a:r>
              <a:rPr sz="2800" spc="15" dirty="0">
                <a:latin typeface="Calibri"/>
                <a:cs typeface="Calibri"/>
              </a:rPr>
              <a:t> </a:t>
            </a:r>
            <a:r>
              <a:rPr sz="2800" spc="-50" dirty="0">
                <a:latin typeface="Calibri"/>
                <a:cs typeface="Calibri"/>
              </a:rPr>
              <a:t>.</a:t>
            </a:r>
            <a:endParaRPr sz="2800">
              <a:latin typeface="Calibri"/>
              <a:cs typeface="Calibri"/>
            </a:endParaRPr>
          </a:p>
          <a:p>
            <a:pPr marL="533400" marR="81280" indent="-457834">
              <a:lnSpc>
                <a:spcPct val="100000"/>
              </a:lnSpc>
              <a:spcBef>
                <a:spcPts val="675"/>
              </a:spcBef>
              <a:buChar char="-"/>
              <a:tabLst>
                <a:tab pos="533400" algn="l"/>
              </a:tabLst>
            </a:pPr>
            <a:r>
              <a:rPr sz="2800" dirty="0">
                <a:latin typeface="Calibri"/>
                <a:cs typeface="Calibri"/>
              </a:rPr>
              <a:t>mỗi</a:t>
            </a:r>
            <a:r>
              <a:rPr sz="2800" spc="-35" dirty="0">
                <a:latin typeface="Calibri"/>
                <a:cs typeface="Calibri"/>
              </a:rPr>
              <a:t> </a:t>
            </a:r>
            <a:r>
              <a:rPr sz="2800" dirty="0">
                <a:latin typeface="Calibri"/>
                <a:cs typeface="Calibri"/>
              </a:rPr>
              <a:t>cách</a:t>
            </a:r>
            <a:r>
              <a:rPr sz="2800" spc="-40" dirty="0">
                <a:latin typeface="Calibri"/>
                <a:cs typeface="Calibri"/>
              </a:rPr>
              <a:t> </a:t>
            </a:r>
            <a:r>
              <a:rPr sz="2800" dirty="0">
                <a:latin typeface="Calibri"/>
                <a:cs typeface="Calibri"/>
              </a:rPr>
              <a:t>lựa</a:t>
            </a:r>
            <a:r>
              <a:rPr sz="2800" spc="-40" dirty="0">
                <a:latin typeface="Calibri"/>
                <a:cs typeface="Calibri"/>
              </a:rPr>
              <a:t> </a:t>
            </a:r>
            <a:r>
              <a:rPr sz="2800" dirty="0">
                <a:latin typeface="Calibri"/>
                <a:cs typeface="Calibri"/>
              </a:rPr>
              <a:t>chọn</a:t>
            </a:r>
            <a:r>
              <a:rPr sz="2800" spc="-20" dirty="0">
                <a:latin typeface="Calibri"/>
                <a:cs typeface="Calibri"/>
              </a:rPr>
              <a:t> </a:t>
            </a:r>
            <a:r>
              <a:rPr sz="2800" dirty="0">
                <a:latin typeface="Calibri"/>
                <a:cs typeface="Calibri"/>
              </a:rPr>
              <a:t>trong</a:t>
            </a:r>
            <a:r>
              <a:rPr sz="2800" spc="-25" dirty="0">
                <a:latin typeface="Calibri"/>
                <a:cs typeface="Calibri"/>
              </a:rPr>
              <a:t> </a:t>
            </a:r>
            <a:r>
              <a:rPr sz="2800" dirty="0">
                <a:latin typeface="Calibri"/>
                <a:cs typeface="Calibri"/>
              </a:rPr>
              <a:t>giai</a:t>
            </a:r>
            <a:r>
              <a:rPr sz="2800" spc="-50" dirty="0">
                <a:latin typeface="Calibri"/>
                <a:cs typeface="Calibri"/>
              </a:rPr>
              <a:t> </a:t>
            </a:r>
            <a:r>
              <a:rPr sz="2800" dirty="0">
                <a:latin typeface="Calibri"/>
                <a:cs typeface="Calibri"/>
              </a:rPr>
              <a:t>đoạn</a:t>
            </a:r>
            <a:r>
              <a:rPr sz="2800" spc="-20" dirty="0">
                <a:latin typeface="Calibri"/>
                <a:cs typeface="Calibri"/>
              </a:rPr>
              <a:t> </a:t>
            </a:r>
            <a:r>
              <a:rPr sz="2800" spc="-10" dirty="0">
                <a:latin typeface="Calibri"/>
                <a:cs typeface="Calibri"/>
              </a:rPr>
              <a:t>k-</a:t>
            </a:r>
            <a:r>
              <a:rPr sz="2800" dirty="0">
                <a:latin typeface="Calibri"/>
                <a:cs typeface="Calibri"/>
              </a:rPr>
              <a:t>1</a:t>
            </a:r>
            <a:r>
              <a:rPr sz="2800" spc="-15" dirty="0">
                <a:latin typeface="Calibri"/>
                <a:cs typeface="Calibri"/>
              </a:rPr>
              <a:t> </a:t>
            </a:r>
            <a:r>
              <a:rPr sz="2800" dirty="0">
                <a:latin typeface="Calibri"/>
                <a:cs typeface="Calibri"/>
              </a:rPr>
              <a:t>đều</a:t>
            </a:r>
            <a:r>
              <a:rPr sz="2800" spc="-30" dirty="0">
                <a:latin typeface="Calibri"/>
                <a:cs typeface="Calibri"/>
              </a:rPr>
              <a:t> </a:t>
            </a:r>
            <a:r>
              <a:rPr sz="2800" dirty="0">
                <a:latin typeface="Calibri"/>
                <a:cs typeface="Calibri"/>
              </a:rPr>
              <a:t>có</a:t>
            </a:r>
            <a:r>
              <a:rPr sz="2800" spc="-25" dirty="0">
                <a:latin typeface="Calibri"/>
                <a:cs typeface="Calibri"/>
              </a:rPr>
              <a:t> </a:t>
            </a:r>
            <a:r>
              <a:rPr sz="2800" i="1" dirty="0">
                <a:latin typeface="Calibri"/>
                <a:cs typeface="Calibri"/>
              </a:rPr>
              <a:t>m</a:t>
            </a:r>
            <a:r>
              <a:rPr sz="2775" i="1" baseline="-21021" dirty="0">
                <a:latin typeface="Calibri"/>
                <a:cs typeface="Calibri"/>
              </a:rPr>
              <a:t>k</a:t>
            </a:r>
            <a:r>
              <a:rPr sz="2775" i="1" spc="270" baseline="-21021" dirty="0">
                <a:latin typeface="Calibri"/>
                <a:cs typeface="Calibri"/>
              </a:rPr>
              <a:t> </a:t>
            </a:r>
            <a:r>
              <a:rPr sz="2800" spc="-20" dirty="0">
                <a:latin typeface="Calibri"/>
                <a:cs typeface="Calibri"/>
              </a:rPr>
              <a:t>cách </a:t>
            </a:r>
            <a:r>
              <a:rPr sz="2800" dirty="0">
                <a:latin typeface="Calibri"/>
                <a:cs typeface="Calibri"/>
              </a:rPr>
              <a:t>khác</a:t>
            </a:r>
            <a:r>
              <a:rPr sz="2800" spc="-30" dirty="0">
                <a:latin typeface="Calibri"/>
                <a:cs typeface="Calibri"/>
              </a:rPr>
              <a:t> </a:t>
            </a:r>
            <a:r>
              <a:rPr sz="2800" dirty="0">
                <a:latin typeface="Calibri"/>
                <a:cs typeface="Calibri"/>
              </a:rPr>
              <a:t>nhau</a:t>
            </a:r>
            <a:r>
              <a:rPr sz="2800" spc="-25" dirty="0">
                <a:latin typeface="Calibri"/>
                <a:cs typeface="Calibri"/>
              </a:rPr>
              <a:t> </a:t>
            </a:r>
            <a:r>
              <a:rPr sz="2800" dirty="0">
                <a:latin typeface="Calibri"/>
                <a:cs typeface="Calibri"/>
              </a:rPr>
              <a:t>để</a:t>
            </a:r>
            <a:r>
              <a:rPr sz="2800" spc="-35" dirty="0">
                <a:latin typeface="Calibri"/>
                <a:cs typeface="Calibri"/>
              </a:rPr>
              <a:t> </a:t>
            </a:r>
            <a:r>
              <a:rPr sz="2800" dirty="0">
                <a:latin typeface="Calibri"/>
                <a:cs typeface="Calibri"/>
              </a:rPr>
              <a:t>thực</a:t>
            </a:r>
            <a:r>
              <a:rPr sz="2800" spc="-20" dirty="0">
                <a:latin typeface="Calibri"/>
                <a:cs typeface="Calibri"/>
              </a:rPr>
              <a:t> </a:t>
            </a:r>
            <a:r>
              <a:rPr sz="2800" dirty="0">
                <a:latin typeface="Calibri"/>
                <a:cs typeface="Calibri"/>
              </a:rPr>
              <a:t>hiện</a:t>
            </a:r>
            <a:r>
              <a:rPr sz="2800" spc="-30" dirty="0">
                <a:latin typeface="Calibri"/>
                <a:cs typeface="Calibri"/>
              </a:rPr>
              <a:t> </a:t>
            </a:r>
            <a:r>
              <a:rPr sz="2800" dirty="0">
                <a:latin typeface="Calibri"/>
                <a:cs typeface="Calibri"/>
              </a:rPr>
              <a:t>giai</a:t>
            </a:r>
            <a:r>
              <a:rPr sz="2800" spc="-40" dirty="0">
                <a:latin typeface="Calibri"/>
                <a:cs typeface="Calibri"/>
              </a:rPr>
              <a:t> </a:t>
            </a:r>
            <a:r>
              <a:rPr sz="2800" dirty="0">
                <a:latin typeface="Calibri"/>
                <a:cs typeface="Calibri"/>
              </a:rPr>
              <a:t>đoạn</a:t>
            </a:r>
            <a:r>
              <a:rPr sz="2800" spc="-45" dirty="0">
                <a:latin typeface="Calibri"/>
                <a:cs typeface="Calibri"/>
              </a:rPr>
              <a:t> </a:t>
            </a:r>
            <a:r>
              <a:rPr sz="2800" dirty="0">
                <a:latin typeface="Calibri"/>
                <a:cs typeface="Calibri"/>
              </a:rPr>
              <a:t>k.</a:t>
            </a:r>
            <a:r>
              <a:rPr sz="2800" spc="-30" dirty="0">
                <a:latin typeface="Calibri"/>
                <a:cs typeface="Calibri"/>
              </a:rPr>
              <a:t> </a:t>
            </a:r>
            <a:r>
              <a:rPr sz="2800" dirty="0">
                <a:latin typeface="Calibri"/>
                <a:cs typeface="Calibri"/>
              </a:rPr>
              <a:t>Khi</a:t>
            </a:r>
            <a:r>
              <a:rPr sz="2800" spc="-40" dirty="0">
                <a:latin typeface="Calibri"/>
                <a:cs typeface="Calibri"/>
              </a:rPr>
              <a:t> </a:t>
            </a:r>
            <a:r>
              <a:rPr sz="2800" dirty="0">
                <a:latin typeface="Calibri"/>
                <a:cs typeface="Calibri"/>
              </a:rPr>
              <a:t>ấy</a:t>
            </a:r>
            <a:r>
              <a:rPr sz="2800" spc="-55" dirty="0">
                <a:latin typeface="Calibri"/>
                <a:cs typeface="Calibri"/>
              </a:rPr>
              <a:t> </a:t>
            </a:r>
            <a:r>
              <a:rPr sz="2800" spc="-25" dirty="0">
                <a:latin typeface="Calibri"/>
                <a:cs typeface="Calibri"/>
              </a:rPr>
              <a:t>có </a:t>
            </a:r>
            <a:r>
              <a:rPr sz="2800" i="1" dirty="0">
                <a:latin typeface="Calibri"/>
                <a:cs typeface="Calibri"/>
              </a:rPr>
              <a:t>m</a:t>
            </a:r>
            <a:r>
              <a:rPr sz="2775" i="1" baseline="-21021" dirty="0">
                <a:latin typeface="Calibri"/>
                <a:cs typeface="Calibri"/>
              </a:rPr>
              <a:t>1</a:t>
            </a:r>
            <a:r>
              <a:rPr sz="2800" i="1" dirty="0">
                <a:latin typeface="Calibri"/>
                <a:cs typeface="Calibri"/>
              </a:rPr>
              <a:t>m</a:t>
            </a:r>
            <a:r>
              <a:rPr sz="2775" i="1" baseline="-21021" dirty="0">
                <a:latin typeface="Calibri"/>
                <a:cs typeface="Calibri"/>
              </a:rPr>
              <a:t>2</a:t>
            </a:r>
            <a:r>
              <a:rPr sz="2800" i="1" dirty="0">
                <a:latin typeface="Calibri"/>
                <a:cs typeface="Calibri"/>
              </a:rPr>
              <a:t>...m</a:t>
            </a:r>
            <a:r>
              <a:rPr sz="2775" i="1" baseline="-21021" dirty="0">
                <a:latin typeface="Calibri"/>
                <a:cs typeface="Calibri"/>
              </a:rPr>
              <a:t>k</a:t>
            </a:r>
            <a:r>
              <a:rPr sz="2775" i="1" spc="277" baseline="-21021" dirty="0">
                <a:latin typeface="Calibri"/>
                <a:cs typeface="Calibri"/>
              </a:rPr>
              <a:t> </a:t>
            </a:r>
            <a:r>
              <a:rPr sz="2800" dirty="0">
                <a:latin typeface="Calibri"/>
                <a:cs typeface="Calibri"/>
              </a:rPr>
              <a:t>cách</a:t>
            </a:r>
            <a:r>
              <a:rPr sz="2800" spc="-55" dirty="0">
                <a:latin typeface="Calibri"/>
                <a:cs typeface="Calibri"/>
              </a:rPr>
              <a:t> </a:t>
            </a:r>
            <a:r>
              <a:rPr sz="2800" dirty="0">
                <a:latin typeface="Calibri"/>
                <a:cs typeface="Calibri"/>
              </a:rPr>
              <a:t>khác</a:t>
            </a:r>
            <a:r>
              <a:rPr sz="2800" spc="-40" dirty="0">
                <a:latin typeface="Calibri"/>
                <a:cs typeface="Calibri"/>
              </a:rPr>
              <a:t> </a:t>
            </a:r>
            <a:r>
              <a:rPr sz="2800" dirty="0">
                <a:latin typeface="Calibri"/>
                <a:cs typeface="Calibri"/>
              </a:rPr>
              <a:t>nhau</a:t>
            </a:r>
            <a:r>
              <a:rPr sz="2800" spc="-30" dirty="0">
                <a:latin typeface="Calibri"/>
                <a:cs typeface="Calibri"/>
              </a:rPr>
              <a:t> </a:t>
            </a:r>
            <a:r>
              <a:rPr sz="2800" dirty="0">
                <a:latin typeface="Calibri"/>
                <a:cs typeface="Calibri"/>
              </a:rPr>
              <a:t>để</a:t>
            </a:r>
            <a:r>
              <a:rPr sz="2800" spc="-50" dirty="0">
                <a:latin typeface="Calibri"/>
                <a:cs typeface="Calibri"/>
              </a:rPr>
              <a:t> </a:t>
            </a:r>
            <a:r>
              <a:rPr sz="2800" dirty="0">
                <a:latin typeface="Calibri"/>
                <a:cs typeface="Calibri"/>
              </a:rPr>
              <a:t>thực</a:t>
            </a:r>
            <a:r>
              <a:rPr sz="2800" spc="-25" dirty="0">
                <a:latin typeface="Calibri"/>
                <a:cs typeface="Calibri"/>
              </a:rPr>
              <a:t> </a:t>
            </a:r>
            <a:r>
              <a:rPr sz="2800" dirty="0">
                <a:latin typeface="Calibri"/>
                <a:cs typeface="Calibri"/>
              </a:rPr>
              <a:t>hiện</a:t>
            </a:r>
            <a:r>
              <a:rPr sz="2800" spc="-45" dirty="0">
                <a:latin typeface="Calibri"/>
                <a:cs typeface="Calibri"/>
              </a:rPr>
              <a:t> </a:t>
            </a:r>
            <a:r>
              <a:rPr sz="2800" dirty="0">
                <a:latin typeface="Calibri"/>
                <a:cs typeface="Calibri"/>
              </a:rPr>
              <a:t>toàn</a:t>
            </a:r>
            <a:r>
              <a:rPr sz="2800" spc="-50" dirty="0">
                <a:latin typeface="Calibri"/>
                <a:cs typeface="Calibri"/>
              </a:rPr>
              <a:t> </a:t>
            </a:r>
            <a:r>
              <a:rPr sz="2800" dirty="0">
                <a:latin typeface="Calibri"/>
                <a:cs typeface="Calibri"/>
              </a:rPr>
              <a:t>bộ</a:t>
            </a:r>
            <a:r>
              <a:rPr sz="2800" spc="-45" dirty="0">
                <a:latin typeface="Calibri"/>
                <a:cs typeface="Calibri"/>
              </a:rPr>
              <a:t> </a:t>
            </a:r>
            <a:r>
              <a:rPr sz="2800" spc="-25" dirty="0">
                <a:latin typeface="Calibri"/>
                <a:cs typeface="Calibri"/>
              </a:rPr>
              <a:t>quá </a:t>
            </a:r>
            <a:r>
              <a:rPr sz="2800" spc="-10" dirty="0">
                <a:latin typeface="Calibri"/>
                <a:cs typeface="Calibri"/>
              </a:rPr>
              <a:t>trình.</a:t>
            </a:r>
            <a:endParaRPr sz="2800">
              <a:latin typeface="Calibri"/>
              <a:cs typeface="Calibri"/>
            </a:endParaRP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70840" y="229260"/>
            <a:ext cx="8382000" cy="5488940"/>
          </a:xfrm>
          <a:prstGeom prst="rect">
            <a:avLst/>
          </a:prstGeom>
        </p:spPr>
        <p:txBody>
          <a:bodyPr vert="horz" wrap="square" lIns="0" tIns="97790" rIns="0" bIns="0" rtlCol="0">
            <a:spAutoFit/>
          </a:bodyPr>
          <a:lstStyle/>
          <a:p>
            <a:pPr marL="101600">
              <a:lnSpc>
                <a:spcPct val="100000"/>
              </a:lnSpc>
              <a:spcBef>
                <a:spcPts val="770"/>
              </a:spcBef>
            </a:pPr>
            <a:r>
              <a:rPr sz="2800" b="1" dirty="0">
                <a:latin typeface="Calibri"/>
                <a:cs typeface="Calibri"/>
              </a:rPr>
              <a:t>Ví</a:t>
            </a:r>
            <a:r>
              <a:rPr sz="2800" b="1" spc="-35" dirty="0">
                <a:latin typeface="Calibri"/>
                <a:cs typeface="Calibri"/>
              </a:rPr>
              <a:t> </a:t>
            </a:r>
            <a:r>
              <a:rPr sz="2800" b="1" dirty="0">
                <a:latin typeface="Calibri"/>
                <a:cs typeface="Calibri"/>
              </a:rPr>
              <a:t>dụ</a:t>
            </a:r>
            <a:r>
              <a:rPr sz="2800" b="1" spc="-35" dirty="0">
                <a:latin typeface="Calibri"/>
                <a:cs typeface="Calibri"/>
              </a:rPr>
              <a:t> </a:t>
            </a:r>
            <a:r>
              <a:rPr sz="2800" b="1" dirty="0">
                <a:latin typeface="Calibri"/>
                <a:cs typeface="Calibri"/>
              </a:rPr>
              <a:t>:</a:t>
            </a:r>
            <a:r>
              <a:rPr sz="2800" b="1" spc="-20" dirty="0">
                <a:latin typeface="Calibri"/>
                <a:cs typeface="Calibri"/>
              </a:rPr>
              <a:t> </a:t>
            </a:r>
            <a:r>
              <a:rPr sz="2800" dirty="0">
                <a:latin typeface="Calibri"/>
                <a:cs typeface="Calibri"/>
              </a:rPr>
              <a:t>Cho</a:t>
            </a:r>
            <a:r>
              <a:rPr sz="2800" spc="-25" dirty="0">
                <a:latin typeface="Calibri"/>
                <a:cs typeface="Calibri"/>
              </a:rPr>
              <a:t> </a:t>
            </a:r>
            <a:r>
              <a:rPr sz="2800" dirty="0">
                <a:latin typeface="Calibri"/>
                <a:cs typeface="Calibri"/>
              </a:rPr>
              <a:t>một</a:t>
            </a:r>
            <a:r>
              <a:rPr sz="2800" spc="-40" dirty="0">
                <a:latin typeface="Calibri"/>
                <a:cs typeface="Calibri"/>
              </a:rPr>
              <a:t> </a:t>
            </a:r>
            <a:r>
              <a:rPr sz="2800" dirty="0">
                <a:latin typeface="Calibri"/>
                <a:cs typeface="Calibri"/>
              </a:rPr>
              <a:t>thực</a:t>
            </a:r>
            <a:r>
              <a:rPr sz="2800" spc="-15" dirty="0">
                <a:latin typeface="Calibri"/>
                <a:cs typeface="Calibri"/>
              </a:rPr>
              <a:t> </a:t>
            </a:r>
            <a:r>
              <a:rPr sz="2800" dirty="0">
                <a:latin typeface="Calibri"/>
                <a:cs typeface="Calibri"/>
              </a:rPr>
              <a:t>đơn</a:t>
            </a:r>
            <a:r>
              <a:rPr sz="2800" spc="-15" dirty="0">
                <a:latin typeface="Calibri"/>
                <a:cs typeface="Calibri"/>
              </a:rPr>
              <a:t> </a:t>
            </a:r>
            <a:r>
              <a:rPr sz="2800" dirty="0">
                <a:latin typeface="Calibri"/>
                <a:cs typeface="Calibri"/>
              </a:rPr>
              <a:t>như</a:t>
            </a:r>
            <a:r>
              <a:rPr sz="2800" spc="-20" dirty="0">
                <a:latin typeface="Calibri"/>
                <a:cs typeface="Calibri"/>
              </a:rPr>
              <a:t> </a:t>
            </a:r>
            <a:r>
              <a:rPr sz="2800" dirty="0">
                <a:latin typeface="Calibri"/>
                <a:cs typeface="Calibri"/>
              </a:rPr>
              <a:t>sau</a:t>
            </a:r>
            <a:r>
              <a:rPr sz="2800" spc="-25" dirty="0">
                <a:latin typeface="Calibri"/>
                <a:cs typeface="Calibri"/>
              </a:rPr>
              <a:t> </a:t>
            </a:r>
            <a:r>
              <a:rPr sz="2800" spc="-50" dirty="0">
                <a:latin typeface="Calibri"/>
                <a:cs typeface="Calibri"/>
              </a:rPr>
              <a:t>:</a:t>
            </a:r>
            <a:endParaRPr sz="2800">
              <a:latin typeface="Calibri"/>
              <a:cs typeface="Calibri"/>
            </a:endParaRPr>
          </a:p>
          <a:p>
            <a:pPr marL="616585" indent="-514984">
              <a:lnSpc>
                <a:spcPct val="100000"/>
              </a:lnSpc>
              <a:spcBef>
                <a:spcPts val="675"/>
              </a:spcBef>
              <a:buAutoNum type="arabicPeriod"/>
              <a:tabLst>
                <a:tab pos="616585" algn="l"/>
              </a:tabLst>
            </a:pPr>
            <a:r>
              <a:rPr sz="2800" dirty="0">
                <a:latin typeface="Calibri"/>
                <a:cs typeface="Calibri"/>
              </a:rPr>
              <a:t>Giải</a:t>
            </a:r>
            <a:r>
              <a:rPr sz="2800" spc="-65" dirty="0">
                <a:latin typeface="Calibri"/>
                <a:cs typeface="Calibri"/>
              </a:rPr>
              <a:t> </a:t>
            </a:r>
            <a:r>
              <a:rPr sz="2800" dirty="0">
                <a:latin typeface="Calibri"/>
                <a:cs typeface="Calibri"/>
              </a:rPr>
              <a:t>khát</a:t>
            </a:r>
            <a:r>
              <a:rPr sz="2800" spc="-55" dirty="0">
                <a:latin typeface="Calibri"/>
                <a:cs typeface="Calibri"/>
              </a:rPr>
              <a:t> </a:t>
            </a:r>
            <a:r>
              <a:rPr sz="2800" dirty="0">
                <a:latin typeface="Calibri"/>
                <a:cs typeface="Calibri"/>
              </a:rPr>
              <a:t>:</a:t>
            </a:r>
            <a:r>
              <a:rPr sz="2800" spc="-40" dirty="0">
                <a:latin typeface="Calibri"/>
                <a:cs typeface="Calibri"/>
              </a:rPr>
              <a:t> </a:t>
            </a:r>
            <a:r>
              <a:rPr sz="2800" dirty="0">
                <a:latin typeface="Calibri"/>
                <a:cs typeface="Calibri"/>
              </a:rPr>
              <a:t>Nước</a:t>
            </a:r>
            <a:r>
              <a:rPr sz="2800" spc="-25" dirty="0">
                <a:latin typeface="Calibri"/>
                <a:cs typeface="Calibri"/>
              </a:rPr>
              <a:t> </a:t>
            </a:r>
            <a:r>
              <a:rPr sz="2800" dirty="0">
                <a:latin typeface="Calibri"/>
                <a:cs typeface="Calibri"/>
              </a:rPr>
              <a:t>suối,</a:t>
            </a:r>
            <a:r>
              <a:rPr sz="2800" spc="-35" dirty="0">
                <a:latin typeface="Calibri"/>
                <a:cs typeface="Calibri"/>
              </a:rPr>
              <a:t> </a:t>
            </a:r>
            <a:r>
              <a:rPr sz="2800" dirty="0">
                <a:latin typeface="Calibri"/>
                <a:cs typeface="Calibri"/>
              </a:rPr>
              <a:t>nước</a:t>
            </a:r>
            <a:r>
              <a:rPr sz="2800" spc="-20" dirty="0">
                <a:latin typeface="Calibri"/>
                <a:cs typeface="Calibri"/>
              </a:rPr>
              <a:t> </a:t>
            </a:r>
            <a:r>
              <a:rPr sz="2800" dirty="0">
                <a:latin typeface="Calibri"/>
                <a:cs typeface="Calibri"/>
              </a:rPr>
              <a:t>ngọt,</a:t>
            </a:r>
            <a:r>
              <a:rPr sz="2800" spc="-30" dirty="0">
                <a:latin typeface="Calibri"/>
                <a:cs typeface="Calibri"/>
              </a:rPr>
              <a:t> </a:t>
            </a:r>
            <a:r>
              <a:rPr sz="2800" spc="-20" dirty="0">
                <a:latin typeface="Calibri"/>
                <a:cs typeface="Calibri"/>
              </a:rPr>
              <a:t>trà.</a:t>
            </a:r>
            <a:endParaRPr sz="2800">
              <a:latin typeface="Calibri"/>
              <a:cs typeface="Calibri"/>
            </a:endParaRPr>
          </a:p>
          <a:p>
            <a:pPr marL="616585" indent="-514984">
              <a:lnSpc>
                <a:spcPct val="100000"/>
              </a:lnSpc>
              <a:spcBef>
                <a:spcPts val="670"/>
              </a:spcBef>
              <a:buAutoNum type="arabicPeriod"/>
              <a:tabLst>
                <a:tab pos="616585" algn="l"/>
              </a:tabLst>
            </a:pPr>
            <a:r>
              <a:rPr sz="2800" dirty="0">
                <a:latin typeface="Calibri"/>
                <a:cs typeface="Calibri"/>
              </a:rPr>
              <a:t>Món</a:t>
            </a:r>
            <a:r>
              <a:rPr sz="2800" spc="-25" dirty="0">
                <a:latin typeface="Calibri"/>
                <a:cs typeface="Calibri"/>
              </a:rPr>
              <a:t> </a:t>
            </a:r>
            <a:r>
              <a:rPr sz="2800" dirty="0">
                <a:latin typeface="Calibri"/>
                <a:cs typeface="Calibri"/>
              </a:rPr>
              <a:t>chính</a:t>
            </a:r>
            <a:r>
              <a:rPr sz="2800" spc="-10" dirty="0">
                <a:latin typeface="Calibri"/>
                <a:cs typeface="Calibri"/>
              </a:rPr>
              <a:t> </a:t>
            </a:r>
            <a:r>
              <a:rPr sz="2800" dirty="0">
                <a:latin typeface="Calibri"/>
                <a:cs typeface="Calibri"/>
              </a:rPr>
              <a:t>:</a:t>
            </a:r>
            <a:r>
              <a:rPr sz="2800" spc="-35" dirty="0">
                <a:latin typeface="Calibri"/>
                <a:cs typeface="Calibri"/>
              </a:rPr>
              <a:t> </a:t>
            </a:r>
            <a:r>
              <a:rPr sz="2800" dirty="0">
                <a:latin typeface="Calibri"/>
                <a:cs typeface="Calibri"/>
              </a:rPr>
              <a:t>Bánh</a:t>
            </a:r>
            <a:r>
              <a:rPr sz="2800" spc="-30" dirty="0">
                <a:latin typeface="Calibri"/>
                <a:cs typeface="Calibri"/>
              </a:rPr>
              <a:t> </a:t>
            </a:r>
            <a:r>
              <a:rPr sz="2800" dirty="0">
                <a:latin typeface="Calibri"/>
                <a:cs typeface="Calibri"/>
              </a:rPr>
              <a:t>mì</a:t>
            </a:r>
            <a:r>
              <a:rPr sz="2800" spc="-30" dirty="0">
                <a:latin typeface="Calibri"/>
                <a:cs typeface="Calibri"/>
              </a:rPr>
              <a:t> </a:t>
            </a:r>
            <a:r>
              <a:rPr sz="2800" dirty="0">
                <a:latin typeface="Calibri"/>
                <a:cs typeface="Calibri"/>
              </a:rPr>
              <a:t>,</a:t>
            </a:r>
            <a:r>
              <a:rPr sz="2800" spc="-40" dirty="0">
                <a:latin typeface="Calibri"/>
                <a:cs typeface="Calibri"/>
              </a:rPr>
              <a:t> </a:t>
            </a:r>
            <a:r>
              <a:rPr sz="2800" spc="-10" dirty="0">
                <a:latin typeface="Calibri"/>
                <a:cs typeface="Calibri"/>
              </a:rPr>
              <a:t>Hamburger.</a:t>
            </a:r>
            <a:endParaRPr sz="2800">
              <a:latin typeface="Calibri"/>
              <a:cs typeface="Calibri"/>
            </a:endParaRPr>
          </a:p>
          <a:p>
            <a:pPr marL="616585" indent="-514984">
              <a:lnSpc>
                <a:spcPct val="100000"/>
              </a:lnSpc>
              <a:spcBef>
                <a:spcPts val="675"/>
              </a:spcBef>
              <a:buAutoNum type="arabicPeriod"/>
              <a:tabLst>
                <a:tab pos="616585" algn="l"/>
              </a:tabLst>
            </a:pPr>
            <a:r>
              <a:rPr sz="2800" dirty="0">
                <a:latin typeface="Calibri"/>
                <a:cs typeface="Calibri"/>
              </a:rPr>
              <a:t>Món</a:t>
            </a:r>
            <a:r>
              <a:rPr sz="2800" spc="-30" dirty="0">
                <a:latin typeface="Calibri"/>
                <a:cs typeface="Calibri"/>
              </a:rPr>
              <a:t> </a:t>
            </a:r>
            <a:r>
              <a:rPr sz="2800" dirty="0">
                <a:latin typeface="Calibri"/>
                <a:cs typeface="Calibri"/>
              </a:rPr>
              <a:t>tráng</a:t>
            </a:r>
            <a:r>
              <a:rPr sz="2800" spc="-55" dirty="0">
                <a:latin typeface="Calibri"/>
                <a:cs typeface="Calibri"/>
              </a:rPr>
              <a:t> </a:t>
            </a:r>
            <a:r>
              <a:rPr sz="2800" dirty="0">
                <a:latin typeface="Calibri"/>
                <a:cs typeface="Calibri"/>
              </a:rPr>
              <a:t>miệng</a:t>
            </a:r>
            <a:r>
              <a:rPr sz="2800" spc="-40" dirty="0">
                <a:latin typeface="Calibri"/>
                <a:cs typeface="Calibri"/>
              </a:rPr>
              <a:t> </a:t>
            </a:r>
            <a:r>
              <a:rPr sz="2800" dirty="0">
                <a:latin typeface="Calibri"/>
                <a:cs typeface="Calibri"/>
              </a:rPr>
              <a:t>:</a:t>
            </a:r>
            <a:r>
              <a:rPr sz="2800" spc="-45" dirty="0">
                <a:latin typeface="Calibri"/>
                <a:cs typeface="Calibri"/>
              </a:rPr>
              <a:t> </a:t>
            </a:r>
            <a:r>
              <a:rPr sz="2800" dirty="0">
                <a:latin typeface="Calibri"/>
                <a:cs typeface="Calibri"/>
              </a:rPr>
              <a:t>Quít,</a:t>
            </a:r>
            <a:r>
              <a:rPr sz="2800" spc="-30" dirty="0">
                <a:latin typeface="Calibri"/>
                <a:cs typeface="Calibri"/>
              </a:rPr>
              <a:t> </a:t>
            </a:r>
            <a:r>
              <a:rPr sz="2800" dirty="0">
                <a:latin typeface="Calibri"/>
                <a:cs typeface="Calibri"/>
              </a:rPr>
              <a:t>Dưa</a:t>
            </a:r>
            <a:r>
              <a:rPr sz="2800" spc="-35" dirty="0">
                <a:latin typeface="Calibri"/>
                <a:cs typeface="Calibri"/>
              </a:rPr>
              <a:t> </a:t>
            </a:r>
            <a:r>
              <a:rPr sz="2800" dirty="0">
                <a:latin typeface="Calibri"/>
                <a:cs typeface="Calibri"/>
              </a:rPr>
              <a:t>hấu,</a:t>
            </a:r>
            <a:r>
              <a:rPr sz="2800" spc="-40" dirty="0">
                <a:latin typeface="Calibri"/>
                <a:cs typeface="Calibri"/>
              </a:rPr>
              <a:t> </a:t>
            </a:r>
            <a:r>
              <a:rPr sz="2800" dirty="0">
                <a:latin typeface="Calibri"/>
                <a:cs typeface="Calibri"/>
              </a:rPr>
              <a:t>Hồng,</a:t>
            </a:r>
            <a:r>
              <a:rPr sz="2800" spc="-40" dirty="0">
                <a:latin typeface="Calibri"/>
                <a:cs typeface="Calibri"/>
              </a:rPr>
              <a:t> </a:t>
            </a:r>
            <a:r>
              <a:rPr sz="2800" spc="-10" dirty="0">
                <a:latin typeface="Calibri"/>
                <a:cs typeface="Calibri"/>
              </a:rPr>
              <a:t>Chuối.</a:t>
            </a:r>
            <a:endParaRPr sz="2800">
              <a:latin typeface="Calibri"/>
              <a:cs typeface="Calibri"/>
            </a:endParaRPr>
          </a:p>
          <a:p>
            <a:pPr marL="558800" marR="269240" lvl="1" indent="-457834">
              <a:lnSpc>
                <a:spcPct val="100000"/>
              </a:lnSpc>
              <a:spcBef>
                <a:spcPts val="670"/>
              </a:spcBef>
              <a:buChar char="-"/>
              <a:tabLst>
                <a:tab pos="558800" algn="l"/>
              </a:tabLst>
            </a:pPr>
            <a:r>
              <a:rPr sz="2800" dirty="0">
                <a:latin typeface="Calibri"/>
                <a:cs typeface="Calibri"/>
              </a:rPr>
              <a:t>Một</a:t>
            </a:r>
            <a:r>
              <a:rPr sz="2800" spc="-45" dirty="0">
                <a:latin typeface="Calibri"/>
                <a:cs typeface="Calibri"/>
              </a:rPr>
              <a:t> </a:t>
            </a:r>
            <a:r>
              <a:rPr sz="2800" dirty="0">
                <a:latin typeface="Calibri"/>
                <a:cs typeface="Calibri"/>
              </a:rPr>
              <a:t>người</a:t>
            </a:r>
            <a:r>
              <a:rPr sz="2800" spc="-40" dirty="0">
                <a:latin typeface="Calibri"/>
                <a:cs typeface="Calibri"/>
              </a:rPr>
              <a:t> </a:t>
            </a:r>
            <a:r>
              <a:rPr sz="2800" dirty="0">
                <a:latin typeface="Calibri"/>
                <a:cs typeface="Calibri"/>
              </a:rPr>
              <a:t>chỉ</a:t>
            </a:r>
            <a:r>
              <a:rPr sz="2800" spc="-45" dirty="0">
                <a:latin typeface="Calibri"/>
                <a:cs typeface="Calibri"/>
              </a:rPr>
              <a:t> </a:t>
            </a:r>
            <a:r>
              <a:rPr sz="2800" dirty="0">
                <a:latin typeface="Calibri"/>
                <a:cs typeface="Calibri"/>
              </a:rPr>
              <a:t>được</a:t>
            </a:r>
            <a:r>
              <a:rPr sz="2800" spc="-30" dirty="0">
                <a:latin typeface="Calibri"/>
                <a:cs typeface="Calibri"/>
              </a:rPr>
              <a:t> </a:t>
            </a:r>
            <a:r>
              <a:rPr sz="2800" dirty="0">
                <a:latin typeface="Calibri"/>
                <a:cs typeface="Calibri"/>
              </a:rPr>
              <a:t>chọn</a:t>
            </a:r>
            <a:r>
              <a:rPr sz="2800" spc="-30" dirty="0">
                <a:latin typeface="Calibri"/>
                <a:cs typeface="Calibri"/>
              </a:rPr>
              <a:t> </a:t>
            </a:r>
            <a:r>
              <a:rPr sz="2800" dirty="0">
                <a:latin typeface="Calibri"/>
                <a:cs typeface="Calibri"/>
              </a:rPr>
              <a:t>một</a:t>
            </a:r>
            <a:r>
              <a:rPr sz="2800" spc="-40" dirty="0">
                <a:latin typeface="Calibri"/>
                <a:cs typeface="Calibri"/>
              </a:rPr>
              <a:t> </a:t>
            </a:r>
            <a:r>
              <a:rPr sz="2800" dirty="0">
                <a:latin typeface="Calibri"/>
                <a:cs typeface="Calibri"/>
              </a:rPr>
              <a:t>món</a:t>
            </a:r>
            <a:r>
              <a:rPr sz="2800" spc="-45" dirty="0">
                <a:latin typeface="Calibri"/>
                <a:cs typeface="Calibri"/>
              </a:rPr>
              <a:t> </a:t>
            </a:r>
            <a:r>
              <a:rPr sz="2800" dirty="0">
                <a:latin typeface="Calibri"/>
                <a:cs typeface="Calibri"/>
              </a:rPr>
              <a:t>trong</a:t>
            </a:r>
            <a:r>
              <a:rPr sz="2800" spc="-45" dirty="0">
                <a:latin typeface="Calibri"/>
                <a:cs typeface="Calibri"/>
              </a:rPr>
              <a:t> </a:t>
            </a:r>
            <a:r>
              <a:rPr sz="2800" dirty="0">
                <a:latin typeface="Calibri"/>
                <a:cs typeface="Calibri"/>
              </a:rPr>
              <a:t>mỗi</a:t>
            </a:r>
            <a:r>
              <a:rPr sz="2800" spc="-45" dirty="0">
                <a:latin typeface="Calibri"/>
                <a:cs typeface="Calibri"/>
              </a:rPr>
              <a:t> </a:t>
            </a:r>
            <a:r>
              <a:rPr sz="2800" dirty="0">
                <a:latin typeface="Calibri"/>
                <a:cs typeface="Calibri"/>
              </a:rPr>
              <a:t>loại</a:t>
            </a:r>
            <a:r>
              <a:rPr sz="2800" spc="-50" dirty="0">
                <a:latin typeface="Calibri"/>
                <a:cs typeface="Calibri"/>
              </a:rPr>
              <a:t> </a:t>
            </a:r>
            <a:r>
              <a:rPr sz="2800" spc="-25" dirty="0">
                <a:latin typeface="Calibri"/>
                <a:cs typeface="Calibri"/>
              </a:rPr>
              <a:t>1, </a:t>
            </a:r>
            <a:r>
              <a:rPr sz="2800" dirty="0">
                <a:latin typeface="Calibri"/>
                <a:cs typeface="Calibri"/>
              </a:rPr>
              <a:t>2,</a:t>
            </a:r>
            <a:r>
              <a:rPr sz="2800" spc="-20" dirty="0">
                <a:latin typeface="Calibri"/>
                <a:cs typeface="Calibri"/>
              </a:rPr>
              <a:t> </a:t>
            </a:r>
            <a:r>
              <a:rPr sz="2800" spc="-25" dirty="0">
                <a:latin typeface="Calibri"/>
                <a:cs typeface="Calibri"/>
              </a:rPr>
              <a:t>3.</a:t>
            </a:r>
            <a:endParaRPr sz="2800">
              <a:latin typeface="Calibri"/>
              <a:cs typeface="Calibri"/>
            </a:endParaRPr>
          </a:p>
          <a:p>
            <a:pPr marL="558800" marR="106680" lvl="1" indent="-457834">
              <a:lnSpc>
                <a:spcPct val="100000"/>
              </a:lnSpc>
              <a:spcBef>
                <a:spcPts val="675"/>
              </a:spcBef>
              <a:buChar char="-"/>
              <a:tabLst>
                <a:tab pos="558800" algn="l"/>
              </a:tabLst>
            </a:pPr>
            <a:r>
              <a:rPr sz="2800" dirty="0">
                <a:latin typeface="Calibri"/>
                <a:cs typeface="Calibri"/>
              </a:rPr>
              <a:t>Một</a:t>
            </a:r>
            <a:r>
              <a:rPr sz="2800" spc="-35" dirty="0">
                <a:latin typeface="Calibri"/>
                <a:cs typeface="Calibri"/>
              </a:rPr>
              <a:t> </a:t>
            </a:r>
            <a:r>
              <a:rPr sz="2800" dirty="0">
                <a:latin typeface="Calibri"/>
                <a:cs typeface="Calibri"/>
              </a:rPr>
              <a:t>lựa</a:t>
            </a:r>
            <a:r>
              <a:rPr sz="2800" spc="-30" dirty="0">
                <a:latin typeface="Calibri"/>
                <a:cs typeface="Calibri"/>
              </a:rPr>
              <a:t> </a:t>
            </a:r>
            <a:r>
              <a:rPr sz="2800" dirty="0">
                <a:latin typeface="Calibri"/>
                <a:cs typeface="Calibri"/>
              </a:rPr>
              <a:t>chọn</a:t>
            </a:r>
            <a:r>
              <a:rPr sz="2800" spc="-5" dirty="0">
                <a:latin typeface="Calibri"/>
                <a:cs typeface="Calibri"/>
              </a:rPr>
              <a:t> </a:t>
            </a:r>
            <a:r>
              <a:rPr sz="2800" dirty="0">
                <a:latin typeface="Calibri"/>
                <a:cs typeface="Calibri"/>
              </a:rPr>
              <a:t>có</a:t>
            </a:r>
            <a:r>
              <a:rPr sz="2800" spc="-30" dirty="0">
                <a:latin typeface="Calibri"/>
                <a:cs typeface="Calibri"/>
              </a:rPr>
              <a:t> </a:t>
            </a:r>
            <a:r>
              <a:rPr sz="2800" dirty="0">
                <a:latin typeface="Calibri"/>
                <a:cs typeface="Calibri"/>
              </a:rPr>
              <a:t>dạng</a:t>
            </a:r>
            <a:r>
              <a:rPr sz="2800" spc="-15" dirty="0">
                <a:latin typeface="Calibri"/>
                <a:cs typeface="Calibri"/>
              </a:rPr>
              <a:t> </a:t>
            </a:r>
            <a:r>
              <a:rPr sz="2800" dirty="0">
                <a:latin typeface="Calibri"/>
                <a:cs typeface="Calibri"/>
              </a:rPr>
              <a:t>(a</a:t>
            </a:r>
            <a:r>
              <a:rPr sz="2775" baseline="-21021" dirty="0">
                <a:latin typeface="Calibri"/>
                <a:cs typeface="Calibri"/>
              </a:rPr>
              <a:t>1</a:t>
            </a:r>
            <a:r>
              <a:rPr sz="2800" dirty="0">
                <a:latin typeface="Calibri"/>
                <a:cs typeface="Calibri"/>
              </a:rPr>
              <a:t>,</a:t>
            </a:r>
            <a:r>
              <a:rPr sz="2800" spc="-25" dirty="0">
                <a:latin typeface="Calibri"/>
                <a:cs typeface="Calibri"/>
              </a:rPr>
              <a:t> </a:t>
            </a:r>
            <a:r>
              <a:rPr sz="2800" dirty="0">
                <a:latin typeface="Calibri"/>
                <a:cs typeface="Calibri"/>
              </a:rPr>
              <a:t>a</a:t>
            </a:r>
            <a:r>
              <a:rPr sz="2775" baseline="-21021" dirty="0">
                <a:latin typeface="Calibri"/>
                <a:cs typeface="Calibri"/>
              </a:rPr>
              <a:t>2</a:t>
            </a:r>
            <a:r>
              <a:rPr sz="2800" dirty="0">
                <a:latin typeface="Calibri"/>
                <a:cs typeface="Calibri"/>
              </a:rPr>
              <a:t>,</a:t>
            </a:r>
            <a:r>
              <a:rPr sz="2800" spc="-25" dirty="0">
                <a:latin typeface="Calibri"/>
                <a:cs typeface="Calibri"/>
              </a:rPr>
              <a:t> </a:t>
            </a:r>
            <a:r>
              <a:rPr sz="2800" dirty="0">
                <a:latin typeface="Calibri"/>
                <a:cs typeface="Calibri"/>
              </a:rPr>
              <a:t>a</a:t>
            </a:r>
            <a:r>
              <a:rPr sz="2775" baseline="-21021" dirty="0">
                <a:latin typeface="Calibri"/>
                <a:cs typeface="Calibri"/>
              </a:rPr>
              <a:t>3</a:t>
            </a:r>
            <a:r>
              <a:rPr sz="2800" dirty="0">
                <a:latin typeface="Calibri"/>
                <a:cs typeface="Calibri"/>
              </a:rPr>
              <a:t>)</a:t>
            </a:r>
            <a:r>
              <a:rPr sz="2800" spc="-30" dirty="0">
                <a:latin typeface="Calibri"/>
                <a:cs typeface="Calibri"/>
              </a:rPr>
              <a:t> </a:t>
            </a:r>
            <a:r>
              <a:rPr sz="2800" dirty="0">
                <a:latin typeface="Calibri"/>
                <a:cs typeface="Calibri"/>
              </a:rPr>
              <a:t>với</a:t>
            </a:r>
            <a:r>
              <a:rPr sz="2800" spc="-15" dirty="0">
                <a:latin typeface="Calibri"/>
                <a:cs typeface="Calibri"/>
              </a:rPr>
              <a:t> </a:t>
            </a:r>
            <a:r>
              <a:rPr sz="2800" dirty="0">
                <a:latin typeface="Calibri"/>
                <a:cs typeface="Calibri"/>
              </a:rPr>
              <a:t>a</a:t>
            </a:r>
            <a:r>
              <a:rPr sz="2800" spc="-215" dirty="0">
                <a:latin typeface="Calibri"/>
                <a:cs typeface="Calibri"/>
              </a:rPr>
              <a:t> </a:t>
            </a:r>
            <a:r>
              <a:rPr sz="2775" baseline="-21021" dirty="0">
                <a:latin typeface="Calibri"/>
                <a:cs typeface="Calibri"/>
              </a:rPr>
              <a:t>1</a:t>
            </a:r>
            <a:r>
              <a:rPr sz="2775" spc="292" baseline="-21021" dirty="0">
                <a:latin typeface="Calibri"/>
                <a:cs typeface="Calibri"/>
              </a:rPr>
              <a:t> </a:t>
            </a:r>
            <a:r>
              <a:rPr sz="2800" dirty="0">
                <a:latin typeface="Calibri"/>
                <a:cs typeface="Calibri"/>
              </a:rPr>
              <a:t>là</a:t>
            </a:r>
            <a:r>
              <a:rPr sz="2800" spc="-45" dirty="0">
                <a:latin typeface="Calibri"/>
                <a:cs typeface="Calibri"/>
              </a:rPr>
              <a:t> </a:t>
            </a:r>
            <a:r>
              <a:rPr sz="2800" dirty="0">
                <a:latin typeface="Calibri"/>
                <a:cs typeface="Calibri"/>
              </a:rPr>
              <a:t>giải</a:t>
            </a:r>
            <a:r>
              <a:rPr sz="2800" spc="-30" dirty="0">
                <a:latin typeface="Calibri"/>
                <a:cs typeface="Calibri"/>
              </a:rPr>
              <a:t> </a:t>
            </a:r>
            <a:r>
              <a:rPr sz="2800" dirty="0">
                <a:latin typeface="Calibri"/>
                <a:cs typeface="Calibri"/>
              </a:rPr>
              <a:t>khát,</a:t>
            </a:r>
            <a:r>
              <a:rPr sz="2800" spc="-15" dirty="0">
                <a:latin typeface="Calibri"/>
                <a:cs typeface="Calibri"/>
              </a:rPr>
              <a:t> </a:t>
            </a:r>
            <a:r>
              <a:rPr sz="2800" spc="-25" dirty="0">
                <a:latin typeface="Calibri"/>
                <a:cs typeface="Calibri"/>
              </a:rPr>
              <a:t>a</a:t>
            </a:r>
            <a:r>
              <a:rPr sz="2775" spc="-37" baseline="-21021" dirty="0">
                <a:latin typeface="Calibri"/>
                <a:cs typeface="Calibri"/>
              </a:rPr>
              <a:t>2 </a:t>
            </a:r>
            <a:r>
              <a:rPr sz="2800" dirty="0">
                <a:latin typeface="Calibri"/>
                <a:cs typeface="Calibri"/>
              </a:rPr>
              <a:t>là</a:t>
            </a:r>
            <a:r>
              <a:rPr sz="2800" spc="-50" dirty="0">
                <a:latin typeface="Calibri"/>
                <a:cs typeface="Calibri"/>
              </a:rPr>
              <a:t> </a:t>
            </a:r>
            <a:r>
              <a:rPr sz="2800" dirty="0">
                <a:latin typeface="Calibri"/>
                <a:cs typeface="Calibri"/>
              </a:rPr>
              <a:t>món</a:t>
            </a:r>
            <a:r>
              <a:rPr sz="2800" spc="-40" dirty="0">
                <a:latin typeface="Calibri"/>
                <a:cs typeface="Calibri"/>
              </a:rPr>
              <a:t> </a:t>
            </a:r>
            <a:r>
              <a:rPr sz="2800" dirty="0">
                <a:latin typeface="Calibri"/>
                <a:cs typeface="Calibri"/>
              </a:rPr>
              <a:t>chính</a:t>
            </a:r>
            <a:r>
              <a:rPr sz="2800" spc="-15" dirty="0">
                <a:latin typeface="Calibri"/>
                <a:cs typeface="Calibri"/>
              </a:rPr>
              <a:t> </a:t>
            </a:r>
            <a:r>
              <a:rPr sz="2800" dirty="0">
                <a:latin typeface="Calibri"/>
                <a:cs typeface="Calibri"/>
              </a:rPr>
              <a:t>và</a:t>
            </a:r>
            <a:r>
              <a:rPr sz="2800" spc="-50" dirty="0">
                <a:latin typeface="Calibri"/>
                <a:cs typeface="Calibri"/>
              </a:rPr>
              <a:t> </a:t>
            </a:r>
            <a:r>
              <a:rPr sz="2800" dirty="0">
                <a:latin typeface="Calibri"/>
                <a:cs typeface="Calibri"/>
              </a:rPr>
              <a:t>a</a:t>
            </a:r>
            <a:r>
              <a:rPr sz="2775" baseline="-21021" dirty="0">
                <a:latin typeface="Calibri"/>
                <a:cs typeface="Calibri"/>
              </a:rPr>
              <a:t>3</a:t>
            </a:r>
            <a:r>
              <a:rPr sz="2775" spc="247" baseline="-21021" dirty="0">
                <a:latin typeface="Calibri"/>
                <a:cs typeface="Calibri"/>
              </a:rPr>
              <a:t> </a:t>
            </a:r>
            <a:r>
              <a:rPr sz="2800" dirty="0">
                <a:latin typeface="Calibri"/>
                <a:cs typeface="Calibri"/>
              </a:rPr>
              <a:t>là</a:t>
            </a:r>
            <a:r>
              <a:rPr sz="2800" spc="-50" dirty="0">
                <a:latin typeface="Calibri"/>
                <a:cs typeface="Calibri"/>
              </a:rPr>
              <a:t> </a:t>
            </a:r>
            <a:r>
              <a:rPr sz="2800" dirty="0">
                <a:latin typeface="Calibri"/>
                <a:cs typeface="Calibri"/>
              </a:rPr>
              <a:t>món</a:t>
            </a:r>
            <a:r>
              <a:rPr sz="2800" spc="-40" dirty="0">
                <a:latin typeface="Calibri"/>
                <a:cs typeface="Calibri"/>
              </a:rPr>
              <a:t> </a:t>
            </a:r>
            <a:r>
              <a:rPr sz="2800" dirty="0">
                <a:latin typeface="Calibri"/>
                <a:cs typeface="Calibri"/>
              </a:rPr>
              <a:t>tráng</a:t>
            </a:r>
            <a:r>
              <a:rPr sz="2800" spc="-30" dirty="0">
                <a:latin typeface="Calibri"/>
                <a:cs typeface="Calibri"/>
              </a:rPr>
              <a:t> </a:t>
            </a:r>
            <a:r>
              <a:rPr sz="2800" spc="-10" dirty="0">
                <a:latin typeface="Calibri"/>
                <a:cs typeface="Calibri"/>
              </a:rPr>
              <a:t>miệng.</a:t>
            </a:r>
            <a:endParaRPr sz="2800">
              <a:latin typeface="Calibri"/>
              <a:cs typeface="Calibri"/>
            </a:endParaRPr>
          </a:p>
          <a:p>
            <a:pPr marL="558800" lvl="1" indent="-457200">
              <a:lnSpc>
                <a:spcPct val="100000"/>
              </a:lnSpc>
              <a:spcBef>
                <a:spcPts val="675"/>
              </a:spcBef>
              <a:buChar char="-"/>
              <a:tabLst>
                <a:tab pos="558800" algn="l"/>
              </a:tabLst>
            </a:pPr>
            <a:r>
              <a:rPr sz="2800" dirty="0">
                <a:latin typeface="Calibri"/>
                <a:cs typeface="Calibri"/>
              </a:rPr>
              <a:t>Hỏi</a:t>
            </a:r>
            <a:r>
              <a:rPr sz="2800" spc="-55" dirty="0">
                <a:latin typeface="Calibri"/>
                <a:cs typeface="Calibri"/>
              </a:rPr>
              <a:t> </a:t>
            </a:r>
            <a:r>
              <a:rPr sz="2800" dirty="0">
                <a:latin typeface="Calibri"/>
                <a:cs typeface="Calibri"/>
              </a:rPr>
              <a:t>có</a:t>
            </a:r>
            <a:r>
              <a:rPr sz="2800" spc="-60" dirty="0">
                <a:latin typeface="Calibri"/>
                <a:cs typeface="Calibri"/>
              </a:rPr>
              <a:t> </a:t>
            </a:r>
            <a:r>
              <a:rPr sz="2800" dirty="0">
                <a:latin typeface="Calibri"/>
                <a:cs typeface="Calibri"/>
              </a:rPr>
              <a:t>bao</a:t>
            </a:r>
            <a:r>
              <a:rPr sz="2800" spc="-40" dirty="0">
                <a:latin typeface="Calibri"/>
                <a:cs typeface="Calibri"/>
              </a:rPr>
              <a:t> </a:t>
            </a:r>
            <a:r>
              <a:rPr sz="2800" dirty="0">
                <a:latin typeface="Calibri"/>
                <a:cs typeface="Calibri"/>
              </a:rPr>
              <a:t>nhiêu</a:t>
            </a:r>
            <a:r>
              <a:rPr sz="2800" spc="-40" dirty="0">
                <a:latin typeface="Calibri"/>
                <a:cs typeface="Calibri"/>
              </a:rPr>
              <a:t> </a:t>
            </a:r>
            <a:r>
              <a:rPr sz="2800" dirty="0">
                <a:latin typeface="Calibri"/>
                <a:cs typeface="Calibri"/>
              </a:rPr>
              <a:t>cách</a:t>
            </a:r>
            <a:r>
              <a:rPr sz="2800" spc="-50" dirty="0">
                <a:latin typeface="Calibri"/>
                <a:cs typeface="Calibri"/>
              </a:rPr>
              <a:t> </a:t>
            </a:r>
            <a:r>
              <a:rPr sz="2800" spc="-10" dirty="0">
                <a:latin typeface="Calibri"/>
                <a:cs typeface="Calibri"/>
              </a:rPr>
              <a:t>chọn.</a:t>
            </a:r>
            <a:endParaRPr sz="2800">
              <a:latin typeface="Calibri"/>
              <a:cs typeface="Calibri"/>
            </a:endParaRPr>
          </a:p>
          <a:p>
            <a:pPr marL="101600">
              <a:lnSpc>
                <a:spcPct val="100000"/>
              </a:lnSpc>
              <a:spcBef>
                <a:spcPts val="675"/>
              </a:spcBef>
            </a:pPr>
            <a:r>
              <a:rPr sz="2800" b="1" spc="-10" dirty="0">
                <a:latin typeface="Calibri"/>
                <a:cs typeface="Calibri"/>
              </a:rPr>
              <a:t>Giải:</a:t>
            </a:r>
            <a:endParaRPr sz="2800">
              <a:latin typeface="Calibri"/>
              <a:cs typeface="Calibri"/>
            </a:endParaRPr>
          </a:p>
          <a:p>
            <a:pPr marL="101600">
              <a:lnSpc>
                <a:spcPct val="100000"/>
              </a:lnSpc>
              <a:spcBef>
                <a:spcPts val="670"/>
              </a:spcBef>
            </a:pPr>
            <a:r>
              <a:rPr sz="2800" dirty="0">
                <a:latin typeface="Calibri"/>
                <a:cs typeface="Calibri"/>
              </a:rPr>
              <a:t>Theo</a:t>
            </a:r>
            <a:r>
              <a:rPr sz="2800" spc="-50" dirty="0">
                <a:latin typeface="Calibri"/>
                <a:cs typeface="Calibri"/>
              </a:rPr>
              <a:t> </a:t>
            </a:r>
            <a:r>
              <a:rPr sz="2800" dirty="0">
                <a:latin typeface="Calibri"/>
                <a:cs typeface="Calibri"/>
              </a:rPr>
              <a:t>nguyên</a:t>
            </a:r>
            <a:r>
              <a:rPr sz="2800" spc="-35" dirty="0">
                <a:latin typeface="Calibri"/>
                <a:cs typeface="Calibri"/>
              </a:rPr>
              <a:t> </a:t>
            </a:r>
            <a:r>
              <a:rPr sz="2800" dirty="0">
                <a:latin typeface="Calibri"/>
                <a:cs typeface="Calibri"/>
              </a:rPr>
              <a:t>lý</a:t>
            </a:r>
            <a:r>
              <a:rPr sz="2800" spc="-50" dirty="0">
                <a:latin typeface="Calibri"/>
                <a:cs typeface="Calibri"/>
              </a:rPr>
              <a:t> </a:t>
            </a:r>
            <a:r>
              <a:rPr sz="2800" dirty="0">
                <a:latin typeface="Calibri"/>
                <a:cs typeface="Calibri"/>
              </a:rPr>
              <a:t>nhân</a:t>
            </a:r>
            <a:r>
              <a:rPr sz="2800" spc="-40" dirty="0">
                <a:latin typeface="Calibri"/>
                <a:cs typeface="Calibri"/>
              </a:rPr>
              <a:t> </a:t>
            </a:r>
            <a:r>
              <a:rPr sz="2800" dirty="0">
                <a:latin typeface="Calibri"/>
                <a:cs typeface="Calibri"/>
              </a:rPr>
              <a:t>số</a:t>
            </a:r>
            <a:r>
              <a:rPr sz="2800" spc="-40" dirty="0">
                <a:latin typeface="Calibri"/>
                <a:cs typeface="Calibri"/>
              </a:rPr>
              <a:t> </a:t>
            </a:r>
            <a:r>
              <a:rPr sz="2800" dirty="0">
                <a:latin typeface="Calibri"/>
                <a:cs typeface="Calibri"/>
              </a:rPr>
              <a:t>lựa</a:t>
            </a:r>
            <a:r>
              <a:rPr sz="2800" spc="-50" dirty="0">
                <a:latin typeface="Calibri"/>
                <a:cs typeface="Calibri"/>
              </a:rPr>
              <a:t> </a:t>
            </a:r>
            <a:r>
              <a:rPr sz="2800" dirty="0">
                <a:latin typeface="Calibri"/>
                <a:cs typeface="Calibri"/>
              </a:rPr>
              <a:t>chọn</a:t>
            </a:r>
            <a:r>
              <a:rPr sz="2800" spc="-30" dirty="0">
                <a:latin typeface="Calibri"/>
                <a:cs typeface="Calibri"/>
              </a:rPr>
              <a:t> </a:t>
            </a:r>
            <a:r>
              <a:rPr sz="2800" dirty="0">
                <a:latin typeface="Calibri"/>
                <a:cs typeface="Calibri"/>
              </a:rPr>
              <a:t>là</a:t>
            </a:r>
            <a:r>
              <a:rPr sz="2800" spc="-55" dirty="0">
                <a:latin typeface="Calibri"/>
                <a:cs typeface="Calibri"/>
              </a:rPr>
              <a:t> </a:t>
            </a:r>
            <a:r>
              <a:rPr sz="2800" spc="-10" dirty="0">
                <a:latin typeface="Calibri"/>
                <a:cs typeface="Calibri"/>
              </a:rPr>
              <a:t>3.2.4=24.</a:t>
            </a:r>
            <a:endParaRPr sz="2800">
              <a:latin typeface="Calibri"/>
              <a:cs typeface="Calibri"/>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215239"/>
            <a:ext cx="8196580" cy="3342640"/>
          </a:xfrm>
          <a:prstGeom prst="rect">
            <a:avLst/>
          </a:prstGeom>
        </p:spPr>
        <p:txBody>
          <a:bodyPr vert="horz" wrap="square" lIns="0" tIns="109855" rIns="0" bIns="0" rtlCol="0">
            <a:spAutoFit/>
          </a:bodyPr>
          <a:lstStyle/>
          <a:p>
            <a:pPr marL="12700" algn="just">
              <a:lnSpc>
                <a:spcPct val="100000"/>
              </a:lnSpc>
              <a:spcBef>
                <a:spcPts val="865"/>
              </a:spcBef>
            </a:pPr>
            <a:r>
              <a:rPr sz="3200" b="1" dirty="0">
                <a:latin typeface="Calibri"/>
                <a:cs typeface="Calibri"/>
              </a:rPr>
              <a:t>Ví</a:t>
            </a:r>
            <a:r>
              <a:rPr sz="3200" b="1" spc="-10" dirty="0">
                <a:latin typeface="Calibri"/>
                <a:cs typeface="Calibri"/>
              </a:rPr>
              <a:t> </a:t>
            </a:r>
            <a:r>
              <a:rPr sz="3200" b="1" dirty="0">
                <a:latin typeface="Calibri"/>
                <a:cs typeface="Calibri"/>
              </a:rPr>
              <a:t>dụ</a:t>
            </a:r>
            <a:r>
              <a:rPr sz="3200" b="1" spc="-15" dirty="0">
                <a:latin typeface="Calibri"/>
                <a:cs typeface="Calibri"/>
              </a:rPr>
              <a:t> </a:t>
            </a:r>
            <a:r>
              <a:rPr sz="3200" b="1" spc="-50" dirty="0">
                <a:latin typeface="Calibri"/>
                <a:cs typeface="Calibri"/>
              </a:rPr>
              <a:t>:</a:t>
            </a:r>
            <a:endParaRPr sz="3200">
              <a:latin typeface="Calibri"/>
              <a:cs typeface="Calibri"/>
            </a:endParaRPr>
          </a:p>
          <a:p>
            <a:pPr marL="12700" marR="5080" indent="410209" algn="just">
              <a:lnSpc>
                <a:spcPct val="100000"/>
              </a:lnSpc>
              <a:spcBef>
                <a:spcPts val="770"/>
              </a:spcBef>
              <a:buAutoNum type="alphaLcParenR"/>
              <a:tabLst>
                <a:tab pos="422909" algn="l"/>
              </a:tabLst>
            </a:pPr>
            <a:r>
              <a:rPr sz="3200" dirty="0">
                <a:latin typeface="Calibri"/>
                <a:cs typeface="Calibri"/>
              </a:rPr>
              <a:t>Có</a:t>
            </a:r>
            <a:r>
              <a:rPr sz="3200" spc="-45" dirty="0">
                <a:latin typeface="Calibri"/>
                <a:cs typeface="Calibri"/>
              </a:rPr>
              <a:t> </a:t>
            </a:r>
            <a:r>
              <a:rPr sz="3200" dirty="0">
                <a:latin typeface="Calibri"/>
                <a:cs typeface="Calibri"/>
              </a:rPr>
              <a:t>bao</a:t>
            </a:r>
            <a:r>
              <a:rPr sz="3200" spc="-35" dirty="0">
                <a:latin typeface="Calibri"/>
                <a:cs typeface="Calibri"/>
              </a:rPr>
              <a:t> </a:t>
            </a:r>
            <a:r>
              <a:rPr sz="3200" dirty="0">
                <a:latin typeface="Calibri"/>
                <a:cs typeface="Calibri"/>
              </a:rPr>
              <a:t>nhiêu</a:t>
            </a:r>
            <a:r>
              <a:rPr sz="3200" spc="-30" dirty="0">
                <a:latin typeface="Calibri"/>
                <a:cs typeface="Calibri"/>
              </a:rPr>
              <a:t> </a:t>
            </a:r>
            <a:r>
              <a:rPr sz="3200" dirty="0">
                <a:latin typeface="Calibri"/>
                <a:cs typeface="Calibri"/>
              </a:rPr>
              <a:t>chuỗi</a:t>
            </a:r>
            <a:r>
              <a:rPr sz="3200" spc="-25" dirty="0">
                <a:latin typeface="Calibri"/>
                <a:cs typeface="Calibri"/>
              </a:rPr>
              <a:t> </a:t>
            </a:r>
            <a:r>
              <a:rPr sz="3200" dirty="0">
                <a:latin typeface="Calibri"/>
                <a:cs typeface="Calibri"/>
              </a:rPr>
              <a:t>chiều</a:t>
            </a:r>
            <a:r>
              <a:rPr sz="3200" spc="-45" dirty="0">
                <a:latin typeface="Calibri"/>
                <a:cs typeface="Calibri"/>
              </a:rPr>
              <a:t> </a:t>
            </a:r>
            <a:r>
              <a:rPr sz="3200" dirty="0">
                <a:latin typeface="Calibri"/>
                <a:cs typeface="Calibri"/>
              </a:rPr>
              <a:t>dài</a:t>
            </a:r>
            <a:r>
              <a:rPr sz="3200" spc="-40" dirty="0">
                <a:latin typeface="Calibri"/>
                <a:cs typeface="Calibri"/>
              </a:rPr>
              <a:t> </a:t>
            </a:r>
            <a:r>
              <a:rPr sz="3200" dirty="0">
                <a:latin typeface="Calibri"/>
                <a:cs typeface="Calibri"/>
              </a:rPr>
              <a:t>4</a:t>
            </a:r>
            <a:r>
              <a:rPr sz="3200" spc="-40" dirty="0">
                <a:latin typeface="Calibri"/>
                <a:cs typeface="Calibri"/>
              </a:rPr>
              <a:t> </a:t>
            </a:r>
            <a:r>
              <a:rPr sz="3200" dirty="0">
                <a:latin typeface="Calibri"/>
                <a:cs typeface="Calibri"/>
              </a:rPr>
              <a:t>được</a:t>
            </a:r>
            <a:r>
              <a:rPr sz="3200" spc="-55" dirty="0">
                <a:latin typeface="Calibri"/>
                <a:cs typeface="Calibri"/>
              </a:rPr>
              <a:t> </a:t>
            </a:r>
            <a:r>
              <a:rPr sz="3200" dirty="0">
                <a:latin typeface="Calibri"/>
                <a:cs typeface="Calibri"/>
              </a:rPr>
              <a:t>tạo</a:t>
            </a:r>
            <a:r>
              <a:rPr sz="3200" spc="-35" dirty="0">
                <a:latin typeface="Calibri"/>
                <a:cs typeface="Calibri"/>
              </a:rPr>
              <a:t> </a:t>
            </a:r>
            <a:r>
              <a:rPr sz="3200" dirty="0">
                <a:latin typeface="Calibri"/>
                <a:cs typeface="Calibri"/>
              </a:rPr>
              <a:t>từ</a:t>
            </a:r>
            <a:r>
              <a:rPr sz="3200" spc="-40" dirty="0">
                <a:latin typeface="Calibri"/>
                <a:cs typeface="Calibri"/>
              </a:rPr>
              <a:t> </a:t>
            </a:r>
            <a:r>
              <a:rPr sz="3200" spc="-25" dirty="0">
                <a:latin typeface="Calibri"/>
                <a:cs typeface="Calibri"/>
              </a:rPr>
              <a:t>các </a:t>
            </a:r>
            <a:r>
              <a:rPr sz="3200" dirty="0">
                <a:latin typeface="Calibri"/>
                <a:cs typeface="Calibri"/>
              </a:rPr>
              <a:t>ký</a:t>
            </a:r>
            <a:r>
              <a:rPr sz="3200" spc="-50" dirty="0">
                <a:latin typeface="Calibri"/>
                <a:cs typeface="Calibri"/>
              </a:rPr>
              <a:t> </a:t>
            </a:r>
            <a:r>
              <a:rPr sz="3200" dirty="0">
                <a:latin typeface="Calibri"/>
                <a:cs typeface="Calibri"/>
              </a:rPr>
              <a:t>tự</a:t>
            </a:r>
            <a:r>
              <a:rPr sz="3200" spc="-45" dirty="0">
                <a:latin typeface="Calibri"/>
                <a:cs typeface="Calibri"/>
              </a:rPr>
              <a:t> </a:t>
            </a:r>
            <a:r>
              <a:rPr sz="3200" dirty="0">
                <a:latin typeface="Calibri"/>
                <a:cs typeface="Calibri"/>
              </a:rPr>
              <a:t>thuộc</a:t>
            </a:r>
            <a:r>
              <a:rPr sz="3200" spc="-10" dirty="0">
                <a:latin typeface="Calibri"/>
                <a:cs typeface="Calibri"/>
              </a:rPr>
              <a:t> </a:t>
            </a:r>
            <a:r>
              <a:rPr sz="3200" dirty="0">
                <a:latin typeface="Calibri"/>
                <a:cs typeface="Calibri"/>
              </a:rPr>
              <a:t>{A,</a:t>
            </a:r>
            <a:r>
              <a:rPr sz="3200" spc="-30" dirty="0">
                <a:latin typeface="Calibri"/>
                <a:cs typeface="Calibri"/>
              </a:rPr>
              <a:t> </a:t>
            </a:r>
            <a:r>
              <a:rPr sz="3200" dirty="0">
                <a:latin typeface="Calibri"/>
                <a:cs typeface="Calibri"/>
              </a:rPr>
              <a:t>B,</a:t>
            </a:r>
            <a:r>
              <a:rPr sz="3200" spc="-30" dirty="0">
                <a:latin typeface="Calibri"/>
                <a:cs typeface="Calibri"/>
              </a:rPr>
              <a:t> </a:t>
            </a:r>
            <a:r>
              <a:rPr sz="3200" dirty="0">
                <a:latin typeface="Calibri"/>
                <a:cs typeface="Calibri"/>
              </a:rPr>
              <a:t>C,</a:t>
            </a:r>
            <a:r>
              <a:rPr sz="3200" spc="-30" dirty="0">
                <a:latin typeface="Calibri"/>
                <a:cs typeface="Calibri"/>
              </a:rPr>
              <a:t> </a:t>
            </a:r>
            <a:r>
              <a:rPr sz="3200" dirty="0">
                <a:latin typeface="Calibri"/>
                <a:cs typeface="Calibri"/>
              </a:rPr>
              <a:t>D,</a:t>
            </a:r>
            <a:r>
              <a:rPr sz="3200" spc="-25" dirty="0">
                <a:latin typeface="Calibri"/>
                <a:cs typeface="Calibri"/>
              </a:rPr>
              <a:t> </a:t>
            </a:r>
            <a:r>
              <a:rPr sz="3200" dirty="0">
                <a:latin typeface="Calibri"/>
                <a:cs typeface="Calibri"/>
              </a:rPr>
              <a:t>E}</a:t>
            </a:r>
            <a:r>
              <a:rPr sz="3200" spc="-40" dirty="0">
                <a:latin typeface="Calibri"/>
                <a:cs typeface="Calibri"/>
              </a:rPr>
              <a:t> </a:t>
            </a:r>
            <a:r>
              <a:rPr sz="3200" dirty="0">
                <a:latin typeface="Calibri"/>
                <a:cs typeface="Calibri"/>
              </a:rPr>
              <a:t>nếu</a:t>
            </a:r>
            <a:r>
              <a:rPr sz="3200" spc="-30" dirty="0">
                <a:latin typeface="Calibri"/>
                <a:cs typeface="Calibri"/>
              </a:rPr>
              <a:t> </a:t>
            </a:r>
            <a:r>
              <a:rPr sz="3200" dirty="0">
                <a:latin typeface="Calibri"/>
                <a:cs typeface="Calibri"/>
              </a:rPr>
              <a:t>không</a:t>
            </a:r>
            <a:r>
              <a:rPr sz="3200" spc="-30" dirty="0">
                <a:latin typeface="Calibri"/>
                <a:cs typeface="Calibri"/>
              </a:rPr>
              <a:t> </a:t>
            </a:r>
            <a:r>
              <a:rPr sz="3200" dirty="0">
                <a:latin typeface="Calibri"/>
                <a:cs typeface="Calibri"/>
              </a:rPr>
              <a:t>cho</a:t>
            </a:r>
            <a:r>
              <a:rPr sz="3200" spc="-30" dirty="0">
                <a:latin typeface="Calibri"/>
                <a:cs typeface="Calibri"/>
              </a:rPr>
              <a:t> </a:t>
            </a:r>
            <a:r>
              <a:rPr sz="3200" dirty="0">
                <a:latin typeface="Calibri"/>
                <a:cs typeface="Calibri"/>
              </a:rPr>
              <a:t>phép</a:t>
            </a:r>
            <a:r>
              <a:rPr sz="3200" spc="-25" dirty="0">
                <a:latin typeface="Calibri"/>
                <a:cs typeface="Calibri"/>
              </a:rPr>
              <a:t> lặp </a:t>
            </a:r>
            <a:r>
              <a:rPr sz="3200" spc="-20" dirty="0">
                <a:latin typeface="Calibri"/>
                <a:cs typeface="Calibri"/>
              </a:rPr>
              <a:t>lại?</a:t>
            </a:r>
            <a:endParaRPr sz="3200">
              <a:latin typeface="Calibri"/>
              <a:cs typeface="Calibri"/>
            </a:endParaRPr>
          </a:p>
          <a:p>
            <a:pPr marL="440690" indent="-427990" algn="just">
              <a:lnSpc>
                <a:spcPct val="100000"/>
              </a:lnSpc>
              <a:spcBef>
                <a:spcPts val="770"/>
              </a:spcBef>
              <a:buAutoNum type="alphaLcParenR"/>
              <a:tabLst>
                <a:tab pos="440690" algn="l"/>
              </a:tabLst>
            </a:pPr>
            <a:r>
              <a:rPr sz="3200" dirty="0">
                <a:latin typeface="Calibri"/>
                <a:cs typeface="Calibri"/>
              </a:rPr>
              <a:t>Có</a:t>
            </a:r>
            <a:r>
              <a:rPr sz="3200" spc="-30" dirty="0">
                <a:latin typeface="Calibri"/>
                <a:cs typeface="Calibri"/>
              </a:rPr>
              <a:t> </a:t>
            </a:r>
            <a:r>
              <a:rPr sz="3200" dirty="0">
                <a:latin typeface="Calibri"/>
                <a:cs typeface="Calibri"/>
              </a:rPr>
              <a:t>bao</a:t>
            </a:r>
            <a:r>
              <a:rPr sz="3200" spc="-30" dirty="0">
                <a:latin typeface="Calibri"/>
                <a:cs typeface="Calibri"/>
              </a:rPr>
              <a:t> </a:t>
            </a:r>
            <a:r>
              <a:rPr sz="3200" dirty="0">
                <a:latin typeface="Calibri"/>
                <a:cs typeface="Calibri"/>
              </a:rPr>
              <a:t>nhiêu</a:t>
            </a:r>
            <a:r>
              <a:rPr sz="3200" spc="-35" dirty="0">
                <a:latin typeface="Calibri"/>
                <a:cs typeface="Calibri"/>
              </a:rPr>
              <a:t> </a:t>
            </a:r>
            <a:r>
              <a:rPr sz="3200" dirty="0">
                <a:latin typeface="Calibri"/>
                <a:cs typeface="Calibri"/>
              </a:rPr>
              <a:t>chuỗi</a:t>
            </a:r>
            <a:r>
              <a:rPr sz="3200" spc="-35" dirty="0">
                <a:latin typeface="Calibri"/>
                <a:cs typeface="Calibri"/>
              </a:rPr>
              <a:t> </a:t>
            </a:r>
            <a:r>
              <a:rPr sz="3200" dirty="0">
                <a:latin typeface="Calibri"/>
                <a:cs typeface="Calibri"/>
              </a:rPr>
              <a:t>ở</a:t>
            </a:r>
            <a:r>
              <a:rPr sz="3200" spc="-35" dirty="0">
                <a:latin typeface="Calibri"/>
                <a:cs typeface="Calibri"/>
              </a:rPr>
              <a:t> </a:t>
            </a:r>
            <a:r>
              <a:rPr sz="3200" dirty="0">
                <a:latin typeface="Calibri"/>
                <a:cs typeface="Calibri"/>
              </a:rPr>
              <a:t>a)</a:t>
            </a:r>
            <a:r>
              <a:rPr sz="3200" spc="-30" dirty="0">
                <a:latin typeface="Calibri"/>
                <a:cs typeface="Calibri"/>
              </a:rPr>
              <a:t> </a:t>
            </a:r>
            <a:r>
              <a:rPr sz="3200" dirty="0">
                <a:latin typeface="Calibri"/>
                <a:cs typeface="Calibri"/>
              </a:rPr>
              <a:t>với</a:t>
            </a:r>
            <a:r>
              <a:rPr sz="3200" spc="-50" dirty="0">
                <a:latin typeface="Calibri"/>
                <a:cs typeface="Calibri"/>
              </a:rPr>
              <a:t> </a:t>
            </a:r>
            <a:r>
              <a:rPr sz="3200" dirty="0">
                <a:latin typeface="Calibri"/>
                <a:cs typeface="Calibri"/>
              </a:rPr>
              <a:t>ký</a:t>
            </a:r>
            <a:r>
              <a:rPr sz="3200" spc="-35" dirty="0">
                <a:latin typeface="Calibri"/>
                <a:cs typeface="Calibri"/>
              </a:rPr>
              <a:t> </a:t>
            </a:r>
            <a:r>
              <a:rPr sz="3200" dirty="0">
                <a:latin typeface="Calibri"/>
                <a:cs typeface="Calibri"/>
              </a:rPr>
              <a:t>tự</a:t>
            </a:r>
            <a:r>
              <a:rPr sz="3200" spc="-40" dirty="0">
                <a:latin typeface="Calibri"/>
                <a:cs typeface="Calibri"/>
              </a:rPr>
              <a:t> </a:t>
            </a:r>
            <a:r>
              <a:rPr sz="3200" dirty="0">
                <a:latin typeface="Calibri"/>
                <a:cs typeface="Calibri"/>
              </a:rPr>
              <a:t>đầu</a:t>
            </a:r>
            <a:r>
              <a:rPr sz="3200" spc="-40" dirty="0">
                <a:latin typeface="Calibri"/>
                <a:cs typeface="Calibri"/>
              </a:rPr>
              <a:t> </a:t>
            </a:r>
            <a:r>
              <a:rPr sz="3200" dirty="0">
                <a:latin typeface="Calibri"/>
                <a:cs typeface="Calibri"/>
              </a:rPr>
              <a:t>là</a:t>
            </a:r>
            <a:r>
              <a:rPr sz="3200" spc="-35" dirty="0">
                <a:latin typeface="Calibri"/>
                <a:cs typeface="Calibri"/>
              </a:rPr>
              <a:t> </a:t>
            </a:r>
            <a:r>
              <a:rPr sz="3200" dirty="0">
                <a:latin typeface="Calibri"/>
                <a:cs typeface="Calibri"/>
              </a:rPr>
              <a:t>B</a:t>
            </a:r>
            <a:r>
              <a:rPr sz="3200" spc="-40" dirty="0">
                <a:latin typeface="Calibri"/>
                <a:cs typeface="Calibri"/>
              </a:rPr>
              <a:t> </a:t>
            </a:r>
            <a:r>
              <a:rPr sz="3200" spc="-50" dirty="0">
                <a:latin typeface="Calibri"/>
                <a:cs typeface="Calibri"/>
              </a:rPr>
              <a:t>?</a:t>
            </a:r>
            <a:endParaRPr sz="3200">
              <a:latin typeface="Calibri"/>
              <a:cs typeface="Calibri"/>
            </a:endParaRPr>
          </a:p>
          <a:p>
            <a:pPr marL="399415" indent="-386715" algn="just">
              <a:lnSpc>
                <a:spcPct val="100000"/>
              </a:lnSpc>
              <a:spcBef>
                <a:spcPts val="770"/>
              </a:spcBef>
              <a:buAutoNum type="alphaLcParenR"/>
              <a:tabLst>
                <a:tab pos="399415" algn="l"/>
              </a:tabLst>
            </a:pPr>
            <a:r>
              <a:rPr sz="3200" dirty="0">
                <a:latin typeface="Calibri"/>
                <a:cs typeface="Calibri"/>
              </a:rPr>
              <a:t>Có</a:t>
            </a:r>
            <a:r>
              <a:rPr sz="3200" spc="-30" dirty="0">
                <a:latin typeface="Calibri"/>
                <a:cs typeface="Calibri"/>
              </a:rPr>
              <a:t> </a:t>
            </a:r>
            <a:r>
              <a:rPr sz="3200" dirty="0">
                <a:latin typeface="Calibri"/>
                <a:cs typeface="Calibri"/>
              </a:rPr>
              <a:t>bao</a:t>
            </a:r>
            <a:r>
              <a:rPr sz="3200" spc="-25" dirty="0">
                <a:latin typeface="Calibri"/>
                <a:cs typeface="Calibri"/>
              </a:rPr>
              <a:t> </a:t>
            </a:r>
            <a:r>
              <a:rPr sz="3200" dirty="0">
                <a:latin typeface="Calibri"/>
                <a:cs typeface="Calibri"/>
              </a:rPr>
              <a:t>nhiêu</a:t>
            </a:r>
            <a:r>
              <a:rPr sz="3200" spc="-20" dirty="0">
                <a:latin typeface="Calibri"/>
                <a:cs typeface="Calibri"/>
              </a:rPr>
              <a:t> </a:t>
            </a:r>
            <a:r>
              <a:rPr sz="3200" dirty="0">
                <a:latin typeface="Calibri"/>
                <a:cs typeface="Calibri"/>
              </a:rPr>
              <a:t>chuỗi</a:t>
            </a:r>
            <a:r>
              <a:rPr sz="3200" spc="-35" dirty="0">
                <a:latin typeface="Calibri"/>
                <a:cs typeface="Calibri"/>
              </a:rPr>
              <a:t> </a:t>
            </a:r>
            <a:r>
              <a:rPr sz="3200" dirty="0">
                <a:latin typeface="Calibri"/>
                <a:cs typeface="Calibri"/>
              </a:rPr>
              <a:t>ở</a:t>
            </a:r>
            <a:r>
              <a:rPr sz="3200" spc="-25" dirty="0">
                <a:latin typeface="Calibri"/>
                <a:cs typeface="Calibri"/>
              </a:rPr>
              <a:t> </a:t>
            </a:r>
            <a:r>
              <a:rPr sz="3200" dirty="0">
                <a:latin typeface="Calibri"/>
                <a:cs typeface="Calibri"/>
              </a:rPr>
              <a:t>a)</a:t>
            </a:r>
            <a:r>
              <a:rPr sz="3200" spc="-20" dirty="0">
                <a:latin typeface="Calibri"/>
                <a:cs typeface="Calibri"/>
              </a:rPr>
              <a:t> </a:t>
            </a:r>
            <a:r>
              <a:rPr sz="3200" dirty="0">
                <a:latin typeface="Calibri"/>
                <a:cs typeface="Calibri"/>
              </a:rPr>
              <a:t>với</a:t>
            </a:r>
            <a:r>
              <a:rPr sz="3200" spc="-35" dirty="0">
                <a:latin typeface="Calibri"/>
                <a:cs typeface="Calibri"/>
              </a:rPr>
              <a:t> </a:t>
            </a:r>
            <a:r>
              <a:rPr sz="3200" dirty="0">
                <a:latin typeface="Calibri"/>
                <a:cs typeface="Calibri"/>
              </a:rPr>
              <a:t>ký</a:t>
            </a:r>
            <a:r>
              <a:rPr sz="3200" spc="-25" dirty="0">
                <a:latin typeface="Calibri"/>
                <a:cs typeface="Calibri"/>
              </a:rPr>
              <a:t> </a:t>
            </a:r>
            <a:r>
              <a:rPr sz="3200" dirty="0">
                <a:latin typeface="Calibri"/>
                <a:cs typeface="Calibri"/>
              </a:rPr>
              <a:t>tự</a:t>
            </a:r>
            <a:r>
              <a:rPr sz="3200" spc="-25" dirty="0">
                <a:latin typeface="Calibri"/>
                <a:cs typeface="Calibri"/>
              </a:rPr>
              <a:t> </a:t>
            </a:r>
            <a:r>
              <a:rPr sz="3200" dirty="0">
                <a:latin typeface="Calibri"/>
                <a:cs typeface="Calibri"/>
              </a:rPr>
              <a:t>đầu</a:t>
            </a:r>
            <a:r>
              <a:rPr sz="3200" spc="-25" dirty="0">
                <a:latin typeface="Calibri"/>
                <a:cs typeface="Calibri"/>
              </a:rPr>
              <a:t> </a:t>
            </a:r>
            <a:r>
              <a:rPr sz="3200" dirty="0">
                <a:latin typeface="Calibri"/>
                <a:cs typeface="Calibri"/>
              </a:rPr>
              <a:t>khác</a:t>
            </a:r>
            <a:r>
              <a:rPr sz="3200" spc="-25" dirty="0">
                <a:latin typeface="Calibri"/>
                <a:cs typeface="Calibri"/>
              </a:rPr>
              <a:t> </a:t>
            </a:r>
            <a:r>
              <a:rPr sz="3200" dirty="0">
                <a:latin typeface="Calibri"/>
                <a:cs typeface="Calibri"/>
              </a:rPr>
              <a:t>B</a:t>
            </a:r>
            <a:r>
              <a:rPr sz="3200" spc="-20" dirty="0">
                <a:latin typeface="Calibri"/>
                <a:cs typeface="Calibri"/>
              </a:rPr>
              <a:t> </a:t>
            </a:r>
            <a:r>
              <a:rPr sz="3200" spc="-50" dirty="0">
                <a:latin typeface="Calibri"/>
                <a:cs typeface="Calibri"/>
              </a:rPr>
              <a:t>?</a:t>
            </a:r>
            <a:endParaRPr sz="3200">
              <a:latin typeface="Calibri"/>
              <a:cs typeface="Calibri"/>
            </a:endParaRP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34340" y="230835"/>
            <a:ext cx="8282305" cy="3135630"/>
          </a:xfrm>
          <a:prstGeom prst="rect">
            <a:avLst/>
          </a:prstGeom>
        </p:spPr>
        <p:txBody>
          <a:bodyPr vert="horz" wrap="square" lIns="0" tIns="12700" rIns="0" bIns="0" rtlCol="0">
            <a:spAutoFit/>
          </a:bodyPr>
          <a:lstStyle/>
          <a:p>
            <a:pPr marL="38100">
              <a:lnSpc>
                <a:spcPct val="100000"/>
              </a:lnSpc>
              <a:spcBef>
                <a:spcPts val="100"/>
              </a:spcBef>
            </a:pPr>
            <a:r>
              <a:rPr sz="3000" b="1" dirty="0">
                <a:latin typeface="Calibri"/>
                <a:cs typeface="Calibri"/>
              </a:rPr>
              <a:t>Giải</a:t>
            </a:r>
            <a:r>
              <a:rPr sz="3000" b="1" spc="-25" dirty="0">
                <a:latin typeface="Calibri"/>
                <a:cs typeface="Calibri"/>
              </a:rPr>
              <a:t> </a:t>
            </a:r>
            <a:r>
              <a:rPr sz="3000" b="1" spc="-50" dirty="0">
                <a:latin typeface="Calibri"/>
                <a:cs typeface="Calibri"/>
              </a:rPr>
              <a:t>:</a:t>
            </a:r>
            <a:endParaRPr sz="3000">
              <a:latin typeface="Calibri"/>
              <a:cs typeface="Calibri"/>
            </a:endParaRPr>
          </a:p>
          <a:p>
            <a:pPr marL="553085" marR="30480" indent="-515620">
              <a:lnSpc>
                <a:spcPct val="80000"/>
              </a:lnSpc>
              <a:spcBef>
                <a:spcPts val="725"/>
              </a:spcBef>
              <a:tabLst>
                <a:tab pos="553085" algn="l"/>
              </a:tabLst>
            </a:pPr>
            <a:r>
              <a:rPr sz="3000" spc="-25" dirty="0">
                <a:latin typeface="Calibri"/>
                <a:cs typeface="Calibri"/>
              </a:rPr>
              <a:t>a)</a:t>
            </a:r>
            <a:r>
              <a:rPr sz="3000" dirty="0">
                <a:latin typeface="Calibri"/>
                <a:cs typeface="Calibri"/>
              </a:rPr>
              <a:t>	Có</a:t>
            </a:r>
            <a:r>
              <a:rPr sz="3000" spc="-25" dirty="0">
                <a:latin typeface="Calibri"/>
                <a:cs typeface="Calibri"/>
              </a:rPr>
              <a:t> </a:t>
            </a:r>
            <a:r>
              <a:rPr sz="3000" dirty="0">
                <a:latin typeface="Calibri"/>
                <a:cs typeface="Calibri"/>
              </a:rPr>
              <a:t>bao</a:t>
            </a:r>
            <a:r>
              <a:rPr sz="3000" spc="-30" dirty="0">
                <a:latin typeface="Calibri"/>
                <a:cs typeface="Calibri"/>
              </a:rPr>
              <a:t> </a:t>
            </a:r>
            <a:r>
              <a:rPr sz="3000" dirty="0">
                <a:latin typeface="Calibri"/>
                <a:cs typeface="Calibri"/>
              </a:rPr>
              <a:t>nhiêu</a:t>
            </a:r>
            <a:r>
              <a:rPr sz="3000" spc="-25" dirty="0">
                <a:latin typeface="Calibri"/>
                <a:cs typeface="Calibri"/>
              </a:rPr>
              <a:t> </a:t>
            </a:r>
            <a:r>
              <a:rPr sz="3000" dirty="0">
                <a:latin typeface="Calibri"/>
                <a:cs typeface="Calibri"/>
              </a:rPr>
              <a:t>chuỗi</a:t>
            </a:r>
            <a:r>
              <a:rPr sz="3000" spc="-45" dirty="0">
                <a:latin typeface="Calibri"/>
                <a:cs typeface="Calibri"/>
              </a:rPr>
              <a:t> </a:t>
            </a:r>
            <a:r>
              <a:rPr sz="3000" dirty="0">
                <a:latin typeface="Calibri"/>
                <a:cs typeface="Calibri"/>
              </a:rPr>
              <a:t>chiều</a:t>
            </a:r>
            <a:r>
              <a:rPr sz="3000" spc="-40" dirty="0">
                <a:latin typeface="Calibri"/>
                <a:cs typeface="Calibri"/>
              </a:rPr>
              <a:t> </a:t>
            </a:r>
            <a:r>
              <a:rPr sz="3000" dirty="0">
                <a:latin typeface="Calibri"/>
                <a:cs typeface="Calibri"/>
              </a:rPr>
              <a:t>dài</a:t>
            </a:r>
            <a:r>
              <a:rPr sz="3000" spc="-30" dirty="0">
                <a:latin typeface="Calibri"/>
                <a:cs typeface="Calibri"/>
              </a:rPr>
              <a:t> </a:t>
            </a:r>
            <a:r>
              <a:rPr sz="3000" dirty="0">
                <a:latin typeface="Calibri"/>
                <a:cs typeface="Calibri"/>
              </a:rPr>
              <a:t>4</a:t>
            </a:r>
            <a:r>
              <a:rPr sz="3000" spc="-35" dirty="0">
                <a:latin typeface="Calibri"/>
                <a:cs typeface="Calibri"/>
              </a:rPr>
              <a:t> </a:t>
            </a:r>
            <a:r>
              <a:rPr sz="3000" dirty="0">
                <a:latin typeface="Calibri"/>
                <a:cs typeface="Calibri"/>
              </a:rPr>
              <a:t>được</a:t>
            </a:r>
            <a:r>
              <a:rPr sz="3000" spc="-40" dirty="0">
                <a:latin typeface="Calibri"/>
                <a:cs typeface="Calibri"/>
              </a:rPr>
              <a:t> </a:t>
            </a:r>
            <a:r>
              <a:rPr sz="3000" dirty="0">
                <a:latin typeface="Calibri"/>
                <a:cs typeface="Calibri"/>
              </a:rPr>
              <a:t>tạo</a:t>
            </a:r>
            <a:r>
              <a:rPr sz="3000" spc="-30" dirty="0">
                <a:latin typeface="Calibri"/>
                <a:cs typeface="Calibri"/>
              </a:rPr>
              <a:t> </a:t>
            </a:r>
            <a:r>
              <a:rPr sz="3000" dirty="0">
                <a:latin typeface="Calibri"/>
                <a:cs typeface="Calibri"/>
              </a:rPr>
              <a:t>từ</a:t>
            </a:r>
            <a:r>
              <a:rPr sz="3000" spc="-40" dirty="0">
                <a:latin typeface="Calibri"/>
                <a:cs typeface="Calibri"/>
              </a:rPr>
              <a:t> </a:t>
            </a:r>
            <a:r>
              <a:rPr sz="3000" dirty="0">
                <a:latin typeface="Calibri"/>
                <a:cs typeface="Calibri"/>
              </a:rPr>
              <a:t>các</a:t>
            </a:r>
            <a:r>
              <a:rPr sz="3000" spc="-45" dirty="0">
                <a:latin typeface="Calibri"/>
                <a:cs typeface="Calibri"/>
              </a:rPr>
              <a:t> </a:t>
            </a:r>
            <a:r>
              <a:rPr sz="3000" spc="-25" dirty="0">
                <a:latin typeface="Calibri"/>
                <a:cs typeface="Calibri"/>
              </a:rPr>
              <a:t>ký </a:t>
            </a:r>
            <a:r>
              <a:rPr sz="3000" dirty="0">
                <a:latin typeface="Calibri"/>
                <a:cs typeface="Calibri"/>
              </a:rPr>
              <a:t>tự</a:t>
            </a:r>
            <a:r>
              <a:rPr sz="3000" spc="-35" dirty="0">
                <a:latin typeface="Calibri"/>
                <a:cs typeface="Calibri"/>
              </a:rPr>
              <a:t> </a:t>
            </a:r>
            <a:r>
              <a:rPr sz="3000" dirty="0">
                <a:latin typeface="Calibri"/>
                <a:cs typeface="Calibri"/>
              </a:rPr>
              <a:t>{A,</a:t>
            </a:r>
            <a:r>
              <a:rPr sz="3000" spc="-50" dirty="0">
                <a:latin typeface="Calibri"/>
                <a:cs typeface="Calibri"/>
              </a:rPr>
              <a:t> </a:t>
            </a:r>
            <a:r>
              <a:rPr sz="3000" dirty="0">
                <a:latin typeface="Calibri"/>
                <a:cs typeface="Calibri"/>
              </a:rPr>
              <a:t>B,</a:t>
            </a:r>
            <a:r>
              <a:rPr sz="3000" spc="-30" dirty="0">
                <a:latin typeface="Calibri"/>
                <a:cs typeface="Calibri"/>
              </a:rPr>
              <a:t> </a:t>
            </a:r>
            <a:r>
              <a:rPr sz="3000" dirty="0">
                <a:latin typeface="Calibri"/>
                <a:cs typeface="Calibri"/>
              </a:rPr>
              <a:t>C,</a:t>
            </a:r>
            <a:r>
              <a:rPr sz="3000" spc="-25" dirty="0">
                <a:latin typeface="Calibri"/>
                <a:cs typeface="Calibri"/>
              </a:rPr>
              <a:t> </a:t>
            </a:r>
            <a:r>
              <a:rPr sz="3000" dirty="0">
                <a:latin typeface="Calibri"/>
                <a:cs typeface="Calibri"/>
              </a:rPr>
              <a:t>D,</a:t>
            </a:r>
            <a:r>
              <a:rPr sz="3000" spc="-25" dirty="0">
                <a:latin typeface="Calibri"/>
                <a:cs typeface="Calibri"/>
              </a:rPr>
              <a:t> </a:t>
            </a:r>
            <a:r>
              <a:rPr sz="3000" dirty="0">
                <a:latin typeface="Calibri"/>
                <a:cs typeface="Calibri"/>
              </a:rPr>
              <a:t>E}</a:t>
            </a:r>
            <a:r>
              <a:rPr sz="3000" spc="-40" dirty="0">
                <a:latin typeface="Calibri"/>
                <a:cs typeface="Calibri"/>
              </a:rPr>
              <a:t> </a:t>
            </a:r>
            <a:r>
              <a:rPr sz="3000" dirty="0">
                <a:latin typeface="Calibri"/>
                <a:cs typeface="Calibri"/>
              </a:rPr>
              <a:t>nếu</a:t>
            </a:r>
            <a:r>
              <a:rPr sz="3000" spc="-30" dirty="0">
                <a:latin typeface="Calibri"/>
                <a:cs typeface="Calibri"/>
              </a:rPr>
              <a:t> </a:t>
            </a:r>
            <a:r>
              <a:rPr sz="3000" dirty="0">
                <a:latin typeface="Calibri"/>
                <a:cs typeface="Calibri"/>
              </a:rPr>
              <a:t>không</a:t>
            </a:r>
            <a:r>
              <a:rPr sz="3000" spc="-40" dirty="0">
                <a:latin typeface="Calibri"/>
                <a:cs typeface="Calibri"/>
              </a:rPr>
              <a:t> </a:t>
            </a:r>
            <a:r>
              <a:rPr sz="3000" dirty="0">
                <a:latin typeface="Calibri"/>
                <a:cs typeface="Calibri"/>
              </a:rPr>
              <a:t>cho</a:t>
            </a:r>
            <a:r>
              <a:rPr sz="3000" spc="-30" dirty="0">
                <a:latin typeface="Calibri"/>
                <a:cs typeface="Calibri"/>
              </a:rPr>
              <a:t> </a:t>
            </a:r>
            <a:r>
              <a:rPr sz="3000" dirty="0">
                <a:latin typeface="Calibri"/>
                <a:cs typeface="Calibri"/>
              </a:rPr>
              <a:t>phép</a:t>
            </a:r>
            <a:r>
              <a:rPr sz="3000" spc="-30" dirty="0">
                <a:latin typeface="Calibri"/>
                <a:cs typeface="Calibri"/>
              </a:rPr>
              <a:t> </a:t>
            </a:r>
            <a:r>
              <a:rPr sz="3000" dirty="0">
                <a:latin typeface="Calibri"/>
                <a:cs typeface="Calibri"/>
              </a:rPr>
              <a:t>lập</a:t>
            </a:r>
            <a:r>
              <a:rPr sz="3000" spc="-30" dirty="0">
                <a:latin typeface="Calibri"/>
                <a:cs typeface="Calibri"/>
              </a:rPr>
              <a:t> </a:t>
            </a:r>
            <a:r>
              <a:rPr sz="3000" spc="-20" dirty="0">
                <a:latin typeface="Calibri"/>
                <a:cs typeface="Calibri"/>
              </a:rPr>
              <a:t>lại?</a:t>
            </a:r>
            <a:endParaRPr sz="3000">
              <a:latin typeface="Calibri"/>
              <a:cs typeface="Calibri"/>
            </a:endParaRPr>
          </a:p>
          <a:p>
            <a:pPr marL="38100">
              <a:lnSpc>
                <a:spcPct val="100000"/>
              </a:lnSpc>
            </a:pPr>
            <a:r>
              <a:rPr sz="3000" dirty="0">
                <a:latin typeface="Calibri"/>
                <a:cs typeface="Calibri"/>
              </a:rPr>
              <a:t>Đặt</a:t>
            </a:r>
            <a:r>
              <a:rPr sz="3000" spc="-60" dirty="0">
                <a:latin typeface="Calibri"/>
                <a:cs typeface="Calibri"/>
              </a:rPr>
              <a:t> </a:t>
            </a:r>
            <a:r>
              <a:rPr sz="3000" dirty="0">
                <a:latin typeface="Calibri"/>
                <a:cs typeface="Calibri"/>
              </a:rPr>
              <a:t>A</a:t>
            </a:r>
            <a:r>
              <a:rPr sz="3000" baseline="-20833" dirty="0">
                <a:latin typeface="Calibri"/>
                <a:cs typeface="Calibri"/>
              </a:rPr>
              <a:t>1</a:t>
            </a:r>
            <a:r>
              <a:rPr sz="3000" dirty="0">
                <a:latin typeface="Calibri"/>
                <a:cs typeface="Calibri"/>
              </a:rPr>
              <a:t>={A,</a:t>
            </a:r>
            <a:r>
              <a:rPr sz="3000" spc="-65" dirty="0">
                <a:latin typeface="Calibri"/>
                <a:cs typeface="Calibri"/>
              </a:rPr>
              <a:t> </a:t>
            </a:r>
            <a:r>
              <a:rPr sz="3000" dirty="0">
                <a:latin typeface="Calibri"/>
                <a:cs typeface="Calibri"/>
              </a:rPr>
              <a:t>B,</a:t>
            </a:r>
            <a:r>
              <a:rPr sz="3000" spc="-45" dirty="0">
                <a:latin typeface="Calibri"/>
                <a:cs typeface="Calibri"/>
              </a:rPr>
              <a:t> </a:t>
            </a:r>
            <a:r>
              <a:rPr sz="3000" dirty="0">
                <a:latin typeface="Calibri"/>
                <a:cs typeface="Calibri"/>
              </a:rPr>
              <a:t>C,</a:t>
            </a:r>
            <a:r>
              <a:rPr sz="3000" spc="-40" dirty="0">
                <a:latin typeface="Calibri"/>
                <a:cs typeface="Calibri"/>
              </a:rPr>
              <a:t> </a:t>
            </a:r>
            <a:r>
              <a:rPr sz="3000" dirty="0">
                <a:latin typeface="Calibri"/>
                <a:cs typeface="Calibri"/>
              </a:rPr>
              <a:t>D,</a:t>
            </a:r>
            <a:r>
              <a:rPr sz="3000" spc="-45" dirty="0">
                <a:latin typeface="Calibri"/>
                <a:cs typeface="Calibri"/>
              </a:rPr>
              <a:t> </a:t>
            </a:r>
            <a:r>
              <a:rPr sz="3000" dirty="0">
                <a:latin typeface="Calibri"/>
                <a:cs typeface="Calibri"/>
              </a:rPr>
              <a:t>E}.</a:t>
            </a:r>
            <a:r>
              <a:rPr sz="3000" spc="-40" dirty="0">
                <a:latin typeface="Calibri"/>
                <a:cs typeface="Calibri"/>
              </a:rPr>
              <a:t> </a:t>
            </a:r>
            <a:r>
              <a:rPr sz="3000" dirty="0">
                <a:latin typeface="Calibri"/>
                <a:cs typeface="Calibri"/>
              </a:rPr>
              <a:t>Chuỗi</a:t>
            </a:r>
            <a:r>
              <a:rPr sz="3000" spc="-45" dirty="0">
                <a:latin typeface="Calibri"/>
                <a:cs typeface="Calibri"/>
              </a:rPr>
              <a:t> </a:t>
            </a:r>
            <a:r>
              <a:rPr sz="3000" dirty="0">
                <a:latin typeface="Calibri"/>
                <a:cs typeface="Calibri"/>
              </a:rPr>
              <a:t>có</a:t>
            </a:r>
            <a:r>
              <a:rPr sz="3000" spc="-45" dirty="0">
                <a:latin typeface="Calibri"/>
                <a:cs typeface="Calibri"/>
              </a:rPr>
              <a:t> </a:t>
            </a:r>
            <a:r>
              <a:rPr sz="3000" spc="-20" dirty="0">
                <a:latin typeface="Calibri"/>
                <a:cs typeface="Calibri"/>
              </a:rPr>
              <a:t>dạng</a:t>
            </a:r>
            <a:endParaRPr sz="3000">
              <a:latin typeface="Calibri"/>
              <a:cs typeface="Calibri"/>
            </a:endParaRPr>
          </a:p>
          <a:p>
            <a:pPr marL="38100" marR="2332990" indent="2447925">
              <a:lnSpc>
                <a:spcPct val="100000"/>
              </a:lnSpc>
            </a:pPr>
            <a:r>
              <a:rPr sz="3000" dirty="0">
                <a:latin typeface="Calibri"/>
                <a:cs typeface="Calibri"/>
              </a:rPr>
              <a:t>a</a:t>
            </a:r>
            <a:r>
              <a:rPr sz="3000" baseline="-20833" dirty="0">
                <a:latin typeface="Calibri"/>
                <a:cs typeface="Calibri"/>
              </a:rPr>
              <a:t>1</a:t>
            </a:r>
            <a:r>
              <a:rPr sz="3000" dirty="0">
                <a:latin typeface="Calibri"/>
                <a:cs typeface="Calibri"/>
              </a:rPr>
              <a:t>a</a:t>
            </a:r>
            <a:r>
              <a:rPr sz="3000" baseline="-20833" dirty="0">
                <a:latin typeface="Calibri"/>
                <a:cs typeface="Calibri"/>
              </a:rPr>
              <a:t>2</a:t>
            </a:r>
            <a:r>
              <a:rPr sz="3000" dirty="0">
                <a:latin typeface="Calibri"/>
                <a:cs typeface="Calibri"/>
              </a:rPr>
              <a:t>a</a:t>
            </a:r>
            <a:r>
              <a:rPr sz="3000" baseline="-20833" dirty="0">
                <a:latin typeface="Calibri"/>
                <a:cs typeface="Calibri"/>
              </a:rPr>
              <a:t>3</a:t>
            </a:r>
            <a:r>
              <a:rPr sz="3000" dirty="0">
                <a:latin typeface="Calibri"/>
                <a:cs typeface="Calibri"/>
              </a:rPr>
              <a:t>a</a:t>
            </a:r>
            <a:r>
              <a:rPr sz="3000" baseline="-20833" dirty="0">
                <a:latin typeface="Calibri"/>
                <a:cs typeface="Calibri"/>
              </a:rPr>
              <a:t>4</a:t>
            </a:r>
            <a:r>
              <a:rPr sz="3000" dirty="0">
                <a:latin typeface="Calibri"/>
                <a:cs typeface="Calibri"/>
              </a:rPr>
              <a:t>=(a</a:t>
            </a:r>
            <a:r>
              <a:rPr sz="3000" baseline="-20833" dirty="0">
                <a:latin typeface="Calibri"/>
                <a:cs typeface="Calibri"/>
              </a:rPr>
              <a:t>1</a:t>
            </a:r>
            <a:r>
              <a:rPr sz="3000" dirty="0">
                <a:latin typeface="Calibri"/>
                <a:cs typeface="Calibri"/>
              </a:rPr>
              <a:t>,</a:t>
            </a:r>
            <a:r>
              <a:rPr sz="3000" spc="-85" dirty="0">
                <a:latin typeface="Calibri"/>
                <a:cs typeface="Calibri"/>
              </a:rPr>
              <a:t> </a:t>
            </a:r>
            <a:r>
              <a:rPr sz="3000" dirty="0">
                <a:latin typeface="Calibri"/>
                <a:cs typeface="Calibri"/>
              </a:rPr>
              <a:t>a</a:t>
            </a:r>
            <a:r>
              <a:rPr sz="3000" baseline="-20833" dirty="0">
                <a:latin typeface="Calibri"/>
                <a:cs typeface="Calibri"/>
              </a:rPr>
              <a:t>2</a:t>
            </a:r>
            <a:r>
              <a:rPr sz="3000" dirty="0">
                <a:latin typeface="Calibri"/>
                <a:cs typeface="Calibri"/>
              </a:rPr>
              <a:t>,</a:t>
            </a:r>
            <a:r>
              <a:rPr sz="3000" spc="-70" dirty="0">
                <a:latin typeface="Calibri"/>
                <a:cs typeface="Calibri"/>
              </a:rPr>
              <a:t> </a:t>
            </a:r>
            <a:r>
              <a:rPr sz="3000" dirty="0">
                <a:latin typeface="Calibri"/>
                <a:cs typeface="Calibri"/>
              </a:rPr>
              <a:t>a</a:t>
            </a:r>
            <a:r>
              <a:rPr sz="3000" baseline="-20833" dirty="0">
                <a:latin typeface="Calibri"/>
                <a:cs typeface="Calibri"/>
              </a:rPr>
              <a:t>3</a:t>
            </a:r>
            <a:r>
              <a:rPr sz="3000" dirty="0">
                <a:latin typeface="Calibri"/>
                <a:cs typeface="Calibri"/>
              </a:rPr>
              <a:t>,</a:t>
            </a:r>
            <a:r>
              <a:rPr sz="3000" spc="-75" dirty="0">
                <a:latin typeface="Calibri"/>
                <a:cs typeface="Calibri"/>
              </a:rPr>
              <a:t> </a:t>
            </a:r>
            <a:r>
              <a:rPr sz="3000" spc="-25" dirty="0">
                <a:latin typeface="Calibri"/>
                <a:cs typeface="Calibri"/>
              </a:rPr>
              <a:t>a</a:t>
            </a:r>
            <a:r>
              <a:rPr sz="3000" spc="-37" baseline="-20833" dirty="0">
                <a:latin typeface="Calibri"/>
                <a:cs typeface="Calibri"/>
              </a:rPr>
              <a:t>4</a:t>
            </a:r>
            <a:r>
              <a:rPr sz="3000" spc="-25" dirty="0">
                <a:latin typeface="Calibri"/>
                <a:cs typeface="Calibri"/>
              </a:rPr>
              <a:t>) </a:t>
            </a:r>
            <a:r>
              <a:rPr sz="3000" dirty="0">
                <a:latin typeface="Calibri"/>
                <a:cs typeface="Calibri"/>
              </a:rPr>
              <a:t>Để</a:t>
            </a:r>
            <a:r>
              <a:rPr sz="3000" spc="-40" dirty="0">
                <a:latin typeface="Calibri"/>
                <a:cs typeface="Calibri"/>
              </a:rPr>
              <a:t> </a:t>
            </a:r>
            <a:r>
              <a:rPr sz="3000" dirty="0">
                <a:latin typeface="Calibri"/>
                <a:cs typeface="Calibri"/>
              </a:rPr>
              <a:t>tạo</a:t>
            </a:r>
            <a:r>
              <a:rPr sz="3000" spc="-30" dirty="0">
                <a:latin typeface="Calibri"/>
                <a:cs typeface="Calibri"/>
              </a:rPr>
              <a:t> </a:t>
            </a:r>
            <a:r>
              <a:rPr sz="3000" dirty="0">
                <a:latin typeface="Calibri"/>
                <a:cs typeface="Calibri"/>
              </a:rPr>
              <a:t>một</a:t>
            </a:r>
            <a:r>
              <a:rPr sz="3000" spc="-30" dirty="0">
                <a:latin typeface="Calibri"/>
                <a:cs typeface="Calibri"/>
              </a:rPr>
              <a:t> </a:t>
            </a:r>
            <a:r>
              <a:rPr sz="3000" dirty="0">
                <a:latin typeface="Calibri"/>
                <a:cs typeface="Calibri"/>
              </a:rPr>
              <a:t>chuỗi</a:t>
            </a:r>
            <a:r>
              <a:rPr sz="3000" spc="-25" dirty="0">
                <a:latin typeface="Calibri"/>
                <a:cs typeface="Calibri"/>
              </a:rPr>
              <a:t> </a:t>
            </a:r>
            <a:r>
              <a:rPr sz="3000" dirty="0">
                <a:latin typeface="Calibri"/>
                <a:cs typeface="Calibri"/>
              </a:rPr>
              <a:t>ta</a:t>
            </a:r>
            <a:r>
              <a:rPr sz="3000" spc="-45" dirty="0">
                <a:latin typeface="Calibri"/>
                <a:cs typeface="Calibri"/>
              </a:rPr>
              <a:t> </a:t>
            </a:r>
            <a:r>
              <a:rPr sz="3000" dirty="0">
                <a:latin typeface="Calibri"/>
                <a:cs typeface="Calibri"/>
              </a:rPr>
              <a:t>có</a:t>
            </a:r>
            <a:r>
              <a:rPr sz="3000" spc="-30" dirty="0">
                <a:latin typeface="Calibri"/>
                <a:cs typeface="Calibri"/>
              </a:rPr>
              <a:t> </a:t>
            </a:r>
            <a:r>
              <a:rPr sz="3000" dirty="0">
                <a:latin typeface="Calibri"/>
                <a:cs typeface="Calibri"/>
              </a:rPr>
              <a:t>thể</a:t>
            </a:r>
            <a:r>
              <a:rPr sz="3000" spc="-55" dirty="0">
                <a:latin typeface="Calibri"/>
                <a:cs typeface="Calibri"/>
              </a:rPr>
              <a:t> </a:t>
            </a:r>
            <a:r>
              <a:rPr sz="3000" dirty="0">
                <a:latin typeface="Calibri"/>
                <a:cs typeface="Calibri"/>
              </a:rPr>
              <a:t>thực</a:t>
            </a:r>
            <a:r>
              <a:rPr sz="3000" spc="-40" dirty="0">
                <a:latin typeface="Calibri"/>
                <a:cs typeface="Calibri"/>
              </a:rPr>
              <a:t> </a:t>
            </a:r>
            <a:r>
              <a:rPr sz="3000" dirty="0">
                <a:latin typeface="Calibri"/>
                <a:cs typeface="Calibri"/>
              </a:rPr>
              <a:t>hiện</a:t>
            </a:r>
            <a:r>
              <a:rPr sz="3000" spc="-40" dirty="0">
                <a:latin typeface="Calibri"/>
                <a:cs typeface="Calibri"/>
              </a:rPr>
              <a:t> </a:t>
            </a:r>
            <a:r>
              <a:rPr sz="3000" spc="-50" dirty="0">
                <a:latin typeface="Calibri"/>
                <a:cs typeface="Calibri"/>
              </a:rPr>
              <a:t>:</a:t>
            </a:r>
            <a:endParaRPr sz="3000">
              <a:latin typeface="Calibri"/>
              <a:cs typeface="Calibri"/>
            </a:endParaRPr>
          </a:p>
          <a:p>
            <a:pPr marL="38100">
              <a:lnSpc>
                <a:spcPct val="100000"/>
              </a:lnSpc>
              <a:tabLst>
                <a:tab pos="4610735" algn="l"/>
              </a:tabLst>
            </a:pPr>
            <a:r>
              <a:rPr sz="3000" dirty="0">
                <a:latin typeface="Calibri"/>
                <a:cs typeface="Calibri"/>
              </a:rPr>
              <a:t>1.</a:t>
            </a:r>
            <a:r>
              <a:rPr sz="3000" spc="-10" dirty="0">
                <a:latin typeface="Calibri"/>
                <a:cs typeface="Calibri"/>
              </a:rPr>
              <a:t> </a:t>
            </a:r>
            <a:r>
              <a:rPr sz="3000" dirty="0">
                <a:latin typeface="Calibri"/>
                <a:cs typeface="Calibri"/>
              </a:rPr>
              <a:t>Chọn</a:t>
            </a:r>
            <a:r>
              <a:rPr sz="3000" spc="-20" dirty="0">
                <a:latin typeface="Calibri"/>
                <a:cs typeface="Calibri"/>
              </a:rPr>
              <a:t> </a:t>
            </a:r>
            <a:r>
              <a:rPr sz="3000" dirty="0">
                <a:latin typeface="Calibri"/>
                <a:cs typeface="Calibri"/>
              </a:rPr>
              <a:t>a</a:t>
            </a:r>
            <a:r>
              <a:rPr sz="3000" baseline="-20833" dirty="0">
                <a:latin typeface="Calibri"/>
                <a:cs typeface="Calibri"/>
              </a:rPr>
              <a:t>1</a:t>
            </a:r>
            <a:r>
              <a:rPr sz="3000" spc="307" baseline="-20833" dirty="0">
                <a:latin typeface="Calibri"/>
                <a:cs typeface="Calibri"/>
              </a:rPr>
              <a:t> </a:t>
            </a:r>
            <a:r>
              <a:rPr sz="3000" dirty="0">
                <a:latin typeface="Symbol"/>
                <a:cs typeface="Symbol"/>
              </a:rPr>
              <a:t></a:t>
            </a:r>
            <a:r>
              <a:rPr sz="3000" spc="-95" dirty="0">
                <a:latin typeface="Times New Roman"/>
                <a:cs typeface="Times New Roman"/>
              </a:rPr>
              <a:t> </a:t>
            </a:r>
            <a:r>
              <a:rPr sz="3000" dirty="0">
                <a:latin typeface="Calibri"/>
                <a:cs typeface="Calibri"/>
              </a:rPr>
              <a:t>A</a:t>
            </a:r>
            <a:r>
              <a:rPr sz="3000" baseline="-20833" dirty="0">
                <a:latin typeface="Calibri"/>
                <a:cs typeface="Calibri"/>
              </a:rPr>
              <a:t>1</a:t>
            </a:r>
            <a:r>
              <a:rPr sz="3000" spc="300" baseline="-20833" dirty="0">
                <a:latin typeface="Calibri"/>
                <a:cs typeface="Calibri"/>
              </a:rPr>
              <a:t> </a:t>
            </a:r>
            <a:r>
              <a:rPr sz="3000" dirty="0">
                <a:latin typeface="Calibri"/>
                <a:cs typeface="Calibri"/>
              </a:rPr>
              <a:t>,</a:t>
            </a:r>
            <a:r>
              <a:rPr sz="3000" spc="-15" dirty="0">
                <a:latin typeface="Calibri"/>
                <a:cs typeface="Calibri"/>
              </a:rPr>
              <a:t> </a:t>
            </a:r>
            <a:r>
              <a:rPr sz="3000" dirty="0">
                <a:latin typeface="Calibri"/>
                <a:cs typeface="Calibri"/>
              </a:rPr>
              <a:t>A</a:t>
            </a:r>
            <a:r>
              <a:rPr sz="3000" baseline="-20833" dirty="0">
                <a:latin typeface="Calibri"/>
                <a:cs typeface="Calibri"/>
              </a:rPr>
              <a:t>2</a:t>
            </a:r>
            <a:r>
              <a:rPr sz="3000" dirty="0">
                <a:latin typeface="Calibri"/>
                <a:cs typeface="Calibri"/>
              </a:rPr>
              <a:t>=</a:t>
            </a:r>
            <a:r>
              <a:rPr sz="3000" spc="-10" dirty="0">
                <a:latin typeface="Calibri"/>
                <a:cs typeface="Calibri"/>
              </a:rPr>
              <a:t> A</a:t>
            </a:r>
            <a:r>
              <a:rPr sz="3000" spc="-15" baseline="-20833" dirty="0">
                <a:latin typeface="Calibri"/>
                <a:cs typeface="Calibri"/>
              </a:rPr>
              <a:t>1</a:t>
            </a:r>
            <a:r>
              <a:rPr sz="3000" spc="-10" dirty="0">
                <a:latin typeface="Calibri"/>
                <a:cs typeface="Calibri"/>
              </a:rPr>
              <a:t>-</a:t>
            </a:r>
            <a:r>
              <a:rPr sz="3000" spc="-20" dirty="0">
                <a:latin typeface="Calibri"/>
                <a:cs typeface="Calibri"/>
              </a:rPr>
              <a:t>{a</a:t>
            </a:r>
            <a:r>
              <a:rPr sz="3000" spc="-30" baseline="-20833" dirty="0">
                <a:latin typeface="Calibri"/>
                <a:cs typeface="Calibri"/>
              </a:rPr>
              <a:t>1</a:t>
            </a:r>
            <a:r>
              <a:rPr sz="3000" spc="-20" dirty="0">
                <a:latin typeface="Calibri"/>
                <a:cs typeface="Calibri"/>
              </a:rPr>
              <a:t>}</a:t>
            </a:r>
            <a:r>
              <a:rPr sz="3000" dirty="0">
                <a:latin typeface="Calibri"/>
                <a:cs typeface="Calibri"/>
              </a:rPr>
              <a:t>	(giai</a:t>
            </a:r>
            <a:r>
              <a:rPr sz="3000" spc="-25" dirty="0">
                <a:latin typeface="Calibri"/>
                <a:cs typeface="Calibri"/>
              </a:rPr>
              <a:t> </a:t>
            </a:r>
            <a:r>
              <a:rPr sz="3000" dirty="0">
                <a:latin typeface="Calibri"/>
                <a:cs typeface="Calibri"/>
              </a:rPr>
              <a:t>đoạn</a:t>
            </a:r>
            <a:r>
              <a:rPr sz="3000" spc="-15" dirty="0">
                <a:latin typeface="Calibri"/>
                <a:cs typeface="Calibri"/>
              </a:rPr>
              <a:t> </a:t>
            </a:r>
            <a:r>
              <a:rPr sz="3000" dirty="0">
                <a:latin typeface="Calibri"/>
                <a:cs typeface="Calibri"/>
              </a:rPr>
              <a:t>1,</a:t>
            </a:r>
            <a:r>
              <a:rPr sz="3000" spc="-10" dirty="0">
                <a:latin typeface="Calibri"/>
                <a:cs typeface="Calibri"/>
              </a:rPr>
              <a:t> </a:t>
            </a:r>
            <a:r>
              <a:rPr sz="3000" dirty="0">
                <a:latin typeface="Calibri"/>
                <a:cs typeface="Calibri"/>
              </a:rPr>
              <a:t>5</a:t>
            </a:r>
            <a:r>
              <a:rPr sz="3000" spc="-15" dirty="0">
                <a:latin typeface="Calibri"/>
                <a:cs typeface="Calibri"/>
              </a:rPr>
              <a:t> </a:t>
            </a:r>
            <a:r>
              <a:rPr sz="3000" spc="-10" dirty="0">
                <a:latin typeface="Calibri"/>
                <a:cs typeface="Calibri"/>
              </a:rPr>
              <a:t>cách)</a:t>
            </a:r>
            <a:endParaRPr sz="3000">
              <a:latin typeface="Calibri"/>
              <a:cs typeface="Calibri"/>
            </a:endParaRPr>
          </a:p>
        </p:txBody>
      </p:sp>
      <p:sp>
        <p:nvSpPr>
          <p:cNvPr id="3" name="object 3"/>
          <p:cNvSpPr txBox="1"/>
          <p:nvPr/>
        </p:nvSpPr>
        <p:spPr>
          <a:xfrm>
            <a:off x="434340" y="3340989"/>
            <a:ext cx="4359275" cy="1397000"/>
          </a:xfrm>
          <a:prstGeom prst="rect">
            <a:avLst/>
          </a:prstGeom>
        </p:spPr>
        <p:txBody>
          <a:bodyPr vert="horz" wrap="square" lIns="0" tIns="12700" rIns="0" bIns="0" rtlCol="0">
            <a:spAutoFit/>
          </a:bodyPr>
          <a:lstStyle/>
          <a:p>
            <a:pPr marL="413384" indent="-375285">
              <a:lnSpc>
                <a:spcPct val="100000"/>
              </a:lnSpc>
              <a:spcBef>
                <a:spcPts val="100"/>
              </a:spcBef>
              <a:buAutoNum type="arabicPeriod" startAt="2"/>
              <a:tabLst>
                <a:tab pos="413384" algn="l"/>
              </a:tabLst>
            </a:pPr>
            <a:r>
              <a:rPr sz="3000" dirty="0">
                <a:latin typeface="Calibri"/>
                <a:cs typeface="Calibri"/>
              </a:rPr>
              <a:t>Chọn</a:t>
            </a:r>
            <a:r>
              <a:rPr sz="3000" spc="-30" dirty="0">
                <a:latin typeface="Calibri"/>
                <a:cs typeface="Calibri"/>
              </a:rPr>
              <a:t> </a:t>
            </a:r>
            <a:r>
              <a:rPr sz="3000" dirty="0">
                <a:latin typeface="Calibri"/>
                <a:cs typeface="Calibri"/>
              </a:rPr>
              <a:t>a</a:t>
            </a:r>
            <a:r>
              <a:rPr sz="3000" baseline="-20833" dirty="0">
                <a:latin typeface="Calibri"/>
                <a:cs typeface="Calibri"/>
              </a:rPr>
              <a:t>2</a:t>
            </a:r>
            <a:r>
              <a:rPr sz="3000" spc="300" baseline="-20833" dirty="0">
                <a:latin typeface="Calibri"/>
                <a:cs typeface="Calibri"/>
              </a:rPr>
              <a:t> </a:t>
            </a:r>
            <a:r>
              <a:rPr sz="3000" dirty="0">
                <a:latin typeface="Symbol"/>
                <a:cs typeface="Symbol"/>
              </a:rPr>
              <a:t></a:t>
            </a:r>
            <a:r>
              <a:rPr sz="3000" spc="-105" dirty="0">
                <a:latin typeface="Times New Roman"/>
                <a:cs typeface="Times New Roman"/>
              </a:rPr>
              <a:t> </a:t>
            </a:r>
            <a:r>
              <a:rPr sz="3000" dirty="0">
                <a:latin typeface="Calibri"/>
                <a:cs typeface="Calibri"/>
              </a:rPr>
              <a:t>A</a:t>
            </a:r>
            <a:r>
              <a:rPr sz="3000" baseline="-20833" dirty="0">
                <a:latin typeface="Calibri"/>
                <a:cs typeface="Calibri"/>
              </a:rPr>
              <a:t>2</a:t>
            </a:r>
            <a:r>
              <a:rPr sz="3000" spc="284" baseline="-20833" dirty="0">
                <a:latin typeface="Calibri"/>
                <a:cs typeface="Calibri"/>
              </a:rPr>
              <a:t> </a:t>
            </a:r>
            <a:r>
              <a:rPr sz="3000" dirty="0">
                <a:latin typeface="Calibri"/>
                <a:cs typeface="Calibri"/>
              </a:rPr>
              <a:t>,</a:t>
            </a:r>
            <a:r>
              <a:rPr sz="3000" spc="-25" dirty="0">
                <a:latin typeface="Calibri"/>
                <a:cs typeface="Calibri"/>
              </a:rPr>
              <a:t> </a:t>
            </a:r>
            <a:r>
              <a:rPr sz="3000" dirty="0">
                <a:latin typeface="Calibri"/>
                <a:cs typeface="Calibri"/>
              </a:rPr>
              <a:t>A</a:t>
            </a:r>
            <a:r>
              <a:rPr sz="3000" baseline="-20833" dirty="0">
                <a:latin typeface="Calibri"/>
                <a:cs typeface="Calibri"/>
              </a:rPr>
              <a:t>3</a:t>
            </a:r>
            <a:r>
              <a:rPr sz="3000" dirty="0">
                <a:latin typeface="Calibri"/>
                <a:cs typeface="Calibri"/>
              </a:rPr>
              <a:t>=</a:t>
            </a:r>
            <a:r>
              <a:rPr sz="3000" spc="-25" dirty="0">
                <a:latin typeface="Calibri"/>
                <a:cs typeface="Calibri"/>
              </a:rPr>
              <a:t> </a:t>
            </a:r>
            <a:r>
              <a:rPr sz="3000" spc="-10" dirty="0">
                <a:latin typeface="Calibri"/>
                <a:cs typeface="Calibri"/>
              </a:rPr>
              <a:t>A</a:t>
            </a:r>
            <a:r>
              <a:rPr sz="3000" spc="-15" baseline="-20833" dirty="0">
                <a:latin typeface="Calibri"/>
                <a:cs typeface="Calibri"/>
              </a:rPr>
              <a:t>2</a:t>
            </a:r>
            <a:r>
              <a:rPr sz="3000" spc="-10" dirty="0">
                <a:latin typeface="Calibri"/>
                <a:cs typeface="Calibri"/>
              </a:rPr>
              <a:t>-</a:t>
            </a:r>
            <a:r>
              <a:rPr sz="3000" spc="-20" dirty="0">
                <a:latin typeface="Calibri"/>
                <a:cs typeface="Calibri"/>
              </a:rPr>
              <a:t>{a</a:t>
            </a:r>
            <a:r>
              <a:rPr sz="3000" spc="-30" baseline="-20833" dirty="0">
                <a:latin typeface="Calibri"/>
                <a:cs typeface="Calibri"/>
              </a:rPr>
              <a:t>2</a:t>
            </a:r>
            <a:r>
              <a:rPr sz="3000" spc="-20" dirty="0">
                <a:latin typeface="Calibri"/>
                <a:cs typeface="Calibri"/>
              </a:rPr>
              <a:t>}</a:t>
            </a:r>
            <a:endParaRPr sz="3000">
              <a:latin typeface="Calibri"/>
              <a:cs typeface="Calibri"/>
            </a:endParaRPr>
          </a:p>
          <a:p>
            <a:pPr marL="413384" indent="-375285">
              <a:lnSpc>
                <a:spcPct val="100000"/>
              </a:lnSpc>
              <a:buAutoNum type="arabicPeriod" startAt="2"/>
              <a:tabLst>
                <a:tab pos="413384" algn="l"/>
              </a:tabLst>
            </a:pPr>
            <a:r>
              <a:rPr sz="3000" dirty="0">
                <a:latin typeface="Calibri"/>
                <a:cs typeface="Calibri"/>
              </a:rPr>
              <a:t>Chọn</a:t>
            </a:r>
            <a:r>
              <a:rPr sz="3000" spc="-30" dirty="0">
                <a:latin typeface="Calibri"/>
                <a:cs typeface="Calibri"/>
              </a:rPr>
              <a:t> </a:t>
            </a:r>
            <a:r>
              <a:rPr sz="3000" dirty="0">
                <a:latin typeface="Calibri"/>
                <a:cs typeface="Calibri"/>
              </a:rPr>
              <a:t>a</a:t>
            </a:r>
            <a:r>
              <a:rPr sz="3000" baseline="-20833" dirty="0">
                <a:latin typeface="Calibri"/>
                <a:cs typeface="Calibri"/>
              </a:rPr>
              <a:t>3</a:t>
            </a:r>
            <a:r>
              <a:rPr sz="3000" spc="300" baseline="-20833" dirty="0">
                <a:latin typeface="Calibri"/>
                <a:cs typeface="Calibri"/>
              </a:rPr>
              <a:t> </a:t>
            </a:r>
            <a:r>
              <a:rPr sz="3000" dirty="0">
                <a:latin typeface="Symbol"/>
                <a:cs typeface="Symbol"/>
              </a:rPr>
              <a:t></a:t>
            </a:r>
            <a:r>
              <a:rPr sz="3000" spc="-105" dirty="0">
                <a:latin typeface="Times New Roman"/>
                <a:cs typeface="Times New Roman"/>
              </a:rPr>
              <a:t> </a:t>
            </a:r>
            <a:r>
              <a:rPr sz="3000" dirty="0">
                <a:latin typeface="Calibri"/>
                <a:cs typeface="Calibri"/>
              </a:rPr>
              <a:t>A</a:t>
            </a:r>
            <a:r>
              <a:rPr sz="3000" baseline="-20833" dirty="0">
                <a:latin typeface="Calibri"/>
                <a:cs typeface="Calibri"/>
              </a:rPr>
              <a:t>3</a:t>
            </a:r>
            <a:r>
              <a:rPr sz="3000" spc="284" baseline="-20833" dirty="0">
                <a:latin typeface="Calibri"/>
                <a:cs typeface="Calibri"/>
              </a:rPr>
              <a:t> </a:t>
            </a:r>
            <a:r>
              <a:rPr sz="3000" dirty="0">
                <a:latin typeface="Calibri"/>
                <a:cs typeface="Calibri"/>
              </a:rPr>
              <a:t>,</a:t>
            </a:r>
            <a:r>
              <a:rPr sz="3000" spc="-25" dirty="0">
                <a:latin typeface="Calibri"/>
                <a:cs typeface="Calibri"/>
              </a:rPr>
              <a:t> </a:t>
            </a:r>
            <a:r>
              <a:rPr sz="3000" dirty="0">
                <a:latin typeface="Calibri"/>
                <a:cs typeface="Calibri"/>
              </a:rPr>
              <a:t>A</a:t>
            </a:r>
            <a:r>
              <a:rPr sz="3000" baseline="-20833" dirty="0">
                <a:latin typeface="Calibri"/>
                <a:cs typeface="Calibri"/>
              </a:rPr>
              <a:t>4</a:t>
            </a:r>
            <a:r>
              <a:rPr sz="3000" dirty="0">
                <a:latin typeface="Calibri"/>
                <a:cs typeface="Calibri"/>
              </a:rPr>
              <a:t>=</a:t>
            </a:r>
            <a:r>
              <a:rPr sz="3000" spc="-25" dirty="0">
                <a:latin typeface="Calibri"/>
                <a:cs typeface="Calibri"/>
              </a:rPr>
              <a:t> </a:t>
            </a:r>
            <a:r>
              <a:rPr sz="3000" spc="-10" dirty="0">
                <a:latin typeface="Calibri"/>
                <a:cs typeface="Calibri"/>
              </a:rPr>
              <a:t>A</a:t>
            </a:r>
            <a:r>
              <a:rPr sz="3000" spc="-15" baseline="-20833" dirty="0">
                <a:latin typeface="Calibri"/>
                <a:cs typeface="Calibri"/>
              </a:rPr>
              <a:t>3</a:t>
            </a:r>
            <a:r>
              <a:rPr sz="3000" spc="-10" dirty="0">
                <a:latin typeface="Calibri"/>
                <a:cs typeface="Calibri"/>
              </a:rPr>
              <a:t>-</a:t>
            </a:r>
            <a:r>
              <a:rPr sz="3000" spc="-20" dirty="0">
                <a:latin typeface="Calibri"/>
                <a:cs typeface="Calibri"/>
              </a:rPr>
              <a:t>{a</a:t>
            </a:r>
            <a:r>
              <a:rPr sz="3000" spc="-30" baseline="-20833" dirty="0">
                <a:latin typeface="Calibri"/>
                <a:cs typeface="Calibri"/>
              </a:rPr>
              <a:t>3</a:t>
            </a:r>
            <a:r>
              <a:rPr sz="3000" spc="-20" dirty="0">
                <a:latin typeface="Calibri"/>
                <a:cs typeface="Calibri"/>
              </a:rPr>
              <a:t>}</a:t>
            </a:r>
            <a:endParaRPr sz="3000">
              <a:latin typeface="Calibri"/>
              <a:cs typeface="Calibri"/>
            </a:endParaRPr>
          </a:p>
          <a:p>
            <a:pPr marL="413384" indent="-375285">
              <a:lnSpc>
                <a:spcPct val="100000"/>
              </a:lnSpc>
              <a:buAutoNum type="arabicPeriod" startAt="2"/>
              <a:tabLst>
                <a:tab pos="413384" algn="l"/>
              </a:tabLst>
            </a:pPr>
            <a:r>
              <a:rPr sz="3000" dirty="0">
                <a:latin typeface="Calibri"/>
                <a:cs typeface="Calibri"/>
              </a:rPr>
              <a:t>Chọn</a:t>
            </a:r>
            <a:r>
              <a:rPr sz="3000" spc="-35" dirty="0">
                <a:latin typeface="Calibri"/>
                <a:cs typeface="Calibri"/>
              </a:rPr>
              <a:t> </a:t>
            </a:r>
            <a:r>
              <a:rPr sz="3000" dirty="0">
                <a:latin typeface="Calibri"/>
                <a:cs typeface="Calibri"/>
              </a:rPr>
              <a:t>a</a:t>
            </a:r>
            <a:r>
              <a:rPr sz="3000" baseline="-20833" dirty="0">
                <a:latin typeface="Calibri"/>
                <a:cs typeface="Calibri"/>
              </a:rPr>
              <a:t>4</a:t>
            </a:r>
            <a:r>
              <a:rPr sz="3000" spc="292" baseline="-20833" dirty="0">
                <a:latin typeface="Calibri"/>
                <a:cs typeface="Calibri"/>
              </a:rPr>
              <a:t> </a:t>
            </a:r>
            <a:r>
              <a:rPr sz="3000" dirty="0">
                <a:latin typeface="Symbol"/>
                <a:cs typeface="Symbol"/>
              </a:rPr>
              <a:t></a:t>
            </a:r>
            <a:r>
              <a:rPr sz="3000" spc="-110" dirty="0">
                <a:latin typeface="Times New Roman"/>
                <a:cs typeface="Times New Roman"/>
              </a:rPr>
              <a:t> </a:t>
            </a:r>
            <a:r>
              <a:rPr sz="3000" dirty="0">
                <a:latin typeface="Calibri"/>
                <a:cs typeface="Calibri"/>
              </a:rPr>
              <a:t>A</a:t>
            </a:r>
            <a:r>
              <a:rPr sz="3000" baseline="-20833" dirty="0">
                <a:latin typeface="Calibri"/>
                <a:cs typeface="Calibri"/>
              </a:rPr>
              <a:t>4</a:t>
            </a:r>
            <a:r>
              <a:rPr sz="3000" spc="270" baseline="-20833" dirty="0">
                <a:latin typeface="Calibri"/>
                <a:cs typeface="Calibri"/>
              </a:rPr>
              <a:t> </a:t>
            </a:r>
            <a:r>
              <a:rPr sz="3000" spc="-50" dirty="0">
                <a:latin typeface="Calibri"/>
                <a:cs typeface="Calibri"/>
              </a:rPr>
              <a:t>.</a:t>
            </a:r>
            <a:endParaRPr sz="3000">
              <a:latin typeface="Calibri"/>
              <a:cs typeface="Calibri"/>
            </a:endParaRPr>
          </a:p>
        </p:txBody>
      </p:sp>
      <p:sp>
        <p:nvSpPr>
          <p:cNvPr id="4" name="object 4"/>
          <p:cNvSpPr txBox="1"/>
          <p:nvPr/>
        </p:nvSpPr>
        <p:spPr>
          <a:xfrm>
            <a:off x="5032628" y="3340989"/>
            <a:ext cx="3117215" cy="1397000"/>
          </a:xfrm>
          <a:prstGeom prst="rect">
            <a:avLst/>
          </a:prstGeom>
        </p:spPr>
        <p:txBody>
          <a:bodyPr vert="horz" wrap="square" lIns="0" tIns="12700" rIns="0" bIns="0" rtlCol="0">
            <a:spAutoFit/>
          </a:bodyPr>
          <a:lstStyle/>
          <a:p>
            <a:pPr marL="12700">
              <a:lnSpc>
                <a:spcPct val="100000"/>
              </a:lnSpc>
              <a:spcBef>
                <a:spcPts val="100"/>
              </a:spcBef>
            </a:pPr>
            <a:r>
              <a:rPr sz="3000" dirty="0">
                <a:latin typeface="Calibri"/>
                <a:cs typeface="Calibri"/>
              </a:rPr>
              <a:t>(giai</a:t>
            </a:r>
            <a:r>
              <a:rPr sz="3000" spc="-15" dirty="0">
                <a:latin typeface="Calibri"/>
                <a:cs typeface="Calibri"/>
              </a:rPr>
              <a:t> </a:t>
            </a:r>
            <a:r>
              <a:rPr sz="3000" dirty="0">
                <a:latin typeface="Calibri"/>
                <a:cs typeface="Calibri"/>
              </a:rPr>
              <a:t>đoạn</a:t>
            </a:r>
            <a:r>
              <a:rPr sz="3000" spc="-15" dirty="0">
                <a:latin typeface="Calibri"/>
                <a:cs typeface="Calibri"/>
              </a:rPr>
              <a:t> </a:t>
            </a:r>
            <a:r>
              <a:rPr sz="3000" dirty="0">
                <a:latin typeface="Calibri"/>
                <a:cs typeface="Calibri"/>
              </a:rPr>
              <a:t>2,</a:t>
            </a:r>
            <a:r>
              <a:rPr sz="3000" spc="-15" dirty="0">
                <a:latin typeface="Calibri"/>
                <a:cs typeface="Calibri"/>
              </a:rPr>
              <a:t> </a:t>
            </a:r>
            <a:r>
              <a:rPr sz="3000" dirty="0">
                <a:latin typeface="Calibri"/>
                <a:cs typeface="Calibri"/>
              </a:rPr>
              <a:t>4</a:t>
            </a:r>
            <a:r>
              <a:rPr sz="3000" spc="-15" dirty="0">
                <a:latin typeface="Calibri"/>
                <a:cs typeface="Calibri"/>
              </a:rPr>
              <a:t> </a:t>
            </a:r>
            <a:r>
              <a:rPr sz="3000" spc="-10" dirty="0">
                <a:latin typeface="Calibri"/>
                <a:cs typeface="Calibri"/>
              </a:rPr>
              <a:t>cách)</a:t>
            </a:r>
            <a:endParaRPr sz="3000">
              <a:latin typeface="Calibri"/>
              <a:cs typeface="Calibri"/>
            </a:endParaRPr>
          </a:p>
          <a:p>
            <a:pPr marL="12700">
              <a:lnSpc>
                <a:spcPct val="100000"/>
              </a:lnSpc>
            </a:pPr>
            <a:r>
              <a:rPr sz="3000" dirty="0">
                <a:latin typeface="Calibri"/>
                <a:cs typeface="Calibri"/>
              </a:rPr>
              <a:t>(giai</a:t>
            </a:r>
            <a:r>
              <a:rPr sz="3000" spc="-15" dirty="0">
                <a:latin typeface="Calibri"/>
                <a:cs typeface="Calibri"/>
              </a:rPr>
              <a:t> </a:t>
            </a:r>
            <a:r>
              <a:rPr sz="3000" dirty="0">
                <a:latin typeface="Calibri"/>
                <a:cs typeface="Calibri"/>
              </a:rPr>
              <a:t>đoạn</a:t>
            </a:r>
            <a:r>
              <a:rPr sz="3000" spc="-15" dirty="0">
                <a:latin typeface="Calibri"/>
                <a:cs typeface="Calibri"/>
              </a:rPr>
              <a:t> </a:t>
            </a:r>
            <a:r>
              <a:rPr sz="3000" dirty="0">
                <a:latin typeface="Calibri"/>
                <a:cs typeface="Calibri"/>
              </a:rPr>
              <a:t>3,</a:t>
            </a:r>
            <a:r>
              <a:rPr sz="3000" spc="-10" dirty="0">
                <a:latin typeface="Calibri"/>
                <a:cs typeface="Calibri"/>
              </a:rPr>
              <a:t> </a:t>
            </a:r>
            <a:r>
              <a:rPr sz="3000" dirty="0">
                <a:latin typeface="Calibri"/>
                <a:cs typeface="Calibri"/>
              </a:rPr>
              <a:t>3</a:t>
            </a:r>
            <a:r>
              <a:rPr sz="3000" spc="-20" dirty="0">
                <a:latin typeface="Calibri"/>
                <a:cs typeface="Calibri"/>
              </a:rPr>
              <a:t> </a:t>
            </a:r>
            <a:r>
              <a:rPr sz="3000" spc="-10" dirty="0">
                <a:latin typeface="Calibri"/>
                <a:cs typeface="Calibri"/>
              </a:rPr>
              <a:t>cách)</a:t>
            </a:r>
            <a:endParaRPr sz="3000">
              <a:latin typeface="Calibri"/>
              <a:cs typeface="Calibri"/>
            </a:endParaRPr>
          </a:p>
          <a:p>
            <a:pPr marL="12700">
              <a:lnSpc>
                <a:spcPct val="100000"/>
              </a:lnSpc>
            </a:pPr>
            <a:r>
              <a:rPr sz="3000" dirty="0">
                <a:latin typeface="Calibri"/>
                <a:cs typeface="Calibri"/>
              </a:rPr>
              <a:t>(giai</a:t>
            </a:r>
            <a:r>
              <a:rPr sz="3000" spc="-15" dirty="0">
                <a:latin typeface="Calibri"/>
                <a:cs typeface="Calibri"/>
              </a:rPr>
              <a:t> </a:t>
            </a:r>
            <a:r>
              <a:rPr sz="3000" dirty="0">
                <a:latin typeface="Calibri"/>
                <a:cs typeface="Calibri"/>
              </a:rPr>
              <a:t>đoạn</a:t>
            </a:r>
            <a:r>
              <a:rPr sz="3000" spc="-15" dirty="0">
                <a:latin typeface="Calibri"/>
                <a:cs typeface="Calibri"/>
              </a:rPr>
              <a:t> </a:t>
            </a:r>
            <a:r>
              <a:rPr sz="3000" dirty="0">
                <a:latin typeface="Calibri"/>
                <a:cs typeface="Calibri"/>
              </a:rPr>
              <a:t>4,</a:t>
            </a:r>
            <a:r>
              <a:rPr sz="3000" spc="-10" dirty="0">
                <a:latin typeface="Calibri"/>
                <a:cs typeface="Calibri"/>
              </a:rPr>
              <a:t> </a:t>
            </a:r>
            <a:r>
              <a:rPr sz="3000" dirty="0">
                <a:latin typeface="Calibri"/>
                <a:cs typeface="Calibri"/>
              </a:rPr>
              <a:t>2</a:t>
            </a:r>
            <a:r>
              <a:rPr sz="3000" spc="-20" dirty="0">
                <a:latin typeface="Calibri"/>
                <a:cs typeface="Calibri"/>
              </a:rPr>
              <a:t> </a:t>
            </a:r>
            <a:r>
              <a:rPr sz="3000" spc="-10" dirty="0">
                <a:latin typeface="Calibri"/>
                <a:cs typeface="Calibri"/>
              </a:rPr>
              <a:t>cách)</a:t>
            </a:r>
            <a:endParaRPr sz="3000">
              <a:latin typeface="Calibri"/>
              <a:cs typeface="Calibri"/>
            </a:endParaRPr>
          </a:p>
        </p:txBody>
      </p:sp>
      <p:sp>
        <p:nvSpPr>
          <p:cNvPr id="5" name="object 5"/>
          <p:cNvSpPr txBox="1"/>
          <p:nvPr/>
        </p:nvSpPr>
        <p:spPr>
          <a:xfrm>
            <a:off x="555752" y="5170170"/>
            <a:ext cx="4821555" cy="482600"/>
          </a:xfrm>
          <a:prstGeom prst="rect">
            <a:avLst/>
          </a:prstGeom>
        </p:spPr>
        <p:txBody>
          <a:bodyPr vert="horz" wrap="square" lIns="0" tIns="12700" rIns="0" bIns="0" rtlCol="0">
            <a:spAutoFit/>
          </a:bodyPr>
          <a:lstStyle/>
          <a:p>
            <a:pPr marL="12700">
              <a:lnSpc>
                <a:spcPct val="100000"/>
              </a:lnSpc>
              <a:spcBef>
                <a:spcPts val="100"/>
              </a:spcBef>
              <a:tabLst>
                <a:tab pos="561340" algn="l"/>
                <a:tab pos="2245995" algn="l"/>
              </a:tabLst>
            </a:pPr>
            <a:r>
              <a:rPr sz="3000" spc="-50" dirty="0">
                <a:latin typeface="Symbol"/>
                <a:cs typeface="Symbol"/>
              </a:rPr>
              <a:t></a:t>
            </a:r>
            <a:r>
              <a:rPr sz="3000" dirty="0">
                <a:latin typeface="Times New Roman"/>
                <a:cs typeface="Times New Roman"/>
              </a:rPr>
              <a:t>	</a:t>
            </a:r>
            <a:r>
              <a:rPr sz="3000" dirty="0">
                <a:latin typeface="Calibri"/>
                <a:cs typeface="Calibri"/>
              </a:rPr>
              <a:t>Theo</a:t>
            </a:r>
            <a:r>
              <a:rPr sz="3000" spc="-50" dirty="0">
                <a:latin typeface="Calibri"/>
                <a:cs typeface="Calibri"/>
              </a:rPr>
              <a:t> </a:t>
            </a:r>
            <a:r>
              <a:rPr sz="3000" spc="-25" dirty="0">
                <a:latin typeface="Calibri"/>
                <a:cs typeface="Calibri"/>
              </a:rPr>
              <a:t>NLN</a:t>
            </a:r>
            <a:r>
              <a:rPr sz="3000" dirty="0">
                <a:latin typeface="Calibri"/>
                <a:cs typeface="Calibri"/>
              </a:rPr>
              <a:t>	Số</a:t>
            </a:r>
            <a:r>
              <a:rPr sz="3000" spc="-40" dirty="0">
                <a:latin typeface="Calibri"/>
                <a:cs typeface="Calibri"/>
              </a:rPr>
              <a:t> </a:t>
            </a:r>
            <a:r>
              <a:rPr sz="3000" spc="-10" dirty="0">
                <a:latin typeface="Calibri"/>
                <a:cs typeface="Calibri"/>
              </a:rPr>
              <a:t>chuỗi=5.4.3.2</a:t>
            </a:r>
            <a:endParaRPr sz="3000">
              <a:latin typeface="Calibri"/>
              <a:cs typeface="Calibri"/>
            </a:endParaRP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81940" y="230835"/>
            <a:ext cx="7741284" cy="2312670"/>
          </a:xfrm>
          <a:prstGeom prst="rect">
            <a:avLst/>
          </a:prstGeom>
        </p:spPr>
        <p:txBody>
          <a:bodyPr vert="horz" wrap="square" lIns="0" tIns="12700" rIns="0" bIns="0" rtlCol="0">
            <a:spAutoFit/>
          </a:bodyPr>
          <a:lstStyle/>
          <a:p>
            <a:pPr marL="38100">
              <a:lnSpc>
                <a:spcPct val="100000"/>
              </a:lnSpc>
              <a:spcBef>
                <a:spcPts val="100"/>
              </a:spcBef>
            </a:pPr>
            <a:r>
              <a:rPr sz="3000" dirty="0">
                <a:latin typeface="Calibri"/>
                <a:cs typeface="Calibri"/>
              </a:rPr>
              <a:t>b)</a:t>
            </a:r>
            <a:r>
              <a:rPr sz="3000" spc="-25" dirty="0">
                <a:latin typeface="Calibri"/>
                <a:cs typeface="Calibri"/>
              </a:rPr>
              <a:t> </a:t>
            </a:r>
            <a:r>
              <a:rPr sz="3000" dirty="0">
                <a:latin typeface="Calibri"/>
                <a:cs typeface="Calibri"/>
              </a:rPr>
              <a:t>Có</a:t>
            </a:r>
            <a:r>
              <a:rPr sz="3000" spc="-30" dirty="0">
                <a:latin typeface="Calibri"/>
                <a:cs typeface="Calibri"/>
              </a:rPr>
              <a:t> </a:t>
            </a:r>
            <a:r>
              <a:rPr sz="3000" dirty="0">
                <a:latin typeface="Calibri"/>
                <a:cs typeface="Calibri"/>
              </a:rPr>
              <a:t>bao</a:t>
            </a:r>
            <a:r>
              <a:rPr sz="3000" spc="-20" dirty="0">
                <a:latin typeface="Calibri"/>
                <a:cs typeface="Calibri"/>
              </a:rPr>
              <a:t> </a:t>
            </a:r>
            <a:r>
              <a:rPr sz="3000" dirty="0">
                <a:latin typeface="Calibri"/>
                <a:cs typeface="Calibri"/>
              </a:rPr>
              <a:t>nhiêu</a:t>
            </a:r>
            <a:r>
              <a:rPr sz="3000" spc="-30" dirty="0">
                <a:latin typeface="Calibri"/>
                <a:cs typeface="Calibri"/>
              </a:rPr>
              <a:t> </a:t>
            </a:r>
            <a:r>
              <a:rPr sz="3000" dirty="0">
                <a:latin typeface="Calibri"/>
                <a:cs typeface="Calibri"/>
              </a:rPr>
              <a:t>chuỗi</a:t>
            </a:r>
            <a:r>
              <a:rPr sz="3000" spc="-40" dirty="0">
                <a:latin typeface="Calibri"/>
                <a:cs typeface="Calibri"/>
              </a:rPr>
              <a:t> </a:t>
            </a:r>
            <a:r>
              <a:rPr sz="3000" dirty="0">
                <a:latin typeface="Calibri"/>
                <a:cs typeface="Calibri"/>
              </a:rPr>
              <a:t>ở</a:t>
            </a:r>
            <a:r>
              <a:rPr sz="3000" spc="-20" dirty="0">
                <a:latin typeface="Calibri"/>
                <a:cs typeface="Calibri"/>
              </a:rPr>
              <a:t> </a:t>
            </a:r>
            <a:r>
              <a:rPr sz="3000" dirty="0">
                <a:latin typeface="Calibri"/>
                <a:cs typeface="Calibri"/>
              </a:rPr>
              <a:t>a)</a:t>
            </a:r>
            <a:r>
              <a:rPr sz="3000" spc="-25" dirty="0">
                <a:latin typeface="Calibri"/>
                <a:cs typeface="Calibri"/>
              </a:rPr>
              <a:t> </a:t>
            </a:r>
            <a:r>
              <a:rPr sz="3000" dirty="0">
                <a:latin typeface="Calibri"/>
                <a:cs typeface="Calibri"/>
              </a:rPr>
              <a:t>với</a:t>
            </a:r>
            <a:r>
              <a:rPr sz="3000" spc="-55" dirty="0">
                <a:latin typeface="Calibri"/>
                <a:cs typeface="Calibri"/>
              </a:rPr>
              <a:t> </a:t>
            </a:r>
            <a:r>
              <a:rPr sz="3000" dirty="0">
                <a:latin typeface="Calibri"/>
                <a:cs typeface="Calibri"/>
              </a:rPr>
              <a:t>ký</a:t>
            </a:r>
            <a:r>
              <a:rPr sz="3000" spc="-20" dirty="0">
                <a:latin typeface="Calibri"/>
                <a:cs typeface="Calibri"/>
              </a:rPr>
              <a:t> </a:t>
            </a:r>
            <a:r>
              <a:rPr sz="3000" dirty="0">
                <a:latin typeface="Calibri"/>
                <a:cs typeface="Calibri"/>
              </a:rPr>
              <a:t>tự</a:t>
            </a:r>
            <a:r>
              <a:rPr sz="3000" spc="-40" dirty="0">
                <a:latin typeface="Calibri"/>
                <a:cs typeface="Calibri"/>
              </a:rPr>
              <a:t> </a:t>
            </a:r>
            <a:r>
              <a:rPr sz="3000" dirty="0">
                <a:latin typeface="Calibri"/>
                <a:cs typeface="Calibri"/>
              </a:rPr>
              <a:t>đầu</a:t>
            </a:r>
            <a:r>
              <a:rPr sz="3000" spc="-35" dirty="0">
                <a:latin typeface="Calibri"/>
                <a:cs typeface="Calibri"/>
              </a:rPr>
              <a:t> </a:t>
            </a:r>
            <a:r>
              <a:rPr sz="3000" dirty="0">
                <a:latin typeface="Calibri"/>
                <a:cs typeface="Calibri"/>
              </a:rPr>
              <a:t>là</a:t>
            </a:r>
            <a:r>
              <a:rPr sz="3000" spc="-15" dirty="0">
                <a:latin typeface="Calibri"/>
                <a:cs typeface="Calibri"/>
              </a:rPr>
              <a:t> </a:t>
            </a:r>
            <a:r>
              <a:rPr sz="3000" dirty="0">
                <a:latin typeface="Calibri"/>
                <a:cs typeface="Calibri"/>
              </a:rPr>
              <a:t>B</a:t>
            </a:r>
            <a:r>
              <a:rPr sz="3000" spc="-20" dirty="0">
                <a:latin typeface="Calibri"/>
                <a:cs typeface="Calibri"/>
              </a:rPr>
              <a:t> </a:t>
            </a:r>
            <a:r>
              <a:rPr sz="3000" spc="-50" dirty="0">
                <a:latin typeface="Calibri"/>
                <a:cs typeface="Calibri"/>
              </a:rPr>
              <a:t>?</a:t>
            </a:r>
            <a:endParaRPr sz="3000">
              <a:latin typeface="Calibri"/>
              <a:cs typeface="Calibri"/>
            </a:endParaRPr>
          </a:p>
          <a:p>
            <a:pPr marL="38100">
              <a:lnSpc>
                <a:spcPct val="100000"/>
              </a:lnSpc>
              <a:spcBef>
                <a:spcPts val="5"/>
              </a:spcBef>
            </a:pPr>
            <a:r>
              <a:rPr sz="3000" dirty="0">
                <a:latin typeface="Calibri"/>
                <a:cs typeface="Calibri"/>
              </a:rPr>
              <a:t>Đặt</a:t>
            </a:r>
            <a:r>
              <a:rPr sz="3000" spc="-70" dirty="0">
                <a:latin typeface="Calibri"/>
                <a:cs typeface="Calibri"/>
              </a:rPr>
              <a:t> </a:t>
            </a:r>
            <a:r>
              <a:rPr sz="3000" dirty="0">
                <a:latin typeface="Calibri"/>
                <a:cs typeface="Calibri"/>
              </a:rPr>
              <a:t>A</a:t>
            </a:r>
            <a:r>
              <a:rPr sz="3000" baseline="-20833" dirty="0">
                <a:latin typeface="Calibri"/>
                <a:cs typeface="Calibri"/>
              </a:rPr>
              <a:t>1</a:t>
            </a:r>
            <a:r>
              <a:rPr sz="3000" dirty="0">
                <a:latin typeface="Calibri"/>
                <a:cs typeface="Calibri"/>
              </a:rPr>
              <a:t>={A,</a:t>
            </a:r>
            <a:r>
              <a:rPr sz="3000" spc="-70" dirty="0">
                <a:latin typeface="Calibri"/>
                <a:cs typeface="Calibri"/>
              </a:rPr>
              <a:t> </a:t>
            </a:r>
            <a:r>
              <a:rPr sz="3000" dirty="0">
                <a:latin typeface="Calibri"/>
                <a:cs typeface="Calibri"/>
              </a:rPr>
              <a:t>B,</a:t>
            </a:r>
            <a:r>
              <a:rPr sz="3000" spc="-50" dirty="0">
                <a:latin typeface="Calibri"/>
                <a:cs typeface="Calibri"/>
              </a:rPr>
              <a:t> </a:t>
            </a:r>
            <a:r>
              <a:rPr sz="3000" dirty="0">
                <a:latin typeface="Calibri"/>
                <a:cs typeface="Calibri"/>
              </a:rPr>
              <a:t>C,</a:t>
            </a:r>
            <a:r>
              <a:rPr sz="3000" spc="-45" dirty="0">
                <a:latin typeface="Calibri"/>
                <a:cs typeface="Calibri"/>
              </a:rPr>
              <a:t> </a:t>
            </a:r>
            <a:r>
              <a:rPr sz="3000" dirty="0">
                <a:latin typeface="Calibri"/>
                <a:cs typeface="Calibri"/>
              </a:rPr>
              <a:t>D,</a:t>
            </a:r>
            <a:r>
              <a:rPr sz="3000" spc="-50" dirty="0">
                <a:latin typeface="Calibri"/>
                <a:cs typeface="Calibri"/>
              </a:rPr>
              <a:t> </a:t>
            </a:r>
            <a:r>
              <a:rPr sz="3000" dirty="0">
                <a:latin typeface="Calibri"/>
                <a:cs typeface="Calibri"/>
              </a:rPr>
              <a:t>E}.</a:t>
            </a:r>
            <a:r>
              <a:rPr sz="3000" spc="-55" dirty="0">
                <a:latin typeface="Calibri"/>
                <a:cs typeface="Calibri"/>
              </a:rPr>
              <a:t> </a:t>
            </a:r>
            <a:r>
              <a:rPr sz="3000" dirty="0">
                <a:latin typeface="Calibri"/>
                <a:cs typeface="Calibri"/>
              </a:rPr>
              <a:t>Chuỗi</a:t>
            </a:r>
            <a:r>
              <a:rPr sz="3000" spc="-45" dirty="0">
                <a:latin typeface="Calibri"/>
                <a:cs typeface="Calibri"/>
              </a:rPr>
              <a:t> </a:t>
            </a:r>
            <a:r>
              <a:rPr sz="3000" dirty="0">
                <a:latin typeface="Calibri"/>
                <a:cs typeface="Calibri"/>
              </a:rPr>
              <a:t>có</a:t>
            </a:r>
            <a:r>
              <a:rPr sz="3000" spc="-55" dirty="0">
                <a:latin typeface="Calibri"/>
                <a:cs typeface="Calibri"/>
              </a:rPr>
              <a:t> </a:t>
            </a:r>
            <a:r>
              <a:rPr sz="3000" spc="-20" dirty="0">
                <a:latin typeface="Calibri"/>
                <a:cs typeface="Calibri"/>
              </a:rPr>
              <a:t>dạng</a:t>
            </a:r>
            <a:endParaRPr sz="3000">
              <a:latin typeface="Calibri"/>
              <a:cs typeface="Calibri"/>
            </a:endParaRPr>
          </a:p>
          <a:p>
            <a:pPr marL="38100" marR="1677035" indent="2562225">
              <a:lnSpc>
                <a:spcPct val="100000"/>
              </a:lnSpc>
            </a:pPr>
            <a:r>
              <a:rPr sz="3000" dirty="0">
                <a:latin typeface="Calibri"/>
                <a:cs typeface="Calibri"/>
              </a:rPr>
              <a:t>a</a:t>
            </a:r>
            <a:r>
              <a:rPr sz="3000" baseline="-20833" dirty="0">
                <a:latin typeface="Calibri"/>
                <a:cs typeface="Calibri"/>
              </a:rPr>
              <a:t>1</a:t>
            </a:r>
            <a:r>
              <a:rPr sz="3000" dirty="0">
                <a:latin typeface="Calibri"/>
                <a:cs typeface="Calibri"/>
              </a:rPr>
              <a:t>a</a:t>
            </a:r>
            <a:r>
              <a:rPr sz="3000" baseline="-20833" dirty="0">
                <a:latin typeface="Calibri"/>
                <a:cs typeface="Calibri"/>
              </a:rPr>
              <a:t>2</a:t>
            </a:r>
            <a:r>
              <a:rPr sz="3000" dirty="0">
                <a:latin typeface="Calibri"/>
                <a:cs typeface="Calibri"/>
              </a:rPr>
              <a:t>a</a:t>
            </a:r>
            <a:r>
              <a:rPr sz="3000" baseline="-20833" dirty="0">
                <a:latin typeface="Calibri"/>
                <a:cs typeface="Calibri"/>
              </a:rPr>
              <a:t>3</a:t>
            </a:r>
            <a:r>
              <a:rPr sz="3000" dirty="0">
                <a:latin typeface="Calibri"/>
                <a:cs typeface="Calibri"/>
              </a:rPr>
              <a:t>a</a:t>
            </a:r>
            <a:r>
              <a:rPr sz="3000" baseline="-20833" dirty="0">
                <a:latin typeface="Calibri"/>
                <a:cs typeface="Calibri"/>
              </a:rPr>
              <a:t>4</a:t>
            </a:r>
            <a:r>
              <a:rPr sz="3000" dirty="0">
                <a:latin typeface="Calibri"/>
                <a:cs typeface="Calibri"/>
              </a:rPr>
              <a:t>=(a</a:t>
            </a:r>
            <a:r>
              <a:rPr sz="3000" baseline="-20833" dirty="0">
                <a:latin typeface="Calibri"/>
                <a:cs typeface="Calibri"/>
              </a:rPr>
              <a:t>1</a:t>
            </a:r>
            <a:r>
              <a:rPr sz="3000" dirty="0">
                <a:latin typeface="Calibri"/>
                <a:cs typeface="Calibri"/>
              </a:rPr>
              <a:t>,</a:t>
            </a:r>
            <a:r>
              <a:rPr sz="3000" spc="-85" dirty="0">
                <a:latin typeface="Calibri"/>
                <a:cs typeface="Calibri"/>
              </a:rPr>
              <a:t> </a:t>
            </a:r>
            <a:r>
              <a:rPr sz="3000" dirty="0">
                <a:latin typeface="Calibri"/>
                <a:cs typeface="Calibri"/>
              </a:rPr>
              <a:t>a</a:t>
            </a:r>
            <a:r>
              <a:rPr sz="3000" baseline="-20833" dirty="0">
                <a:latin typeface="Calibri"/>
                <a:cs typeface="Calibri"/>
              </a:rPr>
              <a:t>2</a:t>
            </a:r>
            <a:r>
              <a:rPr sz="3000" dirty="0">
                <a:latin typeface="Calibri"/>
                <a:cs typeface="Calibri"/>
              </a:rPr>
              <a:t>,</a:t>
            </a:r>
            <a:r>
              <a:rPr sz="3000" spc="-70" dirty="0">
                <a:latin typeface="Calibri"/>
                <a:cs typeface="Calibri"/>
              </a:rPr>
              <a:t> </a:t>
            </a:r>
            <a:r>
              <a:rPr sz="3000" dirty="0">
                <a:latin typeface="Calibri"/>
                <a:cs typeface="Calibri"/>
              </a:rPr>
              <a:t>a</a:t>
            </a:r>
            <a:r>
              <a:rPr sz="3000" baseline="-20833" dirty="0">
                <a:latin typeface="Calibri"/>
                <a:cs typeface="Calibri"/>
              </a:rPr>
              <a:t>3</a:t>
            </a:r>
            <a:r>
              <a:rPr sz="3000" dirty="0">
                <a:latin typeface="Calibri"/>
                <a:cs typeface="Calibri"/>
              </a:rPr>
              <a:t>,</a:t>
            </a:r>
            <a:r>
              <a:rPr sz="3000" spc="-75" dirty="0">
                <a:latin typeface="Calibri"/>
                <a:cs typeface="Calibri"/>
              </a:rPr>
              <a:t> </a:t>
            </a:r>
            <a:r>
              <a:rPr sz="3000" spc="-25" dirty="0">
                <a:latin typeface="Calibri"/>
                <a:cs typeface="Calibri"/>
              </a:rPr>
              <a:t>a</a:t>
            </a:r>
            <a:r>
              <a:rPr sz="3000" spc="-37" baseline="-20833" dirty="0">
                <a:latin typeface="Calibri"/>
                <a:cs typeface="Calibri"/>
              </a:rPr>
              <a:t>4</a:t>
            </a:r>
            <a:r>
              <a:rPr sz="3000" spc="-25" dirty="0">
                <a:latin typeface="Calibri"/>
                <a:cs typeface="Calibri"/>
              </a:rPr>
              <a:t>) </a:t>
            </a:r>
            <a:r>
              <a:rPr sz="3000" dirty="0">
                <a:latin typeface="Calibri"/>
                <a:cs typeface="Calibri"/>
              </a:rPr>
              <a:t>Để</a:t>
            </a:r>
            <a:r>
              <a:rPr sz="3000" spc="-40" dirty="0">
                <a:latin typeface="Calibri"/>
                <a:cs typeface="Calibri"/>
              </a:rPr>
              <a:t> </a:t>
            </a:r>
            <a:r>
              <a:rPr sz="3000" dirty="0">
                <a:latin typeface="Calibri"/>
                <a:cs typeface="Calibri"/>
              </a:rPr>
              <a:t>tạo</a:t>
            </a:r>
            <a:r>
              <a:rPr sz="3000" spc="-30" dirty="0">
                <a:latin typeface="Calibri"/>
                <a:cs typeface="Calibri"/>
              </a:rPr>
              <a:t> </a:t>
            </a:r>
            <a:r>
              <a:rPr sz="3000" dirty="0">
                <a:latin typeface="Calibri"/>
                <a:cs typeface="Calibri"/>
              </a:rPr>
              <a:t>một</a:t>
            </a:r>
            <a:r>
              <a:rPr sz="3000" spc="-25" dirty="0">
                <a:latin typeface="Calibri"/>
                <a:cs typeface="Calibri"/>
              </a:rPr>
              <a:t> </a:t>
            </a:r>
            <a:r>
              <a:rPr sz="3000" dirty="0">
                <a:latin typeface="Calibri"/>
                <a:cs typeface="Calibri"/>
              </a:rPr>
              <a:t>chuỗi</a:t>
            </a:r>
            <a:r>
              <a:rPr sz="3000" spc="-25" dirty="0">
                <a:latin typeface="Calibri"/>
                <a:cs typeface="Calibri"/>
              </a:rPr>
              <a:t> </a:t>
            </a:r>
            <a:r>
              <a:rPr sz="3000" dirty="0">
                <a:latin typeface="Calibri"/>
                <a:cs typeface="Calibri"/>
              </a:rPr>
              <a:t>ta</a:t>
            </a:r>
            <a:r>
              <a:rPr sz="3000" spc="-45" dirty="0">
                <a:latin typeface="Calibri"/>
                <a:cs typeface="Calibri"/>
              </a:rPr>
              <a:t> </a:t>
            </a:r>
            <a:r>
              <a:rPr sz="3000" dirty="0">
                <a:latin typeface="Calibri"/>
                <a:cs typeface="Calibri"/>
              </a:rPr>
              <a:t>có</a:t>
            </a:r>
            <a:r>
              <a:rPr sz="3000" spc="-30" dirty="0">
                <a:latin typeface="Calibri"/>
                <a:cs typeface="Calibri"/>
              </a:rPr>
              <a:t> </a:t>
            </a:r>
            <a:r>
              <a:rPr sz="3000" dirty="0">
                <a:latin typeface="Calibri"/>
                <a:cs typeface="Calibri"/>
              </a:rPr>
              <a:t>thể</a:t>
            </a:r>
            <a:r>
              <a:rPr sz="3000" spc="-60" dirty="0">
                <a:latin typeface="Calibri"/>
                <a:cs typeface="Calibri"/>
              </a:rPr>
              <a:t> </a:t>
            </a:r>
            <a:r>
              <a:rPr sz="3000" dirty="0">
                <a:latin typeface="Calibri"/>
                <a:cs typeface="Calibri"/>
              </a:rPr>
              <a:t>thực</a:t>
            </a:r>
            <a:r>
              <a:rPr sz="3000" spc="-40" dirty="0">
                <a:latin typeface="Calibri"/>
                <a:cs typeface="Calibri"/>
              </a:rPr>
              <a:t> </a:t>
            </a:r>
            <a:r>
              <a:rPr sz="3000" dirty="0">
                <a:latin typeface="Calibri"/>
                <a:cs typeface="Calibri"/>
              </a:rPr>
              <a:t>hiện</a:t>
            </a:r>
            <a:r>
              <a:rPr sz="3000" spc="-40" dirty="0">
                <a:latin typeface="Calibri"/>
                <a:cs typeface="Calibri"/>
              </a:rPr>
              <a:t> </a:t>
            </a:r>
            <a:r>
              <a:rPr sz="3000" spc="-50" dirty="0">
                <a:latin typeface="Calibri"/>
                <a:cs typeface="Calibri"/>
              </a:rPr>
              <a:t>:</a:t>
            </a:r>
            <a:endParaRPr sz="3000">
              <a:latin typeface="Calibri"/>
              <a:cs typeface="Calibri"/>
            </a:endParaRPr>
          </a:p>
          <a:p>
            <a:pPr marL="38100">
              <a:lnSpc>
                <a:spcPct val="100000"/>
              </a:lnSpc>
              <a:tabLst>
                <a:tab pos="4610735" algn="l"/>
              </a:tabLst>
            </a:pPr>
            <a:r>
              <a:rPr sz="3000" dirty="0">
                <a:latin typeface="Calibri"/>
                <a:cs typeface="Calibri"/>
              </a:rPr>
              <a:t>1.</a:t>
            </a:r>
            <a:r>
              <a:rPr sz="3000" spc="-25" dirty="0">
                <a:latin typeface="Calibri"/>
                <a:cs typeface="Calibri"/>
              </a:rPr>
              <a:t> </a:t>
            </a:r>
            <a:r>
              <a:rPr sz="3000" dirty="0">
                <a:latin typeface="Calibri"/>
                <a:cs typeface="Calibri"/>
              </a:rPr>
              <a:t>Chọn</a:t>
            </a:r>
            <a:r>
              <a:rPr sz="3000" spc="-25" dirty="0">
                <a:latin typeface="Calibri"/>
                <a:cs typeface="Calibri"/>
              </a:rPr>
              <a:t> </a:t>
            </a:r>
            <a:r>
              <a:rPr sz="3000" dirty="0">
                <a:latin typeface="Calibri"/>
                <a:cs typeface="Calibri"/>
              </a:rPr>
              <a:t>a</a:t>
            </a:r>
            <a:r>
              <a:rPr sz="3000" baseline="-20833" dirty="0">
                <a:latin typeface="Calibri"/>
                <a:cs typeface="Calibri"/>
              </a:rPr>
              <a:t>1</a:t>
            </a:r>
            <a:r>
              <a:rPr sz="3000" spc="300" baseline="-20833" dirty="0">
                <a:latin typeface="Calibri"/>
                <a:cs typeface="Calibri"/>
              </a:rPr>
              <a:t> </a:t>
            </a:r>
            <a:r>
              <a:rPr sz="3000" dirty="0">
                <a:latin typeface="Symbol"/>
                <a:cs typeface="Symbol"/>
              </a:rPr>
              <a:t></a:t>
            </a:r>
            <a:r>
              <a:rPr sz="3000" spc="-105" dirty="0">
                <a:latin typeface="Times New Roman"/>
                <a:cs typeface="Times New Roman"/>
              </a:rPr>
              <a:t> </a:t>
            </a:r>
            <a:r>
              <a:rPr sz="3000" dirty="0">
                <a:latin typeface="Calibri"/>
                <a:cs typeface="Calibri"/>
              </a:rPr>
              <a:t>{B}</a:t>
            </a:r>
            <a:r>
              <a:rPr sz="3000" spc="-25" dirty="0">
                <a:latin typeface="Calibri"/>
                <a:cs typeface="Calibri"/>
              </a:rPr>
              <a:t> </a:t>
            </a:r>
            <a:r>
              <a:rPr sz="3000" dirty="0">
                <a:latin typeface="Calibri"/>
                <a:cs typeface="Calibri"/>
              </a:rPr>
              <a:t>,</a:t>
            </a:r>
            <a:r>
              <a:rPr sz="3000" spc="-20" dirty="0">
                <a:latin typeface="Calibri"/>
                <a:cs typeface="Calibri"/>
              </a:rPr>
              <a:t> </a:t>
            </a:r>
            <a:r>
              <a:rPr sz="3000" dirty="0">
                <a:latin typeface="Calibri"/>
                <a:cs typeface="Calibri"/>
              </a:rPr>
              <a:t>A</a:t>
            </a:r>
            <a:r>
              <a:rPr sz="3000" baseline="-20833" dirty="0">
                <a:latin typeface="Calibri"/>
                <a:cs typeface="Calibri"/>
              </a:rPr>
              <a:t>2</a:t>
            </a:r>
            <a:r>
              <a:rPr sz="3000" dirty="0">
                <a:latin typeface="Calibri"/>
                <a:cs typeface="Calibri"/>
              </a:rPr>
              <a:t>=</a:t>
            </a:r>
            <a:r>
              <a:rPr sz="3000" spc="-35" dirty="0">
                <a:latin typeface="Calibri"/>
                <a:cs typeface="Calibri"/>
              </a:rPr>
              <a:t> </a:t>
            </a:r>
            <a:r>
              <a:rPr sz="3000" spc="-10" dirty="0">
                <a:latin typeface="Calibri"/>
                <a:cs typeface="Calibri"/>
              </a:rPr>
              <a:t>A</a:t>
            </a:r>
            <a:r>
              <a:rPr sz="3000" spc="-15" baseline="-20833" dirty="0">
                <a:latin typeface="Calibri"/>
                <a:cs typeface="Calibri"/>
              </a:rPr>
              <a:t>1</a:t>
            </a:r>
            <a:r>
              <a:rPr sz="3000" spc="-10" dirty="0">
                <a:latin typeface="Calibri"/>
                <a:cs typeface="Calibri"/>
              </a:rPr>
              <a:t>-</a:t>
            </a:r>
            <a:r>
              <a:rPr sz="3000" spc="-25" dirty="0">
                <a:latin typeface="Calibri"/>
                <a:cs typeface="Calibri"/>
              </a:rPr>
              <a:t>{B}</a:t>
            </a:r>
            <a:r>
              <a:rPr sz="3000" dirty="0">
                <a:latin typeface="Calibri"/>
                <a:cs typeface="Calibri"/>
              </a:rPr>
              <a:t>	(giai</a:t>
            </a:r>
            <a:r>
              <a:rPr sz="3000" spc="-15" dirty="0">
                <a:latin typeface="Calibri"/>
                <a:cs typeface="Calibri"/>
              </a:rPr>
              <a:t> </a:t>
            </a:r>
            <a:r>
              <a:rPr sz="3000" dirty="0">
                <a:latin typeface="Calibri"/>
                <a:cs typeface="Calibri"/>
              </a:rPr>
              <a:t>đoạn</a:t>
            </a:r>
            <a:r>
              <a:rPr sz="3000" spc="-20" dirty="0">
                <a:latin typeface="Calibri"/>
                <a:cs typeface="Calibri"/>
              </a:rPr>
              <a:t> </a:t>
            </a:r>
            <a:r>
              <a:rPr sz="3000" dirty="0">
                <a:latin typeface="Calibri"/>
                <a:cs typeface="Calibri"/>
              </a:rPr>
              <a:t>1,</a:t>
            </a:r>
            <a:r>
              <a:rPr sz="3000" spc="-5" dirty="0">
                <a:latin typeface="Calibri"/>
                <a:cs typeface="Calibri"/>
              </a:rPr>
              <a:t> </a:t>
            </a:r>
            <a:r>
              <a:rPr sz="3000" dirty="0">
                <a:latin typeface="Calibri"/>
                <a:cs typeface="Calibri"/>
              </a:rPr>
              <a:t>1</a:t>
            </a:r>
            <a:r>
              <a:rPr sz="3000" spc="-20" dirty="0">
                <a:latin typeface="Calibri"/>
                <a:cs typeface="Calibri"/>
              </a:rPr>
              <a:t> </a:t>
            </a:r>
            <a:r>
              <a:rPr sz="3000" spc="-10" dirty="0">
                <a:latin typeface="Calibri"/>
                <a:cs typeface="Calibri"/>
              </a:rPr>
              <a:t>cách)</a:t>
            </a:r>
            <a:endParaRPr sz="3000">
              <a:latin typeface="Calibri"/>
              <a:cs typeface="Calibri"/>
            </a:endParaRPr>
          </a:p>
        </p:txBody>
      </p:sp>
      <p:sp>
        <p:nvSpPr>
          <p:cNvPr id="3" name="object 3"/>
          <p:cNvSpPr txBox="1"/>
          <p:nvPr/>
        </p:nvSpPr>
        <p:spPr>
          <a:xfrm>
            <a:off x="281940" y="2517775"/>
            <a:ext cx="4359275" cy="1397635"/>
          </a:xfrm>
          <a:prstGeom prst="rect">
            <a:avLst/>
          </a:prstGeom>
        </p:spPr>
        <p:txBody>
          <a:bodyPr vert="horz" wrap="square" lIns="0" tIns="12700" rIns="0" bIns="0" rtlCol="0">
            <a:spAutoFit/>
          </a:bodyPr>
          <a:lstStyle/>
          <a:p>
            <a:pPr marL="411480" indent="-373380">
              <a:lnSpc>
                <a:spcPct val="100000"/>
              </a:lnSpc>
              <a:spcBef>
                <a:spcPts val="100"/>
              </a:spcBef>
              <a:buAutoNum type="arabicPeriod" startAt="2"/>
              <a:tabLst>
                <a:tab pos="411480" algn="l"/>
              </a:tabLst>
            </a:pPr>
            <a:r>
              <a:rPr sz="3000" dirty="0">
                <a:latin typeface="Calibri"/>
                <a:cs typeface="Calibri"/>
              </a:rPr>
              <a:t>Chọn</a:t>
            </a:r>
            <a:r>
              <a:rPr sz="3000" spc="-25" dirty="0">
                <a:latin typeface="Calibri"/>
                <a:cs typeface="Calibri"/>
              </a:rPr>
              <a:t> </a:t>
            </a:r>
            <a:r>
              <a:rPr sz="3000" dirty="0">
                <a:latin typeface="Calibri"/>
                <a:cs typeface="Calibri"/>
              </a:rPr>
              <a:t>a</a:t>
            </a:r>
            <a:r>
              <a:rPr sz="3000" baseline="-20833" dirty="0">
                <a:latin typeface="Calibri"/>
                <a:cs typeface="Calibri"/>
              </a:rPr>
              <a:t>2</a:t>
            </a:r>
            <a:r>
              <a:rPr sz="3000" spc="300" baseline="-20833" dirty="0">
                <a:latin typeface="Calibri"/>
                <a:cs typeface="Calibri"/>
              </a:rPr>
              <a:t> </a:t>
            </a:r>
            <a:r>
              <a:rPr sz="3000" dirty="0">
                <a:latin typeface="Symbol"/>
                <a:cs typeface="Symbol"/>
              </a:rPr>
              <a:t></a:t>
            </a:r>
            <a:r>
              <a:rPr sz="3000" spc="-105" dirty="0">
                <a:latin typeface="Times New Roman"/>
                <a:cs typeface="Times New Roman"/>
              </a:rPr>
              <a:t> </a:t>
            </a:r>
            <a:r>
              <a:rPr sz="3000" dirty="0">
                <a:latin typeface="Calibri"/>
                <a:cs typeface="Calibri"/>
              </a:rPr>
              <a:t>A</a:t>
            </a:r>
            <a:r>
              <a:rPr sz="3000" baseline="-20833" dirty="0">
                <a:latin typeface="Calibri"/>
                <a:cs typeface="Calibri"/>
              </a:rPr>
              <a:t>2</a:t>
            </a:r>
            <a:r>
              <a:rPr sz="3000" spc="292" baseline="-20833" dirty="0">
                <a:latin typeface="Calibri"/>
                <a:cs typeface="Calibri"/>
              </a:rPr>
              <a:t> </a:t>
            </a:r>
            <a:r>
              <a:rPr sz="3000" dirty="0">
                <a:latin typeface="Calibri"/>
                <a:cs typeface="Calibri"/>
              </a:rPr>
              <a:t>,</a:t>
            </a:r>
            <a:r>
              <a:rPr sz="3000" spc="-20" dirty="0">
                <a:latin typeface="Calibri"/>
                <a:cs typeface="Calibri"/>
              </a:rPr>
              <a:t> </a:t>
            </a:r>
            <a:r>
              <a:rPr sz="3000" dirty="0">
                <a:latin typeface="Calibri"/>
                <a:cs typeface="Calibri"/>
              </a:rPr>
              <a:t>A</a:t>
            </a:r>
            <a:r>
              <a:rPr sz="3000" baseline="-20833" dirty="0">
                <a:latin typeface="Calibri"/>
                <a:cs typeface="Calibri"/>
              </a:rPr>
              <a:t>3</a:t>
            </a:r>
            <a:r>
              <a:rPr sz="3000" dirty="0">
                <a:latin typeface="Calibri"/>
                <a:cs typeface="Calibri"/>
              </a:rPr>
              <a:t>=</a:t>
            </a:r>
            <a:r>
              <a:rPr sz="3000" spc="-25" dirty="0">
                <a:latin typeface="Calibri"/>
                <a:cs typeface="Calibri"/>
              </a:rPr>
              <a:t> </a:t>
            </a:r>
            <a:r>
              <a:rPr sz="3000" spc="-10" dirty="0">
                <a:latin typeface="Calibri"/>
                <a:cs typeface="Calibri"/>
              </a:rPr>
              <a:t>A</a:t>
            </a:r>
            <a:r>
              <a:rPr sz="3000" spc="-15" baseline="-20833" dirty="0">
                <a:latin typeface="Calibri"/>
                <a:cs typeface="Calibri"/>
              </a:rPr>
              <a:t>2</a:t>
            </a:r>
            <a:r>
              <a:rPr sz="3000" spc="-10" dirty="0">
                <a:latin typeface="Calibri"/>
                <a:cs typeface="Calibri"/>
              </a:rPr>
              <a:t>-</a:t>
            </a:r>
            <a:r>
              <a:rPr sz="3000" spc="-20" dirty="0">
                <a:latin typeface="Calibri"/>
                <a:cs typeface="Calibri"/>
              </a:rPr>
              <a:t>{a</a:t>
            </a:r>
            <a:r>
              <a:rPr sz="3000" spc="-30" baseline="-20833" dirty="0">
                <a:latin typeface="Calibri"/>
                <a:cs typeface="Calibri"/>
              </a:rPr>
              <a:t>2</a:t>
            </a:r>
            <a:r>
              <a:rPr sz="3000" spc="-20" dirty="0">
                <a:latin typeface="Calibri"/>
                <a:cs typeface="Calibri"/>
              </a:rPr>
              <a:t>}</a:t>
            </a:r>
            <a:endParaRPr sz="3000">
              <a:latin typeface="Calibri"/>
              <a:cs typeface="Calibri"/>
            </a:endParaRPr>
          </a:p>
          <a:p>
            <a:pPr marL="411480" indent="-373380">
              <a:lnSpc>
                <a:spcPct val="100000"/>
              </a:lnSpc>
              <a:buAutoNum type="arabicPeriod" startAt="2"/>
              <a:tabLst>
                <a:tab pos="411480" algn="l"/>
              </a:tabLst>
            </a:pPr>
            <a:r>
              <a:rPr sz="3000" dirty="0">
                <a:latin typeface="Calibri"/>
                <a:cs typeface="Calibri"/>
              </a:rPr>
              <a:t>Chọn</a:t>
            </a:r>
            <a:r>
              <a:rPr sz="3000" spc="-15" dirty="0">
                <a:latin typeface="Calibri"/>
                <a:cs typeface="Calibri"/>
              </a:rPr>
              <a:t> </a:t>
            </a:r>
            <a:r>
              <a:rPr sz="3000" dirty="0">
                <a:latin typeface="Calibri"/>
                <a:cs typeface="Calibri"/>
              </a:rPr>
              <a:t>a</a:t>
            </a:r>
            <a:r>
              <a:rPr sz="3000" baseline="-20833" dirty="0">
                <a:latin typeface="Calibri"/>
                <a:cs typeface="Calibri"/>
              </a:rPr>
              <a:t>3</a:t>
            </a:r>
            <a:r>
              <a:rPr sz="3000" spc="315" baseline="-20833" dirty="0">
                <a:latin typeface="Calibri"/>
                <a:cs typeface="Calibri"/>
              </a:rPr>
              <a:t> </a:t>
            </a:r>
            <a:r>
              <a:rPr sz="3000" dirty="0">
                <a:latin typeface="Symbol"/>
                <a:cs typeface="Symbol"/>
              </a:rPr>
              <a:t></a:t>
            </a:r>
            <a:r>
              <a:rPr sz="3000" spc="-90" dirty="0">
                <a:latin typeface="Times New Roman"/>
                <a:cs typeface="Times New Roman"/>
              </a:rPr>
              <a:t> </a:t>
            </a:r>
            <a:r>
              <a:rPr sz="3000" dirty="0">
                <a:latin typeface="Calibri"/>
                <a:cs typeface="Calibri"/>
              </a:rPr>
              <a:t>A</a:t>
            </a:r>
            <a:r>
              <a:rPr sz="3000" baseline="-20833" dirty="0">
                <a:latin typeface="Calibri"/>
                <a:cs typeface="Calibri"/>
              </a:rPr>
              <a:t>3</a:t>
            </a:r>
            <a:r>
              <a:rPr sz="3000" spc="300" baseline="-20833" dirty="0">
                <a:latin typeface="Calibri"/>
                <a:cs typeface="Calibri"/>
              </a:rPr>
              <a:t> </a:t>
            </a:r>
            <a:r>
              <a:rPr sz="3000" dirty="0">
                <a:latin typeface="Calibri"/>
                <a:cs typeface="Calibri"/>
              </a:rPr>
              <a:t>,</a:t>
            </a:r>
            <a:r>
              <a:rPr sz="3000" spc="-10" dirty="0">
                <a:latin typeface="Calibri"/>
                <a:cs typeface="Calibri"/>
              </a:rPr>
              <a:t> </a:t>
            </a:r>
            <a:r>
              <a:rPr sz="3000" dirty="0">
                <a:latin typeface="Calibri"/>
                <a:cs typeface="Calibri"/>
              </a:rPr>
              <a:t>A</a:t>
            </a:r>
            <a:r>
              <a:rPr sz="3000" baseline="-20833" dirty="0">
                <a:latin typeface="Calibri"/>
                <a:cs typeface="Calibri"/>
              </a:rPr>
              <a:t>4</a:t>
            </a:r>
            <a:r>
              <a:rPr sz="3000" dirty="0">
                <a:latin typeface="Calibri"/>
                <a:cs typeface="Calibri"/>
              </a:rPr>
              <a:t>=</a:t>
            </a:r>
            <a:r>
              <a:rPr sz="3000" spc="-5" dirty="0">
                <a:latin typeface="Calibri"/>
                <a:cs typeface="Calibri"/>
              </a:rPr>
              <a:t> </a:t>
            </a:r>
            <a:r>
              <a:rPr sz="3000" spc="-10" dirty="0">
                <a:latin typeface="Calibri"/>
                <a:cs typeface="Calibri"/>
              </a:rPr>
              <a:t>A</a:t>
            </a:r>
            <a:r>
              <a:rPr sz="3000" spc="-15" baseline="-20833" dirty="0">
                <a:latin typeface="Calibri"/>
                <a:cs typeface="Calibri"/>
              </a:rPr>
              <a:t>3</a:t>
            </a:r>
            <a:r>
              <a:rPr sz="3000" spc="-10" dirty="0">
                <a:latin typeface="Calibri"/>
                <a:cs typeface="Calibri"/>
              </a:rPr>
              <a:t>-</a:t>
            </a:r>
            <a:r>
              <a:rPr sz="3000" spc="-20" dirty="0">
                <a:latin typeface="Calibri"/>
                <a:cs typeface="Calibri"/>
              </a:rPr>
              <a:t>{a</a:t>
            </a:r>
            <a:r>
              <a:rPr sz="3000" spc="-30" baseline="-20833" dirty="0">
                <a:latin typeface="Calibri"/>
                <a:cs typeface="Calibri"/>
              </a:rPr>
              <a:t>3</a:t>
            </a:r>
            <a:r>
              <a:rPr sz="3000" spc="-20" dirty="0">
                <a:latin typeface="Calibri"/>
                <a:cs typeface="Calibri"/>
              </a:rPr>
              <a:t>}</a:t>
            </a:r>
            <a:endParaRPr sz="3000">
              <a:latin typeface="Calibri"/>
              <a:cs typeface="Calibri"/>
            </a:endParaRPr>
          </a:p>
          <a:p>
            <a:pPr marL="411480" indent="-373380">
              <a:lnSpc>
                <a:spcPct val="100000"/>
              </a:lnSpc>
              <a:buAutoNum type="arabicPeriod" startAt="2"/>
              <a:tabLst>
                <a:tab pos="411480" algn="l"/>
              </a:tabLst>
            </a:pPr>
            <a:r>
              <a:rPr sz="3000" dirty="0">
                <a:latin typeface="Calibri"/>
                <a:cs typeface="Calibri"/>
              </a:rPr>
              <a:t>Chọn</a:t>
            </a:r>
            <a:r>
              <a:rPr sz="3000" spc="-30" dirty="0">
                <a:latin typeface="Calibri"/>
                <a:cs typeface="Calibri"/>
              </a:rPr>
              <a:t> </a:t>
            </a:r>
            <a:r>
              <a:rPr sz="3000" dirty="0">
                <a:latin typeface="Calibri"/>
                <a:cs typeface="Calibri"/>
              </a:rPr>
              <a:t>a</a:t>
            </a:r>
            <a:r>
              <a:rPr sz="3000" baseline="-20833" dirty="0">
                <a:latin typeface="Calibri"/>
                <a:cs typeface="Calibri"/>
              </a:rPr>
              <a:t>4</a:t>
            </a:r>
            <a:r>
              <a:rPr sz="3000" spc="292" baseline="-20833" dirty="0">
                <a:latin typeface="Calibri"/>
                <a:cs typeface="Calibri"/>
              </a:rPr>
              <a:t> </a:t>
            </a:r>
            <a:r>
              <a:rPr sz="3000" dirty="0">
                <a:latin typeface="Symbol"/>
                <a:cs typeface="Symbol"/>
              </a:rPr>
              <a:t></a:t>
            </a:r>
            <a:r>
              <a:rPr sz="3000" spc="-105" dirty="0">
                <a:latin typeface="Times New Roman"/>
                <a:cs typeface="Times New Roman"/>
              </a:rPr>
              <a:t> </a:t>
            </a:r>
            <a:r>
              <a:rPr sz="3000" dirty="0">
                <a:latin typeface="Calibri"/>
                <a:cs typeface="Calibri"/>
              </a:rPr>
              <a:t>A</a:t>
            </a:r>
            <a:r>
              <a:rPr sz="3000" baseline="-20833" dirty="0">
                <a:latin typeface="Calibri"/>
                <a:cs typeface="Calibri"/>
              </a:rPr>
              <a:t>4</a:t>
            </a:r>
            <a:r>
              <a:rPr sz="3000" spc="277" baseline="-20833" dirty="0">
                <a:latin typeface="Calibri"/>
                <a:cs typeface="Calibri"/>
              </a:rPr>
              <a:t> </a:t>
            </a:r>
            <a:r>
              <a:rPr sz="3000" spc="-50" dirty="0">
                <a:latin typeface="Calibri"/>
                <a:cs typeface="Calibri"/>
              </a:rPr>
              <a:t>.</a:t>
            </a:r>
            <a:endParaRPr sz="3000">
              <a:latin typeface="Calibri"/>
              <a:cs typeface="Calibri"/>
            </a:endParaRPr>
          </a:p>
        </p:txBody>
      </p:sp>
      <p:sp>
        <p:nvSpPr>
          <p:cNvPr id="4" name="object 4"/>
          <p:cNvSpPr txBox="1"/>
          <p:nvPr/>
        </p:nvSpPr>
        <p:spPr>
          <a:xfrm>
            <a:off x="4880228" y="2517775"/>
            <a:ext cx="3117215" cy="1397635"/>
          </a:xfrm>
          <a:prstGeom prst="rect">
            <a:avLst/>
          </a:prstGeom>
        </p:spPr>
        <p:txBody>
          <a:bodyPr vert="horz" wrap="square" lIns="0" tIns="12700" rIns="0" bIns="0" rtlCol="0">
            <a:spAutoFit/>
          </a:bodyPr>
          <a:lstStyle/>
          <a:p>
            <a:pPr marL="12700">
              <a:lnSpc>
                <a:spcPct val="100000"/>
              </a:lnSpc>
              <a:spcBef>
                <a:spcPts val="100"/>
              </a:spcBef>
            </a:pPr>
            <a:r>
              <a:rPr sz="3000" dirty="0">
                <a:latin typeface="Calibri"/>
                <a:cs typeface="Calibri"/>
              </a:rPr>
              <a:t>(giai</a:t>
            </a:r>
            <a:r>
              <a:rPr sz="3000" spc="-15" dirty="0">
                <a:latin typeface="Calibri"/>
                <a:cs typeface="Calibri"/>
              </a:rPr>
              <a:t> </a:t>
            </a:r>
            <a:r>
              <a:rPr sz="3000" dirty="0">
                <a:latin typeface="Calibri"/>
                <a:cs typeface="Calibri"/>
              </a:rPr>
              <a:t>đoạn</a:t>
            </a:r>
            <a:r>
              <a:rPr sz="3000" spc="-20" dirty="0">
                <a:latin typeface="Calibri"/>
                <a:cs typeface="Calibri"/>
              </a:rPr>
              <a:t> </a:t>
            </a:r>
            <a:r>
              <a:rPr sz="3000" dirty="0">
                <a:latin typeface="Calibri"/>
                <a:cs typeface="Calibri"/>
              </a:rPr>
              <a:t>2,</a:t>
            </a:r>
            <a:r>
              <a:rPr sz="3000" spc="-10" dirty="0">
                <a:latin typeface="Calibri"/>
                <a:cs typeface="Calibri"/>
              </a:rPr>
              <a:t> </a:t>
            </a:r>
            <a:r>
              <a:rPr sz="3000" dirty="0">
                <a:latin typeface="Calibri"/>
                <a:cs typeface="Calibri"/>
              </a:rPr>
              <a:t>4</a:t>
            </a:r>
            <a:r>
              <a:rPr sz="3000" spc="-15" dirty="0">
                <a:latin typeface="Calibri"/>
                <a:cs typeface="Calibri"/>
              </a:rPr>
              <a:t> </a:t>
            </a:r>
            <a:r>
              <a:rPr sz="3000" spc="-10" dirty="0">
                <a:latin typeface="Calibri"/>
                <a:cs typeface="Calibri"/>
              </a:rPr>
              <a:t>cách)</a:t>
            </a:r>
            <a:endParaRPr sz="3000">
              <a:latin typeface="Calibri"/>
              <a:cs typeface="Calibri"/>
            </a:endParaRPr>
          </a:p>
          <a:p>
            <a:pPr marL="12700">
              <a:lnSpc>
                <a:spcPct val="100000"/>
              </a:lnSpc>
            </a:pPr>
            <a:r>
              <a:rPr sz="3000" dirty="0">
                <a:latin typeface="Calibri"/>
                <a:cs typeface="Calibri"/>
              </a:rPr>
              <a:t>(giai</a:t>
            </a:r>
            <a:r>
              <a:rPr sz="3000" spc="-25" dirty="0">
                <a:latin typeface="Calibri"/>
                <a:cs typeface="Calibri"/>
              </a:rPr>
              <a:t> </a:t>
            </a:r>
            <a:r>
              <a:rPr sz="3000" dirty="0">
                <a:latin typeface="Calibri"/>
                <a:cs typeface="Calibri"/>
              </a:rPr>
              <a:t>đoạn</a:t>
            </a:r>
            <a:r>
              <a:rPr sz="3000" spc="-20" dirty="0">
                <a:latin typeface="Calibri"/>
                <a:cs typeface="Calibri"/>
              </a:rPr>
              <a:t> </a:t>
            </a:r>
            <a:r>
              <a:rPr sz="3000" dirty="0">
                <a:latin typeface="Calibri"/>
                <a:cs typeface="Calibri"/>
              </a:rPr>
              <a:t>3,</a:t>
            </a:r>
            <a:r>
              <a:rPr sz="3000" spc="-10" dirty="0">
                <a:latin typeface="Calibri"/>
                <a:cs typeface="Calibri"/>
              </a:rPr>
              <a:t> </a:t>
            </a:r>
            <a:r>
              <a:rPr sz="3000" dirty="0">
                <a:latin typeface="Calibri"/>
                <a:cs typeface="Calibri"/>
              </a:rPr>
              <a:t>3</a:t>
            </a:r>
            <a:r>
              <a:rPr sz="3000" spc="-15" dirty="0">
                <a:latin typeface="Calibri"/>
                <a:cs typeface="Calibri"/>
              </a:rPr>
              <a:t> </a:t>
            </a:r>
            <a:r>
              <a:rPr sz="3000" spc="-10" dirty="0">
                <a:latin typeface="Calibri"/>
                <a:cs typeface="Calibri"/>
              </a:rPr>
              <a:t>cách)</a:t>
            </a:r>
            <a:endParaRPr sz="3000">
              <a:latin typeface="Calibri"/>
              <a:cs typeface="Calibri"/>
            </a:endParaRPr>
          </a:p>
          <a:p>
            <a:pPr marL="12700">
              <a:lnSpc>
                <a:spcPct val="100000"/>
              </a:lnSpc>
            </a:pPr>
            <a:r>
              <a:rPr sz="3000" dirty="0">
                <a:latin typeface="Calibri"/>
                <a:cs typeface="Calibri"/>
              </a:rPr>
              <a:t>(giai</a:t>
            </a:r>
            <a:r>
              <a:rPr sz="3000" spc="-15" dirty="0">
                <a:latin typeface="Calibri"/>
                <a:cs typeface="Calibri"/>
              </a:rPr>
              <a:t> </a:t>
            </a:r>
            <a:r>
              <a:rPr sz="3000" dirty="0">
                <a:latin typeface="Calibri"/>
                <a:cs typeface="Calibri"/>
              </a:rPr>
              <a:t>đoạn</a:t>
            </a:r>
            <a:r>
              <a:rPr sz="3000" spc="-20" dirty="0">
                <a:latin typeface="Calibri"/>
                <a:cs typeface="Calibri"/>
              </a:rPr>
              <a:t> </a:t>
            </a:r>
            <a:r>
              <a:rPr sz="3000" dirty="0">
                <a:latin typeface="Calibri"/>
                <a:cs typeface="Calibri"/>
              </a:rPr>
              <a:t>4,</a:t>
            </a:r>
            <a:r>
              <a:rPr sz="3000" spc="-10" dirty="0">
                <a:latin typeface="Calibri"/>
                <a:cs typeface="Calibri"/>
              </a:rPr>
              <a:t> </a:t>
            </a:r>
            <a:r>
              <a:rPr sz="3000" dirty="0">
                <a:latin typeface="Calibri"/>
                <a:cs typeface="Calibri"/>
              </a:rPr>
              <a:t>2</a:t>
            </a:r>
            <a:r>
              <a:rPr sz="3000" spc="-15" dirty="0">
                <a:latin typeface="Calibri"/>
                <a:cs typeface="Calibri"/>
              </a:rPr>
              <a:t> </a:t>
            </a:r>
            <a:r>
              <a:rPr sz="3000" spc="-10" dirty="0">
                <a:latin typeface="Calibri"/>
                <a:cs typeface="Calibri"/>
              </a:rPr>
              <a:t>cách)</a:t>
            </a:r>
            <a:endParaRPr sz="3000">
              <a:latin typeface="Calibri"/>
              <a:cs typeface="Calibri"/>
            </a:endParaRPr>
          </a:p>
        </p:txBody>
      </p:sp>
      <p:sp>
        <p:nvSpPr>
          <p:cNvPr id="5" name="object 5"/>
          <p:cNvSpPr txBox="1"/>
          <p:nvPr/>
        </p:nvSpPr>
        <p:spPr>
          <a:xfrm>
            <a:off x="307340" y="4346524"/>
            <a:ext cx="5349240" cy="483234"/>
          </a:xfrm>
          <a:prstGeom prst="rect">
            <a:avLst/>
          </a:prstGeom>
        </p:spPr>
        <p:txBody>
          <a:bodyPr vert="horz" wrap="square" lIns="0" tIns="12700" rIns="0" bIns="0" rtlCol="0">
            <a:spAutoFit/>
          </a:bodyPr>
          <a:lstStyle/>
          <a:p>
            <a:pPr marL="12700">
              <a:lnSpc>
                <a:spcPct val="100000"/>
              </a:lnSpc>
              <a:spcBef>
                <a:spcPts val="100"/>
              </a:spcBef>
              <a:tabLst>
                <a:tab pos="1697989" algn="l"/>
              </a:tabLst>
            </a:pPr>
            <a:r>
              <a:rPr sz="3000" dirty="0">
                <a:latin typeface="Calibri"/>
                <a:cs typeface="Calibri"/>
              </a:rPr>
              <a:t>Theo</a:t>
            </a:r>
            <a:r>
              <a:rPr sz="3000" spc="-35" dirty="0">
                <a:latin typeface="Calibri"/>
                <a:cs typeface="Calibri"/>
              </a:rPr>
              <a:t> </a:t>
            </a:r>
            <a:r>
              <a:rPr sz="3000" spc="-25" dirty="0">
                <a:latin typeface="Calibri"/>
                <a:cs typeface="Calibri"/>
              </a:rPr>
              <a:t>NLN</a:t>
            </a:r>
            <a:r>
              <a:rPr sz="3000" dirty="0">
                <a:latin typeface="Calibri"/>
                <a:cs typeface="Calibri"/>
              </a:rPr>
              <a:t>	số</a:t>
            </a:r>
            <a:r>
              <a:rPr sz="3000" spc="-25" dirty="0">
                <a:latin typeface="Calibri"/>
                <a:cs typeface="Calibri"/>
              </a:rPr>
              <a:t> </a:t>
            </a:r>
            <a:r>
              <a:rPr sz="3000" dirty="0">
                <a:latin typeface="Calibri"/>
                <a:cs typeface="Calibri"/>
              </a:rPr>
              <a:t>chuỗi</a:t>
            </a:r>
            <a:r>
              <a:rPr sz="3000" spc="-50" dirty="0">
                <a:latin typeface="Calibri"/>
                <a:cs typeface="Calibri"/>
              </a:rPr>
              <a:t> </a:t>
            </a:r>
            <a:r>
              <a:rPr sz="3000" dirty="0">
                <a:latin typeface="Calibri"/>
                <a:cs typeface="Calibri"/>
              </a:rPr>
              <a:t>là</a:t>
            </a:r>
            <a:r>
              <a:rPr sz="3000" spc="-25" dirty="0">
                <a:latin typeface="Calibri"/>
                <a:cs typeface="Calibri"/>
              </a:rPr>
              <a:t> </a:t>
            </a:r>
            <a:r>
              <a:rPr sz="3000" dirty="0">
                <a:latin typeface="Calibri"/>
                <a:cs typeface="Calibri"/>
              </a:rPr>
              <a:t>1.4.3.2</a:t>
            </a:r>
            <a:r>
              <a:rPr sz="3000" spc="-5" dirty="0">
                <a:latin typeface="Calibri"/>
                <a:cs typeface="Calibri"/>
              </a:rPr>
              <a:t> </a:t>
            </a:r>
            <a:r>
              <a:rPr sz="3000" dirty="0">
                <a:latin typeface="Calibri"/>
                <a:cs typeface="Calibri"/>
              </a:rPr>
              <a:t>=</a:t>
            </a:r>
            <a:r>
              <a:rPr sz="3000" spc="-30" dirty="0">
                <a:latin typeface="Calibri"/>
                <a:cs typeface="Calibri"/>
              </a:rPr>
              <a:t> </a:t>
            </a:r>
            <a:r>
              <a:rPr sz="3000" spc="-25" dirty="0">
                <a:latin typeface="Calibri"/>
                <a:cs typeface="Calibri"/>
              </a:rPr>
              <a:t>24.</a:t>
            </a:r>
            <a:endParaRPr sz="3000">
              <a:latin typeface="Calibri"/>
              <a:cs typeface="Calibri"/>
            </a:endParaRP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298450"/>
            <a:ext cx="7861934" cy="4964430"/>
          </a:xfrm>
          <a:prstGeom prst="rect">
            <a:avLst/>
          </a:prstGeom>
        </p:spPr>
        <p:txBody>
          <a:bodyPr vert="horz" wrap="square" lIns="0" tIns="104140" rIns="0" bIns="0" rtlCol="0">
            <a:spAutoFit/>
          </a:bodyPr>
          <a:lstStyle/>
          <a:p>
            <a:pPr marL="372745" indent="-360045">
              <a:lnSpc>
                <a:spcPct val="100000"/>
              </a:lnSpc>
              <a:spcBef>
                <a:spcPts val="820"/>
              </a:spcBef>
              <a:buAutoNum type="alphaLcParenR" startAt="3"/>
              <a:tabLst>
                <a:tab pos="372745" algn="l"/>
              </a:tabLst>
            </a:pPr>
            <a:r>
              <a:rPr sz="3000" dirty="0">
                <a:latin typeface="Calibri"/>
                <a:cs typeface="Calibri"/>
              </a:rPr>
              <a:t>Có</a:t>
            </a:r>
            <a:r>
              <a:rPr sz="3000" spc="-20" dirty="0">
                <a:latin typeface="Calibri"/>
                <a:cs typeface="Calibri"/>
              </a:rPr>
              <a:t> </a:t>
            </a:r>
            <a:r>
              <a:rPr sz="3000" dirty="0">
                <a:latin typeface="Calibri"/>
                <a:cs typeface="Calibri"/>
              </a:rPr>
              <a:t>bao</a:t>
            </a:r>
            <a:r>
              <a:rPr sz="3000" spc="-15" dirty="0">
                <a:latin typeface="Calibri"/>
                <a:cs typeface="Calibri"/>
              </a:rPr>
              <a:t> </a:t>
            </a:r>
            <a:r>
              <a:rPr sz="3000" dirty="0">
                <a:latin typeface="Calibri"/>
                <a:cs typeface="Calibri"/>
              </a:rPr>
              <a:t>nhiêu</a:t>
            </a:r>
            <a:r>
              <a:rPr sz="3000" spc="-30" dirty="0">
                <a:latin typeface="Calibri"/>
                <a:cs typeface="Calibri"/>
              </a:rPr>
              <a:t> </a:t>
            </a:r>
            <a:r>
              <a:rPr sz="3000" dirty="0">
                <a:latin typeface="Calibri"/>
                <a:cs typeface="Calibri"/>
              </a:rPr>
              <a:t>chuỗi</a:t>
            </a:r>
            <a:r>
              <a:rPr sz="3000" spc="-30" dirty="0">
                <a:latin typeface="Calibri"/>
                <a:cs typeface="Calibri"/>
              </a:rPr>
              <a:t> </a:t>
            </a:r>
            <a:r>
              <a:rPr sz="3000" dirty="0">
                <a:latin typeface="Calibri"/>
                <a:cs typeface="Calibri"/>
              </a:rPr>
              <a:t>ở</a:t>
            </a:r>
            <a:r>
              <a:rPr sz="3000" spc="-25" dirty="0">
                <a:latin typeface="Calibri"/>
                <a:cs typeface="Calibri"/>
              </a:rPr>
              <a:t> </a:t>
            </a:r>
            <a:r>
              <a:rPr sz="3000" dirty="0">
                <a:latin typeface="Calibri"/>
                <a:cs typeface="Calibri"/>
              </a:rPr>
              <a:t>a)</a:t>
            </a:r>
            <a:r>
              <a:rPr sz="3000" spc="-25" dirty="0">
                <a:latin typeface="Calibri"/>
                <a:cs typeface="Calibri"/>
              </a:rPr>
              <a:t> </a:t>
            </a:r>
            <a:r>
              <a:rPr sz="3000" dirty="0">
                <a:latin typeface="Calibri"/>
                <a:cs typeface="Calibri"/>
              </a:rPr>
              <a:t>với</a:t>
            </a:r>
            <a:r>
              <a:rPr sz="3000" spc="-40" dirty="0">
                <a:latin typeface="Calibri"/>
                <a:cs typeface="Calibri"/>
              </a:rPr>
              <a:t> </a:t>
            </a:r>
            <a:r>
              <a:rPr sz="3000" dirty="0">
                <a:latin typeface="Calibri"/>
                <a:cs typeface="Calibri"/>
              </a:rPr>
              <a:t>ký</a:t>
            </a:r>
            <a:r>
              <a:rPr sz="3000" spc="-20" dirty="0">
                <a:latin typeface="Calibri"/>
                <a:cs typeface="Calibri"/>
              </a:rPr>
              <a:t> </a:t>
            </a:r>
            <a:r>
              <a:rPr sz="3000" dirty="0">
                <a:latin typeface="Calibri"/>
                <a:cs typeface="Calibri"/>
              </a:rPr>
              <a:t>tự</a:t>
            </a:r>
            <a:r>
              <a:rPr sz="3000" spc="-45" dirty="0">
                <a:latin typeface="Calibri"/>
                <a:cs typeface="Calibri"/>
              </a:rPr>
              <a:t> </a:t>
            </a:r>
            <a:r>
              <a:rPr sz="3000" dirty="0">
                <a:latin typeface="Calibri"/>
                <a:cs typeface="Calibri"/>
              </a:rPr>
              <a:t>đầu</a:t>
            </a:r>
            <a:r>
              <a:rPr sz="3000" spc="-25" dirty="0">
                <a:latin typeface="Calibri"/>
                <a:cs typeface="Calibri"/>
              </a:rPr>
              <a:t> </a:t>
            </a:r>
            <a:r>
              <a:rPr sz="3000" dirty="0">
                <a:latin typeface="Calibri"/>
                <a:cs typeface="Calibri"/>
              </a:rPr>
              <a:t>khác</a:t>
            </a:r>
            <a:r>
              <a:rPr sz="3000" spc="-35" dirty="0">
                <a:latin typeface="Calibri"/>
                <a:cs typeface="Calibri"/>
              </a:rPr>
              <a:t> </a:t>
            </a:r>
            <a:r>
              <a:rPr sz="3000" dirty="0">
                <a:latin typeface="Calibri"/>
                <a:cs typeface="Calibri"/>
              </a:rPr>
              <a:t>B</a:t>
            </a:r>
            <a:r>
              <a:rPr sz="3000" spc="-25" dirty="0">
                <a:latin typeface="Calibri"/>
                <a:cs typeface="Calibri"/>
              </a:rPr>
              <a:t> </a:t>
            </a:r>
            <a:r>
              <a:rPr sz="3000" spc="-50" dirty="0">
                <a:latin typeface="Calibri"/>
                <a:cs typeface="Calibri"/>
              </a:rPr>
              <a:t>?</a:t>
            </a:r>
            <a:endParaRPr sz="3000">
              <a:latin typeface="Calibri"/>
              <a:cs typeface="Calibri"/>
            </a:endParaRPr>
          </a:p>
          <a:p>
            <a:pPr marL="469900" lvl="1" indent="-457200">
              <a:lnSpc>
                <a:spcPct val="100000"/>
              </a:lnSpc>
              <a:spcBef>
                <a:spcPts val="720"/>
              </a:spcBef>
              <a:buChar char="-"/>
              <a:tabLst>
                <a:tab pos="469900" algn="l"/>
              </a:tabLst>
            </a:pPr>
            <a:r>
              <a:rPr sz="3000" dirty="0">
                <a:latin typeface="Calibri"/>
                <a:cs typeface="Calibri"/>
              </a:rPr>
              <a:t>Gọi</a:t>
            </a:r>
            <a:r>
              <a:rPr sz="3000" spc="-30" dirty="0">
                <a:latin typeface="Calibri"/>
                <a:cs typeface="Calibri"/>
              </a:rPr>
              <a:t> </a:t>
            </a:r>
            <a:r>
              <a:rPr sz="3000" dirty="0">
                <a:latin typeface="Calibri"/>
                <a:cs typeface="Calibri"/>
              </a:rPr>
              <a:t>A</a:t>
            </a:r>
            <a:r>
              <a:rPr sz="3000" spc="-20" dirty="0">
                <a:latin typeface="Calibri"/>
                <a:cs typeface="Calibri"/>
              </a:rPr>
              <a:t> </a:t>
            </a:r>
            <a:r>
              <a:rPr sz="3000" dirty="0">
                <a:latin typeface="Calibri"/>
                <a:cs typeface="Calibri"/>
              </a:rPr>
              <a:t>là</a:t>
            </a:r>
            <a:r>
              <a:rPr sz="3000" spc="-25" dirty="0">
                <a:latin typeface="Calibri"/>
                <a:cs typeface="Calibri"/>
              </a:rPr>
              <a:t> </a:t>
            </a:r>
            <a:r>
              <a:rPr sz="3000" dirty="0">
                <a:latin typeface="Calibri"/>
                <a:cs typeface="Calibri"/>
              </a:rPr>
              <a:t>tập</a:t>
            </a:r>
            <a:r>
              <a:rPr sz="3000" spc="-20" dirty="0">
                <a:latin typeface="Calibri"/>
                <a:cs typeface="Calibri"/>
              </a:rPr>
              <a:t> </a:t>
            </a:r>
            <a:r>
              <a:rPr sz="3000" dirty="0">
                <a:latin typeface="Calibri"/>
                <a:cs typeface="Calibri"/>
              </a:rPr>
              <a:t>các</a:t>
            </a:r>
            <a:r>
              <a:rPr sz="3000" spc="-45" dirty="0">
                <a:latin typeface="Calibri"/>
                <a:cs typeface="Calibri"/>
              </a:rPr>
              <a:t> </a:t>
            </a:r>
            <a:r>
              <a:rPr sz="3000" dirty="0">
                <a:latin typeface="Calibri"/>
                <a:cs typeface="Calibri"/>
              </a:rPr>
              <a:t>chuỗi</a:t>
            </a:r>
            <a:r>
              <a:rPr sz="3000" spc="-25" dirty="0">
                <a:latin typeface="Calibri"/>
                <a:cs typeface="Calibri"/>
              </a:rPr>
              <a:t> </a:t>
            </a:r>
            <a:r>
              <a:rPr sz="3000" dirty="0">
                <a:latin typeface="Calibri"/>
                <a:cs typeface="Calibri"/>
              </a:rPr>
              <a:t>ở</a:t>
            </a:r>
            <a:r>
              <a:rPr sz="3000" spc="-25" dirty="0">
                <a:latin typeface="Calibri"/>
                <a:cs typeface="Calibri"/>
              </a:rPr>
              <a:t> </a:t>
            </a:r>
            <a:r>
              <a:rPr sz="3000" dirty="0">
                <a:latin typeface="Calibri"/>
                <a:cs typeface="Calibri"/>
              </a:rPr>
              <a:t>a)</a:t>
            </a:r>
            <a:r>
              <a:rPr sz="3000" spc="-15" dirty="0">
                <a:latin typeface="Calibri"/>
                <a:cs typeface="Calibri"/>
              </a:rPr>
              <a:t> </a:t>
            </a:r>
            <a:r>
              <a:rPr sz="3000" spc="-50" dirty="0">
                <a:latin typeface="Calibri"/>
                <a:cs typeface="Calibri"/>
              </a:rPr>
              <a:t>,</a:t>
            </a:r>
            <a:endParaRPr sz="3000">
              <a:latin typeface="Calibri"/>
              <a:cs typeface="Calibri"/>
            </a:endParaRPr>
          </a:p>
          <a:p>
            <a:pPr marL="469900" lvl="1" indent="-457200">
              <a:lnSpc>
                <a:spcPct val="100000"/>
              </a:lnSpc>
              <a:spcBef>
                <a:spcPts val="720"/>
              </a:spcBef>
              <a:buChar char="-"/>
              <a:tabLst>
                <a:tab pos="469900" algn="l"/>
              </a:tabLst>
            </a:pPr>
            <a:r>
              <a:rPr sz="3000" dirty="0">
                <a:latin typeface="Calibri"/>
                <a:cs typeface="Calibri"/>
              </a:rPr>
              <a:t>Gọi</a:t>
            </a:r>
            <a:r>
              <a:rPr sz="3000" spc="-30" dirty="0">
                <a:latin typeface="Calibri"/>
                <a:cs typeface="Calibri"/>
              </a:rPr>
              <a:t> </a:t>
            </a:r>
            <a:r>
              <a:rPr sz="3000" dirty="0">
                <a:latin typeface="Calibri"/>
                <a:cs typeface="Calibri"/>
              </a:rPr>
              <a:t>B</a:t>
            </a:r>
            <a:r>
              <a:rPr sz="3000" spc="-20" dirty="0">
                <a:latin typeface="Calibri"/>
                <a:cs typeface="Calibri"/>
              </a:rPr>
              <a:t> </a:t>
            </a:r>
            <a:r>
              <a:rPr sz="3000" dirty="0">
                <a:latin typeface="Calibri"/>
                <a:cs typeface="Calibri"/>
              </a:rPr>
              <a:t>là</a:t>
            </a:r>
            <a:r>
              <a:rPr sz="3000" spc="-20" dirty="0">
                <a:latin typeface="Calibri"/>
                <a:cs typeface="Calibri"/>
              </a:rPr>
              <a:t> </a:t>
            </a:r>
            <a:r>
              <a:rPr sz="3000" dirty="0">
                <a:latin typeface="Calibri"/>
                <a:cs typeface="Calibri"/>
              </a:rPr>
              <a:t>tập</a:t>
            </a:r>
            <a:r>
              <a:rPr sz="3000" spc="-25" dirty="0">
                <a:latin typeface="Calibri"/>
                <a:cs typeface="Calibri"/>
              </a:rPr>
              <a:t> </a:t>
            </a:r>
            <a:r>
              <a:rPr sz="3000" dirty="0">
                <a:latin typeface="Calibri"/>
                <a:cs typeface="Calibri"/>
              </a:rPr>
              <a:t>các</a:t>
            </a:r>
            <a:r>
              <a:rPr sz="3000" spc="-45" dirty="0">
                <a:latin typeface="Calibri"/>
                <a:cs typeface="Calibri"/>
              </a:rPr>
              <a:t> </a:t>
            </a:r>
            <a:r>
              <a:rPr sz="3000" dirty="0">
                <a:latin typeface="Calibri"/>
                <a:cs typeface="Calibri"/>
              </a:rPr>
              <a:t>chuỗi</a:t>
            </a:r>
            <a:r>
              <a:rPr sz="3000" spc="-35" dirty="0">
                <a:latin typeface="Calibri"/>
                <a:cs typeface="Calibri"/>
              </a:rPr>
              <a:t> </a:t>
            </a:r>
            <a:r>
              <a:rPr sz="3000" dirty="0">
                <a:latin typeface="Calibri"/>
                <a:cs typeface="Calibri"/>
              </a:rPr>
              <a:t>ở</a:t>
            </a:r>
            <a:r>
              <a:rPr sz="3000" spc="-15" dirty="0">
                <a:latin typeface="Calibri"/>
                <a:cs typeface="Calibri"/>
              </a:rPr>
              <a:t> </a:t>
            </a:r>
            <a:r>
              <a:rPr sz="3000" dirty="0">
                <a:latin typeface="Calibri"/>
                <a:cs typeface="Calibri"/>
              </a:rPr>
              <a:t>b)</a:t>
            </a:r>
            <a:r>
              <a:rPr sz="3000" spc="-20" dirty="0">
                <a:latin typeface="Calibri"/>
                <a:cs typeface="Calibri"/>
              </a:rPr>
              <a:t> </a:t>
            </a:r>
            <a:r>
              <a:rPr sz="3000" spc="-50" dirty="0">
                <a:latin typeface="Calibri"/>
                <a:cs typeface="Calibri"/>
              </a:rPr>
              <a:t>,</a:t>
            </a:r>
            <a:endParaRPr sz="3000">
              <a:latin typeface="Calibri"/>
              <a:cs typeface="Calibri"/>
            </a:endParaRPr>
          </a:p>
          <a:p>
            <a:pPr marL="469900" lvl="1" indent="-457200">
              <a:lnSpc>
                <a:spcPct val="100000"/>
              </a:lnSpc>
              <a:spcBef>
                <a:spcPts val="720"/>
              </a:spcBef>
              <a:buChar char="-"/>
              <a:tabLst>
                <a:tab pos="469900" algn="l"/>
              </a:tabLst>
            </a:pPr>
            <a:r>
              <a:rPr sz="3000" dirty="0">
                <a:latin typeface="Calibri"/>
                <a:cs typeface="Calibri"/>
              </a:rPr>
              <a:t>Gọi</a:t>
            </a:r>
            <a:r>
              <a:rPr sz="3000" spc="-20" dirty="0">
                <a:latin typeface="Calibri"/>
                <a:cs typeface="Calibri"/>
              </a:rPr>
              <a:t> </a:t>
            </a:r>
            <a:r>
              <a:rPr sz="3000" dirty="0">
                <a:latin typeface="Calibri"/>
                <a:cs typeface="Calibri"/>
              </a:rPr>
              <a:t>C</a:t>
            </a:r>
            <a:r>
              <a:rPr sz="3000" spc="-25" dirty="0">
                <a:latin typeface="Calibri"/>
                <a:cs typeface="Calibri"/>
              </a:rPr>
              <a:t> </a:t>
            </a:r>
            <a:r>
              <a:rPr sz="3000" dirty="0">
                <a:latin typeface="Calibri"/>
                <a:cs typeface="Calibri"/>
              </a:rPr>
              <a:t>là</a:t>
            </a:r>
            <a:r>
              <a:rPr sz="3000" spc="-20" dirty="0">
                <a:latin typeface="Calibri"/>
                <a:cs typeface="Calibri"/>
              </a:rPr>
              <a:t> </a:t>
            </a:r>
            <a:r>
              <a:rPr sz="3000" dirty="0">
                <a:latin typeface="Calibri"/>
                <a:cs typeface="Calibri"/>
              </a:rPr>
              <a:t>tập</a:t>
            </a:r>
            <a:r>
              <a:rPr sz="3000" spc="-20" dirty="0">
                <a:latin typeface="Calibri"/>
                <a:cs typeface="Calibri"/>
              </a:rPr>
              <a:t> </a:t>
            </a:r>
            <a:r>
              <a:rPr sz="3000" dirty="0">
                <a:latin typeface="Calibri"/>
                <a:cs typeface="Calibri"/>
              </a:rPr>
              <a:t>các</a:t>
            </a:r>
            <a:r>
              <a:rPr sz="3000" spc="-40" dirty="0">
                <a:latin typeface="Calibri"/>
                <a:cs typeface="Calibri"/>
              </a:rPr>
              <a:t> </a:t>
            </a:r>
            <a:r>
              <a:rPr sz="3000" dirty="0">
                <a:latin typeface="Calibri"/>
                <a:cs typeface="Calibri"/>
              </a:rPr>
              <a:t>chuỗi</a:t>
            </a:r>
            <a:r>
              <a:rPr sz="3000" spc="-25" dirty="0">
                <a:latin typeface="Calibri"/>
                <a:cs typeface="Calibri"/>
              </a:rPr>
              <a:t> </a:t>
            </a:r>
            <a:r>
              <a:rPr sz="3000" dirty="0">
                <a:latin typeface="Calibri"/>
                <a:cs typeface="Calibri"/>
              </a:rPr>
              <a:t>ở</a:t>
            </a:r>
            <a:r>
              <a:rPr sz="3000" spc="-20" dirty="0">
                <a:latin typeface="Calibri"/>
                <a:cs typeface="Calibri"/>
              </a:rPr>
              <a:t> </a:t>
            </a:r>
            <a:r>
              <a:rPr sz="3000" spc="-25" dirty="0">
                <a:latin typeface="Calibri"/>
                <a:cs typeface="Calibri"/>
              </a:rPr>
              <a:t>c).</a:t>
            </a:r>
            <a:endParaRPr sz="3000">
              <a:latin typeface="Calibri"/>
              <a:cs typeface="Calibri"/>
            </a:endParaRPr>
          </a:p>
          <a:p>
            <a:pPr marL="12700">
              <a:lnSpc>
                <a:spcPct val="100000"/>
              </a:lnSpc>
              <a:spcBef>
                <a:spcPts val="755"/>
              </a:spcBef>
              <a:tabLst>
                <a:tab pos="1053465" algn="l"/>
              </a:tabLst>
            </a:pPr>
            <a:r>
              <a:rPr sz="3000" spc="-110" dirty="0">
                <a:latin typeface="Calibri"/>
                <a:cs typeface="Calibri"/>
              </a:rPr>
              <a:t>Ta</a:t>
            </a:r>
            <a:r>
              <a:rPr sz="3000" spc="-55" dirty="0">
                <a:latin typeface="Calibri"/>
                <a:cs typeface="Calibri"/>
              </a:rPr>
              <a:t> </a:t>
            </a:r>
            <a:r>
              <a:rPr sz="3000" spc="-25" dirty="0">
                <a:latin typeface="Calibri"/>
                <a:cs typeface="Calibri"/>
              </a:rPr>
              <a:t>có</a:t>
            </a:r>
            <a:r>
              <a:rPr sz="3000" dirty="0">
                <a:latin typeface="Calibri"/>
                <a:cs typeface="Calibri"/>
              </a:rPr>
              <a:t>	B</a:t>
            </a:r>
            <a:r>
              <a:rPr sz="3000" spc="-40" dirty="0">
                <a:latin typeface="Calibri"/>
                <a:cs typeface="Calibri"/>
              </a:rPr>
              <a:t> </a:t>
            </a:r>
            <a:r>
              <a:rPr sz="3000" dirty="0">
                <a:latin typeface="Symbol"/>
                <a:cs typeface="Symbol"/>
              </a:rPr>
              <a:t></a:t>
            </a:r>
            <a:r>
              <a:rPr sz="3000" spc="-105" dirty="0">
                <a:latin typeface="Times New Roman"/>
                <a:cs typeface="Times New Roman"/>
              </a:rPr>
              <a:t> </a:t>
            </a:r>
            <a:r>
              <a:rPr sz="3000" dirty="0">
                <a:latin typeface="Calibri"/>
                <a:cs typeface="Calibri"/>
              </a:rPr>
              <a:t>C</a:t>
            </a:r>
            <a:r>
              <a:rPr sz="3000" spc="-30" dirty="0">
                <a:latin typeface="Calibri"/>
                <a:cs typeface="Calibri"/>
              </a:rPr>
              <a:t> </a:t>
            </a:r>
            <a:r>
              <a:rPr sz="3000" dirty="0">
                <a:latin typeface="Calibri"/>
                <a:cs typeface="Calibri"/>
              </a:rPr>
              <a:t>=</a:t>
            </a:r>
            <a:r>
              <a:rPr sz="3000" spc="-25" dirty="0">
                <a:latin typeface="Calibri"/>
                <a:cs typeface="Calibri"/>
              </a:rPr>
              <a:t> </a:t>
            </a:r>
            <a:r>
              <a:rPr sz="3000" dirty="0">
                <a:latin typeface="Symbol"/>
                <a:cs typeface="Symbol"/>
              </a:rPr>
              <a:t></a:t>
            </a:r>
            <a:r>
              <a:rPr sz="3000" spc="-90" dirty="0">
                <a:latin typeface="Times New Roman"/>
                <a:cs typeface="Times New Roman"/>
              </a:rPr>
              <a:t> </a:t>
            </a:r>
            <a:r>
              <a:rPr sz="3000" dirty="0">
                <a:latin typeface="Calibri"/>
                <a:cs typeface="Calibri"/>
              </a:rPr>
              <a:t>và</a:t>
            </a:r>
            <a:r>
              <a:rPr sz="3000" spc="-40" dirty="0">
                <a:latin typeface="Calibri"/>
                <a:cs typeface="Calibri"/>
              </a:rPr>
              <a:t> </a:t>
            </a:r>
            <a:r>
              <a:rPr sz="3000" dirty="0">
                <a:latin typeface="Calibri"/>
                <a:cs typeface="Calibri"/>
              </a:rPr>
              <a:t>A=</a:t>
            </a:r>
            <a:r>
              <a:rPr sz="3000" spc="-35" dirty="0">
                <a:latin typeface="Calibri"/>
                <a:cs typeface="Calibri"/>
              </a:rPr>
              <a:t> </a:t>
            </a:r>
            <a:r>
              <a:rPr sz="3000" dirty="0">
                <a:latin typeface="Calibri"/>
                <a:cs typeface="Calibri"/>
              </a:rPr>
              <a:t>B</a:t>
            </a:r>
            <a:r>
              <a:rPr sz="3000" spc="-15" dirty="0">
                <a:latin typeface="Calibri"/>
                <a:cs typeface="Calibri"/>
              </a:rPr>
              <a:t> </a:t>
            </a:r>
            <a:r>
              <a:rPr sz="3000" dirty="0">
                <a:latin typeface="Symbol"/>
                <a:cs typeface="Symbol"/>
              </a:rPr>
              <a:t></a:t>
            </a:r>
            <a:r>
              <a:rPr sz="3000" spc="-105" dirty="0">
                <a:latin typeface="Times New Roman"/>
                <a:cs typeface="Times New Roman"/>
              </a:rPr>
              <a:t> </a:t>
            </a:r>
            <a:r>
              <a:rPr sz="3000" dirty="0">
                <a:latin typeface="Calibri"/>
                <a:cs typeface="Calibri"/>
              </a:rPr>
              <a:t>C.</a:t>
            </a:r>
            <a:r>
              <a:rPr sz="3000" spc="-30" dirty="0">
                <a:latin typeface="Calibri"/>
                <a:cs typeface="Calibri"/>
              </a:rPr>
              <a:t> </a:t>
            </a:r>
            <a:r>
              <a:rPr sz="3000" dirty="0">
                <a:latin typeface="Calibri"/>
                <a:cs typeface="Calibri"/>
              </a:rPr>
              <a:t>Theo</a:t>
            </a:r>
            <a:r>
              <a:rPr sz="3000" spc="-25" dirty="0">
                <a:latin typeface="Calibri"/>
                <a:cs typeface="Calibri"/>
              </a:rPr>
              <a:t> </a:t>
            </a:r>
            <a:r>
              <a:rPr sz="3000" dirty="0">
                <a:latin typeface="Calibri"/>
                <a:cs typeface="Calibri"/>
              </a:rPr>
              <a:t>nguyên</a:t>
            </a:r>
            <a:r>
              <a:rPr sz="3000" spc="-40" dirty="0">
                <a:latin typeface="Calibri"/>
                <a:cs typeface="Calibri"/>
              </a:rPr>
              <a:t> </a:t>
            </a:r>
            <a:r>
              <a:rPr sz="3000" dirty="0">
                <a:latin typeface="Calibri"/>
                <a:cs typeface="Calibri"/>
              </a:rPr>
              <a:t>lý</a:t>
            </a:r>
            <a:r>
              <a:rPr sz="3000" spc="-25" dirty="0">
                <a:latin typeface="Calibri"/>
                <a:cs typeface="Calibri"/>
              </a:rPr>
              <a:t> </a:t>
            </a:r>
            <a:r>
              <a:rPr sz="3000" spc="-20" dirty="0">
                <a:latin typeface="Calibri"/>
                <a:cs typeface="Calibri"/>
              </a:rPr>
              <a:t>cộng</a:t>
            </a:r>
            <a:endParaRPr sz="3000">
              <a:latin typeface="Calibri"/>
              <a:cs typeface="Calibri"/>
            </a:endParaRPr>
          </a:p>
          <a:p>
            <a:pPr marL="2306955">
              <a:lnSpc>
                <a:spcPct val="100000"/>
              </a:lnSpc>
              <a:spcBef>
                <a:spcPts val="720"/>
              </a:spcBef>
            </a:pPr>
            <a:r>
              <a:rPr sz="3000" dirty="0">
                <a:latin typeface="Calibri"/>
                <a:cs typeface="Calibri"/>
              </a:rPr>
              <a:t>|A|=|B</a:t>
            </a:r>
            <a:r>
              <a:rPr sz="3000" spc="-35" dirty="0">
                <a:latin typeface="Calibri"/>
                <a:cs typeface="Calibri"/>
              </a:rPr>
              <a:t> </a:t>
            </a:r>
            <a:r>
              <a:rPr sz="3000" dirty="0">
                <a:latin typeface="Symbol"/>
                <a:cs typeface="Symbol"/>
              </a:rPr>
              <a:t></a:t>
            </a:r>
            <a:r>
              <a:rPr sz="3000" spc="-125" dirty="0">
                <a:latin typeface="Times New Roman"/>
                <a:cs typeface="Times New Roman"/>
              </a:rPr>
              <a:t> </a:t>
            </a:r>
            <a:r>
              <a:rPr sz="3000" spc="-10" dirty="0">
                <a:latin typeface="Calibri"/>
                <a:cs typeface="Calibri"/>
              </a:rPr>
              <a:t>C|=|B|+|C|=120</a:t>
            </a:r>
            <a:endParaRPr sz="3000">
              <a:latin typeface="Calibri"/>
              <a:cs typeface="Calibri"/>
            </a:endParaRPr>
          </a:p>
          <a:p>
            <a:pPr marL="12700">
              <a:lnSpc>
                <a:spcPct val="100000"/>
              </a:lnSpc>
              <a:spcBef>
                <a:spcPts val="690"/>
              </a:spcBef>
            </a:pPr>
            <a:r>
              <a:rPr sz="3000" spc="-45" dirty="0">
                <a:latin typeface="Calibri"/>
                <a:cs typeface="Calibri"/>
              </a:rPr>
              <a:t>Vậy</a:t>
            </a:r>
            <a:r>
              <a:rPr sz="3000" spc="-120" dirty="0">
                <a:latin typeface="Calibri"/>
                <a:cs typeface="Calibri"/>
              </a:rPr>
              <a:t> </a:t>
            </a:r>
            <a:r>
              <a:rPr sz="3000" spc="-60" dirty="0">
                <a:latin typeface="Calibri"/>
                <a:cs typeface="Calibri"/>
              </a:rPr>
              <a:t>:</a:t>
            </a:r>
            <a:endParaRPr sz="3000">
              <a:latin typeface="Calibri"/>
              <a:cs typeface="Calibri"/>
            </a:endParaRPr>
          </a:p>
          <a:p>
            <a:pPr marL="2306955">
              <a:lnSpc>
                <a:spcPct val="100000"/>
              </a:lnSpc>
              <a:spcBef>
                <a:spcPts val="720"/>
              </a:spcBef>
            </a:pPr>
            <a:r>
              <a:rPr sz="3000" spc="-20" dirty="0">
                <a:latin typeface="Calibri"/>
                <a:cs typeface="Calibri"/>
              </a:rPr>
              <a:t>|C|=120-</a:t>
            </a:r>
            <a:r>
              <a:rPr sz="3000" spc="-25" dirty="0">
                <a:latin typeface="Calibri"/>
                <a:cs typeface="Calibri"/>
              </a:rPr>
              <a:t>24</a:t>
            </a:r>
            <a:endParaRPr sz="3000">
              <a:latin typeface="Calibri"/>
              <a:cs typeface="Calibri"/>
            </a:endParaRPr>
          </a:p>
          <a:p>
            <a:pPr marL="2821940">
              <a:lnSpc>
                <a:spcPct val="100000"/>
              </a:lnSpc>
              <a:spcBef>
                <a:spcPts val="720"/>
              </a:spcBef>
            </a:pPr>
            <a:r>
              <a:rPr sz="3000" dirty="0">
                <a:latin typeface="Calibri"/>
                <a:cs typeface="Calibri"/>
              </a:rPr>
              <a:t>=</a:t>
            </a:r>
            <a:r>
              <a:rPr sz="3000" spc="-20" dirty="0">
                <a:latin typeface="Calibri"/>
                <a:cs typeface="Calibri"/>
              </a:rPr>
              <a:t> </a:t>
            </a:r>
            <a:r>
              <a:rPr sz="3000" spc="-25" dirty="0">
                <a:latin typeface="Calibri"/>
                <a:cs typeface="Calibri"/>
              </a:rPr>
              <a:t>96</a:t>
            </a:r>
            <a:endParaRPr sz="3000">
              <a:latin typeface="Calibri"/>
              <a:cs typeface="Calibri"/>
            </a:endParaRP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215239"/>
            <a:ext cx="8303259" cy="2269490"/>
          </a:xfrm>
          <a:prstGeom prst="rect">
            <a:avLst/>
          </a:prstGeom>
        </p:spPr>
        <p:txBody>
          <a:bodyPr vert="horz" wrap="square" lIns="0" tIns="109855" rIns="0" bIns="0" rtlCol="0">
            <a:spAutoFit/>
          </a:bodyPr>
          <a:lstStyle/>
          <a:p>
            <a:pPr marL="12700">
              <a:lnSpc>
                <a:spcPct val="100000"/>
              </a:lnSpc>
              <a:spcBef>
                <a:spcPts val="865"/>
              </a:spcBef>
            </a:pPr>
            <a:r>
              <a:rPr sz="3200" b="1" dirty="0">
                <a:latin typeface="Calibri"/>
                <a:cs typeface="Calibri"/>
              </a:rPr>
              <a:t>Ví</a:t>
            </a:r>
            <a:r>
              <a:rPr sz="3200" b="1" spc="-10" dirty="0">
                <a:latin typeface="Calibri"/>
                <a:cs typeface="Calibri"/>
              </a:rPr>
              <a:t> </a:t>
            </a:r>
            <a:r>
              <a:rPr sz="3200" b="1" dirty="0">
                <a:latin typeface="Calibri"/>
                <a:cs typeface="Calibri"/>
              </a:rPr>
              <a:t>dụ</a:t>
            </a:r>
            <a:r>
              <a:rPr sz="3200" b="1" spc="-15" dirty="0">
                <a:latin typeface="Calibri"/>
                <a:cs typeface="Calibri"/>
              </a:rPr>
              <a:t> </a:t>
            </a:r>
            <a:r>
              <a:rPr sz="3200" b="1" spc="-50" dirty="0">
                <a:latin typeface="Calibri"/>
                <a:cs typeface="Calibri"/>
              </a:rPr>
              <a:t>:</a:t>
            </a:r>
            <a:endParaRPr sz="3200">
              <a:latin typeface="Calibri"/>
              <a:cs typeface="Calibri"/>
            </a:endParaRPr>
          </a:p>
          <a:p>
            <a:pPr marL="527685" indent="-514984">
              <a:lnSpc>
                <a:spcPct val="100000"/>
              </a:lnSpc>
              <a:spcBef>
                <a:spcPts val="770"/>
              </a:spcBef>
              <a:buAutoNum type="alphaLcParenR"/>
              <a:tabLst>
                <a:tab pos="527685" algn="l"/>
              </a:tabLst>
            </a:pPr>
            <a:r>
              <a:rPr sz="3200" dirty="0">
                <a:latin typeface="Calibri"/>
                <a:cs typeface="Calibri"/>
              </a:rPr>
              <a:t>Có</a:t>
            </a:r>
            <a:r>
              <a:rPr sz="3200" spc="-65" dirty="0">
                <a:latin typeface="Calibri"/>
                <a:cs typeface="Calibri"/>
              </a:rPr>
              <a:t> </a:t>
            </a:r>
            <a:r>
              <a:rPr sz="3200" dirty="0">
                <a:latin typeface="Calibri"/>
                <a:cs typeface="Calibri"/>
              </a:rPr>
              <a:t>bao</a:t>
            </a:r>
            <a:r>
              <a:rPr sz="3200" spc="-50" dirty="0">
                <a:latin typeface="Calibri"/>
                <a:cs typeface="Calibri"/>
              </a:rPr>
              <a:t> </a:t>
            </a:r>
            <a:r>
              <a:rPr sz="3200" dirty="0">
                <a:latin typeface="Calibri"/>
                <a:cs typeface="Calibri"/>
              </a:rPr>
              <a:t>nhiêu</a:t>
            </a:r>
            <a:r>
              <a:rPr sz="3200" spc="-45" dirty="0">
                <a:latin typeface="Calibri"/>
                <a:cs typeface="Calibri"/>
              </a:rPr>
              <a:t> </a:t>
            </a:r>
            <a:r>
              <a:rPr sz="3200" dirty="0">
                <a:latin typeface="Calibri"/>
                <a:cs typeface="Calibri"/>
              </a:rPr>
              <a:t>chuỗi</a:t>
            </a:r>
            <a:r>
              <a:rPr sz="3200" spc="-55" dirty="0">
                <a:latin typeface="Calibri"/>
                <a:cs typeface="Calibri"/>
              </a:rPr>
              <a:t> </a:t>
            </a:r>
            <a:r>
              <a:rPr sz="3200" spc="-10" dirty="0">
                <a:latin typeface="Calibri"/>
                <a:cs typeface="Calibri"/>
              </a:rPr>
              <a:t>8-</a:t>
            </a:r>
            <a:r>
              <a:rPr sz="3200" dirty="0">
                <a:latin typeface="Calibri"/>
                <a:cs typeface="Calibri"/>
              </a:rPr>
              <a:t>bit</a:t>
            </a:r>
            <a:r>
              <a:rPr sz="3200" spc="-55" dirty="0">
                <a:latin typeface="Calibri"/>
                <a:cs typeface="Calibri"/>
              </a:rPr>
              <a:t> </a:t>
            </a:r>
            <a:r>
              <a:rPr sz="3200" dirty="0">
                <a:latin typeface="Calibri"/>
                <a:cs typeface="Calibri"/>
              </a:rPr>
              <a:t>bắt</a:t>
            </a:r>
            <a:r>
              <a:rPr sz="3200" spc="-55" dirty="0">
                <a:latin typeface="Calibri"/>
                <a:cs typeface="Calibri"/>
              </a:rPr>
              <a:t> </a:t>
            </a:r>
            <a:r>
              <a:rPr sz="3200" dirty="0">
                <a:latin typeface="Calibri"/>
                <a:cs typeface="Calibri"/>
              </a:rPr>
              <a:t>đầu</a:t>
            </a:r>
            <a:r>
              <a:rPr sz="3200" spc="-60" dirty="0">
                <a:latin typeface="Calibri"/>
                <a:cs typeface="Calibri"/>
              </a:rPr>
              <a:t> </a:t>
            </a:r>
            <a:r>
              <a:rPr sz="3200" dirty="0">
                <a:latin typeface="Calibri"/>
                <a:cs typeface="Calibri"/>
              </a:rPr>
              <a:t>là</a:t>
            </a:r>
            <a:r>
              <a:rPr sz="3200" spc="-60" dirty="0">
                <a:latin typeface="Calibri"/>
                <a:cs typeface="Calibri"/>
              </a:rPr>
              <a:t> </a:t>
            </a:r>
            <a:r>
              <a:rPr sz="3200" spc="-20" dirty="0">
                <a:latin typeface="Calibri"/>
                <a:cs typeface="Calibri"/>
              </a:rPr>
              <a:t>101.</a:t>
            </a:r>
            <a:endParaRPr sz="3200">
              <a:latin typeface="Calibri"/>
              <a:cs typeface="Calibri"/>
            </a:endParaRPr>
          </a:p>
          <a:p>
            <a:pPr marL="527685" marR="5080" indent="-515620">
              <a:lnSpc>
                <a:spcPct val="100000"/>
              </a:lnSpc>
              <a:spcBef>
                <a:spcPts val="765"/>
              </a:spcBef>
              <a:buAutoNum type="alphaLcParenR"/>
              <a:tabLst>
                <a:tab pos="527685" algn="l"/>
              </a:tabLst>
            </a:pPr>
            <a:r>
              <a:rPr sz="3200" dirty="0">
                <a:latin typeface="Calibri"/>
                <a:cs typeface="Calibri"/>
              </a:rPr>
              <a:t>Có</a:t>
            </a:r>
            <a:r>
              <a:rPr sz="3200" spc="-30" dirty="0">
                <a:latin typeface="Calibri"/>
                <a:cs typeface="Calibri"/>
              </a:rPr>
              <a:t> </a:t>
            </a:r>
            <a:r>
              <a:rPr sz="3200" dirty="0">
                <a:latin typeface="Calibri"/>
                <a:cs typeface="Calibri"/>
              </a:rPr>
              <a:t>bao</a:t>
            </a:r>
            <a:r>
              <a:rPr sz="3200" spc="-20" dirty="0">
                <a:latin typeface="Calibri"/>
                <a:cs typeface="Calibri"/>
              </a:rPr>
              <a:t> </a:t>
            </a:r>
            <a:r>
              <a:rPr sz="3200" dirty="0">
                <a:latin typeface="Calibri"/>
                <a:cs typeface="Calibri"/>
              </a:rPr>
              <a:t>nhiêu</a:t>
            </a:r>
            <a:r>
              <a:rPr sz="3200" spc="-20" dirty="0">
                <a:latin typeface="Calibri"/>
                <a:cs typeface="Calibri"/>
              </a:rPr>
              <a:t> </a:t>
            </a:r>
            <a:r>
              <a:rPr sz="3200" dirty="0">
                <a:latin typeface="Calibri"/>
                <a:cs typeface="Calibri"/>
              </a:rPr>
              <a:t>chuỗi</a:t>
            </a:r>
            <a:r>
              <a:rPr sz="3200" spc="-35" dirty="0">
                <a:latin typeface="Calibri"/>
                <a:cs typeface="Calibri"/>
              </a:rPr>
              <a:t> </a:t>
            </a:r>
            <a:r>
              <a:rPr sz="3200" dirty="0">
                <a:latin typeface="Calibri"/>
                <a:cs typeface="Calibri"/>
              </a:rPr>
              <a:t>chiều</a:t>
            </a:r>
            <a:r>
              <a:rPr sz="3200" spc="-30" dirty="0">
                <a:latin typeface="Calibri"/>
                <a:cs typeface="Calibri"/>
              </a:rPr>
              <a:t> </a:t>
            </a:r>
            <a:r>
              <a:rPr sz="3200" dirty="0">
                <a:latin typeface="Calibri"/>
                <a:cs typeface="Calibri"/>
              </a:rPr>
              <a:t>dài</a:t>
            </a:r>
            <a:r>
              <a:rPr sz="3200" spc="-25" dirty="0">
                <a:latin typeface="Calibri"/>
                <a:cs typeface="Calibri"/>
              </a:rPr>
              <a:t> </a:t>
            </a:r>
            <a:r>
              <a:rPr sz="3200" dirty="0">
                <a:latin typeface="Calibri"/>
                <a:cs typeface="Calibri"/>
              </a:rPr>
              <a:t>4</a:t>
            </a:r>
            <a:r>
              <a:rPr sz="3200" spc="-25" dirty="0">
                <a:latin typeface="Calibri"/>
                <a:cs typeface="Calibri"/>
              </a:rPr>
              <a:t> </a:t>
            </a:r>
            <a:r>
              <a:rPr sz="3200" dirty="0">
                <a:latin typeface="Calibri"/>
                <a:cs typeface="Calibri"/>
              </a:rPr>
              <a:t>được</a:t>
            </a:r>
            <a:r>
              <a:rPr sz="3200" spc="-30" dirty="0">
                <a:latin typeface="Calibri"/>
                <a:cs typeface="Calibri"/>
              </a:rPr>
              <a:t> </a:t>
            </a:r>
            <a:r>
              <a:rPr sz="3200" dirty="0">
                <a:latin typeface="Calibri"/>
                <a:cs typeface="Calibri"/>
              </a:rPr>
              <a:t>tạo</a:t>
            </a:r>
            <a:r>
              <a:rPr sz="3200" spc="-25" dirty="0">
                <a:latin typeface="Calibri"/>
                <a:cs typeface="Calibri"/>
              </a:rPr>
              <a:t> </a:t>
            </a:r>
            <a:r>
              <a:rPr sz="3200" dirty="0">
                <a:latin typeface="Calibri"/>
                <a:cs typeface="Calibri"/>
              </a:rPr>
              <a:t>từ</a:t>
            </a:r>
            <a:r>
              <a:rPr sz="3200" spc="-40" dirty="0">
                <a:latin typeface="Calibri"/>
                <a:cs typeface="Calibri"/>
              </a:rPr>
              <a:t> </a:t>
            </a:r>
            <a:r>
              <a:rPr sz="3200" spc="-25" dirty="0">
                <a:latin typeface="Calibri"/>
                <a:cs typeface="Calibri"/>
              </a:rPr>
              <a:t>các </a:t>
            </a:r>
            <a:r>
              <a:rPr sz="3200" dirty="0">
                <a:latin typeface="Calibri"/>
                <a:cs typeface="Calibri"/>
              </a:rPr>
              <a:t>ký</a:t>
            </a:r>
            <a:r>
              <a:rPr sz="3200" spc="-50" dirty="0">
                <a:latin typeface="Calibri"/>
                <a:cs typeface="Calibri"/>
              </a:rPr>
              <a:t> </a:t>
            </a:r>
            <a:r>
              <a:rPr sz="3200" dirty="0">
                <a:latin typeface="Calibri"/>
                <a:cs typeface="Calibri"/>
              </a:rPr>
              <a:t>tự</a:t>
            </a:r>
            <a:r>
              <a:rPr sz="3200" spc="-50" dirty="0">
                <a:latin typeface="Calibri"/>
                <a:cs typeface="Calibri"/>
              </a:rPr>
              <a:t> </a:t>
            </a:r>
            <a:r>
              <a:rPr sz="3200" dirty="0">
                <a:latin typeface="Calibri"/>
                <a:cs typeface="Calibri"/>
              </a:rPr>
              <a:t>{A,</a:t>
            </a:r>
            <a:r>
              <a:rPr sz="3200" spc="-45" dirty="0">
                <a:latin typeface="Calibri"/>
                <a:cs typeface="Calibri"/>
              </a:rPr>
              <a:t> </a:t>
            </a:r>
            <a:r>
              <a:rPr sz="3200" dirty="0">
                <a:latin typeface="Calibri"/>
                <a:cs typeface="Calibri"/>
              </a:rPr>
              <a:t>B,</a:t>
            </a:r>
            <a:r>
              <a:rPr sz="3200" spc="-50" dirty="0">
                <a:latin typeface="Calibri"/>
                <a:cs typeface="Calibri"/>
              </a:rPr>
              <a:t> </a:t>
            </a:r>
            <a:r>
              <a:rPr sz="3200" dirty="0">
                <a:latin typeface="Calibri"/>
                <a:cs typeface="Calibri"/>
              </a:rPr>
              <a:t>C,</a:t>
            </a:r>
            <a:r>
              <a:rPr sz="3200" spc="-45" dirty="0">
                <a:latin typeface="Calibri"/>
                <a:cs typeface="Calibri"/>
              </a:rPr>
              <a:t> </a:t>
            </a:r>
            <a:r>
              <a:rPr sz="3200" dirty="0">
                <a:latin typeface="Calibri"/>
                <a:cs typeface="Calibri"/>
              </a:rPr>
              <a:t>D,</a:t>
            </a:r>
            <a:r>
              <a:rPr sz="3200" spc="-45" dirty="0">
                <a:latin typeface="Calibri"/>
                <a:cs typeface="Calibri"/>
              </a:rPr>
              <a:t> </a:t>
            </a:r>
            <a:r>
              <a:rPr sz="3200" dirty="0">
                <a:latin typeface="Calibri"/>
                <a:cs typeface="Calibri"/>
              </a:rPr>
              <a:t>E}</a:t>
            </a:r>
            <a:r>
              <a:rPr sz="3200" spc="-55" dirty="0">
                <a:latin typeface="Calibri"/>
                <a:cs typeface="Calibri"/>
              </a:rPr>
              <a:t> </a:t>
            </a:r>
            <a:r>
              <a:rPr sz="3200" dirty="0">
                <a:latin typeface="Calibri"/>
                <a:cs typeface="Calibri"/>
              </a:rPr>
              <a:t>nếu</a:t>
            </a:r>
            <a:r>
              <a:rPr sz="3200" spc="-55" dirty="0">
                <a:latin typeface="Calibri"/>
                <a:cs typeface="Calibri"/>
              </a:rPr>
              <a:t> </a:t>
            </a:r>
            <a:r>
              <a:rPr sz="3200" dirty="0">
                <a:latin typeface="Calibri"/>
                <a:cs typeface="Calibri"/>
              </a:rPr>
              <a:t>cho</a:t>
            </a:r>
            <a:r>
              <a:rPr sz="3200" spc="-50" dirty="0">
                <a:latin typeface="Calibri"/>
                <a:cs typeface="Calibri"/>
              </a:rPr>
              <a:t> </a:t>
            </a:r>
            <a:r>
              <a:rPr sz="3200" dirty="0">
                <a:latin typeface="Calibri"/>
                <a:cs typeface="Calibri"/>
              </a:rPr>
              <a:t>phép</a:t>
            </a:r>
            <a:r>
              <a:rPr sz="3200" spc="-45" dirty="0">
                <a:latin typeface="Calibri"/>
                <a:cs typeface="Calibri"/>
              </a:rPr>
              <a:t> </a:t>
            </a:r>
            <a:r>
              <a:rPr sz="3200" dirty="0">
                <a:latin typeface="Calibri"/>
                <a:cs typeface="Calibri"/>
              </a:rPr>
              <a:t>lập</a:t>
            </a:r>
            <a:r>
              <a:rPr sz="3200" spc="-45" dirty="0">
                <a:latin typeface="Calibri"/>
                <a:cs typeface="Calibri"/>
              </a:rPr>
              <a:t> </a:t>
            </a:r>
            <a:r>
              <a:rPr sz="3200" spc="-20" dirty="0">
                <a:latin typeface="Calibri"/>
                <a:cs typeface="Calibri"/>
              </a:rPr>
              <a:t>lại?</a:t>
            </a:r>
            <a:endParaRPr sz="3200">
              <a:latin typeface="Calibri"/>
              <a:cs typeface="Calibri"/>
            </a:endParaRP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08940" y="228471"/>
            <a:ext cx="8174990" cy="4081145"/>
          </a:xfrm>
          <a:prstGeom prst="rect">
            <a:avLst/>
          </a:prstGeom>
        </p:spPr>
        <p:txBody>
          <a:bodyPr vert="horz" wrap="square" lIns="0" tIns="55880" rIns="0" bIns="0" rtlCol="0">
            <a:spAutoFit/>
          </a:bodyPr>
          <a:lstStyle/>
          <a:p>
            <a:pPr marL="63500">
              <a:lnSpc>
                <a:spcPct val="100000"/>
              </a:lnSpc>
              <a:spcBef>
                <a:spcPts val="440"/>
              </a:spcBef>
            </a:pPr>
            <a:r>
              <a:rPr sz="2800" b="1" dirty="0">
                <a:latin typeface="Calibri"/>
                <a:cs typeface="Calibri"/>
              </a:rPr>
              <a:t>Giải</a:t>
            </a:r>
            <a:r>
              <a:rPr sz="2800" b="1" spc="-10" dirty="0">
                <a:latin typeface="Calibri"/>
                <a:cs typeface="Calibri"/>
              </a:rPr>
              <a:t> </a:t>
            </a:r>
            <a:r>
              <a:rPr sz="2800" b="1" dirty="0">
                <a:latin typeface="Calibri"/>
                <a:cs typeface="Calibri"/>
              </a:rPr>
              <a:t>Ví</a:t>
            </a:r>
            <a:r>
              <a:rPr sz="2800" b="1" spc="-20" dirty="0">
                <a:latin typeface="Calibri"/>
                <a:cs typeface="Calibri"/>
              </a:rPr>
              <a:t> </a:t>
            </a:r>
            <a:r>
              <a:rPr sz="2800" b="1" dirty="0">
                <a:latin typeface="Calibri"/>
                <a:cs typeface="Calibri"/>
              </a:rPr>
              <a:t>dụ</a:t>
            </a:r>
            <a:r>
              <a:rPr sz="2800" b="1" spc="-20" dirty="0">
                <a:latin typeface="Calibri"/>
                <a:cs typeface="Calibri"/>
              </a:rPr>
              <a:t> </a:t>
            </a:r>
            <a:r>
              <a:rPr sz="2800" b="1" spc="-50" dirty="0">
                <a:latin typeface="Calibri"/>
                <a:cs typeface="Calibri"/>
              </a:rPr>
              <a:t>:</a:t>
            </a:r>
            <a:endParaRPr sz="2800">
              <a:latin typeface="Calibri"/>
              <a:cs typeface="Calibri"/>
            </a:endParaRPr>
          </a:p>
          <a:p>
            <a:pPr marL="63500" marR="1820545">
              <a:lnSpc>
                <a:spcPct val="110000"/>
              </a:lnSpc>
              <a:tabLst>
                <a:tab pos="578485" algn="l"/>
              </a:tabLst>
            </a:pPr>
            <a:r>
              <a:rPr sz="2800" spc="-25" dirty="0">
                <a:latin typeface="Calibri"/>
                <a:cs typeface="Calibri"/>
              </a:rPr>
              <a:t>a)</a:t>
            </a:r>
            <a:r>
              <a:rPr sz="2800" dirty="0">
                <a:latin typeface="Calibri"/>
                <a:cs typeface="Calibri"/>
              </a:rPr>
              <a:t>	Có</a:t>
            </a:r>
            <a:r>
              <a:rPr sz="2800" spc="-45" dirty="0">
                <a:latin typeface="Calibri"/>
                <a:cs typeface="Calibri"/>
              </a:rPr>
              <a:t> </a:t>
            </a:r>
            <a:r>
              <a:rPr sz="2800" dirty="0">
                <a:latin typeface="Calibri"/>
                <a:cs typeface="Calibri"/>
              </a:rPr>
              <a:t>bao</a:t>
            </a:r>
            <a:r>
              <a:rPr sz="2800" spc="-35" dirty="0">
                <a:latin typeface="Calibri"/>
                <a:cs typeface="Calibri"/>
              </a:rPr>
              <a:t> </a:t>
            </a:r>
            <a:r>
              <a:rPr sz="2800" dirty="0">
                <a:latin typeface="Calibri"/>
                <a:cs typeface="Calibri"/>
              </a:rPr>
              <a:t>nhiêu</a:t>
            </a:r>
            <a:r>
              <a:rPr sz="2800" spc="-15" dirty="0">
                <a:latin typeface="Calibri"/>
                <a:cs typeface="Calibri"/>
              </a:rPr>
              <a:t> </a:t>
            </a:r>
            <a:r>
              <a:rPr sz="2800" dirty="0">
                <a:latin typeface="Calibri"/>
                <a:cs typeface="Calibri"/>
              </a:rPr>
              <a:t>chuỗi</a:t>
            </a:r>
            <a:r>
              <a:rPr sz="2800" spc="-25" dirty="0">
                <a:latin typeface="Calibri"/>
                <a:cs typeface="Calibri"/>
              </a:rPr>
              <a:t> 8-</a:t>
            </a:r>
            <a:r>
              <a:rPr sz="2800" dirty="0">
                <a:latin typeface="Calibri"/>
                <a:cs typeface="Calibri"/>
              </a:rPr>
              <a:t>bit</a:t>
            </a:r>
            <a:r>
              <a:rPr sz="2800" spc="-5" dirty="0">
                <a:latin typeface="Calibri"/>
                <a:cs typeface="Calibri"/>
              </a:rPr>
              <a:t> </a:t>
            </a:r>
            <a:r>
              <a:rPr sz="2800" dirty="0">
                <a:latin typeface="Calibri"/>
                <a:cs typeface="Calibri"/>
              </a:rPr>
              <a:t>bắt</a:t>
            </a:r>
            <a:r>
              <a:rPr sz="2800" spc="-45" dirty="0">
                <a:latin typeface="Calibri"/>
                <a:cs typeface="Calibri"/>
              </a:rPr>
              <a:t> </a:t>
            </a:r>
            <a:r>
              <a:rPr sz="2800" dirty="0">
                <a:latin typeface="Calibri"/>
                <a:cs typeface="Calibri"/>
              </a:rPr>
              <a:t>đầu</a:t>
            </a:r>
            <a:r>
              <a:rPr sz="2800" spc="-35" dirty="0">
                <a:latin typeface="Calibri"/>
                <a:cs typeface="Calibri"/>
              </a:rPr>
              <a:t> </a:t>
            </a:r>
            <a:r>
              <a:rPr sz="2800" dirty="0">
                <a:latin typeface="Calibri"/>
                <a:cs typeface="Calibri"/>
              </a:rPr>
              <a:t>là</a:t>
            </a:r>
            <a:r>
              <a:rPr sz="2800" spc="-45" dirty="0">
                <a:latin typeface="Calibri"/>
                <a:cs typeface="Calibri"/>
              </a:rPr>
              <a:t> </a:t>
            </a:r>
            <a:r>
              <a:rPr sz="2800" spc="-20" dirty="0">
                <a:latin typeface="Calibri"/>
                <a:cs typeface="Calibri"/>
              </a:rPr>
              <a:t>101. </a:t>
            </a:r>
            <a:r>
              <a:rPr sz="2800" dirty="0">
                <a:latin typeface="Calibri"/>
                <a:cs typeface="Calibri"/>
              </a:rPr>
              <a:t>Chuỗi</a:t>
            </a:r>
            <a:r>
              <a:rPr sz="2800" spc="-40" dirty="0">
                <a:latin typeface="Calibri"/>
                <a:cs typeface="Calibri"/>
              </a:rPr>
              <a:t> </a:t>
            </a:r>
            <a:r>
              <a:rPr sz="2800" dirty="0">
                <a:latin typeface="Calibri"/>
                <a:cs typeface="Calibri"/>
              </a:rPr>
              <a:t>bit</a:t>
            </a:r>
            <a:r>
              <a:rPr sz="2800" spc="-45" dirty="0">
                <a:latin typeface="Calibri"/>
                <a:cs typeface="Calibri"/>
              </a:rPr>
              <a:t> </a:t>
            </a:r>
            <a:r>
              <a:rPr sz="2800" dirty="0">
                <a:latin typeface="Calibri"/>
                <a:cs typeface="Calibri"/>
              </a:rPr>
              <a:t>có</a:t>
            </a:r>
            <a:r>
              <a:rPr sz="2800" spc="-55" dirty="0">
                <a:latin typeface="Calibri"/>
                <a:cs typeface="Calibri"/>
              </a:rPr>
              <a:t> </a:t>
            </a:r>
            <a:r>
              <a:rPr sz="2800" dirty="0">
                <a:latin typeface="Calibri"/>
                <a:cs typeface="Calibri"/>
              </a:rPr>
              <a:t>dạng</a:t>
            </a:r>
            <a:r>
              <a:rPr sz="2800" spc="-40" dirty="0">
                <a:latin typeface="Calibri"/>
                <a:cs typeface="Calibri"/>
              </a:rPr>
              <a:t> </a:t>
            </a:r>
            <a:r>
              <a:rPr sz="2800" spc="-10" dirty="0">
                <a:latin typeface="Calibri"/>
                <a:cs typeface="Calibri"/>
              </a:rPr>
              <a:t>101abcde.</a:t>
            </a:r>
            <a:endParaRPr sz="2800">
              <a:latin typeface="Calibri"/>
              <a:cs typeface="Calibri"/>
            </a:endParaRPr>
          </a:p>
          <a:p>
            <a:pPr marL="63500" marR="55880">
              <a:lnSpc>
                <a:spcPts val="3030"/>
              </a:lnSpc>
              <a:spcBef>
                <a:spcPts val="715"/>
              </a:spcBef>
              <a:tabLst>
                <a:tab pos="2574925" algn="l"/>
              </a:tabLst>
            </a:pPr>
            <a:r>
              <a:rPr sz="2800" dirty="0">
                <a:latin typeface="Calibri"/>
                <a:cs typeface="Calibri"/>
              </a:rPr>
              <a:t>Mỗi</a:t>
            </a:r>
            <a:r>
              <a:rPr sz="2800" spc="-35" dirty="0">
                <a:latin typeface="Calibri"/>
                <a:cs typeface="Calibri"/>
              </a:rPr>
              <a:t> </a:t>
            </a:r>
            <a:r>
              <a:rPr sz="2800" dirty="0">
                <a:latin typeface="Calibri"/>
                <a:cs typeface="Calibri"/>
              </a:rPr>
              <a:t>bit</a:t>
            </a:r>
            <a:r>
              <a:rPr sz="2800" spc="-25" dirty="0">
                <a:latin typeface="Calibri"/>
                <a:cs typeface="Calibri"/>
              </a:rPr>
              <a:t> </a:t>
            </a:r>
            <a:r>
              <a:rPr sz="2800" spc="-10" dirty="0">
                <a:latin typeface="Calibri"/>
                <a:cs typeface="Calibri"/>
              </a:rPr>
              <a:t>a,b,c,d,e</a:t>
            </a:r>
            <a:r>
              <a:rPr sz="2800" dirty="0">
                <a:latin typeface="Calibri"/>
                <a:cs typeface="Calibri"/>
              </a:rPr>
              <a:t>	có</a:t>
            </a:r>
            <a:r>
              <a:rPr sz="2800" spc="-65" dirty="0">
                <a:latin typeface="Calibri"/>
                <a:cs typeface="Calibri"/>
              </a:rPr>
              <a:t> </a:t>
            </a:r>
            <a:r>
              <a:rPr sz="2800" dirty="0">
                <a:latin typeface="Calibri"/>
                <a:cs typeface="Calibri"/>
              </a:rPr>
              <a:t>2</a:t>
            </a:r>
            <a:r>
              <a:rPr sz="2800" spc="-45" dirty="0">
                <a:latin typeface="Calibri"/>
                <a:cs typeface="Calibri"/>
              </a:rPr>
              <a:t> </a:t>
            </a:r>
            <a:r>
              <a:rPr sz="2800" dirty="0">
                <a:latin typeface="Calibri"/>
                <a:cs typeface="Calibri"/>
              </a:rPr>
              <a:t>cách</a:t>
            </a:r>
            <a:r>
              <a:rPr sz="2800" spc="-60" dirty="0">
                <a:latin typeface="Calibri"/>
                <a:cs typeface="Calibri"/>
              </a:rPr>
              <a:t> </a:t>
            </a:r>
            <a:r>
              <a:rPr sz="2800" dirty="0">
                <a:latin typeface="Calibri"/>
                <a:cs typeface="Calibri"/>
              </a:rPr>
              <a:t>chọn,</a:t>
            </a:r>
            <a:r>
              <a:rPr sz="2800" spc="-25" dirty="0">
                <a:latin typeface="Calibri"/>
                <a:cs typeface="Calibri"/>
              </a:rPr>
              <a:t> </a:t>
            </a:r>
            <a:r>
              <a:rPr sz="2800" dirty="0">
                <a:latin typeface="Calibri"/>
                <a:cs typeface="Calibri"/>
              </a:rPr>
              <a:t>{0,1}.</a:t>
            </a:r>
            <a:r>
              <a:rPr sz="2800" spc="-40" dirty="0">
                <a:latin typeface="Calibri"/>
                <a:cs typeface="Calibri"/>
              </a:rPr>
              <a:t> Vậy</a:t>
            </a:r>
            <a:r>
              <a:rPr sz="2800" spc="-75" dirty="0">
                <a:latin typeface="Calibri"/>
                <a:cs typeface="Calibri"/>
              </a:rPr>
              <a:t> </a:t>
            </a:r>
            <a:r>
              <a:rPr sz="2800" dirty="0">
                <a:latin typeface="Calibri"/>
                <a:cs typeface="Calibri"/>
              </a:rPr>
              <a:t>theo</a:t>
            </a:r>
            <a:r>
              <a:rPr sz="2800" spc="-55" dirty="0">
                <a:latin typeface="Calibri"/>
                <a:cs typeface="Calibri"/>
              </a:rPr>
              <a:t> </a:t>
            </a:r>
            <a:r>
              <a:rPr sz="2800" spc="-10" dirty="0">
                <a:latin typeface="Calibri"/>
                <a:cs typeface="Calibri"/>
              </a:rPr>
              <a:t>nguyên </a:t>
            </a:r>
            <a:r>
              <a:rPr sz="2800" dirty="0">
                <a:latin typeface="Calibri"/>
                <a:cs typeface="Calibri"/>
              </a:rPr>
              <a:t>lý</a:t>
            </a:r>
            <a:r>
              <a:rPr sz="2800" spc="-55" dirty="0">
                <a:latin typeface="Calibri"/>
                <a:cs typeface="Calibri"/>
              </a:rPr>
              <a:t> </a:t>
            </a:r>
            <a:r>
              <a:rPr sz="2800" dirty="0">
                <a:latin typeface="Calibri"/>
                <a:cs typeface="Calibri"/>
              </a:rPr>
              <a:t>nhân</a:t>
            </a:r>
            <a:r>
              <a:rPr sz="2800" spc="-10" dirty="0">
                <a:latin typeface="Calibri"/>
                <a:cs typeface="Calibri"/>
              </a:rPr>
              <a:t> </a:t>
            </a:r>
            <a:r>
              <a:rPr sz="2800" dirty="0">
                <a:latin typeface="Calibri"/>
                <a:cs typeface="Calibri"/>
              </a:rPr>
              <a:t>ta</a:t>
            </a:r>
            <a:r>
              <a:rPr sz="2800" spc="-35" dirty="0">
                <a:latin typeface="Calibri"/>
                <a:cs typeface="Calibri"/>
              </a:rPr>
              <a:t> </a:t>
            </a:r>
            <a:r>
              <a:rPr sz="2800" dirty="0">
                <a:latin typeface="Calibri"/>
                <a:cs typeface="Calibri"/>
              </a:rPr>
              <a:t>có</a:t>
            </a:r>
            <a:r>
              <a:rPr sz="2800" spc="-40" dirty="0">
                <a:latin typeface="Calibri"/>
                <a:cs typeface="Calibri"/>
              </a:rPr>
              <a:t> </a:t>
            </a:r>
            <a:r>
              <a:rPr sz="2800" dirty="0">
                <a:latin typeface="Calibri"/>
                <a:cs typeface="Calibri"/>
              </a:rPr>
              <a:t>số</a:t>
            </a:r>
            <a:r>
              <a:rPr sz="2800" spc="-35" dirty="0">
                <a:latin typeface="Calibri"/>
                <a:cs typeface="Calibri"/>
              </a:rPr>
              <a:t> </a:t>
            </a:r>
            <a:r>
              <a:rPr sz="2800" dirty="0">
                <a:latin typeface="Calibri"/>
                <a:cs typeface="Calibri"/>
              </a:rPr>
              <a:t>chuỗi</a:t>
            </a:r>
            <a:r>
              <a:rPr sz="2800" spc="-20" dirty="0">
                <a:latin typeface="Calibri"/>
                <a:cs typeface="Calibri"/>
              </a:rPr>
              <a:t> </a:t>
            </a:r>
            <a:r>
              <a:rPr sz="2800" dirty="0">
                <a:latin typeface="Calibri"/>
                <a:cs typeface="Calibri"/>
              </a:rPr>
              <a:t>là</a:t>
            </a:r>
            <a:r>
              <a:rPr sz="2800" spc="-45" dirty="0">
                <a:latin typeface="Calibri"/>
                <a:cs typeface="Calibri"/>
              </a:rPr>
              <a:t> </a:t>
            </a:r>
            <a:r>
              <a:rPr sz="2800" spc="-25" dirty="0">
                <a:latin typeface="Calibri"/>
                <a:cs typeface="Calibri"/>
              </a:rPr>
              <a:t>2</a:t>
            </a:r>
            <a:r>
              <a:rPr sz="2775" spc="-37" baseline="25525" dirty="0">
                <a:latin typeface="Calibri"/>
                <a:cs typeface="Calibri"/>
              </a:rPr>
              <a:t>5</a:t>
            </a:r>
            <a:r>
              <a:rPr sz="2800" spc="-25" dirty="0">
                <a:latin typeface="Calibri"/>
                <a:cs typeface="Calibri"/>
              </a:rPr>
              <a:t>.</a:t>
            </a:r>
            <a:endParaRPr sz="2800">
              <a:latin typeface="Calibri"/>
              <a:cs typeface="Calibri"/>
            </a:endParaRPr>
          </a:p>
          <a:p>
            <a:pPr>
              <a:lnSpc>
                <a:spcPct val="100000"/>
              </a:lnSpc>
              <a:spcBef>
                <a:spcPts val="565"/>
              </a:spcBef>
            </a:pPr>
            <a:endParaRPr sz="2800">
              <a:latin typeface="Calibri"/>
              <a:cs typeface="Calibri"/>
            </a:endParaRPr>
          </a:p>
          <a:p>
            <a:pPr marL="63500">
              <a:lnSpc>
                <a:spcPts val="3195"/>
              </a:lnSpc>
            </a:pPr>
            <a:r>
              <a:rPr sz="2800" dirty="0">
                <a:latin typeface="Calibri"/>
                <a:cs typeface="Calibri"/>
              </a:rPr>
              <a:t>b</a:t>
            </a:r>
            <a:r>
              <a:rPr sz="2800" spc="-35" dirty="0">
                <a:latin typeface="Calibri"/>
                <a:cs typeface="Calibri"/>
              </a:rPr>
              <a:t> </a:t>
            </a:r>
            <a:r>
              <a:rPr sz="2800" dirty="0">
                <a:latin typeface="Calibri"/>
                <a:cs typeface="Calibri"/>
              </a:rPr>
              <a:t>)Có</a:t>
            </a:r>
            <a:r>
              <a:rPr sz="2800" spc="-30" dirty="0">
                <a:latin typeface="Calibri"/>
                <a:cs typeface="Calibri"/>
              </a:rPr>
              <a:t> </a:t>
            </a:r>
            <a:r>
              <a:rPr sz="2800" dirty="0">
                <a:latin typeface="Calibri"/>
                <a:cs typeface="Calibri"/>
              </a:rPr>
              <a:t>bao</a:t>
            </a:r>
            <a:r>
              <a:rPr sz="2800" spc="-35" dirty="0">
                <a:latin typeface="Calibri"/>
                <a:cs typeface="Calibri"/>
              </a:rPr>
              <a:t> </a:t>
            </a:r>
            <a:r>
              <a:rPr sz="2800" dirty="0">
                <a:latin typeface="Calibri"/>
                <a:cs typeface="Calibri"/>
              </a:rPr>
              <a:t>nhiêu</a:t>
            </a:r>
            <a:r>
              <a:rPr sz="2800" spc="-15" dirty="0">
                <a:latin typeface="Calibri"/>
                <a:cs typeface="Calibri"/>
              </a:rPr>
              <a:t> </a:t>
            </a:r>
            <a:r>
              <a:rPr sz="2800" dirty="0">
                <a:latin typeface="Calibri"/>
                <a:cs typeface="Calibri"/>
              </a:rPr>
              <a:t>chuỗi</a:t>
            </a:r>
            <a:r>
              <a:rPr sz="2800" spc="-25" dirty="0">
                <a:latin typeface="Calibri"/>
                <a:cs typeface="Calibri"/>
              </a:rPr>
              <a:t> </a:t>
            </a:r>
            <a:r>
              <a:rPr sz="2800" dirty="0">
                <a:latin typeface="Calibri"/>
                <a:cs typeface="Calibri"/>
              </a:rPr>
              <a:t>chiều</a:t>
            </a:r>
            <a:r>
              <a:rPr sz="2800" spc="-20" dirty="0">
                <a:latin typeface="Calibri"/>
                <a:cs typeface="Calibri"/>
              </a:rPr>
              <a:t> </a:t>
            </a:r>
            <a:r>
              <a:rPr sz="2800" dirty="0">
                <a:latin typeface="Calibri"/>
                <a:cs typeface="Calibri"/>
              </a:rPr>
              <a:t>dài</a:t>
            </a:r>
            <a:r>
              <a:rPr sz="2800" spc="-45" dirty="0">
                <a:latin typeface="Calibri"/>
                <a:cs typeface="Calibri"/>
              </a:rPr>
              <a:t> </a:t>
            </a:r>
            <a:r>
              <a:rPr sz="2800" dirty="0">
                <a:latin typeface="Calibri"/>
                <a:cs typeface="Calibri"/>
              </a:rPr>
              <a:t>4</a:t>
            </a:r>
            <a:r>
              <a:rPr sz="2800" spc="-25" dirty="0">
                <a:latin typeface="Calibri"/>
                <a:cs typeface="Calibri"/>
              </a:rPr>
              <a:t> </a:t>
            </a:r>
            <a:r>
              <a:rPr sz="2800" dirty="0">
                <a:latin typeface="Calibri"/>
                <a:cs typeface="Calibri"/>
              </a:rPr>
              <a:t>được</a:t>
            </a:r>
            <a:r>
              <a:rPr sz="2800" spc="-20" dirty="0">
                <a:latin typeface="Calibri"/>
                <a:cs typeface="Calibri"/>
              </a:rPr>
              <a:t> </a:t>
            </a:r>
            <a:r>
              <a:rPr sz="2800" dirty="0">
                <a:latin typeface="Calibri"/>
                <a:cs typeface="Calibri"/>
              </a:rPr>
              <a:t>tạo</a:t>
            </a:r>
            <a:r>
              <a:rPr sz="2800" spc="-40" dirty="0">
                <a:latin typeface="Calibri"/>
                <a:cs typeface="Calibri"/>
              </a:rPr>
              <a:t> </a:t>
            </a:r>
            <a:r>
              <a:rPr sz="2800" dirty="0">
                <a:latin typeface="Calibri"/>
                <a:cs typeface="Calibri"/>
              </a:rPr>
              <a:t>từ</a:t>
            </a:r>
            <a:r>
              <a:rPr sz="2800" spc="-25" dirty="0">
                <a:latin typeface="Calibri"/>
                <a:cs typeface="Calibri"/>
              </a:rPr>
              <a:t> </a:t>
            </a:r>
            <a:r>
              <a:rPr sz="2800" dirty="0">
                <a:latin typeface="Calibri"/>
                <a:cs typeface="Calibri"/>
              </a:rPr>
              <a:t>các</a:t>
            </a:r>
            <a:r>
              <a:rPr sz="2800" spc="-30" dirty="0">
                <a:latin typeface="Calibri"/>
                <a:cs typeface="Calibri"/>
              </a:rPr>
              <a:t> </a:t>
            </a:r>
            <a:r>
              <a:rPr sz="2800" dirty="0">
                <a:latin typeface="Calibri"/>
                <a:cs typeface="Calibri"/>
              </a:rPr>
              <a:t>ký</a:t>
            </a:r>
            <a:r>
              <a:rPr sz="2800" spc="-45" dirty="0">
                <a:latin typeface="Calibri"/>
                <a:cs typeface="Calibri"/>
              </a:rPr>
              <a:t> </a:t>
            </a:r>
            <a:r>
              <a:rPr sz="2800" spc="-25" dirty="0">
                <a:latin typeface="Calibri"/>
                <a:cs typeface="Calibri"/>
              </a:rPr>
              <a:t>tự</a:t>
            </a:r>
            <a:endParaRPr sz="2800">
              <a:latin typeface="Calibri"/>
              <a:cs typeface="Calibri"/>
            </a:endParaRPr>
          </a:p>
          <a:p>
            <a:pPr marL="63500">
              <a:lnSpc>
                <a:spcPts val="3195"/>
              </a:lnSpc>
            </a:pPr>
            <a:r>
              <a:rPr sz="2800" dirty="0">
                <a:latin typeface="Calibri"/>
                <a:cs typeface="Calibri"/>
              </a:rPr>
              <a:t>{A,</a:t>
            </a:r>
            <a:r>
              <a:rPr sz="2800" spc="-45" dirty="0">
                <a:latin typeface="Calibri"/>
                <a:cs typeface="Calibri"/>
              </a:rPr>
              <a:t> </a:t>
            </a:r>
            <a:r>
              <a:rPr sz="2800" dirty="0">
                <a:latin typeface="Calibri"/>
                <a:cs typeface="Calibri"/>
              </a:rPr>
              <a:t>B,</a:t>
            </a:r>
            <a:r>
              <a:rPr sz="2800" spc="-35" dirty="0">
                <a:latin typeface="Calibri"/>
                <a:cs typeface="Calibri"/>
              </a:rPr>
              <a:t> </a:t>
            </a:r>
            <a:r>
              <a:rPr sz="2800" dirty="0">
                <a:latin typeface="Calibri"/>
                <a:cs typeface="Calibri"/>
              </a:rPr>
              <a:t>C,</a:t>
            </a:r>
            <a:r>
              <a:rPr sz="2800" spc="-40" dirty="0">
                <a:latin typeface="Calibri"/>
                <a:cs typeface="Calibri"/>
              </a:rPr>
              <a:t> </a:t>
            </a:r>
            <a:r>
              <a:rPr sz="2800" dirty="0">
                <a:latin typeface="Calibri"/>
                <a:cs typeface="Calibri"/>
              </a:rPr>
              <a:t>D,</a:t>
            </a:r>
            <a:r>
              <a:rPr sz="2800" spc="-35" dirty="0">
                <a:latin typeface="Calibri"/>
                <a:cs typeface="Calibri"/>
              </a:rPr>
              <a:t> </a:t>
            </a:r>
            <a:r>
              <a:rPr sz="2800" dirty="0">
                <a:latin typeface="Calibri"/>
                <a:cs typeface="Calibri"/>
              </a:rPr>
              <a:t>E}</a:t>
            </a:r>
            <a:r>
              <a:rPr sz="2800" spc="-50" dirty="0">
                <a:latin typeface="Calibri"/>
                <a:cs typeface="Calibri"/>
              </a:rPr>
              <a:t> </a:t>
            </a:r>
            <a:r>
              <a:rPr sz="2800" dirty="0">
                <a:latin typeface="Calibri"/>
                <a:cs typeface="Calibri"/>
              </a:rPr>
              <a:t>nếu</a:t>
            </a:r>
            <a:r>
              <a:rPr sz="2800" spc="-35" dirty="0">
                <a:latin typeface="Calibri"/>
                <a:cs typeface="Calibri"/>
              </a:rPr>
              <a:t> </a:t>
            </a:r>
            <a:r>
              <a:rPr sz="2800" dirty="0">
                <a:latin typeface="Calibri"/>
                <a:cs typeface="Calibri"/>
              </a:rPr>
              <a:t>cho</a:t>
            </a:r>
            <a:r>
              <a:rPr sz="2800" spc="-35" dirty="0">
                <a:latin typeface="Calibri"/>
                <a:cs typeface="Calibri"/>
              </a:rPr>
              <a:t> </a:t>
            </a:r>
            <a:r>
              <a:rPr sz="2800" dirty="0">
                <a:latin typeface="Calibri"/>
                <a:cs typeface="Calibri"/>
              </a:rPr>
              <a:t>phép</a:t>
            </a:r>
            <a:r>
              <a:rPr sz="2800" spc="-25" dirty="0">
                <a:latin typeface="Calibri"/>
                <a:cs typeface="Calibri"/>
              </a:rPr>
              <a:t> </a:t>
            </a:r>
            <a:r>
              <a:rPr sz="2800" dirty="0">
                <a:latin typeface="Calibri"/>
                <a:cs typeface="Calibri"/>
              </a:rPr>
              <a:t>lập</a:t>
            </a:r>
            <a:r>
              <a:rPr sz="2800" spc="-45" dirty="0">
                <a:latin typeface="Calibri"/>
                <a:cs typeface="Calibri"/>
              </a:rPr>
              <a:t> </a:t>
            </a:r>
            <a:r>
              <a:rPr sz="2800" spc="-20" dirty="0">
                <a:latin typeface="Calibri"/>
                <a:cs typeface="Calibri"/>
              </a:rPr>
              <a:t>lại?</a:t>
            </a:r>
            <a:endParaRPr sz="2800">
              <a:latin typeface="Calibri"/>
              <a:cs typeface="Calibri"/>
            </a:endParaRPr>
          </a:p>
          <a:p>
            <a:pPr marL="63500">
              <a:lnSpc>
                <a:spcPct val="100000"/>
              </a:lnSpc>
              <a:spcBef>
                <a:spcPts val="335"/>
              </a:spcBef>
            </a:pPr>
            <a:r>
              <a:rPr sz="2800" spc="-20" dirty="0">
                <a:latin typeface="Calibri"/>
                <a:cs typeface="Calibri"/>
              </a:rPr>
              <a:t>Tương</a:t>
            </a:r>
            <a:r>
              <a:rPr sz="2800" spc="-40" dirty="0">
                <a:latin typeface="Calibri"/>
                <a:cs typeface="Calibri"/>
              </a:rPr>
              <a:t> </a:t>
            </a:r>
            <a:r>
              <a:rPr sz="2800" dirty="0">
                <a:latin typeface="Calibri"/>
                <a:cs typeface="Calibri"/>
              </a:rPr>
              <a:t>tự</a:t>
            </a:r>
            <a:r>
              <a:rPr sz="2800" spc="-50" dirty="0">
                <a:latin typeface="Calibri"/>
                <a:cs typeface="Calibri"/>
              </a:rPr>
              <a:t> </a:t>
            </a:r>
            <a:r>
              <a:rPr sz="2800" dirty="0">
                <a:latin typeface="Calibri"/>
                <a:cs typeface="Calibri"/>
              </a:rPr>
              <a:t>câu</a:t>
            </a:r>
            <a:r>
              <a:rPr sz="2800" spc="-40" dirty="0">
                <a:latin typeface="Calibri"/>
                <a:cs typeface="Calibri"/>
              </a:rPr>
              <a:t> </a:t>
            </a:r>
            <a:r>
              <a:rPr sz="2800" dirty="0">
                <a:latin typeface="Calibri"/>
                <a:cs typeface="Calibri"/>
              </a:rPr>
              <a:t>a)</a:t>
            </a:r>
            <a:r>
              <a:rPr sz="2800" spc="-50" dirty="0">
                <a:latin typeface="Calibri"/>
                <a:cs typeface="Calibri"/>
              </a:rPr>
              <a:t> </a:t>
            </a:r>
            <a:r>
              <a:rPr sz="2800" dirty="0">
                <a:latin typeface="Calibri"/>
                <a:cs typeface="Calibri"/>
              </a:rPr>
              <a:t>ở</a:t>
            </a:r>
            <a:r>
              <a:rPr sz="2800" spc="-45" dirty="0">
                <a:latin typeface="Calibri"/>
                <a:cs typeface="Calibri"/>
              </a:rPr>
              <a:t> </a:t>
            </a:r>
            <a:r>
              <a:rPr sz="2800" dirty="0">
                <a:latin typeface="Calibri"/>
                <a:cs typeface="Calibri"/>
              </a:rPr>
              <a:t>trên</a:t>
            </a:r>
            <a:r>
              <a:rPr sz="2800" spc="-45" dirty="0">
                <a:latin typeface="Calibri"/>
                <a:cs typeface="Calibri"/>
              </a:rPr>
              <a:t> </a:t>
            </a:r>
            <a:r>
              <a:rPr sz="2800" dirty="0">
                <a:latin typeface="Calibri"/>
                <a:cs typeface="Calibri"/>
              </a:rPr>
              <a:t>ta</a:t>
            </a:r>
            <a:r>
              <a:rPr sz="2800" spc="-50" dirty="0">
                <a:latin typeface="Calibri"/>
                <a:cs typeface="Calibri"/>
              </a:rPr>
              <a:t> </a:t>
            </a:r>
            <a:r>
              <a:rPr sz="2800" dirty="0">
                <a:latin typeface="Calibri"/>
                <a:cs typeface="Calibri"/>
              </a:rPr>
              <a:t>có</a:t>
            </a:r>
            <a:r>
              <a:rPr sz="2800" spc="-20" dirty="0">
                <a:latin typeface="Calibri"/>
                <a:cs typeface="Calibri"/>
              </a:rPr>
              <a:t> </a:t>
            </a:r>
            <a:r>
              <a:rPr sz="2800" dirty="0">
                <a:latin typeface="Calibri"/>
                <a:cs typeface="Calibri"/>
              </a:rPr>
              <a:t>số</a:t>
            </a:r>
            <a:r>
              <a:rPr sz="2800" spc="-40" dirty="0">
                <a:latin typeface="Calibri"/>
                <a:cs typeface="Calibri"/>
              </a:rPr>
              <a:t> </a:t>
            </a:r>
            <a:r>
              <a:rPr sz="2800" dirty="0">
                <a:latin typeface="Calibri"/>
                <a:cs typeface="Calibri"/>
              </a:rPr>
              <a:t>chuỗi</a:t>
            </a:r>
            <a:r>
              <a:rPr sz="2800" spc="-35" dirty="0">
                <a:latin typeface="Calibri"/>
                <a:cs typeface="Calibri"/>
              </a:rPr>
              <a:t> </a:t>
            </a:r>
            <a:r>
              <a:rPr sz="2800" dirty="0">
                <a:latin typeface="Calibri"/>
                <a:cs typeface="Calibri"/>
              </a:rPr>
              <a:t>là</a:t>
            </a:r>
            <a:r>
              <a:rPr sz="2800" spc="-65" dirty="0">
                <a:latin typeface="Calibri"/>
                <a:cs typeface="Calibri"/>
              </a:rPr>
              <a:t> </a:t>
            </a:r>
            <a:r>
              <a:rPr sz="2800" spc="-25" dirty="0">
                <a:latin typeface="Calibri"/>
                <a:cs typeface="Calibri"/>
              </a:rPr>
              <a:t>5</a:t>
            </a:r>
            <a:r>
              <a:rPr sz="2775" spc="-37" baseline="25525" dirty="0">
                <a:latin typeface="Calibri"/>
                <a:cs typeface="Calibri"/>
              </a:rPr>
              <a:t>4</a:t>
            </a:r>
            <a:r>
              <a:rPr sz="2800" spc="-25" dirty="0">
                <a:latin typeface="Calibri"/>
                <a:cs typeface="Calibri"/>
              </a:rPr>
              <a:t>.</a:t>
            </a:r>
            <a:endParaRPr sz="2800">
              <a:latin typeface="Calibri"/>
              <a:cs typeface="Calibri"/>
            </a:endParaRP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312165"/>
            <a:ext cx="8349615" cy="1001394"/>
          </a:xfrm>
          <a:prstGeom prst="rect">
            <a:avLst/>
          </a:prstGeom>
        </p:spPr>
        <p:txBody>
          <a:bodyPr vert="horz" wrap="square" lIns="0" tIns="12700" rIns="0" bIns="0" rtlCol="0">
            <a:spAutoFit/>
          </a:bodyPr>
          <a:lstStyle/>
          <a:p>
            <a:pPr marL="12700" marR="5080">
              <a:lnSpc>
                <a:spcPct val="100000"/>
              </a:lnSpc>
              <a:spcBef>
                <a:spcPts val="100"/>
              </a:spcBef>
            </a:pPr>
            <a:r>
              <a:rPr sz="3200" b="1" dirty="0">
                <a:latin typeface="Calibri"/>
                <a:cs typeface="Calibri"/>
              </a:rPr>
              <a:t>Ví</a:t>
            </a:r>
            <a:r>
              <a:rPr sz="3200" b="1" spc="-45" dirty="0">
                <a:latin typeface="Calibri"/>
                <a:cs typeface="Calibri"/>
              </a:rPr>
              <a:t> </a:t>
            </a:r>
            <a:r>
              <a:rPr sz="3200" b="1" dirty="0">
                <a:latin typeface="Calibri"/>
                <a:cs typeface="Calibri"/>
              </a:rPr>
              <a:t>dụ</a:t>
            </a:r>
            <a:r>
              <a:rPr sz="3200" b="1" spc="-45" dirty="0">
                <a:latin typeface="Calibri"/>
                <a:cs typeface="Calibri"/>
              </a:rPr>
              <a:t> </a:t>
            </a:r>
            <a:r>
              <a:rPr sz="3200" b="1" dirty="0">
                <a:latin typeface="Calibri"/>
                <a:cs typeface="Calibri"/>
              </a:rPr>
              <a:t>:</a:t>
            </a:r>
            <a:r>
              <a:rPr sz="3200" b="1" spc="-25" dirty="0">
                <a:latin typeface="Calibri"/>
                <a:cs typeface="Calibri"/>
              </a:rPr>
              <a:t> </a:t>
            </a:r>
            <a:r>
              <a:rPr sz="3200" dirty="0"/>
              <a:t>Cho</a:t>
            </a:r>
            <a:r>
              <a:rPr sz="3200" spc="-35" dirty="0"/>
              <a:t> </a:t>
            </a:r>
            <a:r>
              <a:rPr sz="3200" dirty="0"/>
              <a:t>tập</a:t>
            </a:r>
            <a:r>
              <a:rPr sz="3200" spc="-40" dirty="0"/>
              <a:t> </a:t>
            </a:r>
            <a:r>
              <a:rPr sz="3200" dirty="0"/>
              <a:t>A</a:t>
            </a:r>
            <a:r>
              <a:rPr sz="3200" spc="-30" dirty="0"/>
              <a:t> </a:t>
            </a:r>
            <a:r>
              <a:rPr sz="3200" dirty="0"/>
              <a:t>=</a:t>
            </a:r>
            <a:r>
              <a:rPr sz="3200" spc="-25" dirty="0"/>
              <a:t> </a:t>
            </a:r>
            <a:r>
              <a:rPr sz="3200" dirty="0"/>
              <a:t>{1,</a:t>
            </a:r>
            <a:r>
              <a:rPr sz="3200" spc="-30" dirty="0"/>
              <a:t> </a:t>
            </a:r>
            <a:r>
              <a:rPr sz="3200" dirty="0"/>
              <a:t>2,</a:t>
            </a:r>
            <a:r>
              <a:rPr sz="3200" spc="-35" dirty="0"/>
              <a:t> </a:t>
            </a:r>
            <a:r>
              <a:rPr sz="3200" dirty="0"/>
              <a:t>3,</a:t>
            </a:r>
            <a:r>
              <a:rPr sz="3200" spc="-30" dirty="0"/>
              <a:t> </a:t>
            </a:r>
            <a:r>
              <a:rPr sz="3200" dirty="0"/>
              <a:t>.</a:t>
            </a:r>
            <a:r>
              <a:rPr sz="3200" spc="-30" dirty="0"/>
              <a:t> </a:t>
            </a:r>
            <a:r>
              <a:rPr sz="3200" dirty="0"/>
              <a:t>.,</a:t>
            </a:r>
            <a:r>
              <a:rPr sz="3200" spc="-30" dirty="0"/>
              <a:t> </a:t>
            </a:r>
            <a:r>
              <a:rPr sz="3200" dirty="0"/>
              <a:t>n}.</a:t>
            </a:r>
            <a:r>
              <a:rPr sz="3200" spc="-20" dirty="0"/>
              <a:t> </a:t>
            </a:r>
            <a:r>
              <a:rPr sz="3200" dirty="0"/>
              <a:t>Có</a:t>
            </a:r>
            <a:r>
              <a:rPr sz="3200" spc="-35" dirty="0"/>
              <a:t> </a:t>
            </a:r>
            <a:r>
              <a:rPr sz="3200" dirty="0"/>
              <a:t>bao</a:t>
            </a:r>
            <a:r>
              <a:rPr sz="3200" spc="-40" dirty="0"/>
              <a:t> </a:t>
            </a:r>
            <a:r>
              <a:rPr sz="3200" dirty="0"/>
              <a:t>nhiêu</a:t>
            </a:r>
            <a:r>
              <a:rPr sz="3200" spc="-20" dirty="0"/>
              <a:t> </a:t>
            </a:r>
            <a:r>
              <a:rPr sz="3200" spc="-25" dirty="0"/>
              <a:t>tập </a:t>
            </a:r>
            <a:r>
              <a:rPr sz="3200" dirty="0"/>
              <a:t>con</a:t>
            </a:r>
            <a:r>
              <a:rPr sz="3200" spc="-60" dirty="0"/>
              <a:t> </a:t>
            </a:r>
            <a:r>
              <a:rPr sz="3200" dirty="0"/>
              <a:t>của</a:t>
            </a:r>
            <a:r>
              <a:rPr sz="3200" spc="-55" dirty="0"/>
              <a:t> </a:t>
            </a:r>
            <a:r>
              <a:rPr sz="3200" spc="-25" dirty="0"/>
              <a:t>A.</a:t>
            </a:r>
            <a:endParaRPr sz="3200">
              <a:latin typeface="Calibri"/>
              <a:cs typeface="Calibri"/>
            </a:endParaRP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21640" y="315213"/>
            <a:ext cx="8365490" cy="5744210"/>
          </a:xfrm>
          <a:prstGeom prst="rect">
            <a:avLst/>
          </a:prstGeom>
        </p:spPr>
        <p:txBody>
          <a:bodyPr vert="horz" wrap="square" lIns="0" tIns="12065" rIns="0" bIns="0" rtlCol="0">
            <a:spAutoFit/>
          </a:bodyPr>
          <a:lstStyle/>
          <a:p>
            <a:pPr marL="50800" marR="17780">
              <a:lnSpc>
                <a:spcPct val="100000"/>
              </a:lnSpc>
              <a:spcBef>
                <a:spcPts val="95"/>
              </a:spcBef>
            </a:pPr>
            <a:r>
              <a:rPr sz="2800" b="1" dirty="0">
                <a:latin typeface="Calibri"/>
                <a:cs typeface="Calibri"/>
              </a:rPr>
              <a:t>Giải</a:t>
            </a:r>
            <a:r>
              <a:rPr sz="2800" b="1" spc="-20" dirty="0">
                <a:latin typeface="Calibri"/>
                <a:cs typeface="Calibri"/>
              </a:rPr>
              <a:t> </a:t>
            </a:r>
            <a:r>
              <a:rPr sz="2800" b="1" dirty="0">
                <a:latin typeface="Calibri"/>
                <a:cs typeface="Calibri"/>
              </a:rPr>
              <a:t>:</a:t>
            </a:r>
            <a:r>
              <a:rPr sz="2800" b="1" spc="-30" dirty="0">
                <a:latin typeface="Calibri"/>
                <a:cs typeface="Calibri"/>
              </a:rPr>
              <a:t> </a:t>
            </a:r>
            <a:r>
              <a:rPr sz="2800" dirty="0">
                <a:latin typeface="Calibri"/>
                <a:cs typeface="Calibri"/>
              </a:rPr>
              <a:t>Cho</a:t>
            </a:r>
            <a:r>
              <a:rPr sz="2800" spc="-35" dirty="0">
                <a:latin typeface="Calibri"/>
                <a:cs typeface="Calibri"/>
              </a:rPr>
              <a:t> </a:t>
            </a:r>
            <a:r>
              <a:rPr sz="2800" dirty="0">
                <a:latin typeface="Calibri"/>
                <a:cs typeface="Calibri"/>
              </a:rPr>
              <a:t>tập</a:t>
            </a:r>
            <a:r>
              <a:rPr sz="2800" spc="-25" dirty="0">
                <a:latin typeface="Calibri"/>
                <a:cs typeface="Calibri"/>
              </a:rPr>
              <a:t> </a:t>
            </a:r>
            <a:r>
              <a:rPr sz="2800" dirty="0">
                <a:latin typeface="Calibri"/>
                <a:cs typeface="Calibri"/>
              </a:rPr>
              <a:t>A</a:t>
            </a:r>
            <a:r>
              <a:rPr sz="2800" spc="-40"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{1,</a:t>
            </a:r>
            <a:r>
              <a:rPr sz="2800" spc="-30" dirty="0">
                <a:latin typeface="Calibri"/>
                <a:cs typeface="Calibri"/>
              </a:rPr>
              <a:t> </a:t>
            </a:r>
            <a:r>
              <a:rPr sz="2800" dirty="0">
                <a:latin typeface="Calibri"/>
                <a:cs typeface="Calibri"/>
              </a:rPr>
              <a:t>2,</a:t>
            </a:r>
            <a:r>
              <a:rPr sz="2800" spc="-35" dirty="0">
                <a:latin typeface="Calibri"/>
                <a:cs typeface="Calibri"/>
              </a:rPr>
              <a:t> </a:t>
            </a:r>
            <a:r>
              <a:rPr sz="2800" dirty="0">
                <a:latin typeface="Calibri"/>
                <a:cs typeface="Calibri"/>
              </a:rPr>
              <a:t>3,</a:t>
            </a:r>
            <a:r>
              <a:rPr sz="2800" spc="-25" dirty="0">
                <a:latin typeface="Calibri"/>
                <a:cs typeface="Calibri"/>
              </a:rPr>
              <a:t> </a:t>
            </a:r>
            <a:r>
              <a:rPr sz="2800" dirty="0">
                <a:latin typeface="Calibri"/>
                <a:cs typeface="Calibri"/>
              </a:rPr>
              <a:t>.</a:t>
            </a:r>
            <a:r>
              <a:rPr sz="2800" spc="-40" dirty="0">
                <a:latin typeface="Calibri"/>
                <a:cs typeface="Calibri"/>
              </a:rPr>
              <a:t> </a:t>
            </a:r>
            <a:r>
              <a:rPr sz="2800" dirty="0">
                <a:latin typeface="Calibri"/>
                <a:cs typeface="Calibri"/>
              </a:rPr>
              <a:t>.,</a:t>
            </a:r>
            <a:r>
              <a:rPr sz="2800" spc="-30" dirty="0">
                <a:latin typeface="Calibri"/>
                <a:cs typeface="Calibri"/>
              </a:rPr>
              <a:t> </a:t>
            </a:r>
            <a:r>
              <a:rPr sz="2800" dirty="0">
                <a:latin typeface="Calibri"/>
                <a:cs typeface="Calibri"/>
              </a:rPr>
              <a:t>n}.</a:t>
            </a:r>
            <a:r>
              <a:rPr sz="2800" spc="-30" dirty="0">
                <a:latin typeface="Calibri"/>
                <a:cs typeface="Calibri"/>
              </a:rPr>
              <a:t> </a:t>
            </a:r>
            <a:r>
              <a:rPr sz="2800" dirty="0">
                <a:latin typeface="Calibri"/>
                <a:cs typeface="Calibri"/>
              </a:rPr>
              <a:t>Có</a:t>
            </a:r>
            <a:r>
              <a:rPr sz="2800" spc="-45" dirty="0">
                <a:latin typeface="Calibri"/>
                <a:cs typeface="Calibri"/>
              </a:rPr>
              <a:t> </a:t>
            </a:r>
            <a:r>
              <a:rPr sz="2800" dirty="0">
                <a:latin typeface="Calibri"/>
                <a:cs typeface="Calibri"/>
              </a:rPr>
              <a:t>bao</a:t>
            </a:r>
            <a:r>
              <a:rPr sz="2800" spc="-20" dirty="0">
                <a:latin typeface="Calibri"/>
                <a:cs typeface="Calibri"/>
              </a:rPr>
              <a:t> </a:t>
            </a:r>
            <a:r>
              <a:rPr sz="2800" dirty="0">
                <a:latin typeface="Calibri"/>
                <a:cs typeface="Calibri"/>
              </a:rPr>
              <a:t>nhiêu</a:t>
            </a:r>
            <a:r>
              <a:rPr sz="2800" spc="-15" dirty="0">
                <a:latin typeface="Calibri"/>
                <a:cs typeface="Calibri"/>
              </a:rPr>
              <a:t> </a:t>
            </a:r>
            <a:r>
              <a:rPr sz="2800" dirty="0">
                <a:latin typeface="Calibri"/>
                <a:cs typeface="Calibri"/>
              </a:rPr>
              <a:t>tập</a:t>
            </a:r>
            <a:r>
              <a:rPr sz="2800" spc="-30" dirty="0">
                <a:latin typeface="Calibri"/>
                <a:cs typeface="Calibri"/>
              </a:rPr>
              <a:t> </a:t>
            </a:r>
            <a:r>
              <a:rPr sz="2800" dirty="0">
                <a:latin typeface="Calibri"/>
                <a:cs typeface="Calibri"/>
              </a:rPr>
              <a:t>con</a:t>
            </a:r>
            <a:r>
              <a:rPr sz="2800" spc="-35" dirty="0">
                <a:latin typeface="Calibri"/>
                <a:cs typeface="Calibri"/>
              </a:rPr>
              <a:t> </a:t>
            </a:r>
            <a:r>
              <a:rPr sz="2800" spc="-25" dirty="0">
                <a:latin typeface="Calibri"/>
                <a:cs typeface="Calibri"/>
              </a:rPr>
              <a:t>của A.</a:t>
            </a:r>
            <a:endParaRPr sz="2800">
              <a:latin typeface="Calibri"/>
              <a:cs typeface="Calibri"/>
            </a:endParaRPr>
          </a:p>
          <a:p>
            <a:pPr marL="50800" marR="535305">
              <a:lnSpc>
                <a:spcPct val="100000"/>
              </a:lnSpc>
              <a:spcBef>
                <a:spcPts val="670"/>
              </a:spcBef>
            </a:pPr>
            <a:r>
              <a:rPr sz="2800" dirty="0">
                <a:latin typeface="Calibri"/>
                <a:cs typeface="Calibri"/>
              </a:rPr>
              <a:t>Xét</a:t>
            </a:r>
            <a:r>
              <a:rPr sz="2800" spc="-80" dirty="0">
                <a:latin typeface="Calibri"/>
                <a:cs typeface="Calibri"/>
              </a:rPr>
              <a:t> </a:t>
            </a:r>
            <a:r>
              <a:rPr sz="2800" dirty="0">
                <a:latin typeface="Calibri"/>
                <a:cs typeface="Calibri"/>
              </a:rPr>
              <a:t>tập</a:t>
            </a:r>
            <a:r>
              <a:rPr sz="2800" spc="-60" dirty="0">
                <a:latin typeface="Calibri"/>
                <a:cs typeface="Calibri"/>
              </a:rPr>
              <a:t> </a:t>
            </a:r>
            <a:r>
              <a:rPr sz="2800" dirty="0">
                <a:latin typeface="Calibri"/>
                <a:cs typeface="Calibri"/>
              </a:rPr>
              <a:t>con</a:t>
            </a:r>
            <a:r>
              <a:rPr sz="2800" spc="-65" dirty="0">
                <a:latin typeface="Calibri"/>
                <a:cs typeface="Calibri"/>
              </a:rPr>
              <a:t> </a:t>
            </a:r>
            <a:r>
              <a:rPr sz="2800" dirty="0">
                <a:latin typeface="Calibri"/>
                <a:cs typeface="Calibri"/>
              </a:rPr>
              <a:t>{1,3,6}.</a:t>
            </a:r>
            <a:r>
              <a:rPr sz="2800" spc="-45" dirty="0">
                <a:latin typeface="Calibri"/>
                <a:cs typeface="Calibri"/>
              </a:rPr>
              <a:t> Tập</a:t>
            </a:r>
            <a:r>
              <a:rPr sz="2800" spc="-75" dirty="0">
                <a:latin typeface="Calibri"/>
                <a:cs typeface="Calibri"/>
              </a:rPr>
              <a:t> </a:t>
            </a:r>
            <a:r>
              <a:rPr sz="2800" dirty="0">
                <a:latin typeface="Calibri"/>
                <a:cs typeface="Calibri"/>
              </a:rPr>
              <a:t>con</a:t>
            </a:r>
            <a:r>
              <a:rPr sz="2800" spc="-65" dirty="0">
                <a:latin typeface="Calibri"/>
                <a:cs typeface="Calibri"/>
              </a:rPr>
              <a:t> </a:t>
            </a:r>
            <a:r>
              <a:rPr sz="2800" dirty="0">
                <a:latin typeface="Calibri"/>
                <a:cs typeface="Calibri"/>
              </a:rPr>
              <a:t>này</a:t>
            </a:r>
            <a:r>
              <a:rPr sz="2800" spc="-75" dirty="0">
                <a:latin typeface="Calibri"/>
                <a:cs typeface="Calibri"/>
              </a:rPr>
              <a:t> </a:t>
            </a:r>
            <a:r>
              <a:rPr sz="2800" dirty="0">
                <a:latin typeface="Calibri"/>
                <a:cs typeface="Calibri"/>
              </a:rPr>
              <a:t>có</a:t>
            </a:r>
            <a:r>
              <a:rPr sz="2800" spc="-70" dirty="0">
                <a:latin typeface="Calibri"/>
                <a:cs typeface="Calibri"/>
              </a:rPr>
              <a:t> </a:t>
            </a:r>
            <a:r>
              <a:rPr sz="2800" dirty="0">
                <a:latin typeface="Calibri"/>
                <a:cs typeface="Calibri"/>
              </a:rPr>
              <a:t>thể</a:t>
            </a:r>
            <a:r>
              <a:rPr sz="2800" spc="-65" dirty="0">
                <a:latin typeface="Calibri"/>
                <a:cs typeface="Calibri"/>
              </a:rPr>
              <a:t> </a:t>
            </a:r>
            <a:r>
              <a:rPr sz="2800" dirty="0">
                <a:latin typeface="Calibri"/>
                <a:cs typeface="Calibri"/>
              </a:rPr>
              <a:t>được</a:t>
            </a:r>
            <a:r>
              <a:rPr sz="2800" spc="-50" dirty="0">
                <a:latin typeface="Calibri"/>
                <a:cs typeface="Calibri"/>
              </a:rPr>
              <a:t> </a:t>
            </a:r>
            <a:r>
              <a:rPr sz="2800" dirty="0">
                <a:latin typeface="Calibri"/>
                <a:cs typeface="Calibri"/>
              </a:rPr>
              <a:t>biểu</a:t>
            </a:r>
            <a:r>
              <a:rPr sz="2800" spc="-50" dirty="0">
                <a:latin typeface="Calibri"/>
                <a:cs typeface="Calibri"/>
              </a:rPr>
              <a:t> </a:t>
            </a:r>
            <a:r>
              <a:rPr sz="2800" spc="-20" dirty="0">
                <a:latin typeface="Calibri"/>
                <a:cs typeface="Calibri"/>
              </a:rPr>
              <a:t>diễn </a:t>
            </a:r>
            <a:r>
              <a:rPr sz="2800" dirty="0">
                <a:latin typeface="Calibri"/>
                <a:cs typeface="Calibri"/>
              </a:rPr>
              <a:t>bằng</a:t>
            </a:r>
            <a:r>
              <a:rPr sz="2800" spc="-60" dirty="0">
                <a:latin typeface="Calibri"/>
                <a:cs typeface="Calibri"/>
              </a:rPr>
              <a:t> </a:t>
            </a:r>
            <a:r>
              <a:rPr sz="2800" dirty="0">
                <a:latin typeface="Calibri"/>
                <a:cs typeface="Calibri"/>
              </a:rPr>
              <a:t>chuỗi</a:t>
            </a:r>
            <a:r>
              <a:rPr sz="2800" spc="-50" dirty="0">
                <a:latin typeface="Calibri"/>
                <a:cs typeface="Calibri"/>
              </a:rPr>
              <a:t> </a:t>
            </a:r>
            <a:r>
              <a:rPr sz="2800" dirty="0">
                <a:latin typeface="Calibri"/>
                <a:cs typeface="Calibri"/>
              </a:rPr>
              <a:t>nhị</a:t>
            </a:r>
            <a:r>
              <a:rPr sz="2800" spc="-50" dirty="0">
                <a:latin typeface="Calibri"/>
                <a:cs typeface="Calibri"/>
              </a:rPr>
              <a:t> </a:t>
            </a:r>
            <a:r>
              <a:rPr sz="2800" dirty="0">
                <a:latin typeface="Calibri"/>
                <a:cs typeface="Calibri"/>
              </a:rPr>
              <a:t>phân</a:t>
            </a:r>
            <a:r>
              <a:rPr sz="2800" spc="-45" dirty="0">
                <a:latin typeface="Calibri"/>
                <a:cs typeface="Calibri"/>
              </a:rPr>
              <a:t> </a:t>
            </a:r>
            <a:r>
              <a:rPr sz="2800" spc="-10" dirty="0">
                <a:latin typeface="Calibri"/>
                <a:cs typeface="Calibri"/>
              </a:rPr>
              <a:t>1010010...0,</a:t>
            </a:r>
            <a:endParaRPr sz="2800">
              <a:latin typeface="Calibri"/>
              <a:cs typeface="Calibri"/>
            </a:endParaRPr>
          </a:p>
          <a:p>
            <a:pPr marL="508000" indent="-457200">
              <a:lnSpc>
                <a:spcPct val="100000"/>
              </a:lnSpc>
              <a:spcBef>
                <a:spcPts val="675"/>
              </a:spcBef>
              <a:buChar char="-"/>
              <a:tabLst>
                <a:tab pos="508000" algn="l"/>
              </a:tabLst>
            </a:pPr>
            <a:r>
              <a:rPr sz="2800" dirty="0">
                <a:latin typeface="Calibri"/>
                <a:cs typeface="Calibri"/>
              </a:rPr>
              <a:t>phần</a:t>
            </a:r>
            <a:r>
              <a:rPr sz="2800" spc="-30" dirty="0">
                <a:latin typeface="Calibri"/>
                <a:cs typeface="Calibri"/>
              </a:rPr>
              <a:t> </a:t>
            </a:r>
            <a:r>
              <a:rPr sz="2800" dirty="0">
                <a:latin typeface="Calibri"/>
                <a:cs typeface="Calibri"/>
              </a:rPr>
              <a:t>tử</a:t>
            </a:r>
            <a:r>
              <a:rPr sz="2800" spc="-40" dirty="0">
                <a:latin typeface="Calibri"/>
                <a:cs typeface="Calibri"/>
              </a:rPr>
              <a:t> </a:t>
            </a:r>
            <a:r>
              <a:rPr sz="2800" dirty="0">
                <a:latin typeface="Calibri"/>
                <a:cs typeface="Calibri"/>
              </a:rPr>
              <a:t>1</a:t>
            </a:r>
            <a:r>
              <a:rPr sz="2800" spc="-30" dirty="0">
                <a:latin typeface="Calibri"/>
                <a:cs typeface="Calibri"/>
              </a:rPr>
              <a:t> </a:t>
            </a:r>
            <a:r>
              <a:rPr sz="2800" dirty="0">
                <a:latin typeface="Calibri"/>
                <a:cs typeface="Calibri"/>
              </a:rPr>
              <a:t>được</a:t>
            </a:r>
            <a:r>
              <a:rPr sz="2800" spc="-25" dirty="0">
                <a:latin typeface="Calibri"/>
                <a:cs typeface="Calibri"/>
              </a:rPr>
              <a:t> </a:t>
            </a:r>
            <a:r>
              <a:rPr sz="2800" dirty="0">
                <a:latin typeface="Calibri"/>
                <a:cs typeface="Calibri"/>
              </a:rPr>
              <a:t>chọn</a:t>
            </a:r>
            <a:r>
              <a:rPr sz="2800" spc="-25" dirty="0">
                <a:latin typeface="Calibri"/>
                <a:cs typeface="Calibri"/>
              </a:rPr>
              <a:t> </a:t>
            </a:r>
            <a:r>
              <a:rPr sz="2800" dirty="0">
                <a:latin typeface="Calibri"/>
                <a:cs typeface="Calibri"/>
              </a:rPr>
              <a:t>thì</a:t>
            </a:r>
            <a:r>
              <a:rPr sz="2800" spc="-30" dirty="0">
                <a:latin typeface="Calibri"/>
                <a:cs typeface="Calibri"/>
              </a:rPr>
              <a:t> </a:t>
            </a:r>
            <a:r>
              <a:rPr sz="2800" dirty="0">
                <a:latin typeface="Calibri"/>
                <a:cs typeface="Calibri"/>
              </a:rPr>
              <a:t>bit</a:t>
            </a:r>
            <a:r>
              <a:rPr sz="2800" spc="-35" dirty="0">
                <a:latin typeface="Calibri"/>
                <a:cs typeface="Calibri"/>
              </a:rPr>
              <a:t> </a:t>
            </a:r>
            <a:r>
              <a:rPr sz="2800" dirty="0">
                <a:latin typeface="Calibri"/>
                <a:cs typeface="Calibri"/>
              </a:rPr>
              <a:t>1</a:t>
            </a:r>
            <a:r>
              <a:rPr sz="2800" spc="-30" dirty="0">
                <a:latin typeface="Calibri"/>
                <a:cs typeface="Calibri"/>
              </a:rPr>
              <a:t> </a:t>
            </a:r>
            <a:r>
              <a:rPr sz="2800" dirty="0">
                <a:latin typeface="Calibri"/>
                <a:cs typeface="Calibri"/>
              </a:rPr>
              <a:t>bằng</a:t>
            </a:r>
            <a:r>
              <a:rPr sz="2800" spc="-50" dirty="0">
                <a:latin typeface="Calibri"/>
                <a:cs typeface="Calibri"/>
              </a:rPr>
              <a:t> </a:t>
            </a:r>
            <a:r>
              <a:rPr sz="2800" spc="-25" dirty="0">
                <a:latin typeface="Calibri"/>
                <a:cs typeface="Calibri"/>
              </a:rPr>
              <a:t>1,</a:t>
            </a:r>
            <a:endParaRPr sz="2800">
              <a:latin typeface="Calibri"/>
              <a:cs typeface="Calibri"/>
            </a:endParaRPr>
          </a:p>
          <a:p>
            <a:pPr marL="508000" indent="-457200">
              <a:lnSpc>
                <a:spcPct val="100000"/>
              </a:lnSpc>
              <a:spcBef>
                <a:spcPts val="675"/>
              </a:spcBef>
              <a:buChar char="-"/>
              <a:tabLst>
                <a:tab pos="508000" algn="l"/>
              </a:tabLst>
            </a:pPr>
            <a:r>
              <a:rPr sz="2800" dirty="0">
                <a:latin typeface="Calibri"/>
                <a:cs typeface="Calibri"/>
              </a:rPr>
              <a:t>phần</a:t>
            </a:r>
            <a:r>
              <a:rPr sz="2800" spc="-30" dirty="0">
                <a:latin typeface="Calibri"/>
                <a:cs typeface="Calibri"/>
              </a:rPr>
              <a:t> </a:t>
            </a:r>
            <a:r>
              <a:rPr sz="2800" dirty="0">
                <a:latin typeface="Calibri"/>
                <a:cs typeface="Calibri"/>
              </a:rPr>
              <a:t>tử</a:t>
            </a:r>
            <a:r>
              <a:rPr sz="2800" spc="-40" dirty="0">
                <a:latin typeface="Calibri"/>
                <a:cs typeface="Calibri"/>
              </a:rPr>
              <a:t> </a:t>
            </a:r>
            <a:r>
              <a:rPr sz="2800" dirty="0">
                <a:latin typeface="Calibri"/>
                <a:cs typeface="Calibri"/>
              </a:rPr>
              <a:t>3</a:t>
            </a:r>
            <a:r>
              <a:rPr sz="2800" spc="-25" dirty="0">
                <a:latin typeface="Calibri"/>
                <a:cs typeface="Calibri"/>
              </a:rPr>
              <a:t> </a:t>
            </a:r>
            <a:r>
              <a:rPr sz="2800" dirty="0">
                <a:latin typeface="Calibri"/>
                <a:cs typeface="Calibri"/>
              </a:rPr>
              <a:t>được</a:t>
            </a:r>
            <a:r>
              <a:rPr sz="2800" spc="-20" dirty="0">
                <a:latin typeface="Calibri"/>
                <a:cs typeface="Calibri"/>
              </a:rPr>
              <a:t> </a:t>
            </a:r>
            <a:r>
              <a:rPr sz="2800" dirty="0">
                <a:latin typeface="Calibri"/>
                <a:cs typeface="Calibri"/>
              </a:rPr>
              <a:t>chọn</a:t>
            </a:r>
            <a:r>
              <a:rPr sz="2800" spc="-25" dirty="0">
                <a:latin typeface="Calibri"/>
                <a:cs typeface="Calibri"/>
              </a:rPr>
              <a:t> </a:t>
            </a:r>
            <a:r>
              <a:rPr sz="2800" dirty="0">
                <a:latin typeface="Calibri"/>
                <a:cs typeface="Calibri"/>
              </a:rPr>
              <a:t>thì</a:t>
            </a:r>
            <a:r>
              <a:rPr sz="2800" spc="-30" dirty="0">
                <a:latin typeface="Calibri"/>
                <a:cs typeface="Calibri"/>
              </a:rPr>
              <a:t> </a:t>
            </a:r>
            <a:r>
              <a:rPr sz="2800" dirty="0">
                <a:latin typeface="Calibri"/>
                <a:cs typeface="Calibri"/>
              </a:rPr>
              <a:t>bit</a:t>
            </a:r>
            <a:r>
              <a:rPr sz="2800" spc="-35" dirty="0">
                <a:latin typeface="Calibri"/>
                <a:cs typeface="Calibri"/>
              </a:rPr>
              <a:t> </a:t>
            </a:r>
            <a:r>
              <a:rPr sz="2800" dirty="0">
                <a:latin typeface="Calibri"/>
                <a:cs typeface="Calibri"/>
              </a:rPr>
              <a:t>3</a:t>
            </a:r>
            <a:r>
              <a:rPr sz="2800" spc="-25" dirty="0">
                <a:latin typeface="Calibri"/>
                <a:cs typeface="Calibri"/>
              </a:rPr>
              <a:t> </a:t>
            </a:r>
            <a:r>
              <a:rPr sz="2800" dirty="0">
                <a:latin typeface="Calibri"/>
                <a:cs typeface="Calibri"/>
              </a:rPr>
              <a:t>bằng</a:t>
            </a:r>
            <a:r>
              <a:rPr sz="2800" spc="-45" dirty="0">
                <a:latin typeface="Calibri"/>
                <a:cs typeface="Calibri"/>
              </a:rPr>
              <a:t> </a:t>
            </a:r>
            <a:r>
              <a:rPr sz="2800" spc="-25" dirty="0">
                <a:latin typeface="Calibri"/>
                <a:cs typeface="Calibri"/>
              </a:rPr>
              <a:t>1,</a:t>
            </a:r>
            <a:endParaRPr sz="2800">
              <a:latin typeface="Calibri"/>
              <a:cs typeface="Calibri"/>
            </a:endParaRPr>
          </a:p>
          <a:p>
            <a:pPr marL="508000" indent="-457200">
              <a:lnSpc>
                <a:spcPct val="100000"/>
              </a:lnSpc>
              <a:spcBef>
                <a:spcPts val="670"/>
              </a:spcBef>
              <a:buChar char="-"/>
              <a:tabLst>
                <a:tab pos="508000" algn="l"/>
              </a:tabLst>
            </a:pPr>
            <a:r>
              <a:rPr sz="2800" dirty="0">
                <a:latin typeface="Calibri"/>
                <a:cs typeface="Calibri"/>
              </a:rPr>
              <a:t>phần</a:t>
            </a:r>
            <a:r>
              <a:rPr sz="2800" spc="-20" dirty="0">
                <a:latin typeface="Calibri"/>
                <a:cs typeface="Calibri"/>
              </a:rPr>
              <a:t> </a:t>
            </a:r>
            <a:r>
              <a:rPr sz="2800" dirty="0">
                <a:latin typeface="Calibri"/>
                <a:cs typeface="Calibri"/>
              </a:rPr>
              <a:t>tử</a:t>
            </a:r>
            <a:r>
              <a:rPr sz="2800" spc="-30" dirty="0">
                <a:latin typeface="Calibri"/>
                <a:cs typeface="Calibri"/>
              </a:rPr>
              <a:t> </a:t>
            </a:r>
            <a:r>
              <a:rPr sz="2800" dirty="0">
                <a:latin typeface="Calibri"/>
                <a:cs typeface="Calibri"/>
              </a:rPr>
              <a:t>6</a:t>
            </a:r>
            <a:r>
              <a:rPr sz="2800" spc="-30" dirty="0">
                <a:latin typeface="Calibri"/>
                <a:cs typeface="Calibri"/>
              </a:rPr>
              <a:t> </a:t>
            </a:r>
            <a:r>
              <a:rPr sz="2800" dirty="0">
                <a:latin typeface="Calibri"/>
                <a:cs typeface="Calibri"/>
              </a:rPr>
              <a:t>được</a:t>
            </a:r>
            <a:r>
              <a:rPr sz="2800" spc="-25" dirty="0">
                <a:latin typeface="Calibri"/>
                <a:cs typeface="Calibri"/>
              </a:rPr>
              <a:t> </a:t>
            </a:r>
            <a:r>
              <a:rPr sz="2800" dirty="0">
                <a:latin typeface="Calibri"/>
                <a:cs typeface="Calibri"/>
              </a:rPr>
              <a:t>chọn</a:t>
            </a:r>
            <a:r>
              <a:rPr sz="2800" spc="-20" dirty="0">
                <a:latin typeface="Calibri"/>
                <a:cs typeface="Calibri"/>
              </a:rPr>
              <a:t> </a:t>
            </a:r>
            <a:r>
              <a:rPr sz="2800" dirty="0">
                <a:latin typeface="Calibri"/>
                <a:cs typeface="Calibri"/>
              </a:rPr>
              <a:t>thì</a:t>
            </a:r>
            <a:r>
              <a:rPr sz="2800" spc="-30" dirty="0">
                <a:latin typeface="Calibri"/>
                <a:cs typeface="Calibri"/>
              </a:rPr>
              <a:t> </a:t>
            </a:r>
            <a:r>
              <a:rPr sz="2800" dirty="0">
                <a:latin typeface="Calibri"/>
                <a:cs typeface="Calibri"/>
              </a:rPr>
              <a:t>bit</a:t>
            </a:r>
            <a:r>
              <a:rPr sz="2800" spc="-20" dirty="0">
                <a:latin typeface="Calibri"/>
                <a:cs typeface="Calibri"/>
              </a:rPr>
              <a:t> </a:t>
            </a:r>
            <a:r>
              <a:rPr sz="2800" dirty="0">
                <a:latin typeface="Calibri"/>
                <a:cs typeface="Calibri"/>
              </a:rPr>
              <a:t>6</a:t>
            </a:r>
            <a:r>
              <a:rPr sz="2800" spc="-30" dirty="0">
                <a:latin typeface="Calibri"/>
                <a:cs typeface="Calibri"/>
              </a:rPr>
              <a:t> </a:t>
            </a:r>
            <a:r>
              <a:rPr sz="2800" dirty="0">
                <a:latin typeface="Calibri"/>
                <a:cs typeface="Calibri"/>
              </a:rPr>
              <a:t>bằng</a:t>
            </a:r>
            <a:r>
              <a:rPr sz="2800" spc="-35" dirty="0">
                <a:latin typeface="Calibri"/>
                <a:cs typeface="Calibri"/>
              </a:rPr>
              <a:t> </a:t>
            </a:r>
            <a:r>
              <a:rPr sz="2800" spc="-25" dirty="0">
                <a:latin typeface="Calibri"/>
                <a:cs typeface="Calibri"/>
              </a:rPr>
              <a:t>1,</a:t>
            </a:r>
            <a:endParaRPr sz="2800">
              <a:latin typeface="Calibri"/>
              <a:cs typeface="Calibri"/>
            </a:endParaRPr>
          </a:p>
          <a:p>
            <a:pPr marL="508000" marR="876935" indent="-457834">
              <a:lnSpc>
                <a:spcPct val="100000"/>
              </a:lnSpc>
              <a:spcBef>
                <a:spcPts val="675"/>
              </a:spcBef>
              <a:buChar char="-"/>
              <a:tabLst>
                <a:tab pos="508000" algn="l"/>
              </a:tabLst>
            </a:pPr>
            <a:r>
              <a:rPr sz="2800" dirty="0">
                <a:latin typeface="Calibri"/>
                <a:cs typeface="Calibri"/>
              </a:rPr>
              <a:t>các</a:t>
            </a:r>
            <a:r>
              <a:rPr sz="2800" spc="-50" dirty="0">
                <a:latin typeface="Calibri"/>
                <a:cs typeface="Calibri"/>
              </a:rPr>
              <a:t> </a:t>
            </a:r>
            <a:r>
              <a:rPr sz="2800" dirty="0">
                <a:latin typeface="Calibri"/>
                <a:cs typeface="Calibri"/>
              </a:rPr>
              <a:t>phần</a:t>
            </a:r>
            <a:r>
              <a:rPr sz="2800" spc="-35" dirty="0">
                <a:latin typeface="Calibri"/>
                <a:cs typeface="Calibri"/>
              </a:rPr>
              <a:t> </a:t>
            </a:r>
            <a:r>
              <a:rPr sz="2800" dirty="0">
                <a:latin typeface="Calibri"/>
                <a:cs typeface="Calibri"/>
              </a:rPr>
              <a:t>tử</a:t>
            </a:r>
            <a:r>
              <a:rPr sz="2800" spc="-50" dirty="0">
                <a:latin typeface="Calibri"/>
                <a:cs typeface="Calibri"/>
              </a:rPr>
              <a:t> </a:t>
            </a:r>
            <a:r>
              <a:rPr sz="2800" dirty="0">
                <a:latin typeface="Calibri"/>
                <a:cs typeface="Calibri"/>
              </a:rPr>
              <a:t>còn</a:t>
            </a:r>
            <a:r>
              <a:rPr sz="2800" spc="-45" dirty="0">
                <a:latin typeface="Calibri"/>
                <a:cs typeface="Calibri"/>
              </a:rPr>
              <a:t> </a:t>
            </a:r>
            <a:r>
              <a:rPr sz="2800" dirty="0">
                <a:latin typeface="Calibri"/>
                <a:cs typeface="Calibri"/>
              </a:rPr>
              <a:t>lại</a:t>
            </a:r>
            <a:r>
              <a:rPr sz="2800" spc="-65" dirty="0">
                <a:latin typeface="Calibri"/>
                <a:cs typeface="Calibri"/>
              </a:rPr>
              <a:t> </a:t>
            </a:r>
            <a:r>
              <a:rPr sz="2800" dirty="0">
                <a:latin typeface="Calibri"/>
                <a:cs typeface="Calibri"/>
              </a:rPr>
              <a:t>không</a:t>
            </a:r>
            <a:r>
              <a:rPr sz="2800" spc="-40" dirty="0">
                <a:latin typeface="Calibri"/>
                <a:cs typeface="Calibri"/>
              </a:rPr>
              <a:t> </a:t>
            </a:r>
            <a:r>
              <a:rPr sz="2800" dirty="0">
                <a:latin typeface="Calibri"/>
                <a:cs typeface="Calibri"/>
              </a:rPr>
              <a:t>được</a:t>
            </a:r>
            <a:r>
              <a:rPr sz="2800" spc="-35" dirty="0">
                <a:latin typeface="Calibri"/>
                <a:cs typeface="Calibri"/>
              </a:rPr>
              <a:t> </a:t>
            </a:r>
            <a:r>
              <a:rPr sz="2800" dirty="0">
                <a:latin typeface="Calibri"/>
                <a:cs typeface="Calibri"/>
              </a:rPr>
              <a:t>chọn</a:t>
            </a:r>
            <a:r>
              <a:rPr sz="2800" spc="-35" dirty="0">
                <a:latin typeface="Calibri"/>
                <a:cs typeface="Calibri"/>
              </a:rPr>
              <a:t> </a:t>
            </a:r>
            <a:r>
              <a:rPr sz="2800" dirty="0">
                <a:latin typeface="Calibri"/>
                <a:cs typeface="Calibri"/>
              </a:rPr>
              <a:t>nên</a:t>
            </a:r>
            <a:r>
              <a:rPr sz="2800" spc="-45" dirty="0">
                <a:latin typeface="Calibri"/>
                <a:cs typeface="Calibri"/>
              </a:rPr>
              <a:t> </a:t>
            </a:r>
            <a:r>
              <a:rPr sz="2800" dirty="0">
                <a:latin typeface="Calibri"/>
                <a:cs typeface="Calibri"/>
              </a:rPr>
              <a:t>các</a:t>
            </a:r>
            <a:r>
              <a:rPr sz="2800" spc="-45" dirty="0">
                <a:latin typeface="Calibri"/>
                <a:cs typeface="Calibri"/>
              </a:rPr>
              <a:t> </a:t>
            </a:r>
            <a:r>
              <a:rPr sz="2800" spc="-25" dirty="0">
                <a:latin typeface="Calibri"/>
                <a:cs typeface="Calibri"/>
              </a:rPr>
              <a:t>bit </a:t>
            </a:r>
            <a:r>
              <a:rPr sz="2800" dirty="0">
                <a:latin typeface="Calibri"/>
                <a:cs typeface="Calibri"/>
              </a:rPr>
              <a:t>tương</a:t>
            </a:r>
            <a:r>
              <a:rPr sz="2800" spc="-25" dirty="0">
                <a:latin typeface="Calibri"/>
                <a:cs typeface="Calibri"/>
              </a:rPr>
              <a:t> </a:t>
            </a:r>
            <a:r>
              <a:rPr sz="2800" dirty="0">
                <a:latin typeface="Calibri"/>
                <a:cs typeface="Calibri"/>
              </a:rPr>
              <a:t>ứng</a:t>
            </a:r>
            <a:r>
              <a:rPr sz="2800" spc="-25" dirty="0">
                <a:latin typeface="Calibri"/>
                <a:cs typeface="Calibri"/>
              </a:rPr>
              <a:t> </a:t>
            </a:r>
            <a:r>
              <a:rPr sz="2800" dirty="0">
                <a:latin typeface="Calibri"/>
                <a:cs typeface="Calibri"/>
              </a:rPr>
              <a:t>là</a:t>
            </a:r>
            <a:r>
              <a:rPr sz="2800" spc="-55" dirty="0">
                <a:latin typeface="Calibri"/>
                <a:cs typeface="Calibri"/>
              </a:rPr>
              <a:t> </a:t>
            </a:r>
            <a:r>
              <a:rPr sz="2800" spc="-25" dirty="0">
                <a:latin typeface="Calibri"/>
                <a:cs typeface="Calibri"/>
              </a:rPr>
              <a:t>0.</a:t>
            </a:r>
            <a:endParaRPr sz="2800">
              <a:latin typeface="Calibri"/>
              <a:cs typeface="Calibri"/>
            </a:endParaRPr>
          </a:p>
          <a:p>
            <a:pPr>
              <a:lnSpc>
                <a:spcPct val="100000"/>
              </a:lnSpc>
              <a:spcBef>
                <a:spcPts val="1290"/>
              </a:spcBef>
            </a:pPr>
            <a:endParaRPr sz="2800">
              <a:latin typeface="Calibri"/>
              <a:cs typeface="Calibri"/>
            </a:endParaRPr>
          </a:p>
          <a:p>
            <a:pPr marL="50800" marR="405130">
              <a:lnSpc>
                <a:spcPct val="100000"/>
              </a:lnSpc>
            </a:pPr>
            <a:r>
              <a:rPr sz="2800" spc="-40" dirty="0">
                <a:latin typeface="Calibri"/>
                <a:cs typeface="Calibri"/>
              </a:rPr>
              <a:t>Vậy</a:t>
            </a:r>
            <a:r>
              <a:rPr sz="2800" spc="-60" dirty="0">
                <a:latin typeface="Calibri"/>
                <a:cs typeface="Calibri"/>
              </a:rPr>
              <a:t> </a:t>
            </a:r>
            <a:r>
              <a:rPr sz="2800" dirty="0">
                <a:latin typeface="Calibri"/>
                <a:cs typeface="Calibri"/>
              </a:rPr>
              <a:t>số</a:t>
            </a:r>
            <a:r>
              <a:rPr sz="2800" spc="-50" dirty="0">
                <a:latin typeface="Calibri"/>
                <a:cs typeface="Calibri"/>
              </a:rPr>
              <a:t> </a:t>
            </a:r>
            <a:r>
              <a:rPr sz="2800" dirty="0">
                <a:latin typeface="Calibri"/>
                <a:cs typeface="Calibri"/>
              </a:rPr>
              <a:t>tập</a:t>
            </a:r>
            <a:r>
              <a:rPr sz="2800" spc="-35" dirty="0">
                <a:latin typeface="Calibri"/>
                <a:cs typeface="Calibri"/>
              </a:rPr>
              <a:t> </a:t>
            </a:r>
            <a:r>
              <a:rPr sz="2800" dirty="0">
                <a:latin typeface="Calibri"/>
                <a:cs typeface="Calibri"/>
              </a:rPr>
              <a:t>con</a:t>
            </a:r>
            <a:r>
              <a:rPr sz="2800" spc="-45" dirty="0">
                <a:latin typeface="Calibri"/>
                <a:cs typeface="Calibri"/>
              </a:rPr>
              <a:t> </a:t>
            </a:r>
            <a:r>
              <a:rPr sz="2800" dirty="0">
                <a:latin typeface="Calibri"/>
                <a:cs typeface="Calibri"/>
              </a:rPr>
              <a:t>bằng</a:t>
            </a:r>
            <a:r>
              <a:rPr sz="2800" spc="-35" dirty="0">
                <a:latin typeface="Calibri"/>
                <a:cs typeface="Calibri"/>
              </a:rPr>
              <a:t> </a:t>
            </a:r>
            <a:r>
              <a:rPr sz="2800" dirty="0">
                <a:latin typeface="Calibri"/>
                <a:cs typeface="Calibri"/>
              </a:rPr>
              <a:t>số</a:t>
            </a:r>
            <a:r>
              <a:rPr sz="2800" spc="-35" dirty="0">
                <a:latin typeface="Calibri"/>
                <a:cs typeface="Calibri"/>
              </a:rPr>
              <a:t> </a:t>
            </a:r>
            <a:r>
              <a:rPr sz="2800" dirty="0">
                <a:latin typeface="Calibri"/>
                <a:cs typeface="Calibri"/>
              </a:rPr>
              <a:t>chuỗi</a:t>
            </a:r>
            <a:r>
              <a:rPr sz="2800" spc="-30" dirty="0">
                <a:latin typeface="Calibri"/>
                <a:cs typeface="Calibri"/>
              </a:rPr>
              <a:t> </a:t>
            </a:r>
            <a:r>
              <a:rPr sz="2800" dirty="0">
                <a:latin typeface="Calibri"/>
                <a:cs typeface="Calibri"/>
              </a:rPr>
              <a:t>có</a:t>
            </a:r>
            <a:r>
              <a:rPr sz="2800" spc="-50" dirty="0">
                <a:latin typeface="Calibri"/>
                <a:cs typeface="Calibri"/>
              </a:rPr>
              <a:t> </a:t>
            </a:r>
            <a:r>
              <a:rPr sz="2800" dirty="0">
                <a:latin typeface="Calibri"/>
                <a:cs typeface="Calibri"/>
              </a:rPr>
              <a:t>n</a:t>
            </a:r>
            <a:r>
              <a:rPr sz="2800" spc="-35" dirty="0">
                <a:latin typeface="Calibri"/>
                <a:cs typeface="Calibri"/>
              </a:rPr>
              <a:t> </a:t>
            </a:r>
            <a:r>
              <a:rPr sz="2800" dirty="0">
                <a:latin typeface="Calibri"/>
                <a:cs typeface="Calibri"/>
              </a:rPr>
              <a:t>bit,</a:t>
            </a:r>
            <a:r>
              <a:rPr sz="2800" spc="-40" dirty="0">
                <a:latin typeface="Calibri"/>
                <a:cs typeface="Calibri"/>
              </a:rPr>
              <a:t> </a:t>
            </a:r>
            <a:r>
              <a:rPr sz="2800" dirty="0">
                <a:latin typeface="Calibri"/>
                <a:cs typeface="Calibri"/>
              </a:rPr>
              <a:t>mỗi</a:t>
            </a:r>
            <a:r>
              <a:rPr sz="2800" spc="-40" dirty="0">
                <a:latin typeface="Calibri"/>
                <a:cs typeface="Calibri"/>
              </a:rPr>
              <a:t> </a:t>
            </a:r>
            <a:r>
              <a:rPr sz="2800" dirty="0">
                <a:latin typeface="Calibri"/>
                <a:cs typeface="Calibri"/>
              </a:rPr>
              <a:t>bit</a:t>
            </a:r>
            <a:r>
              <a:rPr sz="2800" spc="-35" dirty="0">
                <a:latin typeface="Calibri"/>
                <a:cs typeface="Calibri"/>
              </a:rPr>
              <a:t> </a:t>
            </a:r>
            <a:r>
              <a:rPr sz="2800" dirty="0">
                <a:latin typeface="Calibri"/>
                <a:cs typeface="Calibri"/>
              </a:rPr>
              <a:t>có</a:t>
            </a:r>
            <a:r>
              <a:rPr sz="2800" spc="-50" dirty="0">
                <a:latin typeface="Calibri"/>
                <a:cs typeface="Calibri"/>
              </a:rPr>
              <a:t> </a:t>
            </a:r>
            <a:r>
              <a:rPr sz="2800" dirty="0">
                <a:latin typeface="Calibri"/>
                <a:cs typeface="Calibri"/>
              </a:rPr>
              <a:t>2</a:t>
            </a:r>
            <a:r>
              <a:rPr sz="2800" spc="-30" dirty="0">
                <a:latin typeface="Calibri"/>
                <a:cs typeface="Calibri"/>
              </a:rPr>
              <a:t> </a:t>
            </a:r>
            <a:r>
              <a:rPr sz="2800" spc="-20" dirty="0">
                <a:latin typeface="Calibri"/>
                <a:cs typeface="Calibri"/>
              </a:rPr>
              <a:t>cách </a:t>
            </a:r>
            <a:r>
              <a:rPr sz="2800" dirty="0">
                <a:latin typeface="Calibri"/>
                <a:cs typeface="Calibri"/>
              </a:rPr>
              <a:t>chọn</a:t>
            </a:r>
            <a:r>
              <a:rPr sz="2800" spc="-45" dirty="0">
                <a:latin typeface="Calibri"/>
                <a:cs typeface="Calibri"/>
              </a:rPr>
              <a:t> </a:t>
            </a:r>
            <a:r>
              <a:rPr sz="2800" dirty="0">
                <a:latin typeface="Calibri"/>
                <a:cs typeface="Calibri"/>
              </a:rPr>
              <a:t>{0,1}.</a:t>
            </a:r>
            <a:r>
              <a:rPr sz="2800" spc="-35" dirty="0">
                <a:latin typeface="Calibri"/>
                <a:cs typeface="Calibri"/>
              </a:rPr>
              <a:t> </a:t>
            </a:r>
            <a:r>
              <a:rPr sz="2800" dirty="0">
                <a:latin typeface="Calibri"/>
                <a:cs typeface="Calibri"/>
              </a:rPr>
              <a:t>Số</a:t>
            </a:r>
            <a:r>
              <a:rPr sz="2800" spc="-60" dirty="0">
                <a:latin typeface="Calibri"/>
                <a:cs typeface="Calibri"/>
              </a:rPr>
              <a:t> </a:t>
            </a:r>
            <a:r>
              <a:rPr sz="2800" dirty="0">
                <a:latin typeface="Calibri"/>
                <a:cs typeface="Calibri"/>
              </a:rPr>
              <a:t>tập</a:t>
            </a:r>
            <a:r>
              <a:rPr sz="2800" spc="-50" dirty="0">
                <a:latin typeface="Calibri"/>
                <a:cs typeface="Calibri"/>
              </a:rPr>
              <a:t> </a:t>
            </a:r>
            <a:r>
              <a:rPr sz="2800" dirty="0">
                <a:latin typeface="Calibri"/>
                <a:cs typeface="Calibri"/>
              </a:rPr>
              <a:t>con</a:t>
            </a:r>
            <a:r>
              <a:rPr sz="2800" spc="-55" dirty="0">
                <a:latin typeface="Calibri"/>
                <a:cs typeface="Calibri"/>
              </a:rPr>
              <a:t> </a:t>
            </a:r>
            <a:r>
              <a:rPr sz="2800" dirty="0">
                <a:latin typeface="Calibri"/>
                <a:cs typeface="Calibri"/>
              </a:rPr>
              <a:t>=</a:t>
            </a:r>
            <a:r>
              <a:rPr sz="2800" spc="-50" dirty="0">
                <a:latin typeface="Calibri"/>
                <a:cs typeface="Calibri"/>
              </a:rPr>
              <a:t> </a:t>
            </a:r>
            <a:r>
              <a:rPr sz="2800" spc="-25" dirty="0">
                <a:latin typeface="Calibri"/>
                <a:cs typeface="Calibri"/>
              </a:rPr>
              <a:t>2</a:t>
            </a:r>
            <a:r>
              <a:rPr sz="2775" spc="-37" baseline="25525" dirty="0">
                <a:latin typeface="Calibri"/>
                <a:cs typeface="Calibri"/>
              </a:rPr>
              <a:t>n</a:t>
            </a:r>
            <a:r>
              <a:rPr sz="2800" spc="-25" dirty="0">
                <a:latin typeface="Calibri"/>
                <a:cs typeface="Calibri"/>
              </a:rPr>
              <a:t>.</a:t>
            </a:r>
            <a:endParaRPr sz="2800">
              <a:latin typeface="Calibri"/>
              <a:cs typeface="Calibri"/>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4340" y="215239"/>
            <a:ext cx="7640955" cy="1784350"/>
          </a:xfrm>
          <a:prstGeom prst="rect">
            <a:avLst/>
          </a:prstGeom>
        </p:spPr>
        <p:txBody>
          <a:bodyPr vert="horz" wrap="square" lIns="0" tIns="109855" rIns="0" bIns="0" rtlCol="0">
            <a:spAutoFit/>
          </a:bodyPr>
          <a:lstStyle/>
          <a:p>
            <a:pPr marL="38100">
              <a:lnSpc>
                <a:spcPct val="100000"/>
              </a:lnSpc>
              <a:spcBef>
                <a:spcPts val="865"/>
              </a:spcBef>
            </a:pPr>
            <a:r>
              <a:rPr sz="3200" b="1" dirty="0">
                <a:latin typeface="Calibri"/>
                <a:cs typeface="Calibri"/>
              </a:rPr>
              <a:t>2.3.4</a:t>
            </a:r>
            <a:r>
              <a:rPr sz="3200" b="1" spc="-10" dirty="0">
                <a:latin typeface="Calibri"/>
                <a:cs typeface="Calibri"/>
              </a:rPr>
              <a:t> </a:t>
            </a:r>
            <a:r>
              <a:rPr sz="3200" b="1" dirty="0">
                <a:latin typeface="Calibri"/>
                <a:cs typeface="Calibri"/>
              </a:rPr>
              <a:t>Định</a:t>
            </a:r>
            <a:r>
              <a:rPr sz="3200" b="1" spc="-5" dirty="0">
                <a:latin typeface="Calibri"/>
                <a:cs typeface="Calibri"/>
              </a:rPr>
              <a:t> </a:t>
            </a:r>
            <a:r>
              <a:rPr sz="3200" b="1" dirty="0">
                <a:latin typeface="Calibri"/>
                <a:cs typeface="Calibri"/>
              </a:rPr>
              <a:t>nghĩa</a:t>
            </a:r>
            <a:r>
              <a:rPr sz="3200" b="1" spc="-45" dirty="0">
                <a:latin typeface="Calibri"/>
                <a:cs typeface="Calibri"/>
              </a:rPr>
              <a:t> </a:t>
            </a:r>
            <a:r>
              <a:rPr sz="3200" b="1" spc="-50" dirty="0">
                <a:latin typeface="Calibri"/>
                <a:cs typeface="Calibri"/>
              </a:rPr>
              <a:t>:</a:t>
            </a:r>
            <a:endParaRPr sz="3200">
              <a:latin typeface="Calibri"/>
              <a:cs typeface="Calibri"/>
            </a:endParaRPr>
          </a:p>
          <a:p>
            <a:pPr marL="911225" marR="30480" indent="-873760">
              <a:lnSpc>
                <a:spcPts val="4630"/>
              </a:lnSpc>
              <a:spcBef>
                <a:spcPts val="80"/>
              </a:spcBef>
            </a:pPr>
            <a:r>
              <a:rPr sz="3200" dirty="0"/>
              <a:t>Cho</a:t>
            </a:r>
            <a:r>
              <a:rPr sz="3200" spc="-40" dirty="0"/>
              <a:t> </a:t>
            </a:r>
            <a:r>
              <a:rPr sz="3200" dirty="0"/>
              <a:t>A</a:t>
            </a:r>
            <a:r>
              <a:rPr sz="3150" baseline="-21164" dirty="0"/>
              <a:t>i</a:t>
            </a:r>
            <a:r>
              <a:rPr sz="3150" spc="330" baseline="-21164" dirty="0"/>
              <a:t> </a:t>
            </a:r>
            <a:r>
              <a:rPr sz="3200" dirty="0"/>
              <a:t>,i=1,</a:t>
            </a:r>
            <a:r>
              <a:rPr sz="3200" spc="-35" dirty="0"/>
              <a:t> </a:t>
            </a:r>
            <a:r>
              <a:rPr sz="3200" dirty="0"/>
              <a:t>.</a:t>
            </a:r>
            <a:r>
              <a:rPr sz="3200" spc="-40" dirty="0"/>
              <a:t> </a:t>
            </a:r>
            <a:r>
              <a:rPr sz="3200" dirty="0"/>
              <a:t>.,</a:t>
            </a:r>
            <a:r>
              <a:rPr sz="3200" spc="-35" dirty="0"/>
              <a:t> </a:t>
            </a:r>
            <a:r>
              <a:rPr sz="3200" dirty="0"/>
              <a:t>n</a:t>
            </a:r>
            <a:r>
              <a:rPr sz="3200" spc="-20" dirty="0"/>
              <a:t> </a:t>
            </a:r>
            <a:r>
              <a:rPr sz="3200" dirty="0"/>
              <a:t>là</a:t>
            </a:r>
            <a:r>
              <a:rPr sz="3200" spc="-35" dirty="0"/>
              <a:t> </a:t>
            </a:r>
            <a:r>
              <a:rPr sz="3200" dirty="0"/>
              <a:t>các</a:t>
            </a:r>
            <a:r>
              <a:rPr sz="3200" spc="-50" dirty="0"/>
              <a:t> </a:t>
            </a:r>
            <a:r>
              <a:rPr sz="3200" dirty="0"/>
              <a:t>tập</a:t>
            </a:r>
            <a:r>
              <a:rPr sz="3200" spc="-40" dirty="0"/>
              <a:t> </a:t>
            </a:r>
            <a:r>
              <a:rPr sz="3200" dirty="0"/>
              <a:t>hữu</a:t>
            </a:r>
            <a:r>
              <a:rPr sz="3200" spc="-20" dirty="0"/>
              <a:t> </a:t>
            </a:r>
            <a:r>
              <a:rPr sz="3200" dirty="0"/>
              <a:t>hạn</a:t>
            </a:r>
            <a:r>
              <a:rPr sz="3200" spc="-25" dirty="0"/>
              <a:t> </a:t>
            </a:r>
            <a:r>
              <a:rPr sz="3200" dirty="0"/>
              <a:t>khác</a:t>
            </a:r>
            <a:r>
              <a:rPr sz="3200" spc="-35" dirty="0"/>
              <a:t> </a:t>
            </a:r>
            <a:r>
              <a:rPr sz="3200" spc="-10" dirty="0"/>
              <a:t>rỗng. </a:t>
            </a:r>
            <a:r>
              <a:rPr sz="3200" dirty="0"/>
              <a:t>A</a:t>
            </a:r>
            <a:r>
              <a:rPr sz="3150" baseline="-21164" dirty="0"/>
              <a:t>1</a:t>
            </a:r>
            <a:r>
              <a:rPr sz="3150" spc="367" baseline="-21164" dirty="0"/>
              <a:t> </a:t>
            </a:r>
            <a:r>
              <a:rPr sz="3200" dirty="0"/>
              <a:t>x</a:t>
            </a:r>
            <a:r>
              <a:rPr sz="3200" spc="-5" dirty="0"/>
              <a:t> </a:t>
            </a:r>
            <a:r>
              <a:rPr sz="3200" dirty="0"/>
              <a:t>A</a:t>
            </a:r>
            <a:r>
              <a:rPr sz="3150" baseline="-21164" dirty="0"/>
              <a:t>2</a:t>
            </a:r>
            <a:r>
              <a:rPr sz="3150" spc="382" baseline="-21164" dirty="0"/>
              <a:t> </a:t>
            </a:r>
            <a:r>
              <a:rPr sz="3200" dirty="0"/>
              <a:t>x</a:t>
            </a:r>
            <a:r>
              <a:rPr sz="3200" spc="-5" dirty="0"/>
              <a:t> </a:t>
            </a:r>
            <a:r>
              <a:rPr sz="3200" dirty="0"/>
              <a:t>.</a:t>
            </a:r>
            <a:r>
              <a:rPr sz="3200" spc="5" dirty="0"/>
              <a:t> </a:t>
            </a:r>
            <a:r>
              <a:rPr sz="3200" dirty="0"/>
              <a:t>.</a:t>
            </a:r>
            <a:r>
              <a:rPr sz="3200" spc="-10" dirty="0"/>
              <a:t> </a:t>
            </a:r>
            <a:r>
              <a:rPr sz="3200" dirty="0"/>
              <a:t>x A</a:t>
            </a:r>
            <a:r>
              <a:rPr sz="3150" baseline="-21164" dirty="0"/>
              <a:t>n</a:t>
            </a:r>
            <a:r>
              <a:rPr sz="3150" spc="367" baseline="-21164" dirty="0"/>
              <a:t> </a:t>
            </a:r>
            <a:r>
              <a:rPr sz="3200" dirty="0"/>
              <a:t>= {</a:t>
            </a:r>
            <a:r>
              <a:rPr sz="3200" spc="5" dirty="0"/>
              <a:t> </a:t>
            </a:r>
            <a:r>
              <a:rPr sz="3200" dirty="0"/>
              <a:t>(a</a:t>
            </a:r>
            <a:r>
              <a:rPr sz="3150" baseline="-21164" dirty="0"/>
              <a:t>1</a:t>
            </a:r>
            <a:r>
              <a:rPr sz="3200" dirty="0"/>
              <a:t>, a</a:t>
            </a:r>
            <a:r>
              <a:rPr sz="3150" baseline="-21164" dirty="0"/>
              <a:t>2</a:t>
            </a:r>
            <a:r>
              <a:rPr sz="3200" dirty="0"/>
              <a:t>,</a:t>
            </a:r>
            <a:r>
              <a:rPr sz="3200" spc="5" dirty="0"/>
              <a:t> </a:t>
            </a:r>
            <a:r>
              <a:rPr sz="3200" dirty="0"/>
              <a:t>.</a:t>
            </a:r>
            <a:r>
              <a:rPr sz="3200" spc="-10" dirty="0"/>
              <a:t> </a:t>
            </a:r>
            <a:r>
              <a:rPr sz="3200" dirty="0"/>
              <a:t>., a</a:t>
            </a:r>
            <a:r>
              <a:rPr sz="3150" baseline="-21164" dirty="0"/>
              <a:t>n</a:t>
            </a:r>
            <a:r>
              <a:rPr sz="3200" dirty="0"/>
              <a:t>)</a:t>
            </a:r>
            <a:r>
              <a:rPr sz="3200" spc="-5" dirty="0"/>
              <a:t> </a:t>
            </a:r>
            <a:r>
              <a:rPr sz="3200" dirty="0"/>
              <a:t>:</a:t>
            </a:r>
            <a:r>
              <a:rPr sz="3200" spc="-15" dirty="0"/>
              <a:t> </a:t>
            </a:r>
            <a:r>
              <a:rPr sz="3200" dirty="0"/>
              <a:t>a</a:t>
            </a:r>
            <a:r>
              <a:rPr sz="3150" baseline="-21164" dirty="0"/>
              <a:t>i</a:t>
            </a:r>
            <a:r>
              <a:rPr sz="3150" spc="375" baseline="-21164" dirty="0"/>
              <a:t> </a:t>
            </a:r>
            <a:r>
              <a:rPr sz="3200" spc="-20" dirty="0">
                <a:latin typeface="Symbol"/>
                <a:cs typeface="Symbol"/>
              </a:rPr>
              <a:t></a:t>
            </a:r>
            <a:r>
              <a:rPr sz="3200" spc="-20" dirty="0"/>
              <a:t>A</a:t>
            </a:r>
            <a:r>
              <a:rPr sz="3150" spc="-30" baseline="-21164" dirty="0"/>
              <a:t>i</a:t>
            </a:r>
            <a:r>
              <a:rPr sz="3200" spc="-20" dirty="0"/>
              <a:t>}</a:t>
            </a:r>
            <a:endParaRPr sz="3200">
              <a:latin typeface="Symbol"/>
              <a:cs typeface="Symbol"/>
            </a:endParaRP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34340" y="215239"/>
            <a:ext cx="7704455" cy="1781175"/>
          </a:xfrm>
          <a:prstGeom prst="rect">
            <a:avLst/>
          </a:prstGeom>
        </p:spPr>
        <p:txBody>
          <a:bodyPr vert="horz" wrap="square" lIns="0" tIns="109855" rIns="0" bIns="0" rtlCol="0">
            <a:spAutoFit/>
          </a:bodyPr>
          <a:lstStyle/>
          <a:p>
            <a:pPr marL="38100">
              <a:lnSpc>
                <a:spcPct val="100000"/>
              </a:lnSpc>
              <a:spcBef>
                <a:spcPts val="865"/>
              </a:spcBef>
            </a:pPr>
            <a:r>
              <a:rPr sz="3200" b="1" dirty="0">
                <a:latin typeface="Calibri"/>
                <a:cs typeface="Calibri"/>
              </a:rPr>
              <a:t>2.3.5</a:t>
            </a:r>
            <a:r>
              <a:rPr sz="3200" b="1" spc="-15" dirty="0">
                <a:latin typeface="Calibri"/>
                <a:cs typeface="Calibri"/>
              </a:rPr>
              <a:t> </a:t>
            </a:r>
            <a:r>
              <a:rPr sz="3200" b="1" dirty="0">
                <a:latin typeface="Calibri"/>
                <a:cs typeface="Calibri"/>
              </a:rPr>
              <a:t>Mệnh</a:t>
            </a:r>
            <a:r>
              <a:rPr sz="3200" b="1" spc="-15" dirty="0">
                <a:latin typeface="Calibri"/>
                <a:cs typeface="Calibri"/>
              </a:rPr>
              <a:t> </a:t>
            </a:r>
            <a:r>
              <a:rPr sz="3200" b="1" spc="-25" dirty="0">
                <a:latin typeface="Calibri"/>
                <a:cs typeface="Calibri"/>
              </a:rPr>
              <a:t>đề:</a:t>
            </a:r>
            <a:endParaRPr sz="3200">
              <a:latin typeface="Calibri"/>
              <a:cs typeface="Calibri"/>
            </a:endParaRPr>
          </a:p>
          <a:p>
            <a:pPr marL="38100">
              <a:lnSpc>
                <a:spcPct val="100000"/>
              </a:lnSpc>
              <a:spcBef>
                <a:spcPts val="770"/>
              </a:spcBef>
            </a:pPr>
            <a:r>
              <a:rPr sz="3200" dirty="0">
                <a:latin typeface="Calibri"/>
                <a:cs typeface="Calibri"/>
              </a:rPr>
              <a:t>Cho</a:t>
            </a:r>
            <a:r>
              <a:rPr sz="3200" spc="-45" dirty="0">
                <a:latin typeface="Calibri"/>
                <a:cs typeface="Calibri"/>
              </a:rPr>
              <a:t> </a:t>
            </a:r>
            <a:r>
              <a:rPr sz="3200" dirty="0">
                <a:latin typeface="Calibri"/>
                <a:cs typeface="Calibri"/>
              </a:rPr>
              <a:t>A</a:t>
            </a:r>
            <a:r>
              <a:rPr sz="3150" baseline="-21164" dirty="0">
                <a:latin typeface="Calibri"/>
                <a:cs typeface="Calibri"/>
              </a:rPr>
              <a:t>i</a:t>
            </a:r>
            <a:r>
              <a:rPr sz="3150" spc="322" baseline="-21164" dirty="0">
                <a:latin typeface="Calibri"/>
                <a:cs typeface="Calibri"/>
              </a:rPr>
              <a:t> </a:t>
            </a:r>
            <a:r>
              <a:rPr sz="3200" dirty="0">
                <a:latin typeface="Calibri"/>
                <a:cs typeface="Calibri"/>
              </a:rPr>
              <a:t>,i=1,</a:t>
            </a:r>
            <a:r>
              <a:rPr sz="3200" spc="-35" dirty="0">
                <a:latin typeface="Calibri"/>
                <a:cs typeface="Calibri"/>
              </a:rPr>
              <a:t> </a:t>
            </a:r>
            <a:r>
              <a:rPr sz="3200" dirty="0">
                <a:latin typeface="Calibri"/>
                <a:cs typeface="Calibri"/>
              </a:rPr>
              <a:t>.</a:t>
            </a:r>
            <a:r>
              <a:rPr sz="3200" spc="-45" dirty="0">
                <a:latin typeface="Calibri"/>
                <a:cs typeface="Calibri"/>
              </a:rPr>
              <a:t> </a:t>
            </a:r>
            <a:r>
              <a:rPr sz="3200" dirty="0">
                <a:latin typeface="Calibri"/>
                <a:cs typeface="Calibri"/>
              </a:rPr>
              <a:t>.,</a:t>
            </a:r>
            <a:r>
              <a:rPr sz="3200" spc="-35" dirty="0">
                <a:latin typeface="Calibri"/>
                <a:cs typeface="Calibri"/>
              </a:rPr>
              <a:t> </a:t>
            </a:r>
            <a:r>
              <a:rPr sz="3200" dirty="0">
                <a:latin typeface="Calibri"/>
                <a:cs typeface="Calibri"/>
              </a:rPr>
              <a:t>n</a:t>
            </a:r>
            <a:r>
              <a:rPr sz="3200" spc="-25" dirty="0">
                <a:latin typeface="Calibri"/>
                <a:cs typeface="Calibri"/>
              </a:rPr>
              <a:t> </a:t>
            </a:r>
            <a:r>
              <a:rPr sz="3200" dirty="0">
                <a:latin typeface="Calibri"/>
                <a:cs typeface="Calibri"/>
              </a:rPr>
              <a:t>là</a:t>
            </a:r>
            <a:r>
              <a:rPr sz="3200" spc="-40" dirty="0">
                <a:latin typeface="Calibri"/>
                <a:cs typeface="Calibri"/>
              </a:rPr>
              <a:t> </a:t>
            </a:r>
            <a:r>
              <a:rPr sz="3200" dirty="0">
                <a:latin typeface="Calibri"/>
                <a:cs typeface="Calibri"/>
              </a:rPr>
              <a:t>các</a:t>
            </a:r>
            <a:r>
              <a:rPr sz="3200" spc="-50" dirty="0">
                <a:latin typeface="Calibri"/>
                <a:cs typeface="Calibri"/>
              </a:rPr>
              <a:t> </a:t>
            </a:r>
            <a:r>
              <a:rPr sz="3200" dirty="0">
                <a:latin typeface="Calibri"/>
                <a:cs typeface="Calibri"/>
              </a:rPr>
              <a:t>tập</a:t>
            </a:r>
            <a:r>
              <a:rPr sz="3200" spc="-40" dirty="0">
                <a:latin typeface="Calibri"/>
                <a:cs typeface="Calibri"/>
              </a:rPr>
              <a:t> </a:t>
            </a:r>
            <a:r>
              <a:rPr sz="3200" dirty="0">
                <a:latin typeface="Calibri"/>
                <a:cs typeface="Calibri"/>
              </a:rPr>
              <a:t>hữu</a:t>
            </a:r>
            <a:r>
              <a:rPr sz="3200" spc="-35" dirty="0">
                <a:latin typeface="Calibri"/>
                <a:cs typeface="Calibri"/>
              </a:rPr>
              <a:t> </a:t>
            </a:r>
            <a:r>
              <a:rPr sz="3200" dirty="0">
                <a:latin typeface="Calibri"/>
                <a:cs typeface="Calibri"/>
              </a:rPr>
              <a:t>hạn.</a:t>
            </a:r>
            <a:r>
              <a:rPr sz="3200" spc="-20" dirty="0">
                <a:latin typeface="Calibri"/>
                <a:cs typeface="Calibri"/>
              </a:rPr>
              <a:t> </a:t>
            </a:r>
            <a:r>
              <a:rPr sz="3200" dirty="0">
                <a:latin typeface="Calibri"/>
                <a:cs typeface="Calibri"/>
              </a:rPr>
              <a:t>Khi</a:t>
            </a:r>
            <a:r>
              <a:rPr sz="3200" spc="-35" dirty="0">
                <a:latin typeface="Calibri"/>
                <a:cs typeface="Calibri"/>
              </a:rPr>
              <a:t> </a:t>
            </a:r>
            <a:r>
              <a:rPr sz="3200" spc="-25" dirty="0">
                <a:latin typeface="Calibri"/>
                <a:cs typeface="Calibri"/>
              </a:rPr>
              <a:t>ấy</a:t>
            </a:r>
            <a:endParaRPr sz="3200">
              <a:latin typeface="Calibri"/>
              <a:cs typeface="Calibri"/>
            </a:endParaRPr>
          </a:p>
          <a:p>
            <a:pPr marL="760730">
              <a:lnSpc>
                <a:spcPct val="100000"/>
              </a:lnSpc>
              <a:spcBef>
                <a:spcPts val="765"/>
              </a:spcBef>
            </a:pPr>
            <a:r>
              <a:rPr sz="3200" dirty="0">
                <a:latin typeface="Calibri"/>
                <a:cs typeface="Calibri"/>
              </a:rPr>
              <a:t>|A</a:t>
            </a:r>
            <a:r>
              <a:rPr sz="3150" baseline="-21164" dirty="0">
                <a:latin typeface="Calibri"/>
                <a:cs typeface="Calibri"/>
              </a:rPr>
              <a:t>1</a:t>
            </a:r>
            <a:r>
              <a:rPr sz="3150" spc="367" baseline="-21164" dirty="0">
                <a:latin typeface="Calibri"/>
                <a:cs typeface="Calibri"/>
              </a:rPr>
              <a:t> </a:t>
            </a:r>
            <a:r>
              <a:rPr sz="3200" dirty="0">
                <a:latin typeface="Calibri"/>
                <a:cs typeface="Calibri"/>
              </a:rPr>
              <a:t>x A</a:t>
            </a:r>
            <a:r>
              <a:rPr sz="3150" baseline="-21164" dirty="0">
                <a:latin typeface="Calibri"/>
                <a:cs typeface="Calibri"/>
              </a:rPr>
              <a:t>2</a:t>
            </a:r>
            <a:r>
              <a:rPr sz="3150" spc="382" baseline="-21164" dirty="0">
                <a:latin typeface="Calibri"/>
                <a:cs typeface="Calibri"/>
              </a:rPr>
              <a:t> </a:t>
            </a:r>
            <a:r>
              <a:rPr sz="3200" dirty="0">
                <a:latin typeface="Calibri"/>
                <a:cs typeface="Calibri"/>
              </a:rPr>
              <a:t>x</a:t>
            </a:r>
            <a:r>
              <a:rPr sz="3200" spc="-5" dirty="0">
                <a:latin typeface="Calibri"/>
                <a:cs typeface="Calibri"/>
              </a:rPr>
              <a:t> </a:t>
            </a:r>
            <a:r>
              <a:rPr sz="3200" dirty="0">
                <a:latin typeface="Calibri"/>
                <a:cs typeface="Calibri"/>
              </a:rPr>
              <a:t>.</a:t>
            </a:r>
            <a:r>
              <a:rPr sz="3200" spc="5" dirty="0">
                <a:latin typeface="Calibri"/>
                <a:cs typeface="Calibri"/>
              </a:rPr>
              <a:t> </a:t>
            </a:r>
            <a:r>
              <a:rPr sz="3200" dirty="0">
                <a:latin typeface="Calibri"/>
                <a:cs typeface="Calibri"/>
              </a:rPr>
              <a:t>.</a:t>
            </a:r>
            <a:r>
              <a:rPr sz="3200" spc="-5" dirty="0">
                <a:latin typeface="Calibri"/>
                <a:cs typeface="Calibri"/>
              </a:rPr>
              <a:t> </a:t>
            </a:r>
            <a:r>
              <a:rPr sz="3200" dirty="0">
                <a:latin typeface="Calibri"/>
                <a:cs typeface="Calibri"/>
              </a:rPr>
              <a:t>x</a:t>
            </a:r>
            <a:r>
              <a:rPr sz="3200" spc="-5" dirty="0">
                <a:latin typeface="Calibri"/>
                <a:cs typeface="Calibri"/>
              </a:rPr>
              <a:t> </a:t>
            </a:r>
            <a:r>
              <a:rPr sz="3200" dirty="0">
                <a:latin typeface="Calibri"/>
                <a:cs typeface="Calibri"/>
              </a:rPr>
              <a:t>A</a:t>
            </a:r>
            <a:r>
              <a:rPr sz="3150" baseline="-21164" dirty="0">
                <a:latin typeface="Calibri"/>
                <a:cs typeface="Calibri"/>
              </a:rPr>
              <a:t>n</a:t>
            </a:r>
            <a:r>
              <a:rPr sz="3200" dirty="0">
                <a:latin typeface="Calibri"/>
                <a:cs typeface="Calibri"/>
              </a:rPr>
              <a:t>|</a:t>
            </a:r>
            <a:r>
              <a:rPr sz="3200" spc="-5" dirty="0">
                <a:latin typeface="Calibri"/>
                <a:cs typeface="Calibri"/>
              </a:rPr>
              <a:t> </a:t>
            </a:r>
            <a:r>
              <a:rPr sz="3200" dirty="0">
                <a:latin typeface="Calibri"/>
                <a:cs typeface="Calibri"/>
              </a:rPr>
              <a:t>= |A</a:t>
            </a:r>
            <a:r>
              <a:rPr sz="3150" baseline="-21164" dirty="0">
                <a:latin typeface="Calibri"/>
                <a:cs typeface="Calibri"/>
              </a:rPr>
              <a:t>1</a:t>
            </a:r>
            <a:r>
              <a:rPr sz="3200" dirty="0">
                <a:latin typeface="Calibri"/>
                <a:cs typeface="Calibri"/>
              </a:rPr>
              <a:t>|</a:t>
            </a:r>
            <a:r>
              <a:rPr sz="3200" spc="-10" dirty="0">
                <a:latin typeface="Calibri"/>
                <a:cs typeface="Calibri"/>
              </a:rPr>
              <a:t> </a:t>
            </a:r>
            <a:r>
              <a:rPr sz="3200" dirty="0">
                <a:latin typeface="Calibri"/>
                <a:cs typeface="Calibri"/>
              </a:rPr>
              <a:t>x</a:t>
            </a:r>
            <a:r>
              <a:rPr sz="3200" spc="10" dirty="0">
                <a:latin typeface="Calibri"/>
                <a:cs typeface="Calibri"/>
              </a:rPr>
              <a:t> </a:t>
            </a:r>
            <a:r>
              <a:rPr sz="3200" dirty="0">
                <a:latin typeface="Calibri"/>
                <a:cs typeface="Calibri"/>
              </a:rPr>
              <a:t>|A</a:t>
            </a:r>
            <a:r>
              <a:rPr sz="3150" baseline="-21164" dirty="0">
                <a:latin typeface="Calibri"/>
                <a:cs typeface="Calibri"/>
              </a:rPr>
              <a:t>2</a:t>
            </a:r>
            <a:r>
              <a:rPr sz="3200" dirty="0">
                <a:latin typeface="Calibri"/>
                <a:cs typeface="Calibri"/>
              </a:rPr>
              <a:t>|</a:t>
            </a:r>
            <a:r>
              <a:rPr sz="3200" spc="-5" dirty="0">
                <a:latin typeface="Calibri"/>
                <a:cs typeface="Calibri"/>
              </a:rPr>
              <a:t> </a:t>
            </a:r>
            <a:r>
              <a:rPr sz="3200" dirty="0">
                <a:latin typeface="Calibri"/>
                <a:cs typeface="Calibri"/>
              </a:rPr>
              <a:t>x.</a:t>
            </a:r>
            <a:r>
              <a:rPr sz="3200" spc="-10" dirty="0">
                <a:latin typeface="Calibri"/>
                <a:cs typeface="Calibri"/>
              </a:rPr>
              <a:t> </a:t>
            </a:r>
            <a:r>
              <a:rPr sz="3200" dirty="0">
                <a:latin typeface="Calibri"/>
                <a:cs typeface="Calibri"/>
              </a:rPr>
              <a:t>.</a:t>
            </a:r>
            <a:r>
              <a:rPr sz="3200" spc="-5" dirty="0">
                <a:latin typeface="Calibri"/>
                <a:cs typeface="Calibri"/>
              </a:rPr>
              <a:t> </a:t>
            </a:r>
            <a:r>
              <a:rPr sz="3200" dirty="0">
                <a:latin typeface="Calibri"/>
                <a:cs typeface="Calibri"/>
              </a:rPr>
              <a:t>.x </a:t>
            </a:r>
            <a:r>
              <a:rPr sz="3200" spc="-20" dirty="0">
                <a:latin typeface="Calibri"/>
                <a:cs typeface="Calibri"/>
              </a:rPr>
              <a:t>|A</a:t>
            </a:r>
            <a:r>
              <a:rPr sz="3150" spc="-30" baseline="-21164" dirty="0">
                <a:latin typeface="Calibri"/>
                <a:cs typeface="Calibri"/>
              </a:rPr>
              <a:t>n</a:t>
            </a:r>
            <a:r>
              <a:rPr sz="3200" spc="-20" dirty="0">
                <a:latin typeface="Calibri"/>
                <a:cs typeface="Calibri"/>
              </a:rPr>
              <a:t>|</a:t>
            </a:r>
            <a:endParaRPr sz="3200">
              <a:latin typeface="Calibri"/>
              <a:cs typeface="Calibri"/>
            </a:endParaRP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34340" y="312165"/>
            <a:ext cx="8374380" cy="5099050"/>
          </a:xfrm>
          <a:prstGeom prst="rect">
            <a:avLst/>
          </a:prstGeom>
        </p:spPr>
        <p:txBody>
          <a:bodyPr vert="horz" wrap="square" lIns="0" tIns="12700" rIns="0" bIns="0" rtlCol="0">
            <a:spAutoFit/>
          </a:bodyPr>
          <a:lstStyle/>
          <a:p>
            <a:pPr marL="38100" marR="30480">
              <a:lnSpc>
                <a:spcPct val="100000"/>
              </a:lnSpc>
              <a:spcBef>
                <a:spcPts val="100"/>
              </a:spcBef>
              <a:tabLst>
                <a:tab pos="3921760" algn="l"/>
              </a:tabLst>
            </a:pPr>
            <a:r>
              <a:rPr sz="3200" b="1" dirty="0">
                <a:latin typeface="Calibri"/>
                <a:cs typeface="Calibri"/>
              </a:rPr>
              <a:t>Ví</a:t>
            </a:r>
            <a:r>
              <a:rPr sz="3200" b="1" spc="-55" dirty="0">
                <a:latin typeface="Calibri"/>
                <a:cs typeface="Calibri"/>
              </a:rPr>
              <a:t> </a:t>
            </a:r>
            <a:r>
              <a:rPr sz="3200" b="1" dirty="0">
                <a:latin typeface="Calibri"/>
                <a:cs typeface="Calibri"/>
              </a:rPr>
              <a:t>dụ</a:t>
            </a:r>
            <a:r>
              <a:rPr sz="3200" b="1" spc="-45" dirty="0">
                <a:latin typeface="Calibri"/>
                <a:cs typeface="Calibri"/>
              </a:rPr>
              <a:t> </a:t>
            </a:r>
            <a:r>
              <a:rPr sz="3200" b="1" dirty="0">
                <a:latin typeface="Calibri"/>
                <a:cs typeface="Calibri"/>
              </a:rPr>
              <a:t>:</a:t>
            </a:r>
            <a:r>
              <a:rPr sz="3200" b="1" spc="-30" dirty="0">
                <a:latin typeface="Calibri"/>
                <a:cs typeface="Calibri"/>
              </a:rPr>
              <a:t> </a:t>
            </a:r>
            <a:r>
              <a:rPr sz="3200" dirty="0">
                <a:latin typeface="Calibri"/>
                <a:cs typeface="Calibri"/>
              </a:rPr>
              <a:t>Có</a:t>
            </a:r>
            <a:r>
              <a:rPr sz="3200" spc="-40" dirty="0">
                <a:latin typeface="Calibri"/>
                <a:cs typeface="Calibri"/>
              </a:rPr>
              <a:t> </a:t>
            </a:r>
            <a:r>
              <a:rPr sz="3200" dirty="0">
                <a:latin typeface="Calibri"/>
                <a:cs typeface="Calibri"/>
              </a:rPr>
              <a:t>bao</a:t>
            </a:r>
            <a:r>
              <a:rPr sz="3200" spc="-30" dirty="0">
                <a:latin typeface="Calibri"/>
                <a:cs typeface="Calibri"/>
              </a:rPr>
              <a:t> </a:t>
            </a:r>
            <a:r>
              <a:rPr sz="3200" dirty="0">
                <a:latin typeface="Calibri"/>
                <a:cs typeface="Calibri"/>
              </a:rPr>
              <a:t>nhiêu</a:t>
            </a:r>
            <a:r>
              <a:rPr sz="3200" spc="-25" dirty="0">
                <a:latin typeface="Calibri"/>
                <a:cs typeface="Calibri"/>
              </a:rPr>
              <a:t> </a:t>
            </a:r>
            <a:r>
              <a:rPr sz="3200" dirty="0">
                <a:latin typeface="Calibri"/>
                <a:cs typeface="Calibri"/>
              </a:rPr>
              <a:t>chuỗi</a:t>
            </a:r>
            <a:r>
              <a:rPr sz="3200" spc="-45" dirty="0">
                <a:latin typeface="Calibri"/>
                <a:cs typeface="Calibri"/>
              </a:rPr>
              <a:t> </a:t>
            </a:r>
            <a:r>
              <a:rPr sz="3200" dirty="0">
                <a:latin typeface="Calibri"/>
                <a:cs typeface="Calibri"/>
              </a:rPr>
              <a:t>chiều</a:t>
            </a:r>
            <a:r>
              <a:rPr sz="3200" spc="-30" dirty="0">
                <a:latin typeface="Calibri"/>
                <a:cs typeface="Calibri"/>
              </a:rPr>
              <a:t> </a:t>
            </a:r>
            <a:r>
              <a:rPr sz="3200" dirty="0">
                <a:latin typeface="Calibri"/>
                <a:cs typeface="Calibri"/>
              </a:rPr>
              <a:t>dài</a:t>
            </a:r>
            <a:r>
              <a:rPr sz="3200" spc="-30" dirty="0">
                <a:latin typeface="Calibri"/>
                <a:cs typeface="Calibri"/>
              </a:rPr>
              <a:t> </a:t>
            </a:r>
            <a:r>
              <a:rPr sz="3200" dirty="0">
                <a:latin typeface="Calibri"/>
                <a:cs typeface="Calibri"/>
              </a:rPr>
              <a:t>4</a:t>
            </a:r>
            <a:r>
              <a:rPr sz="3200" spc="-35" dirty="0">
                <a:latin typeface="Calibri"/>
                <a:cs typeface="Calibri"/>
              </a:rPr>
              <a:t> </a:t>
            </a:r>
            <a:r>
              <a:rPr sz="3200" dirty="0">
                <a:latin typeface="Calibri"/>
                <a:cs typeface="Calibri"/>
              </a:rPr>
              <a:t>được</a:t>
            </a:r>
            <a:r>
              <a:rPr sz="3200" spc="-60" dirty="0">
                <a:latin typeface="Calibri"/>
                <a:cs typeface="Calibri"/>
              </a:rPr>
              <a:t> </a:t>
            </a:r>
            <a:r>
              <a:rPr sz="3200" dirty="0">
                <a:latin typeface="Calibri"/>
                <a:cs typeface="Calibri"/>
              </a:rPr>
              <a:t>tạo</a:t>
            </a:r>
            <a:r>
              <a:rPr sz="3200" spc="-30" dirty="0">
                <a:latin typeface="Calibri"/>
                <a:cs typeface="Calibri"/>
              </a:rPr>
              <a:t> </a:t>
            </a:r>
            <a:r>
              <a:rPr sz="3200" spc="-25" dirty="0">
                <a:latin typeface="Calibri"/>
                <a:cs typeface="Calibri"/>
              </a:rPr>
              <a:t>từ </a:t>
            </a:r>
            <a:r>
              <a:rPr sz="3200" dirty="0">
                <a:latin typeface="Calibri"/>
                <a:cs typeface="Calibri"/>
              </a:rPr>
              <a:t>các</a:t>
            </a:r>
            <a:r>
              <a:rPr sz="3200" spc="-55" dirty="0">
                <a:latin typeface="Calibri"/>
                <a:cs typeface="Calibri"/>
              </a:rPr>
              <a:t> </a:t>
            </a:r>
            <a:r>
              <a:rPr sz="3200" dirty="0">
                <a:latin typeface="Calibri"/>
                <a:cs typeface="Calibri"/>
              </a:rPr>
              <a:t>ký</a:t>
            </a:r>
            <a:r>
              <a:rPr sz="3200" spc="-45" dirty="0">
                <a:latin typeface="Calibri"/>
                <a:cs typeface="Calibri"/>
              </a:rPr>
              <a:t> </a:t>
            </a:r>
            <a:r>
              <a:rPr sz="3200" dirty="0">
                <a:latin typeface="Calibri"/>
                <a:cs typeface="Calibri"/>
              </a:rPr>
              <a:t>tự</a:t>
            </a:r>
            <a:r>
              <a:rPr sz="3200" spc="-40" dirty="0">
                <a:latin typeface="Calibri"/>
                <a:cs typeface="Calibri"/>
              </a:rPr>
              <a:t> </a:t>
            </a:r>
            <a:r>
              <a:rPr sz="3200" dirty="0">
                <a:latin typeface="Calibri"/>
                <a:cs typeface="Calibri"/>
              </a:rPr>
              <a:t>{A,</a:t>
            </a:r>
            <a:r>
              <a:rPr sz="3200" spc="-40" dirty="0">
                <a:latin typeface="Calibri"/>
                <a:cs typeface="Calibri"/>
              </a:rPr>
              <a:t> </a:t>
            </a:r>
            <a:r>
              <a:rPr sz="3200" dirty="0">
                <a:latin typeface="Calibri"/>
                <a:cs typeface="Calibri"/>
              </a:rPr>
              <a:t>B,</a:t>
            </a:r>
            <a:r>
              <a:rPr sz="3200" spc="-35" dirty="0">
                <a:latin typeface="Calibri"/>
                <a:cs typeface="Calibri"/>
              </a:rPr>
              <a:t> </a:t>
            </a:r>
            <a:r>
              <a:rPr sz="3200" dirty="0">
                <a:latin typeface="Calibri"/>
                <a:cs typeface="Calibri"/>
              </a:rPr>
              <a:t>C,</a:t>
            </a:r>
            <a:r>
              <a:rPr sz="3200" spc="-40" dirty="0">
                <a:latin typeface="Calibri"/>
                <a:cs typeface="Calibri"/>
              </a:rPr>
              <a:t> </a:t>
            </a:r>
            <a:r>
              <a:rPr sz="3200" dirty="0">
                <a:latin typeface="Calibri"/>
                <a:cs typeface="Calibri"/>
              </a:rPr>
              <a:t>D,</a:t>
            </a:r>
            <a:r>
              <a:rPr sz="3200" spc="-35" dirty="0">
                <a:latin typeface="Calibri"/>
                <a:cs typeface="Calibri"/>
              </a:rPr>
              <a:t> </a:t>
            </a:r>
            <a:r>
              <a:rPr sz="3200" spc="-25" dirty="0">
                <a:latin typeface="Calibri"/>
                <a:cs typeface="Calibri"/>
              </a:rPr>
              <a:t>E}</a:t>
            </a:r>
            <a:r>
              <a:rPr sz="3200" dirty="0">
                <a:latin typeface="Calibri"/>
                <a:cs typeface="Calibri"/>
              </a:rPr>
              <a:t>	cho</a:t>
            </a:r>
            <a:r>
              <a:rPr sz="3200" spc="-55" dirty="0">
                <a:latin typeface="Calibri"/>
                <a:cs typeface="Calibri"/>
              </a:rPr>
              <a:t> </a:t>
            </a:r>
            <a:r>
              <a:rPr sz="3200" dirty="0">
                <a:latin typeface="Calibri"/>
                <a:cs typeface="Calibri"/>
              </a:rPr>
              <a:t>phép</a:t>
            </a:r>
            <a:r>
              <a:rPr sz="3200" spc="-30" dirty="0">
                <a:latin typeface="Calibri"/>
                <a:cs typeface="Calibri"/>
              </a:rPr>
              <a:t> </a:t>
            </a:r>
            <a:r>
              <a:rPr sz="3200" dirty="0">
                <a:latin typeface="Calibri"/>
                <a:cs typeface="Calibri"/>
              </a:rPr>
              <a:t>lập</a:t>
            </a:r>
            <a:r>
              <a:rPr sz="3200" spc="-30" dirty="0">
                <a:latin typeface="Calibri"/>
                <a:cs typeface="Calibri"/>
              </a:rPr>
              <a:t> </a:t>
            </a:r>
            <a:r>
              <a:rPr sz="3200" spc="-20" dirty="0">
                <a:latin typeface="Calibri"/>
                <a:cs typeface="Calibri"/>
              </a:rPr>
              <a:t>lại?</a:t>
            </a:r>
            <a:endParaRPr sz="3200">
              <a:latin typeface="Calibri"/>
              <a:cs typeface="Calibri"/>
            </a:endParaRPr>
          </a:p>
          <a:p>
            <a:pPr marL="38100">
              <a:lnSpc>
                <a:spcPct val="100000"/>
              </a:lnSpc>
              <a:spcBef>
                <a:spcPts val="770"/>
              </a:spcBef>
            </a:pPr>
            <a:r>
              <a:rPr sz="3200" dirty="0">
                <a:latin typeface="Calibri"/>
                <a:cs typeface="Calibri"/>
              </a:rPr>
              <a:t>Chuỗi</a:t>
            </a:r>
            <a:r>
              <a:rPr sz="3200" spc="-40" dirty="0">
                <a:latin typeface="Calibri"/>
                <a:cs typeface="Calibri"/>
              </a:rPr>
              <a:t> </a:t>
            </a:r>
            <a:r>
              <a:rPr sz="3200" dirty="0">
                <a:latin typeface="Calibri"/>
                <a:cs typeface="Calibri"/>
              </a:rPr>
              <a:t>có</a:t>
            </a:r>
            <a:r>
              <a:rPr sz="3200" spc="-60" dirty="0">
                <a:latin typeface="Calibri"/>
                <a:cs typeface="Calibri"/>
              </a:rPr>
              <a:t> </a:t>
            </a:r>
            <a:r>
              <a:rPr sz="3200" spc="-20" dirty="0">
                <a:latin typeface="Calibri"/>
                <a:cs typeface="Calibri"/>
              </a:rPr>
              <a:t>dạng</a:t>
            </a:r>
            <a:endParaRPr sz="3200">
              <a:latin typeface="Calibri"/>
              <a:cs typeface="Calibri"/>
            </a:endParaRPr>
          </a:p>
          <a:p>
            <a:pPr marL="2364105">
              <a:lnSpc>
                <a:spcPct val="100000"/>
              </a:lnSpc>
              <a:spcBef>
                <a:spcPts val="770"/>
              </a:spcBef>
            </a:pPr>
            <a:r>
              <a:rPr sz="3200" dirty="0">
                <a:latin typeface="Calibri"/>
                <a:cs typeface="Calibri"/>
              </a:rPr>
              <a:t>a</a:t>
            </a:r>
            <a:r>
              <a:rPr sz="3150" baseline="-21164" dirty="0">
                <a:latin typeface="Calibri"/>
                <a:cs typeface="Calibri"/>
              </a:rPr>
              <a:t>1</a:t>
            </a:r>
            <a:r>
              <a:rPr sz="3200" dirty="0">
                <a:latin typeface="Calibri"/>
                <a:cs typeface="Calibri"/>
              </a:rPr>
              <a:t>a</a:t>
            </a:r>
            <a:r>
              <a:rPr sz="3150" baseline="-21164" dirty="0">
                <a:latin typeface="Calibri"/>
                <a:cs typeface="Calibri"/>
              </a:rPr>
              <a:t>2</a:t>
            </a:r>
            <a:r>
              <a:rPr sz="3200" dirty="0">
                <a:latin typeface="Calibri"/>
                <a:cs typeface="Calibri"/>
              </a:rPr>
              <a:t>a</a:t>
            </a:r>
            <a:r>
              <a:rPr sz="3150" baseline="-21164" dirty="0">
                <a:latin typeface="Calibri"/>
                <a:cs typeface="Calibri"/>
              </a:rPr>
              <a:t>3</a:t>
            </a:r>
            <a:r>
              <a:rPr sz="3200" dirty="0">
                <a:latin typeface="Calibri"/>
                <a:cs typeface="Calibri"/>
              </a:rPr>
              <a:t>a</a:t>
            </a:r>
            <a:r>
              <a:rPr sz="3150" baseline="-21164" dirty="0">
                <a:latin typeface="Calibri"/>
                <a:cs typeface="Calibri"/>
              </a:rPr>
              <a:t>4</a:t>
            </a:r>
            <a:r>
              <a:rPr sz="3200" dirty="0">
                <a:latin typeface="Calibri"/>
                <a:cs typeface="Calibri"/>
              </a:rPr>
              <a:t>=(a</a:t>
            </a:r>
            <a:r>
              <a:rPr sz="3150" baseline="-21164" dirty="0">
                <a:latin typeface="Calibri"/>
                <a:cs typeface="Calibri"/>
              </a:rPr>
              <a:t>1</a:t>
            </a:r>
            <a:r>
              <a:rPr sz="3200" dirty="0">
                <a:latin typeface="Calibri"/>
                <a:cs typeface="Calibri"/>
              </a:rPr>
              <a:t>,</a:t>
            </a:r>
            <a:r>
              <a:rPr sz="3200" spc="5" dirty="0">
                <a:latin typeface="Calibri"/>
                <a:cs typeface="Calibri"/>
              </a:rPr>
              <a:t> </a:t>
            </a:r>
            <a:r>
              <a:rPr sz="3200" dirty="0">
                <a:latin typeface="Calibri"/>
                <a:cs typeface="Calibri"/>
              </a:rPr>
              <a:t>a</a:t>
            </a:r>
            <a:r>
              <a:rPr sz="3150" baseline="-21164" dirty="0">
                <a:latin typeface="Calibri"/>
                <a:cs typeface="Calibri"/>
              </a:rPr>
              <a:t>2</a:t>
            </a:r>
            <a:r>
              <a:rPr sz="3200" dirty="0">
                <a:latin typeface="Calibri"/>
                <a:cs typeface="Calibri"/>
              </a:rPr>
              <a:t>,</a:t>
            </a:r>
            <a:r>
              <a:rPr sz="3200" spc="-35" dirty="0">
                <a:latin typeface="Calibri"/>
                <a:cs typeface="Calibri"/>
              </a:rPr>
              <a:t> </a:t>
            </a:r>
            <a:r>
              <a:rPr sz="3200" dirty="0">
                <a:latin typeface="Calibri"/>
                <a:cs typeface="Calibri"/>
              </a:rPr>
              <a:t>a</a:t>
            </a:r>
            <a:r>
              <a:rPr sz="3150" baseline="-21164" dirty="0">
                <a:latin typeface="Calibri"/>
                <a:cs typeface="Calibri"/>
              </a:rPr>
              <a:t>3</a:t>
            </a:r>
            <a:r>
              <a:rPr sz="3200" dirty="0">
                <a:latin typeface="Calibri"/>
                <a:cs typeface="Calibri"/>
              </a:rPr>
              <a:t>,</a:t>
            </a:r>
            <a:r>
              <a:rPr sz="3200" spc="-20" dirty="0">
                <a:latin typeface="Calibri"/>
                <a:cs typeface="Calibri"/>
              </a:rPr>
              <a:t> </a:t>
            </a:r>
            <a:r>
              <a:rPr sz="3200" spc="-25" dirty="0">
                <a:latin typeface="Calibri"/>
                <a:cs typeface="Calibri"/>
              </a:rPr>
              <a:t>a</a:t>
            </a:r>
            <a:r>
              <a:rPr sz="3150" spc="-37" baseline="-21164" dirty="0">
                <a:latin typeface="Calibri"/>
                <a:cs typeface="Calibri"/>
              </a:rPr>
              <a:t>4</a:t>
            </a:r>
            <a:r>
              <a:rPr sz="3200" spc="-25" dirty="0">
                <a:latin typeface="Calibri"/>
                <a:cs typeface="Calibri"/>
              </a:rPr>
              <a:t>)</a:t>
            </a:r>
            <a:endParaRPr sz="3200">
              <a:latin typeface="Calibri"/>
              <a:cs typeface="Calibri"/>
            </a:endParaRPr>
          </a:p>
          <a:p>
            <a:pPr marL="38100">
              <a:lnSpc>
                <a:spcPct val="100000"/>
              </a:lnSpc>
              <a:spcBef>
                <a:spcPts val="770"/>
              </a:spcBef>
            </a:pPr>
            <a:r>
              <a:rPr sz="3200" dirty="0">
                <a:latin typeface="Calibri"/>
                <a:cs typeface="Calibri"/>
              </a:rPr>
              <a:t>Đặt</a:t>
            </a:r>
            <a:r>
              <a:rPr sz="3200" spc="-55" dirty="0">
                <a:latin typeface="Calibri"/>
                <a:cs typeface="Calibri"/>
              </a:rPr>
              <a:t> </a:t>
            </a:r>
            <a:r>
              <a:rPr sz="3200" dirty="0">
                <a:latin typeface="Calibri"/>
                <a:cs typeface="Calibri"/>
              </a:rPr>
              <a:t>S</a:t>
            </a:r>
            <a:r>
              <a:rPr sz="3200" spc="-55" dirty="0">
                <a:latin typeface="Calibri"/>
                <a:cs typeface="Calibri"/>
              </a:rPr>
              <a:t> </a:t>
            </a:r>
            <a:r>
              <a:rPr sz="3200" dirty="0">
                <a:latin typeface="Calibri"/>
                <a:cs typeface="Calibri"/>
              </a:rPr>
              <a:t>=</a:t>
            </a:r>
            <a:r>
              <a:rPr sz="3200" spc="-55" dirty="0">
                <a:latin typeface="Calibri"/>
                <a:cs typeface="Calibri"/>
              </a:rPr>
              <a:t> </a:t>
            </a:r>
            <a:r>
              <a:rPr sz="3200" dirty="0">
                <a:latin typeface="Calibri"/>
                <a:cs typeface="Calibri"/>
              </a:rPr>
              <a:t>{A,</a:t>
            </a:r>
            <a:r>
              <a:rPr sz="3200" spc="-45" dirty="0">
                <a:latin typeface="Calibri"/>
                <a:cs typeface="Calibri"/>
              </a:rPr>
              <a:t> </a:t>
            </a:r>
            <a:r>
              <a:rPr sz="3200" dirty="0">
                <a:latin typeface="Calibri"/>
                <a:cs typeface="Calibri"/>
              </a:rPr>
              <a:t>B,</a:t>
            </a:r>
            <a:r>
              <a:rPr sz="3200" spc="-55" dirty="0">
                <a:latin typeface="Calibri"/>
                <a:cs typeface="Calibri"/>
              </a:rPr>
              <a:t> </a:t>
            </a:r>
            <a:r>
              <a:rPr sz="3200" dirty="0">
                <a:latin typeface="Calibri"/>
                <a:cs typeface="Calibri"/>
              </a:rPr>
              <a:t>C,</a:t>
            </a:r>
            <a:r>
              <a:rPr sz="3200" spc="-45" dirty="0">
                <a:latin typeface="Calibri"/>
                <a:cs typeface="Calibri"/>
              </a:rPr>
              <a:t> </a:t>
            </a:r>
            <a:r>
              <a:rPr sz="3200" dirty="0">
                <a:latin typeface="Calibri"/>
                <a:cs typeface="Calibri"/>
              </a:rPr>
              <a:t>D,</a:t>
            </a:r>
            <a:r>
              <a:rPr sz="3200" spc="-50" dirty="0">
                <a:latin typeface="Calibri"/>
                <a:cs typeface="Calibri"/>
              </a:rPr>
              <a:t> </a:t>
            </a:r>
            <a:r>
              <a:rPr sz="3200" dirty="0">
                <a:latin typeface="Calibri"/>
                <a:cs typeface="Calibri"/>
              </a:rPr>
              <a:t>E}.</a:t>
            </a:r>
            <a:r>
              <a:rPr sz="3200" spc="-50" dirty="0">
                <a:latin typeface="Calibri"/>
                <a:cs typeface="Calibri"/>
              </a:rPr>
              <a:t> </a:t>
            </a:r>
            <a:r>
              <a:rPr sz="3200" spc="-105" dirty="0">
                <a:latin typeface="Calibri"/>
                <a:cs typeface="Calibri"/>
              </a:rPr>
              <a:t>Ta</a:t>
            </a:r>
            <a:r>
              <a:rPr sz="3200" spc="-50" dirty="0">
                <a:latin typeface="Calibri"/>
                <a:cs typeface="Calibri"/>
              </a:rPr>
              <a:t> </a:t>
            </a:r>
            <a:r>
              <a:rPr sz="3200" spc="-25" dirty="0">
                <a:latin typeface="Calibri"/>
                <a:cs typeface="Calibri"/>
              </a:rPr>
              <a:t>có</a:t>
            </a:r>
            <a:endParaRPr sz="3200">
              <a:latin typeface="Calibri"/>
              <a:cs typeface="Calibri"/>
            </a:endParaRPr>
          </a:p>
          <a:p>
            <a:pPr marL="1979295">
              <a:lnSpc>
                <a:spcPct val="100000"/>
              </a:lnSpc>
              <a:spcBef>
                <a:spcPts val="790"/>
              </a:spcBef>
            </a:pPr>
            <a:r>
              <a:rPr sz="3200" dirty="0">
                <a:latin typeface="Calibri"/>
                <a:cs typeface="Calibri"/>
              </a:rPr>
              <a:t>(a</a:t>
            </a:r>
            <a:r>
              <a:rPr sz="3150" baseline="-21164" dirty="0">
                <a:latin typeface="Calibri"/>
                <a:cs typeface="Calibri"/>
              </a:rPr>
              <a:t>1</a:t>
            </a:r>
            <a:r>
              <a:rPr sz="3200" dirty="0">
                <a:latin typeface="Calibri"/>
                <a:cs typeface="Calibri"/>
              </a:rPr>
              <a:t>,</a:t>
            </a:r>
            <a:r>
              <a:rPr sz="3200" spc="-10" dirty="0">
                <a:latin typeface="Calibri"/>
                <a:cs typeface="Calibri"/>
              </a:rPr>
              <a:t> </a:t>
            </a:r>
            <a:r>
              <a:rPr sz="3200" dirty="0">
                <a:latin typeface="Calibri"/>
                <a:cs typeface="Calibri"/>
              </a:rPr>
              <a:t>a</a:t>
            </a:r>
            <a:r>
              <a:rPr sz="3150" baseline="-21164" dirty="0">
                <a:latin typeface="Calibri"/>
                <a:cs typeface="Calibri"/>
              </a:rPr>
              <a:t>2</a:t>
            </a:r>
            <a:r>
              <a:rPr sz="3200" dirty="0">
                <a:latin typeface="Calibri"/>
                <a:cs typeface="Calibri"/>
              </a:rPr>
              <a:t>,</a:t>
            </a:r>
            <a:r>
              <a:rPr sz="3200" spc="-5" dirty="0">
                <a:latin typeface="Calibri"/>
                <a:cs typeface="Calibri"/>
              </a:rPr>
              <a:t> </a:t>
            </a:r>
            <a:r>
              <a:rPr sz="3200" dirty="0">
                <a:latin typeface="Calibri"/>
                <a:cs typeface="Calibri"/>
              </a:rPr>
              <a:t>a</a:t>
            </a:r>
            <a:r>
              <a:rPr sz="3150" baseline="-21164" dirty="0">
                <a:latin typeface="Calibri"/>
                <a:cs typeface="Calibri"/>
              </a:rPr>
              <a:t>3</a:t>
            </a:r>
            <a:r>
              <a:rPr sz="3200" dirty="0">
                <a:latin typeface="Calibri"/>
                <a:cs typeface="Calibri"/>
              </a:rPr>
              <a:t>,</a:t>
            </a:r>
            <a:r>
              <a:rPr sz="3200" spc="-5" dirty="0">
                <a:latin typeface="Calibri"/>
                <a:cs typeface="Calibri"/>
              </a:rPr>
              <a:t> </a:t>
            </a:r>
            <a:r>
              <a:rPr sz="3200" dirty="0">
                <a:latin typeface="Calibri"/>
                <a:cs typeface="Calibri"/>
              </a:rPr>
              <a:t>a</a:t>
            </a:r>
            <a:r>
              <a:rPr sz="3150" baseline="-21164" dirty="0">
                <a:latin typeface="Calibri"/>
                <a:cs typeface="Calibri"/>
              </a:rPr>
              <a:t>4</a:t>
            </a:r>
            <a:r>
              <a:rPr sz="3200" dirty="0">
                <a:latin typeface="Calibri"/>
                <a:cs typeface="Calibri"/>
              </a:rPr>
              <a:t>)</a:t>
            </a:r>
            <a:r>
              <a:rPr sz="3200" spc="-5" dirty="0">
                <a:latin typeface="Calibri"/>
                <a:cs typeface="Calibri"/>
              </a:rPr>
              <a:t> </a:t>
            </a:r>
            <a:r>
              <a:rPr sz="3200" dirty="0">
                <a:latin typeface="Symbol"/>
                <a:cs typeface="Symbol"/>
              </a:rPr>
              <a:t></a:t>
            </a:r>
            <a:r>
              <a:rPr sz="3200" spc="-85" dirty="0">
                <a:latin typeface="Times New Roman"/>
                <a:cs typeface="Times New Roman"/>
              </a:rPr>
              <a:t> </a:t>
            </a:r>
            <a:r>
              <a:rPr sz="3200" dirty="0">
                <a:latin typeface="Calibri"/>
                <a:cs typeface="Calibri"/>
              </a:rPr>
              <a:t>S</a:t>
            </a:r>
            <a:r>
              <a:rPr sz="3200" spc="-10" dirty="0">
                <a:latin typeface="Calibri"/>
                <a:cs typeface="Calibri"/>
              </a:rPr>
              <a:t> </a:t>
            </a:r>
            <a:r>
              <a:rPr sz="3200" dirty="0">
                <a:latin typeface="Calibri"/>
                <a:cs typeface="Calibri"/>
              </a:rPr>
              <a:t>x</a:t>
            </a:r>
            <a:r>
              <a:rPr sz="3200" spc="-10" dirty="0">
                <a:latin typeface="Calibri"/>
                <a:cs typeface="Calibri"/>
              </a:rPr>
              <a:t> </a:t>
            </a:r>
            <a:r>
              <a:rPr sz="3200" dirty="0">
                <a:latin typeface="Calibri"/>
                <a:cs typeface="Calibri"/>
              </a:rPr>
              <a:t>S</a:t>
            </a:r>
            <a:r>
              <a:rPr sz="3200" spc="-15" dirty="0">
                <a:latin typeface="Calibri"/>
                <a:cs typeface="Calibri"/>
              </a:rPr>
              <a:t> </a:t>
            </a:r>
            <a:r>
              <a:rPr sz="3200" dirty="0">
                <a:latin typeface="Calibri"/>
                <a:cs typeface="Calibri"/>
              </a:rPr>
              <a:t>x</a:t>
            </a:r>
            <a:r>
              <a:rPr sz="3200" spc="-10" dirty="0">
                <a:latin typeface="Calibri"/>
                <a:cs typeface="Calibri"/>
              </a:rPr>
              <a:t> </a:t>
            </a:r>
            <a:r>
              <a:rPr sz="3200" dirty="0">
                <a:latin typeface="Calibri"/>
                <a:cs typeface="Calibri"/>
              </a:rPr>
              <a:t>S</a:t>
            </a:r>
            <a:r>
              <a:rPr sz="3200" spc="-15" dirty="0">
                <a:latin typeface="Calibri"/>
                <a:cs typeface="Calibri"/>
              </a:rPr>
              <a:t> </a:t>
            </a:r>
            <a:r>
              <a:rPr sz="3200" dirty="0">
                <a:latin typeface="Calibri"/>
                <a:cs typeface="Calibri"/>
              </a:rPr>
              <a:t>x</a:t>
            </a:r>
            <a:r>
              <a:rPr sz="3200" spc="-15" dirty="0">
                <a:latin typeface="Calibri"/>
                <a:cs typeface="Calibri"/>
              </a:rPr>
              <a:t> </a:t>
            </a:r>
            <a:r>
              <a:rPr sz="3200" spc="-50" dirty="0">
                <a:latin typeface="Calibri"/>
                <a:cs typeface="Calibri"/>
              </a:rPr>
              <a:t>S</a:t>
            </a:r>
            <a:endParaRPr sz="3200">
              <a:latin typeface="Calibri"/>
              <a:cs typeface="Calibri"/>
            </a:endParaRPr>
          </a:p>
          <a:p>
            <a:pPr marL="139700">
              <a:lnSpc>
                <a:spcPct val="100000"/>
              </a:lnSpc>
              <a:spcBef>
                <a:spcPts val="770"/>
              </a:spcBef>
            </a:pPr>
            <a:r>
              <a:rPr sz="3200" dirty="0">
                <a:latin typeface="Symbol"/>
                <a:cs typeface="Symbol"/>
              </a:rPr>
              <a:t></a:t>
            </a:r>
            <a:r>
              <a:rPr sz="3200" spc="-100" dirty="0">
                <a:latin typeface="Times New Roman"/>
                <a:cs typeface="Times New Roman"/>
              </a:rPr>
              <a:t> </a:t>
            </a:r>
            <a:r>
              <a:rPr sz="3200" dirty="0">
                <a:latin typeface="Calibri"/>
                <a:cs typeface="Calibri"/>
              </a:rPr>
              <a:t>Số</a:t>
            </a:r>
            <a:r>
              <a:rPr sz="3200" spc="-30" dirty="0">
                <a:latin typeface="Calibri"/>
                <a:cs typeface="Calibri"/>
              </a:rPr>
              <a:t> </a:t>
            </a:r>
            <a:r>
              <a:rPr sz="3200" dirty="0">
                <a:latin typeface="Calibri"/>
                <a:cs typeface="Calibri"/>
              </a:rPr>
              <a:t>chuỗi=</a:t>
            </a:r>
            <a:r>
              <a:rPr sz="3200" spc="-25" dirty="0">
                <a:latin typeface="Calibri"/>
                <a:cs typeface="Calibri"/>
              </a:rPr>
              <a:t> </a:t>
            </a:r>
            <a:r>
              <a:rPr sz="3200" dirty="0">
                <a:latin typeface="Calibri"/>
                <a:cs typeface="Calibri"/>
              </a:rPr>
              <a:t>|S</a:t>
            </a:r>
            <a:r>
              <a:rPr sz="3200" spc="-30" dirty="0">
                <a:latin typeface="Calibri"/>
                <a:cs typeface="Calibri"/>
              </a:rPr>
              <a:t> </a:t>
            </a:r>
            <a:r>
              <a:rPr sz="3200" dirty="0">
                <a:latin typeface="Calibri"/>
                <a:cs typeface="Calibri"/>
              </a:rPr>
              <a:t>x</a:t>
            </a:r>
            <a:r>
              <a:rPr sz="3200" spc="-25" dirty="0">
                <a:latin typeface="Calibri"/>
                <a:cs typeface="Calibri"/>
              </a:rPr>
              <a:t> </a:t>
            </a:r>
            <a:r>
              <a:rPr sz="3200" dirty="0">
                <a:latin typeface="Calibri"/>
                <a:cs typeface="Calibri"/>
              </a:rPr>
              <a:t>S</a:t>
            </a:r>
            <a:r>
              <a:rPr sz="3200" spc="-15" dirty="0">
                <a:latin typeface="Calibri"/>
                <a:cs typeface="Calibri"/>
              </a:rPr>
              <a:t> </a:t>
            </a:r>
            <a:r>
              <a:rPr sz="3200" dirty="0">
                <a:latin typeface="Calibri"/>
                <a:cs typeface="Calibri"/>
              </a:rPr>
              <a:t>x</a:t>
            </a:r>
            <a:r>
              <a:rPr sz="3200" spc="-25" dirty="0">
                <a:latin typeface="Calibri"/>
                <a:cs typeface="Calibri"/>
              </a:rPr>
              <a:t> </a:t>
            </a:r>
            <a:r>
              <a:rPr sz="3200" dirty="0">
                <a:latin typeface="Calibri"/>
                <a:cs typeface="Calibri"/>
              </a:rPr>
              <a:t>S</a:t>
            </a:r>
            <a:r>
              <a:rPr sz="3200" spc="-30" dirty="0">
                <a:latin typeface="Calibri"/>
                <a:cs typeface="Calibri"/>
              </a:rPr>
              <a:t> </a:t>
            </a:r>
            <a:r>
              <a:rPr sz="3200" dirty="0">
                <a:latin typeface="Calibri"/>
                <a:cs typeface="Calibri"/>
              </a:rPr>
              <a:t>x</a:t>
            </a:r>
            <a:r>
              <a:rPr sz="3200" spc="-20" dirty="0">
                <a:latin typeface="Calibri"/>
                <a:cs typeface="Calibri"/>
              </a:rPr>
              <a:t> </a:t>
            </a:r>
            <a:r>
              <a:rPr sz="3200" spc="-25" dirty="0">
                <a:latin typeface="Calibri"/>
                <a:cs typeface="Calibri"/>
              </a:rPr>
              <a:t>S|</a:t>
            </a:r>
            <a:endParaRPr sz="3200">
              <a:latin typeface="Calibri"/>
              <a:cs typeface="Calibri"/>
            </a:endParaRPr>
          </a:p>
          <a:p>
            <a:pPr marL="2063750">
              <a:lnSpc>
                <a:spcPct val="100000"/>
              </a:lnSpc>
              <a:spcBef>
                <a:spcPts val="745"/>
              </a:spcBef>
            </a:pPr>
            <a:r>
              <a:rPr sz="3200" dirty="0">
                <a:latin typeface="Calibri"/>
                <a:cs typeface="Calibri"/>
              </a:rPr>
              <a:t>=</a:t>
            </a:r>
            <a:r>
              <a:rPr sz="3200" spc="-10" dirty="0">
                <a:latin typeface="Calibri"/>
                <a:cs typeface="Calibri"/>
              </a:rPr>
              <a:t> </a:t>
            </a:r>
            <a:r>
              <a:rPr sz="3200" dirty="0">
                <a:latin typeface="Calibri"/>
                <a:cs typeface="Calibri"/>
              </a:rPr>
              <a:t>|S|</a:t>
            </a:r>
            <a:r>
              <a:rPr sz="3200" spc="-5" dirty="0">
                <a:latin typeface="Calibri"/>
                <a:cs typeface="Calibri"/>
              </a:rPr>
              <a:t> </a:t>
            </a:r>
            <a:r>
              <a:rPr sz="3200" dirty="0">
                <a:latin typeface="Calibri"/>
                <a:cs typeface="Calibri"/>
              </a:rPr>
              <a:t>x</a:t>
            </a:r>
            <a:r>
              <a:rPr sz="3200" spc="-10" dirty="0">
                <a:latin typeface="Calibri"/>
                <a:cs typeface="Calibri"/>
              </a:rPr>
              <a:t> </a:t>
            </a:r>
            <a:r>
              <a:rPr sz="3200" dirty="0">
                <a:latin typeface="Calibri"/>
                <a:cs typeface="Calibri"/>
              </a:rPr>
              <a:t>|S|</a:t>
            </a:r>
            <a:r>
              <a:rPr sz="3200" spc="-5" dirty="0">
                <a:latin typeface="Calibri"/>
                <a:cs typeface="Calibri"/>
              </a:rPr>
              <a:t> </a:t>
            </a:r>
            <a:r>
              <a:rPr sz="3200" dirty="0">
                <a:latin typeface="Calibri"/>
                <a:cs typeface="Calibri"/>
              </a:rPr>
              <a:t>x</a:t>
            </a:r>
            <a:r>
              <a:rPr sz="3200" spc="-10" dirty="0">
                <a:latin typeface="Calibri"/>
                <a:cs typeface="Calibri"/>
              </a:rPr>
              <a:t> </a:t>
            </a:r>
            <a:r>
              <a:rPr sz="3200" dirty="0">
                <a:latin typeface="Calibri"/>
                <a:cs typeface="Calibri"/>
              </a:rPr>
              <a:t>|S|</a:t>
            </a:r>
            <a:r>
              <a:rPr sz="3200" spc="-5" dirty="0">
                <a:latin typeface="Calibri"/>
                <a:cs typeface="Calibri"/>
              </a:rPr>
              <a:t> </a:t>
            </a:r>
            <a:r>
              <a:rPr sz="3200" dirty="0">
                <a:latin typeface="Calibri"/>
                <a:cs typeface="Calibri"/>
              </a:rPr>
              <a:t>x </a:t>
            </a:r>
            <a:r>
              <a:rPr sz="3200" spc="-25" dirty="0">
                <a:latin typeface="Calibri"/>
                <a:cs typeface="Calibri"/>
              </a:rPr>
              <a:t>|S|</a:t>
            </a:r>
            <a:endParaRPr sz="3200">
              <a:latin typeface="Calibri"/>
              <a:cs typeface="Calibri"/>
            </a:endParaRPr>
          </a:p>
          <a:p>
            <a:pPr marL="2063750">
              <a:lnSpc>
                <a:spcPct val="100000"/>
              </a:lnSpc>
              <a:spcBef>
                <a:spcPts val="770"/>
              </a:spcBef>
            </a:pPr>
            <a:r>
              <a:rPr sz="3200" dirty="0">
                <a:latin typeface="Calibri"/>
                <a:cs typeface="Calibri"/>
              </a:rPr>
              <a:t>=</a:t>
            </a:r>
            <a:r>
              <a:rPr sz="3200" spc="-15" dirty="0">
                <a:latin typeface="Calibri"/>
                <a:cs typeface="Calibri"/>
              </a:rPr>
              <a:t> </a:t>
            </a:r>
            <a:r>
              <a:rPr sz="3200" spc="-25" dirty="0">
                <a:latin typeface="Calibri"/>
                <a:cs typeface="Calibri"/>
              </a:rPr>
              <a:t>5</a:t>
            </a:r>
            <a:r>
              <a:rPr sz="3150" spc="-37" baseline="25132" dirty="0">
                <a:latin typeface="Calibri"/>
                <a:cs typeface="Calibri"/>
              </a:rPr>
              <a:t>4</a:t>
            </a:r>
            <a:endParaRPr sz="3150" baseline="25132">
              <a:latin typeface="Calibri"/>
              <a:cs typeface="Calibri"/>
            </a:endParaRP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228471"/>
            <a:ext cx="8295640" cy="5020310"/>
          </a:xfrm>
          <a:prstGeom prst="rect">
            <a:avLst/>
          </a:prstGeom>
        </p:spPr>
        <p:txBody>
          <a:bodyPr vert="horz" wrap="square" lIns="0" tIns="55880" rIns="0" bIns="0" rtlCol="0">
            <a:spAutoFit/>
          </a:bodyPr>
          <a:lstStyle/>
          <a:p>
            <a:pPr marL="557530" lvl="1" indent="-537845">
              <a:lnSpc>
                <a:spcPct val="100000"/>
              </a:lnSpc>
              <a:spcBef>
                <a:spcPts val="440"/>
              </a:spcBef>
              <a:buAutoNum type="arabicPeriod" startAt="4"/>
              <a:tabLst>
                <a:tab pos="557530" algn="l"/>
              </a:tabLst>
            </a:pPr>
            <a:r>
              <a:rPr sz="2800" b="1" dirty="0">
                <a:latin typeface="Calibri"/>
                <a:cs typeface="Calibri"/>
              </a:rPr>
              <a:t>Giải</a:t>
            </a:r>
            <a:r>
              <a:rPr sz="2800" b="1" spc="-35" dirty="0">
                <a:latin typeface="Calibri"/>
                <a:cs typeface="Calibri"/>
              </a:rPr>
              <a:t> </a:t>
            </a:r>
            <a:r>
              <a:rPr sz="2800" b="1" dirty="0">
                <a:latin typeface="Calibri"/>
                <a:cs typeface="Calibri"/>
              </a:rPr>
              <a:t>tích</a:t>
            </a:r>
            <a:r>
              <a:rPr sz="2800" b="1" spc="-35" dirty="0">
                <a:latin typeface="Calibri"/>
                <a:cs typeface="Calibri"/>
              </a:rPr>
              <a:t> </a:t>
            </a:r>
            <a:r>
              <a:rPr sz="2800" b="1" dirty="0">
                <a:latin typeface="Calibri"/>
                <a:cs typeface="Calibri"/>
              </a:rPr>
              <a:t>tổ</a:t>
            </a:r>
            <a:r>
              <a:rPr sz="2800" b="1" spc="-45" dirty="0">
                <a:latin typeface="Calibri"/>
                <a:cs typeface="Calibri"/>
              </a:rPr>
              <a:t> </a:t>
            </a:r>
            <a:r>
              <a:rPr sz="2800" b="1" dirty="0">
                <a:latin typeface="Calibri"/>
                <a:cs typeface="Calibri"/>
              </a:rPr>
              <a:t>hợp</a:t>
            </a:r>
            <a:r>
              <a:rPr sz="2800" b="1" spc="-40" dirty="0">
                <a:latin typeface="Calibri"/>
                <a:cs typeface="Calibri"/>
              </a:rPr>
              <a:t> </a:t>
            </a:r>
            <a:r>
              <a:rPr sz="2800" b="1" spc="-50" dirty="0">
                <a:latin typeface="Calibri"/>
                <a:cs typeface="Calibri"/>
              </a:rPr>
              <a:t>:</a:t>
            </a:r>
            <a:endParaRPr sz="2800">
              <a:latin typeface="Calibri"/>
              <a:cs typeface="Calibri"/>
            </a:endParaRPr>
          </a:p>
          <a:p>
            <a:pPr marL="826135" lvl="2" indent="-813435">
              <a:lnSpc>
                <a:spcPct val="100000"/>
              </a:lnSpc>
              <a:spcBef>
                <a:spcPts val="340"/>
              </a:spcBef>
              <a:buAutoNum type="arabicPeriod"/>
              <a:tabLst>
                <a:tab pos="826135" algn="l"/>
              </a:tabLst>
            </a:pPr>
            <a:r>
              <a:rPr sz="2800" b="1" dirty="0">
                <a:latin typeface="Calibri"/>
                <a:cs typeface="Calibri"/>
              </a:rPr>
              <a:t>Định</a:t>
            </a:r>
            <a:r>
              <a:rPr sz="2800" b="1" spc="-20" dirty="0">
                <a:latin typeface="Calibri"/>
                <a:cs typeface="Calibri"/>
              </a:rPr>
              <a:t> </a:t>
            </a:r>
            <a:r>
              <a:rPr sz="2800" b="1" dirty="0">
                <a:latin typeface="Calibri"/>
                <a:cs typeface="Calibri"/>
              </a:rPr>
              <a:t>nghĩa</a:t>
            </a:r>
            <a:r>
              <a:rPr sz="2800" b="1" spc="-15" dirty="0">
                <a:latin typeface="Calibri"/>
                <a:cs typeface="Calibri"/>
              </a:rPr>
              <a:t> </a:t>
            </a:r>
            <a:r>
              <a:rPr sz="2800" b="1" dirty="0">
                <a:latin typeface="Calibri"/>
                <a:cs typeface="Calibri"/>
              </a:rPr>
              <a:t>:</a:t>
            </a:r>
            <a:r>
              <a:rPr sz="2800" b="1" spc="-10" dirty="0">
                <a:latin typeface="Calibri"/>
                <a:cs typeface="Calibri"/>
              </a:rPr>
              <a:t> </a:t>
            </a:r>
            <a:r>
              <a:rPr sz="2800" dirty="0">
                <a:latin typeface="Calibri"/>
                <a:cs typeface="Calibri"/>
              </a:rPr>
              <a:t>Đặt</a:t>
            </a:r>
            <a:r>
              <a:rPr sz="2800" spc="-35" dirty="0">
                <a:latin typeface="Calibri"/>
                <a:cs typeface="Calibri"/>
              </a:rPr>
              <a:t> </a:t>
            </a:r>
            <a:r>
              <a:rPr sz="2800" dirty="0">
                <a:latin typeface="Calibri"/>
                <a:cs typeface="Calibri"/>
              </a:rPr>
              <a:t>B</a:t>
            </a:r>
            <a:r>
              <a:rPr sz="2800" spc="-10" dirty="0">
                <a:latin typeface="Calibri"/>
                <a:cs typeface="Calibri"/>
              </a:rPr>
              <a:t> </a:t>
            </a:r>
            <a:r>
              <a:rPr sz="2800" dirty="0">
                <a:latin typeface="Calibri"/>
                <a:cs typeface="Calibri"/>
              </a:rPr>
              <a:t>={1,</a:t>
            </a:r>
            <a:r>
              <a:rPr sz="2800" spc="-20" dirty="0">
                <a:latin typeface="Calibri"/>
                <a:cs typeface="Calibri"/>
              </a:rPr>
              <a:t> </a:t>
            </a:r>
            <a:r>
              <a:rPr sz="2800" dirty="0">
                <a:latin typeface="Calibri"/>
                <a:cs typeface="Calibri"/>
              </a:rPr>
              <a:t>2,</a:t>
            </a:r>
            <a:r>
              <a:rPr sz="2800" spc="-10" dirty="0">
                <a:latin typeface="Calibri"/>
                <a:cs typeface="Calibri"/>
              </a:rPr>
              <a:t> </a:t>
            </a:r>
            <a:r>
              <a:rPr sz="2800" dirty="0">
                <a:latin typeface="Calibri"/>
                <a:cs typeface="Calibri"/>
              </a:rPr>
              <a:t>…,</a:t>
            </a:r>
            <a:r>
              <a:rPr sz="2800" spc="-25" dirty="0">
                <a:latin typeface="Calibri"/>
                <a:cs typeface="Calibri"/>
              </a:rPr>
              <a:t> n}.</a:t>
            </a:r>
            <a:endParaRPr sz="2800">
              <a:latin typeface="Calibri"/>
              <a:cs typeface="Calibri"/>
            </a:endParaRPr>
          </a:p>
          <a:p>
            <a:pPr marL="584200" marR="5080" indent="-572135">
              <a:lnSpc>
                <a:spcPct val="90000"/>
              </a:lnSpc>
              <a:spcBef>
                <a:spcPts val="670"/>
              </a:spcBef>
              <a:tabLst>
                <a:tab pos="584200" algn="l"/>
              </a:tabLst>
            </a:pPr>
            <a:r>
              <a:rPr sz="2800" spc="-25" dirty="0">
                <a:latin typeface="Calibri"/>
                <a:cs typeface="Calibri"/>
              </a:rPr>
              <a:t>i)</a:t>
            </a:r>
            <a:r>
              <a:rPr sz="2800" dirty="0">
                <a:latin typeface="Calibri"/>
                <a:cs typeface="Calibri"/>
              </a:rPr>
              <a:t>	Một</a:t>
            </a:r>
            <a:r>
              <a:rPr sz="2800" spc="-20" dirty="0">
                <a:latin typeface="Calibri"/>
                <a:cs typeface="Calibri"/>
              </a:rPr>
              <a:t> </a:t>
            </a:r>
            <a:r>
              <a:rPr sz="2800" b="1" i="1" dirty="0">
                <a:latin typeface="Calibri"/>
                <a:cs typeface="Calibri"/>
              </a:rPr>
              <a:t>chỉnh</a:t>
            </a:r>
            <a:r>
              <a:rPr sz="2800" b="1" i="1" spc="-30" dirty="0">
                <a:latin typeface="Calibri"/>
                <a:cs typeface="Calibri"/>
              </a:rPr>
              <a:t> </a:t>
            </a:r>
            <a:r>
              <a:rPr sz="2800" b="1" i="1" dirty="0">
                <a:latin typeface="Calibri"/>
                <a:cs typeface="Calibri"/>
              </a:rPr>
              <a:t>hợp</a:t>
            </a:r>
            <a:r>
              <a:rPr sz="2800" b="1" i="1" spc="-35" dirty="0">
                <a:latin typeface="Calibri"/>
                <a:cs typeface="Calibri"/>
              </a:rPr>
              <a:t> </a:t>
            </a:r>
            <a:r>
              <a:rPr sz="2800" b="1" i="1" dirty="0">
                <a:latin typeface="Calibri"/>
                <a:cs typeface="Calibri"/>
              </a:rPr>
              <a:t>của</a:t>
            </a:r>
            <a:r>
              <a:rPr sz="2800" b="1" i="1" spc="-30" dirty="0">
                <a:latin typeface="Calibri"/>
                <a:cs typeface="Calibri"/>
              </a:rPr>
              <a:t> </a:t>
            </a:r>
            <a:r>
              <a:rPr sz="2800" b="1" i="1" dirty="0">
                <a:latin typeface="Calibri"/>
                <a:cs typeface="Calibri"/>
              </a:rPr>
              <a:t>n</a:t>
            </a:r>
            <a:r>
              <a:rPr sz="2800" b="1" i="1" spc="-25" dirty="0">
                <a:latin typeface="Calibri"/>
                <a:cs typeface="Calibri"/>
              </a:rPr>
              <a:t> </a:t>
            </a:r>
            <a:r>
              <a:rPr sz="2800" b="1" i="1" dirty="0">
                <a:latin typeface="Calibri"/>
                <a:cs typeface="Calibri"/>
              </a:rPr>
              <a:t>phần</a:t>
            </a:r>
            <a:r>
              <a:rPr sz="2800" b="1" i="1" spc="-25" dirty="0">
                <a:latin typeface="Calibri"/>
                <a:cs typeface="Calibri"/>
              </a:rPr>
              <a:t> </a:t>
            </a:r>
            <a:r>
              <a:rPr sz="2800" b="1" i="1" dirty="0">
                <a:latin typeface="Calibri"/>
                <a:cs typeface="Calibri"/>
              </a:rPr>
              <a:t>tử</a:t>
            </a:r>
            <a:r>
              <a:rPr sz="2800" b="1" i="1" spc="-30" dirty="0">
                <a:latin typeface="Calibri"/>
                <a:cs typeface="Calibri"/>
              </a:rPr>
              <a:t> </a:t>
            </a:r>
            <a:r>
              <a:rPr sz="2800" b="1" i="1" dirty="0">
                <a:latin typeface="Calibri"/>
                <a:cs typeface="Calibri"/>
              </a:rPr>
              <a:t>chọn</a:t>
            </a:r>
            <a:r>
              <a:rPr sz="2800" b="1" i="1" spc="-30" dirty="0">
                <a:latin typeface="Calibri"/>
                <a:cs typeface="Calibri"/>
              </a:rPr>
              <a:t> </a:t>
            </a:r>
            <a:r>
              <a:rPr sz="2800" b="1" i="1" dirty="0">
                <a:latin typeface="Calibri"/>
                <a:cs typeface="Calibri"/>
              </a:rPr>
              <a:t>m</a:t>
            </a:r>
            <a:r>
              <a:rPr sz="2800" b="1" i="1" spc="5" dirty="0">
                <a:latin typeface="Calibri"/>
                <a:cs typeface="Calibri"/>
              </a:rPr>
              <a:t> </a:t>
            </a:r>
            <a:r>
              <a:rPr sz="2800" dirty="0">
                <a:latin typeface="Calibri"/>
                <a:cs typeface="Calibri"/>
              </a:rPr>
              <a:t>là</a:t>
            </a:r>
            <a:r>
              <a:rPr sz="2800" spc="-30" dirty="0">
                <a:latin typeface="Calibri"/>
                <a:cs typeface="Calibri"/>
              </a:rPr>
              <a:t> </a:t>
            </a:r>
            <a:r>
              <a:rPr sz="2800" dirty="0">
                <a:latin typeface="Calibri"/>
                <a:cs typeface="Calibri"/>
              </a:rPr>
              <a:t>một</a:t>
            </a:r>
            <a:r>
              <a:rPr sz="2800" spc="-35" dirty="0">
                <a:latin typeface="Calibri"/>
                <a:cs typeface="Calibri"/>
              </a:rPr>
              <a:t> </a:t>
            </a:r>
            <a:r>
              <a:rPr sz="2800" spc="-20" dirty="0">
                <a:latin typeface="Calibri"/>
                <a:cs typeface="Calibri"/>
              </a:rPr>
              <a:t>phép </a:t>
            </a:r>
            <a:r>
              <a:rPr sz="2800" dirty="0">
                <a:latin typeface="Calibri"/>
                <a:cs typeface="Calibri"/>
              </a:rPr>
              <a:t>chọn</a:t>
            </a:r>
            <a:r>
              <a:rPr sz="2800" spc="-35" dirty="0">
                <a:latin typeface="Calibri"/>
                <a:cs typeface="Calibri"/>
              </a:rPr>
              <a:t> </a:t>
            </a:r>
            <a:r>
              <a:rPr sz="2800" dirty="0">
                <a:latin typeface="Calibri"/>
                <a:cs typeface="Calibri"/>
              </a:rPr>
              <a:t>ra</a:t>
            </a:r>
            <a:r>
              <a:rPr sz="2800" spc="-50" dirty="0">
                <a:latin typeface="Calibri"/>
                <a:cs typeface="Calibri"/>
              </a:rPr>
              <a:t> </a:t>
            </a:r>
            <a:r>
              <a:rPr sz="2800" dirty="0">
                <a:latin typeface="Calibri"/>
                <a:cs typeface="Calibri"/>
              </a:rPr>
              <a:t>m</a:t>
            </a:r>
            <a:r>
              <a:rPr sz="2800" spc="-50" dirty="0">
                <a:latin typeface="Calibri"/>
                <a:cs typeface="Calibri"/>
              </a:rPr>
              <a:t> </a:t>
            </a:r>
            <a:r>
              <a:rPr sz="2800" dirty="0">
                <a:latin typeface="Calibri"/>
                <a:cs typeface="Calibri"/>
              </a:rPr>
              <a:t>phần</a:t>
            </a:r>
            <a:r>
              <a:rPr sz="2800" spc="-20" dirty="0">
                <a:latin typeface="Calibri"/>
                <a:cs typeface="Calibri"/>
              </a:rPr>
              <a:t> </a:t>
            </a:r>
            <a:r>
              <a:rPr sz="2800" dirty="0">
                <a:latin typeface="Calibri"/>
                <a:cs typeface="Calibri"/>
              </a:rPr>
              <a:t>tử</a:t>
            </a:r>
            <a:r>
              <a:rPr sz="2800" spc="-45" dirty="0">
                <a:latin typeface="Calibri"/>
                <a:cs typeface="Calibri"/>
              </a:rPr>
              <a:t> </a:t>
            </a:r>
            <a:r>
              <a:rPr sz="2800" dirty="0">
                <a:latin typeface="Calibri"/>
                <a:cs typeface="Calibri"/>
              </a:rPr>
              <a:t>phân</a:t>
            </a:r>
            <a:r>
              <a:rPr sz="2800" spc="-25" dirty="0">
                <a:latin typeface="Calibri"/>
                <a:cs typeface="Calibri"/>
              </a:rPr>
              <a:t> </a:t>
            </a:r>
            <a:r>
              <a:rPr sz="2800" dirty="0">
                <a:latin typeface="Calibri"/>
                <a:cs typeface="Calibri"/>
              </a:rPr>
              <a:t>biệt</a:t>
            </a:r>
            <a:r>
              <a:rPr sz="2800" spc="-35" dirty="0">
                <a:latin typeface="Calibri"/>
                <a:cs typeface="Calibri"/>
              </a:rPr>
              <a:t> </a:t>
            </a:r>
            <a:r>
              <a:rPr sz="2800" dirty="0">
                <a:latin typeface="Calibri"/>
                <a:cs typeface="Calibri"/>
              </a:rPr>
              <a:t>trong</a:t>
            </a:r>
            <a:r>
              <a:rPr sz="2800" spc="-35" dirty="0">
                <a:latin typeface="Calibri"/>
                <a:cs typeface="Calibri"/>
              </a:rPr>
              <a:t> </a:t>
            </a:r>
            <a:r>
              <a:rPr sz="2800" dirty="0">
                <a:latin typeface="Calibri"/>
                <a:cs typeface="Calibri"/>
              </a:rPr>
              <a:t>B</a:t>
            </a:r>
            <a:r>
              <a:rPr sz="2800" spc="-50" dirty="0">
                <a:latin typeface="Calibri"/>
                <a:cs typeface="Calibri"/>
              </a:rPr>
              <a:t> </a:t>
            </a:r>
            <a:r>
              <a:rPr sz="2800" dirty="0">
                <a:latin typeface="Calibri"/>
                <a:cs typeface="Calibri"/>
              </a:rPr>
              <a:t>theo</a:t>
            </a:r>
            <a:r>
              <a:rPr sz="2800" spc="-45" dirty="0">
                <a:latin typeface="Calibri"/>
                <a:cs typeface="Calibri"/>
              </a:rPr>
              <a:t> </a:t>
            </a:r>
            <a:r>
              <a:rPr sz="2800" dirty="0">
                <a:latin typeface="Calibri"/>
                <a:cs typeface="Calibri"/>
              </a:rPr>
              <a:t>một</a:t>
            </a:r>
            <a:r>
              <a:rPr sz="2800" spc="-50" dirty="0">
                <a:latin typeface="Calibri"/>
                <a:cs typeface="Calibri"/>
              </a:rPr>
              <a:t> </a:t>
            </a:r>
            <a:r>
              <a:rPr sz="2800" dirty="0">
                <a:latin typeface="Calibri"/>
                <a:cs typeface="Calibri"/>
              </a:rPr>
              <a:t>thứ</a:t>
            </a:r>
            <a:r>
              <a:rPr sz="2800" spc="-35" dirty="0">
                <a:latin typeface="Calibri"/>
                <a:cs typeface="Calibri"/>
              </a:rPr>
              <a:t> </a:t>
            </a:r>
            <a:r>
              <a:rPr sz="2800" spc="-25" dirty="0">
                <a:latin typeface="Calibri"/>
                <a:cs typeface="Calibri"/>
              </a:rPr>
              <a:t>tự </a:t>
            </a:r>
            <a:r>
              <a:rPr sz="2800" dirty="0">
                <a:latin typeface="Calibri"/>
                <a:cs typeface="Calibri"/>
              </a:rPr>
              <a:t>nào</a:t>
            </a:r>
            <a:r>
              <a:rPr sz="2800" spc="-60" dirty="0">
                <a:latin typeface="Calibri"/>
                <a:cs typeface="Calibri"/>
              </a:rPr>
              <a:t> </a:t>
            </a:r>
            <a:r>
              <a:rPr sz="2800" spc="-25" dirty="0">
                <a:latin typeface="Calibri"/>
                <a:cs typeface="Calibri"/>
              </a:rPr>
              <a:t>đó.</a:t>
            </a:r>
            <a:endParaRPr sz="2800">
              <a:latin typeface="Calibri"/>
              <a:cs typeface="Calibri"/>
            </a:endParaRPr>
          </a:p>
          <a:p>
            <a:pPr marL="579755">
              <a:lnSpc>
                <a:spcPct val="100000"/>
              </a:lnSpc>
              <a:spcBef>
                <a:spcPts val="335"/>
              </a:spcBef>
            </a:pPr>
            <a:r>
              <a:rPr sz="2800" dirty="0">
                <a:latin typeface="Calibri"/>
                <a:cs typeface="Calibri"/>
              </a:rPr>
              <a:t>Khi</a:t>
            </a:r>
            <a:r>
              <a:rPr sz="2800" spc="-35" dirty="0">
                <a:latin typeface="Calibri"/>
                <a:cs typeface="Calibri"/>
              </a:rPr>
              <a:t> </a:t>
            </a:r>
            <a:r>
              <a:rPr sz="2800" dirty="0">
                <a:latin typeface="Calibri"/>
                <a:cs typeface="Calibri"/>
              </a:rPr>
              <a:t>m</a:t>
            </a:r>
            <a:r>
              <a:rPr sz="2800" spc="-35" dirty="0">
                <a:latin typeface="Calibri"/>
                <a:cs typeface="Calibri"/>
              </a:rPr>
              <a:t> </a:t>
            </a:r>
            <a:r>
              <a:rPr sz="2800" dirty="0">
                <a:latin typeface="Calibri"/>
                <a:cs typeface="Calibri"/>
              </a:rPr>
              <a:t>=</a:t>
            </a:r>
            <a:r>
              <a:rPr sz="2800" spc="-20" dirty="0">
                <a:latin typeface="Calibri"/>
                <a:cs typeface="Calibri"/>
              </a:rPr>
              <a:t> </a:t>
            </a:r>
            <a:r>
              <a:rPr sz="2800" dirty="0">
                <a:latin typeface="Calibri"/>
                <a:cs typeface="Calibri"/>
              </a:rPr>
              <a:t>n</a:t>
            </a:r>
            <a:r>
              <a:rPr sz="2800" spc="-30" dirty="0">
                <a:latin typeface="Calibri"/>
                <a:cs typeface="Calibri"/>
              </a:rPr>
              <a:t> </a:t>
            </a:r>
            <a:r>
              <a:rPr sz="2800" dirty="0">
                <a:latin typeface="Calibri"/>
                <a:cs typeface="Calibri"/>
              </a:rPr>
              <a:t>ta</a:t>
            </a:r>
            <a:r>
              <a:rPr sz="2800" spc="-30" dirty="0">
                <a:latin typeface="Calibri"/>
                <a:cs typeface="Calibri"/>
              </a:rPr>
              <a:t> </a:t>
            </a:r>
            <a:r>
              <a:rPr sz="2800" dirty="0">
                <a:latin typeface="Calibri"/>
                <a:cs typeface="Calibri"/>
              </a:rPr>
              <a:t>có</a:t>
            </a:r>
            <a:r>
              <a:rPr sz="2800" spc="-35" dirty="0">
                <a:latin typeface="Calibri"/>
                <a:cs typeface="Calibri"/>
              </a:rPr>
              <a:t> </a:t>
            </a:r>
            <a:r>
              <a:rPr sz="2800" dirty="0">
                <a:latin typeface="Calibri"/>
                <a:cs typeface="Calibri"/>
              </a:rPr>
              <a:t>một </a:t>
            </a:r>
            <a:r>
              <a:rPr sz="2800" b="1" dirty="0">
                <a:latin typeface="Calibri"/>
                <a:cs typeface="Calibri"/>
              </a:rPr>
              <a:t>hoán</a:t>
            </a:r>
            <a:r>
              <a:rPr sz="2800" b="1" spc="-30" dirty="0">
                <a:latin typeface="Calibri"/>
                <a:cs typeface="Calibri"/>
              </a:rPr>
              <a:t> </a:t>
            </a:r>
            <a:r>
              <a:rPr sz="2800" b="1" spc="-25" dirty="0">
                <a:latin typeface="Calibri"/>
                <a:cs typeface="Calibri"/>
              </a:rPr>
              <a:t>vị</a:t>
            </a:r>
            <a:r>
              <a:rPr sz="2800" spc="-25" dirty="0">
                <a:latin typeface="Calibri"/>
                <a:cs typeface="Calibri"/>
              </a:rPr>
              <a:t>.</a:t>
            </a:r>
            <a:endParaRPr sz="2800">
              <a:latin typeface="Calibri"/>
              <a:cs typeface="Calibri"/>
            </a:endParaRPr>
          </a:p>
          <a:p>
            <a:pPr>
              <a:lnSpc>
                <a:spcPct val="100000"/>
              </a:lnSpc>
              <a:spcBef>
                <a:spcPts val="615"/>
              </a:spcBef>
            </a:pPr>
            <a:endParaRPr sz="2800">
              <a:latin typeface="Calibri"/>
              <a:cs typeface="Calibri"/>
            </a:endParaRPr>
          </a:p>
          <a:p>
            <a:pPr marL="12700">
              <a:lnSpc>
                <a:spcPct val="100000"/>
              </a:lnSpc>
              <a:tabLst>
                <a:tab pos="770255" algn="l"/>
              </a:tabLst>
            </a:pPr>
            <a:r>
              <a:rPr sz="2800" dirty="0">
                <a:latin typeface="Calibri"/>
                <a:cs typeface="Calibri"/>
              </a:rPr>
              <a:t>VD</a:t>
            </a:r>
            <a:r>
              <a:rPr sz="2800" spc="-35" dirty="0">
                <a:latin typeface="Calibri"/>
                <a:cs typeface="Calibri"/>
              </a:rPr>
              <a:t> </a:t>
            </a:r>
            <a:r>
              <a:rPr sz="2800" spc="-50" dirty="0">
                <a:latin typeface="Calibri"/>
                <a:cs typeface="Calibri"/>
              </a:rPr>
              <a:t>:</a:t>
            </a:r>
            <a:r>
              <a:rPr sz="2800" dirty="0">
                <a:latin typeface="Calibri"/>
                <a:cs typeface="Calibri"/>
              </a:rPr>
              <a:t>	B</a:t>
            </a:r>
            <a:r>
              <a:rPr sz="2800" spc="-35" dirty="0">
                <a:latin typeface="Calibri"/>
                <a:cs typeface="Calibri"/>
              </a:rPr>
              <a:t> </a:t>
            </a:r>
            <a:r>
              <a:rPr sz="2800" dirty="0">
                <a:latin typeface="Calibri"/>
                <a:cs typeface="Calibri"/>
              </a:rPr>
              <a:t>=</a:t>
            </a:r>
            <a:r>
              <a:rPr sz="2800" spc="-30" dirty="0">
                <a:latin typeface="Calibri"/>
                <a:cs typeface="Calibri"/>
              </a:rPr>
              <a:t> </a:t>
            </a:r>
            <a:r>
              <a:rPr sz="2800" dirty="0">
                <a:latin typeface="Calibri"/>
                <a:cs typeface="Calibri"/>
              </a:rPr>
              <a:t>{1,2,3,4}</a:t>
            </a:r>
            <a:r>
              <a:rPr sz="2800" spc="-5" dirty="0">
                <a:latin typeface="Calibri"/>
                <a:cs typeface="Calibri"/>
              </a:rPr>
              <a:t> </a:t>
            </a:r>
            <a:r>
              <a:rPr sz="2800" dirty="0">
                <a:latin typeface="Calibri"/>
                <a:cs typeface="Calibri"/>
              </a:rPr>
              <a:t>,</a:t>
            </a:r>
            <a:r>
              <a:rPr sz="2800" spc="-40" dirty="0">
                <a:latin typeface="Calibri"/>
                <a:cs typeface="Calibri"/>
              </a:rPr>
              <a:t> </a:t>
            </a:r>
            <a:r>
              <a:rPr sz="2800" spc="-20" dirty="0">
                <a:latin typeface="Calibri"/>
                <a:cs typeface="Calibri"/>
              </a:rPr>
              <a:t>m=3.</a:t>
            </a:r>
            <a:endParaRPr sz="2800">
              <a:latin typeface="Calibri"/>
              <a:cs typeface="Calibri"/>
            </a:endParaRPr>
          </a:p>
          <a:p>
            <a:pPr marL="12700">
              <a:lnSpc>
                <a:spcPct val="100000"/>
              </a:lnSpc>
              <a:spcBef>
                <a:spcPts val="340"/>
              </a:spcBef>
            </a:pPr>
            <a:r>
              <a:rPr sz="2800" dirty="0">
                <a:latin typeface="Calibri"/>
                <a:cs typeface="Calibri"/>
              </a:rPr>
              <a:t>-</a:t>
            </a:r>
            <a:r>
              <a:rPr sz="2800" spc="-30" dirty="0">
                <a:latin typeface="Calibri"/>
                <a:cs typeface="Calibri"/>
              </a:rPr>
              <a:t> </a:t>
            </a:r>
            <a:r>
              <a:rPr sz="2800" dirty="0">
                <a:latin typeface="Calibri"/>
                <a:cs typeface="Calibri"/>
              </a:rPr>
              <a:t>Các</a:t>
            </a:r>
            <a:r>
              <a:rPr sz="2800" spc="-45" dirty="0">
                <a:latin typeface="Calibri"/>
                <a:cs typeface="Calibri"/>
              </a:rPr>
              <a:t> </a:t>
            </a:r>
            <a:r>
              <a:rPr sz="2800" dirty="0">
                <a:latin typeface="Calibri"/>
                <a:cs typeface="Calibri"/>
              </a:rPr>
              <a:t>chỉnh</a:t>
            </a:r>
            <a:r>
              <a:rPr sz="2800" spc="-10" dirty="0">
                <a:latin typeface="Calibri"/>
                <a:cs typeface="Calibri"/>
              </a:rPr>
              <a:t> </a:t>
            </a:r>
            <a:r>
              <a:rPr sz="2800" dirty="0">
                <a:latin typeface="Calibri"/>
                <a:cs typeface="Calibri"/>
              </a:rPr>
              <a:t>hợp</a:t>
            </a:r>
            <a:r>
              <a:rPr sz="2800" spc="-10" dirty="0">
                <a:latin typeface="Calibri"/>
                <a:cs typeface="Calibri"/>
              </a:rPr>
              <a:t> </a:t>
            </a:r>
            <a:r>
              <a:rPr sz="2800" dirty="0">
                <a:latin typeface="Calibri"/>
                <a:cs typeface="Calibri"/>
              </a:rPr>
              <a:t>của</a:t>
            </a:r>
            <a:r>
              <a:rPr sz="2800" spc="-35" dirty="0">
                <a:latin typeface="Calibri"/>
                <a:cs typeface="Calibri"/>
              </a:rPr>
              <a:t> </a:t>
            </a:r>
            <a:r>
              <a:rPr sz="2800" dirty="0">
                <a:latin typeface="Calibri"/>
                <a:cs typeface="Calibri"/>
              </a:rPr>
              <a:t>4</a:t>
            </a:r>
            <a:r>
              <a:rPr sz="2800" spc="-25" dirty="0">
                <a:latin typeface="Calibri"/>
                <a:cs typeface="Calibri"/>
              </a:rPr>
              <a:t> </a:t>
            </a:r>
            <a:r>
              <a:rPr sz="2800" dirty="0">
                <a:latin typeface="Calibri"/>
                <a:cs typeface="Calibri"/>
              </a:rPr>
              <a:t>phần</a:t>
            </a:r>
            <a:r>
              <a:rPr sz="2800" spc="-15" dirty="0">
                <a:latin typeface="Calibri"/>
                <a:cs typeface="Calibri"/>
              </a:rPr>
              <a:t> </a:t>
            </a:r>
            <a:r>
              <a:rPr sz="2800" dirty="0">
                <a:latin typeface="Calibri"/>
                <a:cs typeface="Calibri"/>
              </a:rPr>
              <a:t>tử</a:t>
            </a:r>
            <a:r>
              <a:rPr sz="2800" spc="-40" dirty="0">
                <a:latin typeface="Calibri"/>
                <a:cs typeface="Calibri"/>
              </a:rPr>
              <a:t> </a:t>
            </a:r>
            <a:r>
              <a:rPr sz="2800" dirty="0">
                <a:latin typeface="Calibri"/>
                <a:cs typeface="Calibri"/>
              </a:rPr>
              <a:t>chọn</a:t>
            </a:r>
            <a:r>
              <a:rPr sz="2800" spc="-20" dirty="0">
                <a:latin typeface="Calibri"/>
                <a:cs typeface="Calibri"/>
              </a:rPr>
              <a:t> </a:t>
            </a:r>
            <a:r>
              <a:rPr sz="2800" dirty="0">
                <a:latin typeface="Calibri"/>
                <a:cs typeface="Calibri"/>
              </a:rPr>
              <a:t>3</a:t>
            </a:r>
            <a:r>
              <a:rPr sz="2800" spc="-30" dirty="0">
                <a:latin typeface="Calibri"/>
                <a:cs typeface="Calibri"/>
              </a:rPr>
              <a:t> </a:t>
            </a:r>
            <a:r>
              <a:rPr sz="2800" spc="-50" dirty="0">
                <a:latin typeface="Calibri"/>
                <a:cs typeface="Calibri"/>
              </a:rPr>
              <a:t>:</a:t>
            </a:r>
            <a:endParaRPr sz="2800">
              <a:latin typeface="Calibri"/>
              <a:cs typeface="Calibri"/>
            </a:endParaRPr>
          </a:p>
          <a:p>
            <a:pPr marL="1344295">
              <a:lnSpc>
                <a:spcPct val="100000"/>
              </a:lnSpc>
              <a:spcBef>
                <a:spcPts val="335"/>
              </a:spcBef>
            </a:pPr>
            <a:r>
              <a:rPr sz="2800" dirty="0">
                <a:latin typeface="Calibri"/>
                <a:cs typeface="Calibri"/>
              </a:rPr>
              <a:t>(1,2,3),</a:t>
            </a:r>
            <a:r>
              <a:rPr sz="2800" spc="-20" dirty="0">
                <a:latin typeface="Calibri"/>
                <a:cs typeface="Calibri"/>
              </a:rPr>
              <a:t> </a:t>
            </a:r>
            <a:r>
              <a:rPr sz="2800" dirty="0">
                <a:latin typeface="Calibri"/>
                <a:cs typeface="Calibri"/>
              </a:rPr>
              <a:t>(2,1,3),</a:t>
            </a:r>
            <a:r>
              <a:rPr sz="2800" spc="-20" dirty="0">
                <a:latin typeface="Calibri"/>
                <a:cs typeface="Calibri"/>
              </a:rPr>
              <a:t> </a:t>
            </a:r>
            <a:r>
              <a:rPr sz="2800" dirty="0">
                <a:latin typeface="Calibri"/>
                <a:cs typeface="Calibri"/>
              </a:rPr>
              <a:t>(3,1,2),</a:t>
            </a:r>
            <a:r>
              <a:rPr sz="2800" spc="-15" dirty="0">
                <a:latin typeface="Calibri"/>
                <a:cs typeface="Calibri"/>
              </a:rPr>
              <a:t> </a:t>
            </a:r>
            <a:r>
              <a:rPr sz="2800" dirty="0">
                <a:latin typeface="Calibri"/>
                <a:cs typeface="Calibri"/>
              </a:rPr>
              <a:t>(1,</a:t>
            </a:r>
            <a:r>
              <a:rPr sz="2800" spc="-35" dirty="0">
                <a:latin typeface="Calibri"/>
                <a:cs typeface="Calibri"/>
              </a:rPr>
              <a:t> </a:t>
            </a:r>
            <a:r>
              <a:rPr sz="2800" dirty="0">
                <a:latin typeface="Calibri"/>
                <a:cs typeface="Calibri"/>
              </a:rPr>
              <a:t>2,</a:t>
            </a:r>
            <a:r>
              <a:rPr sz="2800" spc="-40" dirty="0">
                <a:latin typeface="Calibri"/>
                <a:cs typeface="Calibri"/>
              </a:rPr>
              <a:t> </a:t>
            </a:r>
            <a:r>
              <a:rPr sz="2800" dirty="0">
                <a:latin typeface="Calibri"/>
                <a:cs typeface="Calibri"/>
              </a:rPr>
              <a:t>4),</a:t>
            </a:r>
            <a:r>
              <a:rPr sz="2800" spc="-40" dirty="0">
                <a:latin typeface="Calibri"/>
                <a:cs typeface="Calibri"/>
              </a:rPr>
              <a:t> </a:t>
            </a:r>
            <a:r>
              <a:rPr sz="2800" dirty="0">
                <a:latin typeface="Calibri"/>
                <a:cs typeface="Calibri"/>
              </a:rPr>
              <a:t>(2,</a:t>
            </a:r>
            <a:r>
              <a:rPr sz="2800" spc="-35" dirty="0">
                <a:latin typeface="Calibri"/>
                <a:cs typeface="Calibri"/>
              </a:rPr>
              <a:t> </a:t>
            </a:r>
            <a:r>
              <a:rPr sz="2800" dirty="0">
                <a:latin typeface="Calibri"/>
                <a:cs typeface="Calibri"/>
              </a:rPr>
              <a:t>1,</a:t>
            </a:r>
            <a:r>
              <a:rPr sz="2800" spc="-30" dirty="0">
                <a:latin typeface="Calibri"/>
                <a:cs typeface="Calibri"/>
              </a:rPr>
              <a:t> </a:t>
            </a:r>
            <a:r>
              <a:rPr sz="2800" spc="-25" dirty="0">
                <a:latin typeface="Calibri"/>
                <a:cs typeface="Calibri"/>
              </a:rPr>
              <a:t>4)</a:t>
            </a:r>
            <a:endParaRPr sz="2800">
              <a:latin typeface="Calibri"/>
              <a:cs typeface="Calibri"/>
            </a:endParaRPr>
          </a:p>
          <a:p>
            <a:pPr marL="12700">
              <a:lnSpc>
                <a:spcPct val="100000"/>
              </a:lnSpc>
              <a:spcBef>
                <a:spcPts val="340"/>
              </a:spcBef>
            </a:pPr>
            <a:r>
              <a:rPr sz="2800" dirty="0">
                <a:latin typeface="Calibri"/>
                <a:cs typeface="Calibri"/>
              </a:rPr>
              <a:t>-</a:t>
            </a:r>
            <a:r>
              <a:rPr sz="2800" spc="-20" dirty="0">
                <a:latin typeface="Calibri"/>
                <a:cs typeface="Calibri"/>
              </a:rPr>
              <a:t> </a:t>
            </a:r>
            <a:r>
              <a:rPr sz="2800" dirty="0">
                <a:latin typeface="Calibri"/>
                <a:cs typeface="Calibri"/>
              </a:rPr>
              <a:t>Một</a:t>
            </a:r>
            <a:r>
              <a:rPr sz="2800" spc="-15" dirty="0">
                <a:latin typeface="Calibri"/>
                <a:cs typeface="Calibri"/>
              </a:rPr>
              <a:t> </a:t>
            </a:r>
            <a:r>
              <a:rPr sz="2800" dirty="0">
                <a:latin typeface="Calibri"/>
                <a:cs typeface="Calibri"/>
              </a:rPr>
              <a:t>hoán</a:t>
            </a:r>
            <a:r>
              <a:rPr sz="2800" spc="-10" dirty="0">
                <a:latin typeface="Calibri"/>
                <a:cs typeface="Calibri"/>
              </a:rPr>
              <a:t> </a:t>
            </a:r>
            <a:r>
              <a:rPr sz="2800" dirty="0">
                <a:latin typeface="Calibri"/>
                <a:cs typeface="Calibri"/>
              </a:rPr>
              <a:t>vị</a:t>
            </a:r>
            <a:r>
              <a:rPr sz="2800" spc="-40" dirty="0">
                <a:latin typeface="Calibri"/>
                <a:cs typeface="Calibri"/>
              </a:rPr>
              <a:t> </a:t>
            </a:r>
            <a:r>
              <a:rPr sz="2800" dirty="0">
                <a:latin typeface="Calibri"/>
                <a:cs typeface="Calibri"/>
              </a:rPr>
              <a:t>:</a:t>
            </a:r>
            <a:r>
              <a:rPr sz="2800" spc="-20" dirty="0">
                <a:latin typeface="Calibri"/>
                <a:cs typeface="Calibri"/>
              </a:rPr>
              <a:t> </a:t>
            </a:r>
            <a:r>
              <a:rPr sz="2800" spc="-10" dirty="0">
                <a:latin typeface="Calibri"/>
                <a:cs typeface="Calibri"/>
              </a:rPr>
              <a:t>(3,1,2,4)</a:t>
            </a:r>
            <a:endParaRPr sz="2800">
              <a:latin typeface="Calibri"/>
              <a:cs typeface="Calibri"/>
            </a:endParaRP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271983"/>
            <a:ext cx="8109584" cy="3183890"/>
          </a:xfrm>
          <a:prstGeom prst="rect">
            <a:avLst/>
          </a:prstGeom>
        </p:spPr>
        <p:txBody>
          <a:bodyPr vert="horz" wrap="square" lIns="0" tIns="60325" rIns="0" bIns="0" rtlCol="0">
            <a:spAutoFit/>
          </a:bodyPr>
          <a:lstStyle/>
          <a:p>
            <a:pPr marL="12700" marR="5080">
              <a:lnSpc>
                <a:spcPts val="3030"/>
              </a:lnSpc>
              <a:spcBef>
                <a:spcPts val="475"/>
              </a:spcBef>
              <a:tabLst>
                <a:tab pos="523875" algn="l"/>
              </a:tabLst>
            </a:pPr>
            <a:r>
              <a:rPr sz="2800" spc="-25" dirty="0">
                <a:latin typeface="Calibri"/>
                <a:cs typeface="Calibri"/>
              </a:rPr>
              <a:t>ii)</a:t>
            </a:r>
            <a:r>
              <a:rPr sz="2800" dirty="0">
                <a:latin typeface="Calibri"/>
                <a:cs typeface="Calibri"/>
              </a:rPr>
              <a:t>	Một </a:t>
            </a:r>
            <a:r>
              <a:rPr sz="2800" b="1" i="1" dirty="0">
                <a:latin typeface="Calibri"/>
                <a:cs typeface="Calibri"/>
              </a:rPr>
              <a:t>tổ</a:t>
            </a:r>
            <a:r>
              <a:rPr sz="2800" b="1" i="1" spc="-25" dirty="0">
                <a:latin typeface="Calibri"/>
                <a:cs typeface="Calibri"/>
              </a:rPr>
              <a:t> </a:t>
            </a:r>
            <a:r>
              <a:rPr sz="2800" b="1" i="1" dirty="0">
                <a:latin typeface="Calibri"/>
                <a:cs typeface="Calibri"/>
              </a:rPr>
              <a:t>hợp</a:t>
            </a:r>
            <a:r>
              <a:rPr sz="2800" b="1" i="1" spc="-25" dirty="0">
                <a:latin typeface="Calibri"/>
                <a:cs typeface="Calibri"/>
              </a:rPr>
              <a:t> </a:t>
            </a:r>
            <a:r>
              <a:rPr sz="2800" b="1" i="1" dirty="0">
                <a:latin typeface="Calibri"/>
                <a:cs typeface="Calibri"/>
              </a:rPr>
              <a:t>của</a:t>
            </a:r>
            <a:r>
              <a:rPr sz="2800" b="1" i="1" spc="-25" dirty="0">
                <a:latin typeface="Calibri"/>
                <a:cs typeface="Calibri"/>
              </a:rPr>
              <a:t> </a:t>
            </a:r>
            <a:r>
              <a:rPr sz="2800" b="1" i="1" dirty="0">
                <a:latin typeface="Calibri"/>
                <a:cs typeface="Calibri"/>
              </a:rPr>
              <a:t>n</a:t>
            </a:r>
            <a:r>
              <a:rPr sz="2800" b="1" i="1" spc="-20" dirty="0">
                <a:latin typeface="Calibri"/>
                <a:cs typeface="Calibri"/>
              </a:rPr>
              <a:t> </a:t>
            </a:r>
            <a:r>
              <a:rPr sz="2800" b="1" i="1" dirty="0">
                <a:latin typeface="Calibri"/>
                <a:cs typeface="Calibri"/>
              </a:rPr>
              <a:t>phần</a:t>
            </a:r>
            <a:r>
              <a:rPr sz="2800" b="1" i="1" spc="-25" dirty="0">
                <a:latin typeface="Calibri"/>
                <a:cs typeface="Calibri"/>
              </a:rPr>
              <a:t> </a:t>
            </a:r>
            <a:r>
              <a:rPr sz="2800" b="1" i="1" dirty="0">
                <a:latin typeface="Calibri"/>
                <a:cs typeface="Calibri"/>
              </a:rPr>
              <a:t>tử</a:t>
            </a:r>
            <a:r>
              <a:rPr sz="2800" b="1" i="1" spc="-20" dirty="0">
                <a:latin typeface="Calibri"/>
                <a:cs typeface="Calibri"/>
              </a:rPr>
              <a:t> </a:t>
            </a:r>
            <a:r>
              <a:rPr sz="2800" b="1" i="1" dirty="0">
                <a:latin typeface="Calibri"/>
                <a:cs typeface="Calibri"/>
              </a:rPr>
              <a:t>chọn</a:t>
            </a:r>
            <a:r>
              <a:rPr sz="2800" b="1" i="1" spc="-15" dirty="0">
                <a:latin typeface="Calibri"/>
                <a:cs typeface="Calibri"/>
              </a:rPr>
              <a:t> </a:t>
            </a:r>
            <a:r>
              <a:rPr sz="2800" b="1" i="1" dirty="0">
                <a:latin typeface="Calibri"/>
                <a:cs typeface="Calibri"/>
              </a:rPr>
              <a:t>m</a:t>
            </a:r>
            <a:r>
              <a:rPr sz="2800" b="1" i="1" spc="-10" dirty="0">
                <a:latin typeface="Calibri"/>
                <a:cs typeface="Calibri"/>
              </a:rPr>
              <a:t> </a:t>
            </a:r>
            <a:r>
              <a:rPr sz="2800" dirty="0">
                <a:latin typeface="Calibri"/>
                <a:cs typeface="Calibri"/>
              </a:rPr>
              <a:t>là</a:t>
            </a:r>
            <a:r>
              <a:rPr sz="2800" spc="-25" dirty="0">
                <a:latin typeface="Calibri"/>
                <a:cs typeface="Calibri"/>
              </a:rPr>
              <a:t> </a:t>
            </a:r>
            <a:r>
              <a:rPr sz="2800" dirty="0">
                <a:latin typeface="Calibri"/>
                <a:cs typeface="Calibri"/>
              </a:rPr>
              <a:t>một</a:t>
            </a:r>
            <a:r>
              <a:rPr sz="2800" spc="-20" dirty="0">
                <a:latin typeface="Calibri"/>
                <a:cs typeface="Calibri"/>
              </a:rPr>
              <a:t> </a:t>
            </a:r>
            <a:r>
              <a:rPr sz="2800" dirty="0">
                <a:latin typeface="Calibri"/>
                <a:cs typeface="Calibri"/>
              </a:rPr>
              <a:t>phép</a:t>
            </a:r>
            <a:r>
              <a:rPr sz="2800" spc="-5" dirty="0">
                <a:latin typeface="Calibri"/>
                <a:cs typeface="Calibri"/>
              </a:rPr>
              <a:t> </a:t>
            </a:r>
            <a:r>
              <a:rPr sz="2800" spc="-20" dirty="0">
                <a:latin typeface="Calibri"/>
                <a:cs typeface="Calibri"/>
              </a:rPr>
              <a:t>chọn </a:t>
            </a:r>
            <a:r>
              <a:rPr sz="2800" dirty="0">
                <a:latin typeface="Calibri"/>
                <a:cs typeface="Calibri"/>
              </a:rPr>
              <a:t>ra</a:t>
            </a:r>
            <a:r>
              <a:rPr sz="2800" spc="-65" dirty="0">
                <a:latin typeface="Calibri"/>
                <a:cs typeface="Calibri"/>
              </a:rPr>
              <a:t> </a:t>
            </a:r>
            <a:r>
              <a:rPr sz="2800" dirty="0">
                <a:latin typeface="Calibri"/>
                <a:cs typeface="Calibri"/>
              </a:rPr>
              <a:t>m</a:t>
            </a:r>
            <a:r>
              <a:rPr sz="2800" spc="-50" dirty="0">
                <a:latin typeface="Calibri"/>
                <a:cs typeface="Calibri"/>
              </a:rPr>
              <a:t> </a:t>
            </a:r>
            <a:r>
              <a:rPr sz="2800" dirty="0">
                <a:latin typeface="Calibri"/>
                <a:cs typeface="Calibri"/>
              </a:rPr>
              <a:t>phần</a:t>
            </a:r>
            <a:r>
              <a:rPr sz="2800" spc="-45" dirty="0">
                <a:latin typeface="Calibri"/>
                <a:cs typeface="Calibri"/>
              </a:rPr>
              <a:t> </a:t>
            </a:r>
            <a:r>
              <a:rPr sz="2800" dirty="0">
                <a:latin typeface="Calibri"/>
                <a:cs typeface="Calibri"/>
              </a:rPr>
              <a:t>tử</a:t>
            </a:r>
            <a:r>
              <a:rPr sz="2800" spc="-55" dirty="0">
                <a:latin typeface="Calibri"/>
                <a:cs typeface="Calibri"/>
              </a:rPr>
              <a:t> </a:t>
            </a:r>
            <a:r>
              <a:rPr sz="2800" dirty="0">
                <a:latin typeface="Calibri"/>
                <a:cs typeface="Calibri"/>
              </a:rPr>
              <a:t>phân</a:t>
            </a:r>
            <a:r>
              <a:rPr sz="2800" spc="-45" dirty="0">
                <a:latin typeface="Calibri"/>
                <a:cs typeface="Calibri"/>
              </a:rPr>
              <a:t> </a:t>
            </a:r>
            <a:r>
              <a:rPr sz="2800" dirty="0">
                <a:latin typeface="Calibri"/>
                <a:cs typeface="Calibri"/>
              </a:rPr>
              <a:t>biệt</a:t>
            </a:r>
            <a:r>
              <a:rPr sz="2800" spc="-55" dirty="0">
                <a:latin typeface="Calibri"/>
                <a:cs typeface="Calibri"/>
              </a:rPr>
              <a:t> </a:t>
            </a:r>
            <a:r>
              <a:rPr sz="2800" dirty="0">
                <a:latin typeface="Calibri"/>
                <a:cs typeface="Calibri"/>
              </a:rPr>
              <a:t>trong</a:t>
            </a:r>
            <a:r>
              <a:rPr sz="2800" spc="-50" dirty="0">
                <a:latin typeface="Calibri"/>
                <a:cs typeface="Calibri"/>
              </a:rPr>
              <a:t> </a:t>
            </a:r>
            <a:r>
              <a:rPr sz="2800" dirty="0">
                <a:latin typeface="Calibri"/>
                <a:cs typeface="Calibri"/>
              </a:rPr>
              <a:t>B</a:t>
            </a:r>
            <a:r>
              <a:rPr sz="2800" spc="-65" dirty="0">
                <a:latin typeface="Calibri"/>
                <a:cs typeface="Calibri"/>
              </a:rPr>
              <a:t> </a:t>
            </a:r>
            <a:r>
              <a:rPr sz="2800" dirty="0">
                <a:latin typeface="Calibri"/>
                <a:cs typeface="Calibri"/>
              </a:rPr>
              <a:t>không</a:t>
            </a:r>
            <a:r>
              <a:rPr sz="2800" spc="-30" dirty="0">
                <a:latin typeface="Calibri"/>
                <a:cs typeface="Calibri"/>
              </a:rPr>
              <a:t> </a:t>
            </a:r>
            <a:r>
              <a:rPr sz="2800" dirty="0">
                <a:latin typeface="Calibri"/>
                <a:cs typeface="Calibri"/>
              </a:rPr>
              <a:t>kể</a:t>
            </a:r>
            <a:r>
              <a:rPr sz="2800" spc="-60" dirty="0">
                <a:latin typeface="Calibri"/>
                <a:cs typeface="Calibri"/>
              </a:rPr>
              <a:t> </a:t>
            </a:r>
            <a:r>
              <a:rPr sz="2800" dirty="0">
                <a:latin typeface="Calibri"/>
                <a:cs typeface="Calibri"/>
              </a:rPr>
              <a:t>thứ</a:t>
            </a:r>
            <a:r>
              <a:rPr sz="2800" spc="-50" dirty="0">
                <a:latin typeface="Calibri"/>
                <a:cs typeface="Calibri"/>
              </a:rPr>
              <a:t> </a:t>
            </a:r>
            <a:r>
              <a:rPr sz="2800" spc="-25" dirty="0">
                <a:latin typeface="Calibri"/>
                <a:cs typeface="Calibri"/>
              </a:rPr>
              <a:t>tự.</a:t>
            </a:r>
            <a:endParaRPr sz="2800">
              <a:latin typeface="Calibri"/>
              <a:cs typeface="Calibri"/>
            </a:endParaRPr>
          </a:p>
          <a:p>
            <a:pPr marL="12700">
              <a:lnSpc>
                <a:spcPct val="100000"/>
              </a:lnSpc>
              <a:spcBef>
                <a:spcPts val="285"/>
              </a:spcBef>
              <a:tabLst>
                <a:tab pos="770255" algn="l"/>
              </a:tabLst>
            </a:pPr>
            <a:r>
              <a:rPr sz="2800" dirty="0">
                <a:latin typeface="Calibri"/>
                <a:cs typeface="Calibri"/>
              </a:rPr>
              <a:t>VD</a:t>
            </a:r>
            <a:r>
              <a:rPr sz="2800" spc="-35" dirty="0">
                <a:latin typeface="Calibri"/>
                <a:cs typeface="Calibri"/>
              </a:rPr>
              <a:t> </a:t>
            </a:r>
            <a:r>
              <a:rPr sz="2800" spc="-50" dirty="0">
                <a:latin typeface="Calibri"/>
                <a:cs typeface="Calibri"/>
              </a:rPr>
              <a:t>:</a:t>
            </a:r>
            <a:r>
              <a:rPr sz="2800" dirty="0">
                <a:latin typeface="Calibri"/>
                <a:cs typeface="Calibri"/>
              </a:rPr>
              <a:t>	B</a:t>
            </a:r>
            <a:r>
              <a:rPr sz="2800" spc="-35" dirty="0">
                <a:latin typeface="Calibri"/>
                <a:cs typeface="Calibri"/>
              </a:rPr>
              <a:t> </a:t>
            </a:r>
            <a:r>
              <a:rPr sz="2800" dirty="0">
                <a:latin typeface="Calibri"/>
                <a:cs typeface="Calibri"/>
              </a:rPr>
              <a:t>=</a:t>
            </a:r>
            <a:r>
              <a:rPr sz="2800" spc="-30" dirty="0">
                <a:latin typeface="Calibri"/>
                <a:cs typeface="Calibri"/>
              </a:rPr>
              <a:t> </a:t>
            </a:r>
            <a:r>
              <a:rPr sz="2800" dirty="0">
                <a:latin typeface="Calibri"/>
                <a:cs typeface="Calibri"/>
              </a:rPr>
              <a:t>{1,2,3,4}</a:t>
            </a:r>
            <a:r>
              <a:rPr sz="2800" spc="-5" dirty="0">
                <a:latin typeface="Calibri"/>
                <a:cs typeface="Calibri"/>
              </a:rPr>
              <a:t> </a:t>
            </a:r>
            <a:r>
              <a:rPr sz="2800" dirty="0">
                <a:latin typeface="Calibri"/>
                <a:cs typeface="Calibri"/>
              </a:rPr>
              <a:t>,</a:t>
            </a:r>
            <a:r>
              <a:rPr sz="2800" spc="-40" dirty="0">
                <a:latin typeface="Calibri"/>
                <a:cs typeface="Calibri"/>
              </a:rPr>
              <a:t> </a:t>
            </a:r>
            <a:r>
              <a:rPr sz="2800" spc="-20" dirty="0">
                <a:latin typeface="Calibri"/>
                <a:cs typeface="Calibri"/>
              </a:rPr>
              <a:t>m=3.</a:t>
            </a:r>
            <a:endParaRPr sz="2800">
              <a:latin typeface="Calibri"/>
              <a:cs typeface="Calibri"/>
            </a:endParaRPr>
          </a:p>
          <a:p>
            <a:pPr marL="12700">
              <a:lnSpc>
                <a:spcPct val="100000"/>
              </a:lnSpc>
              <a:spcBef>
                <a:spcPts val="335"/>
              </a:spcBef>
            </a:pPr>
            <a:r>
              <a:rPr sz="2800" dirty="0">
                <a:latin typeface="Calibri"/>
                <a:cs typeface="Calibri"/>
              </a:rPr>
              <a:t>-</a:t>
            </a:r>
            <a:r>
              <a:rPr sz="2800" spc="-30" dirty="0">
                <a:latin typeface="Calibri"/>
                <a:cs typeface="Calibri"/>
              </a:rPr>
              <a:t> </a:t>
            </a:r>
            <a:r>
              <a:rPr sz="2800" dirty="0">
                <a:latin typeface="Calibri"/>
                <a:cs typeface="Calibri"/>
              </a:rPr>
              <a:t>Các</a:t>
            </a:r>
            <a:r>
              <a:rPr sz="2800" spc="-35" dirty="0">
                <a:latin typeface="Calibri"/>
                <a:cs typeface="Calibri"/>
              </a:rPr>
              <a:t> </a:t>
            </a:r>
            <a:r>
              <a:rPr sz="2800" dirty="0">
                <a:latin typeface="Calibri"/>
                <a:cs typeface="Calibri"/>
              </a:rPr>
              <a:t>tổ</a:t>
            </a:r>
            <a:r>
              <a:rPr sz="2800" spc="-35" dirty="0">
                <a:latin typeface="Calibri"/>
                <a:cs typeface="Calibri"/>
              </a:rPr>
              <a:t> </a:t>
            </a:r>
            <a:r>
              <a:rPr sz="2800" dirty="0">
                <a:latin typeface="Calibri"/>
                <a:cs typeface="Calibri"/>
              </a:rPr>
              <a:t>hợp</a:t>
            </a:r>
            <a:r>
              <a:rPr sz="2800" spc="-15" dirty="0">
                <a:latin typeface="Calibri"/>
                <a:cs typeface="Calibri"/>
              </a:rPr>
              <a:t> </a:t>
            </a:r>
            <a:r>
              <a:rPr sz="2800" dirty="0">
                <a:latin typeface="Calibri"/>
                <a:cs typeface="Calibri"/>
              </a:rPr>
              <a:t>của</a:t>
            </a:r>
            <a:r>
              <a:rPr sz="2800" spc="-35" dirty="0">
                <a:latin typeface="Calibri"/>
                <a:cs typeface="Calibri"/>
              </a:rPr>
              <a:t> </a:t>
            </a:r>
            <a:r>
              <a:rPr sz="2800" dirty="0">
                <a:latin typeface="Calibri"/>
                <a:cs typeface="Calibri"/>
              </a:rPr>
              <a:t>4</a:t>
            </a:r>
            <a:r>
              <a:rPr sz="2800" spc="-25" dirty="0">
                <a:latin typeface="Calibri"/>
                <a:cs typeface="Calibri"/>
              </a:rPr>
              <a:t> </a:t>
            </a:r>
            <a:r>
              <a:rPr sz="2800" dirty="0">
                <a:latin typeface="Calibri"/>
                <a:cs typeface="Calibri"/>
              </a:rPr>
              <a:t>phần</a:t>
            </a:r>
            <a:r>
              <a:rPr sz="2800" spc="-15" dirty="0">
                <a:latin typeface="Calibri"/>
                <a:cs typeface="Calibri"/>
              </a:rPr>
              <a:t> </a:t>
            </a:r>
            <a:r>
              <a:rPr sz="2800" dirty="0">
                <a:latin typeface="Calibri"/>
                <a:cs typeface="Calibri"/>
              </a:rPr>
              <a:t>tử</a:t>
            </a:r>
            <a:r>
              <a:rPr sz="2800" spc="-30" dirty="0">
                <a:latin typeface="Calibri"/>
                <a:cs typeface="Calibri"/>
              </a:rPr>
              <a:t> </a:t>
            </a:r>
            <a:r>
              <a:rPr sz="2800" dirty="0">
                <a:latin typeface="Calibri"/>
                <a:cs typeface="Calibri"/>
              </a:rPr>
              <a:t>chọn</a:t>
            </a:r>
            <a:r>
              <a:rPr sz="2800" spc="-20" dirty="0">
                <a:latin typeface="Calibri"/>
                <a:cs typeface="Calibri"/>
              </a:rPr>
              <a:t> </a:t>
            </a:r>
            <a:r>
              <a:rPr sz="2800" dirty="0">
                <a:latin typeface="Calibri"/>
                <a:cs typeface="Calibri"/>
              </a:rPr>
              <a:t>3</a:t>
            </a:r>
            <a:r>
              <a:rPr sz="2800" spc="-25" dirty="0">
                <a:latin typeface="Calibri"/>
                <a:cs typeface="Calibri"/>
              </a:rPr>
              <a:t> </a:t>
            </a:r>
            <a:r>
              <a:rPr sz="2800" spc="-50" dirty="0">
                <a:latin typeface="Calibri"/>
                <a:cs typeface="Calibri"/>
              </a:rPr>
              <a:t>:</a:t>
            </a:r>
            <a:endParaRPr sz="2800">
              <a:latin typeface="Calibri"/>
              <a:cs typeface="Calibri"/>
            </a:endParaRPr>
          </a:p>
          <a:p>
            <a:pPr marL="2605405">
              <a:lnSpc>
                <a:spcPct val="100000"/>
              </a:lnSpc>
              <a:spcBef>
                <a:spcPts val="340"/>
              </a:spcBef>
            </a:pPr>
            <a:r>
              <a:rPr sz="2800" dirty="0">
                <a:latin typeface="Calibri"/>
                <a:cs typeface="Calibri"/>
              </a:rPr>
              <a:t>{1,2,3},</a:t>
            </a:r>
            <a:r>
              <a:rPr sz="2800" spc="-65" dirty="0">
                <a:latin typeface="Calibri"/>
                <a:cs typeface="Calibri"/>
              </a:rPr>
              <a:t> </a:t>
            </a:r>
            <a:r>
              <a:rPr sz="2800" dirty="0">
                <a:latin typeface="Calibri"/>
                <a:cs typeface="Calibri"/>
              </a:rPr>
              <a:t>{1,2,4},</a:t>
            </a:r>
            <a:r>
              <a:rPr sz="2800" spc="-60" dirty="0">
                <a:latin typeface="Calibri"/>
                <a:cs typeface="Calibri"/>
              </a:rPr>
              <a:t> </a:t>
            </a:r>
            <a:r>
              <a:rPr sz="2800" spc="-10" dirty="0">
                <a:latin typeface="Calibri"/>
                <a:cs typeface="Calibri"/>
              </a:rPr>
              <a:t>{1,3,4}</a:t>
            </a:r>
            <a:endParaRPr sz="2800">
              <a:latin typeface="Calibri"/>
              <a:cs typeface="Calibri"/>
            </a:endParaRPr>
          </a:p>
          <a:p>
            <a:pPr>
              <a:lnSpc>
                <a:spcPct val="100000"/>
              </a:lnSpc>
              <a:spcBef>
                <a:spcPts val="610"/>
              </a:spcBef>
            </a:pPr>
            <a:endParaRPr sz="2800">
              <a:latin typeface="Calibri"/>
              <a:cs typeface="Calibri"/>
            </a:endParaRPr>
          </a:p>
          <a:p>
            <a:pPr marL="12700">
              <a:lnSpc>
                <a:spcPct val="100000"/>
              </a:lnSpc>
              <a:spcBef>
                <a:spcPts val="5"/>
              </a:spcBef>
            </a:pPr>
            <a:r>
              <a:rPr sz="2800" dirty="0">
                <a:latin typeface="Calibri"/>
                <a:cs typeface="Calibri"/>
              </a:rPr>
              <a:t>Chú</a:t>
            </a:r>
            <a:r>
              <a:rPr sz="2800" spc="-30" dirty="0">
                <a:latin typeface="Calibri"/>
                <a:cs typeface="Calibri"/>
              </a:rPr>
              <a:t> </a:t>
            </a:r>
            <a:r>
              <a:rPr sz="2800" dirty="0">
                <a:latin typeface="Calibri"/>
                <a:cs typeface="Calibri"/>
              </a:rPr>
              <a:t>ý</a:t>
            </a:r>
            <a:r>
              <a:rPr sz="2800" spc="-45" dirty="0">
                <a:latin typeface="Calibri"/>
                <a:cs typeface="Calibri"/>
              </a:rPr>
              <a:t> </a:t>
            </a:r>
            <a:r>
              <a:rPr sz="2800" dirty="0">
                <a:latin typeface="Calibri"/>
                <a:cs typeface="Calibri"/>
              </a:rPr>
              <a:t>:</a:t>
            </a:r>
            <a:r>
              <a:rPr sz="2800" spc="-30" dirty="0">
                <a:latin typeface="Calibri"/>
                <a:cs typeface="Calibri"/>
              </a:rPr>
              <a:t> </a:t>
            </a:r>
            <a:r>
              <a:rPr sz="2800" dirty="0">
                <a:latin typeface="Calibri"/>
                <a:cs typeface="Calibri"/>
              </a:rPr>
              <a:t>{1,2,3}</a:t>
            </a:r>
            <a:r>
              <a:rPr sz="2800" spc="-20" dirty="0">
                <a:latin typeface="Calibri"/>
                <a:cs typeface="Calibri"/>
              </a:rPr>
              <a:t> </a:t>
            </a:r>
            <a:r>
              <a:rPr sz="2800" dirty="0">
                <a:latin typeface="Calibri"/>
                <a:cs typeface="Calibri"/>
              </a:rPr>
              <a:t>=</a:t>
            </a:r>
            <a:r>
              <a:rPr sz="2800" spc="-35" dirty="0">
                <a:latin typeface="Calibri"/>
                <a:cs typeface="Calibri"/>
              </a:rPr>
              <a:t> </a:t>
            </a:r>
            <a:r>
              <a:rPr sz="2800" dirty="0">
                <a:latin typeface="Calibri"/>
                <a:cs typeface="Calibri"/>
              </a:rPr>
              <a:t>{2,1,3}</a:t>
            </a:r>
            <a:r>
              <a:rPr sz="2800" spc="-30" dirty="0">
                <a:latin typeface="Calibri"/>
                <a:cs typeface="Calibri"/>
              </a:rPr>
              <a:t> </a:t>
            </a:r>
            <a:r>
              <a:rPr sz="2800" dirty="0">
                <a:latin typeface="Calibri"/>
                <a:cs typeface="Calibri"/>
              </a:rPr>
              <a:t>=</a:t>
            </a:r>
            <a:r>
              <a:rPr sz="2800" spc="-30" dirty="0">
                <a:latin typeface="Calibri"/>
                <a:cs typeface="Calibri"/>
              </a:rPr>
              <a:t> </a:t>
            </a:r>
            <a:r>
              <a:rPr sz="2800" spc="-10" dirty="0">
                <a:latin typeface="Calibri"/>
                <a:cs typeface="Calibri"/>
              </a:rPr>
              <a:t>{3,1,2}</a:t>
            </a:r>
            <a:endParaRPr sz="2800">
              <a:latin typeface="Calibri"/>
              <a:cs typeface="Calibri"/>
            </a:endParaRP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b="1" dirty="0">
                <a:latin typeface="Calibri"/>
                <a:cs typeface="Calibri"/>
              </a:rPr>
              <a:t>2.4.2</a:t>
            </a:r>
            <a:r>
              <a:rPr b="1" spc="-5" dirty="0">
                <a:latin typeface="Calibri"/>
                <a:cs typeface="Calibri"/>
              </a:rPr>
              <a:t> </a:t>
            </a:r>
            <a:r>
              <a:rPr b="1" dirty="0">
                <a:latin typeface="Calibri"/>
                <a:cs typeface="Calibri"/>
              </a:rPr>
              <a:t>Định</a:t>
            </a:r>
            <a:r>
              <a:rPr b="1" spc="-20" dirty="0">
                <a:latin typeface="Calibri"/>
                <a:cs typeface="Calibri"/>
              </a:rPr>
              <a:t> </a:t>
            </a:r>
            <a:r>
              <a:rPr b="1" dirty="0">
                <a:latin typeface="Calibri"/>
                <a:cs typeface="Calibri"/>
              </a:rPr>
              <a:t>lý</a:t>
            </a:r>
            <a:r>
              <a:rPr b="1" spc="-20" dirty="0">
                <a:latin typeface="Calibri"/>
                <a:cs typeface="Calibri"/>
              </a:rPr>
              <a:t> </a:t>
            </a:r>
            <a:r>
              <a:rPr b="1" spc="-50" dirty="0">
                <a:latin typeface="Calibri"/>
                <a:cs typeface="Calibri"/>
              </a:rPr>
              <a:t>:</a:t>
            </a:r>
          </a:p>
        </p:txBody>
      </p:sp>
      <p:sp>
        <p:nvSpPr>
          <p:cNvPr id="3" name="object 3"/>
          <p:cNvSpPr txBox="1"/>
          <p:nvPr/>
        </p:nvSpPr>
        <p:spPr>
          <a:xfrm>
            <a:off x="383540" y="827278"/>
            <a:ext cx="6233795" cy="452120"/>
          </a:xfrm>
          <a:prstGeom prst="rect">
            <a:avLst/>
          </a:prstGeom>
        </p:spPr>
        <p:txBody>
          <a:bodyPr vert="horz" wrap="square" lIns="0" tIns="12065" rIns="0" bIns="0" rtlCol="0">
            <a:spAutoFit/>
          </a:bodyPr>
          <a:lstStyle/>
          <a:p>
            <a:pPr marL="12700">
              <a:lnSpc>
                <a:spcPct val="100000"/>
              </a:lnSpc>
              <a:spcBef>
                <a:spcPts val="95"/>
              </a:spcBef>
              <a:tabLst>
                <a:tab pos="584200" algn="l"/>
              </a:tabLst>
            </a:pPr>
            <a:r>
              <a:rPr sz="2800" spc="-25" dirty="0">
                <a:latin typeface="Calibri"/>
                <a:cs typeface="Calibri"/>
              </a:rPr>
              <a:t>i)</a:t>
            </a:r>
            <a:r>
              <a:rPr sz="2800" dirty="0">
                <a:latin typeface="Calibri"/>
                <a:cs typeface="Calibri"/>
              </a:rPr>
              <a:t>	Số</a:t>
            </a:r>
            <a:r>
              <a:rPr sz="2800" spc="-45" dirty="0">
                <a:latin typeface="Calibri"/>
                <a:cs typeface="Calibri"/>
              </a:rPr>
              <a:t> </a:t>
            </a:r>
            <a:r>
              <a:rPr sz="2800" dirty="0">
                <a:latin typeface="Calibri"/>
                <a:cs typeface="Calibri"/>
              </a:rPr>
              <a:t>chỉnh</a:t>
            </a:r>
            <a:r>
              <a:rPr sz="2800" spc="-20" dirty="0">
                <a:latin typeface="Calibri"/>
                <a:cs typeface="Calibri"/>
              </a:rPr>
              <a:t> </a:t>
            </a:r>
            <a:r>
              <a:rPr sz="2800" dirty="0">
                <a:latin typeface="Calibri"/>
                <a:cs typeface="Calibri"/>
              </a:rPr>
              <a:t>hợp</a:t>
            </a:r>
            <a:r>
              <a:rPr sz="2800" spc="-10" dirty="0">
                <a:latin typeface="Calibri"/>
                <a:cs typeface="Calibri"/>
              </a:rPr>
              <a:t> </a:t>
            </a:r>
            <a:r>
              <a:rPr sz="2800" dirty="0">
                <a:latin typeface="Calibri"/>
                <a:cs typeface="Calibri"/>
              </a:rPr>
              <a:t>của</a:t>
            </a:r>
            <a:r>
              <a:rPr sz="2800" spc="-35" dirty="0">
                <a:latin typeface="Calibri"/>
                <a:cs typeface="Calibri"/>
              </a:rPr>
              <a:t> </a:t>
            </a:r>
            <a:r>
              <a:rPr sz="2800" dirty="0">
                <a:latin typeface="Calibri"/>
                <a:cs typeface="Calibri"/>
              </a:rPr>
              <a:t>n</a:t>
            </a:r>
            <a:r>
              <a:rPr sz="2800" spc="-35" dirty="0">
                <a:latin typeface="Calibri"/>
                <a:cs typeface="Calibri"/>
              </a:rPr>
              <a:t> </a:t>
            </a:r>
            <a:r>
              <a:rPr sz="2800" dirty="0">
                <a:latin typeface="Calibri"/>
                <a:cs typeface="Calibri"/>
              </a:rPr>
              <a:t>phần</a:t>
            </a:r>
            <a:r>
              <a:rPr sz="2800" spc="-20" dirty="0">
                <a:latin typeface="Calibri"/>
                <a:cs typeface="Calibri"/>
              </a:rPr>
              <a:t> </a:t>
            </a:r>
            <a:r>
              <a:rPr sz="2800" dirty="0">
                <a:latin typeface="Calibri"/>
                <a:cs typeface="Calibri"/>
              </a:rPr>
              <a:t>tử</a:t>
            </a:r>
            <a:r>
              <a:rPr sz="2800" spc="-40" dirty="0">
                <a:latin typeface="Calibri"/>
                <a:cs typeface="Calibri"/>
              </a:rPr>
              <a:t> </a:t>
            </a:r>
            <a:r>
              <a:rPr sz="2800" dirty="0">
                <a:latin typeface="Calibri"/>
                <a:cs typeface="Calibri"/>
              </a:rPr>
              <a:t>chọn</a:t>
            </a:r>
            <a:r>
              <a:rPr sz="2800" spc="-20" dirty="0">
                <a:latin typeface="Calibri"/>
                <a:cs typeface="Calibri"/>
              </a:rPr>
              <a:t> </a:t>
            </a:r>
            <a:r>
              <a:rPr sz="2800" dirty="0">
                <a:latin typeface="Calibri"/>
                <a:cs typeface="Calibri"/>
              </a:rPr>
              <a:t>m</a:t>
            </a:r>
            <a:r>
              <a:rPr sz="2800" spc="-30" dirty="0">
                <a:latin typeface="Calibri"/>
                <a:cs typeface="Calibri"/>
              </a:rPr>
              <a:t> </a:t>
            </a:r>
            <a:r>
              <a:rPr sz="2800" dirty="0">
                <a:latin typeface="Calibri"/>
                <a:cs typeface="Calibri"/>
              </a:rPr>
              <a:t>là</a:t>
            </a:r>
            <a:r>
              <a:rPr sz="2800" spc="-45" dirty="0">
                <a:latin typeface="Calibri"/>
                <a:cs typeface="Calibri"/>
              </a:rPr>
              <a:t> </a:t>
            </a:r>
            <a:r>
              <a:rPr sz="2800" spc="-50" dirty="0">
                <a:latin typeface="Calibri"/>
                <a:cs typeface="Calibri"/>
              </a:rPr>
              <a:t>:</a:t>
            </a:r>
            <a:endParaRPr sz="2800">
              <a:latin typeface="Calibri"/>
              <a:cs typeface="Calibri"/>
            </a:endParaRPr>
          </a:p>
        </p:txBody>
      </p:sp>
      <p:sp>
        <p:nvSpPr>
          <p:cNvPr id="4" name="object 4"/>
          <p:cNvSpPr txBox="1"/>
          <p:nvPr/>
        </p:nvSpPr>
        <p:spPr>
          <a:xfrm>
            <a:off x="2666110" y="1340866"/>
            <a:ext cx="3809365" cy="452120"/>
          </a:xfrm>
          <a:prstGeom prst="rect">
            <a:avLst/>
          </a:prstGeom>
        </p:spPr>
        <p:txBody>
          <a:bodyPr vert="horz" wrap="square" lIns="0" tIns="12065" rIns="0" bIns="0" rtlCol="0">
            <a:spAutoFit/>
          </a:bodyPr>
          <a:lstStyle/>
          <a:p>
            <a:pPr marL="38100">
              <a:lnSpc>
                <a:spcPct val="100000"/>
              </a:lnSpc>
              <a:spcBef>
                <a:spcPts val="95"/>
              </a:spcBef>
            </a:pPr>
            <a:r>
              <a:rPr sz="2800" dirty="0">
                <a:latin typeface="Cambria Math"/>
                <a:cs typeface="Cambria Math"/>
              </a:rPr>
              <a:t>𝐀</a:t>
            </a:r>
            <a:r>
              <a:rPr sz="3075" baseline="27100" dirty="0">
                <a:latin typeface="Cambria Math"/>
                <a:cs typeface="Cambria Math"/>
              </a:rPr>
              <a:t>𝐦</a:t>
            </a:r>
            <a:r>
              <a:rPr sz="2800" b="1" dirty="0">
                <a:latin typeface="Calibri"/>
                <a:cs typeface="Calibri"/>
              </a:rPr>
              <a:t>=</a:t>
            </a:r>
            <a:r>
              <a:rPr sz="2800" b="1" spc="-10" dirty="0">
                <a:latin typeface="Calibri"/>
                <a:cs typeface="Calibri"/>
              </a:rPr>
              <a:t> </a:t>
            </a:r>
            <a:r>
              <a:rPr sz="2800" b="1" spc="-20" dirty="0">
                <a:latin typeface="Calibri"/>
                <a:cs typeface="Calibri"/>
              </a:rPr>
              <a:t>n(n-</a:t>
            </a:r>
            <a:r>
              <a:rPr sz="2800" b="1" dirty="0">
                <a:latin typeface="Calibri"/>
                <a:cs typeface="Calibri"/>
              </a:rPr>
              <a:t>1). .</a:t>
            </a:r>
            <a:r>
              <a:rPr sz="2800" b="1" spc="-25" dirty="0">
                <a:latin typeface="Calibri"/>
                <a:cs typeface="Calibri"/>
              </a:rPr>
              <a:t> </a:t>
            </a:r>
            <a:r>
              <a:rPr sz="2800" b="1" dirty="0">
                <a:latin typeface="Calibri"/>
                <a:cs typeface="Calibri"/>
              </a:rPr>
              <a:t>.(n –</a:t>
            </a:r>
            <a:r>
              <a:rPr sz="2800" b="1" spc="-10" dirty="0">
                <a:latin typeface="Calibri"/>
                <a:cs typeface="Calibri"/>
              </a:rPr>
              <a:t> </a:t>
            </a:r>
            <a:r>
              <a:rPr sz="2800" b="1" dirty="0">
                <a:latin typeface="Calibri"/>
                <a:cs typeface="Calibri"/>
              </a:rPr>
              <a:t>m</a:t>
            </a:r>
            <a:r>
              <a:rPr sz="2800" b="1" spc="-15" dirty="0">
                <a:latin typeface="Calibri"/>
                <a:cs typeface="Calibri"/>
              </a:rPr>
              <a:t> </a:t>
            </a:r>
            <a:r>
              <a:rPr sz="2800" b="1" dirty="0">
                <a:latin typeface="Calibri"/>
                <a:cs typeface="Calibri"/>
              </a:rPr>
              <a:t>+</a:t>
            </a:r>
            <a:r>
              <a:rPr sz="2800" b="1" spc="-20" dirty="0">
                <a:latin typeface="Calibri"/>
                <a:cs typeface="Calibri"/>
              </a:rPr>
              <a:t> </a:t>
            </a:r>
            <a:r>
              <a:rPr sz="2800" b="1" spc="-25" dirty="0">
                <a:latin typeface="Calibri"/>
                <a:cs typeface="Calibri"/>
              </a:rPr>
              <a:t>1).</a:t>
            </a:r>
            <a:endParaRPr sz="2800">
              <a:latin typeface="Calibri"/>
              <a:cs typeface="Calibri"/>
            </a:endParaRPr>
          </a:p>
        </p:txBody>
      </p:sp>
      <p:sp>
        <p:nvSpPr>
          <p:cNvPr id="5" name="object 5"/>
          <p:cNvSpPr txBox="1"/>
          <p:nvPr/>
        </p:nvSpPr>
        <p:spPr>
          <a:xfrm>
            <a:off x="358140" y="1484177"/>
            <a:ext cx="5831840" cy="1331595"/>
          </a:xfrm>
          <a:prstGeom prst="rect">
            <a:avLst/>
          </a:prstGeom>
        </p:spPr>
        <p:txBody>
          <a:bodyPr vert="horz" wrap="square" lIns="0" tIns="36830" rIns="0" bIns="0" rtlCol="0">
            <a:spAutoFit/>
          </a:bodyPr>
          <a:lstStyle/>
          <a:p>
            <a:pPr marL="2597150">
              <a:lnSpc>
                <a:spcPct val="100000"/>
              </a:lnSpc>
              <a:spcBef>
                <a:spcPts val="290"/>
              </a:spcBef>
            </a:pPr>
            <a:r>
              <a:rPr sz="2050" spc="-50" dirty="0">
                <a:latin typeface="Cambria Math"/>
                <a:cs typeface="Cambria Math"/>
              </a:rPr>
              <a:t>𝐧</a:t>
            </a:r>
            <a:endParaRPr sz="2050">
              <a:latin typeface="Cambria Math"/>
              <a:cs typeface="Cambria Math"/>
            </a:endParaRPr>
          </a:p>
          <a:p>
            <a:pPr marL="2632075">
              <a:lnSpc>
                <a:spcPts val="2495"/>
              </a:lnSpc>
              <a:spcBef>
                <a:spcPts val="275"/>
              </a:spcBef>
              <a:tabLst>
                <a:tab pos="5134610" algn="l"/>
              </a:tabLst>
            </a:pPr>
            <a:r>
              <a:rPr sz="2800" b="1" dirty="0">
                <a:latin typeface="Calibri"/>
                <a:cs typeface="Calibri"/>
              </a:rPr>
              <a:t>Khi</a:t>
            </a:r>
            <a:r>
              <a:rPr sz="2800" b="1" spc="-15" dirty="0">
                <a:latin typeface="Calibri"/>
                <a:cs typeface="Calibri"/>
              </a:rPr>
              <a:t> </a:t>
            </a:r>
            <a:r>
              <a:rPr sz="2800" b="1" dirty="0">
                <a:latin typeface="Calibri"/>
                <a:cs typeface="Calibri"/>
              </a:rPr>
              <a:t>n</a:t>
            </a:r>
            <a:r>
              <a:rPr sz="2800" b="1" spc="-20" dirty="0">
                <a:latin typeface="Calibri"/>
                <a:cs typeface="Calibri"/>
              </a:rPr>
              <a:t> </a:t>
            </a:r>
            <a:r>
              <a:rPr sz="2800" b="1" dirty="0">
                <a:latin typeface="Calibri"/>
                <a:cs typeface="Calibri"/>
              </a:rPr>
              <a:t>=</a:t>
            </a:r>
            <a:r>
              <a:rPr sz="2800" b="1" spc="-25" dirty="0">
                <a:latin typeface="Calibri"/>
                <a:cs typeface="Calibri"/>
              </a:rPr>
              <a:t> </a:t>
            </a:r>
            <a:r>
              <a:rPr sz="2800" b="1" dirty="0">
                <a:latin typeface="Calibri"/>
                <a:cs typeface="Calibri"/>
              </a:rPr>
              <a:t>m</a:t>
            </a:r>
            <a:r>
              <a:rPr sz="2800" b="1" spc="-5" dirty="0">
                <a:latin typeface="Calibri"/>
                <a:cs typeface="Calibri"/>
              </a:rPr>
              <a:t> </a:t>
            </a:r>
            <a:r>
              <a:rPr sz="2800" dirty="0">
                <a:latin typeface="Symbol"/>
                <a:cs typeface="Symbol"/>
              </a:rPr>
              <a:t></a:t>
            </a:r>
            <a:r>
              <a:rPr sz="2800" spc="-75" dirty="0">
                <a:latin typeface="Times New Roman"/>
                <a:cs typeface="Times New Roman"/>
              </a:rPr>
              <a:t> </a:t>
            </a:r>
            <a:r>
              <a:rPr sz="2800" b="1" spc="-25" dirty="0">
                <a:latin typeface="Calibri"/>
                <a:cs typeface="Calibri"/>
              </a:rPr>
              <a:t>A</a:t>
            </a:r>
            <a:r>
              <a:rPr sz="2775" b="1" spc="-37" baseline="25525" dirty="0">
                <a:latin typeface="Calibri"/>
                <a:cs typeface="Calibri"/>
              </a:rPr>
              <a:t>m</a:t>
            </a:r>
            <a:r>
              <a:rPr sz="2775" b="1" baseline="25525" dirty="0">
                <a:latin typeface="Calibri"/>
                <a:cs typeface="Calibri"/>
              </a:rPr>
              <a:t>	</a:t>
            </a:r>
            <a:r>
              <a:rPr sz="2800" b="1" dirty="0">
                <a:latin typeface="Calibri"/>
                <a:cs typeface="Calibri"/>
              </a:rPr>
              <a:t>=</a:t>
            </a:r>
            <a:r>
              <a:rPr sz="2800" b="1" spc="-20" dirty="0">
                <a:latin typeface="Calibri"/>
                <a:cs typeface="Calibri"/>
              </a:rPr>
              <a:t> </a:t>
            </a:r>
            <a:r>
              <a:rPr sz="2800" b="1" spc="-25" dirty="0">
                <a:latin typeface="Calibri"/>
                <a:cs typeface="Calibri"/>
              </a:rPr>
              <a:t>n!.</a:t>
            </a:r>
            <a:endParaRPr sz="2800">
              <a:latin typeface="Calibri"/>
              <a:cs typeface="Calibri"/>
            </a:endParaRPr>
          </a:p>
          <a:p>
            <a:pPr marR="767715" algn="r">
              <a:lnSpc>
                <a:spcPts val="1355"/>
              </a:lnSpc>
            </a:pPr>
            <a:r>
              <a:rPr sz="1850" b="1" spc="-50" dirty="0">
                <a:latin typeface="Calibri"/>
                <a:cs typeface="Calibri"/>
              </a:rPr>
              <a:t>n</a:t>
            </a:r>
            <a:endParaRPr sz="1850">
              <a:latin typeface="Calibri"/>
              <a:cs typeface="Calibri"/>
            </a:endParaRPr>
          </a:p>
          <a:p>
            <a:pPr marL="38100">
              <a:lnSpc>
                <a:spcPct val="100000"/>
              </a:lnSpc>
              <a:spcBef>
                <a:spcPts val="140"/>
              </a:spcBef>
            </a:pPr>
            <a:r>
              <a:rPr sz="2800" dirty="0">
                <a:latin typeface="Calibri"/>
                <a:cs typeface="Calibri"/>
              </a:rPr>
              <a:t>VD</a:t>
            </a:r>
            <a:r>
              <a:rPr sz="2800" spc="-65" dirty="0">
                <a:latin typeface="Calibri"/>
                <a:cs typeface="Calibri"/>
              </a:rPr>
              <a:t> </a:t>
            </a:r>
            <a:r>
              <a:rPr sz="2800" dirty="0">
                <a:latin typeface="Calibri"/>
                <a:cs typeface="Calibri"/>
              </a:rPr>
              <a:t>:</a:t>
            </a:r>
            <a:r>
              <a:rPr sz="2800" spc="-65" dirty="0">
                <a:latin typeface="Calibri"/>
                <a:cs typeface="Calibri"/>
              </a:rPr>
              <a:t> </a:t>
            </a:r>
            <a:r>
              <a:rPr sz="2800" dirty="0">
                <a:latin typeface="Calibri"/>
                <a:cs typeface="Calibri"/>
              </a:rPr>
              <a:t>B={1,2,3,4,5},</a:t>
            </a:r>
            <a:r>
              <a:rPr sz="2800" spc="-15" dirty="0">
                <a:latin typeface="Calibri"/>
                <a:cs typeface="Calibri"/>
              </a:rPr>
              <a:t> </a:t>
            </a:r>
            <a:r>
              <a:rPr sz="2800" spc="-25" dirty="0">
                <a:latin typeface="Calibri"/>
                <a:cs typeface="Calibri"/>
              </a:rPr>
              <a:t>m=3</a:t>
            </a:r>
            <a:endParaRPr sz="2800">
              <a:latin typeface="Calibri"/>
              <a:cs typeface="Calibri"/>
            </a:endParaRPr>
          </a:p>
        </p:txBody>
      </p:sp>
      <p:sp>
        <p:nvSpPr>
          <p:cNvPr id="6" name="object 6"/>
          <p:cNvSpPr/>
          <p:nvPr/>
        </p:nvSpPr>
        <p:spPr>
          <a:xfrm>
            <a:off x="1668017" y="3000120"/>
            <a:ext cx="1049655" cy="328930"/>
          </a:xfrm>
          <a:custGeom>
            <a:avLst/>
            <a:gdLst/>
            <a:ahLst/>
            <a:cxnLst/>
            <a:rect l="l" t="t" r="r" b="b"/>
            <a:pathLst>
              <a:path w="1049655" h="328929">
                <a:moveTo>
                  <a:pt x="944752" y="0"/>
                </a:moveTo>
                <a:lnTo>
                  <a:pt x="940054" y="13334"/>
                </a:lnTo>
                <a:lnTo>
                  <a:pt x="959104" y="21597"/>
                </a:lnTo>
                <a:lnTo>
                  <a:pt x="975487" y="33051"/>
                </a:lnTo>
                <a:lnTo>
                  <a:pt x="1000251" y="65531"/>
                </a:lnTo>
                <a:lnTo>
                  <a:pt x="1014825" y="109219"/>
                </a:lnTo>
                <a:lnTo>
                  <a:pt x="1018415" y="134417"/>
                </a:lnTo>
                <a:lnTo>
                  <a:pt x="1018468" y="134790"/>
                </a:lnTo>
                <a:lnTo>
                  <a:pt x="1018448" y="191845"/>
                </a:lnTo>
                <a:lnTo>
                  <a:pt x="1008645" y="241859"/>
                </a:lnTo>
                <a:lnTo>
                  <a:pt x="989103" y="280965"/>
                </a:lnTo>
                <a:lnTo>
                  <a:pt x="959298" y="307306"/>
                </a:lnTo>
                <a:lnTo>
                  <a:pt x="940562" y="315594"/>
                </a:lnTo>
                <a:lnTo>
                  <a:pt x="944752" y="328929"/>
                </a:lnTo>
                <a:lnTo>
                  <a:pt x="989583" y="307895"/>
                </a:lnTo>
                <a:lnTo>
                  <a:pt x="1022604" y="271525"/>
                </a:lnTo>
                <a:lnTo>
                  <a:pt x="1042892" y="222678"/>
                </a:lnTo>
                <a:lnTo>
                  <a:pt x="1049655" y="164591"/>
                </a:lnTo>
                <a:lnTo>
                  <a:pt x="1047965" y="134790"/>
                </a:lnTo>
                <a:lnTo>
                  <a:pt x="1047944" y="134417"/>
                </a:lnTo>
                <a:lnTo>
                  <a:pt x="1034331" y="80974"/>
                </a:lnTo>
                <a:lnTo>
                  <a:pt x="1007475" y="37468"/>
                </a:lnTo>
                <a:lnTo>
                  <a:pt x="968613" y="8616"/>
                </a:lnTo>
                <a:lnTo>
                  <a:pt x="944752" y="0"/>
                </a:lnTo>
                <a:close/>
              </a:path>
              <a:path w="1049655" h="328929">
                <a:moveTo>
                  <a:pt x="104901" y="0"/>
                </a:moveTo>
                <a:lnTo>
                  <a:pt x="60118" y="21113"/>
                </a:lnTo>
                <a:lnTo>
                  <a:pt x="27050" y="57657"/>
                </a:lnTo>
                <a:lnTo>
                  <a:pt x="6762" y="106552"/>
                </a:lnTo>
                <a:lnTo>
                  <a:pt x="99" y="162813"/>
                </a:lnTo>
                <a:lnTo>
                  <a:pt x="0" y="164591"/>
                </a:lnTo>
                <a:lnTo>
                  <a:pt x="6762" y="222678"/>
                </a:lnTo>
                <a:lnTo>
                  <a:pt x="27050" y="271525"/>
                </a:lnTo>
                <a:lnTo>
                  <a:pt x="60023" y="307895"/>
                </a:lnTo>
                <a:lnTo>
                  <a:pt x="104901" y="328929"/>
                </a:lnTo>
                <a:lnTo>
                  <a:pt x="108965" y="315594"/>
                </a:lnTo>
                <a:lnTo>
                  <a:pt x="90249" y="307306"/>
                </a:lnTo>
                <a:lnTo>
                  <a:pt x="74104" y="295767"/>
                </a:lnTo>
                <a:lnTo>
                  <a:pt x="49530" y="262889"/>
                </a:lnTo>
                <a:lnTo>
                  <a:pt x="34845" y="218186"/>
                </a:lnTo>
                <a:lnTo>
                  <a:pt x="30046" y="164591"/>
                </a:lnTo>
                <a:lnTo>
                  <a:pt x="29971" y="162813"/>
                </a:lnTo>
                <a:lnTo>
                  <a:pt x="34845" y="109220"/>
                </a:lnTo>
                <a:lnTo>
                  <a:pt x="49530" y="65531"/>
                </a:lnTo>
                <a:lnTo>
                  <a:pt x="74279" y="33051"/>
                </a:lnTo>
                <a:lnTo>
                  <a:pt x="109600" y="13334"/>
                </a:lnTo>
                <a:lnTo>
                  <a:pt x="104901" y="0"/>
                </a:lnTo>
                <a:close/>
              </a:path>
            </a:pathLst>
          </a:custGeom>
          <a:solidFill>
            <a:srgbClr val="000000"/>
          </a:solidFill>
        </p:spPr>
        <p:txBody>
          <a:bodyPr wrap="square" lIns="0" tIns="0" rIns="0" bIns="0" rtlCol="0"/>
          <a:lstStyle/>
          <a:p>
            <a:endParaRPr/>
          </a:p>
        </p:txBody>
      </p:sp>
      <p:sp>
        <p:nvSpPr>
          <p:cNvPr id="7" name="object 7"/>
          <p:cNvSpPr/>
          <p:nvPr/>
        </p:nvSpPr>
        <p:spPr>
          <a:xfrm>
            <a:off x="2780538" y="3000120"/>
            <a:ext cx="1049655" cy="328930"/>
          </a:xfrm>
          <a:custGeom>
            <a:avLst/>
            <a:gdLst/>
            <a:ahLst/>
            <a:cxnLst/>
            <a:rect l="l" t="t" r="r" b="b"/>
            <a:pathLst>
              <a:path w="1049654" h="328929">
                <a:moveTo>
                  <a:pt x="944752" y="0"/>
                </a:moveTo>
                <a:lnTo>
                  <a:pt x="940053" y="13334"/>
                </a:lnTo>
                <a:lnTo>
                  <a:pt x="959103" y="21597"/>
                </a:lnTo>
                <a:lnTo>
                  <a:pt x="975487" y="33051"/>
                </a:lnTo>
                <a:lnTo>
                  <a:pt x="1000251" y="65531"/>
                </a:lnTo>
                <a:lnTo>
                  <a:pt x="1014825" y="109219"/>
                </a:lnTo>
                <a:lnTo>
                  <a:pt x="1018415" y="134417"/>
                </a:lnTo>
                <a:lnTo>
                  <a:pt x="1018468" y="134790"/>
                </a:lnTo>
                <a:lnTo>
                  <a:pt x="1018448" y="191845"/>
                </a:lnTo>
                <a:lnTo>
                  <a:pt x="1008645" y="241859"/>
                </a:lnTo>
                <a:lnTo>
                  <a:pt x="989103" y="280965"/>
                </a:lnTo>
                <a:lnTo>
                  <a:pt x="959298" y="307306"/>
                </a:lnTo>
                <a:lnTo>
                  <a:pt x="940562" y="315594"/>
                </a:lnTo>
                <a:lnTo>
                  <a:pt x="944752" y="328929"/>
                </a:lnTo>
                <a:lnTo>
                  <a:pt x="989584" y="307895"/>
                </a:lnTo>
                <a:lnTo>
                  <a:pt x="1022603" y="271525"/>
                </a:lnTo>
                <a:lnTo>
                  <a:pt x="1042892" y="222678"/>
                </a:lnTo>
                <a:lnTo>
                  <a:pt x="1049654" y="164591"/>
                </a:lnTo>
                <a:lnTo>
                  <a:pt x="1047965" y="134790"/>
                </a:lnTo>
                <a:lnTo>
                  <a:pt x="1047944" y="134417"/>
                </a:lnTo>
                <a:lnTo>
                  <a:pt x="1034331" y="80974"/>
                </a:lnTo>
                <a:lnTo>
                  <a:pt x="1007475" y="37468"/>
                </a:lnTo>
                <a:lnTo>
                  <a:pt x="968613" y="8616"/>
                </a:lnTo>
                <a:lnTo>
                  <a:pt x="944752" y="0"/>
                </a:lnTo>
                <a:close/>
              </a:path>
              <a:path w="1049654" h="328929">
                <a:moveTo>
                  <a:pt x="104901" y="0"/>
                </a:moveTo>
                <a:lnTo>
                  <a:pt x="60118" y="21113"/>
                </a:lnTo>
                <a:lnTo>
                  <a:pt x="27050" y="57657"/>
                </a:lnTo>
                <a:lnTo>
                  <a:pt x="6762" y="106552"/>
                </a:lnTo>
                <a:lnTo>
                  <a:pt x="99" y="162813"/>
                </a:lnTo>
                <a:lnTo>
                  <a:pt x="0" y="164591"/>
                </a:lnTo>
                <a:lnTo>
                  <a:pt x="6762" y="222678"/>
                </a:lnTo>
                <a:lnTo>
                  <a:pt x="27050" y="271525"/>
                </a:lnTo>
                <a:lnTo>
                  <a:pt x="60023" y="307895"/>
                </a:lnTo>
                <a:lnTo>
                  <a:pt x="104901" y="328929"/>
                </a:lnTo>
                <a:lnTo>
                  <a:pt x="108966" y="315594"/>
                </a:lnTo>
                <a:lnTo>
                  <a:pt x="90249" y="307306"/>
                </a:lnTo>
                <a:lnTo>
                  <a:pt x="74104" y="295767"/>
                </a:lnTo>
                <a:lnTo>
                  <a:pt x="49530" y="262889"/>
                </a:lnTo>
                <a:lnTo>
                  <a:pt x="34845" y="218186"/>
                </a:lnTo>
                <a:lnTo>
                  <a:pt x="30046" y="164591"/>
                </a:lnTo>
                <a:lnTo>
                  <a:pt x="29972" y="162813"/>
                </a:lnTo>
                <a:lnTo>
                  <a:pt x="34845" y="109220"/>
                </a:lnTo>
                <a:lnTo>
                  <a:pt x="49530" y="65531"/>
                </a:lnTo>
                <a:lnTo>
                  <a:pt x="74279" y="33051"/>
                </a:lnTo>
                <a:lnTo>
                  <a:pt x="109600" y="13334"/>
                </a:lnTo>
                <a:lnTo>
                  <a:pt x="104901" y="0"/>
                </a:lnTo>
                <a:close/>
              </a:path>
            </a:pathLst>
          </a:custGeom>
          <a:solidFill>
            <a:srgbClr val="000000"/>
          </a:solidFill>
        </p:spPr>
        <p:txBody>
          <a:bodyPr wrap="square" lIns="0" tIns="0" rIns="0" bIns="0" rtlCol="0"/>
          <a:lstStyle/>
          <a:p>
            <a:endParaRPr/>
          </a:p>
        </p:txBody>
      </p:sp>
      <p:sp>
        <p:nvSpPr>
          <p:cNvPr id="8" name="object 8"/>
          <p:cNvSpPr txBox="1"/>
          <p:nvPr/>
        </p:nvSpPr>
        <p:spPr>
          <a:xfrm>
            <a:off x="307340" y="2898774"/>
            <a:ext cx="4999355" cy="962660"/>
          </a:xfrm>
          <a:prstGeom prst="rect">
            <a:avLst/>
          </a:prstGeom>
        </p:spPr>
        <p:txBody>
          <a:bodyPr vert="horz" wrap="square" lIns="0" tIns="12065" rIns="0" bIns="0" rtlCol="0">
            <a:spAutoFit/>
          </a:bodyPr>
          <a:lstStyle/>
          <a:p>
            <a:pPr marL="88900">
              <a:lnSpc>
                <a:spcPts val="2385"/>
              </a:lnSpc>
              <a:spcBef>
                <a:spcPts val="95"/>
              </a:spcBef>
              <a:tabLst>
                <a:tab pos="1477010" algn="l"/>
                <a:tab pos="2590165" algn="l"/>
                <a:tab pos="3652520" algn="l"/>
              </a:tabLst>
            </a:pPr>
            <a:r>
              <a:rPr sz="2800" dirty="0">
                <a:latin typeface="Calibri"/>
                <a:cs typeface="Calibri"/>
              </a:rPr>
              <a:t>- </a:t>
            </a:r>
            <a:r>
              <a:rPr sz="2800" dirty="0">
                <a:latin typeface="Cambria Math"/>
                <a:cs typeface="Cambria Math"/>
              </a:rPr>
              <a:t>𝐴</a:t>
            </a:r>
            <a:r>
              <a:rPr sz="3075" baseline="29810" dirty="0">
                <a:latin typeface="Cambria Math"/>
                <a:cs typeface="Cambria Math"/>
              </a:rPr>
              <a:t>3</a:t>
            </a:r>
            <a:r>
              <a:rPr sz="3075" spc="705" baseline="29810" dirty="0">
                <a:latin typeface="Cambria Math"/>
                <a:cs typeface="Cambria Math"/>
              </a:rPr>
              <a:t> </a:t>
            </a:r>
            <a:r>
              <a:rPr sz="2800" dirty="0">
                <a:latin typeface="Cambria Math"/>
                <a:cs typeface="Cambria Math"/>
              </a:rPr>
              <a:t>=</a:t>
            </a:r>
            <a:r>
              <a:rPr sz="2800" spc="150" dirty="0">
                <a:latin typeface="Cambria Math"/>
                <a:cs typeface="Cambria Math"/>
              </a:rPr>
              <a:t> </a:t>
            </a:r>
            <a:r>
              <a:rPr sz="2800" spc="-50" dirty="0">
                <a:latin typeface="Cambria Math"/>
                <a:cs typeface="Cambria Math"/>
              </a:rPr>
              <a:t>5</a:t>
            </a:r>
            <a:r>
              <a:rPr sz="2800" dirty="0">
                <a:latin typeface="Cambria Math"/>
                <a:cs typeface="Cambria Math"/>
              </a:rPr>
              <a:t>	5</a:t>
            </a:r>
            <a:r>
              <a:rPr sz="2800" spc="-5" dirty="0">
                <a:latin typeface="Cambria Math"/>
                <a:cs typeface="Cambria Math"/>
              </a:rPr>
              <a:t> </a:t>
            </a:r>
            <a:r>
              <a:rPr sz="2800" dirty="0">
                <a:latin typeface="Cambria Math"/>
                <a:cs typeface="Cambria Math"/>
              </a:rPr>
              <a:t>−</a:t>
            </a:r>
            <a:r>
              <a:rPr sz="2800" spc="-5" dirty="0">
                <a:latin typeface="Cambria Math"/>
                <a:cs typeface="Cambria Math"/>
              </a:rPr>
              <a:t> </a:t>
            </a:r>
            <a:r>
              <a:rPr sz="2800" spc="-50" dirty="0">
                <a:latin typeface="Cambria Math"/>
                <a:cs typeface="Cambria Math"/>
              </a:rPr>
              <a:t>1</a:t>
            </a:r>
            <a:r>
              <a:rPr sz="2800" dirty="0">
                <a:latin typeface="Cambria Math"/>
                <a:cs typeface="Cambria Math"/>
              </a:rPr>
              <a:t>	5</a:t>
            </a:r>
            <a:r>
              <a:rPr sz="2800" spc="-5" dirty="0">
                <a:latin typeface="Cambria Math"/>
                <a:cs typeface="Cambria Math"/>
              </a:rPr>
              <a:t> </a:t>
            </a:r>
            <a:r>
              <a:rPr sz="2800" dirty="0">
                <a:latin typeface="Cambria Math"/>
                <a:cs typeface="Cambria Math"/>
              </a:rPr>
              <a:t>−</a:t>
            </a:r>
            <a:r>
              <a:rPr sz="2800" spc="-5" dirty="0">
                <a:latin typeface="Cambria Math"/>
                <a:cs typeface="Cambria Math"/>
              </a:rPr>
              <a:t> </a:t>
            </a:r>
            <a:r>
              <a:rPr sz="2800" spc="-60" dirty="0">
                <a:latin typeface="Cambria Math"/>
                <a:cs typeface="Cambria Math"/>
              </a:rPr>
              <a:t>2</a:t>
            </a:r>
            <a:r>
              <a:rPr sz="2800" dirty="0">
                <a:latin typeface="Cambria Math"/>
                <a:cs typeface="Cambria Math"/>
              </a:rPr>
              <a:t>	=</a:t>
            </a:r>
            <a:r>
              <a:rPr sz="2800" spc="160" dirty="0">
                <a:latin typeface="Cambria Math"/>
                <a:cs typeface="Cambria Math"/>
              </a:rPr>
              <a:t> </a:t>
            </a:r>
            <a:r>
              <a:rPr sz="2800" spc="-25" dirty="0">
                <a:latin typeface="Cambria Math"/>
                <a:cs typeface="Cambria Math"/>
              </a:rPr>
              <a:t>60</a:t>
            </a:r>
            <a:endParaRPr sz="2800">
              <a:latin typeface="Cambria Math"/>
              <a:cs typeface="Cambria Math"/>
            </a:endParaRPr>
          </a:p>
          <a:p>
            <a:pPr marL="504825">
              <a:lnSpc>
                <a:spcPts val="1485"/>
              </a:lnSpc>
            </a:pPr>
            <a:r>
              <a:rPr sz="2050" spc="-50" dirty="0">
                <a:latin typeface="Cambria Math"/>
                <a:cs typeface="Cambria Math"/>
              </a:rPr>
              <a:t>5</a:t>
            </a:r>
            <a:endParaRPr sz="2050">
              <a:latin typeface="Cambria Math"/>
              <a:cs typeface="Cambria Math"/>
            </a:endParaRPr>
          </a:p>
          <a:p>
            <a:pPr marL="88900">
              <a:lnSpc>
                <a:spcPct val="100000"/>
              </a:lnSpc>
              <a:spcBef>
                <a:spcPts val="150"/>
              </a:spcBef>
            </a:pPr>
            <a:r>
              <a:rPr sz="2800" dirty="0">
                <a:latin typeface="Calibri"/>
                <a:cs typeface="Calibri"/>
              </a:rPr>
              <a:t>-</a:t>
            </a:r>
            <a:r>
              <a:rPr sz="2800" spc="-20" dirty="0">
                <a:latin typeface="Calibri"/>
                <a:cs typeface="Calibri"/>
              </a:rPr>
              <a:t> </a:t>
            </a:r>
            <a:r>
              <a:rPr sz="2800" dirty="0">
                <a:latin typeface="Calibri"/>
                <a:cs typeface="Calibri"/>
              </a:rPr>
              <a:t>Số</a:t>
            </a:r>
            <a:r>
              <a:rPr sz="2800" spc="-30" dirty="0">
                <a:latin typeface="Calibri"/>
                <a:cs typeface="Calibri"/>
              </a:rPr>
              <a:t> </a:t>
            </a:r>
            <a:r>
              <a:rPr sz="2800" dirty="0">
                <a:latin typeface="Calibri"/>
                <a:cs typeface="Calibri"/>
              </a:rPr>
              <a:t>hoán</a:t>
            </a:r>
            <a:r>
              <a:rPr sz="2800" spc="-10" dirty="0">
                <a:latin typeface="Calibri"/>
                <a:cs typeface="Calibri"/>
              </a:rPr>
              <a:t> </a:t>
            </a:r>
            <a:r>
              <a:rPr sz="2800" dirty="0">
                <a:latin typeface="Calibri"/>
                <a:cs typeface="Calibri"/>
              </a:rPr>
              <a:t>vị</a:t>
            </a:r>
            <a:r>
              <a:rPr sz="2800" spc="-40" dirty="0">
                <a:latin typeface="Calibri"/>
                <a:cs typeface="Calibri"/>
              </a:rPr>
              <a:t> </a:t>
            </a:r>
            <a:r>
              <a:rPr sz="2800" dirty="0">
                <a:latin typeface="Calibri"/>
                <a:cs typeface="Calibri"/>
              </a:rPr>
              <a:t>là</a:t>
            </a:r>
            <a:r>
              <a:rPr sz="2800" spc="-30" dirty="0">
                <a:latin typeface="Calibri"/>
                <a:cs typeface="Calibri"/>
              </a:rPr>
              <a:t> </a:t>
            </a:r>
            <a:r>
              <a:rPr sz="2800" dirty="0">
                <a:latin typeface="Calibri"/>
                <a:cs typeface="Calibri"/>
              </a:rPr>
              <a:t>5!</a:t>
            </a:r>
            <a:r>
              <a:rPr sz="2800" spc="-15"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1.2.3.4.5</a:t>
            </a:r>
            <a:r>
              <a:rPr sz="2800" spc="35" dirty="0">
                <a:latin typeface="Calibri"/>
                <a:cs typeface="Calibri"/>
              </a:rPr>
              <a:t> </a:t>
            </a:r>
            <a:r>
              <a:rPr sz="2800" dirty="0">
                <a:latin typeface="Calibri"/>
                <a:cs typeface="Calibri"/>
              </a:rPr>
              <a:t>=</a:t>
            </a:r>
            <a:r>
              <a:rPr sz="2800" spc="-15" dirty="0">
                <a:latin typeface="Calibri"/>
                <a:cs typeface="Calibri"/>
              </a:rPr>
              <a:t> </a:t>
            </a:r>
            <a:r>
              <a:rPr sz="2800" spc="-25" dirty="0">
                <a:latin typeface="Calibri"/>
                <a:cs typeface="Calibri"/>
              </a:rPr>
              <a:t>120</a:t>
            </a:r>
            <a:endParaRPr sz="2800">
              <a:latin typeface="Calibri"/>
              <a:cs typeface="Calibri"/>
            </a:endParaRP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b="1" dirty="0">
                <a:latin typeface="Calibri"/>
                <a:cs typeface="Calibri"/>
              </a:rPr>
              <a:t>2.4.2</a:t>
            </a:r>
            <a:r>
              <a:rPr b="1" spc="-5" dirty="0">
                <a:latin typeface="Calibri"/>
                <a:cs typeface="Calibri"/>
              </a:rPr>
              <a:t> </a:t>
            </a:r>
            <a:r>
              <a:rPr b="1" dirty="0">
                <a:latin typeface="Calibri"/>
                <a:cs typeface="Calibri"/>
              </a:rPr>
              <a:t>Định</a:t>
            </a:r>
            <a:r>
              <a:rPr b="1" spc="-20" dirty="0">
                <a:latin typeface="Calibri"/>
                <a:cs typeface="Calibri"/>
              </a:rPr>
              <a:t> </a:t>
            </a:r>
            <a:r>
              <a:rPr b="1" dirty="0">
                <a:latin typeface="Calibri"/>
                <a:cs typeface="Calibri"/>
              </a:rPr>
              <a:t>lý</a:t>
            </a:r>
            <a:r>
              <a:rPr b="1" spc="-20" dirty="0">
                <a:latin typeface="Calibri"/>
                <a:cs typeface="Calibri"/>
              </a:rPr>
              <a:t> </a:t>
            </a:r>
            <a:r>
              <a:rPr b="1" spc="-50" dirty="0">
                <a:latin typeface="Calibri"/>
                <a:cs typeface="Calibri"/>
              </a:rPr>
              <a:t>:</a:t>
            </a:r>
          </a:p>
        </p:txBody>
      </p:sp>
      <p:sp>
        <p:nvSpPr>
          <p:cNvPr id="3" name="object 3"/>
          <p:cNvSpPr txBox="1"/>
          <p:nvPr/>
        </p:nvSpPr>
        <p:spPr>
          <a:xfrm>
            <a:off x="383540" y="827278"/>
            <a:ext cx="5741670" cy="452120"/>
          </a:xfrm>
          <a:prstGeom prst="rect">
            <a:avLst/>
          </a:prstGeom>
        </p:spPr>
        <p:txBody>
          <a:bodyPr vert="horz" wrap="square" lIns="0" tIns="12065" rIns="0" bIns="0" rtlCol="0">
            <a:spAutoFit/>
          </a:bodyPr>
          <a:lstStyle/>
          <a:p>
            <a:pPr marL="12700">
              <a:lnSpc>
                <a:spcPct val="100000"/>
              </a:lnSpc>
              <a:spcBef>
                <a:spcPts val="95"/>
              </a:spcBef>
              <a:tabLst>
                <a:tab pos="584200" algn="l"/>
              </a:tabLst>
            </a:pPr>
            <a:r>
              <a:rPr sz="2800" spc="-25" dirty="0">
                <a:latin typeface="Calibri"/>
                <a:cs typeface="Calibri"/>
              </a:rPr>
              <a:t>ii)</a:t>
            </a:r>
            <a:r>
              <a:rPr sz="2800" dirty="0">
                <a:latin typeface="Calibri"/>
                <a:cs typeface="Calibri"/>
              </a:rPr>
              <a:t>	Số</a:t>
            </a:r>
            <a:r>
              <a:rPr sz="2800" spc="-40" dirty="0">
                <a:latin typeface="Calibri"/>
                <a:cs typeface="Calibri"/>
              </a:rPr>
              <a:t> </a:t>
            </a:r>
            <a:r>
              <a:rPr sz="2800" dirty="0">
                <a:latin typeface="Calibri"/>
                <a:cs typeface="Calibri"/>
              </a:rPr>
              <a:t>tổ</a:t>
            </a:r>
            <a:r>
              <a:rPr sz="2800" spc="-45" dirty="0">
                <a:latin typeface="Calibri"/>
                <a:cs typeface="Calibri"/>
              </a:rPr>
              <a:t> </a:t>
            </a:r>
            <a:r>
              <a:rPr sz="2800" dirty="0">
                <a:latin typeface="Calibri"/>
                <a:cs typeface="Calibri"/>
              </a:rPr>
              <a:t>hợp</a:t>
            </a:r>
            <a:r>
              <a:rPr sz="2800" spc="-5" dirty="0">
                <a:latin typeface="Calibri"/>
                <a:cs typeface="Calibri"/>
              </a:rPr>
              <a:t> </a:t>
            </a:r>
            <a:r>
              <a:rPr sz="2800" dirty="0">
                <a:latin typeface="Calibri"/>
                <a:cs typeface="Calibri"/>
              </a:rPr>
              <a:t>của</a:t>
            </a:r>
            <a:r>
              <a:rPr sz="2800" spc="-35" dirty="0">
                <a:latin typeface="Calibri"/>
                <a:cs typeface="Calibri"/>
              </a:rPr>
              <a:t> </a:t>
            </a:r>
            <a:r>
              <a:rPr sz="2800" dirty="0">
                <a:latin typeface="Calibri"/>
                <a:cs typeface="Calibri"/>
              </a:rPr>
              <a:t>n</a:t>
            </a:r>
            <a:r>
              <a:rPr sz="2800" spc="-30" dirty="0">
                <a:latin typeface="Calibri"/>
                <a:cs typeface="Calibri"/>
              </a:rPr>
              <a:t> </a:t>
            </a:r>
            <a:r>
              <a:rPr sz="2800" dirty="0">
                <a:latin typeface="Calibri"/>
                <a:cs typeface="Calibri"/>
              </a:rPr>
              <a:t>phần</a:t>
            </a:r>
            <a:r>
              <a:rPr sz="2800" spc="-25" dirty="0">
                <a:latin typeface="Calibri"/>
                <a:cs typeface="Calibri"/>
              </a:rPr>
              <a:t> </a:t>
            </a:r>
            <a:r>
              <a:rPr sz="2800" dirty="0">
                <a:latin typeface="Calibri"/>
                <a:cs typeface="Calibri"/>
              </a:rPr>
              <a:t>tử</a:t>
            </a:r>
            <a:r>
              <a:rPr sz="2800" spc="-35" dirty="0">
                <a:latin typeface="Calibri"/>
                <a:cs typeface="Calibri"/>
              </a:rPr>
              <a:t> </a:t>
            </a:r>
            <a:r>
              <a:rPr sz="2800" dirty="0">
                <a:latin typeface="Calibri"/>
                <a:cs typeface="Calibri"/>
              </a:rPr>
              <a:t>chọn</a:t>
            </a:r>
            <a:r>
              <a:rPr sz="2800" spc="-20" dirty="0">
                <a:latin typeface="Calibri"/>
                <a:cs typeface="Calibri"/>
              </a:rPr>
              <a:t> </a:t>
            </a:r>
            <a:r>
              <a:rPr sz="2800" dirty="0">
                <a:latin typeface="Calibri"/>
                <a:cs typeface="Calibri"/>
              </a:rPr>
              <a:t>m</a:t>
            </a:r>
            <a:r>
              <a:rPr sz="2800" spc="-30" dirty="0">
                <a:latin typeface="Calibri"/>
                <a:cs typeface="Calibri"/>
              </a:rPr>
              <a:t> </a:t>
            </a:r>
            <a:r>
              <a:rPr sz="2800" dirty="0">
                <a:latin typeface="Calibri"/>
                <a:cs typeface="Calibri"/>
              </a:rPr>
              <a:t>là</a:t>
            </a:r>
            <a:r>
              <a:rPr sz="2800" spc="-50" dirty="0">
                <a:latin typeface="Calibri"/>
                <a:cs typeface="Calibri"/>
              </a:rPr>
              <a:t> :</a:t>
            </a:r>
            <a:endParaRPr sz="2800">
              <a:latin typeface="Calibri"/>
              <a:cs typeface="Calibri"/>
            </a:endParaRPr>
          </a:p>
        </p:txBody>
      </p:sp>
      <p:sp>
        <p:nvSpPr>
          <p:cNvPr id="4" name="object 4"/>
          <p:cNvSpPr txBox="1"/>
          <p:nvPr/>
        </p:nvSpPr>
        <p:spPr>
          <a:xfrm>
            <a:off x="3794886" y="1673098"/>
            <a:ext cx="193675" cy="336550"/>
          </a:xfrm>
          <a:prstGeom prst="rect">
            <a:avLst/>
          </a:prstGeom>
        </p:spPr>
        <p:txBody>
          <a:bodyPr vert="horz" wrap="square" lIns="0" tIns="11430" rIns="0" bIns="0" rtlCol="0">
            <a:spAutoFit/>
          </a:bodyPr>
          <a:lstStyle/>
          <a:p>
            <a:pPr marL="12700">
              <a:lnSpc>
                <a:spcPct val="100000"/>
              </a:lnSpc>
              <a:spcBef>
                <a:spcPts val="90"/>
              </a:spcBef>
            </a:pPr>
            <a:r>
              <a:rPr sz="2050" spc="90" dirty="0">
                <a:latin typeface="Cambria Math"/>
                <a:cs typeface="Cambria Math"/>
              </a:rPr>
              <a:t>𝑛</a:t>
            </a:r>
            <a:endParaRPr sz="2050">
              <a:latin typeface="Cambria Math"/>
              <a:cs typeface="Cambria Math"/>
            </a:endParaRPr>
          </a:p>
        </p:txBody>
      </p:sp>
      <p:sp>
        <p:nvSpPr>
          <p:cNvPr id="5" name="object 5"/>
          <p:cNvSpPr txBox="1"/>
          <p:nvPr/>
        </p:nvSpPr>
        <p:spPr>
          <a:xfrm>
            <a:off x="2193289" y="1503629"/>
            <a:ext cx="2322195" cy="452120"/>
          </a:xfrm>
          <a:prstGeom prst="rect">
            <a:avLst/>
          </a:prstGeom>
        </p:spPr>
        <p:txBody>
          <a:bodyPr vert="horz" wrap="square" lIns="0" tIns="12065" rIns="0" bIns="0" rtlCol="0">
            <a:spAutoFit/>
          </a:bodyPr>
          <a:lstStyle/>
          <a:p>
            <a:pPr marL="38100">
              <a:lnSpc>
                <a:spcPct val="100000"/>
              </a:lnSpc>
              <a:spcBef>
                <a:spcPts val="95"/>
              </a:spcBef>
            </a:pPr>
            <a:r>
              <a:rPr sz="2800" dirty="0">
                <a:latin typeface="Calibri"/>
                <a:cs typeface="Calibri"/>
              </a:rPr>
              <a:t>C(m,</a:t>
            </a:r>
            <a:r>
              <a:rPr sz="2800" spc="-15" dirty="0">
                <a:latin typeface="Calibri"/>
                <a:cs typeface="Calibri"/>
              </a:rPr>
              <a:t> </a:t>
            </a:r>
            <a:r>
              <a:rPr sz="2800" dirty="0">
                <a:latin typeface="Calibri"/>
                <a:cs typeface="Calibri"/>
              </a:rPr>
              <a:t>n)</a:t>
            </a:r>
            <a:r>
              <a:rPr sz="2800" spc="-10" dirty="0">
                <a:latin typeface="Calibri"/>
                <a:cs typeface="Calibri"/>
              </a:rPr>
              <a:t> </a:t>
            </a:r>
            <a:r>
              <a:rPr sz="2800" dirty="0">
                <a:latin typeface="Calibri"/>
                <a:cs typeface="Calibri"/>
              </a:rPr>
              <a:t>=</a:t>
            </a:r>
            <a:r>
              <a:rPr sz="2800" spc="-15" dirty="0">
                <a:latin typeface="Calibri"/>
                <a:cs typeface="Calibri"/>
              </a:rPr>
              <a:t> </a:t>
            </a:r>
            <a:r>
              <a:rPr sz="2800" spc="165" dirty="0">
                <a:latin typeface="Cambria Math"/>
                <a:cs typeface="Cambria Math"/>
              </a:rPr>
              <a:t>𝐶</a:t>
            </a:r>
            <a:r>
              <a:rPr sz="3075" spc="247" baseline="27100" dirty="0">
                <a:latin typeface="Cambria Math"/>
                <a:cs typeface="Cambria Math"/>
              </a:rPr>
              <a:t>𝑚</a:t>
            </a:r>
            <a:r>
              <a:rPr sz="3075" spc="675" baseline="27100" dirty="0">
                <a:latin typeface="Cambria Math"/>
                <a:cs typeface="Cambria Math"/>
              </a:rPr>
              <a:t> </a:t>
            </a:r>
            <a:r>
              <a:rPr sz="2800" spc="-50" dirty="0">
                <a:latin typeface="Cambria Math"/>
                <a:cs typeface="Cambria Math"/>
              </a:rPr>
              <a:t>=</a:t>
            </a:r>
            <a:endParaRPr sz="2800">
              <a:latin typeface="Cambria Math"/>
              <a:cs typeface="Cambria Math"/>
            </a:endParaRPr>
          </a:p>
        </p:txBody>
      </p:sp>
      <p:sp>
        <p:nvSpPr>
          <p:cNvPr id="6" name="object 6"/>
          <p:cNvSpPr/>
          <p:nvPr/>
        </p:nvSpPr>
        <p:spPr>
          <a:xfrm>
            <a:off x="4605528" y="1477010"/>
            <a:ext cx="591820" cy="586105"/>
          </a:xfrm>
          <a:custGeom>
            <a:avLst/>
            <a:gdLst/>
            <a:ahLst/>
            <a:cxnLst/>
            <a:rect l="l" t="t" r="r" b="b"/>
            <a:pathLst>
              <a:path w="591820" h="586105">
                <a:moveTo>
                  <a:pt x="465074" y="0"/>
                </a:moveTo>
                <a:lnTo>
                  <a:pt x="459486" y="13842"/>
                </a:lnTo>
                <a:lnTo>
                  <a:pt x="481318" y="31632"/>
                </a:lnTo>
                <a:lnTo>
                  <a:pt x="500697" y="54721"/>
                </a:lnTo>
                <a:lnTo>
                  <a:pt x="532002" y="116839"/>
                </a:lnTo>
                <a:lnTo>
                  <a:pt x="543597" y="155078"/>
                </a:lnTo>
                <a:lnTo>
                  <a:pt x="551894" y="197199"/>
                </a:lnTo>
                <a:lnTo>
                  <a:pt x="556881" y="243177"/>
                </a:lnTo>
                <a:lnTo>
                  <a:pt x="558537" y="292735"/>
                </a:lnTo>
                <a:lnTo>
                  <a:pt x="558546" y="292988"/>
                </a:lnTo>
                <a:lnTo>
                  <a:pt x="556902" y="342070"/>
                </a:lnTo>
                <a:lnTo>
                  <a:pt x="551973" y="387603"/>
                </a:lnTo>
                <a:lnTo>
                  <a:pt x="543758" y="429613"/>
                </a:lnTo>
                <a:lnTo>
                  <a:pt x="532257" y="468122"/>
                </a:lnTo>
                <a:lnTo>
                  <a:pt x="500919" y="530812"/>
                </a:lnTo>
                <a:lnTo>
                  <a:pt x="459486" y="571880"/>
                </a:lnTo>
                <a:lnTo>
                  <a:pt x="465074" y="585724"/>
                </a:lnTo>
                <a:lnTo>
                  <a:pt x="517191" y="544004"/>
                </a:lnTo>
                <a:lnTo>
                  <a:pt x="557402" y="477138"/>
                </a:lnTo>
                <a:lnTo>
                  <a:pt x="572385" y="435824"/>
                </a:lnTo>
                <a:lnTo>
                  <a:pt x="583057" y="391318"/>
                </a:lnTo>
                <a:lnTo>
                  <a:pt x="589442" y="343622"/>
                </a:lnTo>
                <a:lnTo>
                  <a:pt x="591555" y="292988"/>
                </a:lnTo>
                <a:lnTo>
                  <a:pt x="591566" y="292735"/>
                </a:lnTo>
                <a:lnTo>
                  <a:pt x="589512" y="243177"/>
                </a:lnTo>
                <a:lnTo>
                  <a:pt x="589442" y="241488"/>
                </a:lnTo>
                <a:lnTo>
                  <a:pt x="583057" y="193659"/>
                </a:lnTo>
                <a:lnTo>
                  <a:pt x="572385" y="149234"/>
                </a:lnTo>
                <a:lnTo>
                  <a:pt x="557402" y="108203"/>
                </a:lnTo>
                <a:lnTo>
                  <a:pt x="538779" y="71937"/>
                </a:lnTo>
                <a:lnTo>
                  <a:pt x="492627" y="17835"/>
                </a:lnTo>
                <a:lnTo>
                  <a:pt x="465074" y="0"/>
                </a:lnTo>
                <a:close/>
              </a:path>
              <a:path w="591820" h="586105">
                <a:moveTo>
                  <a:pt x="126492" y="0"/>
                </a:moveTo>
                <a:lnTo>
                  <a:pt x="74485" y="41814"/>
                </a:lnTo>
                <a:lnTo>
                  <a:pt x="34289" y="108203"/>
                </a:lnTo>
                <a:lnTo>
                  <a:pt x="19288" y="149234"/>
                </a:lnTo>
                <a:lnTo>
                  <a:pt x="8572" y="193659"/>
                </a:lnTo>
                <a:lnTo>
                  <a:pt x="2143" y="241488"/>
                </a:lnTo>
                <a:lnTo>
                  <a:pt x="0" y="292735"/>
                </a:lnTo>
                <a:lnTo>
                  <a:pt x="2077" y="342070"/>
                </a:lnTo>
                <a:lnTo>
                  <a:pt x="8572" y="391318"/>
                </a:lnTo>
                <a:lnTo>
                  <a:pt x="19288" y="435824"/>
                </a:lnTo>
                <a:lnTo>
                  <a:pt x="34289" y="477138"/>
                </a:lnTo>
                <a:lnTo>
                  <a:pt x="52911" y="513714"/>
                </a:lnTo>
                <a:lnTo>
                  <a:pt x="99012" y="568007"/>
                </a:lnTo>
                <a:lnTo>
                  <a:pt x="126492" y="585724"/>
                </a:lnTo>
                <a:lnTo>
                  <a:pt x="132207" y="571880"/>
                </a:lnTo>
                <a:lnTo>
                  <a:pt x="110154" y="554043"/>
                </a:lnTo>
                <a:lnTo>
                  <a:pt x="90662" y="530812"/>
                </a:lnTo>
                <a:lnTo>
                  <a:pt x="59309" y="468122"/>
                </a:lnTo>
                <a:lnTo>
                  <a:pt x="47880" y="429613"/>
                </a:lnTo>
                <a:lnTo>
                  <a:pt x="39703" y="387603"/>
                </a:lnTo>
                <a:lnTo>
                  <a:pt x="34788" y="342070"/>
                </a:lnTo>
                <a:lnTo>
                  <a:pt x="33147" y="292988"/>
                </a:lnTo>
                <a:lnTo>
                  <a:pt x="34792" y="243177"/>
                </a:lnTo>
                <a:lnTo>
                  <a:pt x="39735" y="197199"/>
                </a:lnTo>
                <a:lnTo>
                  <a:pt x="47988" y="155078"/>
                </a:lnTo>
                <a:lnTo>
                  <a:pt x="59562" y="116839"/>
                </a:lnTo>
                <a:lnTo>
                  <a:pt x="90932" y="54721"/>
                </a:lnTo>
                <a:lnTo>
                  <a:pt x="132207" y="13842"/>
                </a:lnTo>
                <a:lnTo>
                  <a:pt x="126492" y="0"/>
                </a:lnTo>
                <a:close/>
              </a:path>
            </a:pathLst>
          </a:custGeom>
          <a:solidFill>
            <a:srgbClr val="000000"/>
          </a:solidFill>
        </p:spPr>
        <p:txBody>
          <a:bodyPr wrap="square" lIns="0" tIns="0" rIns="0" bIns="0" rtlCol="0"/>
          <a:lstStyle/>
          <a:p>
            <a:endParaRPr/>
          </a:p>
        </p:txBody>
      </p:sp>
      <p:sp>
        <p:nvSpPr>
          <p:cNvPr id="7" name="object 7"/>
          <p:cNvSpPr txBox="1"/>
          <p:nvPr/>
        </p:nvSpPr>
        <p:spPr>
          <a:xfrm>
            <a:off x="4738496" y="1276858"/>
            <a:ext cx="323850" cy="869315"/>
          </a:xfrm>
          <a:prstGeom prst="rect">
            <a:avLst/>
          </a:prstGeom>
        </p:spPr>
        <p:txBody>
          <a:bodyPr vert="horz" wrap="square" lIns="0" tIns="12065" rIns="0" bIns="0" rtlCol="0">
            <a:spAutoFit/>
          </a:bodyPr>
          <a:lstStyle/>
          <a:p>
            <a:pPr marL="57785">
              <a:lnSpc>
                <a:spcPts val="3325"/>
              </a:lnSpc>
              <a:spcBef>
                <a:spcPts val="95"/>
              </a:spcBef>
            </a:pPr>
            <a:r>
              <a:rPr sz="2800" spc="-50" dirty="0">
                <a:latin typeface="Cambria Math"/>
                <a:cs typeface="Cambria Math"/>
              </a:rPr>
              <a:t>𝑛</a:t>
            </a:r>
            <a:endParaRPr sz="2800">
              <a:latin typeface="Cambria Math"/>
              <a:cs typeface="Cambria Math"/>
            </a:endParaRPr>
          </a:p>
          <a:p>
            <a:pPr marL="12700">
              <a:lnSpc>
                <a:spcPts val="3325"/>
              </a:lnSpc>
            </a:pPr>
            <a:r>
              <a:rPr sz="2800" spc="-50" dirty="0">
                <a:latin typeface="Cambria Math"/>
                <a:cs typeface="Cambria Math"/>
              </a:rPr>
              <a:t>𝑚</a:t>
            </a:r>
            <a:endParaRPr sz="2800">
              <a:latin typeface="Cambria Math"/>
              <a:cs typeface="Cambria Math"/>
            </a:endParaRPr>
          </a:p>
        </p:txBody>
      </p:sp>
      <p:sp>
        <p:nvSpPr>
          <p:cNvPr id="8" name="object 8"/>
          <p:cNvSpPr txBox="1"/>
          <p:nvPr/>
        </p:nvSpPr>
        <p:spPr>
          <a:xfrm>
            <a:off x="5316092" y="1503629"/>
            <a:ext cx="291465" cy="452120"/>
          </a:xfrm>
          <a:prstGeom prst="rect">
            <a:avLst/>
          </a:prstGeom>
        </p:spPr>
        <p:txBody>
          <a:bodyPr vert="horz" wrap="square" lIns="0" tIns="12065" rIns="0" bIns="0" rtlCol="0">
            <a:spAutoFit/>
          </a:bodyPr>
          <a:lstStyle/>
          <a:p>
            <a:pPr marL="12700">
              <a:lnSpc>
                <a:spcPct val="100000"/>
              </a:lnSpc>
              <a:spcBef>
                <a:spcPts val="95"/>
              </a:spcBef>
            </a:pPr>
            <a:r>
              <a:rPr sz="2800" spc="-50" dirty="0">
                <a:latin typeface="Cambria Math"/>
                <a:cs typeface="Cambria Math"/>
              </a:rPr>
              <a:t>=</a:t>
            </a:r>
            <a:endParaRPr sz="2800">
              <a:latin typeface="Cambria Math"/>
              <a:cs typeface="Cambria Math"/>
            </a:endParaRPr>
          </a:p>
        </p:txBody>
      </p:sp>
      <p:sp>
        <p:nvSpPr>
          <p:cNvPr id="9" name="object 9"/>
          <p:cNvSpPr/>
          <p:nvPr/>
        </p:nvSpPr>
        <p:spPr>
          <a:xfrm>
            <a:off x="5690615" y="1758695"/>
            <a:ext cx="1221105" cy="22860"/>
          </a:xfrm>
          <a:custGeom>
            <a:avLst/>
            <a:gdLst/>
            <a:ahLst/>
            <a:cxnLst/>
            <a:rect l="l" t="t" r="r" b="b"/>
            <a:pathLst>
              <a:path w="1221104" h="22860">
                <a:moveTo>
                  <a:pt x="1220724" y="0"/>
                </a:moveTo>
                <a:lnTo>
                  <a:pt x="0" y="0"/>
                </a:lnTo>
                <a:lnTo>
                  <a:pt x="0" y="22860"/>
                </a:lnTo>
                <a:lnTo>
                  <a:pt x="1220724" y="22860"/>
                </a:lnTo>
                <a:lnTo>
                  <a:pt x="1220724" y="0"/>
                </a:lnTo>
                <a:close/>
              </a:path>
            </a:pathLst>
          </a:custGeom>
          <a:solidFill>
            <a:srgbClr val="000000"/>
          </a:solidFill>
        </p:spPr>
        <p:txBody>
          <a:bodyPr wrap="square" lIns="0" tIns="0" rIns="0" bIns="0" rtlCol="0"/>
          <a:lstStyle/>
          <a:p>
            <a:endParaRPr/>
          </a:p>
        </p:txBody>
      </p:sp>
      <p:sp>
        <p:nvSpPr>
          <p:cNvPr id="10" name="object 10"/>
          <p:cNvSpPr txBox="1"/>
          <p:nvPr/>
        </p:nvSpPr>
        <p:spPr>
          <a:xfrm>
            <a:off x="6165341" y="1391158"/>
            <a:ext cx="273685" cy="336550"/>
          </a:xfrm>
          <a:prstGeom prst="rect">
            <a:avLst/>
          </a:prstGeom>
        </p:spPr>
        <p:txBody>
          <a:bodyPr vert="horz" wrap="square" lIns="0" tIns="11430" rIns="0" bIns="0" rtlCol="0">
            <a:spAutoFit/>
          </a:bodyPr>
          <a:lstStyle/>
          <a:p>
            <a:pPr marL="12700">
              <a:lnSpc>
                <a:spcPct val="100000"/>
              </a:lnSpc>
              <a:spcBef>
                <a:spcPts val="90"/>
              </a:spcBef>
            </a:pPr>
            <a:r>
              <a:rPr sz="2050" spc="60" dirty="0">
                <a:latin typeface="Cambria Math"/>
                <a:cs typeface="Cambria Math"/>
              </a:rPr>
              <a:t>𝑛!</a:t>
            </a:r>
            <a:endParaRPr sz="2050">
              <a:latin typeface="Cambria Math"/>
              <a:cs typeface="Cambria Math"/>
            </a:endParaRPr>
          </a:p>
        </p:txBody>
      </p:sp>
      <p:sp>
        <p:nvSpPr>
          <p:cNvPr id="11" name="object 11"/>
          <p:cNvSpPr/>
          <p:nvPr/>
        </p:nvSpPr>
        <p:spPr>
          <a:xfrm>
            <a:off x="6036436" y="1854835"/>
            <a:ext cx="778510" cy="240029"/>
          </a:xfrm>
          <a:custGeom>
            <a:avLst/>
            <a:gdLst/>
            <a:ahLst/>
            <a:cxnLst/>
            <a:rect l="l" t="t" r="r" b="b"/>
            <a:pathLst>
              <a:path w="778509" h="240030">
                <a:moveTo>
                  <a:pt x="701802" y="0"/>
                </a:moveTo>
                <a:lnTo>
                  <a:pt x="698372" y="9651"/>
                </a:lnTo>
                <a:lnTo>
                  <a:pt x="712255" y="15676"/>
                </a:lnTo>
                <a:lnTo>
                  <a:pt x="724185" y="24034"/>
                </a:lnTo>
                <a:lnTo>
                  <a:pt x="748428" y="62773"/>
                </a:lnTo>
                <a:lnTo>
                  <a:pt x="756412" y="118744"/>
                </a:lnTo>
                <a:lnTo>
                  <a:pt x="755528" y="139888"/>
                </a:lnTo>
                <a:lnTo>
                  <a:pt x="742188" y="191769"/>
                </a:lnTo>
                <a:lnTo>
                  <a:pt x="712398" y="224131"/>
                </a:lnTo>
                <a:lnTo>
                  <a:pt x="698754" y="230250"/>
                </a:lnTo>
                <a:lnTo>
                  <a:pt x="701802" y="239902"/>
                </a:lnTo>
                <a:lnTo>
                  <a:pt x="747593" y="212685"/>
                </a:lnTo>
                <a:lnTo>
                  <a:pt x="773366" y="162385"/>
                </a:lnTo>
                <a:lnTo>
                  <a:pt x="778256" y="120014"/>
                </a:lnTo>
                <a:lnTo>
                  <a:pt x="777033" y="98294"/>
                </a:lnTo>
                <a:lnTo>
                  <a:pt x="777017" y="98008"/>
                </a:lnTo>
                <a:lnTo>
                  <a:pt x="767111" y="59043"/>
                </a:lnTo>
                <a:lnTo>
                  <a:pt x="734456" y="15351"/>
                </a:lnTo>
                <a:lnTo>
                  <a:pt x="719206" y="6264"/>
                </a:lnTo>
                <a:lnTo>
                  <a:pt x="701802" y="0"/>
                </a:lnTo>
                <a:close/>
              </a:path>
              <a:path w="778509" h="240030">
                <a:moveTo>
                  <a:pt x="76580" y="0"/>
                </a:moveTo>
                <a:lnTo>
                  <a:pt x="30789" y="27271"/>
                </a:lnTo>
                <a:lnTo>
                  <a:pt x="4953" y="77692"/>
                </a:lnTo>
                <a:lnTo>
                  <a:pt x="71" y="118744"/>
                </a:lnTo>
                <a:lnTo>
                  <a:pt x="0" y="120014"/>
                </a:lnTo>
                <a:lnTo>
                  <a:pt x="1117" y="139888"/>
                </a:lnTo>
                <a:lnTo>
                  <a:pt x="11144" y="181040"/>
                </a:lnTo>
                <a:lnTo>
                  <a:pt x="43814" y="224567"/>
                </a:lnTo>
                <a:lnTo>
                  <a:pt x="76580" y="239902"/>
                </a:lnTo>
                <a:lnTo>
                  <a:pt x="79628" y="230250"/>
                </a:lnTo>
                <a:lnTo>
                  <a:pt x="65912" y="224131"/>
                </a:lnTo>
                <a:lnTo>
                  <a:pt x="54101" y="215677"/>
                </a:lnTo>
                <a:lnTo>
                  <a:pt x="29954" y="176412"/>
                </a:lnTo>
                <a:lnTo>
                  <a:pt x="22024" y="120014"/>
                </a:lnTo>
                <a:lnTo>
                  <a:pt x="21971" y="118744"/>
                </a:lnTo>
                <a:lnTo>
                  <a:pt x="22854" y="98294"/>
                </a:lnTo>
                <a:lnTo>
                  <a:pt x="36195" y="47751"/>
                </a:lnTo>
                <a:lnTo>
                  <a:pt x="66127" y="15676"/>
                </a:lnTo>
                <a:lnTo>
                  <a:pt x="80010" y="9651"/>
                </a:lnTo>
                <a:lnTo>
                  <a:pt x="76580" y="0"/>
                </a:lnTo>
                <a:close/>
              </a:path>
            </a:pathLst>
          </a:custGeom>
          <a:solidFill>
            <a:srgbClr val="000000"/>
          </a:solidFill>
        </p:spPr>
        <p:txBody>
          <a:bodyPr wrap="square" lIns="0" tIns="0" rIns="0" bIns="0" rtlCol="0"/>
          <a:lstStyle/>
          <a:p>
            <a:endParaRPr/>
          </a:p>
        </p:txBody>
      </p:sp>
      <p:sp>
        <p:nvSpPr>
          <p:cNvPr id="12" name="object 12"/>
          <p:cNvSpPr txBox="1"/>
          <p:nvPr/>
        </p:nvSpPr>
        <p:spPr>
          <a:xfrm>
            <a:off x="5678804" y="1777949"/>
            <a:ext cx="1247775" cy="337185"/>
          </a:xfrm>
          <a:prstGeom prst="rect">
            <a:avLst/>
          </a:prstGeom>
        </p:spPr>
        <p:txBody>
          <a:bodyPr vert="horz" wrap="square" lIns="0" tIns="11430" rIns="0" bIns="0" rtlCol="0">
            <a:spAutoFit/>
          </a:bodyPr>
          <a:lstStyle/>
          <a:p>
            <a:pPr marL="12700">
              <a:lnSpc>
                <a:spcPct val="100000"/>
              </a:lnSpc>
              <a:spcBef>
                <a:spcPts val="90"/>
              </a:spcBef>
            </a:pPr>
            <a:r>
              <a:rPr sz="2050" spc="110" dirty="0">
                <a:latin typeface="Cambria Math"/>
                <a:cs typeface="Cambria Math"/>
              </a:rPr>
              <a:t>𝑚!</a:t>
            </a:r>
            <a:r>
              <a:rPr sz="2050" spc="415" dirty="0">
                <a:latin typeface="Cambria Math"/>
                <a:cs typeface="Cambria Math"/>
              </a:rPr>
              <a:t> </a:t>
            </a:r>
            <a:r>
              <a:rPr sz="2050" spc="95" dirty="0">
                <a:latin typeface="Cambria Math"/>
                <a:cs typeface="Cambria Math"/>
              </a:rPr>
              <a:t>𝑛−𝑚</a:t>
            </a:r>
            <a:r>
              <a:rPr sz="2050" spc="434" dirty="0">
                <a:latin typeface="Cambria Math"/>
                <a:cs typeface="Cambria Math"/>
              </a:rPr>
              <a:t> </a:t>
            </a:r>
            <a:r>
              <a:rPr sz="2050" spc="-50" dirty="0">
                <a:latin typeface="Cambria Math"/>
                <a:cs typeface="Cambria Math"/>
              </a:rPr>
              <a:t>!</a:t>
            </a:r>
            <a:endParaRPr sz="2050">
              <a:latin typeface="Cambria Math"/>
              <a:cs typeface="Cambria Math"/>
            </a:endParaRPr>
          </a:p>
        </p:txBody>
      </p:sp>
      <p:sp>
        <p:nvSpPr>
          <p:cNvPr id="13" name="object 13"/>
          <p:cNvSpPr txBox="1"/>
          <p:nvPr/>
        </p:nvSpPr>
        <p:spPr>
          <a:xfrm>
            <a:off x="383540" y="2659506"/>
            <a:ext cx="8245475" cy="452120"/>
          </a:xfrm>
          <a:prstGeom prst="rect">
            <a:avLst/>
          </a:prstGeom>
        </p:spPr>
        <p:txBody>
          <a:bodyPr vert="horz" wrap="square" lIns="0" tIns="12065" rIns="0" bIns="0" rtlCol="0">
            <a:spAutoFit/>
          </a:bodyPr>
          <a:lstStyle/>
          <a:p>
            <a:pPr marL="12700">
              <a:lnSpc>
                <a:spcPct val="100000"/>
              </a:lnSpc>
              <a:spcBef>
                <a:spcPts val="95"/>
              </a:spcBef>
            </a:pPr>
            <a:r>
              <a:rPr sz="2800" dirty="0">
                <a:latin typeface="Calibri"/>
                <a:cs typeface="Calibri"/>
              </a:rPr>
              <a:t>VD</a:t>
            </a:r>
            <a:r>
              <a:rPr sz="2800" spc="-50" dirty="0">
                <a:latin typeface="Calibri"/>
                <a:cs typeface="Calibri"/>
              </a:rPr>
              <a:t> </a:t>
            </a:r>
            <a:r>
              <a:rPr sz="2800" dirty="0">
                <a:latin typeface="Calibri"/>
                <a:cs typeface="Calibri"/>
              </a:rPr>
              <a:t>:</a:t>
            </a:r>
            <a:r>
              <a:rPr sz="2800" spc="-35" dirty="0">
                <a:latin typeface="Calibri"/>
                <a:cs typeface="Calibri"/>
              </a:rPr>
              <a:t> </a:t>
            </a:r>
            <a:r>
              <a:rPr sz="2800" dirty="0">
                <a:latin typeface="Calibri"/>
                <a:cs typeface="Calibri"/>
              </a:rPr>
              <a:t>B={1,2,3,4,5}, m=3.</a:t>
            </a:r>
            <a:r>
              <a:rPr sz="2800" spc="-30" dirty="0">
                <a:latin typeface="Calibri"/>
                <a:cs typeface="Calibri"/>
              </a:rPr>
              <a:t> </a:t>
            </a:r>
            <a:r>
              <a:rPr sz="2800" dirty="0">
                <a:latin typeface="Calibri"/>
                <a:cs typeface="Calibri"/>
              </a:rPr>
              <a:t>Số</a:t>
            </a:r>
            <a:r>
              <a:rPr sz="2800" spc="-40" dirty="0">
                <a:latin typeface="Calibri"/>
                <a:cs typeface="Calibri"/>
              </a:rPr>
              <a:t> </a:t>
            </a:r>
            <a:r>
              <a:rPr sz="2800" dirty="0">
                <a:latin typeface="Calibri"/>
                <a:cs typeface="Calibri"/>
              </a:rPr>
              <a:t>tổ</a:t>
            </a:r>
            <a:r>
              <a:rPr sz="2800" spc="-55" dirty="0">
                <a:latin typeface="Calibri"/>
                <a:cs typeface="Calibri"/>
              </a:rPr>
              <a:t> </a:t>
            </a:r>
            <a:r>
              <a:rPr sz="2800" dirty="0">
                <a:latin typeface="Calibri"/>
                <a:cs typeface="Calibri"/>
              </a:rPr>
              <a:t>hợp</a:t>
            </a:r>
            <a:r>
              <a:rPr sz="2800" spc="-30" dirty="0">
                <a:latin typeface="Calibri"/>
                <a:cs typeface="Calibri"/>
              </a:rPr>
              <a:t> </a:t>
            </a:r>
            <a:r>
              <a:rPr sz="2800" dirty="0">
                <a:latin typeface="Calibri"/>
                <a:cs typeface="Calibri"/>
              </a:rPr>
              <a:t>của</a:t>
            </a:r>
            <a:r>
              <a:rPr sz="2800" spc="-45" dirty="0">
                <a:latin typeface="Calibri"/>
                <a:cs typeface="Calibri"/>
              </a:rPr>
              <a:t> </a:t>
            </a:r>
            <a:r>
              <a:rPr sz="2800" dirty="0">
                <a:latin typeface="Calibri"/>
                <a:cs typeface="Calibri"/>
              </a:rPr>
              <a:t>5</a:t>
            </a:r>
            <a:r>
              <a:rPr sz="2800" spc="-40" dirty="0">
                <a:latin typeface="Calibri"/>
                <a:cs typeface="Calibri"/>
              </a:rPr>
              <a:t> </a:t>
            </a:r>
            <a:r>
              <a:rPr sz="2800" dirty="0">
                <a:latin typeface="Calibri"/>
                <a:cs typeface="Calibri"/>
              </a:rPr>
              <a:t>phần</a:t>
            </a:r>
            <a:r>
              <a:rPr sz="2800" spc="-25" dirty="0">
                <a:latin typeface="Calibri"/>
                <a:cs typeface="Calibri"/>
              </a:rPr>
              <a:t> </a:t>
            </a:r>
            <a:r>
              <a:rPr sz="2800" dirty="0">
                <a:latin typeface="Calibri"/>
                <a:cs typeface="Calibri"/>
              </a:rPr>
              <a:t>tử</a:t>
            </a:r>
            <a:r>
              <a:rPr sz="2800" spc="-50" dirty="0">
                <a:latin typeface="Calibri"/>
                <a:cs typeface="Calibri"/>
              </a:rPr>
              <a:t> </a:t>
            </a:r>
            <a:r>
              <a:rPr sz="2800" dirty="0">
                <a:latin typeface="Calibri"/>
                <a:cs typeface="Calibri"/>
              </a:rPr>
              <a:t>chọn</a:t>
            </a:r>
            <a:r>
              <a:rPr sz="2800" spc="-35" dirty="0">
                <a:latin typeface="Calibri"/>
                <a:cs typeface="Calibri"/>
              </a:rPr>
              <a:t> </a:t>
            </a:r>
            <a:r>
              <a:rPr sz="2800" dirty="0">
                <a:latin typeface="Calibri"/>
                <a:cs typeface="Calibri"/>
              </a:rPr>
              <a:t>3</a:t>
            </a:r>
            <a:r>
              <a:rPr sz="2800" spc="-40" dirty="0">
                <a:latin typeface="Calibri"/>
                <a:cs typeface="Calibri"/>
              </a:rPr>
              <a:t> </a:t>
            </a:r>
            <a:r>
              <a:rPr sz="2800" spc="-50" dirty="0">
                <a:latin typeface="Calibri"/>
                <a:cs typeface="Calibri"/>
              </a:rPr>
              <a:t>:</a:t>
            </a:r>
            <a:endParaRPr sz="2800">
              <a:latin typeface="Calibri"/>
              <a:cs typeface="Calibri"/>
            </a:endParaRPr>
          </a:p>
        </p:txBody>
      </p:sp>
      <p:sp>
        <p:nvSpPr>
          <p:cNvPr id="14" name="object 14"/>
          <p:cNvSpPr txBox="1"/>
          <p:nvPr/>
        </p:nvSpPr>
        <p:spPr>
          <a:xfrm>
            <a:off x="3520566" y="3566540"/>
            <a:ext cx="175895" cy="336550"/>
          </a:xfrm>
          <a:prstGeom prst="rect">
            <a:avLst/>
          </a:prstGeom>
        </p:spPr>
        <p:txBody>
          <a:bodyPr vert="horz" wrap="square" lIns="0" tIns="11430" rIns="0" bIns="0" rtlCol="0">
            <a:spAutoFit/>
          </a:bodyPr>
          <a:lstStyle/>
          <a:p>
            <a:pPr marL="12700">
              <a:lnSpc>
                <a:spcPct val="100000"/>
              </a:lnSpc>
              <a:spcBef>
                <a:spcPts val="90"/>
              </a:spcBef>
            </a:pPr>
            <a:r>
              <a:rPr sz="2050" spc="-50" dirty="0">
                <a:latin typeface="Cambria Math"/>
                <a:cs typeface="Cambria Math"/>
              </a:rPr>
              <a:t>5</a:t>
            </a:r>
            <a:endParaRPr sz="2050">
              <a:latin typeface="Cambria Math"/>
              <a:cs typeface="Cambria Math"/>
            </a:endParaRPr>
          </a:p>
        </p:txBody>
      </p:sp>
      <p:sp>
        <p:nvSpPr>
          <p:cNvPr id="15" name="object 15"/>
          <p:cNvSpPr txBox="1"/>
          <p:nvPr/>
        </p:nvSpPr>
        <p:spPr>
          <a:xfrm>
            <a:off x="2028698" y="3386709"/>
            <a:ext cx="2114550" cy="452120"/>
          </a:xfrm>
          <a:prstGeom prst="rect">
            <a:avLst/>
          </a:prstGeom>
        </p:spPr>
        <p:txBody>
          <a:bodyPr vert="horz" wrap="square" lIns="0" tIns="12065" rIns="0" bIns="0" rtlCol="0">
            <a:spAutoFit/>
          </a:bodyPr>
          <a:lstStyle/>
          <a:p>
            <a:pPr marL="38100">
              <a:lnSpc>
                <a:spcPct val="100000"/>
              </a:lnSpc>
              <a:spcBef>
                <a:spcPts val="95"/>
              </a:spcBef>
            </a:pPr>
            <a:r>
              <a:rPr sz="2800" dirty="0">
                <a:latin typeface="Calibri"/>
                <a:cs typeface="Calibri"/>
              </a:rPr>
              <a:t>C(3,</a:t>
            </a:r>
            <a:r>
              <a:rPr sz="2800" spc="-10" dirty="0">
                <a:latin typeface="Calibri"/>
                <a:cs typeface="Calibri"/>
              </a:rPr>
              <a:t> </a:t>
            </a:r>
            <a:r>
              <a:rPr sz="2800" dirty="0">
                <a:latin typeface="Calibri"/>
                <a:cs typeface="Calibri"/>
              </a:rPr>
              <a:t>5)</a:t>
            </a:r>
            <a:r>
              <a:rPr sz="2800" spc="-5" dirty="0">
                <a:latin typeface="Calibri"/>
                <a:cs typeface="Calibri"/>
              </a:rPr>
              <a:t> </a:t>
            </a:r>
            <a:r>
              <a:rPr sz="2800" dirty="0">
                <a:latin typeface="Calibri"/>
                <a:cs typeface="Calibri"/>
              </a:rPr>
              <a:t>=</a:t>
            </a:r>
            <a:r>
              <a:rPr sz="2800" spc="-20" dirty="0">
                <a:latin typeface="Calibri"/>
                <a:cs typeface="Calibri"/>
              </a:rPr>
              <a:t> </a:t>
            </a:r>
            <a:r>
              <a:rPr sz="2800" spc="85" dirty="0">
                <a:latin typeface="Cambria Math"/>
                <a:cs typeface="Cambria Math"/>
              </a:rPr>
              <a:t>𝐶</a:t>
            </a:r>
            <a:r>
              <a:rPr sz="3075" spc="127" baseline="29810" dirty="0">
                <a:latin typeface="Cambria Math"/>
                <a:cs typeface="Cambria Math"/>
              </a:rPr>
              <a:t>3</a:t>
            </a:r>
            <a:r>
              <a:rPr sz="3075" spc="637" baseline="29810" dirty="0">
                <a:latin typeface="Cambria Math"/>
                <a:cs typeface="Cambria Math"/>
              </a:rPr>
              <a:t> </a:t>
            </a:r>
            <a:r>
              <a:rPr sz="2800" spc="-50" dirty="0">
                <a:latin typeface="Cambria Math"/>
                <a:cs typeface="Cambria Math"/>
              </a:rPr>
              <a:t>=</a:t>
            </a:r>
            <a:endParaRPr sz="2800">
              <a:latin typeface="Cambria Math"/>
              <a:cs typeface="Cambria Math"/>
            </a:endParaRPr>
          </a:p>
        </p:txBody>
      </p:sp>
      <p:sp>
        <p:nvSpPr>
          <p:cNvPr id="16" name="object 16"/>
          <p:cNvSpPr/>
          <p:nvPr/>
        </p:nvSpPr>
        <p:spPr>
          <a:xfrm>
            <a:off x="4233671" y="3359150"/>
            <a:ext cx="485140" cy="586105"/>
          </a:xfrm>
          <a:custGeom>
            <a:avLst/>
            <a:gdLst/>
            <a:ahLst/>
            <a:cxnLst/>
            <a:rect l="l" t="t" r="r" b="b"/>
            <a:pathLst>
              <a:path w="485139" h="586104">
                <a:moveTo>
                  <a:pt x="358393" y="0"/>
                </a:moveTo>
                <a:lnTo>
                  <a:pt x="352805" y="13842"/>
                </a:lnTo>
                <a:lnTo>
                  <a:pt x="374638" y="31632"/>
                </a:lnTo>
                <a:lnTo>
                  <a:pt x="394017" y="54721"/>
                </a:lnTo>
                <a:lnTo>
                  <a:pt x="425323" y="116839"/>
                </a:lnTo>
                <a:lnTo>
                  <a:pt x="436917" y="155078"/>
                </a:lnTo>
                <a:lnTo>
                  <a:pt x="445214" y="197199"/>
                </a:lnTo>
                <a:lnTo>
                  <a:pt x="450201" y="243177"/>
                </a:lnTo>
                <a:lnTo>
                  <a:pt x="451857" y="292735"/>
                </a:lnTo>
                <a:lnTo>
                  <a:pt x="451865" y="292988"/>
                </a:lnTo>
                <a:lnTo>
                  <a:pt x="450222" y="342070"/>
                </a:lnTo>
                <a:lnTo>
                  <a:pt x="445293" y="387603"/>
                </a:lnTo>
                <a:lnTo>
                  <a:pt x="437078" y="429613"/>
                </a:lnTo>
                <a:lnTo>
                  <a:pt x="425576" y="468122"/>
                </a:lnTo>
                <a:lnTo>
                  <a:pt x="394239" y="530812"/>
                </a:lnTo>
                <a:lnTo>
                  <a:pt x="352805" y="571881"/>
                </a:lnTo>
                <a:lnTo>
                  <a:pt x="358393" y="585724"/>
                </a:lnTo>
                <a:lnTo>
                  <a:pt x="410511" y="544004"/>
                </a:lnTo>
                <a:lnTo>
                  <a:pt x="450723" y="477138"/>
                </a:lnTo>
                <a:lnTo>
                  <a:pt x="465705" y="435824"/>
                </a:lnTo>
                <a:lnTo>
                  <a:pt x="476376" y="391318"/>
                </a:lnTo>
                <a:lnTo>
                  <a:pt x="482762" y="343622"/>
                </a:lnTo>
                <a:lnTo>
                  <a:pt x="484875" y="292988"/>
                </a:lnTo>
                <a:lnTo>
                  <a:pt x="484886" y="292735"/>
                </a:lnTo>
                <a:lnTo>
                  <a:pt x="482832" y="243177"/>
                </a:lnTo>
                <a:lnTo>
                  <a:pt x="482762" y="241488"/>
                </a:lnTo>
                <a:lnTo>
                  <a:pt x="476376" y="193659"/>
                </a:lnTo>
                <a:lnTo>
                  <a:pt x="465705" y="149234"/>
                </a:lnTo>
                <a:lnTo>
                  <a:pt x="450723" y="108203"/>
                </a:lnTo>
                <a:lnTo>
                  <a:pt x="432099" y="71937"/>
                </a:lnTo>
                <a:lnTo>
                  <a:pt x="385947" y="17835"/>
                </a:lnTo>
                <a:lnTo>
                  <a:pt x="358393" y="0"/>
                </a:lnTo>
                <a:close/>
              </a:path>
              <a:path w="485139" h="586104">
                <a:moveTo>
                  <a:pt x="126491" y="0"/>
                </a:moveTo>
                <a:lnTo>
                  <a:pt x="74485" y="41814"/>
                </a:lnTo>
                <a:lnTo>
                  <a:pt x="34289" y="108203"/>
                </a:lnTo>
                <a:lnTo>
                  <a:pt x="19288" y="149234"/>
                </a:lnTo>
                <a:lnTo>
                  <a:pt x="8572" y="193659"/>
                </a:lnTo>
                <a:lnTo>
                  <a:pt x="2143" y="241488"/>
                </a:lnTo>
                <a:lnTo>
                  <a:pt x="0" y="292735"/>
                </a:lnTo>
                <a:lnTo>
                  <a:pt x="2077" y="342070"/>
                </a:lnTo>
                <a:lnTo>
                  <a:pt x="8572" y="391318"/>
                </a:lnTo>
                <a:lnTo>
                  <a:pt x="19288" y="435824"/>
                </a:lnTo>
                <a:lnTo>
                  <a:pt x="34289" y="477138"/>
                </a:lnTo>
                <a:lnTo>
                  <a:pt x="52911" y="513715"/>
                </a:lnTo>
                <a:lnTo>
                  <a:pt x="99012" y="568007"/>
                </a:lnTo>
                <a:lnTo>
                  <a:pt x="126491" y="585724"/>
                </a:lnTo>
                <a:lnTo>
                  <a:pt x="132206" y="571881"/>
                </a:lnTo>
                <a:lnTo>
                  <a:pt x="110154" y="554043"/>
                </a:lnTo>
                <a:lnTo>
                  <a:pt x="90662" y="530812"/>
                </a:lnTo>
                <a:lnTo>
                  <a:pt x="59308" y="468122"/>
                </a:lnTo>
                <a:lnTo>
                  <a:pt x="47880" y="429613"/>
                </a:lnTo>
                <a:lnTo>
                  <a:pt x="39703" y="387604"/>
                </a:lnTo>
                <a:lnTo>
                  <a:pt x="34788" y="342070"/>
                </a:lnTo>
                <a:lnTo>
                  <a:pt x="33147" y="292988"/>
                </a:lnTo>
                <a:lnTo>
                  <a:pt x="34792" y="243177"/>
                </a:lnTo>
                <a:lnTo>
                  <a:pt x="39735" y="197199"/>
                </a:lnTo>
                <a:lnTo>
                  <a:pt x="47988" y="155078"/>
                </a:lnTo>
                <a:lnTo>
                  <a:pt x="59562" y="116839"/>
                </a:lnTo>
                <a:lnTo>
                  <a:pt x="90931" y="54721"/>
                </a:lnTo>
                <a:lnTo>
                  <a:pt x="132206" y="13842"/>
                </a:lnTo>
                <a:lnTo>
                  <a:pt x="126491" y="0"/>
                </a:lnTo>
                <a:close/>
              </a:path>
            </a:pathLst>
          </a:custGeom>
          <a:solidFill>
            <a:srgbClr val="000000"/>
          </a:solidFill>
        </p:spPr>
        <p:txBody>
          <a:bodyPr wrap="square" lIns="0" tIns="0" rIns="0" bIns="0" rtlCol="0"/>
          <a:lstStyle/>
          <a:p>
            <a:endParaRPr/>
          </a:p>
        </p:txBody>
      </p:sp>
      <p:sp>
        <p:nvSpPr>
          <p:cNvPr id="17" name="object 17"/>
          <p:cNvSpPr txBox="1"/>
          <p:nvPr/>
        </p:nvSpPr>
        <p:spPr>
          <a:xfrm>
            <a:off x="4365116" y="3198698"/>
            <a:ext cx="222250" cy="869950"/>
          </a:xfrm>
          <a:prstGeom prst="rect">
            <a:avLst/>
          </a:prstGeom>
        </p:spPr>
        <p:txBody>
          <a:bodyPr vert="horz" wrap="square" lIns="0" tIns="12065" rIns="0" bIns="0" rtlCol="0">
            <a:spAutoFit/>
          </a:bodyPr>
          <a:lstStyle/>
          <a:p>
            <a:pPr marL="12700">
              <a:lnSpc>
                <a:spcPts val="3325"/>
              </a:lnSpc>
              <a:spcBef>
                <a:spcPts val="95"/>
              </a:spcBef>
            </a:pPr>
            <a:r>
              <a:rPr sz="2800" spc="-50" dirty="0">
                <a:latin typeface="Cambria Math"/>
                <a:cs typeface="Cambria Math"/>
              </a:rPr>
              <a:t>5</a:t>
            </a:r>
            <a:endParaRPr sz="2800">
              <a:latin typeface="Cambria Math"/>
              <a:cs typeface="Cambria Math"/>
            </a:endParaRPr>
          </a:p>
          <a:p>
            <a:pPr marL="12700">
              <a:lnSpc>
                <a:spcPts val="3325"/>
              </a:lnSpc>
            </a:pPr>
            <a:r>
              <a:rPr sz="2800" spc="-50" dirty="0">
                <a:latin typeface="Cambria Math"/>
                <a:cs typeface="Cambria Math"/>
              </a:rPr>
              <a:t>3</a:t>
            </a:r>
            <a:endParaRPr sz="2800">
              <a:latin typeface="Cambria Math"/>
              <a:cs typeface="Cambria Math"/>
            </a:endParaRPr>
          </a:p>
        </p:txBody>
      </p:sp>
      <p:sp>
        <p:nvSpPr>
          <p:cNvPr id="18" name="object 18"/>
          <p:cNvSpPr txBox="1"/>
          <p:nvPr/>
        </p:nvSpPr>
        <p:spPr>
          <a:xfrm>
            <a:off x="4836033" y="3386709"/>
            <a:ext cx="290830" cy="452120"/>
          </a:xfrm>
          <a:prstGeom prst="rect">
            <a:avLst/>
          </a:prstGeom>
        </p:spPr>
        <p:txBody>
          <a:bodyPr vert="horz" wrap="square" lIns="0" tIns="12065" rIns="0" bIns="0" rtlCol="0">
            <a:spAutoFit/>
          </a:bodyPr>
          <a:lstStyle/>
          <a:p>
            <a:pPr marL="12700">
              <a:lnSpc>
                <a:spcPct val="100000"/>
              </a:lnSpc>
              <a:spcBef>
                <a:spcPts val="95"/>
              </a:spcBef>
            </a:pPr>
            <a:r>
              <a:rPr sz="2800" spc="-50" dirty="0">
                <a:latin typeface="Cambria Math"/>
                <a:cs typeface="Cambria Math"/>
              </a:rPr>
              <a:t>=</a:t>
            </a:r>
            <a:endParaRPr sz="2800">
              <a:latin typeface="Cambria Math"/>
              <a:cs typeface="Cambria Math"/>
            </a:endParaRPr>
          </a:p>
        </p:txBody>
      </p:sp>
      <p:sp>
        <p:nvSpPr>
          <p:cNvPr id="19" name="object 19"/>
          <p:cNvSpPr/>
          <p:nvPr/>
        </p:nvSpPr>
        <p:spPr>
          <a:xfrm>
            <a:off x="5212079" y="3640835"/>
            <a:ext cx="1005840" cy="22860"/>
          </a:xfrm>
          <a:custGeom>
            <a:avLst/>
            <a:gdLst/>
            <a:ahLst/>
            <a:cxnLst/>
            <a:rect l="l" t="t" r="r" b="b"/>
            <a:pathLst>
              <a:path w="1005839" h="22860">
                <a:moveTo>
                  <a:pt x="1005839" y="0"/>
                </a:moveTo>
                <a:lnTo>
                  <a:pt x="0" y="0"/>
                </a:lnTo>
                <a:lnTo>
                  <a:pt x="0" y="22860"/>
                </a:lnTo>
                <a:lnTo>
                  <a:pt x="1005839" y="22860"/>
                </a:lnTo>
                <a:lnTo>
                  <a:pt x="1005839" y="0"/>
                </a:lnTo>
                <a:close/>
              </a:path>
            </a:pathLst>
          </a:custGeom>
          <a:solidFill>
            <a:srgbClr val="000000"/>
          </a:solidFill>
        </p:spPr>
        <p:txBody>
          <a:bodyPr wrap="square" lIns="0" tIns="0" rIns="0" bIns="0" rtlCol="0"/>
          <a:lstStyle/>
          <a:p>
            <a:endParaRPr/>
          </a:p>
        </p:txBody>
      </p:sp>
      <p:sp>
        <p:nvSpPr>
          <p:cNvPr id="20" name="object 20"/>
          <p:cNvSpPr txBox="1"/>
          <p:nvPr/>
        </p:nvSpPr>
        <p:spPr>
          <a:xfrm>
            <a:off x="5590413" y="3273374"/>
            <a:ext cx="250825" cy="337185"/>
          </a:xfrm>
          <a:prstGeom prst="rect">
            <a:avLst/>
          </a:prstGeom>
        </p:spPr>
        <p:txBody>
          <a:bodyPr vert="horz" wrap="square" lIns="0" tIns="11430" rIns="0" bIns="0" rtlCol="0">
            <a:spAutoFit/>
          </a:bodyPr>
          <a:lstStyle/>
          <a:p>
            <a:pPr marL="12700">
              <a:lnSpc>
                <a:spcPct val="100000"/>
              </a:lnSpc>
              <a:spcBef>
                <a:spcPts val="90"/>
              </a:spcBef>
            </a:pPr>
            <a:r>
              <a:rPr sz="2050" spc="-25" dirty="0">
                <a:latin typeface="Cambria Math"/>
                <a:cs typeface="Cambria Math"/>
              </a:rPr>
              <a:t>5!</a:t>
            </a:r>
            <a:endParaRPr sz="2050">
              <a:latin typeface="Cambria Math"/>
              <a:cs typeface="Cambria Math"/>
            </a:endParaRPr>
          </a:p>
        </p:txBody>
      </p:sp>
      <p:sp>
        <p:nvSpPr>
          <p:cNvPr id="21" name="object 21"/>
          <p:cNvSpPr/>
          <p:nvPr/>
        </p:nvSpPr>
        <p:spPr>
          <a:xfrm>
            <a:off x="5460365" y="3736975"/>
            <a:ext cx="657860" cy="240029"/>
          </a:xfrm>
          <a:custGeom>
            <a:avLst/>
            <a:gdLst/>
            <a:ahLst/>
            <a:cxnLst/>
            <a:rect l="l" t="t" r="r" b="b"/>
            <a:pathLst>
              <a:path w="657860" h="240029">
                <a:moveTo>
                  <a:pt x="581406" y="0"/>
                </a:moveTo>
                <a:lnTo>
                  <a:pt x="577976" y="9651"/>
                </a:lnTo>
                <a:lnTo>
                  <a:pt x="591859" y="15676"/>
                </a:lnTo>
                <a:lnTo>
                  <a:pt x="603789" y="24034"/>
                </a:lnTo>
                <a:lnTo>
                  <a:pt x="628032" y="62773"/>
                </a:lnTo>
                <a:lnTo>
                  <a:pt x="636015" y="118744"/>
                </a:lnTo>
                <a:lnTo>
                  <a:pt x="635132" y="139888"/>
                </a:lnTo>
                <a:lnTo>
                  <a:pt x="621792" y="191769"/>
                </a:lnTo>
                <a:lnTo>
                  <a:pt x="592002" y="224131"/>
                </a:lnTo>
                <a:lnTo>
                  <a:pt x="578358" y="230250"/>
                </a:lnTo>
                <a:lnTo>
                  <a:pt x="581406" y="239902"/>
                </a:lnTo>
                <a:lnTo>
                  <a:pt x="627197" y="212685"/>
                </a:lnTo>
                <a:lnTo>
                  <a:pt x="652970" y="162385"/>
                </a:lnTo>
                <a:lnTo>
                  <a:pt x="657860" y="120014"/>
                </a:lnTo>
                <a:lnTo>
                  <a:pt x="656637" y="98294"/>
                </a:lnTo>
                <a:lnTo>
                  <a:pt x="646715" y="59043"/>
                </a:lnTo>
                <a:lnTo>
                  <a:pt x="614060" y="15351"/>
                </a:lnTo>
                <a:lnTo>
                  <a:pt x="598810" y="6264"/>
                </a:lnTo>
                <a:lnTo>
                  <a:pt x="581406" y="0"/>
                </a:lnTo>
                <a:close/>
              </a:path>
              <a:path w="657860" h="240029">
                <a:moveTo>
                  <a:pt x="76581" y="0"/>
                </a:moveTo>
                <a:lnTo>
                  <a:pt x="30789" y="27271"/>
                </a:lnTo>
                <a:lnTo>
                  <a:pt x="4953" y="77692"/>
                </a:lnTo>
                <a:lnTo>
                  <a:pt x="71" y="118744"/>
                </a:lnTo>
                <a:lnTo>
                  <a:pt x="0" y="120014"/>
                </a:lnTo>
                <a:lnTo>
                  <a:pt x="1117" y="139888"/>
                </a:lnTo>
                <a:lnTo>
                  <a:pt x="11144" y="181040"/>
                </a:lnTo>
                <a:lnTo>
                  <a:pt x="43814" y="224567"/>
                </a:lnTo>
                <a:lnTo>
                  <a:pt x="76581" y="239902"/>
                </a:lnTo>
                <a:lnTo>
                  <a:pt x="79629" y="230250"/>
                </a:lnTo>
                <a:lnTo>
                  <a:pt x="65912" y="224131"/>
                </a:lnTo>
                <a:lnTo>
                  <a:pt x="54101" y="215677"/>
                </a:lnTo>
                <a:lnTo>
                  <a:pt x="29954" y="176412"/>
                </a:lnTo>
                <a:lnTo>
                  <a:pt x="22024" y="120014"/>
                </a:lnTo>
                <a:lnTo>
                  <a:pt x="21971" y="118744"/>
                </a:lnTo>
                <a:lnTo>
                  <a:pt x="22854" y="98294"/>
                </a:lnTo>
                <a:lnTo>
                  <a:pt x="36195" y="47751"/>
                </a:lnTo>
                <a:lnTo>
                  <a:pt x="66127" y="15676"/>
                </a:lnTo>
                <a:lnTo>
                  <a:pt x="80010" y="9651"/>
                </a:lnTo>
                <a:lnTo>
                  <a:pt x="76581" y="0"/>
                </a:lnTo>
                <a:close/>
              </a:path>
            </a:pathLst>
          </a:custGeom>
          <a:solidFill>
            <a:srgbClr val="000000"/>
          </a:solidFill>
        </p:spPr>
        <p:txBody>
          <a:bodyPr wrap="square" lIns="0" tIns="0" rIns="0" bIns="0" rtlCol="0"/>
          <a:lstStyle/>
          <a:p>
            <a:endParaRPr/>
          </a:p>
        </p:txBody>
      </p:sp>
      <p:sp>
        <p:nvSpPr>
          <p:cNvPr id="22" name="object 22"/>
          <p:cNvSpPr txBox="1"/>
          <p:nvPr/>
        </p:nvSpPr>
        <p:spPr>
          <a:xfrm>
            <a:off x="5200269" y="3661028"/>
            <a:ext cx="1031240" cy="336550"/>
          </a:xfrm>
          <a:prstGeom prst="rect">
            <a:avLst/>
          </a:prstGeom>
        </p:spPr>
        <p:txBody>
          <a:bodyPr vert="horz" wrap="square" lIns="0" tIns="11430" rIns="0" bIns="0" rtlCol="0">
            <a:spAutoFit/>
          </a:bodyPr>
          <a:lstStyle/>
          <a:p>
            <a:pPr marL="12700">
              <a:lnSpc>
                <a:spcPct val="100000"/>
              </a:lnSpc>
              <a:spcBef>
                <a:spcPts val="90"/>
              </a:spcBef>
            </a:pPr>
            <a:r>
              <a:rPr sz="2050" dirty="0">
                <a:latin typeface="Cambria Math"/>
                <a:cs typeface="Cambria Math"/>
              </a:rPr>
              <a:t>3!</a:t>
            </a:r>
            <a:r>
              <a:rPr sz="2050" spc="405" dirty="0">
                <a:latin typeface="Cambria Math"/>
                <a:cs typeface="Cambria Math"/>
              </a:rPr>
              <a:t> </a:t>
            </a:r>
            <a:r>
              <a:rPr sz="2050" dirty="0">
                <a:latin typeface="Cambria Math"/>
                <a:cs typeface="Cambria Math"/>
              </a:rPr>
              <a:t>5−3</a:t>
            </a:r>
            <a:r>
              <a:rPr sz="2050" spc="425" dirty="0">
                <a:latin typeface="Cambria Math"/>
                <a:cs typeface="Cambria Math"/>
              </a:rPr>
              <a:t> </a:t>
            </a:r>
            <a:r>
              <a:rPr sz="2050" spc="-50" dirty="0">
                <a:latin typeface="Cambria Math"/>
                <a:cs typeface="Cambria Math"/>
              </a:rPr>
              <a:t>!</a:t>
            </a:r>
            <a:endParaRPr sz="2050">
              <a:latin typeface="Cambria Math"/>
              <a:cs typeface="Cambria Math"/>
            </a:endParaRPr>
          </a:p>
        </p:txBody>
      </p:sp>
      <p:sp>
        <p:nvSpPr>
          <p:cNvPr id="23" name="object 23"/>
          <p:cNvSpPr txBox="1"/>
          <p:nvPr/>
        </p:nvSpPr>
        <p:spPr>
          <a:xfrm>
            <a:off x="6305550" y="3386709"/>
            <a:ext cx="781685" cy="452120"/>
          </a:xfrm>
          <a:prstGeom prst="rect">
            <a:avLst/>
          </a:prstGeom>
        </p:spPr>
        <p:txBody>
          <a:bodyPr vert="horz" wrap="square" lIns="0" tIns="12065" rIns="0" bIns="0" rtlCol="0">
            <a:spAutoFit/>
          </a:bodyPr>
          <a:lstStyle/>
          <a:p>
            <a:pPr marL="12700">
              <a:lnSpc>
                <a:spcPct val="100000"/>
              </a:lnSpc>
              <a:spcBef>
                <a:spcPts val="95"/>
              </a:spcBef>
            </a:pPr>
            <a:r>
              <a:rPr sz="2800" dirty="0">
                <a:latin typeface="Cambria Math"/>
                <a:cs typeface="Cambria Math"/>
              </a:rPr>
              <a:t>=</a:t>
            </a:r>
            <a:r>
              <a:rPr sz="2800" spc="150" dirty="0">
                <a:latin typeface="Cambria Math"/>
                <a:cs typeface="Cambria Math"/>
              </a:rPr>
              <a:t> </a:t>
            </a:r>
            <a:r>
              <a:rPr sz="2800" spc="-25" dirty="0">
                <a:latin typeface="Cambria Math"/>
                <a:cs typeface="Cambria Math"/>
              </a:rPr>
              <a:t>10</a:t>
            </a:r>
            <a:endParaRPr sz="2800">
              <a:latin typeface="Cambria Math"/>
              <a:cs typeface="Cambria Math"/>
            </a:endParaRP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34340" y="167386"/>
            <a:ext cx="8406765" cy="5440045"/>
          </a:xfrm>
          <a:prstGeom prst="rect">
            <a:avLst/>
          </a:prstGeom>
        </p:spPr>
        <p:txBody>
          <a:bodyPr vert="horz" wrap="square" lIns="0" tIns="158750" rIns="0" bIns="0" rtlCol="0">
            <a:spAutoFit/>
          </a:bodyPr>
          <a:lstStyle/>
          <a:p>
            <a:pPr marL="38100">
              <a:lnSpc>
                <a:spcPct val="100000"/>
              </a:lnSpc>
              <a:spcBef>
                <a:spcPts val="1250"/>
              </a:spcBef>
            </a:pPr>
            <a:r>
              <a:rPr sz="3000" b="1" dirty="0">
                <a:latin typeface="Calibri"/>
                <a:cs typeface="Calibri"/>
              </a:rPr>
              <a:t>Ví</a:t>
            </a:r>
            <a:r>
              <a:rPr sz="3000" b="1" spc="-25" dirty="0">
                <a:latin typeface="Calibri"/>
                <a:cs typeface="Calibri"/>
              </a:rPr>
              <a:t> </a:t>
            </a:r>
            <a:r>
              <a:rPr sz="3000" b="1" dirty="0">
                <a:latin typeface="Calibri"/>
                <a:cs typeface="Calibri"/>
              </a:rPr>
              <a:t>dụ</a:t>
            </a:r>
            <a:r>
              <a:rPr sz="3000" b="1" spc="-25" dirty="0">
                <a:latin typeface="Calibri"/>
                <a:cs typeface="Calibri"/>
              </a:rPr>
              <a:t> </a:t>
            </a:r>
            <a:r>
              <a:rPr sz="3000" b="1" dirty="0">
                <a:latin typeface="Calibri"/>
                <a:cs typeface="Calibri"/>
              </a:rPr>
              <a:t>1</a:t>
            </a:r>
            <a:r>
              <a:rPr sz="3000" b="1" spc="-25" dirty="0">
                <a:latin typeface="Calibri"/>
                <a:cs typeface="Calibri"/>
              </a:rPr>
              <a:t> </a:t>
            </a:r>
            <a:r>
              <a:rPr sz="3000" b="1" spc="-50" dirty="0">
                <a:latin typeface="Calibri"/>
                <a:cs typeface="Calibri"/>
              </a:rPr>
              <a:t>:</a:t>
            </a:r>
            <a:endParaRPr sz="3000">
              <a:latin typeface="Calibri"/>
              <a:cs typeface="Calibri"/>
            </a:endParaRPr>
          </a:p>
          <a:p>
            <a:pPr marL="38100" marR="30480">
              <a:lnSpc>
                <a:spcPts val="5040"/>
              </a:lnSpc>
              <a:spcBef>
                <a:spcPts val="120"/>
              </a:spcBef>
              <a:tabLst>
                <a:tab pos="5886450" algn="l"/>
              </a:tabLst>
            </a:pPr>
            <a:r>
              <a:rPr sz="3000" dirty="0">
                <a:latin typeface="Calibri"/>
                <a:cs typeface="Calibri"/>
              </a:rPr>
              <a:t>(x</a:t>
            </a:r>
            <a:r>
              <a:rPr sz="3000" spc="-25" dirty="0">
                <a:latin typeface="Calibri"/>
                <a:cs typeface="Calibri"/>
              </a:rPr>
              <a:t> </a:t>
            </a:r>
            <a:r>
              <a:rPr sz="3000" dirty="0">
                <a:latin typeface="Calibri"/>
                <a:cs typeface="Calibri"/>
              </a:rPr>
              <a:t>+</a:t>
            </a:r>
            <a:r>
              <a:rPr sz="3000" spc="-10" dirty="0">
                <a:latin typeface="Calibri"/>
                <a:cs typeface="Calibri"/>
              </a:rPr>
              <a:t> </a:t>
            </a:r>
            <a:r>
              <a:rPr sz="3000" dirty="0">
                <a:latin typeface="Calibri"/>
                <a:cs typeface="Calibri"/>
              </a:rPr>
              <a:t>y)</a:t>
            </a:r>
            <a:r>
              <a:rPr sz="3000" baseline="25000" dirty="0">
                <a:latin typeface="Calibri"/>
                <a:cs typeface="Calibri"/>
              </a:rPr>
              <a:t>n</a:t>
            </a:r>
            <a:r>
              <a:rPr sz="3000" spc="307" baseline="25000" dirty="0">
                <a:latin typeface="Calibri"/>
                <a:cs typeface="Calibri"/>
              </a:rPr>
              <a:t> </a:t>
            </a:r>
            <a:r>
              <a:rPr sz="3000" dirty="0">
                <a:latin typeface="Calibri"/>
                <a:cs typeface="Calibri"/>
              </a:rPr>
              <a:t>=</a:t>
            </a:r>
            <a:r>
              <a:rPr sz="3000" spc="-25" dirty="0">
                <a:latin typeface="Calibri"/>
                <a:cs typeface="Calibri"/>
              </a:rPr>
              <a:t> </a:t>
            </a:r>
            <a:r>
              <a:rPr sz="3000" dirty="0">
                <a:latin typeface="Calibri"/>
                <a:cs typeface="Calibri"/>
              </a:rPr>
              <a:t>x</a:t>
            </a:r>
            <a:r>
              <a:rPr sz="3000" baseline="25000" dirty="0">
                <a:latin typeface="Calibri"/>
                <a:cs typeface="Calibri"/>
              </a:rPr>
              <a:t>n</a:t>
            </a:r>
            <a:r>
              <a:rPr sz="3000" spc="322" baseline="25000" dirty="0">
                <a:latin typeface="Calibri"/>
                <a:cs typeface="Calibri"/>
              </a:rPr>
              <a:t> </a:t>
            </a:r>
            <a:r>
              <a:rPr sz="3000" dirty="0">
                <a:latin typeface="Calibri"/>
                <a:cs typeface="Calibri"/>
              </a:rPr>
              <a:t>+</a:t>
            </a:r>
            <a:r>
              <a:rPr sz="3000" spc="-20" dirty="0">
                <a:latin typeface="Calibri"/>
                <a:cs typeface="Calibri"/>
              </a:rPr>
              <a:t> </a:t>
            </a:r>
            <a:r>
              <a:rPr sz="3000" dirty="0">
                <a:latin typeface="Calibri"/>
                <a:cs typeface="Calibri"/>
              </a:rPr>
              <a:t>C</a:t>
            </a:r>
            <a:r>
              <a:rPr sz="3000" baseline="25000" dirty="0">
                <a:latin typeface="Calibri"/>
                <a:cs typeface="Calibri"/>
              </a:rPr>
              <a:t>1</a:t>
            </a:r>
            <a:r>
              <a:rPr sz="3000" baseline="-20833" dirty="0">
                <a:latin typeface="Calibri"/>
                <a:cs typeface="Calibri"/>
              </a:rPr>
              <a:t>n</a:t>
            </a:r>
            <a:r>
              <a:rPr sz="3000" spc="292" baseline="-20833" dirty="0">
                <a:latin typeface="Calibri"/>
                <a:cs typeface="Calibri"/>
              </a:rPr>
              <a:t> </a:t>
            </a:r>
            <a:r>
              <a:rPr sz="3000" spc="-10" dirty="0">
                <a:latin typeface="Calibri"/>
                <a:cs typeface="Calibri"/>
              </a:rPr>
              <a:t>x</a:t>
            </a:r>
            <a:r>
              <a:rPr sz="3000" spc="-15" baseline="25000" dirty="0">
                <a:latin typeface="Calibri"/>
                <a:cs typeface="Calibri"/>
              </a:rPr>
              <a:t>n-</a:t>
            </a:r>
            <a:r>
              <a:rPr sz="3000" baseline="25000" dirty="0">
                <a:latin typeface="Calibri"/>
                <a:cs typeface="Calibri"/>
              </a:rPr>
              <a:t>1</a:t>
            </a:r>
            <a:r>
              <a:rPr sz="3000" dirty="0">
                <a:latin typeface="Calibri"/>
                <a:cs typeface="Calibri"/>
              </a:rPr>
              <a:t>y</a:t>
            </a:r>
            <a:r>
              <a:rPr sz="3000" spc="-25" dirty="0">
                <a:latin typeface="Calibri"/>
                <a:cs typeface="Calibri"/>
              </a:rPr>
              <a:t> </a:t>
            </a:r>
            <a:r>
              <a:rPr sz="3000" dirty="0">
                <a:latin typeface="Calibri"/>
                <a:cs typeface="Calibri"/>
              </a:rPr>
              <a:t>+</a:t>
            </a:r>
            <a:r>
              <a:rPr sz="3000" spc="-15" dirty="0">
                <a:latin typeface="Calibri"/>
                <a:cs typeface="Calibri"/>
              </a:rPr>
              <a:t> </a:t>
            </a:r>
            <a:r>
              <a:rPr sz="3000" dirty="0">
                <a:latin typeface="Calibri"/>
                <a:cs typeface="Calibri"/>
              </a:rPr>
              <a:t>C</a:t>
            </a:r>
            <a:r>
              <a:rPr sz="3000" baseline="25000" dirty="0">
                <a:latin typeface="Calibri"/>
                <a:cs typeface="Calibri"/>
              </a:rPr>
              <a:t>2</a:t>
            </a:r>
            <a:r>
              <a:rPr sz="3000" baseline="-20833" dirty="0">
                <a:latin typeface="Calibri"/>
                <a:cs typeface="Calibri"/>
              </a:rPr>
              <a:t>n</a:t>
            </a:r>
            <a:r>
              <a:rPr sz="3000" spc="292" baseline="-20833" dirty="0">
                <a:latin typeface="Calibri"/>
                <a:cs typeface="Calibri"/>
              </a:rPr>
              <a:t> </a:t>
            </a:r>
            <a:r>
              <a:rPr sz="3000" spc="-10" dirty="0">
                <a:latin typeface="Calibri"/>
                <a:cs typeface="Calibri"/>
              </a:rPr>
              <a:t>x</a:t>
            </a:r>
            <a:r>
              <a:rPr sz="3000" spc="-15" baseline="25000" dirty="0">
                <a:latin typeface="Calibri"/>
                <a:cs typeface="Calibri"/>
              </a:rPr>
              <a:t>n-</a:t>
            </a:r>
            <a:r>
              <a:rPr sz="3000" baseline="25000" dirty="0">
                <a:latin typeface="Calibri"/>
                <a:cs typeface="Calibri"/>
              </a:rPr>
              <a:t>2</a:t>
            </a:r>
            <a:r>
              <a:rPr sz="3000" dirty="0">
                <a:latin typeface="Calibri"/>
                <a:cs typeface="Calibri"/>
              </a:rPr>
              <a:t>y</a:t>
            </a:r>
            <a:r>
              <a:rPr sz="3000" baseline="25000" dirty="0">
                <a:latin typeface="Calibri"/>
                <a:cs typeface="Calibri"/>
              </a:rPr>
              <a:t>2</a:t>
            </a:r>
            <a:r>
              <a:rPr sz="3000" spc="292" baseline="25000" dirty="0">
                <a:latin typeface="Calibri"/>
                <a:cs typeface="Calibri"/>
              </a:rPr>
              <a:t> </a:t>
            </a:r>
            <a:r>
              <a:rPr sz="3000" dirty="0">
                <a:latin typeface="Calibri"/>
                <a:cs typeface="Calibri"/>
              </a:rPr>
              <a:t>+</a:t>
            </a:r>
            <a:r>
              <a:rPr sz="3000" spc="-10" dirty="0">
                <a:latin typeface="Calibri"/>
                <a:cs typeface="Calibri"/>
              </a:rPr>
              <a:t> </a:t>
            </a:r>
            <a:r>
              <a:rPr sz="3000" dirty="0">
                <a:latin typeface="Calibri"/>
                <a:cs typeface="Calibri"/>
              </a:rPr>
              <a:t>.</a:t>
            </a:r>
            <a:r>
              <a:rPr sz="3000" spc="-25" dirty="0">
                <a:latin typeface="Calibri"/>
                <a:cs typeface="Calibri"/>
              </a:rPr>
              <a:t> </a:t>
            </a:r>
            <a:r>
              <a:rPr sz="3000" spc="-50" dirty="0">
                <a:latin typeface="Calibri"/>
                <a:cs typeface="Calibri"/>
              </a:rPr>
              <a:t>.</a:t>
            </a:r>
            <a:r>
              <a:rPr sz="3000" dirty="0">
                <a:latin typeface="Calibri"/>
                <a:cs typeface="Calibri"/>
              </a:rPr>
              <a:t>	+</a:t>
            </a:r>
            <a:r>
              <a:rPr sz="3000" spc="-5" dirty="0">
                <a:latin typeface="Calibri"/>
                <a:cs typeface="Calibri"/>
              </a:rPr>
              <a:t> </a:t>
            </a:r>
            <a:r>
              <a:rPr sz="3000" spc="-10" dirty="0">
                <a:latin typeface="Calibri"/>
                <a:cs typeface="Calibri"/>
              </a:rPr>
              <a:t>C</a:t>
            </a:r>
            <a:r>
              <a:rPr sz="3000" spc="-15" baseline="25000" dirty="0">
                <a:latin typeface="Calibri"/>
                <a:cs typeface="Calibri"/>
              </a:rPr>
              <a:t>n-</a:t>
            </a:r>
            <a:r>
              <a:rPr sz="3000" baseline="25000" dirty="0">
                <a:latin typeface="Calibri"/>
                <a:cs typeface="Calibri"/>
              </a:rPr>
              <a:t>1</a:t>
            </a:r>
            <a:r>
              <a:rPr sz="3000" baseline="-20833" dirty="0">
                <a:latin typeface="Calibri"/>
                <a:cs typeface="Calibri"/>
              </a:rPr>
              <a:t>n</a:t>
            </a:r>
            <a:r>
              <a:rPr sz="3000" spc="307" baseline="-20833" dirty="0">
                <a:latin typeface="Calibri"/>
                <a:cs typeface="Calibri"/>
              </a:rPr>
              <a:t> </a:t>
            </a:r>
            <a:r>
              <a:rPr sz="3000" spc="-10" dirty="0">
                <a:latin typeface="Calibri"/>
                <a:cs typeface="Calibri"/>
              </a:rPr>
              <a:t>xy</a:t>
            </a:r>
            <a:r>
              <a:rPr sz="3000" spc="-15" baseline="25000" dirty="0">
                <a:latin typeface="Calibri"/>
                <a:cs typeface="Calibri"/>
              </a:rPr>
              <a:t>n-</a:t>
            </a:r>
            <a:r>
              <a:rPr sz="3000" baseline="25000" dirty="0">
                <a:latin typeface="Calibri"/>
                <a:cs typeface="Calibri"/>
              </a:rPr>
              <a:t>1</a:t>
            </a:r>
            <a:r>
              <a:rPr sz="3000" spc="322" baseline="25000" dirty="0">
                <a:latin typeface="Calibri"/>
                <a:cs typeface="Calibri"/>
              </a:rPr>
              <a:t> </a:t>
            </a:r>
            <a:r>
              <a:rPr sz="3000" dirty="0">
                <a:latin typeface="Calibri"/>
                <a:cs typeface="Calibri"/>
              </a:rPr>
              <a:t>+</a:t>
            </a:r>
            <a:r>
              <a:rPr sz="3000" spc="-10" dirty="0">
                <a:latin typeface="Calibri"/>
                <a:cs typeface="Calibri"/>
              </a:rPr>
              <a:t> </a:t>
            </a:r>
            <a:r>
              <a:rPr sz="3000" spc="-25" dirty="0">
                <a:latin typeface="Calibri"/>
                <a:cs typeface="Calibri"/>
              </a:rPr>
              <a:t>y</a:t>
            </a:r>
            <a:r>
              <a:rPr sz="3000" spc="-37" baseline="25000" dirty="0">
                <a:latin typeface="Calibri"/>
                <a:cs typeface="Calibri"/>
              </a:rPr>
              <a:t>n</a:t>
            </a:r>
            <a:r>
              <a:rPr sz="3000" spc="-25" dirty="0">
                <a:latin typeface="Calibri"/>
                <a:cs typeface="Calibri"/>
              </a:rPr>
              <a:t>. </a:t>
            </a:r>
            <a:r>
              <a:rPr sz="3000" spc="-80" dirty="0">
                <a:latin typeface="Calibri"/>
                <a:cs typeface="Calibri"/>
              </a:rPr>
              <a:t>Ta</a:t>
            </a:r>
            <a:r>
              <a:rPr sz="3000" spc="-65" dirty="0">
                <a:latin typeface="Calibri"/>
                <a:cs typeface="Calibri"/>
              </a:rPr>
              <a:t> </a:t>
            </a:r>
            <a:r>
              <a:rPr sz="3000" dirty="0">
                <a:latin typeface="Calibri"/>
                <a:cs typeface="Calibri"/>
              </a:rPr>
              <a:t>có</a:t>
            </a:r>
            <a:r>
              <a:rPr sz="3000" spc="-70" dirty="0">
                <a:latin typeface="Calibri"/>
                <a:cs typeface="Calibri"/>
              </a:rPr>
              <a:t> </a:t>
            </a:r>
            <a:r>
              <a:rPr sz="3000" spc="-50" dirty="0">
                <a:latin typeface="Calibri"/>
                <a:cs typeface="Calibri"/>
              </a:rPr>
              <a:t>:</a:t>
            </a:r>
            <a:endParaRPr sz="3000">
              <a:latin typeface="Calibri"/>
              <a:cs typeface="Calibri"/>
            </a:endParaRPr>
          </a:p>
          <a:p>
            <a:pPr marL="38100" marR="179705" indent="200025">
              <a:lnSpc>
                <a:spcPct val="120000"/>
              </a:lnSpc>
              <a:spcBef>
                <a:spcPts val="315"/>
              </a:spcBef>
              <a:buChar char="-"/>
              <a:tabLst>
                <a:tab pos="238125" algn="l"/>
                <a:tab pos="6076315" algn="l"/>
              </a:tabLst>
            </a:pPr>
            <a:r>
              <a:rPr sz="3000" dirty="0">
                <a:latin typeface="Calibri"/>
                <a:cs typeface="Calibri"/>
              </a:rPr>
              <a:t>Mỗi</a:t>
            </a:r>
            <a:r>
              <a:rPr sz="3000" spc="-35" dirty="0">
                <a:latin typeface="Calibri"/>
                <a:cs typeface="Calibri"/>
              </a:rPr>
              <a:t> </a:t>
            </a:r>
            <a:r>
              <a:rPr sz="3000" dirty="0">
                <a:latin typeface="Calibri"/>
                <a:cs typeface="Calibri"/>
              </a:rPr>
              <a:t>số</a:t>
            </a:r>
            <a:r>
              <a:rPr sz="3000" spc="-40" dirty="0">
                <a:latin typeface="Calibri"/>
                <a:cs typeface="Calibri"/>
              </a:rPr>
              <a:t> </a:t>
            </a:r>
            <a:r>
              <a:rPr sz="3000" dirty="0">
                <a:latin typeface="Calibri"/>
                <a:cs typeface="Calibri"/>
              </a:rPr>
              <a:t>hạng</a:t>
            </a:r>
            <a:r>
              <a:rPr sz="3000" spc="-40" dirty="0">
                <a:latin typeface="Calibri"/>
                <a:cs typeface="Calibri"/>
              </a:rPr>
              <a:t> </a:t>
            </a:r>
            <a:r>
              <a:rPr sz="3000" dirty="0">
                <a:latin typeface="Calibri"/>
                <a:cs typeface="Calibri"/>
              </a:rPr>
              <a:t>trong</a:t>
            </a:r>
            <a:r>
              <a:rPr sz="3000" spc="-30" dirty="0">
                <a:latin typeface="Calibri"/>
                <a:cs typeface="Calibri"/>
              </a:rPr>
              <a:t> </a:t>
            </a:r>
            <a:r>
              <a:rPr sz="3000" dirty="0">
                <a:latin typeface="Calibri"/>
                <a:cs typeface="Calibri"/>
              </a:rPr>
              <a:t>khai</a:t>
            </a:r>
            <a:r>
              <a:rPr sz="3000" spc="-35" dirty="0">
                <a:latin typeface="Calibri"/>
                <a:cs typeface="Calibri"/>
              </a:rPr>
              <a:t> </a:t>
            </a:r>
            <a:r>
              <a:rPr sz="3000" dirty="0">
                <a:latin typeface="Calibri"/>
                <a:cs typeface="Calibri"/>
              </a:rPr>
              <a:t>triển</a:t>
            </a:r>
            <a:r>
              <a:rPr sz="3000" spc="-45" dirty="0">
                <a:latin typeface="Calibri"/>
                <a:cs typeface="Calibri"/>
              </a:rPr>
              <a:t> </a:t>
            </a:r>
            <a:r>
              <a:rPr sz="3000" dirty="0">
                <a:latin typeface="Calibri"/>
                <a:cs typeface="Calibri"/>
              </a:rPr>
              <a:t>có</a:t>
            </a:r>
            <a:r>
              <a:rPr sz="3000" spc="-40" dirty="0">
                <a:latin typeface="Calibri"/>
                <a:cs typeface="Calibri"/>
              </a:rPr>
              <a:t> </a:t>
            </a:r>
            <a:r>
              <a:rPr sz="3000" spc="-20" dirty="0">
                <a:latin typeface="Calibri"/>
                <a:cs typeface="Calibri"/>
              </a:rPr>
              <a:t>dạng</a:t>
            </a:r>
            <a:r>
              <a:rPr sz="3000" dirty="0">
                <a:latin typeface="Calibri"/>
                <a:cs typeface="Calibri"/>
              </a:rPr>
              <a:t>	a</a:t>
            </a:r>
            <a:r>
              <a:rPr sz="3000" baseline="-20833" dirty="0">
                <a:latin typeface="Calibri"/>
                <a:cs typeface="Calibri"/>
              </a:rPr>
              <a:t>1</a:t>
            </a:r>
            <a:r>
              <a:rPr sz="3000" dirty="0">
                <a:latin typeface="Calibri"/>
                <a:cs typeface="Calibri"/>
              </a:rPr>
              <a:t>a</a:t>
            </a:r>
            <a:r>
              <a:rPr sz="3000" baseline="-20833" dirty="0">
                <a:latin typeface="Calibri"/>
                <a:cs typeface="Calibri"/>
              </a:rPr>
              <a:t>2</a:t>
            </a:r>
            <a:r>
              <a:rPr sz="3000" dirty="0">
                <a:latin typeface="Calibri"/>
                <a:cs typeface="Calibri"/>
              </a:rPr>
              <a:t>.</a:t>
            </a:r>
            <a:r>
              <a:rPr sz="3000" spc="-40" dirty="0">
                <a:latin typeface="Calibri"/>
                <a:cs typeface="Calibri"/>
              </a:rPr>
              <a:t> </a:t>
            </a:r>
            <a:r>
              <a:rPr sz="3000" dirty="0">
                <a:latin typeface="Calibri"/>
                <a:cs typeface="Calibri"/>
              </a:rPr>
              <a:t>.</a:t>
            </a:r>
            <a:r>
              <a:rPr sz="3000" spc="-25" dirty="0">
                <a:latin typeface="Calibri"/>
                <a:cs typeface="Calibri"/>
              </a:rPr>
              <a:t> </a:t>
            </a:r>
            <a:r>
              <a:rPr sz="3000" dirty="0">
                <a:latin typeface="Calibri"/>
                <a:cs typeface="Calibri"/>
              </a:rPr>
              <a:t>.</a:t>
            </a:r>
            <a:r>
              <a:rPr sz="3000" spc="-25" dirty="0">
                <a:latin typeface="Calibri"/>
                <a:cs typeface="Calibri"/>
              </a:rPr>
              <a:t> </a:t>
            </a:r>
            <a:r>
              <a:rPr sz="3000" dirty="0">
                <a:latin typeface="Calibri"/>
                <a:cs typeface="Calibri"/>
              </a:rPr>
              <a:t>a</a:t>
            </a:r>
            <a:r>
              <a:rPr sz="3000" baseline="-20833" dirty="0">
                <a:latin typeface="Calibri"/>
                <a:cs typeface="Calibri"/>
              </a:rPr>
              <a:t>n</a:t>
            </a:r>
            <a:r>
              <a:rPr sz="3000" dirty="0">
                <a:latin typeface="Calibri"/>
                <a:cs typeface="Calibri"/>
              </a:rPr>
              <a:t>,</a:t>
            </a:r>
            <a:r>
              <a:rPr sz="3000" spc="-30" dirty="0">
                <a:latin typeface="Calibri"/>
                <a:cs typeface="Calibri"/>
              </a:rPr>
              <a:t> </a:t>
            </a:r>
            <a:r>
              <a:rPr sz="3000" spc="-25" dirty="0">
                <a:latin typeface="Calibri"/>
                <a:cs typeface="Calibri"/>
              </a:rPr>
              <a:t>với </a:t>
            </a:r>
            <a:r>
              <a:rPr sz="3000" dirty="0">
                <a:latin typeface="Calibri"/>
                <a:cs typeface="Calibri"/>
              </a:rPr>
              <a:t>a</a:t>
            </a:r>
            <a:r>
              <a:rPr sz="3000" baseline="-20833" dirty="0">
                <a:latin typeface="Calibri"/>
                <a:cs typeface="Calibri"/>
              </a:rPr>
              <a:t>i</a:t>
            </a:r>
            <a:r>
              <a:rPr sz="3000" spc="300" baseline="-20833" dirty="0">
                <a:latin typeface="Calibri"/>
                <a:cs typeface="Calibri"/>
              </a:rPr>
              <a:t> </a:t>
            </a:r>
            <a:r>
              <a:rPr sz="3000" dirty="0">
                <a:latin typeface="Calibri"/>
                <a:cs typeface="Calibri"/>
              </a:rPr>
              <a:t>là</a:t>
            </a:r>
            <a:r>
              <a:rPr sz="3000" spc="-30" dirty="0">
                <a:latin typeface="Calibri"/>
                <a:cs typeface="Calibri"/>
              </a:rPr>
              <a:t> </a:t>
            </a:r>
            <a:r>
              <a:rPr sz="3000" dirty="0">
                <a:latin typeface="Calibri"/>
                <a:cs typeface="Calibri"/>
              </a:rPr>
              <a:t>x</a:t>
            </a:r>
            <a:r>
              <a:rPr sz="3000" spc="-35" dirty="0">
                <a:latin typeface="Calibri"/>
                <a:cs typeface="Calibri"/>
              </a:rPr>
              <a:t> </a:t>
            </a:r>
            <a:r>
              <a:rPr sz="3000" dirty="0">
                <a:latin typeface="Calibri"/>
                <a:cs typeface="Calibri"/>
              </a:rPr>
              <a:t>hay</a:t>
            </a:r>
            <a:r>
              <a:rPr sz="3000" spc="-10" dirty="0">
                <a:latin typeface="Calibri"/>
                <a:cs typeface="Calibri"/>
              </a:rPr>
              <a:t> </a:t>
            </a:r>
            <a:r>
              <a:rPr sz="3000" dirty="0">
                <a:latin typeface="Calibri"/>
                <a:cs typeface="Calibri"/>
              </a:rPr>
              <a:t>y</a:t>
            </a:r>
            <a:r>
              <a:rPr sz="3000" spc="-20" dirty="0">
                <a:latin typeface="Calibri"/>
                <a:cs typeface="Calibri"/>
              </a:rPr>
              <a:t> (1).</a:t>
            </a:r>
            <a:endParaRPr sz="3000">
              <a:latin typeface="Calibri"/>
              <a:cs typeface="Calibri"/>
            </a:endParaRPr>
          </a:p>
          <a:p>
            <a:pPr marL="38100" marR="140970" indent="200025">
              <a:lnSpc>
                <a:spcPct val="120000"/>
              </a:lnSpc>
              <a:spcBef>
                <a:spcPts val="720"/>
              </a:spcBef>
              <a:buChar char="-"/>
              <a:tabLst>
                <a:tab pos="238125" algn="l"/>
              </a:tabLst>
            </a:pPr>
            <a:r>
              <a:rPr sz="3000" dirty="0">
                <a:latin typeface="Calibri"/>
                <a:cs typeface="Calibri"/>
              </a:rPr>
              <a:t>Gọi</a:t>
            </a:r>
            <a:r>
              <a:rPr sz="3000" spc="-30" dirty="0">
                <a:latin typeface="Calibri"/>
                <a:cs typeface="Calibri"/>
              </a:rPr>
              <a:t> </a:t>
            </a:r>
            <a:r>
              <a:rPr sz="3000" dirty="0">
                <a:latin typeface="Symbol"/>
                <a:cs typeface="Symbol"/>
              </a:rPr>
              <a:t></a:t>
            </a:r>
            <a:r>
              <a:rPr sz="3000" baseline="-20833" dirty="0">
                <a:latin typeface="Calibri"/>
                <a:cs typeface="Calibri"/>
              </a:rPr>
              <a:t>i</a:t>
            </a:r>
            <a:r>
              <a:rPr sz="3000" spc="300" baseline="-20833" dirty="0">
                <a:latin typeface="Calibri"/>
                <a:cs typeface="Calibri"/>
              </a:rPr>
              <a:t> </a:t>
            </a:r>
            <a:r>
              <a:rPr sz="3000" dirty="0">
                <a:latin typeface="Calibri"/>
                <a:cs typeface="Calibri"/>
              </a:rPr>
              <a:t>=</a:t>
            </a:r>
            <a:r>
              <a:rPr sz="3000" spc="-5" dirty="0">
                <a:latin typeface="Calibri"/>
                <a:cs typeface="Calibri"/>
              </a:rPr>
              <a:t> </a:t>
            </a:r>
            <a:r>
              <a:rPr sz="3000" dirty="0">
                <a:latin typeface="Calibri"/>
                <a:cs typeface="Calibri"/>
              </a:rPr>
              <a:t>a</a:t>
            </a:r>
            <a:r>
              <a:rPr sz="3000" baseline="-20833" dirty="0">
                <a:latin typeface="Calibri"/>
                <a:cs typeface="Calibri"/>
              </a:rPr>
              <a:t>1</a:t>
            </a:r>
            <a:r>
              <a:rPr sz="3000" dirty="0">
                <a:latin typeface="Calibri"/>
                <a:cs typeface="Calibri"/>
              </a:rPr>
              <a:t>a</a:t>
            </a:r>
            <a:r>
              <a:rPr sz="3000" baseline="-20833" dirty="0">
                <a:latin typeface="Calibri"/>
                <a:cs typeface="Calibri"/>
              </a:rPr>
              <a:t>2</a:t>
            </a:r>
            <a:r>
              <a:rPr sz="3000" dirty="0">
                <a:latin typeface="Calibri"/>
                <a:cs typeface="Calibri"/>
              </a:rPr>
              <a:t>.</a:t>
            </a:r>
            <a:r>
              <a:rPr sz="3000" spc="-35" dirty="0">
                <a:latin typeface="Calibri"/>
                <a:cs typeface="Calibri"/>
              </a:rPr>
              <a:t> </a:t>
            </a:r>
            <a:r>
              <a:rPr sz="3000" dirty="0">
                <a:latin typeface="Calibri"/>
                <a:cs typeface="Calibri"/>
              </a:rPr>
              <a:t>.</a:t>
            </a:r>
            <a:r>
              <a:rPr sz="3000" spc="-20" dirty="0">
                <a:latin typeface="Calibri"/>
                <a:cs typeface="Calibri"/>
              </a:rPr>
              <a:t> </a:t>
            </a:r>
            <a:r>
              <a:rPr sz="3000" dirty="0">
                <a:latin typeface="Calibri"/>
                <a:cs typeface="Calibri"/>
              </a:rPr>
              <a:t>.</a:t>
            </a:r>
            <a:r>
              <a:rPr sz="3000" spc="-20" dirty="0">
                <a:latin typeface="Calibri"/>
                <a:cs typeface="Calibri"/>
              </a:rPr>
              <a:t> </a:t>
            </a:r>
            <a:r>
              <a:rPr sz="3000" dirty="0">
                <a:latin typeface="Calibri"/>
                <a:cs typeface="Calibri"/>
              </a:rPr>
              <a:t>a</a:t>
            </a:r>
            <a:r>
              <a:rPr sz="3000" baseline="-20833" dirty="0">
                <a:latin typeface="Calibri"/>
                <a:cs typeface="Calibri"/>
              </a:rPr>
              <a:t>n</a:t>
            </a:r>
            <a:r>
              <a:rPr sz="3000" spc="307" baseline="-20833" dirty="0">
                <a:latin typeface="Calibri"/>
                <a:cs typeface="Calibri"/>
              </a:rPr>
              <a:t> </a:t>
            </a:r>
            <a:r>
              <a:rPr sz="3000" dirty="0">
                <a:latin typeface="Calibri"/>
                <a:cs typeface="Calibri"/>
              </a:rPr>
              <a:t>là</a:t>
            </a:r>
            <a:r>
              <a:rPr sz="3000" spc="-20" dirty="0">
                <a:latin typeface="Calibri"/>
                <a:cs typeface="Calibri"/>
              </a:rPr>
              <a:t> </a:t>
            </a:r>
            <a:r>
              <a:rPr sz="3000" dirty="0">
                <a:latin typeface="Calibri"/>
                <a:cs typeface="Calibri"/>
              </a:rPr>
              <a:t>số</a:t>
            </a:r>
            <a:r>
              <a:rPr sz="3000" spc="-20" dirty="0">
                <a:latin typeface="Calibri"/>
                <a:cs typeface="Calibri"/>
              </a:rPr>
              <a:t> </a:t>
            </a:r>
            <a:r>
              <a:rPr sz="3000" dirty="0">
                <a:latin typeface="Calibri"/>
                <a:cs typeface="Calibri"/>
              </a:rPr>
              <a:t>hạng</a:t>
            </a:r>
            <a:r>
              <a:rPr sz="3000" spc="-15" dirty="0">
                <a:latin typeface="Calibri"/>
                <a:cs typeface="Calibri"/>
              </a:rPr>
              <a:t> </a:t>
            </a:r>
            <a:r>
              <a:rPr sz="3000" dirty="0">
                <a:latin typeface="Calibri"/>
                <a:cs typeface="Calibri"/>
              </a:rPr>
              <a:t>có</a:t>
            </a:r>
            <a:r>
              <a:rPr sz="3000" spc="-25" dirty="0">
                <a:latin typeface="Calibri"/>
                <a:cs typeface="Calibri"/>
              </a:rPr>
              <a:t> </a:t>
            </a:r>
            <a:r>
              <a:rPr sz="3000" dirty="0">
                <a:latin typeface="Calibri"/>
                <a:cs typeface="Calibri"/>
              </a:rPr>
              <a:t>i</a:t>
            </a:r>
            <a:r>
              <a:rPr sz="3000" spc="-30" dirty="0">
                <a:latin typeface="Calibri"/>
                <a:cs typeface="Calibri"/>
              </a:rPr>
              <a:t> </a:t>
            </a:r>
            <a:r>
              <a:rPr sz="3000" dirty="0">
                <a:latin typeface="Calibri"/>
                <a:cs typeface="Calibri"/>
              </a:rPr>
              <a:t>số</a:t>
            </a:r>
            <a:r>
              <a:rPr sz="3000" spc="-15" dirty="0">
                <a:latin typeface="Calibri"/>
                <a:cs typeface="Calibri"/>
              </a:rPr>
              <a:t> </a:t>
            </a:r>
            <a:r>
              <a:rPr sz="3000" dirty="0">
                <a:latin typeface="Calibri"/>
                <a:cs typeface="Calibri"/>
              </a:rPr>
              <a:t>x,</a:t>
            </a:r>
            <a:r>
              <a:rPr sz="3000" spc="-15" dirty="0">
                <a:latin typeface="Calibri"/>
                <a:cs typeface="Calibri"/>
              </a:rPr>
              <a:t> </a:t>
            </a:r>
            <a:r>
              <a:rPr sz="3000" dirty="0">
                <a:latin typeface="Calibri"/>
                <a:cs typeface="Calibri"/>
              </a:rPr>
              <a:t>i.e.,</a:t>
            </a:r>
            <a:r>
              <a:rPr sz="3000" spc="-10" dirty="0">
                <a:latin typeface="Calibri"/>
                <a:cs typeface="Calibri"/>
              </a:rPr>
              <a:t> </a:t>
            </a:r>
            <a:r>
              <a:rPr sz="3000" dirty="0">
                <a:latin typeface="Symbol"/>
                <a:cs typeface="Symbol"/>
              </a:rPr>
              <a:t></a:t>
            </a:r>
            <a:r>
              <a:rPr sz="3000" baseline="-20833" dirty="0">
                <a:latin typeface="Calibri"/>
                <a:cs typeface="Calibri"/>
              </a:rPr>
              <a:t>i</a:t>
            </a:r>
            <a:r>
              <a:rPr sz="3000" spc="300" baseline="-20833" dirty="0">
                <a:latin typeface="Calibri"/>
                <a:cs typeface="Calibri"/>
              </a:rPr>
              <a:t> </a:t>
            </a:r>
            <a:r>
              <a:rPr sz="3000" dirty="0">
                <a:latin typeface="Calibri"/>
                <a:cs typeface="Calibri"/>
              </a:rPr>
              <a:t>=</a:t>
            </a:r>
            <a:r>
              <a:rPr sz="3000" spc="-15" dirty="0">
                <a:latin typeface="Calibri"/>
                <a:cs typeface="Calibri"/>
              </a:rPr>
              <a:t> </a:t>
            </a:r>
            <a:r>
              <a:rPr sz="3000" dirty="0">
                <a:latin typeface="Calibri"/>
                <a:cs typeface="Calibri"/>
              </a:rPr>
              <a:t>x</a:t>
            </a:r>
            <a:r>
              <a:rPr sz="3000" baseline="25000" dirty="0">
                <a:latin typeface="Calibri"/>
                <a:cs typeface="Calibri"/>
              </a:rPr>
              <a:t>i </a:t>
            </a:r>
            <a:r>
              <a:rPr sz="3000" spc="-10" dirty="0">
                <a:latin typeface="Calibri"/>
                <a:cs typeface="Calibri"/>
              </a:rPr>
              <a:t>y</a:t>
            </a:r>
            <a:r>
              <a:rPr sz="3000" spc="-15" baseline="25000" dirty="0">
                <a:latin typeface="Calibri"/>
                <a:cs typeface="Calibri"/>
              </a:rPr>
              <a:t>n-</a:t>
            </a:r>
            <a:r>
              <a:rPr sz="3000" spc="-37" baseline="25000" dirty="0">
                <a:latin typeface="Calibri"/>
                <a:cs typeface="Calibri"/>
              </a:rPr>
              <a:t>i</a:t>
            </a:r>
            <a:r>
              <a:rPr sz="3000" spc="-25" dirty="0">
                <a:latin typeface="Calibri"/>
                <a:cs typeface="Calibri"/>
              </a:rPr>
              <a:t>, </a:t>
            </a:r>
            <a:r>
              <a:rPr sz="3000" dirty="0">
                <a:latin typeface="Calibri"/>
                <a:cs typeface="Calibri"/>
              </a:rPr>
              <a:t>0</a:t>
            </a:r>
            <a:r>
              <a:rPr sz="3000" spc="-20" dirty="0">
                <a:latin typeface="Calibri"/>
                <a:cs typeface="Calibri"/>
              </a:rPr>
              <a:t> </a:t>
            </a:r>
            <a:r>
              <a:rPr sz="3000" dirty="0">
                <a:latin typeface="Symbol"/>
                <a:cs typeface="Symbol"/>
              </a:rPr>
              <a:t></a:t>
            </a:r>
            <a:r>
              <a:rPr sz="3000" spc="-80" dirty="0">
                <a:latin typeface="Times New Roman"/>
                <a:cs typeface="Times New Roman"/>
              </a:rPr>
              <a:t> </a:t>
            </a:r>
            <a:r>
              <a:rPr sz="3000" dirty="0">
                <a:latin typeface="Calibri"/>
                <a:cs typeface="Calibri"/>
              </a:rPr>
              <a:t>i</a:t>
            </a:r>
            <a:r>
              <a:rPr sz="3000" spc="-15" dirty="0">
                <a:latin typeface="Calibri"/>
                <a:cs typeface="Calibri"/>
              </a:rPr>
              <a:t> </a:t>
            </a:r>
            <a:r>
              <a:rPr sz="3000" dirty="0">
                <a:latin typeface="Symbol"/>
                <a:cs typeface="Symbol"/>
              </a:rPr>
              <a:t></a:t>
            </a:r>
            <a:r>
              <a:rPr sz="3000" spc="-95" dirty="0">
                <a:latin typeface="Times New Roman"/>
                <a:cs typeface="Times New Roman"/>
              </a:rPr>
              <a:t> </a:t>
            </a:r>
            <a:r>
              <a:rPr sz="3000" spc="-25" dirty="0">
                <a:latin typeface="Calibri"/>
                <a:cs typeface="Calibri"/>
              </a:rPr>
              <a:t>n.</a:t>
            </a:r>
            <a:endParaRPr sz="3000">
              <a:latin typeface="Calibri"/>
              <a:cs typeface="Calibri"/>
            </a:endParaRPr>
          </a:p>
          <a:p>
            <a:pPr marL="38100" marR="155575" indent="200025">
              <a:lnSpc>
                <a:spcPct val="120100"/>
              </a:lnSpc>
              <a:spcBef>
                <a:spcPts val="720"/>
              </a:spcBef>
              <a:buChar char="-"/>
              <a:tabLst>
                <a:tab pos="238125" algn="l"/>
                <a:tab pos="5635625" algn="l"/>
              </a:tabLst>
            </a:pPr>
            <a:r>
              <a:rPr sz="3000" dirty="0">
                <a:latin typeface="Calibri"/>
                <a:cs typeface="Calibri"/>
              </a:rPr>
              <a:t>Số</a:t>
            </a:r>
            <a:r>
              <a:rPr sz="3000" spc="-15" dirty="0">
                <a:latin typeface="Calibri"/>
                <a:cs typeface="Calibri"/>
              </a:rPr>
              <a:t> </a:t>
            </a:r>
            <a:r>
              <a:rPr sz="3000" i="1" dirty="0">
                <a:latin typeface="Calibri"/>
                <a:cs typeface="Calibri"/>
              </a:rPr>
              <a:t>phần</a:t>
            </a:r>
            <a:r>
              <a:rPr sz="3000" i="1" spc="-45" dirty="0">
                <a:latin typeface="Calibri"/>
                <a:cs typeface="Calibri"/>
              </a:rPr>
              <a:t> </a:t>
            </a:r>
            <a:r>
              <a:rPr sz="3000" i="1" dirty="0">
                <a:latin typeface="Calibri"/>
                <a:cs typeface="Calibri"/>
              </a:rPr>
              <a:t>tử</a:t>
            </a:r>
            <a:r>
              <a:rPr sz="3000" i="1" spc="-5" dirty="0">
                <a:latin typeface="Calibri"/>
                <a:cs typeface="Calibri"/>
              </a:rPr>
              <a:t> </a:t>
            </a:r>
            <a:r>
              <a:rPr sz="3000" dirty="0">
                <a:latin typeface="Symbol"/>
                <a:cs typeface="Symbol"/>
              </a:rPr>
              <a:t></a:t>
            </a:r>
            <a:r>
              <a:rPr sz="3000" baseline="-20833" dirty="0">
                <a:latin typeface="Calibri"/>
                <a:cs typeface="Calibri"/>
              </a:rPr>
              <a:t>i</a:t>
            </a:r>
            <a:r>
              <a:rPr sz="3000" spc="307" baseline="-20833" dirty="0">
                <a:latin typeface="Calibri"/>
                <a:cs typeface="Calibri"/>
              </a:rPr>
              <a:t> </a:t>
            </a:r>
            <a:r>
              <a:rPr sz="3000" dirty="0">
                <a:latin typeface="Calibri"/>
                <a:cs typeface="Calibri"/>
              </a:rPr>
              <a:t>là</a:t>
            </a:r>
            <a:r>
              <a:rPr sz="3000" spc="-15" dirty="0">
                <a:latin typeface="Calibri"/>
                <a:cs typeface="Calibri"/>
              </a:rPr>
              <a:t> </a:t>
            </a:r>
            <a:r>
              <a:rPr sz="3000" i="1" dirty="0">
                <a:latin typeface="Calibri"/>
                <a:cs typeface="Calibri"/>
              </a:rPr>
              <a:t>số</a:t>
            </a:r>
            <a:r>
              <a:rPr sz="3000" i="1" spc="-25" dirty="0">
                <a:latin typeface="Calibri"/>
                <a:cs typeface="Calibri"/>
              </a:rPr>
              <a:t> </a:t>
            </a:r>
            <a:r>
              <a:rPr sz="3000" i="1" dirty="0">
                <a:latin typeface="Calibri"/>
                <a:cs typeface="Calibri"/>
              </a:rPr>
              <a:t>tổ</a:t>
            </a:r>
            <a:r>
              <a:rPr sz="3000" i="1" spc="-25" dirty="0">
                <a:latin typeface="Calibri"/>
                <a:cs typeface="Calibri"/>
              </a:rPr>
              <a:t> </a:t>
            </a:r>
            <a:r>
              <a:rPr sz="3000" i="1" dirty="0">
                <a:latin typeface="Calibri"/>
                <a:cs typeface="Calibri"/>
              </a:rPr>
              <a:t>hợp</a:t>
            </a:r>
            <a:r>
              <a:rPr sz="3000" i="1" spc="-30" dirty="0">
                <a:latin typeface="Calibri"/>
                <a:cs typeface="Calibri"/>
              </a:rPr>
              <a:t> </a:t>
            </a:r>
            <a:r>
              <a:rPr sz="3000" i="1" dirty="0">
                <a:latin typeface="Calibri"/>
                <a:cs typeface="Calibri"/>
              </a:rPr>
              <a:t>của</a:t>
            </a:r>
            <a:r>
              <a:rPr sz="3000" i="1" spc="-15" dirty="0">
                <a:latin typeface="Calibri"/>
                <a:cs typeface="Calibri"/>
              </a:rPr>
              <a:t> </a:t>
            </a:r>
            <a:r>
              <a:rPr sz="3000" i="1" dirty="0">
                <a:latin typeface="Calibri"/>
                <a:cs typeface="Calibri"/>
              </a:rPr>
              <a:t>n</a:t>
            </a:r>
            <a:r>
              <a:rPr sz="3000" i="1" spc="-30" dirty="0">
                <a:latin typeface="Calibri"/>
                <a:cs typeface="Calibri"/>
              </a:rPr>
              <a:t> </a:t>
            </a:r>
            <a:r>
              <a:rPr sz="3000" i="1" dirty="0">
                <a:latin typeface="Calibri"/>
                <a:cs typeface="Calibri"/>
              </a:rPr>
              <a:t>phần</a:t>
            </a:r>
            <a:r>
              <a:rPr sz="3000" i="1" spc="-45" dirty="0">
                <a:latin typeface="Calibri"/>
                <a:cs typeface="Calibri"/>
              </a:rPr>
              <a:t> </a:t>
            </a:r>
            <a:r>
              <a:rPr sz="3000" i="1" dirty="0">
                <a:latin typeface="Calibri"/>
                <a:cs typeface="Calibri"/>
              </a:rPr>
              <a:t>tử</a:t>
            </a:r>
            <a:r>
              <a:rPr sz="3000" i="1" spc="-25" dirty="0">
                <a:latin typeface="Calibri"/>
                <a:cs typeface="Calibri"/>
              </a:rPr>
              <a:t> </a:t>
            </a:r>
            <a:r>
              <a:rPr sz="3000" i="1" dirty="0">
                <a:latin typeface="Calibri"/>
                <a:cs typeface="Calibri"/>
              </a:rPr>
              <a:t>chọn</a:t>
            </a:r>
            <a:r>
              <a:rPr sz="3000" i="1" spc="-30" dirty="0">
                <a:latin typeface="Calibri"/>
                <a:cs typeface="Calibri"/>
              </a:rPr>
              <a:t> </a:t>
            </a:r>
            <a:r>
              <a:rPr sz="3000" i="1" dirty="0">
                <a:latin typeface="Calibri"/>
                <a:cs typeface="Calibri"/>
              </a:rPr>
              <a:t>i</a:t>
            </a:r>
            <a:r>
              <a:rPr sz="3000" i="1" spc="10" dirty="0">
                <a:latin typeface="Calibri"/>
                <a:cs typeface="Calibri"/>
              </a:rPr>
              <a:t> </a:t>
            </a:r>
            <a:r>
              <a:rPr sz="3000" dirty="0">
                <a:latin typeface="Calibri"/>
                <a:cs typeface="Calibri"/>
              </a:rPr>
              <a:t>của</a:t>
            </a:r>
            <a:r>
              <a:rPr sz="3000" spc="-25" dirty="0">
                <a:latin typeface="Calibri"/>
                <a:cs typeface="Calibri"/>
              </a:rPr>
              <a:t> </a:t>
            </a:r>
            <a:r>
              <a:rPr sz="3000" spc="-50" dirty="0">
                <a:latin typeface="Calibri"/>
                <a:cs typeface="Calibri"/>
              </a:rPr>
              <a:t>{ </a:t>
            </a:r>
            <a:r>
              <a:rPr sz="3000" dirty="0">
                <a:latin typeface="Calibri"/>
                <a:cs typeface="Calibri"/>
              </a:rPr>
              <a:t>a</a:t>
            </a:r>
            <a:r>
              <a:rPr sz="3000" baseline="-20833" dirty="0">
                <a:latin typeface="Calibri"/>
                <a:cs typeface="Calibri"/>
              </a:rPr>
              <a:t>1</a:t>
            </a:r>
            <a:r>
              <a:rPr sz="3000" dirty="0">
                <a:latin typeface="Calibri"/>
                <a:cs typeface="Calibri"/>
              </a:rPr>
              <a:t>,</a:t>
            </a:r>
            <a:r>
              <a:rPr sz="3000" spc="-45" dirty="0">
                <a:latin typeface="Calibri"/>
                <a:cs typeface="Calibri"/>
              </a:rPr>
              <a:t> </a:t>
            </a:r>
            <a:r>
              <a:rPr sz="3000" dirty="0">
                <a:latin typeface="Calibri"/>
                <a:cs typeface="Calibri"/>
              </a:rPr>
              <a:t>a</a:t>
            </a:r>
            <a:r>
              <a:rPr sz="3000" baseline="-20833" dirty="0">
                <a:latin typeface="Calibri"/>
                <a:cs typeface="Calibri"/>
              </a:rPr>
              <a:t>2</a:t>
            </a:r>
            <a:r>
              <a:rPr sz="3000" dirty="0">
                <a:latin typeface="Calibri"/>
                <a:cs typeface="Calibri"/>
              </a:rPr>
              <a:t>,</a:t>
            </a:r>
            <a:r>
              <a:rPr sz="3000" spc="-40" dirty="0">
                <a:latin typeface="Calibri"/>
                <a:cs typeface="Calibri"/>
              </a:rPr>
              <a:t> </a:t>
            </a:r>
            <a:r>
              <a:rPr sz="3000" dirty="0">
                <a:latin typeface="Calibri"/>
                <a:cs typeface="Calibri"/>
              </a:rPr>
              <a:t>.</a:t>
            </a:r>
            <a:r>
              <a:rPr sz="3000" spc="-35" dirty="0">
                <a:latin typeface="Calibri"/>
                <a:cs typeface="Calibri"/>
              </a:rPr>
              <a:t> </a:t>
            </a:r>
            <a:r>
              <a:rPr sz="3000" dirty="0">
                <a:latin typeface="Calibri"/>
                <a:cs typeface="Calibri"/>
              </a:rPr>
              <a:t>.</a:t>
            </a:r>
            <a:r>
              <a:rPr sz="3000" spc="-30" dirty="0">
                <a:latin typeface="Calibri"/>
                <a:cs typeface="Calibri"/>
              </a:rPr>
              <a:t> </a:t>
            </a:r>
            <a:r>
              <a:rPr sz="3000" dirty="0">
                <a:latin typeface="Calibri"/>
                <a:cs typeface="Calibri"/>
              </a:rPr>
              <a:t>.</a:t>
            </a:r>
            <a:r>
              <a:rPr sz="3000" spc="-35" dirty="0">
                <a:latin typeface="Calibri"/>
                <a:cs typeface="Calibri"/>
              </a:rPr>
              <a:t> </a:t>
            </a:r>
            <a:r>
              <a:rPr sz="3000" dirty="0">
                <a:latin typeface="Calibri"/>
                <a:cs typeface="Calibri"/>
              </a:rPr>
              <a:t>,</a:t>
            </a:r>
            <a:r>
              <a:rPr sz="3000" spc="-25" dirty="0">
                <a:latin typeface="Calibri"/>
                <a:cs typeface="Calibri"/>
              </a:rPr>
              <a:t> </a:t>
            </a:r>
            <a:r>
              <a:rPr sz="3000" dirty="0">
                <a:latin typeface="Calibri"/>
                <a:cs typeface="Calibri"/>
              </a:rPr>
              <a:t>a</a:t>
            </a:r>
            <a:r>
              <a:rPr sz="3000" baseline="-20833" dirty="0">
                <a:latin typeface="Calibri"/>
                <a:cs typeface="Calibri"/>
              </a:rPr>
              <a:t>n</a:t>
            </a:r>
            <a:r>
              <a:rPr sz="3000" dirty="0">
                <a:latin typeface="Calibri"/>
                <a:cs typeface="Calibri"/>
              </a:rPr>
              <a:t>}.</a:t>
            </a:r>
            <a:r>
              <a:rPr sz="3000" spc="-45" dirty="0">
                <a:latin typeface="Calibri"/>
                <a:cs typeface="Calibri"/>
              </a:rPr>
              <a:t> </a:t>
            </a:r>
            <a:r>
              <a:rPr sz="3000" spc="-50" dirty="0">
                <a:latin typeface="Calibri"/>
                <a:cs typeface="Calibri"/>
              </a:rPr>
              <a:t>Tại</a:t>
            </a:r>
            <a:r>
              <a:rPr sz="3000" spc="-25" dirty="0">
                <a:latin typeface="Calibri"/>
                <a:cs typeface="Calibri"/>
              </a:rPr>
              <a:t> </a:t>
            </a:r>
            <a:r>
              <a:rPr sz="3000" dirty="0">
                <a:latin typeface="Calibri"/>
                <a:cs typeface="Calibri"/>
              </a:rPr>
              <a:t>các</a:t>
            </a:r>
            <a:r>
              <a:rPr sz="3000" spc="-50" dirty="0">
                <a:latin typeface="Calibri"/>
                <a:cs typeface="Calibri"/>
              </a:rPr>
              <a:t> </a:t>
            </a:r>
            <a:r>
              <a:rPr sz="3000" dirty="0">
                <a:latin typeface="Calibri"/>
                <a:cs typeface="Calibri"/>
              </a:rPr>
              <a:t>a</a:t>
            </a:r>
            <a:r>
              <a:rPr sz="3000" baseline="-20833" dirty="0">
                <a:latin typeface="Calibri"/>
                <a:cs typeface="Calibri"/>
              </a:rPr>
              <a:t>i</a:t>
            </a:r>
            <a:r>
              <a:rPr sz="3000" spc="292" baseline="-20833" dirty="0">
                <a:latin typeface="Calibri"/>
                <a:cs typeface="Calibri"/>
              </a:rPr>
              <a:t> </a:t>
            </a:r>
            <a:r>
              <a:rPr sz="3000" dirty="0">
                <a:latin typeface="Calibri"/>
                <a:cs typeface="Calibri"/>
              </a:rPr>
              <a:t>được</a:t>
            </a:r>
            <a:r>
              <a:rPr sz="3000" spc="-40" dirty="0">
                <a:latin typeface="Calibri"/>
                <a:cs typeface="Calibri"/>
              </a:rPr>
              <a:t> </a:t>
            </a:r>
            <a:r>
              <a:rPr sz="3000" spc="-20" dirty="0">
                <a:latin typeface="Calibri"/>
                <a:cs typeface="Calibri"/>
              </a:rPr>
              <a:t>chọn</a:t>
            </a:r>
            <a:r>
              <a:rPr sz="3000" dirty="0">
                <a:latin typeface="Calibri"/>
                <a:cs typeface="Calibri"/>
              </a:rPr>
              <a:t>	ta</a:t>
            </a:r>
            <a:r>
              <a:rPr sz="3000" spc="-60" dirty="0">
                <a:latin typeface="Calibri"/>
                <a:cs typeface="Calibri"/>
              </a:rPr>
              <a:t> </a:t>
            </a:r>
            <a:r>
              <a:rPr sz="3000" dirty="0">
                <a:latin typeface="Calibri"/>
                <a:cs typeface="Calibri"/>
              </a:rPr>
              <a:t>thay</a:t>
            </a:r>
            <a:r>
              <a:rPr sz="3000" spc="-40" dirty="0">
                <a:latin typeface="Calibri"/>
                <a:cs typeface="Calibri"/>
              </a:rPr>
              <a:t> </a:t>
            </a:r>
            <a:r>
              <a:rPr sz="3000" dirty="0">
                <a:latin typeface="Calibri"/>
                <a:cs typeface="Calibri"/>
              </a:rPr>
              <a:t>a</a:t>
            </a:r>
            <a:r>
              <a:rPr sz="3000" baseline="-20833" dirty="0">
                <a:latin typeface="Calibri"/>
                <a:cs typeface="Calibri"/>
              </a:rPr>
              <a:t>i</a:t>
            </a:r>
            <a:r>
              <a:rPr sz="3000" spc="284" baseline="-20833" dirty="0">
                <a:latin typeface="Calibri"/>
                <a:cs typeface="Calibri"/>
              </a:rPr>
              <a:t> </a:t>
            </a:r>
            <a:r>
              <a:rPr sz="3000" dirty="0">
                <a:latin typeface="Calibri"/>
                <a:cs typeface="Calibri"/>
              </a:rPr>
              <a:t>bằng</a:t>
            </a:r>
            <a:r>
              <a:rPr sz="3000" spc="-35" dirty="0">
                <a:latin typeface="Calibri"/>
                <a:cs typeface="Calibri"/>
              </a:rPr>
              <a:t> </a:t>
            </a:r>
            <a:r>
              <a:rPr sz="3000" spc="-25" dirty="0">
                <a:latin typeface="Calibri"/>
                <a:cs typeface="Calibri"/>
              </a:rPr>
              <a:t>x.</a:t>
            </a:r>
            <a:endParaRPr sz="3000">
              <a:latin typeface="Calibri"/>
              <a:cs typeface="Calibri"/>
            </a:endParaRP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20040" y="240626"/>
            <a:ext cx="8364855" cy="3502025"/>
          </a:xfrm>
          <a:prstGeom prst="rect">
            <a:avLst/>
          </a:prstGeom>
        </p:spPr>
        <p:txBody>
          <a:bodyPr vert="horz" wrap="square" lIns="0" tIns="89535" rIns="0" bIns="0" rtlCol="0">
            <a:spAutoFit/>
          </a:bodyPr>
          <a:lstStyle/>
          <a:p>
            <a:pPr marL="76200">
              <a:lnSpc>
                <a:spcPct val="100000"/>
              </a:lnSpc>
              <a:spcBef>
                <a:spcPts val="705"/>
              </a:spcBef>
              <a:tabLst>
                <a:tab pos="1285875" algn="l"/>
              </a:tabLst>
            </a:pPr>
            <a:r>
              <a:rPr sz="2500" b="1" dirty="0">
                <a:latin typeface="Calibri"/>
                <a:cs typeface="Calibri"/>
              </a:rPr>
              <a:t>Ví dụ</a:t>
            </a:r>
            <a:r>
              <a:rPr sz="2500" b="1" spc="-15" dirty="0">
                <a:latin typeface="Calibri"/>
                <a:cs typeface="Calibri"/>
              </a:rPr>
              <a:t> </a:t>
            </a:r>
            <a:r>
              <a:rPr sz="2500" b="1" dirty="0">
                <a:latin typeface="Calibri"/>
                <a:cs typeface="Calibri"/>
              </a:rPr>
              <a:t>1</a:t>
            </a:r>
            <a:r>
              <a:rPr sz="2500" b="1" spc="-10" dirty="0">
                <a:latin typeface="Calibri"/>
                <a:cs typeface="Calibri"/>
              </a:rPr>
              <a:t> </a:t>
            </a:r>
            <a:r>
              <a:rPr sz="2500" b="1" spc="-50" dirty="0">
                <a:latin typeface="Calibri"/>
                <a:cs typeface="Calibri"/>
              </a:rPr>
              <a:t>:</a:t>
            </a:r>
            <a:r>
              <a:rPr sz="2500" b="1" dirty="0">
                <a:latin typeface="Calibri"/>
                <a:cs typeface="Calibri"/>
              </a:rPr>
              <a:t>	</a:t>
            </a:r>
            <a:r>
              <a:rPr sz="2500" dirty="0">
                <a:latin typeface="Calibri"/>
                <a:cs typeface="Calibri"/>
              </a:rPr>
              <a:t>(x</a:t>
            </a:r>
            <a:r>
              <a:rPr sz="2500" spc="-35" dirty="0">
                <a:latin typeface="Calibri"/>
                <a:cs typeface="Calibri"/>
              </a:rPr>
              <a:t> </a:t>
            </a:r>
            <a:r>
              <a:rPr sz="2500" dirty="0">
                <a:latin typeface="Calibri"/>
                <a:cs typeface="Calibri"/>
              </a:rPr>
              <a:t>+</a:t>
            </a:r>
            <a:r>
              <a:rPr sz="2500" spc="-40" dirty="0">
                <a:latin typeface="Calibri"/>
                <a:cs typeface="Calibri"/>
              </a:rPr>
              <a:t> </a:t>
            </a:r>
            <a:r>
              <a:rPr sz="2500" dirty="0">
                <a:latin typeface="Calibri"/>
                <a:cs typeface="Calibri"/>
              </a:rPr>
              <a:t>y)</a:t>
            </a:r>
            <a:r>
              <a:rPr sz="2475" baseline="25252" dirty="0">
                <a:latin typeface="Calibri"/>
                <a:cs typeface="Calibri"/>
              </a:rPr>
              <a:t>5</a:t>
            </a:r>
            <a:r>
              <a:rPr sz="2475" spc="262" baseline="25252" dirty="0">
                <a:latin typeface="Calibri"/>
                <a:cs typeface="Calibri"/>
              </a:rPr>
              <a:t> </a:t>
            </a:r>
            <a:r>
              <a:rPr sz="2500" dirty="0">
                <a:latin typeface="Calibri"/>
                <a:cs typeface="Calibri"/>
              </a:rPr>
              <a:t>=</a:t>
            </a:r>
            <a:r>
              <a:rPr sz="2500" spc="-45" dirty="0">
                <a:latin typeface="Calibri"/>
                <a:cs typeface="Calibri"/>
              </a:rPr>
              <a:t> </a:t>
            </a:r>
            <a:r>
              <a:rPr sz="2500" dirty="0">
                <a:latin typeface="Calibri"/>
                <a:cs typeface="Calibri"/>
              </a:rPr>
              <a:t>(x+y)</a:t>
            </a:r>
            <a:r>
              <a:rPr sz="2500" spc="-25" dirty="0">
                <a:latin typeface="Calibri"/>
                <a:cs typeface="Calibri"/>
              </a:rPr>
              <a:t> </a:t>
            </a:r>
            <a:r>
              <a:rPr sz="2500" dirty="0">
                <a:latin typeface="Calibri"/>
                <a:cs typeface="Calibri"/>
              </a:rPr>
              <a:t>(x+y)</a:t>
            </a:r>
            <a:r>
              <a:rPr sz="2500" spc="-10" dirty="0">
                <a:latin typeface="Calibri"/>
                <a:cs typeface="Calibri"/>
              </a:rPr>
              <a:t> </a:t>
            </a:r>
            <a:r>
              <a:rPr sz="2500" dirty="0">
                <a:latin typeface="Calibri"/>
                <a:cs typeface="Calibri"/>
              </a:rPr>
              <a:t>(x+y)</a:t>
            </a:r>
            <a:r>
              <a:rPr sz="2500" spc="-10" dirty="0">
                <a:latin typeface="Calibri"/>
                <a:cs typeface="Calibri"/>
              </a:rPr>
              <a:t> </a:t>
            </a:r>
            <a:r>
              <a:rPr sz="2500" dirty="0">
                <a:latin typeface="Calibri"/>
                <a:cs typeface="Calibri"/>
              </a:rPr>
              <a:t>(x+y)</a:t>
            </a:r>
            <a:r>
              <a:rPr sz="2500" spc="-15" dirty="0">
                <a:latin typeface="Calibri"/>
                <a:cs typeface="Calibri"/>
              </a:rPr>
              <a:t> </a:t>
            </a:r>
            <a:r>
              <a:rPr sz="2500" spc="-10" dirty="0">
                <a:latin typeface="Calibri"/>
                <a:cs typeface="Calibri"/>
              </a:rPr>
              <a:t>(x+y)</a:t>
            </a:r>
            <a:endParaRPr sz="2500">
              <a:latin typeface="Calibri"/>
              <a:cs typeface="Calibri"/>
            </a:endParaRPr>
          </a:p>
          <a:p>
            <a:pPr marL="2719070">
              <a:lnSpc>
                <a:spcPct val="100000"/>
              </a:lnSpc>
              <a:spcBef>
                <a:spcPts val="600"/>
              </a:spcBef>
              <a:tabLst>
                <a:tab pos="3408045" algn="l"/>
                <a:tab pos="4098290" algn="l"/>
                <a:tab pos="4787265" algn="l"/>
                <a:tab pos="5547995" algn="l"/>
              </a:tabLst>
            </a:pPr>
            <a:r>
              <a:rPr sz="2500" spc="-25" dirty="0">
                <a:latin typeface="Calibri"/>
                <a:cs typeface="Calibri"/>
              </a:rPr>
              <a:t>a</a:t>
            </a:r>
            <a:r>
              <a:rPr sz="2475" spc="-37" baseline="-20202" dirty="0">
                <a:latin typeface="Calibri"/>
                <a:cs typeface="Calibri"/>
              </a:rPr>
              <a:t>1</a:t>
            </a:r>
            <a:r>
              <a:rPr sz="2475" baseline="-20202" dirty="0">
                <a:latin typeface="Calibri"/>
                <a:cs typeface="Calibri"/>
              </a:rPr>
              <a:t>	</a:t>
            </a:r>
            <a:r>
              <a:rPr sz="2500" spc="-25" dirty="0">
                <a:latin typeface="Calibri"/>
                <a:cs typeface="Calibri"/>
              </a:rPr>
              <a:t>a</a:t>
            </a:r>
            <a:r>
              <a:rPr sz="2475" spc="-37" baseline="-20202" dirty="0">
                <a:latin typeface="Calibri"/>
                <a:cs typeface="Calibri"/>
              </a:rPr>
              <a:t>2</a:t>
            </a:r>
            <a:r>
              <a:rPr sz="2475" baseline="-20202" dirty="0">
                <a:latin typeface="Calibri"/>
                <a:cs typeface="Calibri"/>
              </a:rPr>
              <a:t>	</a:t>
            </a:r>
            <a:r>
              <a:rPr sz="2500" spc="-25" dirty="0">
                <a:latin typeface="Calibri"/>
                <a:cs typeface="Calibri"/>
              </a:rPr>
              <a:t>a</a:t>
            </a:r>
            <a:r>
              <a:rPr sz="2475" spc="-37" baseline="-20202" dirty="0">
                <a:latin typeface="Calibri"/>
                <a:cs typeface="Calibri"/>
              </a:rPr>
              <a:t>3</a:t>
            </a:r>
            <a:r>
              <a:rPr sz="2475" baseline="-20202" dirty="0">
                <a:latin typeface="Calibri"/>
                <a:cs typeface="Calibri"/>
              </a:rPr>
              <a:t>	</a:t>
            </a:r>
            <a:r>
              <a:rPr sz="2500" spc="-25" dirty="0">
                <a:latin typeface="Calibri"/>
                <a:cs typeface="Calibri"/>
              </a:rPr>
              <a:t>a</a:t>
            </a:r>
            <a:r>
              <a:rPr sz="2475" spc="-37" baseline="-20202" dirty="0">
                <a:latin typeface="Calibri"/>
                <a:cs typeface="Calibri"/>
              </a:rPr>
              <a:t>4</a:t>
            </a:r>
            <a:r>
              <a:rPr sz="2475" baseline="-20202" dirty="0">
                <a:latin typeface="Calibri"/>
                <a:cs typeface="Calibri"/>
              </a:rPr>
              <a:t>	</a:t>
            </a:r>
            <a:r>
              <a:rPr sz="2500" spc="-25" dirty="0">
                <a:latin typeface="Calibri"/>
                <a:cs typeface="Calibri"/>
              </a:rPr>
              <a:t>a</a:t>
            </a:r>
            <a:r>
              <a:rPr sz="2475" spc="-37" baseline="-20202" dirty="0">
                <a:latin typeface="Calibri"/>
                <a:cs typeface="Calibri"/>
              </a:rPr>
              <a:t>5</a:t>
            </a:r>
            <a:endParaRPr sz="2475" baseline="-20202">
              <a:latin typeface="Calibri"/>
              <a:cs typeface="Calibri"/>
            </a:endParaRPr>
          </a:p>
          <a:p>
            <a:pPr marL="76200">
              <a:lnSpc>
                <a:spcPct val="100000"/>
              </a:lnSpc>
              <a:spcBef>
                <a:spcPts val="960"/>
              </a:spcBef>
            </a:pPr>
            <a:r>
              <a:rPr sz="2500" spc="-80" dirty="0">
                <a:latin typeface="Calibri"/>
                <a:cs typeface="Calibri"/>
              </a:rPr>
              <a:t>Ta</a:t>
            </a:r>
            <a:r>
              <a:rPr sz="2500" spc="-45" dirty="0">
                <a:latin typeface="Calibri"/>
                <a:cs typeface="Calibri"/>
              </a:rPr>
              <a:t> </a:t>
            </a:r>
            <a:r>
              <a:rPr sz="2500" dirty="0">
                <a:latin typeface="Calibri"/>
                <a:cs typeface="Calibri"/>
              </a:rPr>
              <a:t>có</a:t>
            </a:r>
            <a:r>
              <a:rPr sz="2500" spc="-50" dirty="0">
                <a:latin typeface="Calibri"/>
                <a:cs typeface="Calibri"/>
              </a:rPr>
              <a:t> :</a:t>
            </a:r>
            <a:endParaRPr sz="2500">
              <a:latin typeface="Calibri"/>
              <a:cs typeface="Calibri"/>
            </a:endParaRPr>
          </a:p>
          <a:p>
            <a:pPr marL="76200" marR="68580">
              <a:lnSpc>
                <a:spcPct val="120000"/>
              </a:lnSpc>
              <a:spcBef>
                <a:spcPts val="605"/>
              </a:spcBef>
              <a:tabLst>
                <a:tab pos="5106035" algn="l"/>
              </a:tabLst>
            </a:pPr>
            <a:r>
              <a:rPr sz="2500" dirty="0">
                <a:latin typeface="Calibri"/>
                <a:cs typeface="Calibri"/>
              </a:rPr>
              <a:t>-</a:t>
            </a:r>
            <a:r>
              <a:rPr sz="2500" spc="-45" dirty="0">
                <a:latin typeface="Calibri"/>
                <a:cs typeface="Calibri"/>
              </a:rPr>
              <a:t> </a:t>
            </a:r>
            <a:r>
              <a:rPr sz="2500" dirty="0">
                <a:latin typeface="Calibri"/>
                <a:cs typeface="Calibri"/>
              </a:rPr>
              <a:t>Mỗi</a:t>
            </a:r>
            <a:r>
              <a:rPr sz="2500" spc="-30" dirty="0">
                <a:latin typeface="Calibri"/>
                <a:cs typeface="Calibri"/>
              </a:rPr>
              <a:t> </a:t>
            </a:r>
            <a:r>
              <a:rPr sz="2500" dirty="0">
                <a:solidFill>
                  <a:srgbClr val="FF0000"/>
                </a:solidFill>
                <a:latin typeface="Calibri"/>
                <a:cs typeface="Calibri"/>
              </a:rPr>
              <a:t>số</a:t>
            </a:r>
            <a:r>
              <a:rPr sz="2500" spc="-50" dirty="0">
                <a:solidFill>
                  <a:srgbClr val="FF0000"/>
                </a:solidFill>
                <a:latin typeface="Calibri"/>
                <a:cs typeface="Calibri"/>
              </a:rPr>
              <a:t> </a:t>
            </a:r>
            <a:r>
              <a:rPr sz="2500" dirty="0">
                <a:solidFill>
                  <a:srgbClr val="FF0000"/>
                </a:solidFill>
                <a:latin typeface="Calibri"/>
                <a:cs typeface="Calibri"/>
              </a:rPr>
              <a:t>hạng</a:t>
            </a:r>
            <a:r>
              <a:rPr sz="2500" spc="-25" dirty="0">
                <a:solidFill>
                  <a:srgbClr val="FF0000"/>
                </a:solidFill>
                <a:latin typeface="Calibri"/>
                <a:cs typeface="Calibri"/>
              </a:rPr>
              <a:t> </a:t>
            </a:r>
            <a:r>
              <a:rPr sz="2500" dirty="0">
                <a:latin typeface="Calibri"/>
                <a:cs typeface="Calibri"/>
              </a:rPr>
              <a:t>trong</a:t>
            </a:r>
            <a:r>
              <a:rPr sz="2500" spc="-50" dirty="0">
                <a:latin typeface="Calibri"/>
                <a:cs typeface="Calibri"/>
              </a:rPr>
              <a:t> </a:t>
            </a:r>
            <a:r>
              <a:rPr sz="2500" dirty="0">
                <a:latin typeface="Calibri"/>
                <a:cs typeface="Calibri"/>
              </a:rPr>
              <a:t>khai</a:t>
            </a:r>
            <a:r>
              <a:rPr sz="2500" spc="-30" dirty="0">
                <a:latin typeface="Calibri"/>
                <a:cs typeface="Calibri"/>
              </a:rPr>
              <a:t> </a:t>
            </a:r>
            <a:r>
              <a:rPr sz="2500" dirty="0">
                <a:latin typeface="Calibri"/>
                <a:cs typeface="Calibri"/>
              </a:rPr>
              <a:t>triển</a:t>
            </a:r>
            <a:r>
              <a:rPr sz="2500" spc="-40" dirty="0">
                <a:latin typeface="Calibri"/>
                <a:cs typeface="Calibri"/>
              </a:rPr>
              <a:t> </a:t>
            </a:r>
            <a:r>
              <a:rPr sz="2500" dirty="0">
                <a:latin typeface="Calibri"/>
                <a:cs typeface="Calibri"/>
              </a:rPr>
              <a:t>có</a:t>
            </a:r>
            <a:r>
              <a:rPr sz="2500" spc="-35" dirty="0">
                <a:latin typeface="Calibri"/>
                <a:cs typeface="Calibri"/>
              </a:rPr>
              <a:t> </a:t>
            </a:r>
            <a:r>
              <a:rPr sz="2500" spc="-20" dirty="0">
                <a:latin typeface="Calibri"/>
                <a:cs typeface="Calibri"/>
              </a:rPr>
              <a:t>dạng</a:t>
            </a:r>
            <a:r>
              <a:rPr sz="2500" dirty="0">
                <a:latin typeface="Calibri"/>
                <a:cs typeface="Calibri"/>
              </a:rPr>
              <a:t>	</a:t>
            </a:r>
            <a:r>
              <a:rPr sz="2500" b="1" dirty="0">
                <a:latin typeface="Calibri"/>
                <a:cs typeface="Calibri"/>
              </a:rPr>
              <a:t>a</a:t>
            </a:r>
            <a:r>
              <a:rPr sz="2475" b="1" baseline="-20202" dirty="0">
                <a:latin typeface="Calibri"/>
                <a:cs typeface="Calibri"/>
              </a:rPr>
              <a:t>1</a:t>
            </a:r>
            <a:r>
              <a:rPr sz="2500" b="1" dirty="0">
                <a:latin typeface="Calibri"/>
                <a:cs typeface="Calibri"/>
              </a:rPr>
              <a:t>a</a:t>
            </a:r>
            <a:r>
              <a:rPr sz="2475" b="1" baseline="-20202" dirty="0">
                <a:latin typeface="Calibri"/>
                <a:cs typeface="Calibri"/>
              </a:rPr>
              <a:t>2</a:t>
            </a:r>
            <a:r>
              <a:rPr sz="2500" b="1" dirty="0">
                <a:latin typeface="Calibri"/>
                <a:cs typeface="Calibri"/>
              </a:rPr>
              <a:t>a</a:t>
            </a:r>
            <a:r>
              <a:rPr sz="2475" b="1" baseline="-20202" dirty="0">
                <a:latin typeface="Calibri"/>
                <a:cs typeface="Calibri"/>
              </a:rPr>
              <a:t>3</a:t>
            </a:r>
            <a:r>
              <a:rPr sz="2500" b="1" dirty="0">
                <a:latin typeface="Calibri"/>
                <a:cs typeface="Calibri"/>
              </a:rPr>
              <a:t>a</a:t>
            </a:r>
            <a:r>
              <a:rPr sz="2475" b="1" baseline="-20202" dirty="0">
                <a:latin typeface="Calibri"/>
                <a:cs typeface="Calibri"/>
              </a:rPr>
              <a:t>4</a:t>
            </a:r>
            <a:r>
              <a:rPr sz="2500" b="1" dirty="0">
                <a:latin typeface="Calibri"/>
                <a:cs typeface="Calibri"/>
              </a:rPr>
              <a:t>a</a:t>
            </a:r>
            <a:r>
              <a:rPr sz="2475" b="1" baseline="-20202" dirty="0">
                <a:latin typeface="Calibri"/>
                <a:cs typeface="Calibri"/>
              </a:rPr>
              <a:t>5</a:t>
            </a:r>
            <a:r>
              <a:rPr sz="2500" dirty="0">
                <a:latin typeface="Calibri"/>
                <a:cs typeface="Calibri"/>
              </a:rPr>
              <a:t>,</a:t>
            </a:r>
            <a:r>
              <a:rPr sz="2500" spc="15" dirty="0">
                <a:latin typeface="Calibri"/>
                <a:cs typeface="Calibri"/>
              </a:rPr>
              <a:t> </a:t>
            </a:r>
            <a:r>
              <a:rPr sz="2500" dirty="0">
                <a:latin typeface="Calibri"/>
                <a:cs typeface="Calibri"/>
              </a:rPr>
              <a:t>với</a:t>
            </a:r>
            <a:r>
              <a:rPr sz="2500" spc="-35" dirty="0">
                <a:latin typeface="Calibri"/>
                <a:cs typeface="Calibri"/>
              </a:rPr>
              <a:t> </a:t>
            </a:r>
            <a:r>
              <a:rPr sz="2500" dirty="0">
                <a:latin typeface="Calibri"/>
                <a:cs typeface="Calibri"/>
              </a:rPr>
              <a:t>a</a:t>
            </a:r>
            <a:r>
              <a:rPr sz="2475" baseline="-20202" dirty="0">
                <a:latin typeface="Calibri"/>
                <a:cs typeface="Calibri"/>
              </a:rPr>
              <a:t>i</a:t>
            </a:r>
            <a:r>
              <a:rPr sz="2475" spc="225" baseline="-20202" dirty="0">
                <a:latin typeface="Calibri"/>
                <a:cs typeface="Calibri"/>
              </a:rPr>
              <a:t> </a:t>
            </a:r>
            <a:r>
              <a:rPr sz="2500" dirty="0">
                <a:latin typeface="Calibri"/>
                <a:cs typeface="Calibri"/>
              </a:rPr>
              <a:t>là</a:t>
            </a:r>
            <a:r>
              <a:rPr sz="2500" spc="-30" dirty="0">
                <a:latin typeface="Calibri"/>
                <a:cs typeface="Calibri"/>
              </a:rPr>
              <a:t> </a:t>
            </a:r>
            <a:r>
              <a:rPr sz="2500" dirty="0">
                <a:latin typeface="Calibri"/>
                <a:cs typeface="Calibri"/>
              </a:rPr>
              <a:t>x</a:t>
            </a:r>
            <a:r>
              <a:rPr sz="2500" spc="-35" dirty="0">
                <a:latin typeface="Calibri"/>
                <a:cs typeface="Calibri"/>
              </a:rPr>
              <a:t> </a:t>
            </a:r>
            <a:r>
              <a:rPr sz="2500" spc="-25" dirty="0">
                <a:latin typeface="Calibri"/>
                <a:cs typeface="Calibri"/>
              </a:rPr>
              <a:t>hay </a:t>
            </a:r>
            <a:r>
              <a:rPr sz="2500" spc="-50" dirty="0">
                <a:latin typeface="Calibri"/>
                <a:cs typeface="Calibri"/>
              </a:rPr>
              <a:t>y</a:t>
            </a:r>
            <a:endParaRPr sz="2500">
              <a:latin typeface="Calibri"/>
              <a:cs typeface="Calibri"/>
            </a:endParaRPr>
          </a:p>
          <a:p>
            <a:pPr marL="76200" marR="781685">
              <a:lnSpc>
                <a:spcPts val="4200"/>
              </a:lnSpc>
              <a:spcBef>
                <a:spcPts val="140"/>
              </a:spcBef>
            </a:pPr>
            <a:r>
              <a:rPr sz="2500" dirty="0">
                <a:latin typeface="Calibri"/>
                <a:cs typeface="Calibri"/>
              </a:rPr>
              <a:t>-</a:t>
            </a:r>
            <a:r>
              <a:rPr sz="2500" spc="-40" dirty="0">
                <a:latin typeface="Calibri"/>
                <a:cs typeface="Calibri"/>
              </a:rPr>
              <a:t> </a:t>
            </a:r>
            <a:r>
              <a:rPr sz="2500" dirty="0">
                <a:latin typeface="Calibri"/>
                <a:cs typeface="Calibri"/>
              </a:rPr>
              <a:t>(x</a:t>
            </a:r>
            <a:r>
              <a:rPr sz="2500" spc="-25" dirty="0">
                <a:latin typeface="Calibri"/>
                <a:cs typeface="Calibri"/>
              </a:rPr>
              <a:t> </a:t>
            </a:r>
            <a:r>
              <a:rPr sz="2500" dirty="0">
                <a:latin typeface="Calibri"/>
                <a:cs typeface="Calibri"/>
              </a:rPr>
              <a:t>+</a:t>
            </a:r>
            <a:r>
              <a:rPr sz="2500" spc="-35" dirty="0">
                <a:latin typeface="Calibri"/>
                <a:cs typeface="Calibri"/>
              </a:rPr>
              <a:t> </a:t>
            </a:r>
            <a:r>
              <a:rPr sz="2500" dirty="0">
                <a:latin typeface="Calibri"/>
                <a:cs typeface="Calibri"/>
              </a:rPr>
              <a:t>y)</a:t>
            </a:r>
            <a:r>
              <a:rPr sz="2475" baseline="25252" dirty="0">
                <a:latin typeface="Calibri"/>
                <a:cs typeface="Calibri"/>
              </a:rPr>
              <a:t>5</a:t>
            </a:r>
            <a:r>
              <a:rPr sz="2475" spc="284" baseline="25252" dirty="0">
                <a:latin typeface="Calibri"/>
                <a:cs typeface="Calibri"/>
              </a:rPr>
              <a:t> </a:t>
            </a:r>
            <a:r>
              <a:rPr sz="2500" dirty="0">
                <a:latin typeface="Calibri"/>
                <a:cs typeface="Calibri"/>
              </a:rPr>
              <a:t>=</a:t>
            </a:r>
            <a:r>
              <a:rPr sz="2500" spc="-35" dirty="0">
                <a:latin typeface="Calibri"/>
                <a:cs typeface="Calibri"/>
              </a:rPr>
              <a:t> </a:t>
            </a:r>
            <a:r>
              <a:rPr sz="2500" dirty="0">
                <a:latin typeface="Calibri"/>
                <a:cs typeface="Calibri"/>
              </a:rPr>
              <a:t>d</a:t>
            </a:r>
            <a:r>
              <a:rPr sz="2475" baseline="-20202" dirty="0">
                <a:latin typeface="Calibri"/>
                <a:cs typeface="Calibri"/>
              </a:rPr>
              <a:t>1</a:t>
            </a:r>
            <a:r>
              <a:rPr sz="2500" dirty="0">
                <a:latin typeface="Calibri"/>
                <a:cs typeface="Calibri"/>
              </a:rPr>
              <a:t>x</a:t>
            </a:r>
            <a:r>
              <a:rPr sz="2475" baseline="25252" dirty="0">
                <a:latin typeface="Calibri"/>
                <a:cs typeface="Calibri"/>
              </a:rPr>
              <a:t>5</a:t>
            </a:r>
            <a:r>
              <a:rPr sz="2500" dirty="0">
                <a:latin typeface="Calibri"/>
                <a:cs typeface="Calibri"/>
              </a:rPr>
              <a:t>y</a:t>
            </a:r>
            <a:r>
              <a:rPr sz="2475" baseline="25252" dirty="0">
                <a:latin typeface="Calibri"/>
                <a:cs typeface="Calibri"/>
              </a:rPr>
              <a:t>0</a:t>
            </a:r>
            <a:r>
              <a:rPr sz="2475" spc="300" baseline="25252" dirty="0">
                <a:latin typeface="Calibri"/>
                <a:cs typeface="Calibri"/>
              </a:rPr>
              <a:t> </a:t>
            </a:r>
            <a:r>
              <a:rPr sz="2500" dirty="0">
                <a:latin typeface="Calibri"/>
                <a:cs typeface="Calibri"/>
              </a:rPr>
              <a:t>+</a:t>
            </a:r>
            <a:r>
              <a:rPr sz="2500" spc="-35" dirty="0">
                <a:latin typeface="Calibri"/>
                <a:cs typeface="Calibri"/>
              </a:rPr>
              <a:t> </a:t>
            </a:r>
            <a:r>
              <a:rPr sz="2500" dirty="0">
                <a:latin typeface="Calibri"/>
                <a:cs typeface="Calibri"/>
              </a:rPr>
              <a:t>d</a:t>
            </a:r>
            <a:r>
              <a:rPr sz="2475" baseline="-20202" dirty="0">
                <a:latin typeface="Calibri"/>
                <a:cs typeface="Calibri"/>
              </a:rPr>
              <a:t>2</a:t>
            </a:r>
            <a:r>
              <a:rPr sz="2500" dirty="0">
                <a:latin typeface="Calibri"/>
                <a:cs typeface="Calibri"/>
              </a:rPr>
              <a:t>x</a:t>
            </a:r>
            <a:r>
              <a:rPr sz="2475" baseline="25252" dirty="0">
                <a:latin typeface="Calibri"/>
                <a:cs typeface="Calibri"/>
              </a:rPr>
              <a:t>4</a:t>
            </a:r>
            <a:r>
              <a:rPr sz="2500" dirty="0">
                <a:latin typeface="Calibri"/>
                <a:cs typeface="Calibri"/>
              </a:rPr>
              <a:t>y</a:t>
            </a:r>
            <a:r>
              <a:rPr sz="2475" baseline="25252" dirty="0">
                <a:latin typeface="Calibri"/>
                <a:cs typeface="Calibri"/>
              </a:rPr>
              <a:t>1</a:t>
            </a:r>
            <a:r>
              <a:rPr sz="2475" spc="307" baseline="25252" dirty="0">
                <a:latin typeface="Calibri"/>
                <a:cs typeface="Calibri"/>
              </a:rPr>
              <a:t> </a:t>
            </a:r>
            <a:r>
              <a:rPr sz="2500" dirty="0">
                <a:latin typeface="Calibri"/>
                <a:cs typeface="Calibri"/>
              </a:rPr>
              <a:t>+</a:t>
            </a:r>
            <a:r>
              <a:rPr sz="2500" spc="-30" dirty="0">
                <a:latin typeface="Calibri"/>
                <a:cs typeface="Calibri"/>
              </a:rPr>
              <a:t> </a:t>
            </a:r>
            <a:r>
              <a:rPr sz="2500" dirty="0">
                <a:solidFill>
                  <a:srgbClr val="FF0000"/>
                </a:solidFill>
                <a:latin typeface="Calibri"/>
                <a:cs typeface="Calibri"/>
              </a:rPr>
              <a:t>d</a:t>
            </a:r>
            <a:r>
              <a:rPr sz="2475" baseline="-20202" dirty="0">
                <a:solidFill>
                  <a:srgbClr val="FF0000"/>
                </a:solidFill>
                <a:latin typeface="Calibri"/>
                <a:cs typeface="Calibri"/>
              </a:rPr>
              <a:t>3</a:t>
            </a:r>
            <a:r>
              <a:rPr sz="2500" dirty="0">
                <a:solidFill>
                  <a:srgbClr val="FF0000"/>
                </a:solidFill>
                <a:latin typeface="Calibri"/>
                <a:cs typeface="Calibri"/>
              </a:rPr>
              <a:t>x</a:t>
            </a:r>
            <a:r>
              <a:rPr sz="2475" baseline="25252" dirty="0">
                <a:solidFill>
                  <a:srgbClr val="FF0000"/>
                </a:solidFill>
                <a:latin typeface="Calibri"/>
                <a:cs typeface="Calibri"/>
              </a:rPr>
              <a:t>3</a:t>
            </a:r>
            <a:r>
              <a:rPr sz="2500" dirty="0">
                <a:solidFill>
                  <a:srgbClr val="FF0000"/>
                </a:solidFill>
                <a:latin typeface="Calibri"/>
                <a:cs typeface="Calibri"/>
              </a:rPr>
              <a:t>y</a:t>
            </a:r>
            <a:r>
              <a:rPr sz="2475" baseline="25252" dirty="0">
                <a:solidFill>
                  <a:srgbClr val="FF0000"/>
                </a:solidFill>
                <a:latin typeface="Calibri"/>
                <a:cs typeface="Calibri"/>
              </a:rPr>
              <a:t>2</a:t>
            </a:r>
            <a:r>
              <a:rPr sz="2475" spc="307" baseline="25252" dirty="0">
                <a:solidFill>
                  <a:srgbClr val="FF0000"/>
                </a:solidFill>
                <a:latin typeface="Calibri"/>
                <a:cs typeface="Calibri"/>
              </a:rPr>
              <a:t> </a:t>
            </a:r>
            <a:r>
              <a:rPr sz="2500" dirty="0">
                <a:latin typeface="Calibri"/>
                <a:cs typeface="Calibri"/>
              </a:rPr>
              <a:t>+</a:t>
            </a:r>
            <a:r>
              <a:rPr sz="2500" spc="-35" dirty="0">
                <a:latin typeface="Calibri"/>
                <a:cs typeface="Calibri"/>
              </a:rPr>
              <a:t> </a:t>
            </a:r>
            <a:r>
              <a:rPr sz="2500" dirty="0">
                <a:latin typeface="Calibri"/>
                <a:cs typeface="Calibri"/>
              </a:rPr>
              <a:t>d</a:t>
            </a:r>
            <a:r>
              <a:rPr sz="2475" baseline="-20202" dirty="0">
                <a:latin typeface="Calibri"/>
                <a:cs typeface="Calibri"/>
              </a:rPr>
              <a:t>4</a:t>
            </a:r>
            <a:r>
              <a:rPr sz="2500" dirty="0">
                <a:latin typeface="Calibri"/>
                <a:cs typeface="Calibri"/>
              </a:rPr>
              <a:t>x</a:t>
            </a:r>
            <a:r>
              <a:rPr sz="2475" baseline="25252" dirty="0">
                <a:latin typeface="Calibri"/>
                <a:cs typeface="Calibri"/>
              </a:rPr>
              <a:t>2</a:t>
            </a:r>
            <a:r>
              <a:rPr sz="2500" dirty="0">
                <a:latin typeface="Calibri"/>
                <a:cs typeface="Calibri"/>
              </a:rPr>
              <a:t>y</a:t>
            </a:r>
            <a:r>
              <a:rPr sz="2475" baseline="25252" dirty="0">
                <a:latin typeface="Calibri"/>
                <a:cs typeface="Calibri"/>
              </a:rPr>
              <a:t>3</a:t>
            </a:r>
            <a:r>
              <a:rPr sz="2475" spc="300" baseline="25252" dirty="0">
                <a:latin typeface="Calibri"/>
                <a:cs typeface="Calibri"/>
              </a:rPr>
              <a:t> </a:t>
            </a:r>
            <a:r>
              <a:rPr sz="2500" dirty="0">
                <a:latin typeface="Calibri"/>
                <a:cs typeface="Calibri"/>
              </a:rPr>
              <a:t>+</a:t>
            </a:r>
            <a:r>
              <a:rPr sz="2500" spc="-30" dirty="0">
                <a:latin typeface="Calibri"/>
                <a:cs typeface="Calibri"/>
              </a:rPr>
              <a:t> </a:t>
            </a:r>
            <a:r>
              <a:rPr sz="2500" dirty="0">
                <a:latin typeface="Calibri"/>
                <a:cs typeface="Calibri"/>
              </a:rPr>
              <a:t>d</a:t>
            </a:r>
            <a:r>
              <a:rPr sz="2475" baseline="-20202" dirty="0">
                <a:latin typeface="Calibri"/>
                <a:cs typeface="Calibri"/>
              </a:rPr>
              <a:t>5</a:t>
            </a:r>
            <a:r>
              <a:rPr sz="2500" dirty="0">
                <a:latin typeface="Calibri"/>
                <a:cs typeface="Calibri"/>
              </a:rPr>
              <a:t>x</a:t>
            </a:r>
            <a:r>
              <a:rPr sz="2475" baseline="25252" dirty="0">
                <a:latin typeface="Calibri"/>
                <a:cs typeface="Calibri"/>
              </a:rPr>
              <a:t>1</a:t>
            </a:r>
            <a:r>
              <a:rPr sz="2500" dirty="0">
                <a:latin typeface="Calibri"/>
                <a:cs typeface="Calibri"/>
              </a:rPr>
              <a:t>y</a:t>
            </a:r>
            <a:r>
              <a:rPr sz="2475" baseline="25252" dirty="0">
                <a:latin typeface="Calibri"/>
                <a:cs typeface="Calibri"/>
              </a:rPr>
              <a:t>4</a:t>
            </a:r>
            <a:r>
              <a:rPr sz="2475" spc="315" baseline="25252" dirty="0">
                <a:latin typeface="Calibri"/>
                <a:cs typeface="Calibri"/>
              </a:rPr>
              <a:t> </a:t>
            </a:r>
            <a:r>
              <a:rPr sz="2500" dirty="0">
                <a:latin typeface="Calibri"/>
                <a:cs typeface="Calibri"/>
              </a:rPr>
              <a:t>+</a:t>
            </a:r>
            <a:r>
              <a:rPr sz="2500" spc="-35" dirty="0">
                <a:latin typeface="Calibri"/>
                <a:cs typeface="Calibri"/>
              </a:rPr>
              <a:t> </a:t>
            </a:r>
            <a:r>
              <a:rPr sz="2500" spc="-10" dirty="0">
                <a:latin typeface="Calibri"/>
                <a:cs typeface="Calibri"/>
              </a:rPr>
              <a:t>d</a:t>
            </a:r>
            <a:r>
              <a:rPr sz="2475" spc="-15" baseline="-20202" dirty="0">
                <a:latin typeface="Calibri"/>
                <a:cs typeface="Calibri"/>
              </a:rPr>
              <a:t>6</a:t>
            </a:r>
            <a:r>
              <a:rPr sz="2500" spc="-10" dirty="0">
                <a:latin typeface="Calibri"/>
                <a:cs typeface="Calibri"/>
              </a:rPr>
              <a:t>x</a:t>
            </a:r>
            <a:r>
              <a:rPr sz="2475" spc="-15" baseline="25252" dirty="0">
                <a:latin typeface="Calibri"/>
                <a:cs typeface="Calibri"/>
              </a:rPr>
              <a:t>0</a:t>
            </a:r>
            <a:r>
              <a:rPr sz="2500" spc="-10" dirty="0">
                <a:latin typeface="Calibri"/>
                <a:cs typeface="Calibri"/>
              </a:rPr>
              <a:t>y</a:t>
            </a:r>
            <a:r>
              <a:rPr sz="2475" spc="-15" baseline="25252" dirty="0">
                <a:latin typeface="Calibri"/>
                <a:cs typeface="Calibri"/>
              </a:rPr>
              <a:t>5 </a:t>
            </a:r>
            <a:r>
              <a:rPr sz="2500" dirty="0">
                <a:latin typeface="Calibri"/>
                <a:cs typeface="Calibri"/>
              </a:rPr>
              <a:t>Xét</a:t>
            </a:r>
            <a:r>
              <a:rPr sz="2500" spc="-90" dirty="0">
                <a:latin typeface="Calibri"/>
                <a:cs typeface="Calibri"/>
              </a:rPr>
              <a:t> </a:t>
            </a:r>
            <a:r>
              <a:rPr sz="2500" spc="-10" dirty="0">
                <a:latin typeface="Calibri"/>
                <a:cs typeface="Calibri"/>
              </a:rPr>
              <a:t>x</a:t>
            </a:r>
            <a:r>
              <a:rPr sz="2475" spc="-15" baseline="25252" dirty="0">
                <a:latin typeface="Calibri"/>
                <a:cs typeface="Calibri"/>
              </a:rPr>
              <a:t>3</a:t>
            </a:r>
            <a:r>
              <a:rPr sz="2500" spc="-10" dirty="0">
                <a:latin typeface="Calibri"/>
                <a:cs typeface="Calibri"/>
              </a:rPr>
              <a:t>y</a:t>
            </a:r>
            <a:r>
              <a:rPr sz="2475" spc="-15" baseline="25252" dirty="0">
                <a:latin typeface="Calibri"/>
                <a:cs typeface="Calibri"/>
              </a:rPr>
              <a:t>2</a:t>
            </a:r>
            <a:r>
              <a:rPr sz="2500" spc="-10" dirty="0">
                <a:latin typeface="Calibri"/>
                <a:cs typeface="Calibri"/>
              </a:rPr>
              <a:t>:</a:t>
            </a:r>
            <a:endParaRPr sz="2500">
              <a:latin typeface="Calibri"/>
              <a:cs typeface="Calibri"/>
            </a:endParaRPr>
          </a:p>
        </p:txBody>
      </p:sp>
      <p:graphicFrame>
        <p:nvGraphicFramePr>
          <p:cNvPr id="3" name="object 3"/>
          <p:cNvGraphicFramePr>
            <a:graphicFrameLocks noGrp="1"/>
          </p:cNvGraphicFramePr>
          <p:nvPr/>
        </p:nvGraphicFramePr>
        <p:xfrm>
          <a:off x="1746250" y="3575050"/>
          <a:ext cx="6680200" cy="2743200"/>
        </p:xfrm>
        <a:graphic>
          <a:graphicData uri="http://schemas.openxmlformats.org/drawingml/2006/table">
            <a:tbl>
              <a:tblPr firstRow="1" bandRow="1">
                <a:tableStyleId>{2D5ABB26-0587-4C30-8999-92F81FD0307C}</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511300">
                  <a:extLst>
                    <a:ext uri="{9D8B030D-6E8A-4147-A177-3AD203B41FA5}">
                      <a16:colId xmlns:a16="http://schemas.microsoft.com/office/drawing/2014/main" val="20005"/>
                    </a:ext>
                  </a:extLst>
                </a:gridCol>
              </a:tblGrid>
              <a:tr h="457200">
                <a:tc>
                  <a:txBody>
                    <a:bodyPr/>
                    <a:lstStyle/>
                    <a:p>
                      <a:pPr marL="1270" algn="ctr">
                        <a:lnSpc>
                          <a:spcPct val="100000"/>
                        </a:lnSpc>
                        <a:spcBef>
                          <a:spcPts val="210"/>
                        </a:spcBef>
                      </a:pPr>
                      <a:r>
                        <a:rPr sz="2400" b="1" spc="-25" dirty="0">
                          <a:latin typeface="Calibri"/>
                          <a:cs typeface="Calibri"/>
                        </a:rPr>
                        <a:t>a</a:t>
                      </a:r>
                      <a:r>
                        <a:rPr sz="2400" b="1" spc="-37" baseline="-20833" dirty="0">
                          <a:latin typeface="Calibri"/>
                          <a:cs typeface="Calibri"/>
                        </a:rPr>
                        <a:t>1</a:t>
                      </a:r>
                      <a:endParaRPr sz="2400" baseline="-20833">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210"/>
                        </a:spcBef>
                      </a:pPr>
                      <a:r>
                        <a:rPr sz="2400" b="1" spc="-25" dirty="0">
                          <a:latin typeface="Calibri"/>
                          <a:cs typeface="Calibri"/>
                        </a:rPr>
                        <a:t>a</a:t>
                      </a:r>
                      <a:r>
                        <a:rPr sz="2400" b="1" spc="-37" baseline="-20833" dirty="0">
                          <a:latin typeface="Calibri"/>
                          <a:cs typeface="Calibri"/>
                        </a:rPr>
                        <a:t>2</a:t>
                      </a:r>
                      <a:endParaRPr sz="2400" baseline="-20833">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210"/>
                        </a:spcBef>
                      </a:pPr>
                      <a:r>
                        <a:rPr sz="2400" b="1" spc="-25" dirty="0">
                          <a:latin typeface="Calibri"/>
                          <a:cs typeface="Calibri"/>
                        </a:rPr>
                        <a:t>a</a:t>
                      </a:r>
                      <a:r>
                        <a:rPr sz="2400" b="1" spc="-37" baseline="-20833" dirty="0">
                          <a:latin typeface="Calibri"/>
                          <a:cs typeface="Calibri"/>
                        </a:rPr>
                        <a:t>3</a:t>
                      </a:r>
                      <a:endParaRPr sz="2400" baseline="-20833">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210"/>
                        </a:spcBef>
                      </a:pPr>
                      <a:r>
                        <a:rPr sz="2400" b="1" spc="-25" dirty="0">
                          <a:latin typeface="Calibri"/>
                          <a:cs typeface="Calibri"/>
                        </a:rPr>
                        <a:t>a</a:t>
                      </a:r>
                      <a:r>
                        <a:rPr sz="2400" b="1" spc="-37" baseline="-20833" dirty="0">
                          <a:latin typeface="Calibri"/>
                          <a:cs typeface="Calibri"/>
                        </a:rPr>
                        <a:t>4</a:t>
                      </a:r>
                      <a:endParaRPr sz="2400" baseline="-20833">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210"/>
                        </a:spcBef>
                      </a:pPr>
                      <a:r>
                        <a:rPr sz="2400" b="1" spc="-25" dirty="0">
                          <a:latin typeface="Calibri"/>
                          <a:cs typeface="Calibri"/>
                        </a:rPr>
                        <a:t>a</a:t>
                      </a:r>
                      <a:r>
                        <a:rPr sz="2400" b="1" spc="-37" baseline="-20833" dirty="0">
                          <a:latin typeface="Calibri"/>
                          <a:cs typeface="Calibri"/>
                        </a:rPr>
                        <a:t>5</a:t>
                      </a:r>
                      <a:endParaRPr sz="2400" baseline="-20833">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210"/>
                        </a:spcBef>
                      </a:pPr>
                      <a:r>
                        <a:rPr sz="2400" b="1" spc="-40" dirty="0">
                          <a:latin typeface="Calibri"/>
                          <a:cs typeface="Calibri"/>
                        </a:rPr>
                        <a:t>Tập</a:t>
                      </a:r>
                      <a:r>
                        <a:rPr sz="2400" b="1" spc="-80" dirty="0">
                          <a:latin typeface="Calibri"/>
                          <a:cs typeface="Calibri"/>
                        </a:rPr>
                        <a:t> </a:t>
                      </a:r>
                      <a:r>
                        <a:rPr sz="2400" b="1" spc="-25" dirty="0">
                          <a:latin typeface="Calibri"/>
                          <a:cs typeface="Calibri"/>
                        </a:rPr>
                        <a:t>hợp</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457200">
                <a:tc>
                  <a:txBody>
                    <a:bodyPr/>
                    <a:lstStyle/>
                    <a:p>
                      <a:pPr algn="ctr">
                        <a:lnSpc>
                          <a:spcPct val="100000"/>
                        </a:lnSpc>
                        <a:spcBef>
                          <a:spcPts val="210"/>
                        </a:spcBef>
                      </a:pPr>
                      <a:r>
                        <a:rPr sz="2400" spc="-50" dirty="0">
                          <a:solidFill>
                            <a:srgbClr val="FF0000"/>
                          </a:solidFill>
                          <a:latin typeface="Calibri"/>
                          <a:cs typeface="Calibri"/>
                        </a:rPr>
                        <a:t>x</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10"/>
                        </a:spcBef>
                      </a:pPr>
                      <a:r>
                        <a:rPr sz="2400" spc="-50" dirty="0">
                          <a:solidFill>
                            <a:srgbClr val="FF0000"/>
                          </a:solidFill>
                          <a:latin typeface="Calibri"/>
                          <a:cs typeface="Calibri"/>
                        </a:rPr>
                        <a:t>x</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10"/>
                        </a:spcBef>
                      </a:pPr>
                      <a:r>
                        <a:rPr sz="2400" spc="-50" dirty="0">
                          <a:solidFill>
                            <a:srgbClr val="FF0000"/>
                          </a:solidFill>
                          <a:latin typeface="Calibri"/>
                          <a:cs typeface="Calibri"/>
                        </a:rPr>
                        <a:t>x</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10"/>
                        </a:spcBef>
                      </a:pPr>
                      <a:r>
                        <a:rPr sz="2400" spc="-50" dirty="0">
                          <a:latin typeface="Calibri"/>
                          <a:cs typeface="Calibri"/>
                        </a:rPr>
                        <a:t>y</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10"/>
                        </a:spcBef>
                      </a:pPr>
                      <a:r>
                        <a:rPr sz="2400" spc="-50" dirty="0">
                          <a:latin typeface="Calibri"/>
                          <a:cs typeface="Calibri"/>
                        </a:rPr>
                        <a:t>y</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210"/>
                        </a:spcBef>
                      </a:pPr>
                      <a:r>
                        <a:rPr sz="2400" dirty="0">
                          <a:latin typeface="Calibri"/>
                          <a:cs typeface="Calibri"/>
                        </a:rPr>
                        <a:t>{a</a:t>
                      </a:r>
                      <a:r>
                        <a:rPr sz="2400" baseline="-20833" dirty="0">
                          <a:latin typeface="Calibri"/>
                          <a:cs typeface="Calibri"/>
                        </a:rPr>
                        <a:t>1</a:t>
                      </a:r>
                      <a:r>
                        <a:rPr sz="2400" dirty="0">
                          <a:latin typeface="Calibri"/>
                          <a:cs typeface="Calibri"/>
                        </a:rPr>
                        <a:t>,</a:t>
                      </a:r>
                      <a:r>
                        <a:rPr sz="2400" spc="-25" dirty="0">
                          <a:latin typeface="Calibri"/>
                          <a:cs typeface="Calibri"/>
                        </a:rPr>
                        <a:t> </a:t>
                      </a:r>
                      <a:r>
                        <a:rPr sz="2400" dirty="0">
                          <a:latin typeface="Calibri"/>
                          <a:cs typeface="Calibri"/>
                        </a:rPr>
                        <a:t>a</a:t>
                      </a:r>
                      <a:r>
                        <a:rPr sz="2400" baseline="-20833" dirty="0">
                          <a:latin typeface="Calibri"/>
                          <a:cs typeface="Calibri"/>
                        </a:rPr>
                        <a:t>2</a:t>
                      </a:r>
                      <a:r>
                        <a:rPr sz="2400" dirty="0">
                          <a:latin typeface="Calibri"/>
                          <a:cs typeface="Calibri"/>
                        </a:rPr>
                        <a:t>,</a:t>
                      </a:r>
                      <a:r>
                        <a:rPr sz="2400" spc="-25" dirty="0">
                          <a:latin typeface="Calibri"/>
                          <a:cs typeface="Calibri"/>
                        </a:rPr>
                        <a:t> a</a:t>
                      </a:r>
                      <a:r>
                        <a:rPr sz="2400" spc="-37" baseline="-20833" dirty="0">
                          <a:latin typeface="Calibri"/>
                          <a:cs typeface="Calibri"/>
                        </a:rPr>
                        <a:t>3</a:t>
                      </a:r>
                      <a:r>
                        <a:rPr sz="2400" spc="-25" dirty="0">
                          <a:latin typeface="Calibri"/>
                          <a:cs typeface="Calibri"/>
                        </a:rPr>
                        <a:t>}</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457200">
                <a:tc>
                  <a:txBody>
                    <a:bodyPr/>
                    <a:lstStyle/>
                    <a:p>
                      <a:pPr algn="ctr">
                        <a:lnSpc>
                          <a:spcPct val="100000"/>
                        </a:lnSpc>
                        <a:spcBef>
                          <a:spcPts val="210"/>
                        </a:spcBef>
                      </a:pPr>
                      <a:r>
                        <a:rPr sz="2400" spc="-50" dirty="0">
                          <a:solidFill>
                            <a:srgbClr val="FF0000"/>
                          </a:solidFill>
                          <a:latin typeface="Calibri"/>
                          <a:cs typeface="Calibri"/>
                        </a:rPr>
                        <a:t>x</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10"/>
                        </a:spcBef>
                      </a:pPr>
                      <a:r>
                        <a:rPr sz="2400" spc="-50" dirty="0">
                          <a:solidFill>
                            <a:srgbClr val="FF0000"/>
                          </a:solidFill>
                          <a:latin typeface="Calibri"/>
                          <a:cs typeface="Calibri"/>
                        </a:rPr>
                        <a:t>x</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10"/>
                        </a:spcBef>
                      </a:pPr>
                      <a:r>
                        <a:rPr sz="2400" spc="-50" dirty="0">
                          <a:latin typeface="Calibri"/>
                          <a:cs typeface="Calibri"/>
                        </a:rPr>
                        <a:t>y</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10"/>
                        </a:spcBef>
                      </a:pPr>
                      <a:r>
                        <a:rPr sz="2400" spc="-50" dirty="0">
                          <a:solidFill>
                            <a:srgbClr val="FF0000"/>
                          </a:solidFill>
                          <a:latin typeface="Calibri"/>
                          <a:cs typeface="Calibri"/>
                        </a:rPr>
                        <a:t>x</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10"/>
                        </a:spcBef>
                      </a:pPr>
                      <a:r>
                        <a:rPr sz="2400" spc="-50" dirty="0">
                          <a:latin typeface="Calibri"/>
                          <a:cs typeface="Calibri"/>
                        </a:rPr>
                        <a:t>y</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210"/>
                        </a:spcBef>
                      </a:pPr>
                      <a:r>
                        <a:rPr sz="2400" dirty="0">
                          <a:latin typeface="Calibri"/>
                          <a:cs typeface="Calibri"/>
                        </a:rPr>
                        <a:t>{a</a:t>
                      </a:r>
                      <a:r>
                        <a:rPr sz="2400" baseline="-20833" dirty="0">
                          <a:latin typeface="Calibri"/>
                          <a:cs typeface="Calibri"/>
                        </a:rPr>
                        <a:t>1</a:t>
                      </a:r>
                      <a:r>
                        <a:rPr sz="2400" dirty="0">
                          <a:latin typeface="Calibri"/>
                          <a:cs typeface="Calibri"/>
                        </a:rPr>
                        <a:t>,</a:t>
                      </a:r>
                      <a:r>
                        <a:rPr sz="2400" spc="-30" dirty="0">
                          <a:latin typeface="Calibri"/>
                          <a:cs typeface="Calibri"/>
                        </a:rPr>
                        <a:t> </a:t>
                      </a:r>
                      <a:r>
                        <a:rPr sz="2400" dirty="0">
                          <a:latin typeface="Calibri"/>
                          <a:cs typeface="Calibri"/>
                        </a:rPr>
                        <a:t>a</a:t>
                      </a:r>
                      <a:r>
                        <a:rPr sz="2400" baseline="-20833" dirty="0">
                          <a:latin typeface="Calibri"/>
                          <a:cs typeface="Calibri"/>
                        </a:rPr>
                        <a:t>2</a:t>
                      </a:r>
                      <a:r>
                        <a:rPr sz="2400" dirty="0">
                          <a:latin typeface="Calibri"/>
                          <a:cs typeface="Calibri"/>
                        </a:rPr>
                        <a:t>,</a:t>
                      </a:r>
                      <a:r>
                        <a:rPr sz="2400" spc="-25" dirty="0">
                          <a:latin typeface="Calibri"/>
                          <a:cs typeface="Calibri"/>
                        </a:rPr>
                        <a:t> a</a:t>
                      </a:r>
                      <a:r>
                        <a:rPr sz="2400" spc="-37" baseline="-20833" dirty="0">
                          <a:latin typeface="Calibri"/>
                          <a:cs typeface="Calibri"/>
                        </a:rPr>
                        <a:t>4</a:t>
                      </a:r>
                      <a:r>
                        <a:rPr sz="2400" spc="-25" dirty="0">
                          <a:latin typeface="Calibri"/>
                          <a:cs typeface="Calibri"/>
                        </a:rPr>
                        <a:t>}</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457200">
                <a:tc>
                  <a:txBody>
                    <a:bodyPr/>
                    <a:lstStyle/>
                    <a:p>
                      <a:pPr algn="ctr">
                        <a:lnSpc>
                          <a:spcPct val="100000"/>
                        </a:lnSpc>
                        <a:spcBef>
                          <a:spcPts val="210"/>
                        </a:spcBef>
                      </a:pPr>
                      <a:r>
                        <a:rPr sz="2400" spc="-50" dirty="0">
                          <a:solidFill>
                            <a:srgbClr val="FF0000"/>
                          </a:solidFill>
                          <a:latin typeface="Calibri"/>
                          <a:cs typeface="Calibri"/>
                        </a:rPr>
                        <a:t>x</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10"/>
                        </a:spcBef>
                      </a:pPr>
                      <a:r>
                        <a:rPr sz="2400" spc="-50" dirty="0">
                          <a:latin typeface="Calibri"/>
                          <a:cs typeface="Calibri"/>
                        </a:rPr>
                        <a:t>y</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10"/>
                        </a:spcBef>
                      </a:pPr>
                      <a:r>
                        <a:rPr sz="2400" spc="-50" dirty="0">
                          <a:solidFill>
                            <a:srgbClr val="FF0000"/>
                          </a:solidFill>
                          <a:latin typeface="Calibri"/>
                          <a:cs typeface="Calibri"/>
                        </a:rPr>
                        <a:t>x</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10"/>
                        </a:spcBef>
                      </a:pPr>
                      <a:r>
                        <a:rPr sz="2400" spc="-50" dirty="0">
                          <a:solidFill>
                            <a:srgbClr val="FF0000"/>
                          </a:solidFill>
                          <a:latin typeface="Calibri"/>
                          <a:cs typeface="Calibri"/>
                        </a:rPr>
                        <a:t>x</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10"/>
                        </a:spcBef>
                      </a:pPr>
                      <a:r>
                        <a:rPr sz="2400" spc="-50" dirty="0">
                          <a:latin typeface="Calibri"/>
                          <a:cs typeface="Calibri"/>
                        </a:rPr>
                        <a:t>y</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210"/>
                        </a:spcBef>
                      </a:pPr>
                      <a:r>
                        <a:rPr sz="2400" dirty="0">
                          <a:latin typeface="Calibri"/>
                          <a:cs typeface="Calibri"/>
                        </a:rPr>
                        <a:t>{a</a:t>
                      </a:r>
                      <a:r>
                        <a:rPr sz="2400" baseline="-20833" dirty="0">
                          <a:latin typeface="Calibri"/>
                          <a:cs typeface="Calibri"/>
                        </a:rPr>
                        <a:t>1</a:t>
                      </a:r>
                      <a:r>
                        <a:rPr sz="2400" dirty="0">
                          <a:latin typeface="Calibri"/>
                          <a:cs typeface="Calibri"/>
                        </a:rPr>
                        <a:t>,</a:t>
                      </a:r>
                      <a:r>
                        <a:rPr sz="2400" spc="-25" dirty="0">
                          <a:latin typeface="Calibri"/>
                          <a:cs typeface="Calibri"/>
                        </a:rPr>
                        <a:t> </a:t>
                      </a:r>
                      <a:r>
                        <a:rPr sz="2400" dirty="0">
                          <a:latin typeface="Calibri"/>
                          <a:cs typeface="Calibri"/>
                        </a:rPr>
                        <a:t>a</a:t>
                      </a:r>
                      <a:r>
                        <a:rPr sz="2400" baseline="-20833" dirty="0">
                          <a:latin typeface="Calibri"/>
                          <a:cs typeface="Calibri"/>
                        </a:rPr>
                        <a:t>3</a:t>
                      </a:r>
                      <a:r>
                        <a:rPr sz="2400" dirty="0">
                          <a:latin typeface="Calibri"/>
                          <a:cs typeface="Calibri"/>
                        </a:rPr>
                        <a:t>,</a:t>
                      </a:r>
                      <a:r>
                        <a:rPr sz="2400" spc="-25" dirty="0">
                          <a:latin typeface="Calibri"/>
                          <a:cs typeface="Calibri"/>
                        </a:rPr>
                        <a:t> a</a:t>
                      </a:r>
                      <a:r>
                        <a:rPr sz="2400" spc="-37" baseline="-20833" dirty="0">
                          <a:latin typeface="Calibri"/>
                          <a:cs typeface="Calibri"/>
                        </a:rPr>
                        <a:t>4</a:t>
                      </a:r>
                      <a:r>
                        <a:rPr sz="2400" spc="-25" dirty="0">
                          <a:latin typeface="Calibri"/>
                          <a:cs typeface="Calibri"/>
                        </a:rPr>
                        <a:t>}</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457200">
                <a:tc>
                  <a:txBody>
                    <a:bodyPr/>
                    <a:lstStyle/>
                    <a:p>
                      <a:pPr algn="ctr">
                        <a:lnSpc>
                          <a:spcPct val="100000"/>
                        </a:lnSpc>
                        <a:spcBef>
                          <a:spcPts val="210"/>
                        </a:spcBef>
                      </a:pPr>
                      <a:r>
                        <a:rPr sz="2400" spc="-50" dirty="0">
                          <a:solidFill>
                            <a:srgbClr val="FF0000"/>
                          </a:solidFill>
                          <a:latin typeface="Calibri"/>
                          <a:cs typeface="Calibri"/>
                        </a:rPr>
                        <a:t>x</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10"/>
                        </a:spcBef>
                      </a:pPr>
                      <a:r>
                        <a:rPr sz="2400" spc="-50" dirty="0">
                          <a:latin typeface="Calibri"/>
                          <a:cs typeface="Calibri"/>
                        </a:rPr>
                        <a:t>y</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10"/>
                        </a:spcBef>
                      </a:pPr>
                      <a:r>
                        <a:rPr sz="2400" spc="-50" dirty="0">
                          <a:solidFill>
                            <a:srgbClr val="FF0000"/>
                          </a:solidFill>
                          <a:latin typeface="Calibri"/>
                          <a:cs typeface="Calibri"/>
                        </a:rPr>
                        <a:t>x</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10"/>
                        </a:spcBef>
                      </a:pPr>
                      <a:r>
                        <a:rPr sz="2400" spc="-50" dirty="0">
                          <a:latin typeface="Calibri"/>
                          <a:cs typeface="Calibri"/>
                        </a:rPr>
                        <a:t>y</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10"/>
                        </a:spcBef>
                      </a:pPr>
                      <a:r>
                        <a:rPr sz="2400" spc="-50" dirty="0">
                          <a:solidFill>
                            <a:srgbClr val="FF0000"/>
                          </a:solidFill>
                          <a:latin typeface="Calibri"/>
                          <a:cs typeface="Calibri"/>
                        </a:rPr>
                        <a:t>x</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210"/>
                        </a:spcBef>
                      </a:pPr>
                      <a:r>
                        <a:rPr sz="2400" dirty="0">
                          <a:latin typeface="Calibri"/>
                          <a:cs typeface="Calibri"/>
                        </a:rPr>
                        <a:t>{a</a:t>
                      </a:r>
                      <a:r>
                        <a:rPr sz="2400" baseline="-20833" dirty="0">
                          <a:latin typeface="Calibri"/>
                          <a:cs typeface="Calibri"/>
                        </a:rPr>
                        <a:t>1</a:t>
                      </a:r>
                      <a:r>
                        <a:rPr sz="2400" dirty="0">
                          <a:latin typeface="Calibri"/>
                          <a:cs typeface="Calibri"/>
                        </a:rPr>
                        <a:t>,</a:t>
                      </a:r>
                      <a:r>
                        <a:rPr sz="2400" spc="-25" dirty="0">
                          <a:latin typeface="Calibri"/>
                          <a:cs typeface="Calibri"/>
                        </a:rPr>
                        <a:t> </a:t>
                      </a:r>
                      <a:r>
                        <a:rPr sz="2400" dirty="0">
                          <a:latin typeface="Calibri"/>
                          <a:cs typeface="Calibri"/>
                        </a:rPr>
                        <a:t>a</a:t>
                      </a:r>
                      <a:r>
                        <a:rPr sz="2400" baseline="-20833" dirty="0">
                          <a:latin typeface="Calibri"/>
                          <a:cs typeface="Calibri"/>
                        </a:rPr>
                        <a:t>3</a:t>
                      </a:r>
                      <a:r>
                        <a:rPr sz="2400" dirty="0">
                          <a:latin typeface="Calibri"/>
                          <a:cs typeface="Calibri"/>
                        </a:rPr>
                        <a:t>,</a:t>
                      </a:r>
                      <a:r>
                        <a:rPr sz="2400" spc="-25" dirty="0">
                          <a:latin typeface="Calibri"/>
                          <a:cs typeface="Calibri"/>
                        </a:rPr>
                        <a:t> a</a:t>
                      </a:r>
                      <a:r>
                        <a:rPr sz="2400" spc="-37" baseline="-20833" dirty="0">
                          <a:latin typeface="Calibri"/>
                          <a:cs typeface="Calibri"/>
                        </a:rPr>
                        <a:t>5</a:t>
                      </a:r>
                      <a:r>
                        <a:rPr sz="2400" spc="-25" dirty="0">
                          <a:latin typeface="Calibri"/>
                          <a:cs typeface="Calibri"/>
                        </a:rPr>
                        <a:t>}</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457200">
                <a:tc>
                  <a:txBody>
                    <a:bodyPr/>
                    <a:lstStyle/>
                    <a:p>
                      <a:pPr marL="635" algn="ctr">
                        <a:lnSpc>
                          <a:spcPct val="100000"/>
                        </a:lnSpc>
                        <a:spcBef>
                          <a:spcPts val="210"/>
                        </a:spcBef>
                      </a:pPr>
                      <a:r>
                        <a:rPr sz="2400" spc="-25" dirty="0">
                          <a:latin typeface="Calibri"/>
                          <a:cs typeface="Calibri"/>
                        </a:rPr>
                        <a:t>...</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210"/>
                        </a:spcBef>
                      </a:pPr>
                      <a:r>
                        <a:rPr sz="2400" spc="-25" dirty="0">
                          <a:latin typeface="Calibri"/>
                          <a:cs typeface="Calibri"/>
                        </a:rPr>
                        <a:t>...</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210"/>
                        </a:spcBef>
                      </a:pPr>
                      <a:r>
                        <a:rPr sz="2400" spc="-25" dirty="0">
                          <a:latin typeface="Calibri"/>
                          <a:cs typeface="Calibri"/>
                        </a:rPr>
                        <a:t>...</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210"/>
                        </a:spcBef>
                      </a:pPr>
                      <a:r>
                        <a:rPr sz="2400" spc="-25" dirty="0">
                          <a:latin typeface="Calibri"/>
                          <a:cs typeface="Calibri"/>
                        </a:rPr>
                        <a:t>...</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210"/>
                        </a:spcBef>
                      </a:pPr>
                      <a:r>
                        <a:rPr sz="2400" spc="-25" dirty="0">
                          <a:latin typeface="Calibri"/>
                          <a:cs typeface="Calibri"/>
                        </a:rPr>
                        <a:t>...</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210"/>
                        </a:spcBef>
                      </a:pPr>
                      <a:r>
                        <a:rPr sz="2400" spc="-25" dirty="0">
                          <a:latin typeface="Calibri"/>
                          <a:cs typeface="Calibri"/>
                        </a:rPr>
                        <a:t>...</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58140" y="240626"/>
            <a:ext cx="5118100" cy="2312670"/>
          </a:xfrm>
          <a:prstGeom prst="rect">
            <a:avLst/>
          </a:prstGeom>
        </p:spPr>
        <p:txBody>
          <a:bodyPr vert="horz" wrap="square" lIns="0" tIns="89535" rIns="0" bIns="0" rtlCol="0">
            <a:spAutoFit/>
          </a:bodyPr>
          <a:lstStyle/>
          <a:p>
            <a:pPr marL="38100">
              <a:lnSpc>
                <a:spcPct val="100000"/>
              </a:lnSpc>
              <a:spcBef>
                <a:spcPts val="705"/>
              </a:spcBef>
            </a:pPr>
            <a:r>
              <a:rPr sz="2500" b="1" dirty="0">
                <a:latin typeface="Calibri"/>
                <a:cs typeface="Calibri"/>
              </a:rPr>
              <a:t>Bài</a:t>
            </a:r>
            <a:r>
              <a:rPr sz="2500" b="1" spc="-45" dirty="0">
                <a:latin typeface="Calibri"/>
                <a:cs typeface="Calibri"/>
              </a:rPr>
              <a:t> </a:t>
            </a:r>
            <a:r>
              <a:rPr sz="2500" b="1" dirty="0">
                <a:latin typeface="Calibri"/>
                <a:cs typeface="Calibri"/>
              </a:rPr>
              <a:t>tập</a:t>
            </a:r>
            <a:r>
              <a:rPr sz="2500" b="1" spc="-55" dirty="0">
                <a:latin typeface="Calibri"/>
                <a:cs typeface="Calibri"/>
              </a:rPr>
              <a:t> </a:t>
            </a:r>
            <a:r>
              <a:rPr sz="2500" b="1" dirty="0">
                <a:latin typeface="Calibri"/>
                <a:cs typeface="Calibri"/>
              </a:rPr>
              <a:t>tại</a:t>
            </a:r>
            <a:r>
              <a:rPr sz="2500" b="1" spc="-45" dirty="0">
                <a:latin typeface="Calibri"/>
                <a:cs typeface="Calibri"/>
              </a:rPr>
              <a:t> </a:t>
            </a:r>
            <a:r>
              <a:rPr sz="2500" b="1" spc="-20" dirty="0">
                <a:latin typeface="Calibri"/>
                <a:cs typeface="Calibri"/>
              </a:rPr>
              <a:t>lớp:</a:t>
            </a:r>
            <a:endParaRPr sz="2500">
              <a:latin typeface="Calibri"/>
              <a:cs typeface="Calibri"/>
            </a:endParaRPr>
          </a:p>
          <a:p>
            <a:pPr marL="38100">
              <a:lnSpc>
                <a:spcPct val="100000"/>
              </a:lnSpc>
              <a:spcBef>
                <a:spcPts val="600"/>
              </a:spcBef>
            </a:pPr>
            <a:r>
              <a:rPr sz="2500" dirty="0">
                <a:latin typeface="Calibri"/>
                <a:cs typeface="Calibri"/>
              </a:rPr>
              <a:t>Tìm</a:t>
            </a:r>
            <a:r>
              <a:rPr sz="2500" spc="-20" dirty="0">
                <a:latin typeface="Calibri"/>
                <a:cs typeface="Calibri"/>
              </a:rPr>
              <a:t> </a:t>
            </a:r>
            <a:r>
              <a:rPr sz="2500" dirty="0">
                <a:latin typeface="Calibri"/>
                <a:cs typeface="Calibri"/>
              </a:rPr>
              <a:t>hệ số</a:t>
            </a:r>
            <a:r>
              <a:rPr sz="2500" spc="-25" dirty="0">
                <a:latin typeface="Calibri"/>
                <a:cs typeface="Calibri"/>
              </a:rPr>
              <a:t> </a:t>
            </a:r>
            <a:r>
              <a:rPr sz="2500" dirty="0">
                <a:latin typeface="Calibri"/>
                <a:cs typeface="Calibri"/>
              </a:rPr>
              <a:t>của</a:t>
            </a:r>
            <a:r>
              <a:rPr sz="2500" spc="-5" dirty="0">
                <a:latin typeface="Calibri"/>
                <a:cs typeface="Calibri"/>
              </a:rPr>
              <a:t> </a:t>
            </a:r>
            <a:r>
              <a:rPr sz="2500" dirty="0">
                <a:latin typeface="Calibri"/>
                <a:cs typeface="Calibri"/>
              </a:rPr>
              <a:t>số</a:t>
            </a:r>
            <a:r>
              <a:rPr sz="2500" spc="-15" dirty="0">
                <a:latin typeface="Calibri"/>
                <a:cs typeface="Calibri"/>
              </a:rPr>
              <a:t> </a:t>
            </a:r>
            <a:r>
              <a:rPr sz="2500" spc="-20" dirty="0">
                <a:latin typeface="Calibri"/>
                <a:cs typeface="Calibri"/>
              </a:rPr>
              <a:t>hạng</a:t>
            </a:r>
            <a:endParaRPr sz="2500">
              <a:latin typeface="Calibri"/>
              <a:cs typeface="Calibri"/>
            </a:endParaRPr>
          </a:p>
          <a:p>
            <a:pPr marL="180975" marR="3917315">
              <a:lnSpc>
                <a:spcPct val="120000"/>
              </a:lnSpc>
            </a:pPr>
            <a:r>
              <a:rPr sz="2500" dirty="0">
                <a:latin typeface="Calibri"/>
                <a:cs typeface="Calibri"/>
              </a:rPr>
              <a:t>a</a:t>
            </a:r>
            <a:r>
              <a:rPr sz="2500" spc="-15" dirty="0">
                <a:latin typeface="Calibri"/>
                <a:cs typeface="Calibri"/>
              </a:rPr>
              <a:t> </a:t>
            </a:r>
            <a:r>
              <a:rPr sz="2500" dirty="0">
                <a:latin typeface="Calibri"/>
                <a:cs typeface="Calibri"/>
              </a:rPr>
              <a:t>)</a:t>
            </a:r>
            <a:r>
              <a:rPr sz="2500" spc="-10" dirty="0">
                <a:latin typeface="Calibri"/>
                <a:cs typeface="Calibri"/>
              </a:rPr>
              <a:t> </a:t>
            </a:r>
            <a:r>
              <a:rPr sz="2500" spc="-20" dirty="0">
                <a:latin typeface="Calibri"/>
                <a:cs typeface="Calibri"/>
              </a:rPr>
              <a:t>xy</a:t>
            </a:r>
            <a:r>
              <a:rPr sz="2475" spc="-30" baseline="25252" dirty="0">
                <a:latin typeface="Calibri"/>
                <a:cs typeface="Calibri"/>
              </a:rPr>
              <a:t>3</a:t>
            </a:r>
            <a:r>
              <a:rPr sz="2500" spc="-20" dirty="0">
                <a:latin typeface="Calibri"/>
                <a:cs typeface="Calibri"/>
              </a:rPr>
              <a:t>z</a:t>
            </a:r>
            <a:r>
              <a:rPr sz="2475" spc="-30" baseline="25252" dirty="0">
                <a:latin typeface="Calibri"/>
                <a:cs typeface="Calibri"/>
              </a:rPr>
              <a:t>2 </a:t>
            </a:r>
            <a:r>
              <a:rPr sz="2500" dirty="0">
                <a:latin typeface="Calibri"/>
                <a:cs typeface="Calibri"/>
              </a:rPr>
              <a:t>b</a:t>
            </a:r>
            <a:r>
              <a:rPr sz="2500" spc="-10" dirty="0">
                <a:latin typeface="Calibri"/>
                <a:cs typeface="Calibri"/>
              </a:rPr>
              <a:t> </a:t>
            </a:r>
            <a:r>
              <a:rPr sz="2500" dirty="0">
                <a:latin typeface="Calibri"/>
                <a:cs typeface="Calibri"/>
              </a:rPr>
              <a:t>)</a:t>
            </a:r>
            <a:r>
              <a:rPr sz="2500" spc="-10" dirty="0">
                <a:latin typeface="Calibri"/>
                <a:cs typeface="Calibri"/>
              </a:rPr>
              <a:t> </a:t>
            </a:r>
            <a:r>
              <a:rPr sz="2500" spc="-20" dirty="0">
                <a:latin typeface="Calibri"/>
                <a:cs typeface="Calibri"/>
              </a:rPr>
              <a:t>y</a:t>
            </a:r>
            <a:r>
              <a:rPr sz="2475" spc="-30" baseline="25252" dirty="0">
                <a:latin typeface="Calibri"/>
                <a:cs typeface="Calibri"/>
              </a:rPr>
              <a:t>2</a:t>
            </a:r>
            <a:r>
              <a:rPr sz="2500" spc="-20" dirty="0">
                <a:latin typeface="Calibri"/>
                <a:cs typeface="Calibri"/>
              </a:rPr>
              <a:t>z</a:t>
            </a:r>
            <a:r>
              <a:rPr sz="2475" spc="-30" baseline="25252" dirty="0">
                <a:latin typeface="Calibri"/>
                <a:cs typeface="Calibri"/>
              </a:rPr>
              <a:t>4</a:t>
            </a:r>
            <a:endParaRPr sz="2475" baseline="25252">
              <a:latin typeface="Calibri"/>
              <a:cs typeface="Calibri"/>
            </a:endParaRPr>
          </a:p>
          <a:p>
            <a:pPr marL="38100">
              <a:lnSpc>
                <a:spcPct val="100000"/>
              </a:lnSpc>
              <a:spcBef>
                <a:spcPts val="605"/>
              </a:spcBef>
            </a:pPr>
            <a:r>
              <a:rPr sz="2500" dirty="0">
                <a:latin typeface="Calibri"/>
                <a:cs typeface="Calibri"/>
              </a:rPr>
              <a:t>trong</a:t>
            </a:r>
            <a:r>
              <a:rPr sz="2500" spc="-50" dirty="0">
                <a:latin typeface="Calibri"/>
                <a:cs typeface="Calibri"/>
              </a:rPr>
              <a:t> </a:t>
            </a:r>
            <a:r>
              <a:rPr sz="2500" dirty="0">
                <a:latin typeface="Calibri"/>
                <a:cs typeface="Calibri"/>
              </a:rPr>
              <a:t>phép</a:t>
            </a:r>
            <a:r>
              <a:rPr sz="2500" spc="-30" dirty="0">
                <a:latin typeface="Calibri"/>
                <a:cs typeface="Calibri"/>
              </a:rPr>
              <a:t> </a:t>
            </a:r>
            <a:r>
              <a:rPr sz="2500" dirty="0">
                <a:latin typeface="Calibri"/>
                <a:cs typeface="Calibri"/>
              </a:rPr>
              <a:t>khai</a:t>
            </a:r>
            <a:r>
              <a:rPr sz="2500" spc="-35" dirty="0">
                <a:latin typeface="Calibri"/>
                <a:cs typeface="Calibri"/>
              </a:rPr>
              <a:t> </a:t>
            </a:r>
            <a:r>
              <a:rPr sz="2500" dirty="0">
                <a:latin typeface="Calibri"/>
                <a:cs typeface="Calibri"/>
              </a:rPr>
              <a:t>triển</a:t>
            </a:r>
            <a:r>
              <a:rPr sz="2500" spc="-25" dirty="0">
                <a:latin typeface="Calibri"/>
                <a:cs typeface="Calibri"/>
              </a:rPr>
              <a:t> </a:t>
            </a:r>
            <a:r>
              <a:rPr sz="2500" dirty="0">
                <a:latin typeface="Calibri"/>
                <a:cs typeface="Calibri"/>
              </a:rPr>
              <a:t>của</a:t>
            </a:r>
            <a:r>
              <a:rPr sz="2500" spc="-25" dirty="0">
                <a:latin typeface="Calibri"/>
                <a:cs typeface="Calibri"/>
              </a:rPr>
              <a:t> </a:t>
            </a:r>
            <a:r>
              <a:rPr sz="2500" dirty="0">
                <a:latin typeface="Calibri"/>
                <a:cs typeface="Calibri"/>
              </a:rPr>
              <a:t>(x</a:t>
            </a:r>
            <a:r>
              <a:rPr sz="2500" spc="-25" dirty="0">
                <a:latin typeface="Calibri"/>
                <a:cs typeface="Calibri"/>
              </a:rPr>
              <a:t> </a:t>
            </a:r>
            <a:r>
              <a:rPr sz="2500" dirty="0">
                <a:latin typeface="Calibri"/>
                <a:cs typeface="Calibri"/>
              </a:rPr>
              <a:t>-</a:t>
            </a:r>
            <a:r>
              <a:rPr sz="2500" spc="-45" dirty="0">
                <a:latin typeface="Calibri"/>
                <a:cs typeface="Calibri"/>
              </a:rPr>
              <a:t> </a:t>
            </a:r>
            <a:r>
              <a:rPr sz="2500" dirty="0">
                <a:latin typeface="Calibri"/>
                <a:cs typeface="Calibri"/>
              </a:rPr>
              <a:t>2y</a:t>
            </a:r>
            <a:r>
              <a:rPr sz="2500" spc="-35" dirty="0">
                <a:latin typeface="Calibri"/>
                <a:cs typeface="Calibri"/>
              </a:rPr>
              <a:t> </a:t>
            </a:r>
            <a:r>
              <a:rPr sz="2500" dirty="0">
                <a:latin typeface="Calibri"/>
                <a:cs typeface="Calibri"/>
              </a:rPr>
              <a:t>+</a:t>
            </a:r>
            <a:r>
              <a:rPr sz="2500" spc="-35" dirty="0">
                <a:latin typeface="Calibri"/>
                <a:cs typeface="Calibri"/>
              </a:rPr>
              <a:t> </a:t>
            </a:r>
            <a:r>
              <a:rPr sz="2500" dirty="0">
                <a:latin typeface="Calibri"/>
                <a:cs typeface="Calibri"/>
              </a:rPr>
              <a:t>3z)</a:t>
            </a:r>
            <a:r>
              <a:rPr sz="2475" baseline="25252" dirty="0">
                <a:latin typeface="Calibri"/>
                <a:cs typeface="Calibri"/>
              </a:rPr>
              <a:t>6</a:t>
            </a:r>
            <a:r>
              <a:rPr sz="2475" spc="254" baseline="25252" dirty="0">
                <a:latin typeface="Calibri"/>
                <a:cs typeface="Calibri"/>
              </a:rPr>
              <a:t> </a:t>
            </a:r>
            <a:r>
              <a:rPr sz="2500" spc="-50" dirty="0">
                <a:latin typeface="Calibri"/>
                <a:cs typeface="Calibri"/>
              </a:rPr>
              <a:t>.</a:t>
            </a:r>
            <a:endParaRPr sz="2500">
              <a:latin typeface="Calibri"/>
              <a:cs typeface="Calibri"/>
            </a:endParaRP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94640" y="240626"/>
            <a:ext cx="8213725" cy="5970905"/>
          </a:xfrm>
          <a:prstGeom prst="rect">
            <a:avLst/>
          </a:prstGeom>
        </p:spPr>
        <p:txBody>
          <a:bodyPr vert="horz" wrap="square" lIns="0" tIns="89535" rIns="0" bIns="0" rtlCol="0">
            <a:spAutoFit/>
          </a:bodyPr>
          <a:lstStyle/>
          <a:p>
            <a:pPr marL="101600">
              <a:lnSpc>
                <a:spcPct val="100000"/>
              </a:lnSpc>
              <a:spcBef>
                <a:spcPts val="705"/>
              </a:spcBef>
            </a:pPr>
            <a:r>
              <a:rPr sz="2500" b="1" dirty="0">
                <a:latin typeface="Calibri"/>
                <a:cs typeface="Calibri"/>
              </a:rPr>
              <a:t>Giải</a:t>
            </a:r>
            <a:r>
              <a:rPr sz="2500" b="1" spc="-35" dirty="0">
                <a:latin typeface="Calibri"/>
                <a:cs typeface="Calibri"/>
              </a:rPr>
              <a:t> </a:t>
            </a:r>
            <a:r>
              <a:rPr sz="2500" b="1" dirty="0">
                <a:latin typeface="Calibri"/>
                <a:cs typeface="Calibri"/>
              </a:rPr>
              <a:t>:</a:t>
            </a:r>
            <a:r>
              <a:rPr sz="2500" b="1" spc="-5" dirty="0">
                <a:latin typeface="Calibri"/>
                <a:cs typeface="Calibri"/>
              </a:rPr>
              <a:t> </a:t>
            </a:r>
            <a:r>
              <a:rPr sz="2500" dirty="0">
                <a:latin typeface="Calibri"/>
                <a:cs typeface="Calibri"/>
              </a:rPr>
              <a:t>(x</a:t>
            </a:r>
            <a:r>
              <a:rPr sz="2500" spc="-10" dirty="0">
                <a:latin typeface="Calibri"/>
                <a:cs typeface="Calibri"/>
              </a:rPr>
              <a:t> </a:t>
            </a:r>
            <a:r>
              <a:rPr sz="2500" dirty="0">
                <a:latin typeface="Calibri"/>
                <a:cs typeface="Calibri"/>
              </a:rPr>
              <a:t>-</a:t>
            </a:r>
            <a:r>
              <a:rPr sz="2500" spc="-20" dirty="0">
                <a:latin typeface="Calibri"/>
                <a:cs typeface="Calibri"/>
              </a:rPr>
              <a:t> </a:t>
            </a:r>
            <a:r>
              <a:rPr sz="2500" dirty="0">
                <a:latin typeface="Calibri"/>
                <a:cs typeface="Calibri"/>
              </a:rPr>
              <a:t>2y</a:t>
            </a:r>
            <a:r>
              <a:rPr sz="2500" spc="-10" dirty="0">
                <a:latin typeface="Calibri"/>
                <a:cs typeface="Calibri"/>
              </a:rPr>
              <a:t> </a:t>
            </a:r>
            <a:r>
              <a:rPr sz="2500" dirty="0">
                <a:latin typeface="Calibri"/>
                <a:cs typeface="Calibri"/>
              </a:rPr>
              <a:t>+</a:t>
            </a:r>
            <a:r>
              <a:rPr sz="2500" spc="-15" dirty="0">
                <a:latin typeface="Calibri"/>
                <a:cs typeface="Calibri"/>
              </a:rPr>
              <a:t> </a:t>
            </a:r>
            <a:r>
              <a:rPr sz="2500" spc="-20" dirty="0">
                <a:latin typeface="Calibri"/>
                <a:cs typeface="Calibri"/>
              </a:rPr>
              <a:t>3z)</a:t>
            </a:r>
            <a:r>
              <a:rPr sz="2475" spc="-30" baseline="25252" dirty="0">
                <a:latin typeface="Calibri"/>
                <a:cs typeface="Calibri"/>
              </a:rPr>
              <a:t>6</a:t>
            </a:r>
            <a:endParaRPr sz="2475" baseline="25252">
              <a:latin typeface="Calibri"/>
              <a:cs typeface="Calibri"/>
            </a:endParaRPr>
          </a:p>
          <a:p>
            <a:pPr marL="101600">
              <a:lnSpc>
                <a:spcPct val="100000"/>
              </a:lnSpc>
              <a:spcBef>
                <a:spcPts val="600"/>
              </a:spcBef>
            </a:pPr>
            <a:r>
              <a:rPr sz="2500" dirty="0">
                <a:latin typeface="Calibri"/>
                <a:cs typeface="Calibri"/>
              </a:rPr>
              <a:t>a</a:t>
            </a:r>
            <a:r>
              <a:rPr sz="2500" spc="-15" dirty="0">
                <a:latin typeface="Calibri"/>
                <a:cs typeface="Calibri"/>
              </a:rPr>
              <a:t> </a:t>
            </a:r>
            <a:r>
              <a:rPr sz="2500" dirty="0">
                <a:latin typeface="Calibri"/>
                <a:cs typeface="Calibri"/>
              </a:rPr>
              <a:t>)</a:t>
            </a:r>
            <a:r>
              <a:rPr sz="2500" spc="-15" dirty="0">
                <a:latin typeface="Calibri"/>
                <a:cs typeface="Calibri"/>
              </a:rPr>
              <a:t> </a:t>
            </a:r>
            <a:r>
              <a:rPr sz="2500" spc="-20" dirty="0">
                <a:latin typeface="Calibri"/>
                <a:cs typeface="Calibri"/>
              </a:rPr>
              <a:t>xy</a:t>
            </a:r>
            <a:r>
              <a:rPr sz="2475" spc="-30" baseline="25252" dirty="0">
                <a:latin typeface="Calibri"/>
                <a:cs typeface="Calibri"/>
              </a:rPr>
              <a:t>3</a:t>
            </a:r>
            <a:r>
              <a:rPr sz="2500" spc="-20" dirty="0">
                <a:latin typeface="Calibri"/>
                <a:cs typeface="Calibri"/>
              </a:rPr>
              <a:t>z</a:t>
            </a:r>
            <a:r>
              <a:rPr sz="2475" spc="-30" baseline="25252" dirty="0">
                <a:latin typeface="Calibri"/>
                <a:cs typeface="Calibri"/>
              </a:rPr>
              <a:t>2</a:t>
            </a:r>
            <a:endParaRPr sz="2475" baseline="25252">
              <a:latin typeface="Calibri"/>
              <a:cs typeface="Calibri"/>
            </a:endParaRPr>
          </a:p>
          <a:p>
            <a:pPr marL="101600" marR="157480">
              <a:lnSpc>
                <a:spcPct val="120000"/>
              </a:lnSpc>
              <a:tabLst>
                <a:tab pos="1494790" algn="l"/>
                <a:tab pos="2813685" algn="l"/>
                <a:tab pos="4135120" algn="l"/>
                <a:tab pos="5457190" algn="l"/>
                <a:tab pos="6777355" algn="l"/>
              </a:tabLst>
            </a:pPr>
            <a:r>
              <a:rPr sz="2500" spc="-10" dirty="0">
                <a:latin typeface="Calibri"/>
                <a:cs typeface="Calibri"/>
              </a:rPr>
              <a:t>(x-2y+3z)</a:t>
            </a:r>
            <a:r>
              <a:rPr sz="2500" dirty="0">
                <a:latin typeface="Calibri"/>
                <a:cs typeface="Calibri"/>
              </a:rPr>
              <a:t>	</a:t>
            </a:r>
            <a:r>
              <a:rPr sz="2500" spc="-20" dirty="0">
                <a:latin typeface="Calibri"/>
                <a:cs typeface="Calibri"/>
              </a:rPr>
              <a:t>(x-</a:t>
            </a:r>
            <a:r>
              <a:rPr sz="2500" spc="-10" dirty="0">
                <a:latin typeface="Calibri"/>
                <a:cs typeface="Calibri"/>
              </a:rPr>
              <a:t>2y+3z)</a:t>
            </a:r>
            <a:r>
              <a:rPr sz="2500" dirty="0">
                <a:latin typeface="Calibri"/>
                <a:cs typeface="Calibri"/>
              </a:rPr>
              <a:t>	</a:t>
            </a:r>
            <a:r>
              <a:rPr sz="2500" spc="-10" dirty="0">
                <a:latin typeface="Calibri"/>
                <a:cs typeface="Calibri"/>
              </a:rPr>
              <a:t>(x-2y+3z)</a:t>
            </a:r>
            <a:r>
              <a:rPr sz="2500" dirty="0">
                <a:latin typeface="Calibri"/>
                <a:cs typeface="Calibri"/>
              </a:rPr>
              <a:t>	</a:t>
            </a:r>
            <a:r>
              <a:rPr sz="2500" spc="-10" dirty="0">
                <a:latin typeface="Calibri"/>
                <a:cs typeface="Calibri"/>
              </a:rPr>
              <a:t>(x-2y+3z)</a:t>
            </a:r>
            <a:r>
              <a:rPr sz="2500" dirty="0">
                <a:latin typeface="Calibri"/>
                <a:cs typeface="Calibri"/>
              </a:rPr>
              <a:t>	</a:t>
            </a:r>
            <a:r>
              <a:rPr sz="2500" spc="-10" dirty="0">
                <a:latin typeface="Calibri"/>
                <a:cs typeface="Calibri"/>
              </a:rPr>
              <a:t>(x-2y+3z)</a:t>
            </a:r>
            <a:r>
              <a:rPr sz="2500" dirty="0">
                <a:latin typeface="Calibri"/>
                <a:cs typeface="Calibri"/>
              </a:rPr>
              <a:t>	</a:t>
            </a:r>
            <a:r>
              <a:rPr sz="2500" spc="-10" dirty="0">
                <a:latin typeface="Calibri"/>
                <a:cs typeface="Calibri"/>
              </a:rPr>
              <a:t>(x-2y+3z) </a:t>
            </a:r>
            <a:r>
              <a:rPr sz="2500" dirty="0">
                <a:latin typeface="Calibri"/>
                <a:cs typeface="Calibri"/>
              </a:rPr>
              <a:t>(X</a:t>
            </a:r>
            <a:r>
              <a:rPr sz="2500" spc="-10" dirty="0">
                <a:latin typeface="Calibri"/>
                <a:cs typeface="Calibri"/>
              </a:rPr>
              <a:t> </a:t>
            </a:r>
            <a:r>
              <a:rPr sz="2500" dirty="0">
                <a:latin typeface="Calibri"/>
                <a:cs typeface="Calibri"/>
              </a:rPr>
              <a:t>+</a:t>
            </a:r>
            <a:r>
              <a:rPr sz="2500" spc="-15" dirty="0">
                <a:latin typeface="Calibri"/>
                <a:cs typeface="Calibri"/>
              </a:rPr>
              <a:t> </a:t>
            </a:r>
            <a:r>
              <a:rPr sz="2500" dirty="0">
                <a:latin typeface="Calibri"/>
                <a:cs typeface="Calibri"/>
              </a:rPr>
              <a:t>Y</a:t>
            </a:r>
            <a:r>
              <a:rPr sz="2500" spc="-25" dirty="0">
                <a:latin typeface="Calibri"/>
                <a:cs typeface="Calibri"/>
              </a:rPr>
              <a:t> </a:t>
            </a:r>
            <a:r>
              <a:rPr sz="2500" dirty="0">
                <a:latin typeface="Calibri"/>
                <a:cs typeface="Calibri"/>
              </a:rPr>
              <a:t>+</a:t>
            </a:r>
            <a:r>
              <a:rPr sz="2500" spc="-15" dirty="0">
                <a:latin typeface="Calibri"/>
                <a:cs typeface="Calibri"/>
              </a:rPr>
              <a:t> </a:t>
            </a:r>
            <a:r>
              <a:rPr sz="2500" dirty="0">
                <a:latin typeface="Calibri"/>
                <a:cs typeface="Calibri"/>
              </a:rPr>
              <a:t>Z)</a:t>
            </a:r>
            <a:r>
              <a:rPr sz="2500" spc="-20" dirty="0">
                <a:latin typeface="Calibri"/>
                <a:cs typeface="Calibri"/>
              </a:rPr>
              <a:t> </a:t>
            </a:r>
            <a:r>
              <a:rPr sz="2500" dirty="0">
                <a:latin typeface="Calibri"/>
                <a:cs typeface="Calibri"/>
              </a:rPr>
              <a:t>(X</a:t>
            </a:r>
            <a:r>
              <a:rPr sz="2500" spc="-5" dirty="0">
                <a:latin typeface="Calibri"/>
                <a:cs typeface="Calibri"/>
              </a:rPr>
              <a:t> </a:t>
            </a:r>
            <a:r>
              <a:rPr sz="2500" dirty="0">
                <a:latin typeface="Calibri"/>
                <a:cs typeface="Calibri"/>
              </a:rPr>
              <a:t>+</a:t>
            </a:r>
            <a:r>
              <a:rPr sz="2500" spc="-20" dirty="0">
                <a:latin typeface="Calibri"/>
                <a:cs typeface="Calibri"/>
              </a:rPr>
              <a:t> </a:t>
            </a:r>
            <a:r>
              <a:rPr sz="2500" dirty="0">
                <a:latin typeface="Calibri"/>
                <a:cs typeface="Calibri"/>
              </a:rPr>
              <a:t>Y</a:t>
            </a:r>
            <a:r>
              <a:rPr sz="2500" spc="-20" dirty="0">
                <a:latin typeface="Calibri"/>
                <a:cs typeface="Calibri"/>
              </a:rPr>
              <a:t> </a:t>
            </a:r>
            <a:r>
              <a:rPr sz="2500" dirty="0">
                <a:latin typeface="Calibri"/>
                <a:cs typeface="Calibri"/>
              </a:rPr>
              <a:t>+</a:t>
            </a:r>
            <a:r>
              <a:rPr sz="2500" spc="-20" dirty="0">
                <a:latin typeface="Calibri"/>
                <a:cs typeface="Calibri"/>
              </a:rPr>
              <a:t> </a:t>
            </a:r>
            <a:r>
              <a:rPr sz="2500" dirty="0">
                <a:latin typeface="Calibri"/>
                <a:cs typeface="Calibri"/>
              </a:rPr>
              <a:t>Z)</a:t>
            </a:r>
            <a:r>
              <a:rPr sz="2500" spc="-10" dirty="0">
                <a:latin typeface="Calibri"/>
                <a:cs typeface="Calibri"/>
              </a:rPr>
              <a:t> </a:t>
            </a:r>
            <a:r>
              <a:rPr sz="2500" dirty="0">
                <a:latin typeface="Calibri"/>
                <a:cs typeface="Calibri"/>
              </a:rPr>
              <a:t>(X</a:t>
            </a:r>
            <a:r>
              <a:rPr sz="2500" spc="-10" dirty="0">
                <a:latin typeface="Calibri"/>
                <a:cs typeface="Calibri"/>
              </a:rPr>
              <a:t> </a:t>
            </a:r>
            <a:r>
              <a:rPr sz="2500" dirty="0">
                <a:latin typeface="Calibri"/>
                <a:cs typeface="Calibri"/>
              </a:rPr>
              <a:t>+</a:t>
            </a:r>
            <a:r>
              <a:rPr sz="2500" spc="-15" dirty="0">
                <a:latin typeface="Calibri"/>
                <a:cs typeface="Calibri"/>
              </a:rPr>
              <a:t> </a:t>
            </a:r>
            <a:r>
              <a:rPr sz="2500" dirty="0">
                <a:latin typeface="Calibri"/>
                <a:cs typeface="Calibri"/>
              </a:rPr>
              <a:t>Y</a:t>
            </a:r>
            <a:r>
              <a:rPr sz="2500" spc="-20" dirty="0">
                <a:latin typeface="Calibri"/>
                <a:cs typeface="Calibri"/>
              </a:rPr>
              <a:t> </a:t>
            </a:r>
            <a:r>
              <a:rPr sz="2500" dirty="0">
                <a:latin typeface="Calibri"/>
                <a:cs typeface="Calibri"/>
              </a:rPr>
              <a:t>+</a:t>
            </a:r>
            <a:r>
              <a:rPr sz="2500" spc="-20" dirty="0">
                <a:latin typeface="Calibri"/>
                <a:cs typeface="Calibri"/>
              </a:rPr>
              <a:t> </a:t>
            </a:r>
            <a:r>
              <a:rPr sz="2500" dirty="0">
                <a:latin typeface="Calibri"/>
                <a:cs typeface="Calibri"/>
              </a:rPr>
              <a:t>Z)</a:t>
            </a:r>
            <a:r>
              <a:rPr sz="2500" spc="-5" dirty="0">
                <a:latin typeface="Calibri"/>
                <a:cs typeface="Calibri"/>
              </a:rPr>
              <a:t> </a:t>
            </a:r>
            <a:r>
              <a:rPr sz="2500" dirty="0">
                <a:latin typeface="Calibri"/>
                <a:cs typeface="Calibri"/>
              </a:rPr>
              <a:t>(X</a:t>
            </a:r>
            <a:r>
              <a:rPr sz="2500" spc="-10" dirty="0">
                <a:latin typeface="Calibri"/>
                <a:cs typeface="Calibri"/>
              </a:rPr>
              <a:t> </a:t>
            </a:r>
            <a:r>
              <a:rPr sz="2500" dirty="0">
                <a:latin typeface="Calibri"/>
                <a:cs typeface="Calibri"/>
              </a:rPr>
              <a:t>+</a:t>
            </a:r>
            <a:r>
              <a:rPr sz="2500" spc="-20" dirty="0">
                <a:latin typeface="Calibri"/>
                <a:cs typeface="Calibri"/>
              </a:rPr>
              <a:t> </a:t>
            </a:r>
            <a:r>
              <a:rPr sz="2500" dirty="0">
                <a:latin typeface="Calibri"/>
                <a:cs typeface="Calibri"/>
              </a:rPr>
              <a:t>Y</a:t>
            </a:r>
            <a:r>
              <a:rPr sz="2500" spc="-15" dirty="0">
                <a:latin typeface="Calibri"/>
                <a:cs typeface="Calibri"/>
              </a:rPr>
              <a:t> </a:t>
            </a:r>
            <a:r>
              <a:rPr sz="2500" dirty="0">
                <a:latin typeface="Calibri"/>
                <a:cs typeface="Calibri"/>
              </a:rPr>
              <a:t>+</a:t>
            </a:r>
            <a:r>
              <a:rPr sz="2500" spc="-20" dirty="0">
                <a:latin typeface="Calibri"/>
                <a:cs typeface="Calibri"/>
              </a:rPr>
              <a:t> </a:t>
            </a:r>
            <a:r>
              <a:rPr sz="2500" dirty="0">
                <a:latin typeface="Calibri"/>
                <a:cs typeface="Calibri"/>
              </a:rPr>
              <a:t>Z)</a:t>
            </a:r>
            <a:r>
              <a:rPr sz="2500" spc="-10" dirty="0">
                <a:latin typeface="Calibri"/>
                <a:cs typeface="Calibri"/>
              </a:rPr>
              <a:t> </a:t>
            </a:r>
            <a:r>
              <a:rPr sz="2500" dirty="0">
                <a:latin typeface="Calibri"/>
                <a:cs typeface="Calibri"/>
              </a:rPr>
              <a:t>(X</a:t>
            </a:r>
            <a:r>
              <a:rPr sz="2500" spc="-10" dirty="0">
                <a:latin typeface="Calibri"/>
                <a:cs typeface="Calibri"/>
              </a:rPr>
              <a:t> </a:t>
            </a:r>
            <a:r>
              <a:rPr sz="2500" dirty="0">
                <a:latin typeface="Calibri"/>
                <a:cs typeface="Calibri"/>
              </a:rPr>
              <a:t>+</a:t>
            </a:r>
            <a:r>
              <a:rPr sz="2500" spc="-20" dirty="0">
                <a:latin typeface="Calibri"/>
                <a:cs typeface="Calibri"/>
              </a:rPr>
              <a:t> </a:t>
            </a:r>
            <a:r>
              <a:rPr sz="2500" dirty="0">
                <a:latin typeface="Calibri"/>
                <a:cs typeface="Calibri"/>
              </a:rPr>
              <a:t>Y</a:t>
            </a:r>
            <a:r>
              <a:rPr sz="2500" spc="-20" dirty="0">
                <a:latin typeface="Calibri"/>
                <a:cs typeface="Calibri"/>
              </a:rPr>
              <a:t> </a:t>
            </a:r>
            <a:r>
              <a:rPr sz="2500" dirty="0">
                <a:latin typeface="Calibri"/>
                <a:cs typeface="Calibri"/>
              </a:rPr>
              <a:t>+</a:t>
            </a:r>
            <a:r>
              <a:rPr sz="2500" spc="-15" dirty="0">
                <a:latin typeface="Calibri"/>
                <a:cs typeface="Calibri"/>
              </a:rPr>
              <a:t> </a:t>
            </a:r>
            <a:r>
              <a:rPr sz="2500" dirty="0">
                <a:latin typeface="Calibri"/>
                <a:cs typeface="Calibri"/>
              </a:rPr>
              <a:t>Z)</a:t>
            </a:r>
            <a:r>
              <a:rPr sz="2500" spc="-20" dirty="0">
                <a:latin typeface="Calibri"/>
                <a:cs typeface="Calibri"/>
              </a:rPr>
              <a:t> </a:t>
            </a:r>
            <a:r>
              <a:rPr sz="2500" dirty="0">
                <a:latin typeface="Calibri"/>
                <a:cs typeface="Calibri"/>
              </a:rPr>
              <a:t>(X</a:t>
            </a:r>
            <a:r>
              <a:rPr sz="2500" spc="-5" dirty="0">
                <a:latin typeface="Calibri"/>
                <a:cs typeface="Calibri"/>
              </a:rPr>
              <a:t> </a:t>
            </a:r>
            <a:r>
              <a:rPr sz="2500" dirty="0">
                <a:latin typeface="Calibri"/>
                <a:cs typeface="Calibri"/>
              </a:rPr>
              <a:t>+</a:t>
            </a:r>
            <a:r>
              <a:rPr sz="2500" spc="-20" dirty="0">
                <a:latin typeface="Calibri"/>
                <a:cs typeface="Calibri"/>
              </a:rPr>
              <a:t> </a:t>
            </a:r>
            <a:r>
              <a:rPr sz="2500" dirty="0">
                <a:latin typeface="Calibri"/>
                <a:cs typeface="Calibri"/>
              </a:rPr>
              <a:t>Y</a:t>
            </a:r>
            <a:r>
              <a:rPr sz="2500" spc="-20" dirty="0">
                <a:latin typeface="Calibri"/>
                <a:cs typeface="Calibri"/>
              </a:rPr>
              <a:t> </a:t>
            </a:r>
            <a:r>
              <a:rPr sz="2500" dirty="0">
                <a:latin typeface="Calibri"/>
                <a:cs typeface="Calibri"/>
              </a:rPr>
              <a:t>+</a:t>
            </a:r>
            <a:r>
              <a:rPr sz="2500" spc="-20" dirty="0">
                <a:latin typeface="Calibri"/>
                <a:cs typeface="Calibri"/>
              </a:rPr>
              <a:t> </a:t>
            </a:r>
            <a:r>
              <a:rPr sz="2500" spc="-25" dirty="0">
                <a:latin typeface="Calibri"/>
                <a:cs typeface="Calibri"/>
              </a:rPr>
              <a:t>Z)</a:t>
            </a:r>
            <a:endParaRPr sz="2500">
              <a:latin typeface="Calibri"/>
              <a:cs typeface="Calibri"/>
            </a:endParaRPr>
          </a:p>
          <a:p>
            <a:pPr marL="529590">
              <a:lnSpc>
                <a:spcPct val="100000"/>
              </a:lnSpc>
              <a:spcBef>
                <a:spcPts val="605"/>
              </a:spcBef>
              <a:tabLst>
                <a:tab pos="1915160" algn="l"/>
                <a:tab pos="3227070" algn="l"/>
                <a:tab pos="4610735" algn="l"/>
                <a:tab pos="5924550" algn="l"/>
                <a:tab pos="7236459" algn="l"/>
              </a:tabLst>
            </a:pPr>
            <a:r>
              <a:rPr sz="2500" spc="-25" dirty="0">
                <a:latin typeface="Calibri"/>
                <a:cs typeface="Calibri"/>
              </a:rPr>
              <a:t>a1</a:t>
            </a:r>
            <a:r>
              <a:rPr sz="2500" dirty="0">
                <a:latin typeface="Calibri"/>
                <a:cs typeface="Calibri"/>
              </a:rPr>
              <a:t>	</a:t>
            </a:r>
            <a:r>
              <a:rPr sz="2500" spc="-25" dirty="0">
                <a:latin typeface="Calibri"/>
                <a:cs typeface="Calibri"/>
              </a:rPr>
              <a:t>a2</a:t>
            </a:r>
            <a:r>
              <a:rPr sz="2500" dirty="0">
                <a:latin typeface="Calibri"/>
                <a:cs typeface="Calibri"/>
              </a:rPr>
              <a:t>	</a:t>
            </a:r>
            <a:r>
              <a:rPr sz="2500" spc="-25" dirty="0">
                <a:latin typeface="Calibri"/>
                <a:cs typeface="Calibri"/>
              </a:rPr>
              <a:t>a3</a:t>
            </a:r>
            <a:r>
              <a:rPr sz="2500" dirty="0">
                <a:latin typeface="Calibri"/>
                <a:cs typeface="Calibri"/>
              </a:rPr>
              <a:t>	</a:t>
            </a:r>
            <a:r>
              <a:rPr sz="2500" spc="-25" dirty="0">
                <a:latin typeface="Calibri"/>
                <a:cs typeface="Calibri"/>
              </a:rPr>
              <a:t>a4</a:t>
            </a:r>
            <a:r>
              <a:rPr sz="2500" dirty="0">
                <a:latin typeface="Calibri"/>
                <a:cs typeface="Calibri"/>
              </a:rPr>
              <a:t>	</a:t>
            </a:r>
            <a:r>
              <a:rPr sz="2500" spc="-25" dirty="0">
                <a:latin typeface="Calibri"/>
                <a:cs typeface="Calibri"/>
              </a:rPr>
              <a:t>a5</a:t>
            </a:r>
            <a:r>
              <a:rPr sz="2500" dirty="0">
                <a:latin typeface="Calibri"/>
                <a:cs typeface="Calibri"/>
              </a:rPr>
              <a:t>	</a:t>
            </a:r>
            <a:r>
              <a:rPr sz="2500" spc="-25" dirty="0">
                <a:latin typeface="Calibri"/>
                <a:cs typeface="Calibri"/>
              </a:rPr>
              <a:t>a6</a:t>
            </a:r>
            <a:endParaRPr sz="2500">
              <a:latin typeface="Calibri"/>
              <a:cs typeface="Calibri"/>
            </a:endParaRPr>
          </a:p>
          <a:p>
            <a:pPr marL="443865" indent="-342265">
              <a:lnSpc>
                <a:spcPct val="100000"/>
              </a:lnSpc>
              <a:spcBef>
                <a:spcPts val="600"/>
              </a:spcBef>
              <a:buChar char="-"/>
              <a:tabLst>
                <a:tab pos="443865" algn="l"/>
              </a:tabLst>
            </a:pPr>
            <a:r>
              <a:rPr sz="2500" dirty="0">
                <a:latin typeface="Calibri"/>
                <a:cs typeface="Calibri"/>
              </a:rPr>
              <a:t>X</a:t>
            </a:r>
            <a:r>
              <a:rPr sz="2500" spc="-35" dirty="0">
                <a:latin typeface="Calibri"/>
                <a:cs typeface="Calibri"/>
              </a:rPr>
              <a:t> </a:t>
            </a:r>
            <a:r>
              <a:rPr sz="2500" dirty="0">
                <a:latin typeface="Calibri"/>
                <a:cs typeface="Calibri"/>
              </a:rPr>
              <a:t>:</a:t>
            </a:r>
            <a:r>
              <a:rPr sz="2500" spc="-35" dirty="0">
                <a:latin typeface="Calibri"/>
                <a:cs typeface="Calibri"/>
              </a:rPr>
              <a:t> </a:t>
            </a:r>
            <a:r>
              <a:rPr sz="2500" dirty="0">
                <a:latin typeface="Calibri"/>
                <a:cs typeface="Calibri"/>
              </a:rPr>
              <a:t>có</a:t>
            </a:r>
            <a:r>
              <a:rPr sz="2500" spc="-40" dirty="0">
                <a:latin typeface="Calibri"/>
                <a:cs typeface="Calibri"/>
              </a:rPr>
              <a:t> </a:t>
            </a:r>
            <a:r>
              <a:rPr sz="2500" dirty="0">
                <a:latin typeface="Calibri"/>
                <a:cs typeface="Calibri"/>
              </a:rPr>
              <a:t>C(1,</a:t>
            </a:r>
            <a:r>
              <a:rPr sz="2500" spc="-15" dirty="0">
                <a:latin typeface="Calibri"/>
                <a:cs typeface="Calibri"/>
              </a:rPr>
              <a:t> </a:t>
            </a:r>
            <a:r>
              <a:rPr sz="2500" dirty="0">
                <a:latin typeface="Calibri"/>
                <a:cs typeface="Calibri"/>
              </a:rPr>
              <a:t>6)</a:t>
            </a:r>
            <a:r>
              <a:rPr sz="2500" spc="-40" dirty="0">
                <a:latin typeface="Calibri"/>
                <a:cs typeface="Calibri"/>
              </a:rPr>
              <a:t> </a:t>
            </a:r>
            <a:r>
              <a:rPr sz="2500" dirty="0">
                <a:latin typeface="Calibri"/>
                <a:cs typeface="Calibri"/>
              </a:rPr>
              <a:t>cách</a:t>
            </a:r>
            <a:r>
              <a:rPr sz="2500" spc="-15" dirty="0">
                <a:latin typeface="Calibri"/>
                <a:cs typeface="Calibri"/>
              </a:rPr>
              <a:t> </a:t>
            </a:r>
            <a:r>
              <a:rPr sz="2500" spc="-10" dirty="0">
                <a:latin typeface="Calibri"/>
                <a:cs typeface="Calibri"/>
              </a:rPr>
              <a:t>chọn,</a:t>
            </a:r>
            <a:endParaRPr sz="2500">
              <a:latin typeface="Calibri"/>
              <a:cs typeface="Calibri"/>
            </a:endParaRPr>
          </a:p>
          <a:p>
            <a:pPr marL="443865" indent="-342265">
              <a:lnSpc>
                <a:spcPct val="100000"/>
              </a:lnSpc>
              <a:spcBef>
                <a:spcPts val="600"/>
              </a:spcBef>
              <a:buChar char="-"/>
              <a:tabLst>
                <a:tab pos="443865" algn="l"/>
              </a:tabLst>
            </a:pPr>
            <a:r>
              <a:rPr sz="2500" dirty="0">
                <a:latin typeface="Calibri"/>
                <a:cs typeface="Calibri"/>
              </a:rPr>
              <a:t>Y</a:t>
            </a:r>
            <a:r>
              <a:rPr sz="2500" spc="-35" dirty="0">
                <a:latin typeface="Calibri"/>
                <a:cs typeface="Calibri"/>
              </a:rPr>
              <a:t> </a:t>
            </a:r>
            <a:r>
              <a:rPr sz="2500" dirty="0">
                <a:latin typeface="Calibri"/>
                <a:cs typeface="Calibri"/>
              </a:rPr>
              <a:t>:</a:t>
            </a:r>
            <a:r>
              <a:rPr sz="2500" spc="-35" dirty="0">
                <a:latin typeface="Calibri"/>
                <a:cs typeface="Calibri"/>
              </a:rPr>
              <a:t> </a:t>
            </a:r>
            <a:r>
              <a:rPr sz="2500" dirty="0">
                <a:latin typeface="Calibri"/>
                <a:cs typeface="Calibri"/>
              </a:rPr>
              <a:t>có</a:t>
            </a:r>
            <a:r>
              <a:rPr sz="2500" spc="-35" dirty="0">
                <a:latin typeface="Calibri"/>
                <a:cs typeface="Calibri"/>
              </a:rPr>
              <a:t> </a:t>
            </a:r>
            <a:r>
              <a:rPr sz="2500" dirty="0">
                <a:latin typeface="Calibri"/>
                <a:cs typeface="Calibri"/>
              </a:rPr>
              <a:t>C(3,</a:t>
            </a:r>
            <a:r>
              <a:rPr sz="2500" spc="-30" dirty="0">
                <a:latin typeface="Calibri"/>
                <a:cs typeface="Calibri"/>
              </a:rPr>
              <a:t> </a:t>
            </a:r>
            <a:r>
              <a:rPr sz="2500" dirty="0">
                <a:latin typeface="Calibri"/>
                <a:cs typeface="Calibri"/>
              </a:rPr>
              <a:t>5)</a:t>
            </a:r>
            <a:r>
              <a:rPr sz="2500" spc="-25" dirty="0">
                <a:latin typeface="Calibri"/>
                <a:cs typeface="Calibri"/>
              </a:rPr>
              <a:t> </a:t>
            </a:r>
            <a:r>
              <a:rPr sz="2500" dirty="0">
                <a:latin typeface="Calibri"/>
                <a:cs typeface="Calibri"/>
              </a:rPr>
              <a:t>cách</a:t>
            </a:r>
            <a:r>
              <a:rPr sz="2500" spc="-25" dirty="0">
                <a:latin typeface="Calibri"/>
                <a:cs typeface="Calibri"/>
              </a:rPr>
              <a:t> </a:t>
            </a:r>
            <a:r>
              <a:rPr sz="2500" spc="-10" dirty="0">
                <a:latin typeface="Calibri"/>
                <a:cs typeface="Calibri"/>
              </a:rPr>
              <a:t>chọn,</a:t>
            </a:r>
            <a:endParaRPr sz="2500">
              <a:latin typeface="Calibri"/>
              <a:cs typeface="Calibri"/>
            </a:endParaRPr>
          </a:p>
          <a:p>
            <a:pPr marL="101600" marR="4735195" indent="342265">
              <a:lnSpc>
                <a:spcPct val="120000"/>
              </a:lnSpc>
              <a:buChar char="-"/>
              <a:tabLst>
                <a:tab pos="443865" algn="l"/>
              </a:tabLst>
            </a:pPr>
            <a:r>
              <a:rPr sz="2500" dirty="0">
                <a:latin typeface="Calibri"/>
                <a:cs typeface="Calibri"/>
              </a:rPr>
              <a:t>Z</a:t>
            </a:r>
            <a:r>
              <a:rPr sz="2500" spc="-30" dirty="0">
                <a:latin typeface="Calibri"/>
                <a:cs typeface="Calibri"/>
              </a:rPr>
              <a:t> </a:t>
            </a:r>
            <a:r>
              <a:rPr sz="2500" dirty="0">
                <a:latin typeface="Calibri"/>
                <a:cs typeface="Calibri"/>
              </a:rPr>
              <a:t>:</a:t>
            </a:r>
            <a:r>
              <a:rPr sz="2500" spc="-30" dirty="0">
                <a:latin typeface="Calibri"/>
                <a:cs typeface="Calibri"/>
              </a:rPr>
              <a:t> </a:t>
            </a:r>
            <a:r>
              <a:rPr sz="2500" dirty="0">
                <a:latin typeface="Calibri"/>
                <a:cs typeface="Calibri"/>
              </a:rPr>
              <a:t>có</a:t>
            </a:r>
            <a:r>
              <a:rPr sz="2500" spc="-40" dirty="0">
                <a:latin typeface="Calibri"/>
                <a:cs typeface="Calibri"/>
              </a:rPr>
              <a:t> </a:t>
            </a:r>
            <a:r>
              <a:rPr sz="2500" dirty="0">
                <a:latin typeface="Calibri"/>
                <a:cs typeface="Calibri"/>
              </a:rPr>
              <a:t>C(2,</a:t>
            </a:r>
            <a:r>
              <a:rPr sz="2500" spc="-30" dirty="0">
                <a:latin typeface="Calibri"/>
                <a:cs typeface="Calibri"/>
              </a:rPr>
              <a:t> </a:t>
            </a:r>
            <a:r>
              <a:rPr sz="2500" dirty="0">
                <a:latin typeface="Calibri"/>
                <a:cs typeface="Calibri"/>
              </a:rPr>
              <a:t>2)</a:t>
            </a:r>
            <a:r>
              <a:rPr sz="2500" spc="-30" dirty="0">
                <a:latin typeface="Calibri"/>
                <a:cs typeface="Calibri"/>
              </a:rPr>
              <a:t> </a:t>
            </a:r>
            <a:r>
              <a:rPr sz="2500" dirty="0">
                <a:latin typeface="Calibri"/>
                <a:cs typeface="Calibri"/>
              </a:rPr>
              <a:t>cách</a:t>
            </a:r>
            <a:r>
              <a:rPr sz="2500" spc="-20" dirty="0">
                <a:latin typeface="Calibri"/>
                <a:cs typeface="Calibri"/>
              </a:rPr>
              <a:t> </a:t>
            </a:r>
            <a:r>
              <a:rPr sz="2500" spc="-10" dirty="0">
                <a:latin typeface="Calibri"/>
                <a:cs typeface="Calibri"/>
              </a:rPr>
              <a:t>chọn. </a:t>
            </a:r>
            <a:r>
              <a:rPr sz="2500" dirty="0">
                <a:latin typeface="Calibri"/>
                <a:cs typeface="Calibri"/>
              </a:rPr>
              <a:t>Theo</a:t>
            </a:r>
            <a:r>
              <a:rPr sz="2500" spc="-75" dirty="0">
                <a:latin typeface="Calibri"/>
                <a:cs typeface="Calibri"/>
              </a:rPr>
              <a:t> </a:t>
            </a:r>
            <a:r>
              <a:rPr sz="2500" dirty="0">
                <a:latin typeface="Calibri"/>
                <a:cs typeface="Calibri"/>
              </a:rPr>
              <a:t>nguyên</a:t>
            </a:r>
            <a:r>
              <a:rPr sz="2500" spc="-50" dirty="0">
                <a:latin typeface="Calibri"/>
                <a:cs typeface="Calibri"/>
              </a:rPr>
              <a:t> </a:t>
            </a:r>
            <a:r>
              <a:rPr sz="2500" dirty="0">
                <a:latin typeface="Calibri"/>
                <a:cs typeface="Calibri"/>
              </a:rPr>
              <a:t>lý</a:t>
            </a:r>
            <a:r>
              <a:rPr sz="2500" spc="-60" dirty="0">
                <a:latin typeface="Calibri"/>
                <a:cs typeface="Calibri"/>
              </a:rPr>
              <a:t> </a:t>
            </a:r>
            <a:r>
              <a:rPr sz="2500" spc="-20" dirty="0">
                <a:latin typeface="Calibri"/>
                <a:cs typeface="Calibri"/>
              </a:rPr>
              <a:t>nhân</a:t>
            </a:r>
            <a:endParaRPr sz="2500">
              <a:latin typeface="Calibri"/>
              <a:cs typeface="Calibri"/>
            </a:endParaRPr>
          </a:p>
          <a:p>
            <a:pPr marL="101600">
              <a:lnSpc>
                <a:spcPct val="100000"/>
              </a:lnSpc>
              <a:spcBef>
                <a:spcPts val="600"/>
              </a:spcBef>
            </a:pPr>
            <a:r>
              <a:rPr sz="2500" i="1" dirty="0">
                <a:solidFill>
                  <a:srgbClr val="FF0000"/>
                </a:solidFill>
                <a:latin typeface="Calibri"/>
                <a:cs typeface="Calibri"/>
              </a:rPr>
              <a:t>D</a:t>
            </a:r>
            <a:r>
              <a:rPr sz="2500" i="1" spc="-50" dirty="0">
                <a:solidFill>
                  <a:srgbClr val="FF0000"/>
                </a:solidFill>
                <a:latin typeface="Calibri"/>
                <a:cs typeface="Calibri"/>
              </a:rPr>
              <a:t> </a:t>
            </a:r>
            <a:r>
              <a:rPr sz="2500" i="1" dirty="0">
                <a:solidFill>
                  <a:srgbClr val="FF0000"/>
                </a:solidFill>
                <a:latin typeface="Calibri"/>
                <a:cs typeface="Calibri"/>
              </a:rPr>
              <a:t>(hệ</a:t>
            </a:r>
            <a:r>
              <a:rPr sz="2500" i="1" spc="-35" dirty="0">
                <a:solidFill>
                  <a:srgbClr val="FF0000"/>
                </a:solidFill>
                <a:latin typeface="Calibri"/>
                <a:cs typeface="Calibri"/>
              </a:rPr>
              <a:t> </a:t>
            </a:r>
            <a:r>
              <a:rPr sz="2500" i="1" dirty="0">
                <a:solidFill>
                  <a:srgbClr val="FF0000"/>
                </a:solidFill>
                <a:latin typeface="Calibri"/>
                <a:cs typeface="Calibri"/>
              </a:rPr>
              <a:t>số)</a:t>
            </a:r>
            <a:r>
              <a:rPr sz="2500" i="1" spc="-40" dirty="0">
                <a:solidFill>
                  <a:srgbClr val="FF0000"/>
                </a:solidFill>
                <a:latin typeface="Calibri"/>
                <a:cs typeface="Calibri"/>
              </a:rPr>
              <a:t> </a:t>
            </a:r>
            <a:r>
              <a:rPr sz="2500" i="1" dirty="0">
                <a:solidFill>
                  <a:srgbClr val="FF0000"/>
                </a:solidFill>
                <a:latin typeface="Calibri"/>
                <a:cs typeface="Calibri"/>
              </a:rPr>
              <a:t>của</a:t>
            </a:r>
            <a:r>
              <a:rPr sz="2500" i="1" spc="-45" dirty="0">
                <a:solidFill>
                  <a:srgbClr val="FF0000"/>
                </a:solidFill>
                <a:latin typeface="Calibri"/>
                <a:cs typeface="Calibri"/>
              </a:rPr>
              <a:t> </a:t>
            </a:r>
            <a:r>
              <a:rPr sz="2500" i="1" dirty="0">
                <a:solidFill>
                  <a:srgbClr val="FF0000"/>
                </a:solidFill>
                <a:latin typeface="Calibri"/>
                <a:cs typeface="Calibri"/>
              </a:rPr>
              <a:t>XY</a:t>
            </a:r>
            <a:r>
              <a:rPr sz="2475" i="1" baseline="25252" dirty="0">
                <a:solidFill>
                  <a:srgbClr val="FF0000"/>
                </a:solidFill>
                <a:latin typeface="Calibri"/>
                <a:cs typeface="Calibri"/>
              </a:rPr>
              <a:t>3</a:t>
            </a:r>
            <a:r>
              <a:rPr sz="2500" i="1" dirty="0">
                <a:solidFill>
                  <a:srgbClr val="FF0000"/>
                </a:solidFill>
                <a:latin typeface="Calibri"/>
                <a:cs typeface="Calibri"/>
              </a:rPr>
              <a:t>Z</a:t>
            </a:r>
            <a:r>
              <a:rPr sz="2475" i="1" baseline="25252" dirty="0">
                <a:solidFill>
                  <a:srgbClr val="FF0000"/>
                </a:solidFill>
                <a:latin typeface="Calibri"/>
                <a:cs typeface="Calibri"/>
              </a:rPr>
              <a:t>2</a:t>
            </a:r>
            <a:r>
              <a:rPr sz="2475" i="1" spc="247" baseline="25252" dirty="0">
                <a:solidFill>
                  <a:srgbClr val="FF0000"/>
                </a:solidFill>
                <a:latin typeface="Calibri"/>
                <a:cs typeface="Calibri"/>
              </a:rPr>
              <a:t> </a:t>
            </a:r>
            <a:r>
              <a:rPr sz="2500" i="1" dirty="0">
                <a:solidFill>
                  <a:srgbClr val="FF0000"/>
                </a:solidFill>
                <a:latin typeface="Calibri"/>
                <a:cs typeface="Calibri"/>
              </a:rPr>
              <a:t>=số</a:t>
            </a:r>
            <a:r>
              <a:rPr sz="2500" i="1" spc="-35" dirty="0">
                <a:solidFill>
                  <a:srgbClr val="FF0000"/>
                </a:solidFill>
                <a:latin typeface="Calibri"/>
                <a:cs typeface="Calibri"/>
              </a:rPr>
              <a:t> </a:t>
            </a:r>
            <a:r>
              <a:rPr sz="2500" i="1" dirty="0">
                <a:solidFill>
                  <a:srgbClr val="FF0000"/>
                </a:solidFill>
                <a:latin typeface="Calibri"/>
                <a:cs typeface="Calibri"/>
              </a:rPr>
              <a:t>cách</a:t>
            </a:r>
            <a:r>
              <a:rPr sz="2500" i="1" spc="-60" dirty="0">
                <a:solidFill>
                  <a:srgbClr val="FF0000"/>
                </a:solidFill>
                <a:latin typeface="Calibri"/>
                <a:cs typeface="Calibri"/>
              </a:rPr>
              <a:t> </a:t>
            </a:r>
            <a:r>
              <a:rPr sz="2500" i="1" dirty="0">
                <a:solidFill>
                  <a:srgbClr val="FF0000"/>
                </a:solidFill>
                <a:latin typeface="Calibri"/>
                <a:cs typeface="Calibri"/>
              </a:rPr>
              <a:t>tạo</a:t>
            </a:r>
            <a:r>
              <a:rPr sz="2500" i="1" spc="-50" dirty="0">
                <a:solidFill>
                  <a:srgbClr val="FF0000"/>
                </a:solidFill>
                <a:latin typeface="Calibri"/>
                <a:cs typeface="Calibri"/>
              </a:rPr>
              <a:t> </a:t>
            </a:r>
            <a:r>
              <a:rPr sz="2500" i="1" dirty="0">
                <a:solidFill>
                  <a:srgbClr val="FF0000"/>
                </a:solidFill>
                <a:latin typeface="Calibri"/>
                <a:cs typeface="Calibri"/>
              </a:rPr>
              <a:t>XY</a:t>
            </a:r>
            <a:r>
              <a:rPr sz="2475" i="1" baseline="25252" dirty="0">
                <a:solidFill>
                  <a:srgbClr val="FF0000"/>
                </a:solidFill>
                <a:latin typeface="Calibri"/>
                <a:cs typeface="Calibri"/>
              </a:rPr>
              <a:t>3</a:t>
            </a:r>
            <a:r>
              <a:rPr sz="2500" i="1" dirty="0">
                <a:solidFill>
                  <a:srgbClr val="FF0000"/>
                </a:solidFill>
                <a:latin typeface="Calibri"/>
                <a:cs typeface="Calibri"/>
              </a:rPr>
              <a:t>Z</a:t>
            </a:r>
            <a:r>
              <a:rPr sz="2475" i="1" baseline="25252" dirty="0">
                <a:solidFill>
                  <a:srgbClr val="FF0000"/>
                </a:solidFill>
                <a:latin typeface="Calibri"/>
                <a:cs typeface="Calibri"/>
              </a:rPr>
              <a:t>2</a:t>
            </a:r>
            <a:r>
              <a:rPr sz="2475" i="1" spc="262" baseline="25252" dirty="0">
                <a:solidFill>
                  <a:srgbClr val="FF0000"/>
                </a:solidFill>
                <a:latin typeface="Calibri"/>
                <a:cs typeface="Calibri"/>
              </a:rPr>
              <a:t> </a:t>
            </a:r>
            <a:r>
              <a:rPr sz="2500" dirty="0">
                <a:latin typeface="Calibri"/>
                <a:cs typeface="Calibri"/>
              </a:rPr>
              <a:t>=</a:t>
            </a:r>
            <a:r>
              <a:rPr sz="2500" spc="-45" dirty="0">
                <a:latin typeface="Calibri"/>
                <a:cs typeface="Calibri"/>
              </a:rPr>
              <a:t> </a:t>
            </a:r>
            <a:r>
              <a:rPr sz="2500" dirty="0">
                <a:latin typeface="Calibri"/>
                <a:cs typeface="Calibri"/>
              </a:rPr>
              <a:t>C(1,</a:t>
            </a:r>
            <a:r>
              <a:rPr sz="2500" spc="-35" dirty="0">
                <a:latin typeface="Calibri"/>
                <a:cs typeface="Calibri"/>
              </a:rPr>
              <a:t> </a:t>
            </a:r>
            <a:r>
              <a:rPr sz="2500" dirty="0">
                <a:latin typeface="Calibri"/>
                <a:cs typeface="Calibri"/>
              </a:rPr>
              <a:t>6)*C(3,</a:t>
            </a:r>
            <a:r>
              <a:rPr sz="2500" spc="-25" dirty="0">
                <a:latin typeface="Calibri"/>
                <a:cs typeface="Calibri"/>
              </a:rPr>
              <a:t> </a:t>
            </a:r>
            <a:r>
              <a:rPr sz="2500" dirty="0">
                <a:latin typeface="Calibri"/>
                <a:cs typeface="Calibri"/>
              </a:rPr>
              <a:t>5)*C(2,</a:t>
            </a:r>
            <a:r>
              <a:rPr sz="2500" spc="-30" dirty="0">
                <a:latin typeface="Calibri"/>
                <a:cs typeface="Calibri"/>
              </a:rPr>
              <a:t> </a:t>
            </a:r>
            <a:r>
              <a:rPr sz="2500" spc="-25" dirty="0">
                <a:latin typeface="Calibri"/>
                <a:cs typeface="Calibri"/>
              </a:rPr>
              <a:t>2).</a:t>
            </a:r>
            <a:endParaRPr sz="2500">
              <a:latin typeface="Calibri"/>
              <a:cs typeface="Calibri"/>
            </a:endParaRPr>
          </a:p>
          <a:p>
            <a:pPr marL="101600">
              <a:lnSpc>
                <a:spcPct val="100000"/>
              </a:lnSpc>
              <a:spcBef>
                <a:spcPts val="605"/>
              </a:spcBef>
            </a:pPr>
            <a:r>
              <a:rPr sz="2500" dirty="0">
                <a:latin typeface="Calibri"/>
                <a:cs typeface="Calibri"/>
              </a:rPr>
              <a:t>=&gt;</a:t>
            </a:r>
            <a:r>
              <a:rPr sz="2500" spc="-25" dirty="0">
                <a:latin typeface="Calibri"/>
                <a:cs typeface="Calibri"/>
              </a:rPr>
              <a:t> </a:t>
            </a:r>
            <a:r>
              <a:rPr sz="2500" dirty="0">
                <a:latin typeface="Calibri"/>
                <a:cs typeface="Calibri"/>
              </a:rPr>
              <a:t>(X</a:t>
            </a:r>
            <a:r>
              <a:rPr sz="2500" spc="-10" dirty="0">
                <a:latin typeface="Calibri"/>
                <a:cs typeface="Calibri"/>
              </a:rPr>
              <a:t> </a:t>
            </a:r>
            <a:r>
              <a:rPr sz="2500" dirty="0">
                <a:latin typeface="Calibri"/>
                <a:cs typeface="Calibri"/>
              </a:rPr>
              <a:t>+</a:t>
            </a:r>
            <a:r>
              <a:rPr sz="2500" spc="-25" dirty="0">
                <a:latin typeface="Calibri"/>
                <a:cs typeface="Calibri"/>
              </a:rPr>
              <a:t> </a:t>
            </a:r>
            <a:r>
              <a:rPr sz="2500" dirty="0">
                <a:latin typeface="Calibri"/>
                <a:cs typeface="Calibri"/>
              </a:rPr>
              <a:t>Y</a:t>
            </a:r>
            <a:r>
              <a:rPr sz="2500" spc="-25" dirty="0">
                <a:latin typeface="Calibri"/>
                <a:cs typeface="Calibri"/>
              </a:rPr>
              <a:t> </a:t>
            </a:r>
            <a:r>
              <a:rPr sz="2500" dirty="0">
                <a:latin typeface="Calibri"/>
                <a:cs typeface="Calibri"/>
              </a:rPr>
              <a:t>+</a:t>
            </a:r>
            <a:r>
              <a:rPr sz="2500" spc="-15" dirty="0">
                <a:latin typeface="Calibri"/>
                <a:cs typeface="Calibri"/>
              </a:rPr>
              <a:t> </a:t>
            </a:r>
            <a:r>
              <a:rPr sz="2500" dirty="0">
                <a:latin typeface="Calibri"/>
                <a:cs typeface="Calibri"/>
              </a:rPr>
              <a:t>Z)</a:t>
            </a:r>
            <a:r>
              <a:rPr sz="2475" baseline="25252" dirty="0">
                <a:latin typeface="Calibri"/>
                <a:cs typeface="Calibri"/>
              </a:rPr>
              <a:t>6</a:t>
            </a:r>
            <a:r>
              <a:rPr sz="2475" spc="277" baseline="25252" dirty="0">
                <a:latin typeface="Calibri"/>
                <a:cs typeface="Calibri"/>
              </a:rPr>
              <a:t> </a:t>
            </a:r>
            <a:r>
              <a:rPr sz="2500" dirty="0">
                <a:latin typeface="Calibri"/>
                <a:cs typeface="Calibri"/>
              </a:rPr>
              <a:t>=</a:t>
            </a:r>
            <a:r>
              <a:rPr sz="2500" spc="-25" dirty="0">
                <a:latin typeface="Calibri"/>
                <a:cs typeface="Calibri"/>
              </a:rPr>
              <a:t> </a:t>
            </a:r>
            <a:r>
              <a:rPr sz="2500" dirty="0">
                <a:latin typeface="Calibri"/>
                <a:cs typeface="Calibri"/>
              </a:rPr>
              <a:t>...</a:t>
            </a:r>
            <a:r>
              <a:rPr sz="2500" spc="-45" dirty="0">
                <a:latin typeface="Calibri"/>
                <a:cs typeface="Calibri"/>
              </a:rPr>
              <a:t> </a:t>
            </a:r>
            <a:r>
              <a:rPr sz="2500" dirty="0">
                <a:latin typeface="Calibri"/>
                <a:cs typeface="Calibri"/>
              </a:rPr>
              <a:t>+</a:t>
            </a:r>
            <a:r>
              <a:rPr sz="2500" spc="-15" dirty="0">
                <a:latin typeface="Calibri"/>
                <a:cs typeface="Calibri"/>
              </a:rPr>
              <a:t> </a:t>
            </a:r>
            <a:r>
              <a:rPr sz="2500" i="1" dirty="0">
                <a:solidFill>
                  <a:srgbClr val="FF0000"/>
                </a:solidFill>
                <a:latin typeface="Calibri"/>
                <a:cs typeface="Calibri"/>
              </a:rPr>
              <a:t>D</a:t>
            </a:r>
            <a:r>
              <a:rPr sz="2500" i="1" dirty="0">
                <a:latin typeface="Calibri"/>
                <a:cs typeface="Calibri"/>
              </a:rPr>
              <a:t>*XY</a:t>
            </a:r>
            <a:r>
              <a:rPr sz="2475" i="1" baseline="25252" dirty="0">
                <a:latin typeface="Calibri"/>
                <a:cs typeface="Calibri"/>
              </a:rPr>
              <a:t>3</a:t>
            </a:r>
            <a:r>
              <a:rPr sz="2500" i="1" dirty="0">
                <a:latin typeface="Calibri"/>
                <a:cs typeface="Calibri"/>
              </a:rPr>
              <a:t>Z</a:t>
            </a:r>
            <a:r>
              <a:rPr sz="2475" i="1" baseline="25252" dirty="0">
                <a:latin typeface="Calibri"/>
                <a:cs typeface="Calibri"/>
              </a:rPr>
              <a:t>2</a:t>
            </a:r>
            <a:r>
              <a:rPr sz="2475" i="1" spc="292" baseline="25252" dirty="0">
                <a:latin typeface="Calibri"/>
                <a:cs typeface="Calibri"/>
              </a:rPr>
              <a:t> </a:t>
            </a:r>
            <a:r>
              <a:rPr sz="2500" dirty="0">
                <a:latin typeface="Calibri"/>
                <a:cs typeface="Calibri"/>
              </a:rPr>
              <a:t>+</a:t>
            </a:r>
            <a:r>
              <a:rPr sz="2500" spc="-10" dirty="0">
                <a:latin typeface="Calibri"/>
                <a:cs typeface="Calibri"/>
              </a:rPr>
              <a:t> </a:t>
            </a:r>
            <a:r>
              <a:rPr sz="2500" spc="-25" dirty="0">
                <a:latin typeface="Calibri"/>
                <a:cs typeface="Calibri"/>
              </a:rPr>
              <a:t>...</a:t>
            </a:r>
            <a:endParaRPr sz="2500">
              <a:latin typeface="Calibri"/>
              <a:cs typeface="Calibri"/>
            </a:endParaRPr>
          </a:p>
          <a:p>
            <a:pPr marL="101600">
              <a:lnSpc>
                <a:spcPct val="100000"/>
              </a:lnSpc>
              <a:spcBef>
                <a:spcPts val="600"/>
              </a:spcBef>
            </a:pPr>
            <a:r>
              <a:rPr sz="2500" dirty="0">
                <a:latin typeface="Calibri"/>
                <a:cs typeface="Calibri"/>
              </a:rPr>
              <a:t>=&gt;</a:t>
            </a:r>
            <a:r>
              <a:rPr sz="2500" spc="-15" dirty="0">
                <a:latin typeface="Calibri"/>
                <a:cs typeface="Calibri"/>
              </a:rPr>
              <a:t> </a:t>
            </a:r>
            <a:r>
              <a:rPr sz="2500" dirty="0">
                <a:latin typeface="Calibri"/>
                <a:cs typeface="Calibri"/>
              </a:rPr>
              <a:t>(x</a:t>
            </a:r>
            <a:r>
              <a:rPr sz="2500" spc="-15" dirty="0">
                <a:latin typeface="Calibri"/>
                <a:cs typeface="Calibri"/>
              </a:rPr>
              <a:t> </a:t>
            </a:r>
            <a:r>
              <a:rPr sz="2500" dirty="0">
                <a:latin typeface="Calibri"/>
                <a:cs typeface="Calibri"/>
              </a:rPr>
              <a:t>-</a:t>
            </a:r>
            <a:r>
              <a:rPr sz="2500" spc="-15" dirty="0">
                <a:latin typeface="Calibri"/>
                <a:cs typeface="Calibri"/>
              </a:rPr>
              <a:t> </a:t>
            </a:r>
            <a:r>
              <a:rPr sz="2500" dirty="0">
                <a:latin typeface="Calibri"/>
                <a:cs typeface="Calibri"/>
              </a:rPr>
              <a:t>2y</a:t>
            </a:r>
            <a:r>
              <a:rPr sz="2500" spc="-20" dirty="0">
                <a:latin typeface="Calibri"/>
                <a:cs typeface="Calibri"/>
              </a:rPr>
              <a:t> </a:t>
            </a:r>
            <a:r>
              <a:rPr sz="2500" dirty="0">
                <a:latin typeface="Calibri"/>
                <a:cs typeface="Calibri"/>
              </a:rPr>
              <a:t>+</a:t>
            </a:r>
            <a:r>
              <a:rPr sz="2500" spc="-20" dirty="0">
                <a:latin typeface="Calibri"/>
                <a:cs typeface="Calibri"/>
              </a:rPr>
              <a:t> </a:t>
            </a:r>
            <a:r>
              <a:rPr sz="2500" dirty="0">
                <a:latin typeface="Calibri"/>
                <a:cs typeface="Calibri"/>
              </a:rPr>
              <a:t>3z)</a:t>
            </a:r>
            <a:r>
              <a:rPr sz="2475" baseline="25252" dirty="0">
                <a:latin typeface="Calibri"/>
                <a:cs typeface="Calibri"/>
              </a:rPr>
              <a:t>6</a:t>
            </a:r>
            <a:r>
              <a:rPr sz="2475" spc="270" baseline="25252" dirty="0">
                <a:latin typeface="Calibri"/>
                <a:cs typeface="Calibri"/>
              </a:rPr>
              <a:t> </a:t>
            </a:r>
            <a:r>
              <a:rPr sz="2500" dirty="0">
                <a:latin typeface="Calibri"/>
                <a:cs typeface="Calibri"/>
              </a:rPr>
              <a:t>=</a:t>
            </a:r>
            <a:r>
              <a:rPr sz="2500" spc="-15" dirty="0">
                <a:latin typeface="Calibri"/>
                <a:cs typeface="Calibri"/>
              </a:rPr>
              <a:t> </a:t>
            </a:r>
            <a:r>
              <a:rPr sz="2500" dirty="0">
                <a:latin typeface="Calibri"/>
                <a:cs typeface="Calibri"/>
              </a:rPr>
              <a:t>...</a:t>
            </a:r>
            <a:r>
              <a:rPr sz="2500" spc="-40" dirty="0">
                <a:latin typeface="Calibri"/>
                <a:cs typeface="Calibri"/>
              </a:rPr>
              <a:t> </a:t>
            </a:r>
            <a:r>
              <a:rPr sz="2500" dirty="0">
                <a:latin typeface="Calibri"/>
                <a:cs typeface="Calibri"/>
              </a:rPr>
              <a:t>+</a:t>
            </a:r>
            <a:r>
              <a:rPr sz="2500" spc="-10" dirty="0">
                <a:latin typeface="Calibri"/>
                <a:cs typeface="Calibri"/>
              </a:rPr>
              <a:t> </a:t>
            </a:r>
            <a:r>
              <a:rPr sz="2500" i="1" spc="-20" dirty="0">
                <a:solidFill>
                  <a:srgbClr val="FF0000"/>
                </a:solidFill>
                <a:latin typeface="Calibri"/>
                <a:cs typeface="Calibri"/>
              </a:rPr>
              <a:t>D</a:t>
            </a:r>
            <a:r>
              <a:rPr sz="2500" i="1" spc="-20" dirty="0">
                <a:latin typeface="Calibri"/>
                <a:cs typeface="Calibri"/>
              </a:rPr>
              <a:t>*x(-</a:t>
            </a:r>
            <a:r>
              <a:rPr sz="2500" i="1" dirty="0">
                <a:latin typeface="Calibri"/>
                <a:cs typeface="Calibri"/>
              </a:rPr>
              <a:t>2y)</a:t>
            </a:r>
            <a:r>
              <a:rPr sz="2475" i="1" baseline="25252" dirty="0">
                <a:latin typeface="Calibri"/>
                <a:cs typeface="Calibri"/>
              </a:rPr>
              <a:t>3</a:t>
            </a:r>
            <a:r>
              <a:rPr sz="2500" i="1" dirty="0">
                <a:latin typeface="Calibri"/>
                <a:cs typeface="Calibri"/>
              </a:rPr>
              <a:t>(3z)</a:t>
            </a:r>
            <a:r>
              <a:rPr sz="2475" i="1" baseline="25252" dirty="0">
                <a:latin typeface="Calibri"/>
                <a:cs typeface="Calibri"/>
              </a:rPr>
              <a:t>2</a:t>
            </a:r>
            <a:r>
              <a:rPr sz="2475" i="1" spc="322" baseline="25252" dirty="0">
                <a:latin typeface="Calibri"/>
                <a:cs typeface="Calibri"/>
              </a:rPr>
              <a:t> </a:t>
            </a:r>
            <a:r>
              <a:rPr sz="2500" dirty="0">
                <a:latin typeface="Calibri"/>
                <a:cs typeface="Calibri"/>
              </a:rPr>
              <a:t>+</a:t>
            </a:r>
            <a:r>
              <a:rPr sz="2500" spc="-20" dirty="0">
                <a:latin typeface="Calibri"/>
                <a:cs typeface="Calibri"/>
              </a:rPr>
              <a:t> </a:t>
            </a:r>
            <a:r>
              <a:rPr sz="2500" spc="-25" dirty="0">
                <a:latin typeface="Calibri"/>
                <a:cs typeface="Calibri"/>
              </a:rPr>
              <a:t>...</a:t>
            </a:r>
            <a:endParaRPr sz="2500">
              <a:latin typeface="Calibri"/>
              <a:cs typeface="Calibri"/>
            </a:endParaRPr>
          </a:p>
          <a:p>
            <a:pPr marL="101600">
              <a:lnSpc>
                <a:spcPct val="100000"/>
              </a:lnSpc>
              <a:spcBef>
                <a:spcPts val="600"/>
              </a:spcBef>
            </a:pPr>
            <a:r>
              <a:rPr sz="2500" dirty="0">
                <a:latin typeface="Calibri"/>
                <a:cs typeface="Calibri"/>
              </a:rPr>
              <a:t>=&gt;</a:t>
            </a:r>
            <a:r>
              <a:rPr sz="2500" spc="-25" dirty="0">
                <a:latin typeface="Calibri"/>
                <a:cs typeface="Calibri"/>
              </a:rPr>
              <a:t> </a:t>
            </a:r>
            <a:r>
              <a:rPr sz="2500" spc="-10" dirty="0">
                <a:latin typeface="Calibri"/>
                <a:cs typeface="Calibri"/>
              </a:rPr>
              <a:t>(x-</a:t>
            </a:r>
            <a:r>
              <a:rPr sz="2500" dirty="0">
                <a:latin typeface="Calibri"/>
                <a:cs typeface="Calibri"/>
              </a:rPr>
              <a:t>+</a:t>
            </a:r>
            <a:r>
              <a:rPr sz="2500" spc="-10" dirty="0">
                <a:latin typeface="Calibri"/>
                <a:cs typeface="Calibri"/>
              </a:rPr>
              <a:t> </a:t>
            </a:r>
            <a:r>
              <a:rPr sz="2500" dirty="0">
                <a:latin typeface="Calibri"/>
                <a:cs typeface="Calibri"/>
              </a:rPr>
              <a:t>2y</a:t>
            </a:r>
            <a:r>
              <a:rPr sz="2500" spc="-25" dirty="0">
                <a:latin typeface="Calibri"/>
                <a:cs typeface="Calibri"/>
              </a:rPr>
              <a:t> </a:t>
            </a:r>
            <a:r>
              <a:rPr sz="2500" dirty="0">
                <a:latin typeface="Calibri"/>
                <a:cs typeface="Calibri"/>
              </a:rPr>
              <a:t>+</a:t>
            </a:r>
            <a:r>
              <a:rPr sz="2500" spc="-25" dirty="0">
                <a:latin typeface="Calibri"/>
                <a:cs typeface="Calibri"/>
              </a:rPr>
              <a:t> </a:t>
            </a:r>
            <a:r>
              <a:rPr sz="2500" dirty="0">
                <a:latin typeface="Calibri"/>
                <a:cs typeface="Calibri"/>
              </a:rPr>
              <a:t>3z)</a:t>
            </a:r>
            <a:r>
              <a:rPr sz="2475" baseline="25252" dirty="0">
                <a:latin typeface="Calibri"/>
                <a:cs typeface="Calibri"/>
              </a:rPr>
              <a:t>6</a:t>
            </a:r>
            <a:r>
              <a:rPr sz="2475" spc="270" baseline="25252" dirty="0">
                <a:latin typeface="Calibri"/>
                <a:cs typeface="Calibri"/>
              </a:rPr>
              <a:t> </a:t>
            </a:r>
            <a:r>
              <a:rPr sz="2500" dirty="0">
                <a:latin typeface="Calibri"/>
                <a:cs typeface="Calibri"/>
              </a:rPr>
              <a:t>=</a:t>
            </a:r>
            <a:r>
              <a:rPr sz="2500" spc="-30" dirty="0">
                <a:latin typeface="Calibri"/>
                <a:cs typeface="Calibri"/>
              </a:rPr>
              <a:t> </a:t>
            </a:r>
            <a:r>
              <a:rPr sz="2500" dirty="0">
                <a:latin typeface="Calibri"/>
                <a:cs typeface="Calibri"/>
              </a:rPr>
              <a:t>...</a:t>
            </a:r>
            <a:r>
              <a:rPr sz="2500" spc="-50" dirty="0">
                <a:latin typeface="Calibri"/>
                <a:cs typeface="Calibri"/>
              </a:rPr>
              <a:t> </a:t>
            </a:r>
            <a:r>
              <a:rPr sz="2500" dirty="0">
                <a:latin typeface="Calibri"/>
                <a:cs typeface="Calibri"/>
              </a:rPr>
              <a:t>+</a:t>
            </a:r>
            <a:r>
              <a:rPr sz="2500" spc="-20" dirty="0">
                <a:latin typeface="Calibri"/>
                <a:cs typeface="Calibri"/>
              </a:rPr>
              <a:t> </a:t>
            </a:r>
            <a:r>
              <a:rPr sz="2500" spc="-10" dirty="0">
                <a:solidFill>
                  <a:srgbClr val="FF0000"/>
                </a:solidFill>
                <a:latin typeface="Calibri"/>
                <a:cs typeface="Calibri"/>
              </a:rPr>
              <a:t>(</a:t>
            </a:r>
            <a:r>
              <a:rPr sz="2500" spc="-10" dirty="0">
                <a:latin typeface="Calibri"/>
                <a:cs typeface="Calibri"/>
              </a:rPr>
              <a:t>-</a:t>
            </a:r>
            <a:r>
              <a:rPr sz="2500" dirty="0">
                <a:solidFill>
                  <a:srgbClr val="FF0000"/>
                </a:solidFill>
                <a:latin typeface="Calibri"/>
                <a:cs typeface="Calibri"/>
              </a:rPr>
              <a:t>8*9*</a:t>
            </a:r>
            <a:r>
              <a:rPr sz="2500" i="1" dirty="0">
                <a:solidFill>
                  <a:srgbClr val="FF0000"/>
                </a:solidFill>
                <a:latin typeface="Calibri"/>
                <a:cs typeface="Calibri"/>
              </a:rPr>
              <a:t>D</a:t>
            </a:r>
            <a:r>
              <a:rPr sz="2500" dirty="0">
                <a:solidFill>
                  <a:srgbClr val="FF0000"/>
                </a:solidFill>
                <a:latin typeface="Calibri"/>
                <a:cs typeface="Calibri"/>
              </a:rPr>
              <a:t>)</a:t>
            </a:r>
            <a:r>
              <a:rPr sz="2500" spc="-15" dirty="0">
                <a:solidFill>
                  <a:srgbClr val="FF0000"/>
                </a:solidFill>
                <a:latin typeface="Calibri"/>
                <a:cs typeface="Calibri"/>
              </a:rPr>
              <a:t> </a:t>
            </a:r>
            <a:r>
              <a:rPr sz="2500" i="1" dirty="0">
                <a:latin typeface="Calibri"/>
                <a:cs typeface="Calibri"/>
              </a:rPr>
              <a:t>xy</a:t>
            </a:r>
            <a:r>
              <a:rPr sz="2475" i="1" baseline="25252" dirty="0">
                <a:latin typeface="Calibri"/>
                <a:cs typeface="Calibri"/>
              </a:rPr>
              <a:t>3</a:t>
            </a:r>
            <a:r>
              <a:rPr sz="2500" i="1" dirty="0">
                <a:latin typeface="Calibri"/>
                <a:cs typeface="Calibri"/>
              </a:rPr>
              <a:t>z</a:t>
            </a:r>
            <a:r>
              <a:rPr sz="2475" i="1" baseline="25252" dirty="0">
                <a:latin typeface="Calibri"/>
                <a:cs typeface="Calibri"/>
              </a:rPr>
              <a:t>2</a:t>
            </a:r>
            <a:r>
              <a:rPr sz="2475" i="1" spc="270" baseline="25252" dirty="0">
                <a:latin typeface="Calibri"/>
                <a:cs typeface="Calibri"/>
              </a:rPr>
              <a:t> </a:t>
            </a:r>
            <a:r>
              <a:rPr sz="2500" dirty="0">
                <a:latin typeface="Calibri"/>
                <a:cs typeface="Calibri"/>
              </a:rPr>
              <a:t>+</a:t>
            </a:r>
            <a:r>
              <a:rPr sz="2500" spc="-25" dirty="0">
                <a:latin typeface="Calibri"/>
                <a:cs typeface="Calibri"/>
              </a:rPr>
              <a:t> ...</a:t>
            </a:r>
            <a:endParaRPr sz="2500">
              <a:latin typeface="Calibri"/>
              <a:cs typeface="Calibri"/>
            </a:endParaRP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229260"/>
            <a:ext cx="8174355" cy="5918200"/>
          </a:xfrm>
          <a:prstGeom prst="rect">
            <a:avLst/>
          </a:prstGeom>
        </p:spPr>
        <p:txBody>
          <a:bodyPr vert="horz" wrap="square" lIns="0" tIns="97790" rIns="0" bIns="0" rtlCol="0">
            <a:spAutoFit/>
          </a:bodyPr>
          <a:lstStyle/>
          <a:p>
            <a:pPr marL="12700">
              <a:lnSpc>
                <a:spcPct val="100000"/>
              </a:lnSpc>
              <a:spcBef>
                <a:spcPts val="770"/>
              </a:spcBef>
            </a:pPr>
            <a:r>
              <a:rPr sz="2800" b="1" dirty="0">
                <a:latin typeface="Calibri"/>
                <a:cs typeface="Calibri"/>
              </a:rPr>
              <a:t>Ví</a:t>
            </a:r>
            <a:r>
              <a:rPr sz="2800" b="1" spc="-5" dirty="0">
                <a:latin typeface="Calibri"/>
                <a:cs typeface="Calibri"/>
              </a:rPr>
              <a:t> </a:t>
            </a:r>
            <a:r>
              <a:rPr sz="2800" b="1" dirty="0">
                <a:latin typeface="Calibri"/>
                <a:cs typeface="Calibri"/>
              </a:rPr>
              <a:t>dụ</a:t>
            </a:r>
            <a:r>
              <a:rPr sz="2800" b="1" spc="-5" dirty="0">
                <a:latin typeface="Calibri"/>
                <a:cs typeface="Calibri"/>
              </a:rPr>
              <a:t> </a:t>
            </a:r>
            <a:r>
              <a:rPr sz="2800" b="1" dirty="0">
                <a:latin typeface="Calibri"/>
                <a:cs typeface="Calibri"/>
              </a:rPr>
              <a:t>2</a:t>
            </a:r>
            <a:r>
              <a:rPr sz="2800" b="1" spc="10" dirty="0">
                <a:latin typeface="Calibri"/>
                <a:cs typeface="Calibri"/>
              </a:rPr>
              <a:t> </a:t>
            </a:r>
            <a:r>
              <a:rPr sz="2800" b="1" spc="-50" dirty="0">
                <a:latin typeface="Calibri"/>
                <a:cs typeface="Calibri"/>
              </a:rPr>
              <a:t>:</a:t>
            </a:r>
            <a:endParaRPr sz="2800">
              <a:latin typeface="Calibri"/>
              <a:cs typeface="Calibri"/>
            </a:endParaRPr>
          </a:p>
          <a:p>
            <a:pPr marL="12700" marR="5080">
              <a:lnSpc>
                <a:spcPct val="100000"/>
              </a:lnSpc>
              <a:spcBef>
                <a:spcPts val="675"/>
              </a:spcBef>
            </a:pPr>
            <a:r>
              <a:rPr sz="2800" dirty="0">
                <a:latin typeface="Calibri"/>
                <a:cs typeface="Calibri"/>
              </a:rPr>
              <a:t>Một</a:t>
            </a:r>
            <a:r>
              <a:rPr sz="2800" spc="-45" dirty="0">
                <a:latin typeface="Calibri"/>
                <a:cs typeface="Calibri"/>
              </a:rPr>
              <a:t> </a:t>
            </a:r>
            <a:r>
              <a:rPr sz="2800" dirty="0">
                <a:latin typeface="Calibri"/>
                <a:cs typeface="Calibri"/>
              </a:rPr>
              <a:t>học</a:t>
            </a:r>
            <a:r>
              <a:rPr sz="2800" spc="-40" dirty="0">
                <a:latin typeface="Calibri"/>
                <a:cs typeface="Calibri"/>
              </a:rPr>
              <a:t> </a:t>
            </a:r>
            <a:r>
              <a:rPr sz="2800" dirty="0">
                <a:latin typeface="Calibri"/>
                <a:cs typeface="Calibri"/>
              </a:rPr>
              <a:t>sinh</a:t>
            </a:r>
            <a:r>
              <a:rPr sz="2800" spc="-30" dirty="0">
                <a:latin typeface="Calibri"/>
                <a:cs typeface="Calibri"/>
              </a:rPr>
              <a:t> </a:t>
            </a:r>
            <a:r>
              <a:rPr sz="2800" dirty="0">
                <a:latin typeface="Calibri"/>
                <a:cs typeface="Calibri"/>
              </a:rPr>
              <a:t>đến</a:t>
            </a:r>
            <a:r>
              <a:rPr sz="2800" spc="-40" dirty="0">
                <a:latin typeface="Calibri"/>
                <a:cs typeface="Calibri"/>
              </a:rPr>
              <a:t> </a:t>
            </a:r>
            <a:r>
              <a:rPr sz="2800" dirty="0">
                <a:latin typeface="Calibri"/>
                <a:cs typeface="Calibri"/>
              </a:rPr>
              <a:t>mua</a:t>
            </a:r>
            <a:r>
              <a:rPr sz="2800" spc="-45" dirty="0">
                <a:latin typeface="Calibri"/>
                <a:cs typeface="Calibri"/>
              </a:rPr>
              <a:t> </a:t>
            </a:r>
            <a:r>
              <a:rPr sz="2800" dirty="0">
                <a:latin typeface="Calibri"/>
                <a:cs typeface="Calibri"/>
              </a:rPr>
              <a:t>4</a:t>
            </a:r>
            <a:r>
              <a:rPr sz="2800" spc="-45" dirty="0">
                <a:latin typeface="Calibri"/>
                <a:cs typeface="Calibri"/>
              </a:rPr>
              <a:t> </a:t>
            </a:r>
            <a:r>
              <a:rPr sz="2800" dirty="0">
                <a:latin typeface="Calibri"/>
                <a:cs typeface="Calibri"/>
              </a:rPr>
              <a:t>cây</a:t>
            </a:r>
            <a:r>
              <a:rPr sz="2800" spc="-70" dirty="0">
                <a:latin typeface="Calibri"/>
                <a:cs typeface="Calibri"/>
              </a:rPr>
              <a:t> </a:t>
            </a:r>
            <a:r>
              <a:rPr sz="2800" dirty="0">
                <a:latin typeface="Calibri"/>
                <a:cs typeface="Calibri"/>
              </a:rPr>
              <a:t>bút</a:t>
            </a:r>
            <a:r>
              <a:rPr sz="2800" spc="-40" dirty="0">
                <a:latin typeface="Calibri"/>
                <a:cs typeface="Calibri"/>
              </a:rPr>
              <a:t> </a:t>
            </a:r>
            <a:r>
              <a:rPr sz="2800" dirty="0">
                <a:latin typeface="Calibri"/>
                <a:cs typeface="Calibri"/>
              </a:rPr>
              <a:t>được</a:t>
            </a:r>
            <a:r>
              <a:rPr sz="2800" spc="-35" dirty="0">
                <a:latin typeface="Calibri"/>
                <a:cs typeface="Calibri"/>
              </a:rPr>
              <a:t> </a:t>
            </a:r>
            <a:r>
              <a:rPr sz="2800" dirty="0">
                <a:latin typeface="Calibri"/>
                <a:cs typeface="Calibri"/>
              </a:rPr>
              <a:t>chọn</a:t>
            </a:r>
            <a:r>
              <a:rPr sz="2800" spc="-35" dirty="0">
                <a:latin typeface="Calibri"/>
                <a:cs typeface="Calibri"/>
              </a:rPr>
              <a:t> </a:t>
            </a:r>
            <a:r>
              <a:rPr sz="2800" dirty="0">
                <a:latin typeface="Calibri"/>
                <a:cs typeface="Calibri"/>
              </a:rPr>
              <a:t>trong</a:t>
            </a:r>
            <a:r>
              <a:rPr sz="2800" spc="-5" dirty="0">
                <a:latin typeface="Calibri"/>
                <a:cs typeface="Calibri"/>
              </a:rPr>
              <a:t> </a:t>
            </a:r>
            <a:r>
              <a:rPr sz="2800" b="1" dirty="0">
                <a:latin typeface="Calibri"/>
                <a:cs typeface="Calibri"/>
              </a:rPr>
              <a:t>3</a:t>
            </a:r>
            <a:r>
              <a:rPr sz="2800" b="1" spc="-45" dirty="0">
                <a:latin typeface="Calibri"/>
                <a:cs typeface="Calibri"/>
              </a:rPr>
              <a:t> </a:t>
            </a:r>
            <a:r>
              <a:rPr sz="2800" b="1" spc="-25" dirty="0">
                <a:latin typeface="Calibri"/>
                <a:cs typeface="Calibri"/>
              </a:rPr>
              <a:t>màu </a:t>
            </a:r>
            <a:r>
              <a:rPr sz="2800" b="1" dirty="0">
                <a:latin typeface="Calibri"/>
                <a:cs typeface="Calibri"/>
              </a:rPr>
              <a:t>khác</a:t>
            </a:r>
            <a:r>
              <a:rPr sz="2800" b="1" spc="-40" dirty="0">
                <a:latin typeface="Calibri"/>
                <a:cs typeface="Calibri"/>
              </a:rPr>
              <a:t> </a:t>
            </a:r>
            <a:r>
              <a:rPr sz="2800" b="1" dirty="0">
                <a:latin typeface="Calibri"/>
                <a:cs typeface="Calibri"/>
              </a:rPr>
              <a:t>nhau</a:t>
            </a:r>
            <a:r>
              <a:rPr sz="2800" b="1" spc="-35" dirty="0">
                <a:latin typeface="Calibri"/>
                <a:cs typeface="Calibri"/>
              </a:rPr>
              <a:t> </a:t>
            </a:r>
            <a:r>
              <a:rPr sz="2800" i="1" dirty="0">
                <a:latin typeface="Calibri"/>
                <a:cs typeface="Calibri"/>
              </a:rPr>
              <a:t>xanh</a:t>
            </a:r>
            <a:r>
              <a:rPr sz="2800" dirty="0">
                <a:latin typeface="Calibri"/>
                <a:cs typeface="Calibri"/>
              </a:rPr>
              <a:t>,</a:t>
            </a:r>
            <a:r>
              <a:rPr sz="2800" spc="-70" dirty="0">
                <a:latin typeface="Calibri"/>
                <a:cs typeface="Calibri"/>
              </a:rPr>
              <a:t> </a:t>
            </a:r>
            <a:r>
              <a:rPr sz="2800" i="1" dirty="0">
                <a:latin typeface="Calibri"/>
                <a:cs typeface="Calibri"/>
              </a:rPr>
              <a:t>đỏ</a:t>
            </a:r>
            <a:r>
              <a:rPr sz="2800" i="1" spc="-45" dirty="0">
                <a:latin typeface="Calibri"/>
                <a:cs typeface="Calibri"/>
              </a:rPr>
              <a:t> </a:t>
            </a:r>
            <a:r>
              <a:rPr sz="2800" dirty="0">
                <a:latin typeface="Calibri"/>
                <a:cs typeface="Calibri"/>
              </a:rPr>
              <a:t>và</a:t>
            </a:r>
            <a:r>
              <a:rPr sz="2800" spc="-50" dirty="0">
                <a:latin typeface="Calibri"/>
                <a:cs typeface="Calibri"/>
              </a:rPr>
              <a:t> </a:t>
            </a:r>
            <a:r>
              <a:rPr sz="2800" i="1" dirty="0">
                <a:latin typeface="Calibri"/>
                <a:cs typeface="Calibri"/>
              </a:rPr>
              <a:t>vàng</a:t>
            </a:r>
            <a:r>
              <a:rPr sz="2800" dirty="0">
                <a:latin typeface="Calibri"/>
                <a:cs typeface="Calibri"/>
              </a:rPr>
              <a:t>.</a:t>
            </a:r>
            <a:r>
              <a:rPr sz="2800" spc="-60" dirty="0">
                <a:latin typeface="Calibri"/>
                <a:cs typeface="Calibri"/>
              </a:rPr>
              <a:t> </a:t>
            </a:r>
            <a:r>
              <a:rPr sz="2800" dirty="0">
                <a:latin typeface="Calibri"/>
                <a:cs typeface="Calibri"/>
              </a:rPr>
              <a:t>Có</a:t>
            </a:r>
            <a:r>
              <a:rPr sz="2800" spc="-45" dirty="0">
                <a:latin typeface="Calibri"/>
                <a:cs typeface="Calibri"/>
              </a:rPr>
              <a:t> </a:t>
            </a:r>
            <a:r>
              <a:rPr sz="2800" dirty="0">
                <a:latin typeface="Calibri"/>
                <a:cs typeface="Calibri"/>
              </a:rPr>
              <a:t>bao</a:t>
            </a:r>
            <a:r>
              <a:rPr sz="2800" spc="-60" dirty="0">
                <a:latin typeface="Calibri"/>
                <a:cs typeface="Calibri"/>
              </a:rPr>
              <a:t> </a:t>
            </a:r>
            <a:r>
              <a:rPr sz="2800" dirty="0">
                <a:latin typeface="Calibri"/>
                <a:cs typeface="Calibri"/>
              </a:rPr>
              <a:t>nhiêu</a:t>
            </a:r>
            <a:r>
              <a:rPr sz="2800" spc="-35" dirty="0">
                <a:latin typeface="Calibri"/>
                <a:cs typeface="Calibri"/>
              </a:rPr>
              <a:t> </a:t>
            </a:r>
            <a:r>
              <a:rPr sz="2800" dirty="0">
                <a:latin typeface="Calibri"/>
                <a:cs typeface="Calibri"/>
              </a:rPr>
              <a:t>cách</a:t>
            </a:r>
            <a:r>
              <a:rPr sz="2800" spc="-55" dirty="0">
                <a:latin typeface="Calibri"/>
                <a:cs typeface="Calibri"/>
              </a:rPr>
              <a:t> </a:t>
            </a:r>
            <a:r>
              <a:rPr sz="2800" spc="-20" dirty="0">
                <a:latin typeface="Calibri"/>
                <a:cs typeface="Calibri"/>
              </a:rPr>
              <a:t>khác </a:t>
            </a:r>
            <a:r>
              <a:rPr sz="2800" dirty="0">
                <a:latin typeface="Calibri"/>
                <a:cs typeface="Calibri"/>
              </a:rPr>
              <a:t>nhau</a:t>
            </a:r>
            <a:r>
              <a:rPr sz="2800" spc="-35" dirty="0">
                <a:latin typeface="Calibri"/>
                <a:cs typeface="Calibri"/>
              </a:rPr>
              <a:t> </a:t>
            </a:r>
            <a:r>
              <a:rPr sz="2800" dirty="0">
                <a:latin typeface="Calibri"/>
                <a:cs typeface="Calibri"/>
              </a:rPr>
              <a:t>để</a:t>
            </a:r>
            <a:r>
              <a:rPr sz="2800" spc="-45" dirty="0">
                <a:latin typeface="Calibri"/>
                <a:cs typeface="Calibri"/>
              </a:rPr>
              <a:t> </a:t>
            </a:r>
            <a:r>
              <a:rPr sz="2800" dirty="0">
                <a:latin typeface="Calibri"/>
                <a:cs typeface="Calibri"/>
              </a:rPr>
              <a:t>chọn</a:t>
            </a:r>
            <a:r>
              <a:rPr sz="2800" spc="-35" dirty="0">
                <a:latin typeface="Calibri"/>
                <a:cs typeface="Calibri"/>
              </a:rPr>
              <a:t> </a:t>
            </a:r>
            <a:r>
              <a:rPr sz="2800" dirty="0">
                <a:latin typeface="Calibri"/>
                <a:cs typeface="Calibri"/>
              </a:rPr>
              <a:t>mua</a:t>
            </a:r>
            <a:r>
              <a:rPr sz="2800" spc="-40" dirty="0">
                <a:latin typeface="Calibri"/>
                <a:cs typeface="Calibri"/>
              </a:rPr>
              <a:t> </a:t>
            </a:r>
            <a:r>
              <a:rPr sz="2800" dirty="0">
                <a:latin typeface="Calibri"/>
                <a:cs typeface="Calibri"/>
              </a:rPr>
              <a:t>hàng?</a:t>
            </a:r>
            <a:r>
              <a:rPr sz="2800" spc="-40" dirty="0">
                <a:latin typeface="Calibri"/>
                <a:cs typeface="Calibri"/>
              </a:rPr>
              <a:t> </a:t>
            </a:r>
            <a:r>
              <a:rPr sz="2800" dirty="0">
                <a:latin typeface="Calibri"/>
                <a:cs typeface="Calibri"/>
              </a:rPr>
              <a:t>Ví</a:t>
            </a:r>
            <a:r>
              <a:rPr sz="2800" spc="-50" dirty="0">
                <a:latin typeface="Calibri"/>
                <a:cs typeface="Calibri"/>
              </a:rPr>
              <a:t> </a:t>
            </a:r>
            <a:r>
              <a:rPr sz="2800" dirty="0">
                <a:latin typeface="Calibri"/>
                <a:cs typeface="Calibri"/>
              </a:rPr>
              <a:t>dụ</a:t>
            </a:r>
            <a:r>
              <a:rPr sz="2800" spc="-40" dirty="0">
                <a:latin typeface="Calibri"/>
                <a:cs typeface="Calibri"/>
              </a:rPr>
              <a:t> </a:t>
            </a:r>
            <a:r>
              <a:rPr sz="2800" spc="-50" dirty="0">
                <a:latin typeface="Calibri"/>
                <a:cs typeface="Calibri"/>
              </a:rPr>
              <a:t>:</a:t>
            </a:r>
            <a:endParaRPr sz="2800">
              <a:latin typeface="Calibri"/>
              <a:cs typeface="Calibri"/>
            </a:endParaRPr>
          </a:p>
          <a:p>
            <a:pPr marL="203200" indent="-190500">
              <a:lnSpc>
                <a:spcPct val="100000"/>
              </a:lnSpc>
              <a:spcBef>
                <a:spcPts val="675"/>
              </a:spcBef>
              <a:buChar char="-"/>
              <a:tabLst>
                <a:tab pos="203200" algn="l"/>
              </a:tabLst>
            </a:pPr>
            <a:r>
              <a:rPr sz="2800" dirty="0">
                <a:latin typeface="Calibri"/>
                <a:cs typeface="Calibri"/>
              </a:rPr>
              <a:t>Chọn</a:t>
            </a:r>
            <a:r>
              <a:rPr sz="2800" spc="-30" dirty="0">
                <a:latin typeface="Calibri"/>
                <a:cs typeface="Calibri"/>
              </a:rPr>
              <a:t> </a:t>
            </a:r>
            <a:r>
              <a:rPr sz="2800" dirty="0">
                <a:latin typeface="Calibri"/>
                <a:cs typeface="Calibri"/>
              </a:rPr>
              <a:t>4</a:t>
            </a:r>
            <a:r>
              <a:rPr sz="2800" spc="-30" dirty="0">
                <a:latin typeface="Calibri"/>
                <a:cs typeface="Calibri"/>
              </a:rPr>
              <a:t> </a:t>
            </a:r>
            <a:r>
              <a:rPr sz="2800" dirty="0">
                <a:latin typeface="Calibri"/>
                <a:cs typeface="Calibri"/>
              </a:rPr>
              <a:t>bút</a:t>
            </a:r>
            <a:r>
              <a:rPr sz="2800" spc="-20" dirty="0">
                <a:latin typeface="Calibri"/>
                <a:cs typeface="Calibri"/>
              </a:rPr>
              <a:t> </a:t>
            </a:r>
            <a:r>
              <a:rPr sz="2800" dirty="0">
                <a:latin typeface="Calibri"/>
                <a:cs typeface="Calibri"/>
              </a:rPr>
              <a:t>cùng</a:t>
            </a:r>
            <a:r>
              <a:rPr sz="2800" spc="-30" dirty="0">
                <a:latin typeface="Calibri"/>
                <a:cs typeface="Calibri"/>
              </a:rPr>
              <a:t> </a:t>
            </a:r>
            <a:r>
              <a:rPr sz="2800" dirty="0">
                <a:latin typeface="Calibri"/>
                <a:cs typeface="Calibri"/>
              </a:rPr>
              <a:t>màu</a:t>
            </a:r>
            <a:r>
              <a:rPr sz="2800" spc="-25" dirty="0">
                <a:latin typeface="Calibri"/>
                <a:cs typeface="Calibri"/>
              </a:rPr>
              <a:t> </a:t>
            </a:r>
            <a:r>
              <a:rPr sz="2800" dirty="0">
                <a:latin typeface="Calibri"/>
                <a:cs typeface="Calibri"/>
              </a:rPr>
              <a:t>:</a:t>
            </a:r>
            <a:r>
              <a:rPr sz="2800" spc="-35" dirty="0">
                <a:latin typeface="Calibri"/>
                <a:cs typeface="Calibri"/>
              </a:rPr>
              <a:t> </a:t>
            </a:r>
            <a:r>
              <a:rPr sz="2800" dirty="0">
                <a:latin typeface="Calibri"/>
                <a:cs typeface="Calibri"/>
              </a:rPr>
              <a:t>3</a:t>
            </a:r>
            <a:r>
              <a:rPr sz="2800" spc="-25" dirty="0">
                <a:latin typeface="Calibri"/>
                <a:cs typeface="Calibri"/>
              </a:rPr>
              <a:t> </a:t>
            </a:r>
            <a:r>
              <a:rPr sz="2800" spc="-10" dirty="0">
                <a:latin typeface="Calibri"/>
                <a:cs typeface="Calibri"/>
              </a:rPr>
              <a:t>cách.</a:t>
            </a:r>
            <a:endParaRPr sz="2800">
              <a:latin typeface="Calibri"/>
              <a:cs typeface="Calibri"/>
            </a:endParaRPr>
          </a:p>
          <a:p>
            <a:pPr marL="12700" marR="182880" indent="190500">
              <a:lnSpc>
                <a:spcPct val="101099"/>
              </a:lnSpc>
              <a:spcBef>
                <a:spcPts val="635"/>
              </a:spcBef>
              <a:buChar char="-"/>
              <a:tabLst>
                <a:tab pos="203200" algn="l"/>
              </a:tabLst>
            </a:pPr>
            <a:r>
              <a:rPr sz="2800" dirty="0">
                <a:latin typeface="Calibri"/>
                <a:cs typeface="Calibri"/>
              </a:rPr>
              <a:t>Chọn</a:t>
            </a:r>
            <a:r>
              <a:rPr sz="2800" spc="-40" dirty="0">
                <a:latin typeface="Calibri"/>
                <a:cs typeface="Calibri"/>
              </a:rPr>
              <a:t> </a:t>
            </a:r>
            <a:r>
              <a:rPr sz="2800" dirty="0">
                <a:latin typeface="Calibri"/>
                <a:cs typeface="Calibri"/>
              </a:rPr>
              <a:t>3</a:t>
            </a:r>
            <a:r>
              <a:rPr sz="2800" spc="-40" dirty="0">
                <a:latin typeface="Calibri"/>
                <a:cs typeface="Calibri"/>
              </a:rPr>
              <a:t> </a:t>
            </a:r>
            <a:r>
              <a:rPr sz="2800" dirty="0">
                <a:latin typeface="Calibri"/>
                <a:cs typeface="Calibri"/>
              </a:rPr>
              <a:t>bút</a:t>
            </a:r>
            <a:r>
              <a:rPr sz="2800" spc="-35" dirty="0">
                <a:latin typeface="Calibri"/>
                <a:cs typeface="Calibri"/>
              </a:rPr>
              <a:t> </a:t>
            </a:r>
            <a:r>
              <a:rPr sz="2800" dirty="0">
                <a:latin typeface="Calibri"/>
                <a:cs typeface="Calibri"/>
              </a:rPr>
              <a:t>cùng</a:t>
            </a:r>
            <a:r>
              <a:rPr sz="2800" spc="-40" dirty="0">
                <a:latin typeface="Calibri"/>
                <a:cs typeface="Calibri"/>
              </a:rPr>
              <a:t> </a:t>
            </a:r>
            <a:r>
              <a:rPr sz="2800" dirty="0">
                <a:latin typeface="Calibri"/>
                <a:cs typeface="Calibri"/>
              </a:rPr>
              <a:t>màu</a:t>
            </a:r>
            <a:r>
              <a:rPr sz="2800" spc="-35" dirty="0">
                <a:latin typeface="Calibri"/>
                <a:cs typeface="Calibri"/>
              </a:rPr>
              <a:t> </a:t>
            </a:r>
            <a:r>
              <a:rPr sz="2800" dirty="0">
                <a:latin typeface="Calibri"/>
                <a:cs typeface="Calibri"/>
              </a:rPr>
              <a:t>và</a:t>
            </a:r>
            <a:r>
              <a:rPr sz="2800" spc="-55" dirty="0">
                <a:latin typeface="Calibri"/>
                <a:cs typeface="Calibri"/>
              </a:rPr>
              <a:t> </a:t>
            </a:r>
            <a:r>
              <a:rPr sz="2800" dirty="0">
                <a:latin typeface="Calibri"/>
                <a:cs typeface="Calibri"/>
              </a:rPr>
              <a:t>bút</a:t>
            </a:r>
            <a:r>
              <a:rPr sz="2800" spc="-15" dirty="0">
                <a:latin typeface="Calibri"/>
                <a:cs typeface="Calibri"/>
              </a:rPr>
              <a:t> </a:t>
            </a:r>
            <a:r>
              <a:rPr sz="2800" dirty="0">
                <a:latin typeface="Calibri"/>
                <a:cs typeface="Calibri"/>
              </a:rPr>
              <a:t>thứ</a:t>
            </a:r>
            <a:r>
              <a:rPr sz="2800" spc="-50" dirty="0">
                <a:latin typeface="Calibri"/>
                <a:cs typeface="Calibri"/>
              </a:rPr>
              <a:t> </a:t>
            </a:r>
            <a:r>
              <a:rPr sz="2800" dirty="0">
                <a:latin typeface="Calibri"/>
                <a:cs typeface="Calibri"/>
              </a:rPr>
              <a:t>tư</a:t>
            </a:r>
            <a:r>
              <a:rPr sz="2800" spc="-40" dirty="0">
                <a:latin typeface="Calibri"/>
                <a:cs typeface="Calibri"/>
              </a:rPr>
              <a:t> </a:t>
            </a:r>
            <a:r>
              <a:rPr sz="2800" dirty="0">
                <a:latin typeface="Calibri"/>
                <a:cs typeface="Calibri"/>
              </a:rPr>
              <a:t>chọn</a:t>
            </a:r>
            <a:r>
              <a:rPr sz="2800" spc="-30" dirty="0">
                <a:latin typeface="Calibri"/>
                <a:cs typeface="Calibri"/>
              </a:rPr>
              <a:t> </a:t>
            </a:r>
            <a:r>
              <a:rPr sz="2800" dirty="0">
                <a:latin typeface="Calibri"/>
                <a:cs typeface="Calibri"/>
              </a:rPr>
              <a:t>tùy</a:t>
            </a:r>
            <a:r>
              <a:rPr sz="2800" spc="-50" dirty="0">
                <a:latin typeface="Calibri"/>
                <a:cs typeface="Calibri"/>
              </a:rPr>
              <a:t> </a:t>
            </a:r>
            <a:r>
              <a:rPr sz="2800" dirty="0">
                <a:latin typeface="Calibri"/>
                <a:cs typeface="Calibri"/>
              </a:rPr>
              <a:t>ý</a:t>
            </a:r>
            <a:r>
              <a:rPr sz="2800" spc="-40" dirty="0">
                <a:latin typeface="Calibri"/>
                <a:cs typeface="Calibri"/>
              </a:rPr>
              <a:t> </a:t>
            </a:r>
            <a:r>
              <a:rPr sz="2800" dirty="0">
                <a:latin typeface="Calibri"/>
                <a:cs typeface="Calibri"/>
              </a:rPr>
              <a:t>trong</a:t>
            </a:r>
            <a:r>
              <a:rPr sz="2800" spc="-40" dirty="0">
                <a:latin typeface="Calibri"/>
                <a:cs typeface="Calibri"/>
              </a:rPr>
              <a:t> </a:t>
            </a:r>
            <a:r>
              <a:rPr sz="2800" spc="-50" dirty="0">
                <a:latin typeface="Calibri"/>
                <a:cs typeface="Calibri"/>
              </a:rPr>
              <a:t>2 </a:t>
            </a:r>
            <a:r>
              <a:rPr sz="2800" dirty="0">
                <a:latin typeface="Calibri"/>
                <a:cs typeface="Calibri"/>
              </a:rPr>
              <a:t>màu</a:t>
            </a:r>
            <a:r>
              <a:rPr sz="2800" spc="-45" dirty="0">
                <a:latin typeface="Calibri"/>
                <a:cs typeface="Calibri"/>
              </a:rPr>
              <a:t> </a:t>
            </a:r>
            <a:r>
              <a:rPr sz="2800" dirty="0">
                <a:latin typeface="Calibri"/>
                <a:cs typeface="Calibri"/>
              </a:rPr>
              <a:t>còn</a:t>
            </a:r>
            <a:r>
              <a:rPr sz="2800" spc="-40" dirty="0">
                <a:latin typeface="Calibri"/>
                <a:cs typeface="Calibri"/>
              </a:rPr>
              <a:t> </a:t>
            </a:r>
            <a:r>
              <a:rPr sz="2800" dirty="0">
                <a:latin typeface="Calibri"/>
                <a:cs typeface="Calibri"/>
              </a:rPr>
              <a:t>lại:</a:t>
            </a:r>
            <a:r>
              <a:rPr sz="2800" spc="-40" dirty="0">
                <a:latin typeface="Calibri"/>
                <a:cs typeface="Calibri"/>
              </a:rPr>
              <a:t> </a:t>
            </a:r>
            <a:r>
              <a:rPr sz="2800" dirty="0">
                <a:latin typeface="Calibri"/>
                <a:cs typeface="Calibri"/>
              </a:rPr>
              <a:t>Nguyên</a:t>
            </a:r>
            <a:r>
              <a:rPr sz="2800" spc="-25" dirty="0">
                <a:latin typeface="Calibri"/>
                <a:cs typeface="Calibri"/>
              </a:rPr>
              <a:t> </a:t>
            </a:r>
            <a:r>
              <a:rPr sz="2800" dirty="0">
                <a:latin typeface="Calibri"/>
                <a:cs typeface="Calibri"/>
              </a:rPr>
              <a:t>lý</a:t>
            </a:r>
            <a:r>
              <a:rPr sz="2800" spc="-60" dirty="0">
                <a:latin typeface="Calibri"/>
                <a:cs typeface="Calibri"/>
              </a:rPr>
              <a:t> </a:t>
            </a:r>
            <a:r>
              <a:rPr sz="2800" dirty="0">
                <a:latin typeface="Calibri"/>
                <a:cs typeface="Calibri"/>
              </a:rPr>
              <a:t>nhân</a:t>
            </a:r>
            <a:r>
              <a:rPr sz="2800" spc="-20" dirty="0">
                <a:latin typeface="Calibri"/>
                <a:cs typeface="Calibri"/>
              </a:rPr>
              <a:t> </a:t>
            </a:r>
            <a:r>
              <a:rPr sz="2800" dirty="0">
                <a:latin typeface="Symbol"/>
                <a:cs typeface="Symbol"/>
              </a:rPr>
              <a:t></a:t>
            </a:r>
            <a:r>
              <a:rPr sz="2800" spc="-100" dirty="0">
                <a:latin typeface="Times New Roman"/>
                <a:cs typeface="Times New Roman"/>
              </a:rPr>
              <a:t> </a:t>
            </a:r>
            <a:r>
              <a:rPr sz="2800" dirty="0">
                <a:latin typeface="Calibri"/>
                <a:cs typeface="Calibri"/>
              </a:rPr>
              <a:t>3x2</a:t>
            </a:r>
            <a:r>
              <a:rPr sz="2800" spc="-40" dirty="0">
                <a:latin typeface="Calibri"/>
                <a:cs typeface="Calibri"/>
              </a:rPr>
              <a:t> </a:t>
            </a:r>
            <a:r>
              <a:rPr sz="2800" dirty="0">
                <a:latin typeface="Calibri"/>
                <a:cs typeface="Calibri"/>
              </a:rPr>
              <a:t>=</a:t>
            </a:r>
            <a:r>
              <a:rPr sz="2800" spc="-40" dirty="0">
                <a:latin typeface="Calibri"/>
                <a:cs typeface="Calibri"/>
              </a:rPr>
              <a:t> </a:t>
            </a:r>
            <a:r>
              <a:rPr sz="2800" spc="-25" dirty="0">
                <a:latin typeface="Calibri"/>
                <a:cs typeface="Calibri"/>
              </a:rPr>
              <a:t>6.</a:t>
            </a:r>
            <a:endParaRPr sz="2800">
              <a:latin typeface="Calibri"/>
              <a:cs typeface="Calibri"/>
            </a:endParaRPr>
          </a:p>
          <a:p>
            <a:pPr marL="12700">
              <a:lnSpc>
                <a:spcPct val="100000"/>
              </a:lnSpc>
              <a:spcBef>
                <a:spcPts val="635"/>
              </a:spcBef>
            </a:pPr>
            <a:r>
              <a:rPr sz="2800" spc="-65" dirty="0">
                <a:latin typeface="Calibri"/>
                <a:cs typeface="Calibri"/>
              </a:rPr>
              <a:t>Ta</a:t>
            </a:r>
            <a:r>
              <a:rPr sz="2800" spc="-70" dirty="0">
                <a:latin typeface="Calibri"/>
                <a:cs typeface="Calibri"/>
              </a:rPr>
              <a:t> </a:t>
            </a:r>
            <a:r>
              <a:rPr sz="2800" dirty="0">
                <a:latin typeface="Calibri"/>
                <a:cs typeface="Calibri"/>
              </a:rPr>
              <a:t>biểu</a:t>
            </a:r>
            <a:r>
              <a:rPr sz="2800" spc="-45" dirty="0">
                <a:latin typeface="Calibri"/>
                <a:cs typeface="Calibri"/>
              </a:rPr>
              <a:t> </a:t>
            </a:r>
            <a:r>
              <a:rPr sz="2800" dirty="0">
                <a:latin typeface="Calibri"/>
                <a:cs typeface="Calibri"/>
              </a:rPr>
              <a:t>diễn</a:t>
            </a:r>
            <a:r>
              <a:rPr sz="2800" spc="-55" dirty="0">
                <a:latin typeface="Calibri"/>
                <a:cs typeface="Calibri"/>
              </a:rPr>
              <a:t> </a:t>
            </a:r>
            <a:r>
              <a:rPr sz="2800" dirty="0">
                <a:latin typeface="Calibri"/>
                <a:cs typeface="Calibri"/>
              </a:rPr>
              <a:t>các</a:t>
            </a:r>
            <a:r>
              <a:rPr sz="2800" spc="-60" dirty="0">
                <a:latin typeface="Calibri"/>
                <a:cs typeface="Calibri"/>
              </a:rPr>
              <a:t> </a:t>
            </a:r>
            <a:r>
              <a:rPr sz="2800" dirty="0">
                <a:latin typeface="Calibri"/>
                <a:cs typeface="Calibri"/>
              </a:rPr>
              <a:t>cách</a:t>
            </a:r>
            <a:r>
              <a:rPr sz="2800" spc="-65" dirty="0">
                <a:latin typeface="Calibri"/>
                <a:cs typeface="Calibri"/>
              </a:rPr>
              <a:t> </a:t>
            </a:r>
            <a:r>
              <a:rPr sz="2800" dirty="0">
                <a:latin typeface="Calibri"/>
                <a:cs typeface="Calibri"/>
              </a:rPr>
              <a:t>chọn</a:t>
            </a:r>
            <a:r>
              <a:rPr sz="2800" spc="-45" dirty="0">
                <a:latin typeface="Calibri"/>
                <a:cs typeface="Calibri"/>
              </a:rPr>
              <a:t> </a:t>
            </a:r>
            <a:r>
              <a:rPr sz="2800" dirty="0">
                <a:latin typeface="Calibri"/>
                <a:cs typeface="Calibri"/>
              </a:rPr>
              <a:t>như</a:t>
            </a:r>
            <a:r>
              <a:rPr sz="2800" spc="-45" dirty="0">
                <a:latin typeface="Calibri"/>
                <a:cs typeface="Calibri"/>
              </a:rPr>
              <a:t> </a:t>
            </a:r>
            <a:r>
              <a:rPr sz="2800" dirty="0">
                <a:latin typeface="Calibri"/>
                <a:cs typeface="Calibri"/>
              </a:rPr>
              <a:t>sau</a:t>
            </a:r>
            <a:r>
              <a:rPr sz="2800" spc="-55" dirty="0">
                <a:latin typeface="Calibri"/>
                <a:cs typeface="Calibri"/>
              </a:rPr>
              <a:t> </a:t>
            </a:r>
            <a:r>
              <a:rPr sz="2800" spc="-50" dirty="0">
                <a:latin typeface="Calibri"/>
                <a:cs typeface="Calibri"/>
              </a:rPr>
              <a:t>:</a:t>
            </a:r>
            <a:endParaRPr sz="2800">
              <a:latin typeface="Calibri"/>
              <a:cs typeface="Calibri"/>
            </a:endParaRPr>
          </a:p>
          <a:p>
            <a:pPr marL="370205" indent="-357505">
              <a:lnSpc>
                <a:spcPct val="100000"/>
              </a:lnSpc>
              <a:spcBef>
                <a:spcPts val="695"/>
              </a:spcBef>
              <a:buAutoNum type="alphaLcParenR"/>
              <a:tabLst>
                <a:tab pos="370205" algn="l"/>
                <a:tab pos="4669155" algn="l"/>
              </a:tabLst>
            </a:pPr>
            <a:r>
              <a:rPr sz="2800" dirty="0">
                <a:latin typeface="Calibri"/>
                <a:cs typeface="Calibri"/>
              </a:rPr>
              <a:t>Chọn</a:t>
            </a:r>
            <a:r>
              <a:rPr sz="2800" spc="-45" dirty="0">
                <a:latin typeface="Calibri"/>
                <a:cs typeface="Calibri"/>
              </a:rPr>
              <a:t> </a:t>
            </a:r>
            <a:r>
              <a:rPr sz="2800" dirty="0">
                <a:latin typeface="Calibri"/>
                <a:cs typeface="Calibri"/>
              </a:rPr>
              <a:t>2</a:t>
            </a:r>
            <a:r>
              <a:rPr sz="2800" spc="-45" dirty="0">
                <a:latin typeface="Calibri"/>
                <a:cs typeface="Calibri"/>
              </a:rPr>
              <a:t> </a:t>
            </a:r>
            <a:r>
              <a:rPr sz="2800" dirty="0">
                <a:latin typeface="Calibri"/>
                <a:cs typeface="Calibri"/>
              </a:rPr>
              <a:t>xanh,</a:t>
            </a:r>
            <a:r>
              <a:rPr sz="2800" spc="-40" dirty="0">
                <a:latin typeface="Calibri"/>
                <a:cs typeface="Calibri"/>
              </a:rPr>
              <a:t> </a:t>
            </a:r>
            <a:r>
              <a:rPr sz="2800" dirty="0">
                <a:latin typeface="Calibri"/>
                <a:cs typeface="Calibri"/>
              </a:rPr>
              <a:t>1</a:t>
            </a:r>
            <a:r>
              <a:rPr sz="2800" spc="-45" dirty="0">
                <a:latin typeface="Calibri"/>
                <a:cs typeface="Calibri"/>
              </a:rPr>
              <a:t> </a:t>
            </a:r>
            <a:r>
              <a:rPr sz="2800" dirty="0">
                <a:latin typeface="Calibri"/>
                <a:cs typeface="Calibri"/>
              </a:rPr>
              <a:t>đỏ,</a:t>
            </a:r>
            <a:r>
              <a:rPr sz="2800" spc="-55" dirty="0">
                <a:latin typeface="Calibri"/>
                <a:cs typeface="Calibri"/>
              </a:rPr>
              <a:t> </a:t>
            </a:r>
            <a:r>
              <a:rPr sz="2800" dirty="0">
                <a:latin typeface="Calibri"/>
                <a:cs typeface="Calibri"/>
              </a:rPr>
              <a:t>1</a:t>
            </a:r>
            <a:r>
              <a:rPr sz="2800" spc="-50" dirty="0">
                <a:latin typeface="Calibri"/>
                <a:cs typeface="Calibri"/>
              </a:rPr>
              <a:t> </a:t>
            </a:r>
            <a:r>
              <a:rPr sz="2800" dirty="0">
                <a:latin typeface="Calibri"/>
                <a:cs typeface="Calibri"/>
              </a:rPr>
              <a:t>vàng</a:t>
            </a:r>
            <a:r>
              <a:rPr sz="2800" spc="-40" dirty="0">
                <a:latin typeface="Calibri"/>
                <a:cs typeface="Calibri"/>
              </a:rPr>
              <a:t> </a:t>
            </a:r>
            <a:r>
              <a:rPr sz="2800" spc="-50" dirty="0">
                <a:latin typeface="Wingdings"/>
                <a:cs typeface="Wingdings"/>
              </a:rPr>
              <a:t></a:t>
            </a:r>
            <a:r>
              <a:rPr sz="2800" dirty="0">
                <a:latin typeface="Times New Roman"/>
                <a:cs typeface="Times New Roman"/>
              </a:rPr>
              <a:t>	</a:t>
            </a:r>
            <a:r>
              <a:rPr sz="2800" b="1" dirty="0">
                <a:latin typeface="Calibri"/>
                <a:cs typeface="Calibri"/>
              </a:rPr>
              <a:t>+</a:t>
            </a:r>
            <a:r>
              <a:rPr sz="2800" b="1" spc="-5" dirty="0">
                <a:latin typeface="Calibri"/>
                <a:cs typeface="Calibri"/>
              </a:rPr>
              <a:t> </a:t>
            </a:r>
            <a:r>
              <a:rPr sz="2800" b="1" dirty="0">
                <a:latin typeface="Calibri"/>
                <a:cs typeface="Calibri"/>
              </a:rPr>
              <a:t>+</a:t>
            </a:r>
            <a:r>
              <a:rPr sz="2800" b="1" spc="-10" dirty="0">
                <a:latin typeface="Calibri"/>
                <a:cs typeface="Calibri"/>
              </a:rPr>
              <a:t> </a:t>
            </a:r>
            <a:r>
              <a:rPr sz="2800" b="1" dirty="0">
                <a:latin typeface="Calibri"/>
                <a:cs typeface="Calibri"/>
              </a:rPr>
              <a:t>-</a:t>
            </a:r>
            <a:r>
              <a:rPr sz="2800" b="1" spc="-5" dirty="0">
                <a:latin typeface="Calibri"/>
                <a:cs typeface="Calibri"/>
              </a:rPr>
              <a:t> </a:t>
            </a:r>
            <a:r>
              <a:rPr sz="2800" b="1" dirty="0">
                <a:latin typeface="Calibri"/>
                <a:cs typeface="Calibri"/>
              </a:rPr>
              <a:t>+</a:t>
            </a:r>
            <a:r>
              <a:rPr sz="2800" b="1" spc="5" dirty="0">
                <a:latin typeface="Calibri"/>
                <a:cs typeface="Calibri"/>
              </a:rPr>
              <a:t> </a:t>
            </a:r>
            <a:r>
              <a:rPr sz="2800" b="1" dirty="0">
                <a:latin typeface="Calibri"/>
                <a:cs typeface="Calibri"/>
              </a:rPr>
              <a:t>- </a:t>
            </a:r>
            <a:r>
              <a:rPr sz="2800" b="1" spc="-50" dirty="0">
                <a:latin typeface="Calibri"/>
                <a:cs typeface="Calibri"/>
              </a:rPr>
              <a:t>+</a:t>
            </a:r>
            <a:endParaRPr sz="2800">
              <a:latin typeface="Calibri"/>
              <a:cs typeface="Calibri"/>
            </a:endParaRPr>
          </a:p>
          <a:p>
            <a:pPr marL="388620" indent="-375920">
              <a:lnSpc>
                <a:spcPct val="100000"/>
              </a:lnSpc>
              <a:spcBef>
                <a:spcPts val="675"/>
              </a:spcBef>
              <a:buAutoNum type="alphaLcParenR"/>
              <a:tabLst>
                <a:tab pos="388620" algn="l"/>
              </a:tabLst>
            </a:pPr>
            <a:r>
              <a:rPr sz="2800" dirty="0">
                <a:latin typeface="Calibri"/>
                <a:cs typeface="Calibri"/>
              </a:rPr>
              <a:t>Chọn</a:t>
            </a:r>
            <a:r>
              <a:rPr sz="2800" spc="-10" dirty="0">
                <a:latin typeface="Calibri"/>
                <a:cs typeface="Calibri"/>
              </a:rPr>
              <a:t> </a:t>
            </a:r>
            <a:r>
              <a:rPr sz="2800" dirty="0">
                <a:latin typeface="Calibri"/>
                <a:cs typeface="Calibri"/>
              </a:rPr>
              <a:t>3</a:t>
            </a:r>
            <a:r>
              <a:rPr sz="2800" spc="-15" dirty="0">
                <a:latin typeface="Calibri"/>
                <a:cs typeface="Calibri"/>
              </a:rPr>
              <a:t> </a:t>
            </a:r>
            <a:r>
              <a:rPr sz="2800" dirty="0">
                <a:latin typeface="Calibri"/>
                <a:cs typeface="Calibri"/>
              </a:rPr>
              <a:t>xanh</a:t>
            </a:r>
            <a:r>
              <a:rPr sz="2800" spc="-25"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1</a:t>
            </a:r>
            <a:r>
              <a:rPr sz="2800" spc="-15" dirty="0">
                <a:latin typeface="Calibri"/>
                <a:cs typeface="Calibri"/>
              </a:rPr>
              <a:t> </a:t>
            </a:r>
            <a:r>
              <a:rPr sz="2800" dirty="0">
                <a:latin typeface="Calibri"/>
                <a:cs typeface="Calibri"/>
              </a:rPr>
              <a:t>đỏ</a:t>
            </a:r>
            <a:r>
              <a:rPr sz="2800" spc="-30"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0</a:t>
            </a:r>
            <a:r>
              <a:rPr sz="2800" spc="-15" dirty="0">
                <a:latin typeface="Calibri"/>
                <a:cs typeface="Calibri"/>
              </a:rPr>
              <a:t> </a:t>
            </a:r>
            <a:r>
              <a:rPr sz="2800" dirty="0">
                <a:latin typeface="Calibri"/>
                <a:cs typeface="Calibri"/>
              </a:rPr>
              <a:t>vàng</a:t>
            </a:r>
            <a:r>
              <a:rPr sz="2800" spc="-5" dirty="0">
                <a:latin typeface="Calibri"/>
                <a:cs typeface="Calibri"/>
              </a:rPr>
              <a:t> </a:t>
            </a:r>
            <a:r>
              <a:rPr sz="2800" dirty="0">
                <a:latin typeface="Wingdings"/>
                <a:cs typeface="Wingdings"/>
              </a:rPr>
              <a:t></a:t>
            </a:r>
            <a:r>
              <a:rPr sz="2800" spc="-85" dirty="0">
                <a:latin typeface="Times New Roman"/>
                <a:cs typeface="Times New Roman"/>
              </a:rPr>
              <a:t> </a:t>
            </a:r>
            <a:r>
              <a:rPr sz="2800" b="1" dirty="0">
                <a:latin typeface="Calibri"/>
                <a:cs typeface="Calibri"/>
              </a:rPr>
              <a:t>+</a:t>
            </a:r>
            <a:r>
              <a:rPr sz="2800" b="1" spc="-30" dirty="0">
                <a:latin typeface="Calibri"/>
                <a:cs typeface="Calibri"/>
              </a:rPr>
              <a:t> </a:t>
            </a:r>
            <a:r>
              <a:rPr sz="2800" b="1" dirty="0">
                <a:latin typeface="Calibri"/>
                <a:cs typeface="Calibri"/>
              </a:rPr>
              <a:t>+</a:t>
            </a:r>
            <a:r>
              <a:rPr sz="2800" b="1" spc="-15" dirty="0">
                <a:latin typeface="Calibri"/>
                <a:cs typeface="Calibri"/>
              </a:rPr>
              <a:t> </a:t>
            </a:r>
            <a:r>
              <a:rPr sz="2800" b="1" dirty="0">
                <a:latin typeface="Calibri"/>
                <a:cs typeface="Calibri"/>
              </a:rPr>
              <a:t>+</a:t>
            </a:r>
            <a:r>
              <a:rPr sz="2800" b="1" spc="-10" dirty="0">
                <a:latin typeface="Calibri"/>
                <a:cs typeface="Calibri"/>
              </a:rPr>
              <a:t> </a:t>
            </a:r>
            <a:r>
              <a:rPr sz="2800" b="1" dirty="0">
                <a:latin typeface="Calibri"/>
                <a:cs typeface="Calibri"/>
              </a:rPr>
              <a:t>-</a:t>
            </a:r>
            <a:r>
              <a:rPr sz="2800" b="1" spc="-15" dirty="0">
                <a:latin typeface="Calibri"/>
                <a:cs typeface="Calibri"/>
              </a:rPr>
              <a:t> </a:t>
            </a:r>
            <a:r>
              <a:rPr sz="2800" b="1" dirty="0">
                <a:latin typeface="Calibri"/>
                <a:cs typeface="Calibri"/>
              </a:rPr>
              <a:t>+</a:t>
            </a:r>
            <a:r>
              <a:rPr sz="2800" b="1" spc="-15" dirty="0">
                <a:latin typeface="Calibri"/>
                <a:cs typeface="Calibri"/>
              </a:rPr>
              <a:t> </a:t>
            </a:r>
            <a:r>
              <a:rPr sz="2800" b="1" spc="-50" dirty="0">
                <a:latin typeface="Calibri"/>
                <a:cs typeface="Calibri"/>
              </a:rPr>
              <a:t>-</a:t>
            </a:r>
            <a:endParaRPr sz="2800">
              <a:latin typeface="Calibri"/>
              <a:cs typeface="Calibri"/>
            </a:endParaRPr>
          </a:p>
          <a:p>
            <a:pPr marL="351155" indent="-338455">
              <a:lnSpc>
                <a:spcPct val="100000"/>
              </a:lnSpc>
              <a:spcBef>
                <a:spcPts val="675"/>
              </a:spcBef>
              <a:buAutoNum type="alphaLcParenR"/>
              <a:tabLst>
                <a:tab pos="351155" algn="l"/>
                <a:tab pos="4730115" algn="l"/>
              </a:tabLst>
            </a:pPr>
            <a:r>
              <a:rPr sz="2800" dirty="0">
                <a:latin typeface="Calibri"/>
                <a:cs typeface="Calibri"/>
              </a:rPr>
              <a:t>Chọn</a:t>
            </a:r>
            <a:r>
              <a:rPr sz="2800" spc="-35" dirty="0">
                <a:latin typeface="Calibri"/>
                <a:cs typeface="Calibri"/>
              </a:rPr>
              <a:t> </a:t>
            </a:r>
            <a:r>
              <a:rPr sz="2800" dirty="0">
                <a:latin typeface="Calibri"/>
                <a:cs typeface="Calibri"/>
              </a:rPr>
              <a:t>0</a:t>
            </a:r>
            <a:r>
              <a:rPr sz="2800" spc="-40" dirty="0">
                <a:latin typeface="Calibri"/>
                <a:cs typeface="Calibri"/>
              </a:rPr>
              <a:t> </a:t>
            </a:r>
            <a:r>
              <a:rPr sz="2800" dirty="0">
                <a:latin typeface="Calibri"/>
                <a:cs typeface="Calibri"/>
              </a:rPr>
              <a:t>xanh</a:t>
            </a:r>
            <a:r>
              <a:rPr sz="2800" spc="-45" dirty="0">
                <a:latin typeface="Calibri"/>
                <a:cs typeface="Calibri"/>
              </a:rPr>
              <a:t> </a:t>
            </a:r>
            <a:r>
              <a:rPr sz="2800" dirty="0">
                <a:latin typeface="Calibri"/>
                <a:cs typeface="Calibri"/>
              </a:rPr>
              <a:t>,</a:t>
            </a:r>
            <a:r>
              <a:rPr sz="2800" spc="-50" dirty="0">
                <a:latin typeface="Calibri"/>
                <a:cs typeface="Calibri"/>
              </a:rPr>
              <a:t> </a:t>
            </a:r>
            <a:r>
              <a:rPr sz="2800" dirty="0">
                <a:latin typeface="Calibri"/>
                <a:cs typeface="Calibri"/>
              </a:rPr>
              <a:t>4</a:t>
            </a:r>
            <a:r>
              <a:rPr sz="2800" spc="-40" dirty="0">
                <a:latin typeface="Calibri"/>
                <a:cs typeface="Calibri"/>
              </a:rPr>
              <a:t> </a:t>
            </a:r>
            <a:r>
              <a:rPr sz="2800" dirty="0">
                <a:latin typeface="Calibri"/>
                <a:cs typeface="Calibri"/>
              </a:rPr>
              <a:t>đỏ,</a:t>
            </a:r>
            <a:r>
              <a:rPr sz="2800" spc="-45" dirty="0">
                <a:latin typeface="Calibri"/>
                <a:cs typeface="Calibri"/>
              </a:rPr>
              <a:t> </a:t>
            </a:r>
            <a:r>
              <a:rPr sz="2800" dirty="0">
                <a:latin typeface="Calibri"/>
                <a:cs typeface="Calibri"/>
              </a:rPr>
              <a:t>0</a:t>
            </a:r>
            <a:r>
              <a:rPr sz="2800" spc="-50" dirty="0">
                <a:latin typeface="Calibri"/>
                <a:cs typeface="Calibri"/>
              </a:rPr>
              <a:t> </a:t>
            </a:r>
            <a:r>
              <a:rPr sz="2800" dirty="0">
                <a:latin typeface="Calibri"/>
                <a:cs typeface="Calibri"/>
              </a:rPr>
              <a:t>vàng</a:t>
            </a:r>
            <a:r>
              <a:rPr sz="2800" spc="-25" dirty="0">
                <a:latin typeface="Calibri"/>
                <a:cs typeface="Calibri"/>
              </a:rPr>
              <a:t> </a:t>
            </a:r>
            <a:r>
              <a:rPr sz="2800" spc="-50" dirty="0">
                <a:latin typeface="Wingdings"/>
                <a:cs typeface="Wingdings"/>
              </a:rPr>
              <a:t></a:t>
            </a:r>
            <a:r>
              <a:rPr sz="2800" dirty="0">
                <a:latin typeface="Times New Roman"/>
                <a:cs typeface="Times New Roman"/>
              </a:rPr>
              <a:t>	</a:t>
            </a:r>
            <a:r>
              <a:rPr sz="2800" b="1" dirty="0">
                <a:latin typeface="Calibri"/>
                <a:cs typeface="Calibri"/>
              </a:rPr>
              <a:t>-</a:t>
            </a:r>
            <a:r>
              <a:rPr sz="2800" b="1" spc="-5" dirty="0">
                <a:latin typeface="Calibri"/>
                <a:cs typeface="Calibri"/>
              </a:rPr>
              <a:t> </a:t>
            </a:r>
            <a:r>
              <a:rPr sz="2800" b="1" dirty="0">
                <a:latin typeface="Calibri"/>
                <a:cs typeface="Calibri"/>
              </a:rPr>
              <a:t>+</a:t>
            </a:r>
            <a:r>
              <a:rPr sz="2800" b="1" spc="-5" dirty="0">
                <a:latin typeface="Calibri"/>
                <a:cs typeface="Calibri"/>
              </a:rPr>
              <a:t> </a:t>
            </a:r>
            <a:r>
              <a:rPr sz="2800" b="1" dirty="0">
                <a:latin typeface="Calibri"/>
                <a:cs typeface="Calibri"/>
              </a:rPr>
              <a:t>+ +</a:t>
            </a:r>
            <a:r>
              <a:rPr sz="2800" b="1" spc="-5" dirty="0">
                <a:latin typeface="Calibri"/>
                <a:cs typeface="Calibri"/>
              </a:rPr>
              <a:t> </a:t>
            </a:r>
            <a:r>
              <a:rPr sz="2800" b="1" dirty="0">
                <a:latin typeface="Calibri"/>
                <a:cs typeface="Calibri"/>
              </a:rPr>
              <a:t>+</a:t>
            </a:r>
            <a:r>
              <a:rPr sz="2800" b="1" spc="10" dirty="0">
                <a:latin typeface="Calibri"/>
                <a:cs typeface="Calibri"/>
              </a:rPr>
              <a:t> </a:t>
            </a:r>
            <a:r>
              <a:rPr sz="2800" b="1" spc="-50" dirty="0">
                <a:latin typeface="Calibri"/>
                <a:cs typeface="Calibri"/>
              </a:rPr>
              <a:t>-</a:t>
            </a:r>
            <a:endParaRPr sz="2800">
              <a:latin typeface="Calibri"/>
              <a:cs typeface="Calibri"/>
            </a:endParaRPr>
          </a:p>
          <a:p>
            <a:pPr marL="388620" indent="-375920">
              <a:lnSpc>
                <a:spcPct val="100000"/>
              </a:lnSpc>
              <a:spcBef>
                <a:spcPts val="670"/>
              </a:spcBef>
              <a:buAutoNum type="alphaLcParenR"/>
              <a:tabLst>
                <a:tab pos="388620" algn="l"/>
              </a:tabLst>
            </a:pPr>
            <a:r>
              <a:rPr sz="2800" dirty="0">
                <a:latin typeface="Calibri"/>
                <a:cs typeface="Calibri"/>
              </a:rPr>
              <a:t>Chọn</a:t>
            </a:r>
            <a:r>
              <a:rPr sz="2800" spc="-35" dirty="0">
                <a:latin typeface="Calibri"/>
                <a:cs typeface="Calibri"/>
              </a:rPr>
              <a:t> </a:t>
            </a:r>
            <a:r>
              <a:rPr sz="2800" dirty="0">
                <a:latin typeface="Calibri"/>
                <a:cs typeface="Calibri"/>
              </a:rPr>
              <a:t>1</a:t>
            </a:r>
            <a:r>
              <a:rPr sz="2800" spc="-35" dirty="0">
                <a:latin typeface="Calibri"/>
                <a:cs typeface="Calibri"/>
              </a:rPr>
              <a:t> </a:t>
            </a:r>
            <a:r>
              <a:rPr sz="2800" dirty="0">
                <a:latin typeface="Calibri"/>
                <a:cs typeface="Calibri"/>
              </a:rPr>
              <a:t>xanh</a:t>
            </a:r>
            <a:r>
              <a:rPr sz="2800" spc="-40" dirty="0">
                <a:latin typeface="Calibri"/>
                <a:cs typeface="Calibri"/>
              </a:rPr>
              <a:t> </a:t>
            </a:r>
            <a:r>
              <a:rPr sz="2800" dirty="0">
                <a:latin typeface="Calibri"/>
                <a:cs typeface="Calibri"/>
              </a:rPr>
              <a:t>,</a:t>
            </a:r>
            <a:r>
              <a:rPr sz="2800" spc="-40" dirty="0">
                <a:latin typeface="Calibri"/>
                <a:cs typeface="Calibri"/>
              </a:rPr>
              <a:t> </a:t>
            </a:r>
            <a:r>
              <a:rPr sz="2800" dirty="0">
                <a:latin typeface="Calibri"/>
                <a:cs typeface="Calibri"/>
              </a:rPr>
              <a:t>1</a:t>
            </a:r>
            <a:r>
              <a:rPr sz="2800" spc="-35" dirty="0">
                <a:latin typeface="Calibri"/>
                <a:cs typeface="Calibri"/>
              </a:rPr>
              <a:t> </a:t>
            </a:r>
            <a:r>
              <a:rPr sz="2800" dirty="0">
                <a:latin typeface="Calibri"/>
                <a:cs typeface="Calibri"/>
              </a:rPr>
              <a:t>đỏ,</a:t>
            </a:r>
            <a:r>
              <a:rPr sz="2800" spc="-30" dirty="0">
                <a:latin typeface="Calibri"/>
                <a:cs typeface="Calibri"/>
              </a:rPr>
              <a:t> </a:t>
            </a:r>
            <a:r>
              <a:rPr sz="2800" dirty="0">
                <a:latin typeface="Calibri"/>
                <a:cs typeface="Calibri"/>
              </a:rPr>
              <a:t>2</a:t>
            </a:r>
            <a:r>
              <a:rPr sz="2800" spc="-45" dirty="0">
                <a:latin typeface="Calibri"/>
                <a:cs typeface="Calibri"/>
              </a:rPr>
              <a:t> </a:t>
            </a:r>
            <a:r>
              <a:rPr sz="2800" dirty="0">
                <a:latin typeface="Calibri"/>
                <a:cs typeface="Calibri"/>
              </a:rPr>
              <a:t>vàng</a:t>
            </a:r>
            <a:r>
              <a:rPr sz="2800" spc="-40" dirty="0">
                <a:latin typeface="Calibri"/>
                <a:cs typeface="Calibri"/>
              </a:rPr>
              <a:t> </a:t>
            </a:r>
            <a:r>
              <a:rPr sz="2800" dirty="0">
                <a:latin typeface="Wingdings"/>
                <a:cs typeface="Wingdings"/>
              </a:rPr>
              <a:t></a:t>
            </a:r>
            <a:r>
              <a:rPr sz="2800" spc="-114" dirty="0">
                <a:latin typeface="Times New Roman"/>
                <a:cs typeface="Times New Roman"/>
              </a:rPr>
              <a:t> </a:t>
            </a:r>
            <a:r>
              <a:rPr sz="2800" spc="-50" dirty="0">
                <a:latin typeface="Calibri"/>
                <a:cs typeface="Calibri"/>
              </a:rPr>
              <a:t>?</a:t>
            </a:r>
            <a:endParaRPr sz="2800">
              <a:latin typeface="Calibri"/>
              <a:cs typeface="Calibri"/>
            </a:endParaRP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315213"/>
            <a:ext cx="1494155" cy="452120"/>
          </a:xfrm>
          <a:prstGeom prst="rect">
            <a:avLst/>
          </a:prstGeom>
        </p:spPr>
        <p:txBody>
          <a:bodyPr vert="horz" wrap="square" lIns="0" tIns="12065" rIns="0" bIns="0" rtlCol="0">
            <a:spAutoFit/>
          </a:bodyPr>
          <a:lstStyle/>
          <a:p>
            <a:pPr marL="12700">
              <a:lnSpc>
                <a:spcPct val="100000"/>
              </a:lnSpc>
              <a:spcBef>
                <a:spcPts val="95"/>
              </a:spcBef>
            </a:pPr>
            <a:r>
              <a:rPr dirty="0"/>
              <a:t>Nhận</a:t>
            </a:r>
            <a:r>
              <a:rPr spc="-80" dirty="0"/>
              <a:t> </a:t>
            </a:r>
            <a:r>
              <a:rPr dirty="0"/>
              <a:t>xét</a:t>
            </a:r>
            <a:r>
              <a:rPr spc="-100" dirty="0"/>
              <a:t> </a:t>
            </a:r>
            <a:r>
              <a:rPr spc="-50" dirty="0"/>
              <a:t>:</a:t>
            </a:r>
          </a:p>
        </p:txBody>
      </p:sp>
      <p:sp>
        <p:nvSpPr>
          <p:cNvPr id="3" name="object 3"/>
          <p:cNvSpPr txBox="1"/>
          <p:nvPr/>
        </p:nvSpPr>
        <p:spPr>
          <a:xfrm>
            <a:off x="396240" y="741324"/>
            <a:ext cx="8216265" cy="5583555"/>
          </a:xfrm>
          <a:prstGeom prst="rect">
            <a:avLst/>
          </a:prstGeom>
        </p:spPr>
        <p:txBody>
          <a:bodyPr vert="horz" wrap="square" lIns="0" tIns="97790" rIns="0" bIns="0" rtlCol="0">
            <a:spAutoFit/>
          </a:bodyPr>
          <a:lstStyle/>
          <a:p>
            <a:pPr marL="427355" indent="-351155">
              <a:lnSpc>
                <a:spcPct val="100000"/>
              </a:lnSpc>
              <a:spcBef>
                <a:spcPts val="770"/>
              </a:spcBef>
              <a:buAutoNum type="arabicPeriod"/>
              <a:tabLst>
                <a:tab pos="427355" algn="l"/>
              </a:tabLst>
            </a:pPr>
            <a:r>
              <a:rPr sz="2800" dirty="0">
                <a:latin typeface="Calibri"/>
                <a:cs typeface="Calibri"/>
              </a:rPr>
              <a:t>Nếu</a:t>
            </a:r>
            <a:r>
              <a:rPr sz="2800" spc="-30" dirty="0">
                <a:latin typeface="Calibri"/>
                <a:cs typeface="Calibri"/>
              </a:rPr>
              <a:t> </a:t>
            </a:r>
            <a:r>
              <a:rPr sz="2800" dirty="0">
                <a:latin typeface="Calibri"/>
                <a:cs typeface="Calibri"/>
              </a:rPr>
              <a:t>có</a:t>
            </a:r>
            <a:r>
              <a:rPr sz="2800" spc="-45" dirty="0">
                <a:latin typeface="Calibri"/>
                <a:cs typeface="Calibri"/>
              </a:rPr>
              <a:t> </a:t>
            </a:r>
            <a:r>
              <a:rPr sz="2800" dirty="0">
                <a:latin typeface="Calibri"/>
                <a:cs typeface="Calibri"/>
              </a:rPr>
              <a:t>2</a:t>
            </a:r>
            <a:r>
              <a:rPr sz="2800" spc="-25" dirty="0">
                <a:latin typeface="Calibri"/>
                <a:cs typeface="Calibri"/>
              </a:rPr>
              <a:t> </a:t>
            </a:r>
            <a:r>
              <a:rPr sz="2800" dirty="0">
                <a:latin typeface="Calibri"/>
                <a:cs typeface="Calibri"/>
              </a:rPr>
              <a:t>màu</a:t>
            </a:r>
            <a:r>
              <a:rPr sz="2800" spc="-30" dirty="0">
                <a:latin typeface="Calibri"/>
                <a:cs typeface="Calibri"/>
              </a:rPr>
              <a:t> </a:t>
            </a:r>
            <a:r>
              <a:rPr sz="2800" dirty="0">
                <a:latin typeface="Calibri"/>
                <a:cs typeface="Calibri"/>
              </a:rPr>
              <a:t>thì</a:t>
            </a:r>
            <a:r>
              <a:rPr sz="2800" spc="-40" dirty="0">
                <a:latin typeface="Calibri"/>
                <a:cs typeface="Calibri"/>
              </a:rPr>
              <a:t> </a:t>
            </a:r>
            <a:r>
              <a:rPr sz="2800" dirty="0">
                <a:latin typeface="Calibri"/>
                <a:cs typeface="Calibri"/>
              </a:rPr>
              <a:t>sẽ</a:t>
            </a:r>
            <a:r>
              <a:rPr sz="2800" spc="-30" dirty="0">
                <a:latin typeface="Calibri"/>
                <a:cs typeface="Calibri"/>
              </a:rPr>
              <a:t> </a:t>
            </a:r>
            <a:r>
              <a:rPr sz="2800" dirty="0">
                <a:latin typeface="Calibri"/>
                <a:cs typeface="Calibri"/>
              </a:rPr>
              <a:t>có</a:t>
            </a:r>
            <a:r>
              <a:rPr sz="2800" spc="-40" dirty="0">
                <a:latin typeface="Calibri"/>
                <a:cs typeface="Calibri"/>
              </a:rPr>
              <a:t> </a:t>
            </a:r>
            <a:r>
              <a:rPr sz="2800" dirty="0">
                <a:latin typeface="Calibri"/>
                <a:cs typeface="Calibri"/>
              </a:rPr>
              <a:t>2</a:t>
            </a:r>
            <a:r>
              <a:rPr sz="2800" spc="-25" dirty="0">
                <a:latin typeface="Calibri"/>
                <a:cs typeface="Calibri"/>
              </a:rPr>
              <a:t> </a:t>
            </a:r>
            <a:r>
              <a:rPr sz="2800" dirty="0">
                <a:latin typeface="Calibri"/>
                <a:cs typeface="Calibri"/>
              </a:rPr>
              <a:t>dấu</a:t>
            </a:r>
            <a:r>
              <a:rPr sz="2800" spc="-35" dirty="0">
                <a:latin typeface="Calibri"/>
                <a:cs typeface="Calibri"/>
              </a:rPr>
              <a:t> </a:t>
            </a:r>
            <a:r>
              <a:rPr sz="2800" spc="-20" dirty="0">
                <a:latin typeface="Calibri"/>
                <a:cs typeface="Calibri"/>
              </a:rPr>
              <a:t>trừ.</a:t>
            </a:r>
            <a:endParaRPr sz="2800">
              <a:latin typeface="Calibri"/>
              <a:cs typeface="Calibri"/>
            </a:endParaRPr>
          </a:p>
          <a:p>
            <a:pPr marL="427355" indent="-351155">
              <a:lnSpc>
                <a:spcPct val="100000"/>
              </a:lnSpc>
              <a:spcBef>
                <a:spcPts val="675"/>
              </a:spcBef>
              <a:buAutoNum type="arabicPeriod"/>
              <a:tabLst>
                <a:tab pos="427355" algn="l"/>
              </a:tabLst>
            </a:pPr>
            <a:r>
              <a:rPr sz="2800" dirty="0">
                <a:latin typeface="Calibri"/>
                <a:cs typeface="Calibri"/>
              </a:rPr>
              <a:t>Xét</a:t>
            </a:r>
            <a:r>
              <a:rPr sz="2800" spc="-40" dirty="0">
                <a:latin typeface="Calibri"/>
                <a:cs typeface="Calibri"/>
              </a:rPr>
              <a:t> </a:t>
            </a:r>
            <a:r>
              <a:rPr sz="2800" dirty="0">
                <a:latin typeface="Calibri"/>
                <a:cs typeface="Calibri"/>
              </a:rPr>
              <a:t>B</a:t>
            </a:r>
            <a:r>
              <a:rPr sz="2800" spc="-30"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a:t>
            </a:r>
            <a:r>
              <a:rPr sz="2800" spc="-30" dirty="0">
                <a:latin typeface="Calibri"/>
                <a:cs typeface="Calibri"/>
              </a:rPr>
              <a:t> </a:t>
            </a:r>
            <a:r>
              <a:rPr sz="2800" dirty="0">
                <a:latin typeface="Calibri"/>
                <a:cs typeface="Calibri"/>
              </a:rPr>
              <a:t>1,</a:t>
            </a:r>
            <a:r>
              <a:rPr sz="2800" spc="-10" dirty="0">
                <a:latin typeface="Calibri"/>
                <a:cs typeface="Calibri"/>
              </a:rPr>
              <a:t> </a:t>
            </a:r>
            <a:r>
              <a:rPr sz="2800" dirty="0">
                <a:latin typeface="Calibri"/>
                <a:cs typeface="Calibri"/>
              </a:rPr>
              <a:t>2,</a:t>
            </a:r>
            <a:r>
              <a:rPr sz="2800" spc="-20" dirty="0">
                <a:latin typeface="Calibri"/>
                <a:cs typeface="Calibri"/>
              </a:rPr>
              <a:t> </a:t>
            </a:r>
            <a:r>
              <a:rPr sz="2800" dirty="0">
                <a:latin typeface="Calibri"/>
                <a:cs typeface="Calibri"/>
              </a:rPr>
              <a:t>.</a:t>
            </a:r>
            <a:r>
              <a:rPr sz="2800" spc="-30"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6}</a:t>
            </a:r>
            <a:r>
              <a:rPr sz="2800" spc="-20" dirty="0">
                <a:latin typeface="Calibri"/>
                <a:cs typeface="Calibri"/>
              </a:rPr>
              <a:t> </a:t>
            </a:r>
            <a:r>
              <a:rPr sz="2800" dirty="0">
                <a:latin typeface="Calibri"/>
                <a:cs typeface="Calibri"/>
              </a:rPr>
              <a:t>.</a:t>
            </a:r>
            <a:r>
              <a:rPr sz="2800" spc="-35" dirty="0">
                <a:latin typeface="Calibri"/>
                <a:cs typeface="Calibri"/>
              </a:rPr>
              <a:t> </a:t>
            </a:r>
            <a:r>
              <a:rPr sz="2800" spc="-55" dirty="0">
                <a:latin typeface="Calibri"/>
                <a:cs typeface="Calibri"/>
              </a:rPr>
              <a:t>Ta</a:t>
            </a:r>
            <a:r>
              <a:rPr sz="2800" spc="-30" dirty="0">
                <a:latin typeface="Calibri"/>
                <a:cs typeface="Calibri"/>
              </a:rPr>
              <a:t> </a:t>
            </a:r>
            <a:r>
              <a:rPr sz="2800" dirty="0">
                <a:latin typeface="Calibri"/>
                <a:cs typeface="Calibri"/>
              </a:rPr>
              <a:t>có</a:t>
            </a:r>
            <a:r>
              <a:rPr sz="2800" spc="5" dirty="0">
                <a:latin typeface="Calibri"/>
                <a:cs typeface="Calibri"/>
              </a:rPr>
              <a:t> </a:t>
            </a:r>
            <a:r>
              <a:rPr sz="2800" spc="-50" dirty="0">
                <a:latin typeface="Calibri"/>
                <a:cs typeface="Calibri"/>
              </a:rPr>
              <a:t>:</a:t>
            </a:r>
            <a:endParaRPr sz="2800">
              <a:latin typeface="Calibri"/>
              <a:cs typeface="Calibri"/>
            </a:endParaRPr>
          </a:p>
          <a:p>
            <a:pPr marL="76200" marR="1638300" indent="80645">
              <a:lnSpc>
                <a:spcPct val="120000"/>
              </a:lnSpc>
              <a:spcBef>
                <a:spcPts val="25"/>
              </a:spcBef>
              <a:tabLst>
                <a:tab pos="4877435" algn="l"/>
                <a:tab pos="4903470" algn="l"/>
              </a:tabLst>
            </a:pPr>
            <a:r>
              <a:rPr sz="2800" b="1" dirty="0">
                <a:latin typeface="Calibri"/>
                <a:cs typeface="Calibri"/>
              </a:rPr>
              <a:t>a</a:t>
            </a:r>
            <a:r>
              <a:rPr sz="2800" b="1" spc="-40" dirty="0">
                <a:latin typeface="Calibri"/>
                <a:cs typeface="Calibri"/>
              </a:rPr>
              <a:t> </a:t>
            </a:r>
            <a:r>
              <a:rPr sz="2800" b="1" dirty="0">
                <a:latin typeface="Calibri"/>
                <a:cs typeface="Calibri"/>
              </a:rPr>
              <a:t>)</a:t>
            </a:r>
            <a:r>
              <a:rPr sz="2800" b="1" spc="-35" dirty="0">
                <a:latin typeface="Calibri"/>
                <a:cs typeface="Calibri"/>
              </a:rPr>
              <a:t> </a:t>
            </a:r>
            <a:r>
              <a:rPr sz="2800" dirty="0">
                <a:latin typeface="Calibri"/>
                <a:cs typeface="Calibri"/>
              </a:rPr>
              <a:t>Chọn</a:t>
            </a:r>
            <a:r>
              <a:rPr sz="2800" spc="-35" dirty="0">
                <a:latin typeface="Calibri"/>
                <a:cs typeface="Calibri"/>
              </a:rPr>
              <a:t> </a:t>
            </a:r>
            <a:r>
              <a:rPr sz="2800" dirty="0">
                <a:latin typeface="Calibri"/>
                <a:cs typeface="Calibri"/>
              </a:rPr>
              <a:t>2</a:t>
            </a:r>
            <a:r>
              <a:rPr sz="2800" spc="-35" dirty="0">
                <a:latin typeface="Calibri"/>
                <a:cs typeface="Calibri"/>
              </a:rPr>
              <a:t> </a:t>
            </a:r>
            <a:r>
              <a:rPr sz="2800" dirty="0">
                <a:latin typeface="Calibri"/>
                <a:cs typeface="Calibri"/>
              </a:rPr>
              <a:t>xanh,</a:t>
            </a:r>
            <a:r>
              <a:rPr sz="2800" spc="-40" dirty="0">
                <a:latin typeface="Calibri"/>
                <a:cs typeface="Calibri"/>
              </a:rPr>
              <a:t> </a:t>
            </a:r>
            <a:r>
              <a:rPr sz="2800" dirty="0">
                <a:latin typeface="Calibri"/>
                <a:cs typeface="Calibri"/>
              </a:rPr>
              <a:t>1</a:t>
            </a:r>
            <a:r>
              <a:rPr sz="2800" spc="-40" dirty="0">
                <a:latin typeface="Calibri"/>
                <a:cs typeface="Calibri"/>
              </a:rPr>
              <a:t> </a:t>
            </a:r>
            <a:r>
              <a:rPr sz="2800" dirty="0">
                <a:latin typeface="Calibri"/>
                <a:cs typeface="Calibri"/>
              </a:rPr>
              <a:t>đỏ,</a:t>
            </a:r>
            <a:r>
              <a:rPr sz="2800" spc="-45" dirty="0">
                <a:latin typeface="Calibri"/>
                <a:cs typeface="Calibri"/>
              </a:rPr>
              <a:t> </a:t>
            </a:r>
            <a:r>
              <a:rPr sz="2800" dirty="0">
                <a:latin typeface="Calibri"/>
                <a:cs typeface="Calibri"/>
              </a:rPr>
              <a:t>1</a:t>
            </a:r>
            <a:r>
              <a:rPr sz="2800" spc="-35" dirty="0">
                <a:latin typeface="Calibri"/>
                <a:cs typeface="Calibri"/>
              </a:rPr>
              <a:t> </a:t>
            </a:r>
            <a:r>
              <a:rPr sz="2800" dirty="0">
                <a:latin typeface="Calibri"/>
                <a:cs typeface="Calibri"/>
              </a:rPr>
              <a:t>vàng</a:t>
            </a:r>
            <a:r>
              <a:rPr sz="2800" spc="-30" dirty="0">
                <a:latin typeface="Calibri"/>
                <a:cs typeface="Calibri"/>
              </a:rPr>
              <a:t> </a:t>
            </a:r>
            <a:r>
              <a:rPr sz="2800" spc="-50" dirty="0">
                <a:latin typeface="Wingdings"/>
                <a:cs typeface="Wingdings"/>
              </a:rPr>
              <a:t></a:t>
            </a:r>
            <a:r>
              <a:rPr sz="2800" dirty="0">
                <a:latin typeface="Times New Roman"/>
                <a:cs typeface="Times New Roman"/>
              </a:rPr>
              <a:t>		</a:t>
            </a:r>
            <a:r>
              <a:rPr sz="2800" b="1" dirty="0">
                <a:latin typeface="Calibri"/>
                <a:cs typeface="Calibri"/>
              </a:rPr>
              <a:t>+</a:t>
            </a:r>
            <a:r>
              <a:rPr sz="2800" b="1" spc="-5" dirty="0">
                <a:latin typeface="Calibri"/>
                <a:cs typeface="Calibri"/>
              </a:rPr>
              <a:t> </a:t>
            </a:r>
            <a:r>
              <a:rPr sz="2800" b="1" dirty="0">
                <a:latin typeface="Calibri"/>
                <a:cs typeface="Calibri"/>
              </a:rPr>
              <a:t>+</a:t>
            </a:r>
            <a:r>
              <a:rPr sz="2800" b="1" spc="5" dirty="0">
                <a:latin typeface="Calibri"/>
                <a:cs typeface="Calibri"/>
              </a:rPr>
              <a:t> </a:t>
            </a:r>
            <a:r>
              <a:rPr sz="2800" b="1" dirty="0">
                <a:latin typeface="Calibri"/>
                <a:cs typeface="Calibri"/>
              </a:rPr>
              <a:t>-</a:t>
            </a:r>
            <a:r>
              <a:rPr sz="2800" b="1" spc="-5" dirty="0">
                <a:latin typeface="Calibri"/>
                <a:cs typeface="Calibri"/>
              </a:rPr>
              <a:t> </a:t>
            </a:r>
            <a:r>
              <a:rPr sz="2800" b="1" dirty="0">
                <a:latin typeface="Calibri"/>
                <a:cs typeface="Calibri"/>
              </a:rPr>
              <a:t>+ - </a:t>
            </a:r>
            <a:r>
              <a:rPr sz="2800" b="1" spc="-50" dirty="0">
                <a:latin typeface="Calibri"/>
                <a:cs typeface="Calibri"/>
              </a:rPr>
              <a:t>+ </a:t>
            </a:r>
            <a:r>
              <a:rPr sz="2800" dirty="0">
                <a:latin typeface="Calibri"/>
                <a:cs typeface="Calibri"/>
              </a:rPr>
              <a:t>có</a:t>
            </a:r>
            <a:r>
              <a:rPr sz="2800" spc="-45" dirty="0">
                <a:latin typeface="Calibri"/>
                <a:cs typeface="Calibri"/>
              </a:rPr>
              <a:t> </a:t>
            </a:r>
            <a:r>
              <a:rPr sz="2800" dirty="0">
                <a:latin typeface="Calibri"/>
                <a:cs typeface="Calibri"/>
              </a:rPr>
              <a:t>thể</a:t>
            </a:r>
            <a:r>
              <a:rPr sz="2800" spc="-45" dirty="0">
                <a:latin typeface="Calibri"/>
                <a:cs typeface="Calibri"/>
              </a:rPr>
              <a:t> </a:t>
            </a:r>
            <a:r>
              <a:rPr sz="2800" dirty="0">
                <a:latin typeface="Calibri"/>
                <a:cs typeface="Calibri"/>
              </a:rPr>
              <a:t>xem</a:t>
            </a:r>
            <a:r>
              <a:rPr sz="2800" spc="-60" dirty="0">
                <a:latin typeface="Calibri"/>
                <a:cs typeface="Calibri"/>
              </a:rPr>
              <a:t> </a:t>
            </a:r>
            <a:r>
              <a:rPr sz="2800" dirty="0">
                <a:latin typeface="Calibri"/>
                <a:cs typeface="Calibri"/>
              </a:rPr>
              <a:t>3</a:t>
            </a:r>
            <a:r>
              <a:rPr sz="2800" spc="-40" dirty="0">
                <a:latin typeface="Calibri"/>
                <a:cs typeface="Calibri"/>
              </a:rPr>
              <a:t> </a:t>
            </a:r>
            <a:r>
              <a:rPr sz="2800" dirty="0">
                <a:latin typeface="Calibri"/>
                <a:cs typeface="Calibri"/>
              </a:rPr>
              <a:t>và</a:t>
            </a:r>
            <a:r>
              <a:rPr sz="2800" spc="-55" dirty="0">
                <a:latin typeface="Calibri"/>
                <a:cs typeface="Calibri"/>
              </a:rPr>
              <a:t> </a:t>
            </a:r>
            <a:r>
              <a:rPr sz="2800" dirty="0">
                <a:latin typeface="Calibri"/>
                <a:cs typeface="Calibri"/>
              </a:rPr>
              <a:t>5</a:t>
            </a:r>
            <a:r>
              <a:rPr sz="2800" spc="-45" dirty="0">
                <a:latin typeface="Calibri"/>
                <a:cs typeface="Calibri"/>
              </a:rPr>
              <a:t> </a:t>
            </a:r>
            <a:r>
              <a:rPr sz="2800" dirty="0">
                <a:latin typeface="Calibri"/>
                <a:cs typeface="Calibri"/>
              </a:rPr>
              <a:t>trong</a:t>
            </a:r>
            <a:r>
              <a:rPr sz="2800" spc="-35" dirty="0">
                <a:latin typeface="Calibri"/>
                <a:cs typeface="Calibri"/>
              </a:rPr>
              <a:t> </a:t>
            </a:r>
            <a:r>
              <a:rPr sz="2800" dirty="0">
                <a:latin typeface="Calibri"/>
                <a:cs typeface="Calibri"/>
              </a:rPr>
              <a:t>B</a:t>
            </a:r>
            <a:r>
              <a:rPr sz="2800" spc="-55" dirty="0">
                <a:latin typeface="Calibri"/>
                <a:cs typeface="Calibri"/>
              </a:rPr>
              <a:t> </a:t>
            </a:r>
            <a:r>
              <a:rPr sz="2800" dirty="0">
                <a:latin typeface="Calibri"/>
                <a:cs typeface="Calibri"/>
              </a:rPr>
              <a:t>được</a:t>
            </a:r>
            <a:r>
              <a:rPr sz="2800" spc="-25" dirty="0">
                <a:latin typeface="Calibri"/>
                <a:cs typeface="Calibri"/>
              </a:rPr>
              <a:t> </a:t>
            </a:r>
            <a:r>
              <a:rPr sz="2800" dirty="0">
                <a:latin typeface="Calibri"/>
                <a:cs typeface="Calibri"/>
              </a:rPr>
              <a:t>chọn</a:t>
            </a:r>
            <a:r>
              <a:rPr sz="2800" spc="-40" dirty="0">
                <a:latin typeface="Calibri"/>
                <a:cs typeface="Calibri"/>
              </a:rPr>
              <a:t> </a:t>
            </a:r>
            <a:r>
              <a:rPr sz="2800" dirty="0">
                <a:latin typeface="Calibri"/>
                <a:cs typeface="Calibri"/>
              </a:rPr>
              <a:t>(</a:t>
            </a:r>
            <a:r>
              <a:rPr sz="2800" spc="-45" dirty="0">
                <a:latin typeface="Calibri"/>
                <a:cs typeface="Calibri"/>
              </a:rPr>
              <a:t> </a:t>
            </a:r>
            <a:r>
              <a:rPr sz="2800" dirty="0">
                <a:latin typeface="Calibri"/>
                <a:cs typeface="Calibri"/>
              </a:rPr>
              <a:t>dấu</a:t>
            </a:r>
            <a:r>
              <a:rPr sz="2800" spc="-10" dirty="0">
                <a:latin typeface="Calibri"/>
                <a:cs typeface="Calibri"/>
              </a:rPr>
              <a:t> </a:t>
            </a:r>
            <a:r>
              <a:rPr sz="2800" spc="-20" dirty="0">
                <a:latin typeface="Calibri"/>
                <a:cs typeface="Calibri"/>
              </a:rPr>
              <a:t>-</a:t>
            </a:r>
            <a:r>
              <a:rPr sz="2800" spc="-25" dirty="0">
                <a:latin typeface="Calibri"/>
                <a:cs typeface="Calibri"/>
              </a:rPr>
              <a:t>), </a:t>
            </a:r>
            <a:r>
              <a:rPr sz="2800" b="1" dirty="0">
                <a:latin typeface="Calibri"/>
                <a:cs typeface="Calibri"/>
              </a:rPr>
              <a:t>b</a:t>
            </a:r>
            <a:r>
              <a:rPr sz="2800" b="1" spc="-30" dirty="0">
                <a:latin typeface="Calibri"/>
                <a:cs typeface="Calibri"/>
              </a:rPr>
              <a:t> </a:t>
            </a:r>
            <a:r>
              <a:rPr sz="2800" b="1" dirty="0">
                <a:latin typeface="Calibri"/>
                <a:cs typeface="Calibri"/>
              </a:rPr>
              <a:t>)</a:t>
            </a:r>
            <a:r>
              <a:rPr sz="2800" b="1" spc="-15" dirty="0">
                <a:latin typeface="Calibri"/>
                <a:cs typeface="Calibri"/>
              </a:rPr>
              <a:t> </a:t>
            </a:r>
            <a:r>
              <a:rPr sz="2800" dirty="0">
                <a:latin typeface="Calibri"/>
                <a:cs typeface="Calibri"/>
              </a:rPr>
              <a:t>Chọn</a:t>
            </a:r>
            <a:r>
              <a:rPr sz="2800" spc="-15" dirty="0">
                <a:latin typeface="Calibri"/>
                <a:cs typeface="Calibri"/>
              </a:rPr>
              <a:t> </a:t>
            </a:r>
            <a:r>
              <a:rPr sz="2800" dirty="0">
                <a:latin typeface="Calibri"/>
                <a:cs typeface="Calibri"/>
              </a:rPr>
              <a:t>3</a:t>
            </a:r>
            <a:r>
              <a:rPr sz="2800" spc="-15" dirty="0">
                <a:latin typeface="Calibri"/>
                <a:cs typeface="Calibri"/>
              </a:rPr>
              <a:t> </a:t>
            </a:r>
            <a:r>
              <a:rPr sz="2800" dirty="0">
                <a:latin typeface="Calibri"/>
                <a:cs typeface="Calibri"/>
              </a:rPr>
              <a:t>xanh</a:t>
            </a:r>
            <a:r>
              <a:rPr sz="2800" spc="-20"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1</a:t>
            </a:r>
            <a:r>
              <a:rPr sz="2800" spc="-15" dirty="0">
                <a:latin typeface="Calibri"/>
                <a:cs typeface="Calibri"/>
              </a:rPr>
              <a:t> </a:t>
            </a:r>
            <a:r>
              <a:rPr sz="2800" dirty="0">
                <a:latin typeface="Calibri"/>
                <a:cs typeface="Calibri"/>
              </a:rPr>
              <a:t>đỏ</a:t>
            </a:r>
            <a:r>
              <a:rPr sz="2800" spc="-20" dirty="0">
                <a:latin typeface="Calibri"/>
                <a:cs typeface="Calibri"/>
              </a:rPr>
              <a:t> </a:t>
            </a:r>
            <a:r>
              <a:rPr sz="2800" dirty="0">
                <a:latin typeface="Calibri"/>
                <a:cs typeface="Calibri"/>
              </a:rPr>
              <a:t>,</a:t>
            </a:r>
            <a:r>
              <a:rPr sz="2800" spc="-30" dirty="0">
                <a:latin typeface="Calibri"/>
                <a:cs typeface="Calibri"/>
              </a:rPr>
              <a:t> </a:t>
            </a:r>
            <a:r>
              <a:rPr sz="2800" dirty="0">
                <a:latin typeface="Calibri"/>
                <a:cs typeface="Calibri"/>
              </a:rPr>
              <a:t>0</a:t>
            </a:r>
            <a:r>
              <a:rPr sz="2800" spc="-15" dirty="0">
                <a:latin typeface="Calibri"/>
                <a:cs typeface="Calibri"/>
              </a:rPr>
              <a:t> </a:t>
            </a:r>
            <a:r>
              <a:rPr sz="2800" dirty="0">
                <a:latin typeface="Calibri"/>
                <a:cs typeface="Calibri"/>
              </a:rPr>
              <a:t>vàng</a:t>
            </a:r>
            <a:r>
              <a:rPr sz="2800" spc="5" dirty="0">
                <a:latin typeface="Calibri"/>
                <a:cs typeface="Calibri"/>
              </a:rPr>
              <a:t> </a:t>
            </a:r>
            <a:r>
              <a:rPr sz="2800" dirty="0">
                <a:latin typeface="Wingdings"/>
                <a:cs typeface="Wingdings"/>
              </a:rPr>
              <a:t></a:t>
            </a:r>
            <a:r>
              <a:rPr sz="2800" spc="-95" dirty="0">
                <a:latin typeface="Times New Roman"/>
                <a:cs typeface="Times New Roman"/>
              </a:rPr>
              <a:t> </a:t>
            </a:r>
            <a:r>
              <a:rPr sz="2800" b="1" dirty="0">
                <a:latin typeface="Calibri"/>
                <a:cs typeface="Calibri"/>
              </a:rPr>
              <a:t>+</a:t>
            </a:r>
            <a:r>
              <a:rPr sz="2800" b="1" spc="-15" dirty="0">
                <a:latin typeface="Calibri"/>
                <a:cs typeface="Calibri"/>
              </a:rPr>
              <a:t> </a:t>
            </a:r>
            <a:r>
              <a:rPr sz="2800" b="1" dirty="0">
                <a:latin typeface="Calibri"/>
                <a:cs typeface="Calibri"/>
              </a:rPr>
              <a:t>+</a:t>
            </a:r>
            <a:r>
              <a:rPr sz="2800" b="1" spc="-15" dirty="0">
                <a:latin typeface="Calibri"/>
                <a:cs typeface="Calibri"/>
              </a:rPr>
              <a:t> </a:t>
            </a:r>
            <a:r>
              <a:rPr sz="2800" b="1" dirty="0">
                <a:latin typeface="Calibri"/>
                <a:cs typeface="Calibri"/>
              </a:rPr>
              <a:t>+</a:t>
            </a:r>
            <a:r>
              <a:rPr sz="2800" b="1" spc="-20" dirty="0">
                <a:latin typeface="Calibri"/>
                <a:cs typeface="Calibri"/>
              </a:rPr>
              <a:t> </a:t>
            </a:r>
            <a:r>
              <a:rPr sz="2800" b="1" dirty="0">
                <a:latin typeface="Calibri"/>
                <a:cs typeface="Calibri"/>
              </a:rPr>
              <a:t>-</a:t>
            </a:r>
            <a:r>
              <a:rPr sz="2800" b="1" spc="-15" dirty="0">
                <a:latin typeface="Calibri"/>
                <a:cs typeface="Calibri"/>
              </a:rPr>
              <a:t> </a:t>
            </a:r>
            <a:r>
              <a:rPr sz="2800" b="1" dirty="0">
                <a:latin typeface="Calibri"/>
                <a:cs typeface="Calibri"/>
              </a:rPr>
              <a:t>+</a:t>
            </a:r>
            <a:r>
              <a:rPr sz="2800" b="1" spc="-20" dirty="0">
                <a:latin typeface="Calibri"/>
                <a:cs typeface="Calibri"/>
              </a:rPr>
              <a:t> </a:t>
            </a:r>
            <a:r>
              <a:rPr sz="2800" b="1" spc="-50" dirty="0">
                <a:latin typeface="Calibri"/>
                <a:cs typeface="Calibri"/>
              </a:rPr>
              <a:t>- </a:t>
            </a:r>
            <a:r>
              <a:rPr sz="2800" dirty="0">
                <a:latin typeface="Calibri"/>
                <a:cs typeface="Calibri"/>
              </a:rPr>
              <a:t>có</a:t>
            </a:r>
            <a:r>
              <a:rPr sz="2800" spc="-45" dirty="0">
                <a:latin typeface="Calibri"/>
                <a:cs typeface="Calibri"/>
              </a:rPr>
              <a:t> </a:t>
            </a:r>
            <a:r>
              <a:rPr sz="2800" dirty="0">
                <a:latin typeface="Calibri"/>
                <a:cs typeface="Calibri"/>
              </a:rPr>
              <a:t>thể</a:t>
            </a:r>
            <a:r>
              <a:rPr sz="2800" spc="-45" dirty="0">
                <a:latin typeface="Calibri"/>
                <a:cs typeface="Calibri"/>
              </a:rPr>
              <a:t> </a:t>
            </a:r>
            <a:r>
              <a:rPr sz="2800" dirty="0">
                <a:latin typeface="Calibri"/>
                <a:cs typeface="Calibri"/>
              </a:rPr>
              <a:t>xem</a:t>
            </a:r>
            <a:r>
              <a:rPr sz="2800" spc="-60" dirty="0">
                <a:latin typeface="Calibri"/>
                <a:cs typeface="Calibri"/>
              </a:rPr>
              <a:t> </a:t>
            </a:r>
            <a:r>
              <a:rPr sz="2800" dirty="0">
                <a:latin typeface="Calibri"/>
                <a:cs typeface="Calibri"/>
              </a:rPr>
              <a:t>4</a:t>
            </a:r>
            <a:r>
              <a:rPr sz="2800" spc="-40" dirty="0">
                <a:latin typeface="Calibri"/>
                <a:cs typeface="Calibri"/>
              </a:rPr>
              <a:t> </a:t>
            </a:r>
            <a:r>
              <a:rPr sz="2800" dirty="0">
                <a:latin typeface="Calibri"/>
                <a:cs typeface="Calibri"/>
              </a:rPr>
              <a:t>và</a:t>
            </a:r>
            <a:r>
              <a:rPr sz="2800" spc="-55" dirty="0">
                <a:latin typeface="Calibri"/>
                <a:cs typeface="Calibri"/>
              </a:rPr>
              <a:t> </a:t>
            </a:r>
            <a:r>
              <a:rPr sz="2800" dirty="0">
                <a:latin typeface="Calibri"/>
                <a:cs typeface="Calibri"/>
              </a:rPr>
              <a:t>6</a:t>
            </a:r>
            <a:r>
              <a:rPr sz="2800" spc="-45" dirty="0">
                <a:latin typeface="Calibri"/>
                <a:cs typeface="Calibri"/>
              </a:rPr>
              <a:t> </a:t>
            </a:r>
            <a:r>
              <a:rPr sz="2800" dirty="0">
                <a:latin typeface="Calibri"/>
                <a:cs typeface="Calibri"/>
              </a:rPr>
              <a:t>trong</a:t>
            </a:r>
            <a:r>
              <a:rPr sz="2800" spc="-35" dirty="0">
                <a:latin typeface="Calibri"/>
                <a:cs typeface="Calibri"/>
              </a:rPr>
              <a:t> </a:t>
            </a:r>
            <a:r>
              <a:rPr sz="2800" dirty="0">
                <a:latin typeface="Calibri"/>
                <a:cs typeface="Calibri"/>
              </a:rPr>
              <a:t>B</a:t>
            </a:r>
            <a:r>
              <a:rPr sz="2800" spc="-55" dirty="0">
                <a:latin typeface="Calibri"/>
                <a:cs typeface="Calibri"/>
              </a:rPr>
              <a:t> </a:t>
            </a:r>
            <a:r>
              <a:rPr sz="2800" dirty="0">
                <a:latin typeface="Calibri"/>
                <a:cs typeface="Calibri"/>
              </a:rPr>
              <a:t>được</a:t>
            </a:r>
            <a:r>
              <a:rPr sz="2800" spc="-25" dirty="0">
                <a:latin typeface="Calibri"/>
                <a:cs typeface="Calibri"/>
              </a:rPr>
              <a:t> </a:t>
            </a:r>
            <a:r>
              <a:rPr sz="2800" dirty="0">
                <a:latin typeface="Calibri"/>
                <a:cs typeface="Calibri"/>
              </a:rPr>
              <a:t>chọn</a:t>
            </a:r>
            <a:r>
              <a:rPr sz="2800" spc="-40" dirty="0">
                <a:latin typeface="Calibri"/>
                <a:cs typeface="Calibri"/>
              </a:rPr>
              <a:t> </a:t>
            </a:r>
            <a:r>
              <a:rPr sz="2800" dirty="0">
                <a:latin typeface="Calibri"/>
                <a:cs typeface="Calibri"/>
              </a:rPr>
              <a:t>(</a:t>
            </a:r>
            <a:r>
              <a:rPr sz="2800" spc="-45" dirty="0">
                <a:latin typeface="Calibri"/>
                <a:cs typeface="Calibri"/>
              </a:rPr>
              <a:t> </a:t>
            </a:r>
            <a:r>
              <a:rPr sz="2800" dirty="0">
                <a:latin typeface="Calibri"/>
                <a:cs typeface="Calibri"/>
              </a:rPr>
              <a:t>dấu</a:t>
            </a:r>
            <a:r>
              <a:rPr sz="2800" spc="-10" dirty="0">
                <a:latin typeface="Calibri"/>
                <a:cs typeface="Calibri"/>
              </a:rPr>
              <a:t> </a:t>
            </a:r>
            <a:r>
              <a:rPr sz="2800" spc="-20" dirty="0">
                <a:latin typeface="Calibri"/>
                <a:cs typeface="Calibri"/>
              </a:rPr>
              <a:t>-</a:t>
            </a:r>
            <a:r>
              <a:rPr sz="2800" spc="-25" dirty="0">
                <a:latin typeface="Calibri"/>
                <a:cs typeface="Calibri"/>
              </a:rPr>
              <a:t>), </a:t>
            </a:r>
            <a:r>
              <a:rPr sz="2800" b="1" dirty="0">
                <a:latin typeface="Calibri"/>
                <a:cs typeface="Calibri"/>
              </a:rPr>
              <a:t>c</a:t>
            </a:r>
            <a:r>
              <a:rPr sz="2800" b="1" spc="-40" dirty="0">
                <a:latin typeface="Calibri"/>
                <a:cs typeface="Calibri"/>
              </a:rPr>
              <a:t> </a:t>
            </a:r>
            <a:r>
              <a:rPr sz="2800" b="1" dirty="0">
                <a:latin typeface="Calibri"/>
                <a:cs typeface="Calibri"/>
              </a:rPr>
              <a:t>)</a:t>
            </a:r>
            <a:r>
              <a:rPr sz="2800" b="1" spc="-35" dirty="0">
                <a:latin typeface="Calibri"/>
                <a:cs typeface="Calibri"/>
              </a:rPr>
              <a:t> </a:t>
            </a:r>
            <a:r>
              <a:rPr sz="2800" dirty="0">
                <a:latin typeface="Calibri"/>
                <a:cs typeface="Calibri"/>
              </a:rPr>
              <a:t>Chọn</a:t>
            </a:r>
            <a:r>
              <a:rPr sz="2800" spc="-30" dirty="0">
                <a:latin typeface="Calibri"/>
                <a:cs typeface="Calibri"/>
              </a:rPr>
              <a:t> </a:t>
            </a:r>
            <a:r>
              <a:rPr sz="2800" dirty="0">
                <a:latin typeface="Calibri"/>
                <a:cs typeface="Calibri"/>
              </a:rPr>
              <a:t>0</a:t>
            </a:r>
            <a:r>
              <a:rPr sz="2800" spc="-35" dirty="0">
                <a:latin typeface="Calibri"/>
                <a:cs typeface="Calibri"/>
              </a:rPr>
              <a:t> </a:t>
            </a:r>
            <a:r>
              <a:rPr sz="2800" dirty="0">
                <a:latin typeface="Calibri"/>
                <a:cs typeface="Calibri"/>
              </a:rPr>
              <a:t>xanh</a:t>
            </a:r>
            <a:r>
              <a:rPr sz="2800" spc="-35" dirty="0">
                <a:latin typeface="Calibri"/>
                <a:cs typeface="Calibri"/>
              </a:rPr>
              <a:t> </a:t>
            </a:r>
            <a:r>
              <a:rPr sz="2800" dirty="0">
                <a:latin typeface="Calibri"/>
                <a:cs typeface="Calibri"/>
              </a:rPr>
              <a:t>,</a:t>
            </a:r>
            <a:r>
              <a:rPr sz="2800" spc="-35" dirty="0">
                <a:latin typeface="Calibri"/>
                <a:cs typeface="Calibri"/>
              </a:rPr>
              <a:t> </a:t>
            </a:r>
            <a:r>
              <a:rPr sz="2800" dirty="0">
                <a:latin typeface="Calibri"/>
                <a:cs typeface="Calibri"/>
              </a:rPr>
              <a:t>4</a:t>
            </a:r>
            <a:r>
              <a:rPr sz="2800" spc="-30" dirty="0">
                <a:latin typeface="Calibri"/>
                <a:cs typeface="Calibri"/>
              </a:rPr>
              <a:t> </a:t>
            </a:r>
            <a:r>
              <a:rPr sz="2800" dirty="0">
                <a:latin typeface="Calibri"/>
                <a:cs typeface="Calibri"/>
              </a:rPr>
              <a:t>đỏ,</a:t>
            </a:r>
            <a:r>
              <a:rPr sz="2800" spc="-45" dirty="0">
                <a:latin typeface="Calibri"/>
                <a:cs typeface="Calibri"/>
              </a:rPr>
              <a:t> </a:t>
            </a:r>
            <a:r>
              <a:rPr sz="2800" dirty="0">
                <a:latin typeface="Calibri"/>
                <a:cs typeface="Calibri"/>
              </a:rPr>
              <a:t>0</a:t>
            </a:r>
            <a:r>
              <a:rPr sz="2800" spc="-30" dirty="0">
                <a:latin typeface="Calibri"/>
                <a:cs typeface="Calibri"/>
              </a:rPr>
              <a:t> </a:t>
            </a:r>
            <a:r>
              <a:rPr sz="2800" dirty="0">
                <a:latin typeface="Calibri"/>
                <a:cs typeface="Calibri"/>
              </a:rPr>
              <a:t>vàng</a:t>
            </a:r>
            <a:r>
              <a:rPr sz="2800" spc="-30" dirty="0">
                <a:latin typeface="Calibri"/>
                <a:cs typeface="Calibri"/>
              </a:rPr>
              <a:t> </a:t>
            </a:r>
            <a:r>
              <a:rPr sz="2800" spc="-50" dirty="0">
                <a:latin typeface="Wingdings"/>
                <a:cs typeface="Wingdings"/>
              </a:rPr>
              <a:t></a:t>
            </a:r>
            <a:r>
              <a:rPr sz="2800" dirty="0">
                <a:latin typeface="Times New Roman"/>
                <a:cs typeface="Times New Roman"/>
              </a:rPr>
              <a:t>	</a:t>
            </a:r>
            <a:r>
              <a:rPr sz="2800" b="1" dirty="0">
                <a:latin typeface="Calibri"/>
                <a:cs typeface="Calibri"/>
              </a:rPr>
              <a:t>-</a:t>
            </a:r>
            <a:r>
              <a:rPr sz="2800" b="1" spc="-5" dirty="0">
                <a:latin typeface="Calibri"/>
                <a:cs typeface="Calibri"/>
              </a:rPr>
              <a:t> </a:t>
            </a:r>
            <a:r>
              <a:rPr sz="2800" b="1" dirty="0">
                <a:latin typeface="Calibri"/>
                <a:cs typeface="Calibri"/>
              </a:rPr>
              <a:t>+</a:t>
            </a:r>
            <a:r>
              <a:rPr sz="2800" b="1" spc="-5" dirty="0">
                <a:latin typeface="Calibri"/>
                <a:cs typeface="Calibri"/>
              </a:rPr>
              <a:t> </a:t>
            </a:r>
            <a:r>
              <a:rPr sz="2800" b="1" dirty="0">
                <a:latin typeface="Calibri"/>
                <a:cs typeface="Calibri"/>
              </a:rPr>
              <a:t>+</a:t>
            </a:r>
            <a:r>
              <a:rPr sz="2800" b="1" spc="-15" dirty="0">
                <a:latin typeface="Calibri"/>
                <a:cs typeface="Calibri"/>
              </a:rPr>
              <a:t> </a:t>
            </a:r>
            <a:r>
              <a:rPr sz="2800" b="1" dirty="0">
                <a:latin typeface="Calibri"/>
                <a:cs typeface="Calibri"/>
              </a:rPr>
              <a:t>+ +</a:t>
            </a:r>
            <a:r>
              <a:rPr sz="2800" b="1" spc="10" dirty="0">
                <a:latin typeface="Calibri"/>
                <a:cs typeface="Calibri"/>
              </a:rPr>
              <a:t> </a:t>
            </a:r>
            <a:r>
              <a:rPr sz="2800" b="1" spc="-50" dirty="0">
                <a:latin typeface="Calibri"/>
                <a:cs typeface="Calibri"/>
              </a:rPr>
              <a:t>-</a:t>
            </a:r>
            <a:endParaRPr sz="2800">
              <a:latin typeface="Calibri"/>
              <a:cs typeface="Calibri"/>
            </a:endParaRPr>
          </a:p>
          <a:p>
            <a:pPr marL="76200" marR="17780">
              <a:lnSpc>
                <a:spcPct val="100000"/>
              </a:lnSpc>
              <a:spcBef>
                <a:spcPts val="650"/>
              </a:spcBef>
            </a:pPr>
            <a:r>
              <a:rPr sz="2800" dirty="0">
                <a:latin typeface="Calibri"/>
                <a:cs typeface="Calibri"/>
              </a:rPr>
              <a:t>có</a:t>
            </a:r>
            <a:r>
              <a:rPr sz="2800" spc="-35" dirty="0">
                <a:latin typeface="Calibri"/>
                <a:cs typeface="Calibri"/>
              </a:rPr>
              <a:t> </a:t>
            </a:r>
            <a:r>
              <a:rPr sz="2800" dirty="0">
                <a:latin typeface="Calibri"/>
                <a:cs typeface="Calibri"/>
              </a:rPr>
              <a:t>thể</a:t>
            </a:r>
            <a:r>
              <a:rPr sz="2800" spc="-40" dirty="0">
                <a:latin typeface="Calibri"/>
                <a:cs typeface="Calibri"/>
              </a:rPr>
              <a:t> </a:t>
            </a:r>
            <a:r>
              <a:rPr sz="2800" dirty="0">
                <a:latin typeface="Calibri"/>
                <a:cs typeface="Calibri"/>
              </a:rPr>
              <a:t>xem</a:t>
            </a:r>
            <a:r>
              <a:rPr sz="2800" spc="-45" dirty="0">
                <a:latin typeface="Calibri"/>
                <a:cs typeface="Calibri"/>
              </a:rPr>
              <a:t> </a:t>
            </a:r>
            <a:r>
              <a:rPr sz="2800" dirty="0">
                <a:latin typeface="Calibri"/>
                <a:cs typeface="Calibri"/>
              </a:rPr>
              <a:t>1</a:t>
            </a:r>
            <a:r>
              <a:rPr sz="2800" spc="-35" dirty="0">
                <a:latin typeface="Calibri"/>
                <a:cs typeface="Calibri"/>
              </a:rPr>
              <a:t> </a:t>
            </a:r>
            <a:r>
              <a:rPr sz="2800" dirty="0">
                <a:latin typeface="Calibri"/>
                <a:cs typeface="Calibri"/>
              </a:rPr>
              <a:t>và</a:t>
            </a:r>
            <a:r>
              <a:rPr sz="2800" spc="-40" dirty="0">
                <a:latin typeface="Calibri"/>
                <a:cs typeface="Calibri"/>
              </a:rPr>
              <a:t> </a:t>
            </a:r>
            <a:r>
              <a:rPr sz="2800" dirty="0">
                <a:latin typeface="Calibri"/>
                <a:cs typeface="Calibri"/>
              </a:rPr>
              <a:t>6</a:t>
            </a:r>
            <a:r>
              <a:rPr sz="2800" spc="-45" dirty="0">
                <a:latin typeface="Calibri"/>
                <a:cs typeface="Calibri"/>
              </a:rPr>
              <a:t> </a:t>
            </a:r>
            <a:r>
              <a:rPr sz="2800" dirty="0">
                <a:latin typeface="Calibri"/>
                <a:cs typeface="Calibri"/>
              </a:rPr>
              <a:t>trong</a:t>
            </a:r>
            <a:r>
              <a:rPr sz="2800" spc="-30" dirty="0">
                <a:latin typeface="Calibri"/>
                <a:cs typeface="Calibri"/>
              </a:rPr>
              <a:t> </a:t>
            </a:r>
            <a:r>
              <a:rPr sz="2800" dirty="0">
                <a:latin typeface="Calibri"/>
                <a:cs typeface="Calibri"/>
              </a:rPr>
              <a:t>B</a:t>
            </a:r>
            <a:r>
              <a:rPr sz="2800" spc="-45" dirty="0">
                <a:latin typeface="Calibri"/>
                <a:cs typeface="Calibri"/>
              </a:rPr>
              <a:t> </a:t>
            </a:r>
            <a:r>
              <a:rPr sz="2800" dirty="0">
                <a:latin typeface="Calibri"/>
                <a:cs typeface="Calibri"/>
              </a:rPr>
              <a:t>được</a:t>
            </a:r>
            <a:r>
              <a:rPr sz="2800" spc="-15" dirty="0">
                <a:latin typeface="Calibri"/>
                <a:cs typeface="Calibri"/>
              </a:rPr>
              <a:t> </a:t>
            </a:r>
            <a:r>
              <a:rPr sz="2800" dirty="0">
                <a:latin typeface="Calibri"/>
                <a:cs typeface="Calibri"/>
              </a:rPr>
              <a:t>chọn</a:t>
            </a:r>
            <a:r>
              <a:rPr sz="2800" spc="-35" dirty="0">
                <a:latin typeface="Calibri"/>
                <a:cs typeface="Calibri"/>
              </a:rPr>
              <a:t> </a:t>
            </a:r>
            <a:r>
              <a:rPr sz="2800" dirty="0">
                <a:latin typeface="Calibri"/>
                <a:cs typeface="Calibri"/>
              </a:rPr>
              <a:t>(</a:t>
            </a:r>
            <a:r>
              <a:rPr sz="2800" spc="-40" dirty="0">
                <a:latin typeface="Calibri"/>
                <a:cs typeface="Calibri"/>
              </a:rPr>
              <a:t> </a:t>
            </a:r>
            <a:r>
              <a:rPr sz="2800" dirty="0">
                <a:latin typeface="Calibri"/>
                <a:cs typeface="Calibri"/>
              </a:rPr>
              <a:t>dấu </a:t>
            </a:r>
            <a:r>
              <a:rPr sz="2800" spc="-20" dirty="0">
                <a:latin typeface="Calibri"/>
                <a:cs typeface="Calibri"/>
              </a:rPr>
              <a:t>-</a:t>
            </a:r>
            <a:r>
              <a:rPr sz="2800" dirty="0">
                <a:latin typeface="Calibri"/>
                <a:cs typeface="Calibri"/>
              </a:rPr>
              <a:t>).</a:t>
            </a:r>
            <a:r>
              <a:rPr sz="2800" spc="-25" dirty="0">
                <a:latin typeface="Calibri"/>
                <a:cs typeface="Calibri"/>
              </a:rPr>
              <a:t> </a:t>
            </a:r>
            <a:r>
              <a:rPr sz="2800" spc="-35" dirty="0">
                <a:latin typeface="Calibri"/>
                <a:cs typeface="Calibri"/>
              </a:rPr>
              <a:t>Vậy</a:t>
            </a:r>
            <a:r>
              <a:rPr sz="2800" spc="-40" dirty="0">
                <a:latin typeface="Calibri"/>
                <a:cs typeface="Calibri"/>
              </a:rPr>
              <a:t> </a:t>
            </a:r>
            <a:r>
              <a:rPr sz="2800" dirty="0">
                <a:latin typeface="Calibri"/>
                <a:cs typeface="Calibri"/>
              </a:rPr>
              <a:t>lời</a:t>
            </a:r>
            <a:r>
              <a:rPr sz="2800" spc="-35" dirty="0">
                <a:latin typeface="Calibri"/>
                <a:cs typeface="Calibri"/>
              </a:rPr>
              <a:t> </a:t>
            </a:r>
            <a:r>
              <a:rPr sz="2800" spc="-20" dirty="0">
                <a:latin typeface="Calibri"/>
                <a:cs typeface="Calibri"/>
              </a:rPr>
              <a:t>giải </a:t>
            </a:r>
            <a:r>
              <a:rPr sz="2800" dirty="0">
                <a:latin typeface="Calibri"/>
                <a:cs typeface="Calibri"/>
              </a:rPr>
              <a:t>của</a:t>
            </a:r>
            <a:r>
              <a:rPr sz="2800" spc="-45" dirty="0">
                <a:latin typeface="Calibri"/>
                <a:cs typeface="Calibri"/>
              </a:rPr>
              <a:t> </a:t>
            </a:r>
            <a:r>
              <a:rPr sz="2800" dirty="0">
                <a:latin typeface="Calibri"/>
                <a:cs typeface="Calibri"/>
              </a:rPr>
              <a:t>bài</a:t>
            </a:r>
            <a:r>
              <a:rPr sz="2800" spc="-45" dirty="0">
                <a:latin typeface="Calibri"/>
                <a:cs typeface="Calibri"/>
              </a:rPr>
              <a:t> </a:t>
            </a:r>
            <a:r>
              <a:rPr sz="2800" dirty="0">
                <a:latin typeface="Calibri"/>
                <a:cs typeface="Calibri"/>
              </a:rPr>
              <a:t>toán</a:t>
            </a:r>
            <a:r>
              <a:rPr sz="2800" spc="-50" dirty="0">
                <a:latin typeface="Calibri"/>
                <a:cs typeface="Calibri"/>
              </a:rPr>
              <a:t> </a:t>
            </a:r>
            <a:r>
              <a:rPr sz="2800" dirty="0">
                <a:latin typeface="Calibri"/>
                <a:cs typeface="Calibri"/>
              </a:rPr>
              <a:t>là</a:t>
            </a:r>
            <a:r>
              <a:rPr sz="2800" spc="-50" dirty="0">
                <a:latin typeface="Calibri"/>
                <a:cs typeface="Calibri"/>
              </a:rPr>
              <a:t> </a:t>
            </a:r>
            <a:r>
              <a:rPr sz="2800" dirty="0">
                <a:latin typeface="Calibri"/>
                <a:cs typeface="Calibri"/>
              </a:rPr>
              <a:t>số</a:t>
            </a:r>
            <a:r>
              <a:rPr sz="2800" spc="-40" dirty="0">
                <a:latin typeface="Calibri"/>
                <a:cs typeface="Calibri"/>
              </a:rPr>
              <a:t> </a:t>
            </a:r>
            <a:r>
              <a:rPr sz="2800" dirty="0">
                <a:latin typeface="Calibri"/>
                <a:cs typeface="Calibri"/>
              </a:rPr>
              <a:t>cách</a:t>
            </a:r>
            <a:r>
              <a:rPr sz="2800" spc="-50" dirty="0">
                <a:latin typeface="Calibri"/>
                <a:cs typeface="Calibri"/>
              </a:rPr>
              <a:t> </a:t>
            </a:r>
            <a:r>
              <a:rPr sz="2800" dirty="0">
                <a:latin typeface="Calibri"/>
                <a:cs typeface="Calibri"/>
              </a:rPr>
              <a:t>chọn</a:t>
            </a:r>
            <a:r>
              <a:rPr sz="2800" spc="-30" dirty="0">
                <a:latin typeface="Calibri"/>
                <a:cs typeface="Calibri"/>
              </a:rPr>
              <a:t> </a:t>
            </a:r>
            <a:r>
              <a:rPr sz="2800" dirty="0">
                <a:latin typeface="Calibri"/>
                <a:cs typeface="Calibri"/>
              </a:rPr>
              <a:t>các</a:t>
            </a:r>
            <a:r>
              <a:rPr sz="2800" spc="-45" dirty="0">
                <a:latin typeface="Calibri"/>
                <a:cs typeface="Calibri"/>
              </a:rPr>
              <a:t> </a:t>
            </a:r>
            <a:r>
              <a:rPr sz="2800" dirty="0">
                <a:latin typeface="Calibri"/>
                <a:cs typeface="Calibri"/>
              </a:rPr>
              <a:t>tập</a:t>
            </a:r>
            <a:r>
              <a:rPr sz="2800" spc="-55" dirty="0">
                <a:latin typeface="Calibri"/>
                <a:cs typeface="Calibri"/>
              </a:rPr>
              <a:t> </a:t>
            </a:r>
            <a:r>
              <a:rPr sz="2800" dirty="0">
                <a:latin typeface="Calibri"/>
                <a:cs typeface="Calibri"/>
              </a:rPr>
              <a:t>con</a:t>
            </a:r>
            <a:r>
              <a:rPr sz="2800" spc="-40" dirty="0">
                <a:latin typeface="Calibri"/>
                <a:cs typeface="Calibri"/>
              </a:rPr>
              <a:t> </a:t>
            </a:r>
            <a:r>
              <a:rPr sz="2800" dirty="0">
                <a:latin typeface="Calibri"/>
                <a:cs typeface="Calibri"/>
              </a:rPr>
              <a:t>có</a:t>
            </a:r>
            <a:r>
              <a:rPr sz="2800" spc="-40" dirty="0">
                <a:latin typeface="Calibri"/>
                <a:cs typeface="Calibri"/>
              </a:rPr>
              <a:t> </a:t>
            </a:r>
            <a:r>
              <a:rPr sz="2800" dirty="0">
                <a:latin typeface="Calibri"/>
                <a:cs typeface="Calibri"/>
              </a:rPr>
              <a:t>2</a:t>
            </a:r>
            <a:r>
              <a:rPr sz="2800" spc="-55" dirty="0">
                <a:latin typeface="Calibri"/>
                <a:cs typeface="Calibri"/>
              </a:rPr>
              <a:t> </a:t>
            </a:r>
            <a:r>
              <a:rPr sz="2800" dirty="0">
                <a:latin typeface="Calibri"/>
                <a:cs typeface="Calibri"/>
              </a:rPr>
              <a:t>phần</a:t>
            </a:r>
            <a:r>
              <a:rPr sz="2800" spc="-20" dirty="0">
                <a:latin typeface="Calibri"/>
                <a:cs typeface="Calibri"/>
              </a:rPr>
              <a:t> </a:t>
            </a:r>
            <a:r>
              <a:rPr sz="2800" spc="-25" dirty="0">
                <a:latin typeface="Calibri"/>
                <a:cs typeface="Calibri"/>
              </a:rPr>
              <a:t>tử </a:t>
            </a:r>
            <a:r>
              <a:rPr sz="2800" dirty="0">
                <a:latin typeface="Calibri"/>
                <a:cs typeface="Calibri"/>
              </a:rPr>
              <a:t>trong</a:t>
            </a:r>
            <a:r>
              <a:rPr sz="2800" spc="-110" dirty="0">
                <a:latin typeface="Calibri"/>
                <a:cs typeface="Calibri"/>
              </a:rPr>
              <a:t> </a:t>
            </a:r>
            <a:r>
              <a:rPr sz="2800" spc="-25" dirty="0">
                <a:latin typeface="Calibri"/>
                <a:cs typeface="Calibri"/>
              </a:rPr>
              <a:t>B.</a:t>
            </a:r>
            <a:endParaRPr sz="2800">
              <a:latin typeface="Calibri"/>
              <a:cs typeface="Calibri"/>
            </a:endParaRPr>
          </a:p>
          <a:p>
            <a:pPr marL="76200">
              <a:lnSpc>
                <a:spcPts val="2395"/>
              </a:lnSpc>
              <a:spcBef>
                <a:spcPts val="890"/>
              </a:spcBef>
              <a:tabLst>
                <a:tab pos="1958339" algn="l"/>
              </a:tabLst>
            </a:pPr>
            <a:r>
              <a:rPr sz="2800" dirty="0">
                <a:latin typeface="Calibri"/>
                <a:cs typeface="Calibri"/>
              </a:rPr>
              <a:t>KQ</a:t>
            </a:r>
            <a:r>
              <a:rPr sz="2800" spc="-80" dirty="0">
                <a:latin typeface="Calibri"/>
                <a:cs typeface="Calibri"/>
              </a:rPr>
              <a:t> </a:t>
            </a:r>
            <a:r>
              <a:rPr sz="2800" dirty="0">
                <a:latin typeface="Calibri"/>
                <a:cs typeface="Calibri"/>
              </a:rPr>
              <a:t>=</a:t>
            </a:r>
            <a:r>
              <a:rPr sz="2800" spc="-75" dirty="0">
                <a:latin typeface="Calibri"/>
                <a:cs typeface="Calibri"/>
              </a:rPr>
              <a:t> </a:t>
            </a:r>
            <a:r>
              <a:rPr sz="2800" spc="-20" dirty="0">
                <a:latin typeface="Cambria Math"/>
                <a:cs typeface="Cambria Math"/>
              </a:rPr>
              <a:t>C</a:t>
            </a:r>
            <a:r>
              <a:rPr sz="3075" spc="-30" baseline="29810" dirty="0">
                <a:solidFill>
                  <a:srgbClr val="FF0000"/>
                </a:solidFill>
                <a:latin typeface="Cambria Math"/>
                <a:cs typeface="Cambria Math"/>
              </a:rPr>
              <a:t>3</a:t>
            </a:r>
            <a:r>
              <a:rPr sz="3075" spc="-30" baseline="29810" dirty="0">
                <a:latin typeface="Cambria Math"/>
                <a:cs typeface="Cambria Math"/>
              </a:rPr>
              <a:t>−1</a:t>
            </a:r>
            <a:r>
              <a:rPr sz="3075" baseline="29810" dirty="0">
                <a:latin typeface="Cambria Math"/>
                <a:cs typeface="Cambria Math"/>
              </a:rPr>
              <a:t>	</a:t>
            </a:r>
            <a:r>
              <a:rPr sz="2800" dirty="0">
                <a:latin typeface="Calibri"/>
                <a:cs typeface="Calibri"/>
              </a:rPr>
              <a:t>= </a:t>
            </a:r>
            <a:r>
              <a:rPr sz="2800" spc="-25" dirty="0">
                <a:latin typeface="Calibri"/>
                <a:cs typeface="Calibri"/>
              </a:rPr>
              <a:t>15.</a:t>
            </a:r>
            <a:endParaRPr sz="2800">
              <a:latin typeface="Calibri"/>
              <a:cs typeface="Calibri"/>
            </a:endParaRPr>
          </a:p>
          <a:p>
            <a:pPr marL="1022350">
              <a:lnSpc>
                <a:spcPts val="1495"/>
              </a:lnSpc>
            </a:pPr>
            <a:r>
              <a:rPr sz="2050" spc="-10" dirty="0">
                <a:latin typeface="Cambria Math"/>
                <a:cs typeface="Cambria Math"/>
              </a:rPr>
              <a:t>𝟒+</a:t>
            </a:r>
            <a:r>
              <a:rPr sz="2050" spc="-10" dirty="0">
                <a:solidFill>
                  <a:srgbClr val="FF0000"/>
                </a:solidFill>
                <a:latin typeface="Cambria Math"/>
                <a:cs typeface="Cambria Math"/>
              </a:rPr>
              <a:t>𝟑</a:t>
            </a:r>
            <a:r>
              <a:rPr sz="2050" spc="-10" dirty="0">
                <a:latin typeface="Cambria Math"/>
                <a:cs typeface="Cambria Math"/>
              </a:rPr>
              <a:t>−1</a:t>
            </a:r>
            <a:endParaRPr sz="2050">
              <a:latin typeface="Cambria Math"/>
              <a:cs typeface="Cambria Math"/>
            </a:endParaRP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34340" y="229260"/>
            <a:ext cx="7605395" cy="6086475"/>
          </a:xfrm>
          <a:prstGeom prst="rect">
            <a:avLst/>
          </a:prstGeom>
        </p:spPr>
        <p:txBody>
          <a:bodyPr vert="horz" wrap="square" lIns="0" tIns="97790" rIns="0" bIns="0" rtlCol="0">
            <a:spAutoFit/>
          </a:bodyPr>
          <a:lstStyle/>
          <a:p>
            <a:pPr marL="38100">
              <a:lnSpc>
                <a:spcPct val="100000"/>
              </a:lnSpc>
              <a:spcBef>
                <a:spcPts val="770"/>
              </a:spcBef>
            </a:pPr>
            <a:r>
              <a:rPr sz="2800" b="1" dirty="0">
                <a:latin typeface="Calibri"/>
                <a:cs typeface="Calibri"/>
              </a:rPr>
              <a:t>Ví</a:t>
            </a:r>
            <a:r>
              <a:rPr sz="2800" b="1" spc="-40" dirty="0">
                <a:latin typeface="Calibri"/>
                <a:cs typeface="Calibri"/>
              </a:rPr>
              <a:t> </a:t>
            </a:r>
            <a:r>
              <a:rPr sz="2800" b="1" dirty="0">
                <a:latin typeface="Calibri"/>
                <a:cs typeface="Calibri"/>
              </a:rPr>
              <a:t>dụ</a:t>
            </a:r>
            <a:r>
              <a:rPr sz="2800" b="1" spc="-40" dirty="0">
                <a:latin typeface="Calibri"/>
                <a:cs typeface="Calibri"/>
              </a:rPr>
              <a:t> </a:t>
            </a:r>
            <a:r>
              <a:rPr sz="2800" b="1" dirty="0">
                <a:latin typeface="Calibri"/>
                <a:cs typeface="Calibri"/>
              </a:rPr>
              <a:t>3</a:t>
            </a:r>
            <a:r>
              <a:rPr sz="2800" b="1" spc="-25" dirty="0">
                <a:latin typeface="Calibri"/>
                <a:cs typeface="Calibri"/>
              </a:rPr>
              <a:t> </a:t>
            </a:r>
            <a:r>
              <a:rPr sz="2800" b="1" dirty="0">
                <a:latin typeface="Calibri"/>
                <a:cs typeface="Calibri"/>
              </a:rPr>
              <a:t>:</a:t>
            </a:r>
            <a:r>
              <a:rPr sz="2800" b="1" spc="-30" dirty="0">
                <a:latin typeface="Calibri"/>
                <a:cs typeface="Calibri"/>
              </a:rPr>
              <a:t> </a:t>
            </a:r>
            <a:r>
              <a:rPr sz="2800" dirty="0">
                <a:latin typeface="Calibri"/>
                <a:cs typeface="Calibri"/>
              </a:rPr>
              <a:t>xét</a:t>
            </a:r>
            <a:r>
              <a:rPr sz="2800" spc="-45" dirty="0">
                <a:latin typeface="Calibri"/>
                <a:cs typeface="Calibri"/>
              </a:rPr>
              <a:t> </a:t>
            </a:r>
            <a:r>
              <a:rPr sz="2800" dirty="0">
                <a:latin typeface="Calibri"/>
                <a:cs typeface="Calibri"/>
              </a:rPr>
              <a:t>phương</a:t>
            </a:r>
            <a:r>
              <a:rPr sz="2800" spc="-5" dirty="0">
                <a:latin typeface="Calibri"/>
                <a:cs typeface="Calibri"/>
              </a:rPr>
              <a:t> </a:t>
            </a:r>
            <a:r>
              <a:rPr sz="2800" spc="-10" dirty="0">
                <a:latin typeface="Calibri"/>
                <a:cs typeface="Calibri"/>
              </a:rPr>
              <a:t>trình</a:t>
            </a:r>
            <a:endParaRPr sz="2800">
              <a:latin typeface="Calibri"/>
              <a:cs typeface="Calibri"/>
            </a:endParaRPr>
          </a:p>
          <a:p>
            <a:pPr marL="2548255">
              <a:lnSpc>
                <a:spcPct val="100000"/>
              </a:lnSpc>
              <a:spcBef>
                <a:spcPts val="675"/>
              </a:spcBef>
            </a:pPr>
            <a:r>
              <a:rPr sz="2800" dirty="0">
                <a:latin typeface="Calibri"/>
                <a:cs typeface="Calibri"/>
              </a:rPr>
              <a:t>x</a:t>
            </a:r>
            <a:r>
              <a:rPr sz="2775" baseline="-21021" dirty="0">
                <a:latin typeface="Calibri"/>
                <a:cs typeface="Calibri"/>
              </a:rPr>
              <a:t>1</a:t>
            </a:r>
            <a:r>
              <a:rPr sz="2775" spc="292" baseline="-21021" dirty="0">
                <a:latin typeface="Calibri"/>
                <a:cs typeface="Calibri"/>
              </a:rPr>
              <a:t> </a:t>
            </a:r>
            <a:r>
              <a:rPr sz="2800" dirty="0">
                <a:latin typeface="Calibri"/>
                <a:cs typeface="Calibri"/>
              </a:rPr>
              <a:t>+ x</a:t>
            </a:r>
            <a:r>
              <a:rPr sz="2775" baseline="-21021" dirty="0">
                <a:latin typeface="Calibri"/>
                <a:cs typeface="Calibri"/>
              </a:rPr>
              <a:t>2</a:t>
            </a:r>
            <a:r>
              <a:rPr sz="2775" spc="300" baseline="-21021" dirty="0">
                <a:latin typeface="Calibri"/>
                <a:cs typeface="Calibri"/>
              </a:rPr>
              <a:t> </a:t>
            </a:r>
            <a:r>
              <a:rPr sz="2800" dirty="0">
                <a:latin typeface="Calibri"/>
                <a:cs typeface="Calibri"/>
              </a:rPr>
              <a:t>+ x</a:t>
            </a:r>
            <a:r>
              <a:rPr sz="2775" baseline="-21021" dirty="0">
                <a:latin typeface="Calibri"/>
                <a:cs typeface="Calibri"/>
              </a:rPr>
              <a:t>3</a:t>
            </a:r>
            <a:r>
              <a:rPr sz="2775" spc="292" baseline="-21021" dirty="0">
                <a:latin typeface="Calibri"/>
                <a:cs typeface="Calibri"/>
              </a:rPr>
              <a:t> </a:t>
            </a:r>
            <a:r>
              <a:rPr sz="2800" dirty="0">
                <a:latin typeface="Calibri"/>
                <a:cs typeface="Calibri"/>
              </a:rPr>
              <a:t>= </a:t>
            </a:r>
            <a:r>
              <a:rPr sz="2800" spc="-50" dirty="0">
                <a:latin typeface="Calibri"/>
                <a:cs typeface="Calibri"/>
              </a:rPr>
              <a:t>4</a:t>
            </a:r>
            <a:endParaRPr sz="2800">
              <a:latin typeface="Calibri"/>
              <a:cs typeface="Calibri"/>
            </a:endParaRPr>
          </a:p>
          <a:p>
            <a:pPr marL="38100" marR="30480">
              <a:lnSpc>
                <a:spcPct val="100000"/>
              </a:lnSpc>
              <a:spcBef>
                <a:spcPts val="670"/>
              </a:spcBef>
            </a:pPr>
            <a:r>
              <a:rPr sz="2800" dirty="0">
                <a:latin typeface="Calibri"/>
                <a:cs typeface="Calibri"/>
              </a:rPr>
              <a:t>trong</a:t>
            </a:r>
            <a:r>
              <a:rPr sz="2800" spc="-35" dirty="0">
                <a:latin typeface="Calibri"/>
                <a:cs typeface="Calibri"/>
              </a:rPr>
              <a:t> </a:t>
            </a:r>
            <a:r>
              <a:rPr sz="2800" dirty="0">
                <a:latin typeface="Calibri"/>
                <a:cs typeface="Calibri"/>
              </a:rPr>
              <a:t>đó</a:t>
            </a:r>
            <a:r>
              <a:rPr sz="2800" spc="-40" dirty="0">
                <a:latin typeface="Calibri"/>
                <a:cs typeface="Calibri"/>
              </a:rPr>
              <a:t> </a:t>
            </a:r>
            <a:r>
              <a:rPr sz="2800" dirty="0">
                <a:latin typeface="Calibri"/>
                <a:cs typeface="Calibri"/>
              </a:rPr>
              <a:t>các</a:t>
            </a:r>
            <a:r>
              <a:rPr sz="2800" spc="-40" dirty="0">
                <a:latin typeface="Calibri"/>
                <a:cs typeface="Calibri"/>
              </a:rPr>
              <a:t> </a:t>
            </a:r>
            <a:r>
              <a:rPr sz="2800" dirty="0">
                <a:latin typeface="Calibri"/>
                <a:cs typeface="Calibri"/>
              </a:rPr>
              <a:t>x</a:t>
            </a:r>
            <a:r>
              <a:rPr sz="2775" baseline="-21021" dirty="0">
                <a:latin typeface="Calibri"/>
                <a:cs typeface="Calibri"/>
              </a:rPr>
              <a:t>i</a:t>
            </a:r>
            <a:r>
              <a:rPr sz="2775" spc="232" baseline="-21021" dirty="0">
                <a:latin typeface="Calibri"/>
                <a:cs typeface="Calibri"/>
              </a:rPr>
              <a:t> </a:t>
            </a:r>
            <a:r>
              <a:rPr sz="2800" dirty="0">
                <a:latin typeface="Calibri"/>
                <a:cs typeface="Calibri"/>
              </a:rPr>
              <a:t>là</a:t>
            </a:r>
            <a:r>
              <a:rPr sz="2800" spc="-50" dirty="0">
                <a:latin typeface="Calibri"/>
                <a:cs typeface="Calibri"/>
              </a:rPr>
              <a:t> </a:t>
            </a:r>
            <a:r>
              <a:rPr sz="2800" dirty="0">
                <a:latin typeface="Calibri"/>
                <a:cs typeface="Calibri"/>
              </a:rPr>
              <a:t>các</a:t>
            </a:r>
            <a:r>
              <a:rPr sz="2800" spc="-40" dirty="0">
                <a:latin typeface="Calibri"/>
                <a:cs typeface="Calibri"/>
              </a:rPr>
              <a:t> </a:t>
            </a:r>
            <a:r>
              <a:rPr sz="2800" dirty="0">
                <a:latin typeface="Calibri"/>
                <a:cs typeface="Calibri"/>
              </a:rPr>
              <a:t>ẩn</a:t>
            </a:r>
            <a:r>
              <a:rPr sz="2800" spc="-45" dirty="0">
                <a:latin typeface="Calibri"/>
                <a:cs typeface="Calibri"/>
              </a:rPr>
              <a:t> </a:t>
            </a:r>
            <a:r>
              <a:rPr sz="2800" dirty="0">
                <a:latin typeface="Calibri"/>
                <a:cs typeface="Calibri"/>
              </a:rPr>
              <a:t>lấy</a:t>
            </a:r>
            <a:r>
              <a:rPr sz="2800" spc="-40" dirty="0">
                <a:latin typeface="Calibri"/>
                <a:cs typeface="Calibri"/>
              </a:rPr>
              <a:t> </a:t>
            </a:r>
            <a:r>
              <a:rPr sz="2800" dirty="0">
                <a:latin typeface="Calibri"/>
                <a:cs typeface="Calibri"/>
              </a:rPr>
              <a:t>giá</a:t>
            </a:r>
            <a:r>
              <a:rPr sz="2800" spc="-55" dirty="0">
                <a:latin typeface="Calibri"/>
                <a:cs typeface="Calibri"/>
              </a:rPr>
              <a:t> </a:t>
            </a:r>
            <a:r>
              <a:rPr sz="2800" dirty="0">
                <a:latin typeface="Calibri"/>
                <a:cs typeface="Calibri"/>
              </a:rPr>
              <a:t>trị</a:t>
            </a:r>
            <a:r>
              <a:rPr sz="2800" spc="-60" dirty="0">
                <a:latin typeface="Calibri"/>
                <a:cs typeface="Calibri"/>
              </a:rPr>
              <a:t> </a:t>
            </a:r>
            <a:r>
              <a:rPr sz="2800" dirty="0">
                <a:latin typeface="Calibri"/>
                <a:cs typeface="Calibri"/>
              </a:rPr>
              <a:t>nguyên</a:t>
            </a:r>
            <a:r>
              <a:rPr sz="2800" spc="-15" dirty="0">
                <a:latin typeface="Calibri"/>
                <a:cs typeface="Calibri"/>
              </a:rPr>
              <a:t> </a:t>
            </a:r>
            <a:r>
              <a:rPr sz="2800" dirty="0">
                <a:latin typeface="Calibri"/>
                <a:cs typeface="Calibri"/>
              </a:rPr>
              <a:t>không</a:t>
            </a:r>
            <a:r>
              <a:rPr sz="2800" spc="-35" dirty="0">
                <a:latin typeface="Calibri"/>
                <a:cs typeface="Calibri"/>
              </a:rPr>
              <a:t> </a:t>
            </a:r>
            <a:r>
              <a:rPr sz="2800" spc="-25" dirty="0">
                <a:latin typeface="Calibri"/>
                <a:cs typeface="Calibri"/>
              </a:rPr>
              <a:t>âm. </a:t>
            </a:r>
            <a:r>
              <a:rPr sz="2800" dirty="0">
                <a:latin typeface="Calibri"/>
                <a:cs typeface="Calibri"/>
              </a:rPr>
              <a:t>Phương</a:t>
            </a:r>
            <a:r>
              <a:rPr sz="2800" spc="-20" dirty="0">
                <a:latin typeface="Calibri"/>
                <a:cs typeface="Calibri"/>
              </a:rPr>
              <a:t> </a:t>
            </a:r>
            <a:r>
              <a:rPr sz="2800" dirty="0">
                <a:latin typeface="Calibri"/>
                <a:cs typeface="Calibri"/>
              </a:rPr>
              <a:t>trình</a:t>
            </a:r>
            <a:r>
              <a:rPr sz="2800" spc="-30" dirty="0">
                <a:latin typeface="Calibri"/>
                <a:cs typeface="Calibri"/>
              </a:rPr>
              <a:t> </a:t>
            </a:r>
            <a:r>
              <a:rPr sz="2800" dirty="0">
                <a:latin typeface="Calibri"/>
                <a:cs typeface="Calibri"/>
              </a:rPr>
              <a:t>trên</a:t>
            </a:r>
            <a:r>
              <a:rPr sz="2800" spc="-55" dirty="0">
                <a:latin typeface="Calibri"/>
                <a:cs typeface="Calibri"/>
              </a:rPr>
              <a:t> </a:t>
            </a:r>
            <a:r>
              <a:rPr sz="2800" dirty="0">
                <a:latin typeface="Calibri"/>
                <a:cs typeface="Calibri"/>
              </a:rPr>
              <a:t>có</a:t>
            </a:r>
            <a:r>
              <a:rPr sz="2800" spc="-50" dirty="0">
                <a:latin typeface="Calibri"/>
                <a:cs typeface="Calibri"/>
              </a:rPr>
              <a:t> </a:t>
            </a:r>
            <a:r>
              <a:rPr sz="2800" dirty="0">
                <a:latin typeface="Calibri"/>
                <a:cs typeface="Calibri"/>
              </a:rPr>
              <a:t>bao</a:t>
            </a:r>
            <a:r>
              <a:rPr sz="2800" spc="-55" dirty="0">
                <a:latin typeface="Calibri"/>
                <a:cs typeface="Calibri"/>
              </a:rPr>
              <a:t> </a:t>
            </a:r>
            <a:r>
              <a:rPr sz="2800" dirty="0">
                <a:latin typeface="Calibri"/>
                <a:cs typeface="Calibri"/>
              </a:rPr>
              <a:t>nhiêu</a:t>
            </a:r>
            <a:r>
              <a:rPr sz="2800" spc="-30" dirty="0">
                <a:latin typeface="Calibri"/>
                <a:cs typeface="Calibri"/>
              </a:rPr>
              <a:t> </a:t>
            </a:r>
            <a:r>
              <a:rPr sz="2800" dirty="0">
                <a:latin typeface="Calibri"/>
                <a:cs typeface="Calibri"/>
              </a:rPr>
              <a:t>lời</a:t>
            </a:r>
            <a:r>
              <a:rPr sz="2800" spc="-50" dirty="0">
                <a:latin typeface="Calibri"/>
                <a:cs typeface="Calibri"/>
              </a:rPr>
              <a:t> </a:t>
            </a:r>
            <a:r>
              <a:rPr sz="2800" spc="-10" dirty="0">
                <a:latin typeface="Calibri"/>
                <a:cs typeface="Calibri"/>
              </a:rPr>
              <a:t>giải.</a:t>
            </a:r>
            <a:endParaRPr sz="2800">
              <a:latin typeface="Calibri"/>
              <a:cs typeface="Calibri"/>
            </a:endParaRPr>
          </a:p>
          <a:p>
            <a:pPr marL="38100">
              <a:lnSpc>
                <a:spcPct val="100000"/>
              </a:lnSpc>
              <a:spcBef>
                <a:spcPts val="675"/>
              </a:spcBef>
            </a:pPr>
            <a:r>
              <a:rPr sz="2800" dirty="0">
                <a:latin typeface="Calibri"/>
                <a:cs typeface="Calibri"/>
              </a:rPr>
              <a:t>Ví</a:t>
            </a:r>
            <a:r>
              <a:rPr sz="2800" spc="5" dirty="0">
                <a:latin typeface="Calibri"/>
                <a:cs typeface="Calibri"/>
              </a:rPr>
              <a:t> </a:t>
            </a:r>
            <a:r>
              <a:rPr sz="2800" spc="-25" dirty="0">
                <a:latin typeface="Calibri"/>
                <a:cs typeface="Calibri"/>
              </a:rPr>
              <a:t>dụ:</a:t>
            </a:r>
            <a:endParaRPr sz="2800">
              <a:latin typeface="Calibri"/>
              <a:cs typeface="Calibri"/>
            </a:endParaRPr>
          </a:p>
          <a:p>
            <a:pPr marL="38100">
              <a:lnSpc>
                <a:spcPct val="100000"/>
              </a:lnSpc>
              <a:spcBef>
                <a:spcPts val="670"/>
              </a:spcBef>
              <a:tabLst>
                <a:tab pos="751840" algn="l"/>
              </a:tabLst>
            </a:pPr>
            <a:r>
              <a:rPr sz="2800" dirty="0">
                <a:latin typeface="Calibri"/>
                <a:cs typeface="Calibri"/>
              </a:rPr>
              <a:t>(x</a:t>
            </a:r>
            <a:r>
              <a:rPr sz="2775" baseline="-21021" dirty="0">
                <a:latin typeface="Calibri"/>
                <a:cs typeface="Calibri"/>
              </a:rPr>
              <a:t>1</a:t>
            </a:r>
            <a:r>
              <a:rPr sz="2775" spc="292" baseline="-21021" dirty="0">
                <a:latin typeface="Calibri"/>
                <a:cs typeface="Calibri"/>
              </a:rPr>
              <a:t> </a:t>
            </a:r>
            <a:r>
              <a:rPr sz="2800" spc="-50" dirty="0">
                <a:latin typeface="Calibri"/>
                <a:cs typeface="Calibri"/>
              </a:rPr>
              <a:t>,</a:t>
            </a:r>
            <a:r>
              <a:rPr sz="2800" dirty="0">
                <a:latin typeface="Calibri"/>
                <a:cs typeface="Calibri"/>
              </a:rPr>
              <a:t>	x</a:t>
            </a:r>
            <a:r>
              <a:rPr sz="2775" baseline="-21021" dirty="0">
                <a:latin typeface="Calibri"/>
                <a:cs typeface="Calibri"/>
              </a:rPr>
              <a:t>2</a:t>
            </a:r>
            <a:r>
              <a:rPr sz="2775" spc="284" baseline="-21021" dirty="0">
                <a:latin typeface="Calibri"/>
                <a:cs typeface="Calibri"/>
              </a:rPr>
              <a:t> </a:t>
            </a:r>
            <a:r>
              <a:rPr sz="2800" dirty="0">
                <a:latin typeface="Calibri"/>
                <a:cs typeface="Calibri"/>
              </a:rPr>
              <a:t>, x</a:t>
            </a:r>
            <a:r>
              <a:rPr sz="2775" baseline="-21021" dirty="0">
                <a:latin typeface="Calibri"/>
                <a:cs typeface="Calibri"/>
              </a:rPr>
              <a:t>3</a:t>
            </a:r>
            <a:r>
              <a:rPr sz="2775" spc="292" baseline="-21021"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 (2, 1,</a:t>
            </a:r>
            <a:r>
              <a:rPr sz="2800" spc="-10" dirty="0">
                <a:latin typeface="Calibri"/>
                <a:cs typeface="Calibri"/>
              </a:rPr>
              <a:t> </a:t>
            </a:r>
            <a:r>
              <a:rPr sz="2800" spc="-25" dirty="0">
                <a:latin typeface="Calibri"/>
                <a:cs typeface="Calibri"/>
              </a:rPr>
              <a:t>1),</a:t>
            </a:r>
            <a:endParaRPr sz="2800">
              <a:latin typeface="Calibri"/>
              <a:cs typeface="Calibri"/>
            </a:endParaRPr>
          </a:p>
          <a:p>
            <a:pPr marL="38100">
              <a:lnSpc>
                <a:spcPct val="100000"/>
              </a:lnSpc>
              <a:spcBef>
                <a:spcPts val="675"/>
              </a:spcBef>
              <a:tabLst>
                <a:tab pos="751840" algn="l"/>
              </a:tabLst>
            </a:pPr>
            <a:r>
              <a:rPr sz="2800" dirty="0">
                <a:latin typeface="Calibri"/>
                <a:cs typeface="Calibri"/>
              </a:rPr>
              <a:t>(x</a:t>
            </a:r>
            <a:r>
              <a:rPr sz="2775" baseline="-21021" dirty="0">
                <a:latin typeface="Calibri"/>
                <a:cs typeface="Calibri"/>
              </a:rPr>
              <a:t>1</a:t>
            </a:r>
            <a:r>
              <a:rPr sz="2775" spc="292" baseline="-21021" dirty="0">
                <a:latin typeface="Calibri"/>
                <a:cs typeface="Calibri"/>
              </a:rPr>
              <a:t> </a:t>
            </a:r>
            <a:r>
              <a:rPr sz="2800" spc="-50" dirty="0">
                <a:latin typeface="Calibri"/>
                <a:cs typeface="Calibri"/>
              </a:rPr>
              <a:t>,</a:t>
            </a:r>
            <a:r>
              <a:rPr sz="2800" dirty="0">
                <a:latin typeface="Calibri"/>
                <a:cs typeface="Calibri"/>
              </a:rPr>
              <a:t>	x</a:t>
            </a:r>
            <a:r>
              <a:rPr sz="2775" baseline="-21021" dirty="0">
                <a:latin typeface="Calibri"/>
                <a:cs typeface="Calibri"/>
              </a:rPr>
              <a:t>2</a:t>
            </a:r>
            <a:r>
              <a:rPr sz="2775" spc="284" baseline="-21021" dirty="0">
                <a:latin typeface="Calibri"/>
                <a:cs typeface="Calibri"/>
              </a:rPr>
              <a:t> </a:t>
            </a:r>
            <a:r>
              <a:rPr sz="2800" dirty="0">
                <a:latin typeface="Calibri"/>
                <a:cs typeface="Calibri"/>
              </a:rPr>
              <a:t>, x</a:t>
            </a:r>
            <a:r>
              <a:rPr sz="2775" baseline="-21021" dirty="0">
                <a:latin typeface="Calibri"/>
                <a:cs typeface="Calibri"/>
              </a:rPr>
              <a:t>3</a:t>
            </a:r>
            <a:r>
              <a:rPr sz="2775" spc="292" baseline="-21021"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 (4, 0,</a:t>
            </a:r>
            <a:r>
              <a:rPr sz="2800" spc="-10" dirty="0">
                <a:latin typeface="Calibri"/>
                <a:cs typeface="Calibri"/>
              </a:rPr>
              <a:t> </a:t>
            </a:r>
            <a:r>
              <a:rPr sz="2800" spc="-25" dirty="0">
                <a:latin typeface="Calibri"/>
                <a:cs typeface="Calibri"/>
              </a:rPr>
              <a:t>0),</a:t>
            </a:r>
            <a:endParaRPr sz="2800">
              <a:latin typeface="Calibri"/>
              <a:cs typeface="Calibri"/>
            </a:endParaRPr>
          </a:p>
          <a:p>
            <a:pPr marL="38100">
              <a:lnSpc>
                <a:spcPct val="100000"/>
              </a:lnSpc>
              <a:spcBef>
                <a:spcPts val="675"/>
              </a:spcBef>
              <a:tabLst>
                <a:tab pos="751840" algn="l"/>
              </a:tabLst>
            </a:pPr>
            <a:r>
              <a:rPr sz="2800" dirty="0">
                <a:latin typeface="Calibri"/>
                <a:cs typeface="Calibri"/>
              </a:rPr>
              <a:t>(x</a:t>
            </a:r>
            <a:r>
              <a:rPr sz="2775" baseline="-21021" dirty="0">
                <a:latin typeface="Calibri"/>
                <a:cs typeface="Calibri"/>
              </a:rPr>
              <a:t>1</a:t>
            </a:r>
            <a:r>
              <a:rPr sz="2775" spc="292" baseline="-21021" dirty="0">
                <a:latin typeface="Calibri"/>
                <a:cs typeface="Calibri"/>
              </a:rPr>
              <a:t> </a:t>
            </a:r>
            <a:r>
              <a:rPr sz="2800" spc="-50" dirty="0">
                <a:latin typeface="Calibri"/>
                <a:cs typeface="Calibri"/>
              </a:rPr>
              <a:t>,</a:t>
            </a:r>
            <a:r>
              <a:rPr sz="2800" dirty="0">
                <a:latin typeface="Calibri"/>
                <a:cs typeface="Calibri"/>
              </a:rPr>
              <a:t>	x</a:t>
            </a:r>
            <a:r>
              <a:rPr sz="2775" baseline="-21021" dirty="0">
                <a:latin typeface="Calibri"/>
                <a:cs typeface="Calibri"/>
              </a:rPr>
              <a:t>2</a:t>
            </a:r>
            <a:r>
              <a:rPr sz="2775" spc="284" baseline="-21021" dirty="0">
                <a:latin typeface="Calibri"/>
                <a:cs typeface="Calibri"/>
              </a:rPr>
              <a:t> </a:t>
            </a:r>
            <a:r>
              <a:rPr sz="2800" dirty="0">
                <a:latin typeface="Calibri"/>
                <a:cs typeface="Calibri"/>
              </a:rPr>
              <a:t>, x</a:t>
            </a:r>
            <a:r>
              <a:rPr sz="2775" baseline="-21021" dirty="0">
                <a:latin typeface="Calibri"/>
                <a:cs typeface="Calibri"/>
              </a:rPr>
              <a:t>3</a:t>
            </a:r>
            <a:r>
              <a:rPr sz="2775" spc="292" baseline="-21021"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 (0, 4,</a:t>
            </a:r>
            <a:r>
              <a:rPr sz="2800" spc="-10" dirty="0">
                <a:latin typeface="Calibri"/>
                <a:cs typeface="Calibri"/>
              </a:rPr>
              <a:t> </a:t>
            </a:r>
            <a:r>
              <a:rPr sz="2800" spc="-25" dirty="0">
                <a:latin typeface="Calibri"/>
                <a:cs typeface="Calibri"/>
              </a:rPr>
              <a:t>0),</a:t>
            </a:r>
            <a:endParaRPr sz="2800">
              <a:latin typeface="Calibri"/>
              <a:cs typeface="Calibri"/>
            </a:endParaRPr>
          </a:p>
          <a:p>
            <a:pPr marL="38100">
              <a:lnSpc>
                <a:spcPct val="100000"/>
              </a:lnSpc>
              <a:spcBef>
                <a:spcPts val="670"/>
              </a:spcBef>
              <a:tabLst>
                <a:tab pos="751840" algn="l"/>
              </a:tabLst>
            </a:pPr>
            <a:r>
              <a:rPr sz="2800" dirty="0">
                <a:latin typeface="Calibri"/>
                <a:cs typeface="Calibri"/>
              </a:rPr>
              <a:t>(x</a:t>
            </a:r>
            <a:r>
              <a:rPr sz="2775" baseline="-21021" dirty="0">
                <a:latin typeface="Calibri"/>
                <a:cs typeface="Calibri"/>
              </a:rPr>
              <a:t>1</a:t>
            </a:r>
            <a:r>
              <a:rPr sz="2775" spc="292" baseline="-21021" dirty="0">
                <a:latin typeface="Calibri"/>
                <a:cs typeface="Calibri"/>
              </a:rPr>
              <a:t> </a:t>
            </a:r>
            <a:r>
              <a:rPr sz="2800" spc="-50" dirty="0">
                <a:latin typeface="Calibri"/>
                <a:cs typeface="Calibri"/>
              </a:rPr>
              <a:t>,</a:t>
            </a:r>
            <a:r>
              <a:rPr sz="2800" dirty="0">
                <a:latin typeface="Calibri"/>
                <a:cs typeface="Calibri"/>
              </a:rPr>
              <a:t>	x</a:t>
            </a:r>
            <a:r>
              <a:rPr sz="2775" baseline="-21021" dirty="0">
                <a:latin typeface="Calibri"/>
                <a:cs typeface="Calibri"/>
              </a:rPr>
              <a:t>2</a:t>
            </a:r>
            <a:r>
              <a:rPr sz="2775" spc="284" baseline="-21021" dirty="0">
                <a:latin typeface="Calibri"/>
                <a:cs typeface="Calibri"/>
              </a:rPr>
              <a:t> </a:t>
            </a:r>
            <a:r>
              <a:rPr sz="2800" dirty="0">
                <a:latin typeface="Calibri"/>
                <a:cs typeface="Calibri"/>
              </a:rPr>
              <a:t>, x</a:t>
            </a:r>
            <a:r>
              <a:rPr sz="2775" baseline="-21021" dirty="0">
                <a:latin typeface="Calibri"/>
                <a:cs typeface="Calibri"/>
              </a:rPr>
              <a:t>3</a:t>
            </a:r>
            <a:r>
              <a:rPr sz="2775" spc="292" baseline="-21021"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 (0, 0,</a:t>
            </a:r>
            <a:r>
              <a:rPr sz="2800" spc="-10" dirty="0">
                <a:latin typeface="Calibri"/>
                <a:cs typeface="Calibri"/>
              </a:rPr>
              <a:t> </a:t>
            </a:r>
            <a:r>
              <a:rPr sz="2800" spc="-25" dirty="0">
                <a:latin typeface="Calibri"/>
                <a:cs typeface="Calibri"/>
              </a:rPr>
              <a:t>4),</a:t>
            </a:r>
            <a:endParaRPr sz="2800">
              <a:latin typeface="Calibri"/>
              <a:cs typeface="Calibri"/>
            </a:endParaRPr>
          </a:p>
          <a:p>
            <a:pPr marL="38100">
              <a:lnSpc>
                <a:spcPct val="100000"/>
              </a:lnSpc>
              <a:spcBef>
                <a:spcPts val="675"/>
              </a:spcBef>
              <a:tabLst>
                <a:tab pos="751840" algn="l"/>
              </a:tabLst>
            </a:pPr>
            <a:r>
              <a:rPr sz="2800" dirty="0">
                <a:latin typeface="Calibri"/>
                <a:cs typeface="Calibri"/>
              </a:rPr>
              <a:t>(x</a:t>
            </a:r>
            <a:r>
              <a:rPr sz="2775" baseline="-21021" dirty="0">
                <a:latin typeface="Calibri"/>
                <a:cs typeface="Calibri"/>
              </a:rPr>
              <a:t>1</a:t>
            </a:r>
            <a:r>
              <a:rPr sz="2775" spc="292" baseline="-21021" dirty="0">
                <a:latin typeface="Calibri"/>
                <a:cs typeface="Calibri"/>
              </a:rPr>
              <a:t> </a:t>
            </a:r>
            <a:r>
              <a:rPr sz="2800" spc="-50" dirty="0">
                <a:latin typeface="Calibri"/>
                <a:cs typeface="Calibri"/>
              </a:rPr>
              <a:t>,</a:t>
            </a:r>
            <a:r>
              <a:rPr sz="2800" dirty="0">
                <a:latin typeface="Calibri"/>
                <a:cs typeface="Calibri"/>
              </a:rPr>
              <a:t>	x</a:t>
            </a:r>
            <a:r>
              <a:rPr sz="2775" baseline="-21021" dirty="0">
                <a:latin typeface="Calibri"/>
                <a:cs typeface="Calibri"/>
              </a:rPr>
              <a:t>2</a:t>
            </a:r>
            <a:r>
              <a:rPr sz="2775" spc="284" baseline="-21021" dirty="0">
                <a:latin typeface="Calibri"/>
                <a:cs typeface="Calibri"/>
              </a:rPr>
              <a:t> </a:t>
            </a:r>
            <a:r>
              <a:rPr sz="2800" dirty="0">
                <a:latin typeface="Calibri"/>
                <a:cs typeface="Calibri"/>
              </a:rPr>
              <a:t>, x</a:t>
            </a:r>
            <a:r>
              <a:rPr sz="2775" baseline="-21021" dirty="0">
                <a:latin typeface="Calibri"/>
                <a:cs typeface="Calibri"/>
              </a:rPr>
              <a:t>3</a:t>
            </a:r>
            <a:r>
              <a:rPr sz="2775" spc="292" baseline="-21021"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 (3, 1,</a:t>
            </a:r>
            <a:r>
              <a:rPr sz="2800" spc="-10" dirty="0">
                <a:latin typeface="Calibri"/>
                <a:cs typeface="Calibri"/>
              </a:rPr>
              <a:t> </a:t>
            </a:r>
            <a:r>
              <a:rPr sz="2800" spc="-25" dirty="0">
                <a:latin typeface="Calibri"/>
                <a:cs typeface="Calibri"/>
              </a:rPr>
              <a:t>0),</a:t>
            </a:r>
            <a:endParaRPr sz="2800">
              <a:latin typeface="Calibri"/>
              <a:cs typeface="Calibri"/>
            </a:endParaRPr>
          </a:p>
          <a:p>
            <a:pPr marL="38100">
              <a:lnSpc>
                <a:spcPct val="100000"/>
              </a:lnSpc>
              <a:spcBef>
                <a:spcPts val="670"/>
              </a:spcBef>
              <a:tabLst>
                <a:tab pos="751840" algn="l"/>
              </a:tabLst>
            </a:pPr>
            <a:r>
              <a:rPr sz="2800" dirty="0">
                <a:latin typeface="Calibri"/>
                <a:cs typeface="Calibri"/>
              </a:rPr>
              <a:t>(x</a:t>
            </a:r>
            <a:r>
              <a:rPr sz="2775" baseline="-21021" dirty="0">
                <a:latin typeface="Calibri"/>
                <a:cs typeface="Calibri"/>
              </a:rPr>
              <a:t>1</a:t>
            </a:r>
            <a:r>
              <a:rPr sz="2775" spc="292" baseline="-21021" dirty="0">
                <a:latin typeface="Calibri"/>
                <a:cs typeface="Calibri"/>
              </a:rPr>
              <a:t> </a:t>
            </a:r>
            <a:r>
              <a:rPr sz="2800" spc="-50" dirty="0">
                <a:latin typeface="Calibri"/>
                <a:cs typeface="Calibri"/>
              </a:rPr>
              <a:t>,</a:t>
            </a:r>
            <a:r>
              <a:rPr sz="2800" dirty="0">
                <a:latin typeface="Calibri"/>
                <a:cs typeface="Calibri"/>
              </a:rPr>
              <a:t>	x</a:t>
            </a:r>
            <a:r>
              <a:rPr sz="2775" baseline="-21021" dirty="0">
                <a:latin typeface="Calibri"/>
                <a:cs typeface="Calibri"/>
              </a:rPr>
              <a:t>2</a:t>
            </a:r>
            <a:r>
              <a:rPr sz="2775" spc="284" baseline="-21021" dirty="0">
                <a:latin typeface="Calibri"/>
                <a:cs typeface="Calibri"/>
              </a:rPr>
              <a:t> </a:t>
            </a:r>
            <a:r>
              <a:rPr sz="2800" dirty="0">
                <a:latin typeface="Calibri"/>
                <a:cs typeface="Calibri"/>
              </a:rPr>
              <a:t>, x</a:t>
            </a:r>
            <a:r>
              <a:rPr sz="2775" baseline="-21021" dirty="0">
                <a:latin typeface="Calibri"/>
                <a:cs typeface="Calibri"/>
              </a:rPr>
              <a:t>3</a:t>
            </a:r>
            <a:r>
              <a:rPr sz="2775" spc="292" baseline="-21021"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 (3, 0,</a:t>
            </a:r>
            <a:r>
              <a:rPr sz="2800" spc="-10" dirty="0">
                <a:latin typeface="Calibri"/>
                <a:cs typeface="Calibri"/>
              </a:rPr>
              <a:t> </a:t>
            </a:r>
            <a:r>
              <a:rPr sz="2800" spc="-25" dirty="0">
                <a:latin typeface="Calibri"/>
                <a:cs typeface="Calibri"/>
              </a:rPr>
              <a:t>1),</a:t>
            </a:r>
            <a:endParaRPr sz="2800">
              <a:latin typeface="Calibri"/>
              <a:cs typeface="Calibri"/>
            </a:endParaRPr>
          </a:p>
          <a:p>
            <a:pPr marL="38100">
              <a:lnSpc>
                <a:spcPct val="100000"/>
              </a:lnSpc>
              <a:spcBef>
                <a:spcPts val="675"/>
              </a:spcBef>
            </a:pPr>
            <a:r>
              <a:rPr sz="2800" dirty="0">
                <a:latin typeface="Calibri"/>
                <a:cs typeface="Calibri"/>
              </a:rPr>
              <a:t>.</a:t>
            </a:r>
            <a:r>
              <a:rPr sz="2800" spc="-15" dirty="0">
                <a:latin typeface="Calibri"/>
                <a:cs typeface="Calibri"/>
              </a:rPr>
              <a:t> </a:t>
            </a:r>
            <a:r>
              <a:rPr sz="2800" dirty="0">
                <a:latin typeface="Calibri"/>
                <a:cs typeface="Calibri"/>
              </a:rPr>
              <a:t>.</a:t>
            </a:r>
            <a:r>
              <a:rPr sz="2800" spc="10" dirty="0">
                <a:latin typeface="Calibri"/>
                <a:cs typeface="Calibri"/>
              </a:rPr>
              <a:t> </a:t>
            </a:r>
            <a:r>
              <a:rPr sz="2800" spc="-50" dirty="0">
                <a:latin typeface="Calibri"/>
                <a:cs typeface="Calibri"/>
              </a:rPr>
              <a:t>.</a:t>
            </a:r>
            <a:endParaRPr sz="2800">
              <a:latin typeface="Calibri"/>
              <a:cs typeface="Calibri"/>
            </a:endParaRP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7040" y="315213"/>
            <a:ext cx="7169150" cy="452120"/>
          </a:xfrm>
          <a:prstGeom prst="rect">
            <a:avLst/>
          </a:prstGeom>
        </p:spPr>
        <p:txBody>
          <a:bodyPr vert="horz" wrap="square" lIns="0" tIns="12065" rIns="0" bIns="0" rtlCol="0">
            <a:spAutoFit/>
          </a:bodyPr>
          <a:lstStyle/>
          <a:p>
            <a:pPr marL="25400">
              <a:lnSpc>
                <a:spcPct val="100000"/>
              </a:lnSpc>
              <a:spcBef>
                <a:spcPts val="95"/>
              </a:spcBef>
              <a:tabLst>
                <a:tab pos="4730115" algn="l"/>
              </a:tabLst>
            </a:pPr>
            <a:r>
              <a:rPr spc="-65" dirty="0"/>
              <a:t>Ta </a:t>
            </a:r>
            <a:r>
              <a:rPr dirty="0"/>
              <a:t>biểu</a:t>
            </a:r>
            <a:r>
              <a:rPr spc="-40" dirty="0"/>
              <a:t> </a:t>
            </a:r>
            <a:r>
              <a:rPr dirty="0"/>
              <a:t>diễn</a:t>
            </a:r>
            <a:r>
              <a:rPr spc="-50" dirty="0"/>
              <a:t> </a:t>
            </a:r>
            <a:r>
              <a:rPr dirty="0"/>
              <a:t>các</a:t>
            </a:r>
            <a:r>
              <a:rPr spc="-55" dirty="0"/>
              <a:t> </a:t>
            </a:r>
            <a:r>
              <a:rPr dirty="0"/>
              <a:t>bộ</a:t>
            </a:r>
            <a:r>
              <a:rPr spc="-45" dirty="0"/>
              <a:t> </a:t>
            </a:r>
            <a:r>
              <a:rPr dirty="0"/>
              <a:t>nghiệm</a:t>
            </a:r>
            <a:r>
              <a:rPr spc="-60" dirty="0"/>
              <a:t> </a:t>
            </a:r>
            <a:r>
              <a:rPr dirty="0"/>
              <a:t>(x</a:t>
            </a:r>
            <a:r>
              <a:rPr sz="2775" baseline="-21021" dirty="0"/>
              <a:t>1</a:t>
            </a:r>
            <a:r>
              <a:rPr sz="2775" spc="247" baseline="-21021" dirty="0"/>
              <a:t> </a:t>
            </a:r>
            <a:r>
              <a:rPr sz="2800" spc="-50" dirty="0"/>
              <a:t>,</a:t>
            </a:r>
            <a:r>
              <a:rPr sz="2800" dirty="0"/>
              <a:t>	x</a:t>
            </a:r>
            <a:r>
              <a:rPr sz="2775" baseline="-21021" dirty="0"/>
              <a:t>2</a:t>
            </a:r>
            <a:r>
              <a:rPr sz="2775" spc="277" baseline="-21021" dirty="0"/>
              <a:t> </a:t>
            </a:r>
            <a:r>
              <a:rPr sz="2800" dirty="0"/>
              <a:t>,</a:t>
            </a:r>
            <a:r>
              <a:rPr sz="2800" spc="-10" dirty="0"/>
              <a:t> </a:t>
            </a:r>
            <a:r>
              <a:rPr sz="2800" dirty="0"/>
              <a:t>x</a:t>
            </a:r>
            <a:r>
              <a:rPr sz="2775" baseline="-21021" dirty="0"/>
              <a:t>3</a:t>
            </a:r>
            <a:r>
              <a:rPr sz="2775" spc="292" baseline="-21021" dirty="0"/>
              <a:t> </a:t>
            </a:r>
            <a:r>
              <a:rPr sz="2800" dirty="0"/>
              <a:t>)</a:t>
            </a:r>
            <a:r>
              <a:rPr sz="2800" spc="-20" dirty="0"/>
              <a:t> </a:t>
            </a:r>
            <a:r>
              <a:rPr sz="2800" dirty="0"/>
              <a:t>như sau</a:t>
            </a:r>
            <a:r>
              <a:rPr sz="2800" spc="-10" dirty="0"/>
              <a:t> </a:t>
            </a:r>
            <a:r>
              <a:rPr sz="2800" spc="-50" dirty="0"/>
              <a:t>:</a:t>
            </a:r>
            <a:endParaRPr sz="2800"/>
          </a:p>
        </p:txBody>
      </p:sp>
      <p:sp>
        <p:nvSpPr>
          <p:cNvPr id="3" name="object 3"/>
          <p:cNvSpPr txBox="1"/>
          <p:nvPr/>
        </p:nvSpPr>
        <p:spPr>
          <a:xfrm>
            <a:off x="434340" y="744372"/>
            <a:ext cx="6541770" cy="2656840"/>
          </a:xfrm>
          <a:prstGeom prst="rect">
            <a:avLst/>
          </a:prstGeom>
        </p:spPr>
        <p:txBody>
          <a:bodyPr vert="horz" wrap="square" lIns="0" tIns="97790" rIns="0" bIns="0" rtlCol="0">
            <a:spAutoFit/>
          </a:bodyPr>
          <a:lstStyle/>
          <a:p>
            <a:pPr marL="38100">
              <a:lnSpc>
                <a:spcPct val="100000"/>
              </a:lnSpc>
              <a:spcBef>
                <a:spcPts val="770"/>
              </a:spcBef>
              <a:tabLst>
                <a:tab pos="2148205" algn="l"/>
                <a:tab pos="5168265" algn="l"/>
              </a:tabLst>
            </a:pPr>
            <a:r>
              <a:rPr sz="2800" dirty="0">
                <a:latin typeface="Calibri"/>
                <a:cs typeface="Calibri"/>
              </a:rPr>
              <a:t>-</a:t>
            </a:r>
            <a:r>
              <a:rPr sz="2800" spc="-35" dirty="0">
                <a:latin typeface="Calibri"/>
                <a:cs typeface="Calibri"/>
              </a:rPr>
              <a:t> </a:t>
            </a:r>
            <a:r>
              <a:rPr sz="2800" dirty="0">
                <a:latin typeface="Calibri"/>
                <a:cs typeface="Calibri"/>
              </a:rPr>
              <a:t>Nghiệm</a:t>
            </a:r>
            <a:r>
              <a:rPr sz="2800" spc="-30" dirty="0">
                <a:latin typeface="Calibri"/>
                <a:cs typeface="Calibri"/>
              </a:rPr>
              <a:t> </a:t>
            </a:r>
            <a:r>
              <a:rPr sz="2800" dirty="0">
                <a:latin typeface="Calibri"/>
                <a:cs typeface="Calibri"/>
              </a:rPr>
              <a:t>(x</a:t>
            </a:r>
            <a:r>
              <a:rPr sz="2775" baseline="-21021" dirty="0">
                <a:latin typeface="Calibri"/>
                <a:cs typeface="Calibri"/>
              </a:rPr>
              <a:t>1</a:t>
            </a:r>
            <a:r>
              <a:rPr sz="2775" spc="254" baseline="-21021" dirty="0">
                <a:latin typeface="Calibri"/>
                <a:cs typeface="Calibri"/>
              </a:rPr>
              <a:t> </a:t>
            </a:r>
            <a:r>
              <a:rPr sz="2800" spc="-50" dirty="0">
                <a:latin typeface="Calibri"/>
                <a:cs typeface="Calibri"/>
              </a:rPr>
              <a:t>,</a:t>
            </a:r>
            <a:r>
              <a:rPr sz="2800" dirty="0">
                <a:latin typeface="Calibri"/>
                <a:cs typeface="Calibri"/>
              </a:rPr>
              <a:t>	x</a:t>
            </a:r>
            <a:r>
              <a:rPr sz="2775" baseline="-21021" dirty="0">
                <a:latin typeface="Calibri"/>
                <a:cs typeface="Calibri"/>
              </a:rPr>
              <a:t>2</a:t>
            </a:r>
            <a:r>
              <a:rPr sz="2775" spc="307" baseline="-21021"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x</a:t>
            </a:r>
            <a:r>
              <a:rPr sz="2775" baseline="-21021" dirty="0">
                <a:latin typeface="Calibri"/>
                <a:cs typeface="Calibri"/>
              </a:rPr>
              <a:t>3</a:t>
            </a:r>
            <a:r>
              <a:rPr sz="2775" spc="307" baseline="-21021" dirty="0">
                <a:latin typeface="Calibri"/>
                <a:cs typeface="Calibri"/>
              </a:rPr>
              <a:t> </a:t>
            </a:r>
            <a:r>
              <a:rPr sz="2800" dirty="0">
                <a:latin typeface="Calibri"/>
                <a:cs typeface="Calibri"/>
              </a:rPr>
              <a:t>)=(2</a:t>
            </a:r>
            <a:r>
              <a:rPr sz="2800" spc="-5"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1 ,</a:t>
            </a:r>
            <a:r>
              <a:rPr sz="2800" spc="-5" dirty="0">
                <a:latin typeface="Calibri"/>
                <a:cs typeface="Calibri"/>
              </a:rPr>
              <a:t> </a:t>
            </a:r>
            <a:r>
              <a:rPr sz="2800" dirty="0">
                <a:latin typeface="Calibri"/>
                <a:cs typeface="Calibri"/>
              </a:rPr>
              <a:t>1) </a:t>
            </a:r>
            <a:r>
              <a:rPr sz="2800" spc="-50" dirty="0">
                <a:latin typeface="Wingdings"/>
                <a:cs typeface="Wingdings"/>
              </a:rPr>
              <a:t></a:t>
            </a:r>
            <a:r>
              <a:rPr sz="2800" dirty="0">
                <a:latin typeface="Times New Roman"/>
                <a:cs typeface="Times New Roman"/>
              </a:rPr>
              <a:t>	</a:t>
            </a:r>
            <a:r>
              <a:rPr sz="2800" dirty="0">
                <a:latin typeface="Calibri"/>
                <a:cs typeface="Calibri"/>
              </a:rPr>
              <a:t>+</a:t>
            </a:r>
            <a:r>
              <a:rPr sz="2800" spc="-20"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 - </a:t>
            </a:r>
            <a:r>
              <a:rPr sz="2800" spc="-50" dirty="0">
                <a:latin typeface="Calibri"/>
                <a:cs typeface="Calibri"/>
              </a:rPr>
              <a:t>+</a:t>
            </a:r>
            <a:endParaRPr sz="2800">
              <a:latin typeface="Calibri"/>
              <a:cs typeface="Calibri"/>
            </a:endParaRPr>
          </a:p>
          <a:p>
            <a:pPr marL="38100">
              <a:lnSpc>
                <a:spcPct val="100000"/>
              </a:lnSpc>
              <a:spcBef>
                <a:spcPts val="675"/>
              </a:spcBef>
              <a:tabLst>
                <a:tab pos="2148205" algn="l"/>
                <a:tab pos="3766185" algn="l"/>
              </a:tabLst>
            </a:pPr>
            <a:r>
              <a:rPr sz="2800" dirty="0">
                <a:latin typeface="Calibri"/>
                <a:cs typeface="Calibri"/>
              </a:rPr>
              <a:t>-</a:t>
            </a:r>
            <a:r>
              <a:rPr sz="2800" spc="-35" dirty="0">
                <a:latin typeface="Calibri"/>
                <a:cs typeface="Calibri"/>
              </a:rPr>
              <a:t> </a:t>
            </a:r>
            <a:r>
              <a:rPr sz="2800" dirty="0">
                <a:latin typeface="Calibri"/>
                <a:cs typeface="Calibri"/>
              </a:rPr>
              <a:t>Nghiệm</a:t>
            </a:r>
            <a:r>
              <a:rPr sz="2800" spc="-30" dirty="0">
                <a:latin typeface="Calibri"/>
                <a:cs typeface="Calibri"/>
              </a:rPr>
              <a:t> </a:t>
            </a:r>
            <a:r>
              <a:rPr sz="2800" dirty="0">
                <a:latin typeface="Calibri"/>
                <a:cs typeface="Calibri"/>
              </a:rPr>
              <a:t>(x</a:t>
            </a:r>
            <a:r>
              <a:rPr sz="2775" baseline="-21021" dirty="0">
                <a:latin typeface="Calibri"/>
                <a:cs typeface="Calibri"/>
              </a:rPr>
              <a:t>1</a:t>
            </a:r>
            <a:r>
              <a:rPr sz="2775" spc="254" baseline="-21021" dirty="0">
                <a:latin typeface="Calibri"/>
                <a:cs typeface="Calibri"/>
              </a:rPr>
              <a:t> </a:t>
            </a:r>
            <a:r>
              <a:rPr sz="2800" spc="-50" dirty="0">
                <a:latin typeface="Calibri"/>
                <a:cs typeface="Calibri"/>
              </a:rPr>
              <a:t>,</a:t>
            </a:r>
            <a:r>
              <a:rPr sz="2800" dirty="0">
                <a:latin typeface="Calibri"/>
                <a:cs typeface="Calibri"/>
              </a:rPr>
              <a:t>	x</a:t>
            </a:r>
            <a:r>
              <a:rPr sz="2775" baseline="-21021" dirty="0">
                <a:latin typeface="Calibri"/>
                <a:cs typeface="Calibri"/>
              </a:rPr>
              <a:t>2</a:t>
            </a:r>
            <a:r>
              <a:rPr sz="2775" spc="322" baseline="-21021" dirty="0">
                <a:latin typeface="Calibri"/>
                <a:cs typeface="Calibri"/>
              </a:rPr>
              <a:t> </a:t>
            </a:r>
            <a:r>
              <a:rPr sz="2800" dirty="0">
                <a:latin typeface="Calibri"/>
                <a:cs typeface="Calibri"/>
              </a:rPr>
              <a:t>, x</a:t>
            </a:r>
            <a:r>
              <a:rPr sz="2775" baseline="-21021" dirty="0">
                <a:latin typeface="Calibri"/>
                <a:cs typeface="Calibri"/>
              </a:rPr>
              <a:t>3</a:t>
            </a:r>
            <a:r>
              <a:rPr sz="2775" spc="322" baseline="-21021" dirty="0">
                <a:latin typeface="Calibri"/>
                <a:cs typeface="Calibri"/>
              </a:rPr>
              <a:t> </a:t>
            </a:r>
            <a:r>
              <a:rPr sz="2800" spc="-20" dirty="0">
                <a:latin typeface="Calibri"/>
                <a:cs typeface="Calibri"/>
              </a:rPr>
              <a:t>)=(3</a:t>
            </a:r>
            <a:r>
              <a:rPr sz="2800" dirty="0">
                <a:latin typeface="Calibri"/>
                <a:cs typeface="Calibri"/>
              </a:rPr>
              <a:t>	,</a:t>
            </a:r>
            <a:r>
              <a:rPr sz="2800" spc="-15" dirty="0">
                <a:latin typeface="Calibri"/>
                <a:cs typeface="Calibri"/>
              </a:rPr>
              <a:t> </a:t>
            </a:r>
            <a:r>
              <a:rPr sz="2800" dirty="0">
                <a:latin typeface="Calibri"/>
                <a:cs typeface="Calibri"/>
              </a:rPr>
              <a:t>1</a:t>
            </a:r>
            <a:r>
              <a:rPr sz="2800" spc="5"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0)</a:t>
            </a:r>
            <a:r>
              <a:rPr sz="2800" spc="10" dirty="0">
                <a:latin typeface="Calibri"/>
                <a:cs typeface="Calibri"/>
              </a:rPr>
              <a:t> </a:t>
            </a:r>
            <a:r>
              <a:rPr sz="2800" dirty="0">
                <a:latin typeface="Wingdings"/>
                <a:cs typeface="Wingdings"/>
              </a:rPr>
              <a:t></a:t>
            </a:r>
            <a:r>
              <a:rPr sz="2800" spc="-70" dirty="0">
                <a:latin typeface="Times New Roman"/>
                <a:cs typeface="Times New Roman"/>
              </a:rPr>
              <a:t> </a:t>
            </a:r>
            <a:r>
              <a:rPr sz="2800" dirty="0">
                <a:latin typeface="Calibri"/>
                <a:cs typeface="Calibri"/>
              </a:rPr>
              <a:t>+</a:t>
            </a:r>
            <a:r>
              <a:rPr sz="2800" spc="-15"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 +</a:t>
            </a:r>
            <a:r>
              <a:rPr sz="2800" spc="-5" dirty="0">
                <a:latin typeface="Calibri"/>
                <a:cs typeface="Calibri"/>
              </a:rPr>
              <a:t> </a:t>
            </a:r>
            <a:r>
              <a:rPr sz="2800" spc="-50" dirty="0">
                <a:latin typeface="Calibri"/>
                <a:cs typeface="Calibri"/>
              </a:rPr>
              <a:t>-</a:t>
            </a:r>
            <a:endParaRPr sz="2800">
              <a:latin typeface="Calibri"/>
              <a:cs typeface="Calibri"/>
            </a:endParaRPr>
          </a:p>
          <a:p>
            <a:pPr marL="38100">
              <a:lnSpc>
                <a:spcPct val="100000"/>
              </a:lnSpc>
              <a:spcBef>
                <a:spcPts val="675"/>
              </a:spcBef>
              <a:tabLst>
                <a:tab pos="2148205" algn="l"/>
                <a:tab pos="3766185" algn="l"/>
              </a:tabLst>
            </a:pPr>
            <a:r>
              <a:rPr sz="2800" dirty="0">
                <a:latin typeface="Calibri"/>
                <a:cs typeface="Calibri"/>
              </a:rPr>
              <a:t>-</a:t>
            </a:r>
            <a:r>
              <a:rPr sz="2800" spc="-35" dirty="0">
                <a:latin typeface="Calibri"/>
                <a:cs typeface="Calibri"/>
              </a:rPr>
              <a:t> </a:t>
            </a:r>
            <a:r>
              <a:rPr sz="2800" dirty="0">
                <a:latin typeface="Calibri"/>
                <a:cs typeface="Calibri"/>
              </a:rPr>
              <a:t>Nghiệm</a:t>
            </a:r>
            <a:r>
              <a:rPr sz="2800" spc="-30" dirty="0">
                <a:latin typeface="Calibri"/>
                <a:cs typeface="Calibri"/>
              </a:rPr>
              <a:t> </a:t>
            </a:r>
            <a:r>
              <a:rPr sz="2800" dirty="0">
                <a:latin typeface="Calibri"/>
                <a:cs typeface="Calibri"/>
              </a:rPr>
              <a:t>(x</a:t>
            </a:r>
            <a:r>
              <a:rPr sz="2775" baseline="-21021" dirty="0">
                <a:latin typeface="Calibri"/>
                <a:cs typeface="Calibri"/>
              </a:rPr>
              <a:t>1</a:t>
            </a:r>
            <a:r>
              <a:rPr sz="2775" spc="254" baseline="-21021" dirty="0">
                <a:latin typeface="Calibri"/>
                <a:cs typeface="Calibri"/>
              </a:rPr>
              <a:t> </a:t>
            </a:r>
            <a:r>
              <a:rPr sz="2800" spc="-50" dirty="0">
                <a:latin typeface="Calibri"/>
                <a:cs typeface="Calibri"/>
              </a:rPr>
              <a:t>,</a:t>
            </a:r>
            <a:r>
              <a:rPr sz="2800" dirty="0">
                <a:latin typeface="Calibri"/>
                <a:cs typeface="Calibri"/>
              </a:rPr>
              <a:t>	x</a:t>
            </a:r>
            <a:r>
              <a:rPr sz="2775" baseline="-21021" dirty="0">
                <a:latin typeface="Calibri"/>
                <a:cs typeface="Calibri"/>
              </a:rPr>
              <a:t>2</a:t>
            </a:r>
            <a:r>
              <a:rPr sz="2775" spc="322" baseline="-21021" dirty="0">
                <a:latin typeface="Calibri"/>
                <a:cs typeface="Calibri"/>
              </a:rPr>
              <a:t> </a:t>
            </a:r>
            <a:r>
              <a:rPr sz="2800" dirty="0">
                <a:latin typeface="Calibri"/>
                <a:cs typeface="Calibri"/>
              </a:rPr>
              <a:t>, x</a:t>
            </a:r>
            <a:r>
              <a:rPr sz="2775" baseline="-21021" dirty="0">
                <a:latin typeface="Calibri"/>
                <a:cs typeface="Calibri"/>
              </a:rPr>
              <a:t>3</a:t>
            </a:r>
            <a:r>
              <a:rPr sz="2775" spc="322" baseline="-21021" dirty="0">
                <a:latin typeface="Calibri"/>
                <a:cs typeface="Calibri"/>
              </a:rPr>
              <a:t> </a:t>
            </a:r>
            <a:r>
              <a:rPr sz="2800" spc="-20" dirty="0">
                <a:latin typeface="Calibri"/>
                <a:cs typeface="Calibri"/>
              </a:rPr>
              <a:t>)=(0</a:t>
            </a:r>
            <a:r>
              <a:rPr sz="2800" dirty="0">
                <a:latin typeface="Calibri"/>
                <a:cs typeface="Calibri"/>
              </a:rPr>
              <a:t>	,</a:t>
            </a:r>
            <a:r>
              <a:rPr sz="2800" spc="-15" dirty="0">
                <a:latin typeface="Calibri"/>
                <a:cs typeface="Calibri"/>
              </a:rPr>
              <a:t> </a:t>
            </a:r>
            <a:r>
              <a:rPr sz="2800" dirty="0">
                <a:latin typeface="Calibri"/>
                <a:cs typeface="Calibri"/>
              </a:rPr>
              <a:t>4</a:t>
            </a:r>
            <a:r>
              <a:rPr sz="2800" spc="5"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0)</a:t>
            </a:r>
            <a:r>
              <a:rPr sz="2800" spc="10" dirty="0">
                <a:latin typeface="Calibri"/>
                <a:cs typeface="Calibri"/>
              </a:rPr>
              <a:t> </a:t>
            </a:r>
            <a:r>
              <a:rPr sz="2800" dirty="0">
                <a:latin typeface="Wingdings"/>
                <a:cs typeface="Wingdings"/>
              </a:rPr>
              <a:t></a:t>
            </a:r>
            <a:r>
              <a:rPr sz="2800" spc="-70" dirty="0">
                <a:latin typeface="Times New Roman"/>
                <a:cs typeface="Times New Roman"/>
              </a:rPr>
              <a:t> </a:t>
            </a:r>
            <a:r>
              <a:rPr sz="2800" dirty="0">
                <a:latin typeface="Calibri"/>
                <a:cs typeface="Calibri"/>
              </a:rPr>
              <a:t>- +</a:t>
            </a:r>
            <a:r>
              <a:rPr sz="2800" spc="-15" dirty="0">
                <a:latin typeface="Calibri"/>
                <a:cs typeface="Calibri"/>
              </a:rPr>
              <a:t> </a:t>
            </a:r>
            <a:r>
              <a:rPr sz="2800" dirty="0">
                <a:latin typeface="Calibri"/>
                <a:cs typeface="Calibri"/>
              </a:rPr>
              <a:t>+ + +</a:t>
            </a:r>
            <a:r>
              <a:rPr sz="2800" spc="5" dirty="0">
                <a:latin typeface="Calibri"/>
                <a:cs typeface="Calibri"/>
              </a:rPr>
              <a:t> </a:t>
            </a:r>
            <a:r>
              <a:rPr sz="2800" spc="-60" dirty="0">
                <a:latin typeface="Calibri"/>
                <a:cs typeface="Calibri"/>
              </a:rPr>
              <a:t>-</a:t>
            </a:r>
            <a:endParaRPr sz="2800">
              <a:latin typeface="Calibri"/>
              <a:cs typeface="Calibri"/>
            </a:endParaRPr>
          </a:p>
          <a:p>
            <a:pPr marL="38100">
              <a:lnSpc>
                <a:spcPct val="100000"/>
              </a:lnSpc>
              <a:spcBef>
                <a:spcPts val="645"/>
              </a:spcBef>
            </a:pPr>
            <a:r>
              <a:rPr sz="2800" dirty="0">
                <a:latin typeface="Calibri"/>
                <a:cs typeface="Calibri"/>
              </a:rPr>
              <a:t>.</a:t>
            </a:r>
            <a:r>
              <a:rPr sz="2800" spc="-15"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a:t>
            </a:r>
            <a:r>
              <a:rPr sz="2800" spc="-15" dirty="0">
                <a:latin typeface="Calibri"/>
                <a:cs typeface="Calibri"/>
              </a:rPr>
              <a:t> </a:t>
            </a:r>
            <a:r>
              <a:rPr sz="2800" spc="-50" dirty="0">
                <a:latin typeface="Calibri"/>
                <a:cs typeface="Calibri"/>
              </a:rPr>
              <a:t>.</a:t>
            </a:r>
            <a:endParaRPr sz="2800">
              <a:latin typeface="Calibri"/>
              <a:cs typeface="Calibri"/>
            </a:endParaRPr>
          </a:p>
          <a:p>
            <a:pPr marL="118745">
              <a:lnSpc>
                <a:spcPts val="2375"/>
              </a:lnSpc>
              <a:spcBef>
                <a:spcPts val="770"/>
              </a:spcBef>
              <a:tabLst>
                <a:tab pos="3523615" algn="l"/>
              </a:tabLst>
            </a:pPr>
            <a:r>
              <a:rPr sz="2800" dirty="0">
                <a:latin typeface="Symbol"/>
                <a:cs typeface="Symbol"/>
              </a:rPr>
              <a:t></a:t>
            </a:r>
            <a:r>
              <a:rPr sz="2800" spc="-105" dirty="0">
                <a:latin typeface="Times New Roman"/>
                <a:cs typeface="Times New Roman"/>
              </a:rPr>
              <a:t> </a:t>
            </a:r>
            <a:r>
              <a:rPr sz="2800" dirty="0">
                <a:latin typeface="Calibri"/>
                <a:cs typeface="Calibri"/>
              </a:rPr>
              <a:t>Số</a:t>
            </a:r>
            <a:r>
              <a:rPr sz="2800" spc="-30" dirty="0">
                <a:latin typeface="Calibri"/>
                <a:cs typeface="Calibri"/>
              </a:rPr>
              <a:t> </a:t>
            </a:r>
            <a:r>
              <a:rPr sz="2800" dirty="0">
                <a:latin typeface="Calibri"/>
                <a:cs typeface="Calibri"/>
              </a:rPr>
              <a:t>nghiệm</a:t>
            </a:r>
            <a:r>
              <a:rPr sz="2800" spc="-35" dirty="0">
                <a:latin typeface="Calibri"/>
                <a:cs typeface="Calibri"/>
              </a:rPr>
              <a:t> </a:t>
            </a:r>
            <a:r>
              <a:rPr sz="2800" dirty="0">
                <a:latin typeface="Calibri"/>
                <a:cs typeface="Calibri"/>
              </a:rPr>
              <a:t>là</a:t>
            </a:r>
            <a:r>
              <a:rPr sz="2800" spc="-40" dirty="0">
                <a:latin typeface="Calibri"/>
                <a:cs typeface="Calibri"/>
              </a:rPr>
              <a:t> </a:t>
            </a:r>
            <a:r>
              <a:rPr sz="2800" spc="-25" dirty="0">
                <a:latin typeface="Cambria Math"/>
                <a:cs typeface="Cambria Math"/>
              </a:rPr>
              <a:t>C</a:t>
            </a:r>
            <a:r>
              <a:rPr sz="3075" spc="-37" baseline="28455" dirty="0">
                <a:latin typeface="Cambria Math"/>
                <a:cs typeface="Cambria Math"/>
              </a:rPr>
              <a:t>2</a:t>
            </a:r>
            <a:r>
              <a:rPr sz="3075" baseline="28455" dirty="0">
                <a:latin typeface="Cambria Math"/>
                <a:cs typeface="Cambria Math"/>
              </a:rPr>
              <a:t>	</a:t>
            </a:r>
            <a:r>
              <a:rPr sz="2800" dirty="0">
                <a:latin typeface="Calibri"/>
                <a:cs typeface="Calibri"/>
              </a:rPr>
              <a:t>=</a:t>
            </a:r>
            <a:r>
              <a:rPr sz="2800" spc="-5" dirty="0">
                <a:latin typeface="Calibri"/>
                <a:cs typeface="Calibri"/>
              </a:rPr>
              <a:t> </a:t>
            </a:r>
            <a:r>
              <a:rPr sz="2800" spc="-25" dirty="0">
                <a:latin typeface="Calibri"/>
                <a:cs typeface="Calibri"/>
              </a:rPr>
              <a:t>15.</a:t>
            </a:r>
            <a:endParaRPr sz="2800">
              <a:latin typeface="Calibri"/>
              <a:cs typeface="Calibri"/>
            </a:endParaRPr>
          </a:p>
          <a:p>
            <a:pPr marR="347345" algn="ctr">
              <a:lnSpc>
                <a:spcPts val="1475"/>
              </a:lnSpc>
            </a:pPr>
            <a:r>
              <a:rPr sz="2050" spc="-10" dirty="0">
                <a:latin typeface="Cambria Math"/>
                <a:cs typeface="Cambria Math"/>
              </a:rPr>
              <a:t>4+3−1</a:t>
            </a:r>
            <a:endParaRPr sz="2050">
              <a:latin typeface="Cambria Math"/>
              <a:cs typeface="Cambria Math"/>
            </a:endParaRP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315213"/>
            <a:ext cx="8141970" cy="3439795"/>
          </a:xfrm>
          <a:prstGeom prst="rect">
            <a:avLst/>
          </a:prstGeom>
        </p:spPr>
        <p:txBody>
          <a:bodyPr vert="horz" wrap="square" lIns="0" tIns="12065" rIns="0" bIns="0" rtlCol="0">
            <a:spAutoFit/>
          </a:bodyPr>
          <a:lstStyle/>
          <a:p>
            <a:pPr marL="12700">
              <a:lnSpc>
                <a:spcPct val="100000"/>
              </a:lnSpc>
              <a:spcBef>
                <a:spcPts val="95"/>
              </a:spcBef>
            </a:pPr>
            <a:r>
              <a:rPr sz="2800" dirty="0">
                <a:latin typeface="Calibri"/>
                <a:cs typeface="Calibri"/>
              </a:rPr>
              <a:t>Ví</a:t>
            </a:r>
            <a:r>
              <a:rPr sz="2800" spc="-25" dirty="0">
                <a:latin typeface="Calibri"/>
                <a:cs typeface="Calibri"/>
              </a:rPr>
              <a:t> </a:t>
            </a:r>
            <a:r>
              <a:rPr sz="2800" dirty="0">
                <a:latin typeface="Calibri"/>
                <a:cs typeface="Calibri"/>
              </a:rPr>
              <a:t>dụ</a:t>
            </a:r>
            <a:r>
              <a:rPr sz="2800" spc="-35" dirty="0">
                <a:latin typeface="Calibri"/>
                <a:cs typeface="Calibri"/>
              </a:rPr>
              <a:t> </a:t>
            </a:r>
            <a:r>
              <a:rPr sz="2800" dirty="0">
                <a:latin typeface="Calibri"/>
                <a:cs typeface="Calibri"/>
              </a:rPr>
              <a:t>4</a:t>
            </a:r>
            <a:r>
              <a:rPr sz="2800" spc="-10"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Xét</a:t>
            </a:r>
            <a:r>
              <a:rPr sz="2800" spc="-35" dirty="0">
                <a:latin typeface="Calibri"/>
                <a:cs typeface="Calibri"/>
              </a:rPr>
              <a:t> </a:t>
            </a:r>
            <a:r>
              <a:rPr sz="2800" dirty="0">
                <a:latin typeface="Calibri"/>
                <a:cs typeface="Calibri"/>
              </a:rPr>
              <a:t>tập</a:t>
            </a:r>
            <a:r>
              <a:rPr sz="2800" spc="-20" dirty="0">
                <a:latin typeface="Calibri"/>
                <a:cs typeface="Calibri"/>
              </a:rPr>
              <a:t> </a:t>
            </a:r>
            <a:r>
              <a:rPr sz="2800" dirty="0">
                <a:latin typeface="Calibri"/>
                <a:cs typeface="Calibri"/>
              </a:rPr>
              <a:t>S</a:t>
            </a:r>
            <a:r>
              <a:rPr sz="2800" spc="-35"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{3,</a:t>
            </a:r>
            <a:r>
              <a:rPr sz="2800" spc="-25" dirty="0">
                <a:latin typeface="Calibri"/>
                <a:cs typeface="Calibri"/>
              </a:rPr>
              <a:t> </a:t>
            </a:r>
            <a:r>
              <a:rPr sz="2800" dirty="0">
                <a:latin typeface="Calibri"/>
                <a:cs typeface="Calibri"/>
              </a:rPr>
              <a:t>4,</a:t>
            </a:r>
            <a:r>
              <a:rPr sz="2800" spc="-20" dirty="0">
                <a:latin typeface="Calibri"/>
                <a:cs typeface="Calibri"/>
              </a:rPr>
              <a:t> </a:t>
            </a:r>
            <a:r>
              <a:rPr sz="2800" dirty="0">
                <a:latin typeface="Calibri"/>
                <a:cs typeface="Calibri"/>
              </a:rPr>
              <a:t>5,</a:t>
            </a:r>
            <a:r>
              <a:rPr sz="2800" spc="-15" dirty="0">
                <a:latin typeface="Calibri"/>
                <a:cs typeface="Calibri"/>
              </a:rPr>
              <a:t> </a:t>
            </a:r>
            <a:r>
              <a:rPr sz="2800" dirty="0">
                <a:latin typeface="Calibri"/>
                <a:cs typeface="Calibri"/>
              </a:rPr>
              <a:t>6,</a:t>
            </a:r>
            <a:r>
              <a:rPr sz="2800" spc="-25" dirty="0">
                <a:latin typeface="Calibri"/>
                <a:cs typeface="Calibri"/>
              </a:rPr>
              <a:t> </a:t>
            </a:r>
            <a:r>
              <a:rPr sz="2800" dirty="0">
                <a:latin typeface="Calibri"/>
                <a:cs typeface="Calibri"/>
              </a:rPr>
              <a:t>7,</a:t>
            </a:r>
            <a:r>
              <a:rPr sz="2800" spc="-20" dirty="0">
                <a:latin typeface="Calibri"/>
                <a:cs typeface="Calibri"/>
              </a:rPr>
              <a:t> </a:t>
            </a:r>
            <a:r>
              <a:rPr sz="2800" dirty="0">
                <a:latin typeface="Calibri"/>
                <a:cs typeface="Calibri"/>
              </a:rPr>
              <a:t>8,</a:t>
            </a:r>
            <a:r>
              <a:rPr sz="2800" spc="-25" dirty="0">
                <a:latin typeface="Calibri"/>
                <a:cs typeface="Calibri"/>
              </a:rPr>
              <a:t> </a:t>
            </a:r>
            <a:r>
              <a:rPr sz="2800" dirty="0">
                <a:latin typeface="Calibri"/>
                <a:cs typeface="Calibri"/>
              </a:rPr>
              <a:t>9,</a:t>
            </a:r>
            <a:r>
              <a:rPr sz="2800" spc="-25" dirty="0">
                <a:latin typeface="Calibri"/>
                <a:cs typeface="Calibri"/>
              </a:rPr>
              <a:t> </a:t>
            </a:r>
            <a:r>
              <a:rPr sz="2800" dirty="0">
                <a:latin typeface="Calibri"/>
                <a:cs typeface="Calibri"/>
              </a:rPr>
              <a:t>10,</a:t>
            </a:r>
            <a:r>
              <a:rPr sz="2800" spc="-10" dirty="0">
                <a:latin typeface="Calibri"/>
                <a:cs typeface="Calibri"/>
              </a:rPr>
              <a:t> </a:t>
            </a:r>
            <a:r>
              <a:rPr sz="2800" dirty="0">
                <a:latin typeface="Calibri"/>
                <a:cs typeface="Calibri"/>
              </a:rPr>
              <a:t>11,</a:t>
            </a:r>
            <a:r>
              <a:rPr sz="2800" spc="-15" dirty="0">
                <a:latin typeface="Calibri"/>
                <a:cs typeface="Calibri"/>
              </a:rPr>
              <a:t> </a:t>
            </a:r>
            <a:r>
              <a:rPr sz="2800" dirty="0">
                <a:latin typeface="Calibri"/>
                <a:cs typeface="Calibri"/>
              </a:rPr>
              <a:t>12,</a:t>
            </a:r>
            <a:r>
              <a:rPr sz="2800" spc="-15" dirty="0">
                <a:latin typeface="Calibri"/>
                <a:cs typeface="Calibri"/>
              </a:rPr>
              <a:t> </a:t>
            </a:r>
            <a:r>
              <a:rPr sz="2800" dirty="0">
                <a:latin typeface="Calibri"/>
                <a:cs typeface="Calibri"/>
              </a:rPr>
              <a:t>13,</a:t>
            </a:r>
            <a:r>
              <a:rPr sz="2800" spc="-10" dirty="0">
                <a:latin typeface="Calibri"/>
                <a:cs typeface="Calibri"/>
              </a:rPr>
              <a:t> </a:t>
            </a:r>
            <a:r>
              <a:rPr sz="2800" spc="-20" dirty="0">
                <a:latin typeface="Calibri"/>
                <a:cs typeface="Calibri"/>
              </a:rPr>
              <a:t>14}.</a:t>
            </a:r>
            <a:endParaRPr sz="2800">
              <a:latin typeface="Calibri"/>
              <a:cs typeface="Calibri"/>
            </a:endParaRPr>
          </a:p>
          <a:p>
            <a:pPr marL="12700">
              <a:lnSpc>
                <a:spcPct val="100000"/>
              </a:lnSpc>
            </a:pPr>
            <a:r>
              <a:rPr sz="2800" dirty="0">
                <a:latin typeface="Calibri"/>
                <a:cs typeface="Calibri"/>
              </a:rPr>
              <a:t>Có</a:t>
            </a:r>
            <a:r>
              <a:rPr sz="2800" spc="-55" dirty="0">
                <a:latin typeface="Calibri"/>
                <a:cs typeface="Calibri"/>
              </a:rPr>
              <a:t> </a:t>
            </a:r>
            <a:r>
              <a:rPr sz="2800" dirty="0">
                <a:latin typeface="Calibri"/>
                <a:cs typeface="Calibri"/>
              </a:rPr>
              <a:t>bao</a:t>
            </a:r>
            <a:r>
              <a:rPr sz="2800" spc="-40" dirty="0">
                <a:latin typeface="Calibri"/>
                <a:cs typeface="Calibri"/>
              </a:rPr>
              <a:t> </a:t>
            </a:r>
            <a:r>
              <a:rPr sz="2800" dirty="0">
                <a:latin typeface="Calibri"/>
                <a:cs typeface="Calibri"/>
              </a:rPr>
              <a:t>nhiêu</a:t>
            </a:r>
            <a:r>
              <a:rPr sz="2800" spc="-20" dirty="0">
                <a:latin typeface="Calibri"/>
                <a:cs typeface="Calibri"/>
              </a:rPr>
              <a:t> </a:t>
            </a:r>
            <a:r>
              <a:rPr sz="2800" dirty="0">
                <a:latin typeface="Calibri"/>
                <a:cs typeface="Calibri"/>
              </a:rPr>
              <a:t>tập</a:t>
            </a:r>
            <a:r>
              <a:rPr sz="2800" spc="-35" dirty="0">
                <a:latin typeface="Calibri"/>
                <a:cs typeface="Calibri"/>
              </a:rPr>
              <a:t> </a:t>
            </a:r>
            <a:r>
              <a:rPr sz="2800" dirty="0">
                <a:latin typeface="Calibri"/>
                <a:cs typeface="Calibri"/>
              </a:rPr>
              <a:t>hợp</a:t>
            </a:r>
            <a:r>
              <a:rPr sz="2800" spc="-30" dirty="0">
                <a:latin typeface="Calibri"/>
                <a:cs typeface="Calibri"/>
              </a:rPr>
              <a:t> </a:t>
            </a:r>
            <a:r>
              <a:rPr sz="2800" dirty="0">
                <a:latin typeface="Calibri"/>
                <a:cs typeface="Calibri"/>
              </a:rPr>
              <a:t>hợp</a:t>
            </a:r>
            <a:r>
              <a:rPr sz="2800" spc="-20" dirty="0">
                <a:latin typeface="Calibri"/>
                <a:cs typeface="Calibri"/>
              </a:rPr>
              <a:t> </a:t>
            </a:r>
            <a:r>
              <a:rPr sz="2800" dirty="0">
                <a:latin typeface="Calibri"/>
                <a:cs typeface="Calibri"/>
              </a:rPr>
              <a:t>con</a:t>
            </a:r>
            <a:r>
              <a:rPr sz="2800" spc="-40" dirty="0">
                <a:latin typeface="Calibri"/>
                <a:cs typeface="Calibri"/>
              </a:rPr>
              <a:t> </a:t>
            </a:r>
            <a:r>
              <a:rPr sz="2800" dirty="0">
                <a:latin typeface="Calibri"/>
                <a:cs typeface="Calibri"/>
              </a:rPr>
              <a:t>A</a:t>
            </a:r>
            <a:r>
              <a:rPr sz="2800" spc="-45" dirty="0">
                <a:latin typeface="Calibri"/>
                <a:cs typeface="Calibri"/>
              </a:rPr>
              <a:t> </a:t>
            </a:r>
            <a:r>
              <a:rPr sz="2800" dirty="0">
                <a:latin typeface="Calibri"/>
                <a:cs typeface="Calibri"/>
              </a:rPr>
              <a:t>của</a:t>
            </a:r>
            <a:r>
              <a:rPr sz="2800" spc="-40" dirty="0">
                <a:latin typeface="Calibri"/>
                <a:cs typeface="Calibri"/>
              </a:rPr>
              <a:t> </a:t>
            </a:r>
            <a:r>
              <a:rPr sz="2800" dirty="0">
                <a:latin typeface="Calibri"/>
                <a:cs typeface="Calibri"/>
              </a:rPr>
              <a:t>S</a:t>
            </a:r>
            <a:r>
              <a:rPr sz="2800" spc="-50" dirty="0">
                <a:latin typeface="Calibri"/>
                <a:cs typeface="Calibri"/>
              </a:rPr>
              <a:t> </a:t>
            </a:r>
            <a:r>
              <a:rPr sz="2800" dirty="0">
                <a:latin typeface="Calibri"/>
                <a:cs typeface="Calibri"/>
              </a:rPr>
              <a:t>thỏa</a:t>
            </a:r>
            <a:r>
              <a:rPr sz="2800" spc="-30" dirty="0">
                <a:latin typeface="Calibri"/>
                <a:cs typeface="Calibri"/>
              </a:rPr>
              <a:t> </a:t>
            </a:r>
            <a:r>
              <a:rPr sz="2800" spc="-50" dirty="0">
                <a:latin typeface="Calibri"/>
                <a:cs typeface="Calibri"/>
              </a:rPr>
              <a:t>:</a:t>
            </a:r>
            <a:endParaRPr sz="2800">
              <a:latin typeface="Calibri"/>
              <a:cs typeface="Calibri"/>
            </a:endParaRPr>
          </a:p>
          <a:p>
            <a:pPr marL="12700">
              <a:lnSpc>
                <a:spcPct val="100000"/>
              </a:lnSpc>
              <a:spcBef>
                <a:spcPts val="670"/>
              </a:spcBef>
            </a:pPr>
            <a:r>
              <a:rPr sz="2800" dirty="0">
                <a:latin typeface="Calibri"/>
                <a:cs typeface="Calibri"/>
              </a:rPr>
              <a:t>a</a:t>
            </a:r>
            <a:r>
              <a:rPr sz="2800" spc="-20" dirty="0">
                <a:latin typeface="Calibri"/>
                <a:cs typeface="Calibri"/>
              </a:rPr>
              <a:t> </a:t>
            </a:r>
            <a:r>
              <a:rPr sz="2800" dirty="0">
                <a:latin typeface="Calibri"/>
                <a:cs typeface="Calibri"/>
              </a:rPr>
              <a:t>)</a:t>
            </a:r>
            <a:r>
              <a:rPr sz="2800" spc="-20" dirty="0">
                <a:latin typeface="Calibri"/>
                <a:cs typeface="Calibri"/>
              </a:rPr>
              <a:t> </a:t>
            </a:r>
            <a:r>
              <a:rPr sz="2800" dirty="0">
                <a:latin typeface="Calibri"/>
                <a:cs typeface="Calibri"/>
              </a:rPr>
              <a:t>|A|</a:t>
            </a:r>
            <a:r>
              <a:rPr sz="2800" spc="-15" dirty="0">
                <a:latin typeface="Calibri"/>
                <a:cs typeface="Calibri"/>
              </a:rPr>
              <a:t> </a:t>
            </a:r>
            <a:r>
              <a:rPr sz="2800" dirty="0">
                <a:latin typeface="Calibri"/>
                <a:cs typeface="Calibri"/>
              </a:rPr>
              <a:t>=</a:t>
            </a:r>
            <a:r>
              <a:rPr sz="2800" spc="-20" dirty="0">
                <a:latin typeface="Calibri"/>
                <a:cs typeface="Calibri"/>
              </a:rPr>
              <a:t> </a:t>
            </a:r>
            <a:r>
              <a:rPr sz="2800" spc="-25" dirty="0">
                <a:latin typeface="Calibri"/>
                <a:cs typeface="Calibri"/>
              </a:rPr>
              <a:t>4?</a:t>
            </a:r>
            <a:endParaRPr sz="2800">
              <a:latin typeface="Calibri"/>
              <a:cs typeface="Calibri"/>
            </a:endParaRPr>
          </a:p>
          <a:p>
            <a:pPr marL="12700">
              <a:lnSpc>
                <a:spcPct val="100000"/>
              </a:lnSpc>
              <a:spcBef>
                <a:spcPts val="675"/>
              </a:spcBef>
            </a:pPr>
            <a:r>
              <a:rPr sz="2800" dirty="0">
                <a:latin typeface="Calibri"/>
                <a:cs typeface="Calibri"/>
              </a:rPr>
              <a:t>b</a:t>
            </a:r>
            <a:r>
              <a:rPr sz="2800" spc="-30"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|A|</a:t>
            </a:r>
            <a:r>
              <a:rPr sz="2800" spc="-20" dirty="0">
                <a:latin typeface="Calibri"/>
                <a:cs typeface="Calibri"/>
              </a:rPr>
              <a:t> </a:t>
            </a:r>
            <a:r>
              <a:rPr sz="2800" dirty="0">
                <a:latin typeface="Calibri"/>
                <a:cs typeface="Calibri"/>
              </a:rPr>
              <a:t>=</a:t>
            </a:r>
            <a:r>
              <a:rPr sz="2800" spc="-20" dirty="0">
                <a:latin typeface="Calibri"/>
                <a:cs typeface="Calibri"/>
              </a:rPr>
              <a:t> </a:t>
            </a:r>
            <a:r>
              <a:rPr sz="2800" dirty="0">
                <a:latin typeface="Calibri"/>
                <a:cs typeface="Calibri"/>
              </a:rPr>
              <a:t>4</a:t>
            </a:r>
            <a:r>
              <a:rPr sz="2800" spc="-20" dirty="0">
                <a:latin typeface="Calibri"/>
                <a:cs typeface="Calibri"/>
              </a:rPr>
              <a:t> </a:t>
            </a:r>
            <a:r>
              <a:rPr sz="2800" dirty="0">
                <a:latin typeface="Calibri"/>
                <a:cs typeface="Calibri"/>
              </a:rPr>
              <a:t>và</a:t>
            </a:r>
            <a:r>
              <a:rPr sz="2800" spc="-35" dirty="0">
                <a:latin typeface="Calibri"/>
                <a:cs typeface="Calibri"/>
              </a:rPr>
              <a:t> </a:t>
            </a:r>
            <a:r>
              <a:rPr sz="2800" dirty="0">
                <a:latin typeface="Calibri"/>
                <a:cs typeface="Calibri"/>
              </a:rPr>
              <a:t>phần</a:t>
            </a:r>
            <a:r>
              <a:rPr sz="2800" spc="-5" dirty="0">
                <a:latin typeface="Calibri"/>
                <a:cs typeface="Calibri"/>
              </a:rPr>
              <a:t> </a:t>
            </a:r>
            <a:r>
              <a:rPr sz="2800" dirty="0">
                <a:latin typeface="Calibri"/>
                <a:cs typeface="Calibri"/>
              </a:rPr>
              <a:t>tử</a:t>
            </a:r>
            <a:r>
              <a:rPr sz="2800" spc="-40" dirty="0">
                <a:latin typeface="Calibri"/>
                <a:cs typeface="Calibri"/>
              </a:rPr>
              <a:t> </a:t>
            </a:r>
            <a:r>
              <a:rPr sz="2800" dirty="0">
                <a:latin typeface="Calibri"/>
                <a:cs typeface="Calibri"/>
              </a:rPr>
              <a:t>bé</a:t>
            </a:r>
            <a:r>
              <a:rPr sz="2800" spc="-25" dirty="0">
                <a:latin typeface="Calibri"/>
                <a:cs typeface="Calibri"/>
              </a:rPr>
              <a:t> </a:t>
            </a:r>
            <a:r>
              <a:rPr sz="2800" dirty="0">
                <a:latin typeface="Calibri"/>
                <a:cs typeface="Calibri"/>
              </a:rPr>
              <a:t>nhất</a:t>
            </a:r>
            <a:r>
              <a:rPr sz="2800" spc="-20" dirty="0">
                <a:latin typeface="Calibri"/>
                <a:cs typeface="Calibri"/>
              </a:rPr>
              <a:t> </a:t>
            </a:r>
            <a:r>
              <a:rPr sz="2800" dirty="0">
                <a:latin typeface="Calibri"/>
                <a:cs typeface="Calibri"/>
              </a:rPr>
              <a:t>của</a:t>
            </a:r>
            <a:r>
              <a:rPr sz="2800" spc="-15" dirty="0">
                <a:latin typeface="Calibri"/>
                <a:cs typeface="Calibri"/>
              </a:rPr>
              <a:t> </a:t>
            </a:r>
            <a:r>
              <a:rPr sz="2800" dirty="0">
                <a:latin typeface="Calibri"/>
                <a:cs typeface="Calibri"/>
              </a:rPr>
              <a:t>A</a:t>
            </a:r>
            <a:r>
              <a:rPr sz="2800" spc="-30" dirty="0">
                <a:latin typeface="Calibri"/>
                <a:cs typeface="Calibri"/>
              </a:rPr>
              <a:t> </a:t>
            </a:r>
            <a:r>
              <a:rPr sz="2800" dirty="0">
                <a:latin typeface="Calibri"/>
                <a:cs typeface="Calibri"/>
              </a:rPr>
              <a:t>là</a:t>
            </a:r>
            <a:r>
              <a:rPr sz="2800" spc="-35" dirty="0">
                <a:latin typeface="Calibri"/>
                <a:cs typeface="Calibri"/>
              </a:rPr>
              <a:t> </a:t>
            </a:r>
            <a:r>
              <a:rPr sz="2800" spc="-25" dirty="0">
                <a:latin typeface="Calibri"/>
                <a:cs typeface="Calibri"/>
              </a:rPr>
              <a:t>5?</a:t>
            </a:r>
            <a:endParaRPr sz="2800">
              <a:latin typeface="Calibri"/>
              <a:cs typeface="Calibri"/>
            </a:endParaRPr>
          </a:p>
          <a:p>
            <a:pPr marL="12700">
              <a:lnSpc>
                <a:spcPct val="100000"/>
              </a:lnSpc>
              <a:spcBef>
                <a:spcPts val="710"/>
              </a:spcBef>
            </a:pPr>
            <a:r>
              <a:rPr sz="2800" dirty="0">
                <a:latin typeface="Calibri"/>
                <a:cs typeface="Calibri"/>
              </a:rPr>
              <a:t>c</a:t>
            </a:r>
            <a:r>
              <a:rPr sz="2800" spc="-30"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|A|</a:t>
            </a:r>
            <a:r>
              <a:rPr sz="2800" spc="-20"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4</a:t>
            </a:r>
            <a:r>
              <a:rPr sz="2800" spc="-20" dirty="0">
                <a:latin typeface="Calibri"/>
                <a:cs typeface="Calibri"/>
              </a:rPr>
              <a:t> </a:t>
            </a:r>
            <a:r>
              <a:rPr sz="2800" dirty="0">
                <a:latin typeface="Calibri"/>
                <a:cs typeface="Calibri"/>
              </a:rPr>
              <a:t>và</a:t>
            </a:r>
            <a:r>
              <a:rPr sz="2800" spc="-35" dirty="0">
                <a:latin typeface="Calibri"/>
                <a:cs typeface="Calibri"/>
              </a:rPr>
              <a:t> </a:t>
            </a:r>
            <a:r>
              <a:rPr sz="2800" dirty="0">
                <a:latin typeface="Calibri"/>
                <a:cs typeface="Calibri"/>
              </a:rPr>
              <a:t>phần tử</a:t>
            </a:r>
            <a:r>
              <a:rPr sz="2800" spc="-30" dirty="0">
                <a:latin typeface="Calibri"/>
                <a:cs typeface="Calibri"/>
              </a:rPr>
              <a:t> </a:t>
            </a:r>
            <a:r>
              <a:rPr sz="2800" dirty="0">
                <a:latin typeface="Calibri"/>
                <a:cs typeface="Calibri"/>
              </a:rPr>
              <a:t>bé</a:t>
            </a:r>
            <a:r>
              <a:rPr sz="2800" spc="-20" dirty="0">
                <a:latin typeface="Calibri"/>
                <a:cs typeface="Calibri"/>
              </a:rPr>
              <a:t> </a:t>
            </a:r>
            <a:r>
              <a:rPr sz="2800" dirty="0">
                <a:latin typeface="Calibri"/>
                <a:cs typeface="Calibri"/>
              </a:rPr>
              <a:t>nhất</a:t>
            </a:r>
            <a:r>
              <a:rPr sz="2800" spc="-20" dirty="0">
                <a:latin typeface="Calibri"/>
                <a:cs typeface="Calibri"/>
              </a:rPr>
              <a:t> </a:t>
            </a:r>
            <a:r>
              <a:rPr sz="2800" dirty="0">
                <a:latin typeface="Calibri"/>
                <a:cs typeface="Calibri"/>
              </a:rPr>
              <a:t>của</a:t>
            </a:r>
            <a:r>
              <a:rPr sz="2800" spc="-10" dirty="0">
                <a:latin typeface="Calibri"/>
                <a:cs typeface="Calibri"/>
              </a:rPr>
              <a:t> </a:t>
            </a:r>
            <a:r>
              <a:rPr sz="2800" dirty="0">
                <a:latin typeface="Calibri"/>
                <a:cs typeface="Calibri"/>
              </a:rPr>
              <a:t>A</a:t>
            </a:r>
            <a:r>
              <a:rPr sz="2800" spc="-60" dirty="0">
                <a:latin typeface="Calibri"/>
                <a:cs typeface="Calibri"/>
              </a:rPr>
              <a:t> </a:t>
            </a:r>
            <a:r>
              <a:rPr sz="2800" dirty="0">
                <a:latin typeface="Symbol"/>
                <a:cs typeface="Symbol"/>
              </a:rPr>
              <a:t></a:t>
            </a:r>
            <a:r>
              <a:rPr sz="2800" spc="-80" dirty="0">
                <a:latin typeface="Times New Roman"/>
                <a:cs typeface="Times New Roman"/>
              </a:rPr>
              <a:t> </a:t>
            </a:r>
            <a:r>
              <a:rPr sz="2800" spc="-25" dirty="0">
                <a:latin typeface="Calibri"/>
                <a:cs typeface="Calibri"/>
              </a:rPr>
              <a:t>5?</a:t>
            </a:r>
            <a:endParaRPr sz="2800">
              <a:latin typeface="Calibri"/>
              <a:cs typeface="Calibri"/>
            </a:endParaRPr>
          </a:p>
          <a:p>
            <a:pPr marL="12700">
              <a:lnSpc>
                <a:spcPct val="100000"/>
              </a:lnSpc>
              <a:spcBef>
                <a:spcPts val="635"/>
              </a:spcBef>
            </a:pPr>
            <a:r>
              <a:rPr sz="2800" dirty="0">
                <a:latin typeface="Calibri"/>
                <a:cs typeface="Calibri"/>
              </a:rPr>
              <a:t>d</a:t>
            </a:r>
            <a:r>
              <a:rPr sz="2800" spc="-30" dirty="0">
                <a:latin typeface="Calibri"/>
                <a:cs typeface="Calibri"/>
              </a:rPr>
              <a:t> </a:t>
            </a:r>
            <a:r>
              <a:rPr sz="2800" dirty="0">
                <a:latin typeface="Calibri"/>
                <a:cs typeface="Calibri"/>
              </a:rPr>
              <a:t>)</a:t>
            </a:r>
            <a:r>
              <a:rPr sz="2800" spc="-35" dirty="0">
                <a:latin typeface="Calibri"/>
                <a:cs typeface="Calibri"/>
              </a:rPr>
              <a:t> </a:t>
            </a:r>
            <a:r>
              <a:rPr sz="2800" dirty="0">
                <a:latin typeface="Calibri"/>
                <a:cs typeface="Calibri"/>
              </a:rPr>
              <a:t>Có</a:t>
            </a:r>
            <a:r>
              <a:rPr sz="2800" spc="-35" dirty="0">
                <a:latin typeface="Calibri"/>
                <a:cs typeface="Calibri"/>
              </a:rPr>
              <a:t> </a:t>
            </a:r>
            <a:r>
              <a:rPr sz="2800" dirty="0">
                <a:latin typeface="Calibri"/>
                <a:cs typeface="Calibri"/>
              </a:rPr>
              <a:t>bao</a:t>
            </a:r>
            <a:r>
              <a:rPr sz="2800" spc="-35" dirty="0">
                <a:latin typeface="Calibri"/>
                <a:cs typeface="Calibri"/>
              </a:rPr>
              <a:t> </a:t>
            </a:r>
            <a:r>
              <a:rPr sz="2800" dirty="0">
                <a:latin typeface="Calibri"/>
                <a:cs typeface="Calibri"/>
              </a:rPr>
              <a:t>nhiêu</a:t>
            </a:r>
            <a:r>
              <a:rPr sz="2800" spc="-10" dirty="0">
                <a:latin typeface="Calibri"/>
                <a:cs typeface="Calibri"/>
              </a:rPr>
              <a:t> </a:t>
            </a:r>
            <a:r>
              <a:rPr sz="2800" dirty="0">
                <a:latin typeface="Calibri"/>
                <a:cs typeface="Calibri"/>
              </a:rPr>
              <a:t>tập</a:t>
            </a:r>
            <a:r>
              <a:rPr sz="2800" spc="-25" dirty="0">
                <a:latin typeface="Calibri"/>
                <a:cs typeface="Calibri"/>
              </a:rPr>
              <a:t> </a:t>
            </a:r>
            <a:r>
              <a:rPr sz="2800" dirty="0">
                <a:latin typeface="Calibri"/>
                <a:cs typeface="Calibri"/>
              </a:rPr>
              <a:t>A</a:t>
            </a:r>
            <a:r>
              <a:rPr sz="2800" spc="-40" dirty="0">
                <a:latin typeface="Calibri"/>
                <a:cs typeface="Calibri"/>
              </a:rPr>
              <a:t> </a:t>
            </a:r>
            <a:r>
              <a:rPr sz="2800" dirty="0">
                <a:latin typeface="Calibri"/>
                <a:cs typeface="Calibri"/>
              </a:rPr>
              <a:t>chứa</a:t>
            </a:r>
            <a:r>
              <a:rPr sz="2800" spc="-25" dirty="0">
                <a:latin typeface="Calibri"/>
                <a:cs typeface="Calibri"/>
              </a:rPr>
              <a:t> </a:t>
            </a:r>
            <a:r>
              <a:rPr sz="2800" dirty="0">
                <a:latin typeface="Calibri"/>
                <a:cs typeface="Calibri"/>
              </a:rPr>
              <a:t>ít</a:t>
            </a:r>
            <a:r>
              <a:rPr sz="2800" spc="-35" dirty="0">
                <a:latin typeface="Calibri"/>
                <a:cs typeface="Calibri"/>
              </a:rPr>
              <a:t> </a:t>
            </a:r>
            <a:r>
              <a:rPr sz="2800" dirty="0">
                <a:latin typeface="Calibri"/>
                <a:cs typeface="Calibri"/>
              </a:rPr>
              <a:t>nhất</a:t>
            </a:r>
            <a:r>
              <a:rPr sz="2800" spc="-25" dirty="0">
                <a:latin typeface="Calibri"/>
                <a:cs typeface="Calibri"/>
              </a:rPr>
              <a:t> </a:t>
            </a:r>
            <a:r>
              <a:rPr sz="2800" dirty="0">
                <a:latin typeface="Calibri"/>
                <a:cs typeface="Calibri"/>
              </a:rPr>
              <a:t>một</a:t>
            </a:r>
            <a:r>
              <a:rPr sz="2800" spc="-25" dirty="0">
                <a:latin typeface="Calibri"/>
                <a:cs typeface="Calibri"/>
              </a:rPr>
              <a:t> </a:t>
            </a:r>
            <a:r>
              <a:rPr sz="2800" dirty="0">
                <a:latin typeface="Calibri"/>
                <a:cs typeface="Calibri"/>
              </a:rPr>
              <a:t>số</a:t>
            </a:r>
            <a:r>
              <a:rPr sz="2800" spc="-25" dirty="0">
                <a:latin typeface="Calibri"/>
                <a:cs typeface="Calibri"/>
              </a:rPr>
              <a:t> lẻ?</a:t>
            </a:r>
            <a:endParaRPr sz="2800">
              <a:latin typeface="Calibri"/>
              <a:cs typeface="Calibri"/>
            </a:endParaRPr>
          </a:p>
          <a:p>
            <a:pPr marL="12700">
              <a:lnSpc>
                <a:spcPct val="100000"/>
              </a:lnSpc>
              <a:spcBef>
                <a:spcPts val="675"/>
              </a:spcBef>
            </a:pPr>
            <a:r>
              <a:rPr sz="2800" dirty="0">
                <a:latin typeface="Calibri"/>
                <a:cs typeface="Calibri"/>
              </a:rPr>
              <a:t>e</a:t>
            </a:r>
            <a:r>
              <a:rPr sz="2800" spc="-30"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|A|</a:t>
            </a:r>
            <a:r>
              <a:rPr sz="2800" spc="-15" dirty="0">
                <a:latin typeface="Calibri"/>
                <a:cs typeface="Calibri"/>
              </a:rPr>
              <a:t> </a:t>
            </a:r>
            <a:r>
              <a:rPr sz="2800" dirty="0">
                <a:latin typeface="Calibri"/>
                <a:cs typeface="Calibri"/>
              </a:rPr>
              <a:t>=</a:t>
            </a:r>
            <a:r>
              <a:rPr sz="2800" spc="-20" dirty="0">
                <a:latin typeface="Calibri"/>
                <a:cs typeface="Calibri"/>
              </a:rPr>
              <a:t> </a:t>
            </a:r>
            <a:r>
              <a:rPr sz="2800" dirty="0">
                <a:latin typeface="Calibri"/>
                <a:cs typeface="Calibri"/>
              </a:rPr>
              <a:t>7</a:t>
            </a:r>
            <a:r>
              <a:rPr sz="2800" spc="-15" dirty="0">
                <a:latin typeface="Calibri"/>
                <a:cs typeface="Calibri"/>
              </a:rPr>
              <a:t> </a:t>
            </a:r>
            <a:r>
              <a:rPr sz="2800" dirty="0">
                <a:latin typeface="Calibri"/>
                <a:cs typeface="Calibri"/>
              </a:rPr>
              <a:t>và</a:t>
            </a:r>
            <a:r>
              <a:rPr sz="2800" spc="-35" dirty="0">
                <a:latin typeface="Calibri"/>
                <a:cs typeface="Calibri"/>
              </a:rPr>
              <a:t> </a:t>
            </a:r>
            <a:r>
              <a:rPr sz="2800" dirty="0">
                <a:latin typeface="Calibri"/>
                <a:cs typeface="Calibri"/>
              </a:rPr>
              <a:t>có</a:t>
            </a:r>
            <a:r>
              <a:rPr sz="2800" spc="-25" dirty="0">
                <a:latin typeface="Calibri"/>
                <a:cs typeface="Calibri"/>
              </a:rPr>
              <a:t> </a:t>
            </a:r>
            <a:r>
              <a:rPr sz="2800" dirty="0">
                <a:latin typeface="Calibri"/>
                <a:cs typeface="Calibri"/>
              </a:rPr>
              <a:t>đúng</a:t>
            </a:r>
            <a:r>
              <a:rPr sz="2800" spc="-15" dirty="0">
                <a:latin typeface="Calibri"/>
                <a:cs typeface="Calibri"/>
              </a:rPr>
              <a:t> </a:t>
            </a:r>
            <a:r>
              <a:rPr sz="2800" dirty="0">
                <a:latin typeface="Calibri"/>
                <a:cs typeface="Calibri"/>
              </a:rPr>
              <a:t>3</a:t>
            </a:r>
            <a:r>
              <a:rPr sz="2800" spc="-20" dirty="0">
                <a:latin typeface="Calibri"/>
                <a:cs typeface="Calibri"/>
              </a:rPr>
              <a:t> </a:t>
            </a:r>
            <a:r>
              <a:rPr sz="2800" dirty="0">
                <a:latin typeface="Calibri"/>
                <a:cs typeface="Calibri"/>
              </a:rPr>
              <a:t>số</a:t>
            </a:r>
            <a:r>
              <a:rPr sz="2800" spc="-10" dirty="0">
                <a:latin typeface="Calibri"/>
                <a:cs typeface="Calibri"/>
              </a:rPr>
              <a:t> </a:t>
            </a:r>
            <a:r>
              <a:rPr sz="2800" spc="-25" dirty="0">
                <a:latin typeface="Calibri"/>
                <a:cs typeface="Calibri"/>
              </a:rPr>
              <a:t>lẻ?</a:t>
            </a:r>
            <a:endParaRPr sz="2800">
              <a:latin typeface="Calibri"/>
              <a:cs typeface="Calibri"/>
            </a:endParaRP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54812" y="320751"/>
            <a:ext cx="7987665" cy="391795"/>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006FC0"/>
                </a:solidFill>
                <a:latin typeface="Calibri"/>
                <a:cs typeface="Calibri"/>
              </a:rPr>
              <a:t>|A</a:t>
            </a:r>
            <a:r>
              <a:rPr sz="2400" spc="-10" dirty="0">
                <a:solidFill>
                  <a:srgbClr val="006FC0"/>
                </a:solidFill>
                <a:latin typeface="Symbol"/>
                <a:cs typeface="Symbol"/>
              </a:rPr>
              <a:t></a:t>
            </a:r>
            <a:r>
              <a:rPr sz="2400" spc="-10" dirty="0">
                <a:solidFill>
                  <a:srgbClr val="006FC0"/>
                </a:solidFill>
                <a:latin typeface="Calibri"/>
                <a:cs typeface="Calibri"/>
              </a:rPr>
              <a:t>B</a:t>
            </a:r>
            <a:r>
              <a:rPr sz="2400" spc="-10" dirty="0">
                <a:solidFill>
                  <a:srgbClr val="006FC0"/>
                </a:solidFill>
                <a:latin typeface="Symbol"/>
                <a:cs typeface="Symbol"/>
              </a:rPr>
              <a:t></a:t>
            </a:r>
            <a:r>
              <a:rPr sz="2400" spc="-10" dirty="0">
                <a:solidFill>
                  <a:srgbClr val="006FC0"/>
                </a:solidFill>
                <a:latin typeface="Calibri"/>
                <a:cs typeface="Calibri"/>
              </a:rPr>
              <a:t>C|=|A|+|B|+|C|-</a:t>
            </a:r>
            <a:r>
              <a:rPr sz="2400" dirty="0">
                <a:solidFill>
                  <a:srgbClr val="006FC0"/>
                </a:solidFill>
                <a:latin typeface="Calibri"/>
                <a:cs typeface="Calibri"/>
              </a:rPr>
              <a:t>|A</a:t>
            </a:r>
            <a:r>
              <a:rPr sz="2400" spc="-35" dirty="0">
                <a:solidFill>
                  <a:srgbClr val="006FC0"/>
                </a:solidFill>
                <a:latin typeface="Calibri"/>
                <a:cs typeface="Calibri"/>
              </a:rPr>
              <a:t> </a:t>
            </a:r>
            <a:r>
              <a:rPr sz="2400" dirty="0">
                <a:solidFill>
                  <a:srgbClr val="006FC0"/>
                </a:solidFill>
                <a:latin typeface="Symbol"/>
                <a:cs typeface="Symbol"/>
              </a:rPr>
              <a:t></a:t>
            </a:r>
            <a:r>
              <a:rPr sz="2400" spc="-70" dirty="0">
                <a:solidFill>
                  <a:srgbClr val="006FC0"/>
                </a:solidFill>
                <a:latin typeface="Times New Roman"/>
                <a:cs typeface="Times New Roman"/>
              </a:rPr>
              <a:t> </a:t>
            </a:r>
            <a:r>
              <a:rPr sz="2400" spc="-10" dirty="0">
                <a:solidFill>
                  <a:srgbClr val="006FC0"/>
                </a:solidFill>
                <a:latin typeface="Calibri"/>
                <a:cs typeface="Calibri"/>
              </a:rPr>
              <a:t>B|-</a:t>
            </a:r>
            <a:r>
              <a:rPr sz="2400" dirty="0">
                <a:solidFill>
                  <a:srgbClr val="006FC0"/>
                </a:solidFill>
                <a:latin typeface="Calibri"/>
                <a:cs typeface="Calibri"/>
              </a:rPr>
              <a:t>|A</a:t>
            </a:r>
            <a:r>
              <a:rPr sz="2400" spc="-10" dirty="0">
                <a:solidFill>
                  <a:srgbClr val="006FC0"/>
                </a:solidFill>
                <a:latin typeface="Calibri"/>
                <a:cs typeface="Calibri"/>
              </a:rPr>
              <a:t> </a:t>
            </a:r>
            <a:r>
              <a:rPr sz="2400" dirty="0">
                <a:solidFill>
                  <a:srgbClr val="006FC0"/>
                </a:solidFill>
                <a:latin typeface="Symbol"/>
                <a:cs typeface="Symbol"/>
              </a:rPr>
              <a:t></a:t>
            </a:r>
            <a:r>
              <a:rPr sz="2400" spc="-60" dirty="0">
                <a:solidFill>
                  <a:srgbClr val="006FC0"/>
                </a:solidFill>
                <a:latin typeface="Times New Roman"/>
                <a:cs typeface="Times New Roman"/>
              </a:rPr>
              <a:t> </a:t>
            </a:r>
            <a:r>
              <a:rPr sz="2400" spc="-10" dirty="0">
                <a:solidFill>
                  <a:srgbClr val="006FC0"/>
                </a:solidFill>
                <a:latin typeface="Calibri"/>
                <a:cs typeface="Calibri"/>
              </a:rPr>
              <a:t>C|-</a:t>
            </a:r>
            <a:r>
              <a:rPr sz="2400" dirty="0">
                <a:solidFill>
                  <a:srgbClr val="006FC0"/>
                </a:solidFill>
                <a:latin typeface="Calibri"/>
                <a:cs typeface="Calibri"/>
              </a:rPr>
              <a:t>|B</a:t>
            </a:r>
            <a:r>
              <a:rPr sz="2400" spc="-15" dirty="0">
                <a:solidFill>
                  <a:srgbClr val="006FC0"/>
                </a:solidFill>
                <a:latin typeface="Calibri"/>
                <a:cs typeface="Calibri"/>
              </a:rPr>
              <a:t> </a:t>
            </a:r>
            <a:r>
              <a:rPr sz="2400" dirty="0">
                <a:solidFill>
                  <a:srgbClr val="006FC0"/>
                </a:solidFill>
                <a:latin typeface="Symbol"/>
                <a:cs typeface="Symbol"/>
              </a:rPr>
              <a:t></a:t>
            </a:r>
            <a:r>
              <a:rPr sz="2400" spc="-60" dirty="0">
                <a:solidFill>
                  <a:srgbClr val="006FC0"/>
                </a:solidFill>
                <a:latin typeface="Times New Roman"/>
                <a:cs typeface="Times New Roman"/>
              </a:rPr>
              <a:t> </a:t>
            </a:r>
            <a:r>
              <a:rPr sz="2400" dirty="0">
                <a:solidFill>
                  <a:srgbClr val="006FC0"/>
                </a:solidFill>
                <a:latin typeface="Calibri"/>
                <a:cs typeface="Calibri"/>
              </a:rPr>
              <a:t>C|+|A</a:t>
            </a:r>
            <a:r>
              <a:rPr sz="2400" spc="-25" dirty="0">
                <a:solidFill>
                  <a:srgbClr val="006FC0"/>
                </a:solidFill>
                <a:latin typeface="Calibri"/>
                <a:cs typeface="Calibri"/>
              </a:rPr>
              <a:t> </a:t>
            </a:r>
            <a:r>
              <a:rPr sz="2400" dirty="0">
                <a:solidFill>
                  <a:srgbClr val="006FC0"/>
                </a:solidFill>
                <a:latin typeface="Symbol"/>
                <a:cs typeface="Symbol"/>
              </a:rPr>
              <a:t></a:t>
            </a:r>
            <a:r>
              <a:rPr sz="2400" spc="-60" dirty="0">
                <a:solidFill>
                  <a:srgbClr val="006FC0"/>
                </a:solidFill>
                <a:latin typeface="Times New Roman"/>
                <a:cs typeface="Times New Roman"/>
              </a:rPr>
              <a:t> </a:t>
            </a:r>
            <a:r>
              <a:rPr sz="2400" dirty="0">
                <a:solidFill>
                  <a:srgbClr val="006FC0"/>
                </a:solidFill>
                <a:latin typeface="Calibri"/>
                <a:cs typeface="Calibri"/>
              </a:rPr>
              <a:t>B</a:t>
            </a:r>
            <a:r>
              <a:rPr sz="2400" spc="-5" dirty="0">
                <a:solidFill>
                  <a:srgbClr val="006FC0"/>
                </a:solidFill>
                <a:latin typeface="Calibri"/>
                <a:cs typeface="Calibri"/>
              </a:rPr>
              <a:t> </a:t>
            </a:r>
            <a:r>
              <a:rPr sz="2400" dirty="0">
                <a:solidFill>
                  <a:srgbClr val="006FC0"/>
                </a:solidFill>
                <a:latin typeface="Symbol"/>
                <a:cs typeface="Symbol"/>
              </a:rPr>
              <a:t></a:t>
            </a:r>
            <a:r>
              <a:rPr sz="2400" spc="-60" dirty="0">
                <a:solidFill>
                  <a:srgbClr val="006FC0"/>
                </a:solidFill>
                <a:latin typeface="Times New Roman"/>
                <a:cs typeface="Times New Roman"/>
              </a:rPr>
              <a:t> </a:t>
            </a:r>
            <a:r>
              <a:rPr sz="2400" spc="-25" dirty="0">
                <a:solidFill>
                  <a:srgbClr val="006FC0"/>
                </a:solidFill>
                <a:latin typeface="Calibri"/>
                <a:cs typeface="Calibri"/>
              </a:rPr>
              <a:t>C|</a:t>
            </a:r>
            <a:endParaRPr sz="2400">
              <a:latin typeface="Calibri"/>
              <a:cs typeface="Calibri"/>
            </a:endParaRPr>
          </a:p>
        </p:txBody>
      </p:sp>
      <p:sp>
        <p:nvSpPr>
          <p:cNvPr id="3" name="object 3"/>
          <p:cNvSpPr txBox="1">
            <a:spLocks noGrp="1"/>
          </p:cNvSpPr>
          <p:nvPr>
            <p:ph type="title"/>
          </p:nvPr>
        </p:nvSpPr>
        <p:spPr>
          <a:xfrm>
            <a:off x="459740" y="766317"/>
            <a:ext cx="8324215" cy="1732280"/>
          </a:xfrm>
          <a:prstGeom prst="rect">
            <a:avLst/>
          </a:prstGeom>
        </p:spPr>
        <p:txBody>
          <a:bodyPr vert="horz" wrap="square" lIns="0" tIns="12065" rIns="0" bIns="0" rtlCol="0">
            <a:spAutoFit/>
          </a:bodyPr>
          <a:lstStyle/>
          <a:p>
            <a:pPr marL="12700" marR="478155">
              <a:lnSpc>
                <a:spcPct val="100000"/>
              </a:lnSpc>
              <a:spcBef>
                <a:spcPts val="95"/>
              </a:spcBef>
              <a:tabLst>
                <a:tab pos="2372360" algn="l"/>
              </a:tabLst>
            </a:pPr>
            <a:r>
              <a:rPr dirty="0"/>
              <a:t>Ví</a:t>
            </a:r>
            <a:r>
              <a:rPr spc="-35" dirty="0"/>
              <a:t> </a:t>
            </a:r>
            <a:r>
              <a:rPr dirty="0"/>
              <a:t>dụ</a:t>
            </a:r>
            <a:r>
              <a:rPr spc="-45" dirty="0"/>
              <a:t> </a:t>
            </a:r>
            <a:r>
              <a:rPr dirty="0"/>
              <a:t>5</a:t>
            </a:r>
            <a:r>
              <a:rPr spc="-25" dirty="0"/>
              <a:t> </a:t>
            </a:r>
            <a:r>
              <a:rPr dirty="0"/>
              <a:t>:</a:t>
            </a:r>
            <a:r>
              <a:rPr spc="-35" dirty="0"/>
              <a:t> </a:t>
            </a:r>
            <a:r>
              <a:rPr dirty="0"/>
              <a:t>Để</a:t>
            </a:r>
            <a:r>
              <a:rPr spc="-40" dirty="0"/>
              <a:t> </a:t>
            </a:r>
            <a:r>
              <a:rPr dirty="0"/>
              <a:t>chọn</a:t>
            </a:r>
            <a:r>
              <a:rPr spc="-35" dirty="0"/>
              <a:t> </a:t>
            </a:r>
            <a:r>
              <a:rPr dirty="0"/>
              <a:t>trái</a:t>
            </a:r>
            <a:r>
              <a:rPr spc="-30" dirty="0"/>
              <a:t> </a:t>
            </a:r>
            <a:r>
              <a:rPr dirty="0"/>
              <a:t>cây</a:t>
            </a:r>
            <a:r>
              <a:rPr spc="-55" dirty="0"/>
              <a:t> </a:t>
            </a:r>
            <a:r>
              <a:rPr dirty="0"/>
              <a:t>cho</a:t>
            </a:r>
            <a:r>
              <a:rPr spc="-25" dirty="0"/>
              <a:t> </a:t>
            </a:r>
            <a:r>
              <a:rPr dirty="0"/>
              <a:t>nhà</a:t>
            </a:r>
            <a:r>
              <a:rPr spc="-25" dirty="0"/>
              <a:t> </a:t>
            </a:r>
            <a:r>
              <a:rPr dirty="0"/>
              <a:t>hàng</a:t>
            </a:r>
            <a:r>
              <a:rPr spc="-40" dirty="0"/>
              <a:t> </a:t>
            </a:r>
            <a:r>
              <a:rPr dirty="0"/>
              <a:t>của</a:t>
            </a:r>
            <a:r>
              <a:rPr spc="-30" dirty="0"/>
              <a:t> </a:t>
            </a:r>
            <a:r>
              <a:rPr dirty="0"/>
              <a:t>mình.</a:t>
            </a:r>
            <a:r>
              <a:rPr spc="-15" dirty="0"/>
              <a:t> </a:t>
            </a:r>
            <a:r>
              <a:rPr spc="-25" dirty="0"/>
              <a:t>Nhà </a:t>
            </a:r>
            <a:r>
              <a:rPr dirty="0"/>
              <a:t>hàng</a:t>
            </a:r>
            <a:r>
              <a:rPr spc="-50" dirty="0"/>
              <a:t> </a:t>
            </a:r>
            <a:r>
              <a:rPr dirty="0"/>
              <a:t>Mèo</a:t>
            </a:r>
            <a:r>
              <a:rPr spc="-65" dirty="0"/>
              <a:t> </a:t>
            </a:r>
            <a:r>
              <a:rPr spc="-20" dirty="0"/>
              <a:t>Kute</a:t>
            </a:r>
            <a:r>
              <a:rPr dirty="0"/>
              <a:t>	đã</a:t>
            </a:r>
            <a:r>
              <a:rPr spc="-65" dirty="0"/>
              <a:t> </a:t>
            </a:r>
            <a:r>
              <a:rPr dirty="0"/>
              <a:t>xem</a:t>
            </a:r>
            <a:r>
              <a:rPr spc="-80" dirty="0"/>
              <a:t> </a:t>
            </a:r>
            <a:r>
              <a:rPr dirty="0"/>
              <a:t>xét</a:t>
            </a:r>
            <a:r>
              <a:rPr spc="-75" dirty="0"/>
              <a:t> </a:t>
            </a:r>
            <a:r>
              <a:rPr dirty="0"/>
              <a:t>17</a:t>
            </a:r>
            <a:r>
              <a:rPr spc="-45" dirty="0"/>
              <a:t> </a:t>
            </a:r>
            <a:r>
              <a:rPr dirty="0"/>
              <a:t>nhãn</a:t>
            </a:r>
            <a:r>
              <a:rPr spc="-50" dirty="0"/>
              <a:t> </a:t>
            </a:r>
            <a:r>
              <a:rPr dirty="0"/>
              <a:t>hiệu</a:t>
            </a:r>
            <a:r>
              <a:rPr spc="-50" dirty="0"/>
              <a:t> </a:t>
            </a:r>
            <a:r>
              <a:rPr dirty="0"/>
              <a:t>cung</a:t>
            </a:r>
            <a:r>
              <a:rPr spc="-55" dirty="0"/>
              <a:t> </a:t>
            </a:r>
            <a:r>
              <a:rPr dirty="0"/>
              <a:t>cấp</a:t>
            </a:r>
            <a:r>
              <a:rPr spc="-55" dirty="0"/>
              <a:t> </a:t>
            </a:r>
            <a:r>
              <a:rPr spc="-20" dirty="0"/>
              <a:t>trái</a:t>
            </a:r>
          </a:p>
          <a:p>
            <a:pPr marL="12700" marR="5080">
              <a:lnSpc>
                <a:spcPct val="100000"/>
              </a:lnSpc>
            </a:pPr>
            <a:r>
              <a:rPr dirty="0"/>
              <a:t>cây</a:t>
            </a:r>
            <a:r>
              <a:rPr spc="-65" dirty="0"/>
              <a:t> </a:t>
            </a:r>
            <a:r>
              <a:rPr dirty="0"/>
              <a:t>khác</a:t>
            </a:r>
            <a:r>
              <a:rPr spc="-40" dirty="0"/>
              <a:t> </a:t>
            </a:r>
            <a:r>
              <a:rPr dirty="0"/>
              <a:t>nhau</a:t>
            </a:r>
            <a:r>
              <a:rPr spc="-15" dirty="0"/>
              <a:t> </a:t>
            </a:r>
            <a:r>
              <a:rPr dirty="0"/>
              <a:t>dựa</a:t>
            </a:r>
            <a:r>
              <a:rPr spc="-35" dirty="0"/>
              <a:t> </a:t>
            </a:r>
            <a:r>
              <a:rPr dirty="0"/>
              <a:t>trên</a:t>
            </a:r>
            <a:r>
              <a:rPr spc="-45" dirty="0"/>
              <a:t> </a:t>
            </a:r>
            <a:r>
              <a:rPr dirty="0"/>
              <a:t>các</a:t>
            </a:r>
            <a:r>
              <a:rPr spc="-50" dirty="0"/>
              <a:t> </a:t>
            </a:r>
            <a:r>
              <a:rPr dirty="0"/>
              <a:t>tính</a:t>
            </a:r>
            <a:r>
              <a:rPr spc="-40" dirty="0"/>
              <a:t> </a:t>
            </a:r>
            <a:r>
              <a:rPr dirty="0"/>
              <a:t>năng</a:t>
            </a:r>
            <a:r>
              <a:rPr spc="-40" dirty="0"/>
              <a:t> </a:t>
            </a:r>
            <a:r>
              <a:rPr dirty="0"/>
              <a:t>sau</a:t>
            </a:r>
            <a:r>
              <a:rPr spc="-40" dirty="0"/>
              <a:t> </a:t>
            </a:r>
            <a:r>
              <a:rPr dirty="0"/>
              <a:t>(Có</a:t>
            </a:r>
            <a:r>
              <a:rPr spc="-50" dirty="0"/>
              <a:t> </a:t>
            </a:r>
            <a:r>
              <a:rPr dirty="0"/>
              <a:t>thể</a:t>
            </a:r>
            <a:r>
              <a:rPr spc="-40" dirty="0"/>
              <a:t> </a:t>
            </a:r>
            <a:r>
              <a:rPr dirty="0"/>
              <a:t>có</a:t>
            </a:r>
            <a:r>
              <a:rPr spc="-50" dirty="0"/>
              <a:t> </a:t>
            </a:r>
            <a:r>
              <a:rPr spc="-20" dirty="0"/>
              <a:t>nhãn </a:t>
            </a:r>
            <a:r>
              <a:rPr dirty="0"/>
              <a:t>hiệu</a:t>
            </a:r>
            <a:r>
              <a:rPr spc="-40" dirty="0"/>
              <a:t> </a:t>
            </a:r>
            <a:r>
              <a:rPr dirty="0"/>
              <a:t>không</a:t>
            </a:r>
            <a:r>
              <a:rPr spc="-45" dirty="0"/>
              <a:t> </a:t>
            </a:r>
            <a:r>
              <a:rPr dirty="0"/>
              <a:t>thỏa</a:t>
            </a:r>
            <a:r>
              <a:rPr spc="-40" dirty="0"/>
              <a:t> </a:t>
            </a:r>
            <a:r>
              <a:rPr dirty="0"/>
              <a:t>tính</a:t>
            </a:r>
            <a:r>
              <a:rPr spc="-40" dirty="0"/>
              <a:t> </a:t>
            </a:r>
            <a:r>
              <a:rPr dirty="0"/>
              <a:t>năng</a:t>
            </a:r>
            <a:r>
              <a:rPr spc="-45" dirty="0"/>
              <a:t> </a:t>
            </a:r>
            <a:r>
              <a:rPr dirty="0"/>
              <a:t>nào</a:t>
            </a:r>
            <a:r>
              <a:rPr spc="-60" dirty="0"/>
              <a:t> </a:t>
            </a:r>
            <a:r>
              <a:rPr dirty="0"/>
              <a:t>cả</a:t>
            </a:r>
            <a:r>
              <a:rPr spc="-55" dirty="0"/>
              <a:t> </a:t>
            </a:r>
            <a:r>
              <a:rPr spc="-25" dirty="0"/>
              <a:t>):</a:t>
            </a:r>
          </a:p>
        </p:txBody>
      </p:sp>
      <p:sp>
        <p:nvSpPr>
          <p:cNvPr id="4" name="object 4"/>
          <p:cNvSpPr txBox="1"/>
          <p:nvPr/>
        </p:nvSpPr>
        <p:spPr>
          <a:xfrm>
            <a:off x="459740" y="2473348"/>
            <a:ext cx="8253095" cy="3951604"/>
          </a:xfrm>
          <a:prstGeom prst="rect">
            <a:avLst/>
          </a:prstGeom>
        </p:spPr>
        <p:txBody>
          <a:bodyPr vert="horz" wrap="square" lIns="0" tIns="97790" rIns="0" bIns="0" rtlCol="0">
            <a:spAutoFit/>
          </a:bodyPr>
          <a:lstStyle/>
          <a:p>
            <a:pPr marL="12700">
              <a:lnSpc>
                <a:spcPct val="100000"/>
              </a:lnSpc>
              <a:spcBef>
                <a:spcPts val="770"/>
              </a:spcBef>
            </a:pPr>
            <a:r>
              <a:rPr sz="2800" dirty="0">
                <a:latin typeface="Calibri"/>
                <a:cs typeface="Calibri"/>
              </a:rPr>
              <a:t>a</a:t>
            </a:r>
            <a:r>
              <a:rPr sz="2800" spc="-20" dirty="0">
                <a:latin typeface="Calibri"/>
                <a:cs typeface="Calibri"/>
              </a:rPr>
              <a:t> </a:t>
            </a:r>
            <a:r>
              <a:rPr sz="2800" dirty="0">
                <a:latin typeface="Calibri"/>
                <a:cs typeface="Calibri"/>
              </a:rPr>
              <a:t>)</a:t>
            </a:r>
            <a:r>
              <a:rPr sz="2800" spc="-20" dirty="0">
                <a:latin typeface="Calibri"/>
                <a:cs typeface="Calibri"/>
              </a:rPr>
              <a:t> </a:t>
            </a:r>
            <a:r>
              <a:rPr sz="2800" dirty="0">
                <a:latin typeface="Calibri"/>
                <a:cs typeface="Calibri"/>
              </a:rPr>
              <a:t>Có</a:t>
            </a:r>
            <a:r>
              <a:rPr sz="2800" spc="-20" dirty="0">
                <a:latin typeface="Calibri"/>
                <a:cs typeface="Calibri"/>
              </a:rPr>
              <a:t> </a:t>
            </a:r>
            <a:r>
              <a:rPr sz="2800" dirty="0">
                <a:latin typeface="Calibri"/>
                <a:cs typeface="Calibri"/>
              </a:rPr>
              <a:t>chuối</a:t>
            </a:r>
            <a:r>
              <a:rPr sz="2800" spc="-10" dirty="0">
                <a:latin typeface="Calibri"/>
                <a:cs typeface="Calibri"/>
              </a:rPr>
              <a:t> </a:t>
            </a:r>
            <a:r>
              <a:rPr sz="2800" spc="-20" dirty="0">
                <a:latin typeface="Calibri"/>
                <a:cs typeface="Calibri"/>
              </a:rPr>
              <a:t>ngon</a:t>
            </a:r>
            <a:endParaRPr sz="2800">
              <a:latin typeface="Calibri"/>
              <a:cs typeface="Calibri"/>
            </a:endParaRPr>
          </a:p>
          <a:p>
            <a:pPr marL="12700">
              <a:lnSpc>
                <a:spcPct val="100000"/>
              </a:lnSpc>
              <a:spcBef>
                <a:spcPts val="670"/>
              </a:spcBef>
            </a:pPr>
            <a:r>
              <a:rPr sz="2800" dirty="0">
                <a:latin typeface="Calibri"/>
                <a:cs typeface="Calibri"/>
              </a:rPr>
              <a:t>b</a:t>
            </a:r>
            <a:r>
              <a:rPr sz="2800" spc="-30" dirty="0">
                <a:latin typeface="Calibri"/>
                <a:cs typeface="Calibri"/>
              </a:rPr>
              <a:t> </a:t>
            </a:r>
            <a:r>
              <a:rPr sz="2800" dirty="0">
                <a:latin typeface="Calibri"/>
                <a:cs typeface="Calibri"/>
              </a:rPr>
              <a:t>)</a:t>
            </a:r>
            <a:r>
              <a:rPr sz="2800" spc="-40" dirty="0">
                <a:latin typeface="Calibri"/>
                <a:cs typeface="Calibri"/>
              </a:rPr>
              <a:t> </a:t>
            </a:r>
            <a:r>
              <a:rPr sz="2800" dirty="0">
                <a:latin typeface="Calibri"/>
                <a:cs typeface="Calibri"/>
              </a:rPr>
              <a:t>Có</a:t>
            </a:r>
            <a:r>
              <a:rPr sz="2800" spc="-30" dirty="0">
                <a:latin typeface="Calibri"/>
                <a:cs typeface="Calibri"/>
              </a:rPr>
              <a:t> </a:t>
            </a:r>
            <a:r>
              <a:rPr sz="2800" dirty="0">
                <a:latin typeface="Calibri"/>
                <a:cs typeface="Calibri"/>
              </a:rPr>
              <a:t>nho</a:t>
            </a:r>
            <a:r>
              <a:rPr sz="2800" spc="-15" dirty="0">
                <a:latin typeface="Calibri"/>
                <a:cs typeface="Calibri"/>
              </a:rPr>
              <a:t> </a:t>
            </a:r>
            <a:r>
              <a:rPr sz="2800" dirty="0">
                <a:latin typeface="Calibri"/>
                <a:cs typeface="Calibri"/>
              </a:rPr>
              <a:t>không</a:t>
            </a:r>
            <a:r>
              <a:rPr sz="2800" spc="-20" dirty="0">
                <a:latin typeface="Calibri"/>
                <a:cs typeface="Calibri"/>
              </a:rPr>
              <a:t> </a:t>
            </a:r>
            <a:r>
              <a:rPr sz="2800" spc="-25" dirty="0">
                <a:latin typeface="Calibri"/>
                <a:cs typeface="Calibri"/>
              </a:rPr>
              <a:t>hạt</a:t>
            </a:r>
            <a:endParaRPr sz="2800">
              <a:latin typeface="Calibri"/>
              <a:cs typeface="Calibri"/>
            </a:endParaRPr>
          </a:p>
          <a:p>
            <a:pPr marL="432434" indent="-419734">
              <a:lnSpc>
                <a:spcPct val="100000"/>
              </a:lnSpc>
              <a:spcBef>
                <a:spcPts val="675"/>
              </a:spcBef>
              <a:buAutoNum type="alphaLcParenR" startAt="3"/>
              <a:tabLst>
                <a:tab pos="432434" algn="l"/>
              </a:tabLst>
            </a:pPr>
            <a:r>
              <a:rPr sz="2800" dirty="0">
                <a:latin typeface="Calibri"/>
                <a:cs typeface="Calibri"/>
              </a:rPr>
              <a:t>Có</a:t>
            </a:r>
            <a:r>
              <a:rPr sz="2800" spc="-35" dirty="0">
                <a:latin typeface="Calibri"/>
                <a:cs typeface="Calibri"/>
              </a:rPr>
              <a:t> </a:t>
            </a:r>
            <a:r>
              <a:rPr sz="2800" dirty="0">
                <a:latin typeface="Calibri"/>
                <a:cs typeface="Calibri"/>
              </a:rPr>
              <a:t>sầu</a:t>
            </a:r>
            <a:r>
              <a:rPr sz="2800" spc="-20" dirty="0">
                <a:latin typeface="Calibri"/>
                <a:cs typeface="Calibri"/>
              </a:rPr>
              <a:t> </a:t>
            </a:r>
            <a:r>
              <a:rPr sz="2800" dirty="0">
                <a:latin typeface="Calibri"/>
                <a:cs typeface="Calibri"/>
              </a:rPr>
              <a:t>riêng</a:t>
            </a:r>
            <a:r>
              <a:rPr sz="2800" spc="-15" dirty="0">
                <a:latin typeface="Calibri"/>
                <a:cs typeface="Calibri"/>
              </a:rPr>
              <a:t> </a:t>
            </a:r>
            <a:r>
              <a:rPr sz="2800" dirty="0">
                <a:latin typeface="Calibri"/>
                <a:cs typeface="Calibri"/>
              </a:rPr>
              <a:t>một</a:t>
            </a:r>
            <a:r>
              <a:rPr sz="2800" spc="-35" dirty="0">
                <a:latin typeface="Calibri"/>
                <a:cs typeface="Calibri"/>
              </a:rPr>
              <a:t> </a:t>
            </a:r>
            <a:r>
              <a:rPr sz="2800" spc="-25" dirty="0">
                <a:latin typeface="Calibri"/>
                <a:cs typeface="Calibri"/>
              </a:rPr>
              <a:t>múi</a:t>
            </a:r>
            <a:endParaRPr sz="2800">
              <a:latin typeface="Calibri"/>
              <a:cs typeface="Calibri"/>
            </a:endParaRPr>
          </a:p>
          <a:p>
            <a:pPr marL="12700" marR="57785" algn="just">
              <a:lnSpc>
                <a:spcPct val="100600"/>
              </a:lnSpc>
              <a:spcBef>
                <a:spcPts val="650"/>
              </a:spcBef>
            </a:pPr>
            <a:r>
              <a:rPr sz="2800" dirty="0">
                <a:latin typeface="Calibri"/>
                <a:cs typeface="Calibri"/>
              </a:rPr>
              <a:t>Gọi</a:t>
            </a:r>
            <a:r>
              <a:rPr sz="2800" spc="-45" dirty="0">
                <a:latin typeface="Calibri"/>
                <a:cs typeface="Calibri"/>
              </a:rPr>
              <a:t> </a:t>
            </a:r>
            <a:r>
              <a:rPr sz="2800" dirty="0">
                <a:latin typeface="Calibri"/>
                <a:cs typeface="Calibri"/>
              </a:rPr>
              <a:t>A,</a:t>
            </a:r>
            <a:r>
              <a:rPr sz="2800" spc="-30" dirty="0">
                <a:latin typeface="Calibri"/>
                <a:cs typeface="Calibri"/>
              </a:rPr>
              <a:t> </a:t>
            </a:r>
            <a:r>
              <a:rPr sz="2800" dirty="0">
                <a:latin typeface="Calibri"/>
                <a:cs typeface="Calibri"/>
              </a:rPr>
              <a:t>B,</a:t>
            </a:r>
            <a:r>
              <a:rPr sz="2800" spc="-40" dirty="0">
                <a:latin typeface="Calibri"/>
                <a:cs typeface="Calibri"/>
              </a:rPr>
              <a:t> </a:t>
            </a:r>
            <a:r>
              <a:rPr sz="2800" dirty="0">
                <a:latin typeface="Calibri"/>
                <a:cs typeface="Calibri"/>
              </a:rPr>
              <a:t>C</a:t>
            </a:r>
            <a:r>
              <a:rPr sz="2800" spc="-45" dirty="0">
                <a:latin typeface="Calibri"/>
                <a:cs typeface="Calibri"/>
              </a:rPr>
              <a:t> </a:t>
            </a:r>
            <a:r>
              <a:rPr sz="2800" dirty="0">
                <a:latin typeface="Calibri"/>
                <a:cs typeface="Calibri"/>
              </a:rPr>
              <a:t>lần</a:t>
            </a:r>
            <a:r>
              <a:rPr sz="2800" spc="-35" dirty="0">
                <a:latin typeface="Calibri"/>
                <a:cs typeface="Calibri"/>
              </a:rPr>
              <a:t> </a:t>
            </a:r>
            <a:r>
              <a:rPr sz="2800" dirty="0">
                <a:latin typeface="Calibri"/>
                <a:cs typeface="Calibri"/>
              </a:rPr>
              <a:t>lượt</a:t>
            </a:r>
            <a:r>
              <a:rPr sz="2800" spc="-30" dirty="0">
                <a:latin typeface="Calibri"/>
                <a:cs typeface="Calibri"/>
              </a:rPr>
              <a:t> </a:t>
            </a:r>
            <a:r>
              <a:rPr sz="2800" dirty="0">
                <a:latin typeface="Calibri"/>
                <a:cs typeface="Calibri"/>
              </a:rPr>
              <a:t>là</a:t>
            </a:r>
            <a:r>
              <a:rPr sz="2800" spc="-45" dirty="0">
                <a:latin typeface="Calibri"/>
                <a:cs typeface="Calibri"/>
              </a:rPr>
              <a:t> </a:t>
            </a:r>
            <a:r>
              <a:rPr sz="2800" dirty="0">
                <a:latin typeface="Calibri"/>
                <a:cs typeface="Calibri"/>
              </a:rPr>
              <a:t>các</a:t>
            </a:r>
            <a:r>
              <a:rPr sz="2800" spc="-35" dirty="0">
                <a:latin typeface="Calibri"/>
                <a:cs typeface="Calibri"/>
              </a:rPr>
              <a:t> </a:t>
            </a:r>
            <a:r>
              <a:rPr sz="2800" dirty="0">
                <a:latin typeface="Calibri"/>
                <a:cs typeface="Calibri"/>
              </a:rPr>
              <a:t>tập</a:t>
            </a:r>
            <a:r>
              <a:rPr sz="2800" spc="-30" dirty="0">
                <a:latin typeface="Calibri"/>
                <a:cs typeface="Calibri"/>
              </a:rPr>
              <a:t> </a:t>
            </a:r>
            <a:r>
              <a:rPr sz="2800" dirty="0">
                <a:latin typeface="Calibri"/>
                <a:cs typeface="Calibri"/>
              </a:rPr>
              <a:t>hợp</a:t>
            </a:r>
            <a:r>
              <a:rPr sz="2800" spc="-15" dirty="0">
                <a:latin typeface="Calibri"/>
                <a:cs typeface="Calibri"/>
              </a:rPr>
              <a:t> </a:t>
            </a:r>
            <a:r>
              <a:rPr sz="2800" dirty="0">
                <a:latin typeface="Calibri"/>
                <a:cs typeface="Calibri"/>
              </a:rPr>
              <a:t>những</a:t>
            </a:r>
            <a:r>
              <a:rPr sz="2800" spc="-20" dirty="0">
                <a:latin typeface="Calibri"/>
                <a:cs typeface="Calibri"/>
              </a:rPr>
              <a:t> </a:t>
            </a:r>
            <a:r>
              <a:rPr sz="2800" dirty="0">
                <a:latin typeface="Calibri"/>
                <a:cs typeface="Calibri"/>
              </a:rPr>
              <a:t>nhãn</a:t>
            </a:r>
            <a:r>
              <a:rPr sz="2800" spc="-20" dirty="0">
                <a:latin typeface="Calibri"/>
                <a:cs typeface="Calibri"/>
              </a:rPr>
              <a:t> </a:t>
            </a:r>
            <a:r>
              <a:rPr sz="2800" dirty="0">
                <a:latin typeface="Calibri"/>
                <a:cs typeface="Calibri"/>
              </a:rPr>
              <a:t>hiệu</a:t>
            </a:r>
            <a:r>
              <a:rPr sz="2800" spc="-35" dirty="0">
                <a:latin typeface="Calibri"/>
                <a:cs typeface="Calibri"/>
              </a:rPr>
              <a:t> </a:t>
            </a:r>
            <a:r>
              <a:rPr sz="2800" spc="-20" dirty="0">
                <a:latin typeface="Calibri"/>
                <a:cs typeface="Calibri"/>
              </a:rPr>
              <a:t>thỏa </a:t>
            </a:r>
            <a:r>
              <a:rPr sz="2800" dirty="0">
                <a:latin typeface="Calibri"/>
                <a:cs typeface="Calibri"/>
              </a:rPr>
              <a:t>các</a:t>
            </a:r>
            <a:r>
              <a:rPr sz="2800" spc="-35" dirty="0">
                <a:latin typeface="Calibri"/>
                <a:cs typeface="Calibri"/>
              </a:rPr>
              <a:t> </a:t>
            </a:r>
            <a:r>
              <a:rPr sz="2800" dirty="0">
                <a:latin typeface="Calibri"/>
                <a:cs typeface="Calibri"/>
              </a:rPr>
              <a:t>tính</a:t>
            </a:r>
            <a:r>
              <a:rPr sz="2800" spc="-30" dirty="0">
                <a:latin typeface="Calibri"/>
                <a:cs typeface="Calibri"/>
              </a:rPr>
              <a:t> </a:t>
            </a:r>
            <a:r>
              <a:rPr sz="2800" dirty="0">
                <a:latin typeface="Calibri"/>
                <a:cs typeface="Calibri"/>
              </a:rPr>
              <a:t>năng</a:t>
            </a:r>
            <a:r>
              <a:rPr sz="2800" spc="-35" dirty="0">
                <a:latin typeface="Calibri"/>
                <a:cs typeface="Calibri"/>
              </a:rPr>
              <a:t> </a:t>
            </a:r>
            <a:r>
              <a:rPr sz="2800" dirty="0">
                <a:latin typeface="Calibri"/>
                <a:cs typeface="Calibri"/>
              </a:rPr>
              <a:t>a)</a:t>
            </a:r>
            <a:r>
              <a:rPr sz="2800" spc="-40" dirty="0">
                <a:latin typeface="Calibri"/>
                <a:cs typeface="Calibri"/>
              </a:rPr>
              <a:t> </a:t>
            </a:r>
            <a:r>
              <a:rPr sz="2800" dirty="0">
                <a:latin typeface="Calibri"/>
                <a:cs typeface="Calibri"/>
              </a:rPr>
              <a:t>,</a:t>
            </a:r>
            <a:r>
              <a:rPr sz="2800" spc="-40" dirty="0">
                <a:latin typeface="Calibri"/>
                <a:cs typeface="Calibri"/>
              </a:rPr>
              <a:t> </a:t>
            </a:r>
            <a:r>
              <a:rPr sz="2800" dirty="0">
                <a:latin typeface="Calibri"/>
                <a:cs typeface="Calibri"/>
              </a:rPr>
              <a:t>b)</a:t>
            </a:r>
            <a:r>
              <a:rPr sz="2800" spc="-30" dirty="0">
                <a:latin typeface="Calibri"/>
                <a:cs typeface="Calibri"/>
              </a:rPr>
              <a:t> </a:t>
            </a:r>
            <a:r>
              <a:rPr sz="2800" dirty="0">
                <a:latin typeface="Calibri"/>
                <a:cs typeface="Calibri"/>
              </a:rPr>
              <a:t>hay</a:t>
            </a:r>
            <a:r>
              <a:rPr sz="2800" spc="-40" dirty="0">
                <a:latin typeface="Calibri"/>
                <a:cs typeface="Calibri"/>
              </a:rPr>
              <a:t> </a:t>
            </a:r>
            <a:r>
              <a:rPr sz="2800" dirty="0">
                <a:latin typeface="Calibri"/>
                <a:cs typeface="Calibri"/>
              </a:rPr>
              <a:t>c).</a:t>
            </a:r>
            <a:r>
              <a:rPr sz="2800" spc="-30" dirty="0">
                <a:latin typeface="Calibri"/>
                <a:cs typeface="Calibri"/>
              </a:rPr>
              <a:t> </a:t>
            </a:r>
            <a:r>
              <a:rPr sz="2800" dirty="0">
                <a:latin typeface="Calibri"/>
                <a:cs typeface="Calibri"/>
              </a:rPr>
              <a:t>Giả</a:t>
            </a:r>
            <a:r>
              <a:rPr sz="2800" spc="-45" dirty="0">
                <a:latin typeface="Calibri"/>
                <a:cs typeface="Calibri"/>
              </a:rPr>
              <a:t> </a:t>
            </a:r>
            <a:r>
              <a:rPr sz="2800" dirty="0">
                <a:latin typeface="Calibri"/>
                <a:cs typeface="Calibri"/>
              </a:rPr>
              <a:t>sử</a:t>
            </a:r>
            <a:r>
              <a:rPr sz="2800" spc="-30" dirty="0">
                <a:latin typeface="Calibri"/>
                <a:cs typeface="Calibri"/>
              </a:rPr>
              <a:t> </a:t>
            </a:r>
            <a:r>
              <a:rPr sz="2800" spc="-10" dirty="0">
                <a:latin typeface="Calibri"/>
                <a:cs typeface="Calibri"/>
              </a:rPr>
              <a:t>|A|=|B|=|C|=</a:t>
            </a:r>
            <a:r>
              <a:rPr sz="2800" spc="-5" dirty="0">
                <a:latin typeface="Calibri"/>
                <a:cs typeface="Calibri"/>
              </a:rPr>
              <a:t> </a:t>
            </a:r>
            <a:r>
              <a:rPr sz="2800" dirty="0">
                <a:latin typeface="Calibri"/>
                <a:cs typeface="Calibri"/>
              </a:rPr>
              <a:t>6,</a:t>
            </a:r>
            <a:r>
              <a:rPr sz="2800" spc="-20" dirty="0">
                <a:latin typeface="Calibri"/>
                <a:cs typeface="Calibri"/>
              </a:rPr>
              <a:t> </a:t>
            </a:r>
            <a:r>
              <a:rPr sz="2800" dirty="0">
                <a:latin typeface="Calibri"/>
                <a:cs typeface="Calibri"/>
              </a:rPr>
              <a:t>|A</a:t>
            </a:r>
            <a:r>
              <a:rPr sz="2800" spc="-20" dirty="0">
                <a:latin typeface="Calibri"/>
                <a:cs typeface="Calibri"/>
              </a:rPr>
              <a:t> </a:t>
            </a:r>
            <a:r>
              <a:rPr sz="2800" spc="-50" dirty="0">
                <a:latin typeface="Symbol"/>
                <a:cs typeface="Symbol"/>
              </a:rPr>
              <a:t></a:t>
            </a:r>
            <a:r>
              <a:rPr sz="2800" spc="-50" dirty="0">
                <a:latin typeface="Times New Roman"/>
                <a:cs typeface="Times New Roman"/>
              </a:rPr>
              <a:t> </a:t>
            </a:r>
            <a:r>
              <a:rPr sz="2800" dirty="0">
                <a:latin typeface="Calibri"/>
                <a:cs typeface="Calibri"/>
              </a:rPr>
              <a:t>B|=</a:t>
            </a:r>
            <a:r>
              <a:rPr sz="2800" spc="-10" dirty="0">
                <a:latin typeface="Calibri"/>
                <a:cs typeface="Calibri"/>
              </a:rPr>
              <a:t> </a:t>
            </a:r>
            <a:r>
              <a:rPr sz="2800" dirty="0">
                <a:latin typeface="Calibri"/>
                <a:cs typeface="Calibri"/>
              </a:rPr>
              <a:t>|A</a:t>
            </a:r>
            <a:r>
              <a:rPr sz="2800" spc="-10" dirty="0">
                <a:latin typeface="Calibri"/>
                <a:cs typeface="Calibri"/>
              </a:rPr>
              <a:t> </a:t>
            </a:r>
            <a:r>
              <a:rPr sz="2800" dirty="0">
                <a:latin typeface="Symbol"/>
                <a:cs typeface="Symbol"/>
              </a:rPr>
              <a:t></a:t>
            </a:r>
            <a:r>
              <a:rPr sz="2800" spc="-80" dirty="0">
                <a:latin typeface="Times New Roman"/>
                <a:cs typeface="Times New Roman"/>
              </a:rPr>
              <a:t> </a:t>
            </a:r>
            <a:r>
              <a:rPr sz="2800" dirty="0">
                <a:latin typeface="Calibri"/>
                <a:cs typeface="Calibri"/>
              </a:rPr>
              <a:t>C|</a:t>
            </a:r>
            <a:r>
              <a:rPr sz="2800" spc="-15"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2,</a:t>
            </a:r>
            <a:r>
              <a:rPr sz="2800" spc="5" dirty="0">
                <a:latin typeface="Calibri"/>
                <a:cs typeface="Calibri"/>
              </a:rPr>
              <a:t> </a:t>
            </a:r>
            <a:r>
              <a:rPr sz="2800" dirty="0">
                <a:latin typeface="Calibri"/>
                <a:cs typeface="Calibri"/>
              </a:rPr>
              <a:t>|B</a:t>
            </a:r>
            <a:r>
              <a:rPr sz="2800" spc="-15" dirty="0">
                <a:latin typeface="Calibri"/>
                <a:cs typeface="Calibri"/>
              </a:rPr>
              <a:t> </a:t>
            </a:r>
            <a:r>
              <a:rPr sz="2800" dirty="0">
                <a:latin typeface="Symbol"/>
                <a:cs typeface="Symbol"/>
              </a:rPr>
              <a:t></a:t>
            </a:r>
            <a:r>
              <a:rPr sz="2800" spc="-85" dirty="0">
                <a:latin typeface="Times New Roman"/>
                <a:cs typeface="Times New Roman"/>
              </a:rPr>
              <a:t> </a:t>
            </a:r>
            <a:r>
              <a:rPr sz="2800" dirty="0">
                <a:latin typeface="Calibri"/>
                <a:cs typeface="Calibri"/>
              </a:rPr>
              <a:t>C|</a:t>
            </a:r>
            <a:r>
              <a:rPr sz="2800" spc="-15"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3,</a:t>
            </a:r>
            <a:r>
              <a:rPr sz="2800" spc="-5" dirty="0">
                <a:latin typeface="Calibri"/>
                <a:cs typeface="Calibri"/>
              </a:rPr>
              <a:t> </a:t>
            </a:r>
            <a:r>
              <a:rPr sz="2800" dirty="0">
                <a:latin typeface="Calibri"/>
                <a:cs typeface="Calibri"/>
              </a:rPr>
              <a:t>|A</a:t>
            </a:r>
            <a:r>
              <a:rPr sz="2800" spc="-10" dirty="0">
                <a:latin typeface="Calibri"/>
                <a:cs typeface="Calibri"/>
              </a:rPr>
              <a:t> </a:t>
            </a:r>
            <a:r>
              <a:rPr sz="2800" dirty="0">
                <a:latin typeface="Symbol"/>
                <a:cs typeface="Symbol"/>
              </a:rPr>
              <a:t></a:t>
            </a:r>
            <a:r>
              <a:rPr sz="2800" spc="-85" dirty="0">
                <a:latin typeface="Times New Roman"/>
                <a:cs typeface="Times New Roman"/>
              </a:rPr>
              <a:t> </a:t>
            </a:r>
            <a:r>
              <a:rPr sz="2800" dirty="0">
                <a:latin typeface="Calibri"/>
                <a:cs typeface="Calibri"/>
              </a:rPr>
              <a:t>B</a:t>
            </a:r>
            <a:r>
              <a:rPr sz="2800" spc="-15" dirty="0">
                <a:latin typeface="Calibri"/>
                <a:cs typeface="Calibri"/>
              </a:rPr>
              <a:t> </a:t>
            </a:r>
            <a:r>
              <a:rPr sz="2800" dirty="0">
                <a:latin typeface="Symbol"/>
                <a:cs typeface="Symbol"/>
              </a:rPr>
              <a:t></a:t>
            </a:r>
            <a:r>
              <a:rPr sz="2800" spc="-85" dirty="0">
                <a:latin typeface="Times New Roman"/>
                <a:cs typeface="Times New Roman"/>
              </a:rPr>
              <a:t> </a:t>
            </a:r>
            <a:r>
              <a:rPr sz="2800" dirty="0">
                <a:latin typeface="Calibri"/>
                <a:cs typeface="Calibri"/>
              </a:rPr>
              <a:t>C|</a:t>
            </a:r>
            <a:r>
              <a:rPr sz="2800" spc="-15" dirty="0">
                <a:latin typeface="Calibri"/>
                <a:cs typeface="Calibri"/>
              </a:rPr>
              <a:t> </a:t>
            </a:r>
            <a:r>
              <a:rPr sz="2800" dirty="0">
                <a:latin typeface="Calibri"/>
                <a:cs typeface="Calibri"/>
              </a:rPr>
              <a:t>=</a:t>
            </a:r>
            <a:r>
              <a:rPr sz="2800" spc="-10" dirty="0">
                <a:latin typeface="Calibri"/>
                <a:cs typeface="Calibri"/>
              </a:rPr>
              <a:t> </a:t>
            </a:r>
            <a:r>
              <a:rPr sz="2800" spc="-50" dirty="0">
                <a:latin typeface="Calibri"/>
                <a:cs typeface="Calibri"/>
              </a:rPr>
              <a:t>0</a:t>
            </a:r>
            <a:endParaRPr sz="2800">
              <a:latin typeface="Calibri"/>
              <a:cs typeface="Calibri"/>
            </a:endParaRPr>
          </a:p>
          <a:p>
            <a:pPr marL="274320" lvl="1" indent="-261620" algn="just">
              <a:lnSpc>
                <a:spcPct val="100000"/>
              </a:lnSpc>
              <a:spcBef>
                <a:spcPts val="635"/>
              </a:spcBef>
              <a:buAutoNum type="arabicPlain"/>
              <a:tabLst>
                <a:tab pos="274320" algn="l"/>
              </a:tabLst>
            </a:pPr>
            <a:r>
              <a:rPr sz="2800" dirty="0">
                <a:latin typeface="Calibri"/>
                <a:cs typeface="Calibri"/>
              </a:rPr>
              <a:t>)</a:t>
            </a:r>
            <a:r>
              <a:rPr sz="2800" spc="-50" dirty="0">
                <a:latin typeface="Calibri"/>
                <a:cs typeface="Calibri"/>
              </a:rPr>
              <a:t> </a:t>
            </a:r>
            <a:r>
              <a:rPr sz="2800" dirty="0">
                <a:latin typeface="Calibri"/>
                <a:cs typeface="Calibri"/>
              </a:rPr>
              <a:t>Có</a:t>
            </a:r>
            <a:r>
              <a:rPr sz="2800" spc="-50" dirty="0">
                <a:latin typeface="Calibri"/>
                <a:cs typeface="Calibri"/>
              </a:rPr>
              <a:t> </a:t>
            </a:r>
            <a:r>
              <a:rPr sz="2800" dirty="0">
                <a:latin typeface="Calibri"/>
                <a:cs typeface="Calibri"/>
              </a:rPr>
              <a:t>bao</a:t>
            </a:r>
            <a:r>
              <a:rPr sz="2800" spc="-45" dirty="0">
                <a:latin typeface="Calibri"/>
                <a:cs typeface="Calibri"/>
              </a:rPr>
              <a:t> </a:t>
            </a:r>
            <a:r>
              <a:rPr sz="2800" dirty="0">
                <a:latin typeface="Calibri"/>
                <a:cs typeface="Calibri"/>
              </a:rPr>
              <a:t>nhiêu</a:t>
            </a:r>
            <a:r>
              <a:rPr sz="2800" spc="-20" dirty="0">
                <a:latin typeface="Calibri"/>
                <a:cs typeface="Calibri"/>
              </a:rPr>
              <a:t> </a:t>
            </a:r>
            <a:r>
              <a:rPr sz="2800" dirty="0">
                <a:latin typeface="Calibri"/>
                <a:cs typeface="Calibri"/>
              </a:rPr>
              <a:t>nhãn</a:t>
            </a:r>
            <a:r>
              <a:rPr sz="2800" spc="-30" dirty="0">
                <a:latin typeface="Calibri"/>
                <a:cs typeface="Calibri"/>
              </a:rPr>
              <a:t> </a:t>
            </a:r>
            <a:r>
              <a:rPr sz="2800" dirty="0">
                <a:latin typeface="Calibri"/>
                <a:cs typeface="Calibri"/>
              </a:rPr>
              <a:t>hiệu</a:t>
            </a:r>
            <a:r>
              <a:rPr sz="2800" spc="-30" dirty="0">
                <a:latin typeface="Calibri"/>
                <a:cs typeface="Calibri"/>
              </a:rPr>
              <a:t> </a:t>
            </a:r>
            <a:r>
              <a:rPr sz="2800" dirty="0">
                <a:latin typeface="Calibri"/>
                <a:cs typeface="Calibri"/>
              </a:rPr>
              <a:t>thỏa</a:t>
            </a:r>
            <a:r>
              <a:rPr sz="2800" spc="-50" dirty="0">
                <a:latin typeface="Calibri"/>
                <a:cs typeface="Calibri"/>
              </a:rPr>
              <a:t> </a:t>
            </a:r>
            <a:r>
              <a:rPr sz="2800" dirty="0">
                <a:latin typeface="Calibri"/>
                <a:cs typeface="Calibri"/>
              </a:rPr>
              <a:t>đúng</a:t>
            </a:r>
            <a:r>
              <a:rPr sz="2800" spc="-35" dirty="0">
                <a:latin typeface="Calibri"/>
                <a:cs typeface="Calibri"/>
              </a:rPr>
              <a:t> </a:t>
            </a:r>
            <a:r>
              <a:rPr sz="2800" dirty="0">
                <a:latin typeface="Calibri"/>
                <a:cs typeface="Calibri"/>
              </a:rPr>
              <a:t>1</a:t>
            </a:r>
            <a:r>
              <a:rPr sz="2800" spc="-35" dirty="0">
                <a:latin typeface="Calibri"/>
                <a:cs typeface="Calibri"/>
              </a:rPr>
              <a:t> </a:t>
            </a:r>
            <a:r>
              <a:rPr sz="2800" dirty="0">
                <a:latin typeface="Calibri"/>
                <a:cs typeface="Calibri"/>
              </a:rPr>
              <a:t>tính</a:t>
            </a:r>
            <a:r>
              <a:rPr sz="2800" spc="-30" dirty="0">
                <a:latin typeface="Calibri"/>
                <a:cs typeface="Calibri"/>
              </a:rPr>
              <a:t> </a:t>
            </a:r>
            <a:r>
              <a:rPr sz="2800" spc="-10" dirty="0">
                <a:latin typeface="Calibri"/>
                <a:cs typeface="Calibri"/>
              </a:rPr>
              <a:t>năng?</a:t>
            </a:r>
            <a:endParaRPr sz="2800">
              <a:latin typeface="Calibri"/>
              <a:cs typeface="Calibri"/>
            </a:endParaRPr>
          </a:p>
          <a:p>
            <a:pPr marL="274955" lvl="1" indent="-262255" algn="just">
              <a:lnSpc>
                <a:spcPct val="100000"/>
              </a:lnSpc>
              <a:spcBef>
                <a:spcPts val="675"/>
              </a:spcBef>
              <a:buAutoNum type="arabicPlain"/>
              <a:tabLst>
                <a:tab pos="274955" algn="l"/>
              </a:tabLst>
            </a:pPr>
            <a:r>
              <a:rPr sz="2800" dirty="0">
                <a:latin typeface="Calibri"/>
                <a:cs typeface="Calibri"/>
              </a:rPr>
              <a:t>)</a:t>
            </a:r>
            <a:r>
              <a:rPr sz="2800" spc="-55" dirty="0">
                <a:latin typeface="Calibri"/>
                <a:cs typeface="Calibri"/>
              </a:rPr>
              <a:t> </a:t>
            </a:r>
            <a:r>
              <a:rPr sz="2800" dirty="0">
                <a:latin typeface="Calibri"/>
                <a:cs typeface="Calibri"/>
              </a:rPr>
              <a:t>Có</a:t>
            </a:r>
            <a:r>
              <a:rPr sz="2800" spc="-45" dirty="0">
                <a:latin typeface="Calibri"/>
                <a:cs typeface="Calibri"/>
              </a:rPr>
              <a:t> </a:t>
            </a:r>
            <a:r>
              <a:rPr sz="2800" dirty="0">
                <a:latin typeface="Calibri"/>
                <a:cs typeface="Calibri"/>
              </a:rPr>
              <a:t>bao</a:t>
            </a:r>
            <a:r>
              <a:rPr sz="2800" spc="-50" dirty="0">
                <a:latin typeface="Calibri"/>
                <a:cs typeface="Calibri"/>
              </a:rPr>
              <a:t> </a:t>
            </a:r>
            <a:r>
              <a:rPr sz="2800" dirty="0">
                <a:latin typeface="Calibri"/>
                <a:cs typeface="Calibri"/>
              </a:rPr>
              <a:t>nhiêu</a:t>
            </a:r>
            <a:r>
              <a:rPr sz="2800" spc="-25" dirty="0">
                <a:latin typeface="Calibri"/>
                <a:cs typeface="Calibri"/>
              </a:rPr>
              <a:t> </a:t>
            </a:r>
            <a:r>
              <a:rPr sz="2800" dirty="0">
                <a:latin typeface="Calibri"/>
                <a:cs typeface="Calibri"/>
              </a:rPr>
              <a:t>nhãn</a:t>
            </a:r>
            <a:r>
              <a:rPr sz="2800" spc="-30" dirty="0">
                <a:latin typeface="Calibri"/>
                <a:cs typeface="Calibri"/>
              </a:rPr>
              <a:t> </a:t>
            </a:r>
            <a:r>
              <a:rPr sz="2800" dirty="0">
                <a:latin typeface="Calibri"/>
                <a:cs typeface="Calibri"/>
              </a:rPr>
              <a:t>hiệu</a:t>
            </a:r>
            <a:r>
              <a:rPr sz="2800" spc="-30" dirty="0">
                <a:latin typeface="Calibri"/>
                <a:cs typeface="Calibri"/>
              </a:rPr>
              <a:t> </a:t>
            </a:r>
            <a:r>
              <a:rPr sz="2800" dirty="0">
                <a:latin typeface="Calibri"/>
                <a:cs typeface="Calibri"/>
              </a:rPr>
              <a:t>không</a:t>
            </a:r>
            <a:r>
              <a:rPr sz="2800" spc="-35" dirty="0">
                <a:latin typeface="Calibri"/>
                <a:cs typeface="Calibri"/>
              </a:rPr>
              <a:t> </a:t>
            </a:r>
            <a:r>
              <a:rPr sz="2800" dirty="0">
                <a:latin typeface="Calibri"/>
                <a:cs typeface="Calibri"/>
              </a:rPr>
              <a:t>thỏa</a:t>
            </a:r>
            <a:r>
              <a:rPr sz="2800" spc="-40" dirty="0">
                <a:latin typeface="Calibri"/>
                <a:cs typeface="Calibri"/>
              </a:rPr>
              <a:t> </a:t>
            </a:r>
            <a:r>
              <a:rPr sz="2800" dirty="0">
                <a:latin typeface="Calibri"/>
                <a:cs typeface="Calibri"/>
              </a:rPr>
              <a:t>tính</a:t>
            </a:r>
            <a:r>
              <a:rPr sz="2800" spc="-35" dirty="0">
                <a:latin typeface="Calibri"/>
                <a:cs typeface="Calibri"/>
              </a:rPr>
              <a:t> </a:t>
            </a:r>
            <a:r>
              <a:rPr sz="2800" dirty="0">
                <a:latin typeface="Calibri"/>
                <a:cs typeface="Calibri"/>
              </a:rPr>
              <a:t>năng</a:t>
            </a:r>
            <a:r>
              <a:rPr sz="2800" spc="-45" dirty="0">
                <a:latin typeface="Calibri"/>
                <a:cs typeface="Calibri"/>
              </a:rPr>
              <a:t> </a:t>
            </a:r>
            <a:r>
              <a:rPr sz="2800" dirty="0">
                <a:latin typeface="Calibri"/>
                <a:cs typeface="Calibri"/>
              </a:rPr>
              <a:t>nào</a:t>
            </a:r>
            <a:r>
              <a:rPr sz="2800" spc="-50" dirty="0">
                <a:latin typeface="Calibri"/>
                <a:cs typeface="Calibri"/>
              </a:rPr>
              <a:t> </a:t>
            </a:r>
            <a:r>
              <a:rPr sz="2800" spc="-25" dirty="0">
                <a:latin typeface="Calibri"/>
                <a:cs typeface="Calibri"/>
              </a:rPr>
              <a:t>cả?</a:t>
            </a:r>
            <a:endParaRPr sz="2800">
              <a:latin typeface="Calibri"/>
              <a:cs typeface="Calibri"/>
            </a:endParaRP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248564"/>
            <a:ext cx="8182609" cy="1481455"/>
          </a:xfrm>
          <a:prstGeom prst="rect">
            <a:avLst/>
          </a:prstGeom>
        </p:spPr>
        <p:txBody>
          <a:bodyPr vert="horz" wrap="square" lIns="0" tIns="85090" rIns="0" bIns="0" rtlCol="0">
            <a:spAutoFit/>
          </a:bodyPr>
          <a:lstStyle/>
          <a:p>
            <a:pPr marL="207645">
              <a:lnSpc>
                <a:spcPct val="100000"/>
              </a:lnSpc>
              <a:spcBef>
                <a:spcPts val="670"/>
              </a:spcBef>
            </a:pPr>
            <a:r>
              <a:rPr sz="2400" spc="-10" dirty="0">
                <a:solidFill>
                  <a:srgbClr val="006FC0"/>
                </a:solidFill>
                <a:latin typeface="Calibri"/>
                <a:cs typeface="Calibri"/>
              </a:rPr>
              <a:t>|A</a:t>
            </a:r>
            <a:r>
              <a:rPr sz="2400" spc="-10" dirty="0">
                <a:solidFill>
                  <a:srgbClr val="006FC0"/>
                </a:solidFill>
                <a:latin typeface="Symbol"/>
                <a:cs typeface="Symbol"/>
              </a:rPr>
              <a:t></a:t>
            </a:r>
            <a:r>
              <a:rPr sz="2400" spc="-10" dirty="0">
                <a:solidFill>
                  <a:srgbClr val="006FC0"/>
                </a:solidFill>
                <a:latin typeface="Calibri"/>
                <a:cs typeface="Calibri"/>
              </a:rPr>
              <a:t>B</a:t>
            </a:r>
            <a:r>
              <a:rPr sz="2400" spc="-10" dirty="0">
                <a:solidFill>
                  <a:srgbClr val="006FC0"/>
                </a:solidFill>
                <a:latin typeface="Symbol"/>
                <a:cs typeface="Symbol"/>
              </a:rPr>
              <a:t></a:t>
            </a:r>
            <a:r>
              <a:rPr sz="2400" spc="-10" dirty="0">
                <a:solidFill>
                  <a:srgbClr val="006FC0"/>
                </a:solidFill>
                <a:latin typeface="Calibri"/>
                <a:cs typeface="Calibri"/>
              </a:rPr>
              <a:t>C|=|A|+|B|+|C|-</a:t>
            </a:r>
            <a:r>
              <a:rPr sz="2400" dirty="0">
                <a:solidFill>
                  <a:srgbClr val="006FC0"/>
                </a:solidFill>
                <a:latin typeface="Calibri"/>
                <a:cs typeface="Calibri"/>
              </a:rPr>
              <a:t>|A</a:t>
            </a:r>
            <a:r>
              <a:rPr sz="2400" spc="-35" dirty="0">
                <a:solidFill>
                  <a:srgbClr val="006FC0"/>
                </a:solidFill>
                <a:latin typeface="Calibri"/>
                <a:cs typeface="Calibri"/>
              </a:rPr>
              <a:t> </a:t>
            </a:r>
            <a:r>
              <a:rPr sz="2400" dirty="0">
                <a:solidFill>
                  <a:srgbClr val="006FC0"/>
                </a:solidFill>
                <a:latin typeface="Symbol"/>
                <a:cs typeface="Symbol"/>
              </a:rPr>
              <a:t></a:t>
            </a:r>
            <a:r>
              <a:rPr sz="2400" spc="-70" dirty="0">
                <a:solidFill>
                  <a:srgbClr val="006FC0"/>
                </a:solidFill>
                <a:latin typeface="Times New Roman"/>
                <a:cs typeface="Times New Roman"/>
              </a:rPr>
              <a:t> </a:t>
            </a:r>
            <a:r>
              <a:rPr sz="2400" spc="-10" dirty="0">
                <a:solidFill>
                  <a:srgbClr val="006FC0"/>
                </a:solidFill>
                <a:latin typeface="Calibri"/>
                <a:cs typeface="Calibri"/>
              </a:rPr>
              <a:t>B|-</a:t>
            </a:r>
            <a:r>
              <a:rPr sz="2400" dirty="0">
                <a:solidFill>
                  <a:srgbClr val="006FC0"/>
                </a:solidFill>
                <a:latin typeface="Calibri"/>
                <a:cs typeface="Calibri"/>
              </a:rPr>
              <a:t>|A</a:t>
            </a:r>
            <a:r>
              <a:rPr sz="2400" spc="-10" dirty="0">
                <a:solidFill>
                  <a:srgbClr val="006FC0"/>
                </a:solidFill>
                <a:latin typeface="Calibri"/>
                <a:cs typeface="Calibri"/>
              </a:rPr>
              <a:t> </a:t>
            </a:r>
            <a:r>
              <a:rPr sz="2400" dirty="0">
                <a:solidFill>
                  <a:srgbClr val="006FC0"/>
                </a:solidFill>
                <a:latin typeface="Symbol"/>
                <a:cs typeface="Symbol"/>
              </a:rPr>
              <a:t></a:t>
            </a:r>
            <a:r>
              <a:rPr sz="2400" spc="-60" dirty="0">
                <a:solidFill>
                  <a:srgbClr val="006FC0"/>
                </a:solidFill>
                <a:latin typeface="Times New Roman"/>
                <a:cs typeface="Times New Roman"/>
              </a:rPr>
              <a:t> </a:t>
            </a:r>
            <a:r>
              <a:rPr sz="2400" spc="-10" dirty="0">
                <a:solidFill>
                  <a:srgbClr val="006FC0"/>
                </a:solidFill>
                <a:latin typeface="Calibri"/>
                <a:cs typeface="Calibri"/>
              </a:rPr>
              <a:t>C|-</a:t>
            </a:r>
            <a:r>
              <a:rPr sz="2400" dirty="0">
                <a:solidFill>
                  <a:srgbClr val="006FC0"/>
                </a:solidFill>
                <a:latin typeface="Calibri"/>
                <a:cs typeface="Calibri"/>
              </a:rPr>
              <a:t>|B</a:t>
            </a:r>
            <a:r>
              <a:rPr sz="2400" spc="-15" dirty="0">
                <a:solidFill>
                  <a:srgbClr val="006FC0"/>
                </a:solidFill>
                <a:latin typeface="Calibri"/>
                <a:cs typeface="Calibri"/>
              </a:rPr>
              <a:t> </a:t>
            </a:r>
            <a:r>
              <a:rPr sz="2400" dirty="0">
                <a:solidFill>
                  <a:srgbClr val="006FC0"/>
                </a:solidFill>
                <a:latin typeface="Symbol"/>
                <a:cs typeface="Symbol"/>
              </a:rPr>
              <a:t></a:t>
            </a:r>
            <a:r>
              <a:rPr sz="2400" spc="-60" dirty="0">
                <a:solidFill>
                  <a:srgbClr val="006FC0"/>
                </a:solidFill>
                <a:latin typeface="Times New Roman"/>
                <a:cs typeface="Times New Roman"/>
              </a:rPr>
              <a:t> </a:t>
            </a:r>
            <a:r>
              <a:rPr sz="2400" dirty="0">
                <a:solidFill>
                  <a:srgbClr val="006FC0"/>
                </a:solidFill>
                <a:latin typeface="Calibri"/>
                <a:cs typeface="Calibri"/>
              </a:rPr>
              <a:t>C|+|A</a:t>
            </a:r>
            <a:r>
              <a:rPr sz="2400" spc="-25" dirty="0">
                <a:solidFill>
                  <a:srgbClr val="006FC0"/>
                </a:solidFill>
                <a:latin typeface="Calibri"/>
                <a:cs typeface="Calibri"/>
              </a:rPr>
              <a:t> </a:t>
            </a:r>
            <a:r>
              <a:rPr sz="2400" dirty="0">
                <a:solidFill>
                  <a:srgbClr val="006FC0"/>
                </a:solidFill>
                <a:latin typeface="Symbol"/>
                <a:cs typeface="Symbol"/>
              </a:rPr>
              <a:t></a:t>
            </a:r>
            <a:r>
              <a:rPr sz="2400" spc="-60" dirty="0">
                <a:solidFill>
                  <a:srgbClr val="006FC0"/>
                </a:solidFill>
                <a:latin typeface="Times New Roman"/>
                <a:cs typeface="Times New Roman"/>
              </a:rPr>
              <a:t> </a:t>
            </a:r>
            <a:r>
              <a:rPr sz="2400" dirty="0">
                <a:solidFill>
                  <a:srgbClr val="006FC0"/>
                </a:solidFill>
                <a:latin typeface="Calibri"/>
                <a:cs typeface="Calibri"/>
              </a:rPr>
              <a:t>B</a:t>
            </a:r>
            <a:r>
              <a:rPr sz="2400" spc="-5" dirty="0">
                <a:solidFill>
                  <a:srgbClr val="006FC0"/>
                </a:solidFill>
                <a:latin typeface="Calibri"/>
                <a:cs typeface="Calibri"/>
              </a:rPr>
              <a:t> </a:t>
            </a:r>
            <a:r>
              <a:rPr sz="2400" dirty="0">
                <a:solidFill>
                  <a:srgbClr val="006FC0"/>
                </a:solidFill>
                <a:latin typeface="Symbol"/>
                <a:cs typeface="Symbol"/>
              </a:rPr>
              <a:t></a:t>
            </a:r>
            <a:r>
              <a:rPr sz="2400" spc="-60" dirty="0">
                <a:solidFill>
                  <a:srgbClr val="006FC0"/>
                </a:solidFill>
                <a:latin typeface="Times New Roman"/>
                <a:cs typeface="Times New Roman"/>
              </a:rPr>
              <a:t> </a:t>
            </a:r>
            <a:r>
              <a:rPr sz="2400" spc="-25" dirty="0">
                <a:solidFill>
                  <a:srgbClr val="006FC0"/>
                </a:solidFill>
                <a:latin typeface="Calibri"/>
                <a:cs typeface="Calibri"/>
              </a:rPr>
              <a:t>C|</a:t>
            </a:r>
            <a:endParaRPr sz="2400">
              <a:latin typeface="Calibri"/>
              <a:cs typeface="Calibri"/>
            </a:endParaRPr>
          </a:p>
          <a:p>
            <a:pPr marL="12700" marR="2552700">
              <a:lnSpc>
                <a:spcPct val="118900"/>
              </a:lnSpc>
              <a:spcBef>
                <a:spcPts val="20"/>
              </a:spcBef>
            </a:pPr>
            <a:r>
              <a:rPr sz="2800" dirty="0">
                <a:latin typeface="Calibri"/>
                <a:cs typeface="Calibri"/>
              </a:rPr>
              <a:t>Bài</a:t>
            </a:r>
            <a:r>
              <a:rPr sz="2800" spc="-30" dirty="0">
                <a:latin typeface="Calibri"/>
                <a:cs typeface="Calibri"/>
              </a:rPr>
              <a:t> </a:t>
            </a:r>
            <a:r>
              <a:rPr sz="2800" dirty="0">
                <a:latin typeface="Calibri"/>
                <a:cs typeface="Calibri"/>
              </a:rPr>
              <a:t>tập:</a:t>
            </a:r>
            <a:r>
              <a:rPr sz="2800" spc="-20" dirty="0">
                <a:latin typeface="Calibri"/>
                <a:cs typeface="Calibri"/>
              </a:rPr>
              <a:t> </a:t>
            </a:r>
            <a:r>
              <a:rPr sz="2800" dirty="0">
                <a:latin typeface="Calibri"/>
                <a:cs typeface="Calibri"/>
              </a:rPr>
              <a:t>Như ví</a:t>
            </a:r>
            <a:r>
              <a:rPr sz="2800" spc="-40" dirty="0">
                <a:latin typeface="Calibri"/>
                <a:cs typeface="Calibri"/>
              </a:rPr>
              <a:t> </a:t>
            </a:r>
            <a:r>
              <a:rPr sz="2800" dirty="0">
                <a:latin typeface="Calibri"/>
                <a:cs typeface="Calibri"/>
              </a:rPr>
              <a:t>dụ</a:t>
            </a:r>
            <a:r>
              <a:rPr sz="2800" spc="-5" dirty="0">
                <a:latin typeface="Calibri"/>
                <a:cs typeface="Calibri"/>
              </a:rPr>
              <a:t> </a:t>
            </a:r>
            <a:r>
              <a:rPr sz="2800" dirty="0">
                <a:latin typeface="Calibri"/>
                <a:cs typeface="Calibri"/>
              </a:rPr>
              <a:t>5,</a:t>
            </a:r>
            <a:r>
              <a:rPr sz="2800" spc="-25" dirty="0">
                <a:latin typeface="Calibri"/>
                <a:cs typeface="Calibri"/>
              </a:rPr>
              <a:t> </a:t>
            </a:r>
            <a:r>
              <a:rPr sz="2800" dirty="0">
                <a:latin typeface="Calibri"/>
                <a:cs typeface="Calibri"/>
              </a:rPr>
              <a:t>với</a:t>
            </a:r>
            <a:r>
              <a:rPr sz="2800" spc="-5" dirty="0">
                <a:latin typeface="Calibri"/>
                <a:cs typeface="Calibri"/>
              </a:rPr>
              <a:t> </a:t>
            </a:r>
            <a:r>
              <a:rPr sz="2800" dirty="0">
                <a:solidFill>
                  <a:srgbClr val="006FC0"/>
                </a:solidFill>
                <a:latin typeface="Calibri"/>
                <a:cs typeface="Calibri"/>
              </a:rPr>
              <a:t>A</a:t>
            </a:r>
            <a:r>
              <a:rPr sz="2800" spc="-10" dirty="0">
                <a:solidFill>
                  <a:srgbClr val="006FC0"/>
                </a:solidFill>
                <a:latin typeface="Calibri"/>
                <a:cs typeface="Calibri"/>
              </a:rPr>
              <a:t> </a:t>
            </a:r>
            <a:r>
              <a:rPr sz="2800" dirty="0">
                <a:solidFill>
                  <a:srgbClr val="006FC0"/>
                </a:solidFill>
                <a:latin typeface="Symbol"/>
                <a:cs typeface="Symbol"/>
              </a:rPr>
              <a:t></a:t>
            </a:r>
            <a:r>
              <a:rPr sz="2800" spc="-95" dirty="0">
                <a:solidFill>
                  <a:srgbClr val="006FC0"/>
                </a:solidFill>
                <a:latin typeface="Times New Roman"/>
                <a:cs typeface="Times New Roman"/>
              </a:rPr>
              <a:t> </a:t>
            </a:r>
            <a:r>
              <a:rPr sz="2800" dirty="0">
                <a:solidFill>
                  <a:srgbClr val="006FC0"/>
                </a:solidFill>
                <a:latin typeface="Calibri"/>
                <a:cs typeface="Calibri"/>
              </a:rPr>
              <a:t>B</a:t>
            </a:r>
            <a:r>
              <a:rPr sz="2800" spc="-20" dirty="0">
                <a:solidFill>
                  <a:srgbClr val="006FC0"/>
                </a:solidFill>
                <a:latin typeface="Calibri"/>
                <a:cs typeface="Calibri"/>
              </a:rPr>
              <a:t> </a:t>
            </a:r>
            <a:r>
              <a:rPr sz="2800" dirty="0">
                <a:solidFill>
                  <a:srgbClr val="006FC0"/>
                </a:solidFill>
                <a:latin typeface="Symbol"/>
                <a:cs typeface="Symbol"/>
              </a:rPr>
              <a:t></a:t>
            </a:r>
            <a:r>
              <a:rPr sz="2800" spc="-90" dirty="0">
                <a:solidFill>
                  <a:srgbClr val="006FC0"/>
                </a:solidFill>
                <a:latin typeface="Times New Roman"/>
                <a:cs typeface="Times New Roman"/>
              </a:rPr>
              <a:t> </a:t>
            </a:r>
            <a:r>
              <a:rPr sz="2800" dirty="0">
                <a:solidFill>
                  <a:srgbClr val="006FC0"/>
                </a:solidFill>
                <a:latin typeface="Calibri"/>
                <a:cs typeface="Calibri"/>
              </a:rPr>
              <a:t>C</a:t>
            </a:r>
            <a:r>
              <a:rPr sz="2800" spc="-25" dirty="0">
                <a:solidFill>
                  <a:srgbClr val="006FC0"/>
                </a:solidFill>
                <a:latin typeface="Calibri"/>
                <a:cs typeface="Calibri"/>
              </a:rPr>
              <a:t> </a:t>
            </a:r>
            <a:r>
              <a:rPr sz="2800" dirty="0">
                <a:solidFill>
                  <a:srgbClr val="006FC0"/>
                </a:solidFill>
                <a:latin typeface="Calibri"/>
                <a:cs typeface="Calibri"/>
              </a:rPr>
              <a:t>=</a:t>
            </a:r>
            <a:r>
              <a:rPr sz="2800" spc="-30" dirty="0">
                <a:solidFill>
                  <a:srgbClr val="006FC0"/>
                </a:solidFill>
                <a:latin typeface="Calibri"/>
                <a:cs typeface="Calibri"/>
              </a:rPr>
              <a:t> </a:t>
            </a:r>
            <a:r>
              <a:rPr sz="2800" spc="-25" dirty="0">
                <a:solidFill>
                  <a:srgbClr val="006FC0"/>
                </a:solidFill>
                <a:latin typeface="Calibri"/>
                <a:cs typeface="Calibri"/>
              </a:rPr>
              <a:t>1</a:t>
            </a:r>
            <a:r>
              <a:rPr sz="2800" spc="-25" dirty="0">
                <a:latin typeface="Calibri"/>
                <a:cs typeface="Calibri"/>
              </a:rPr>
              <a:t>. </a:t>
            </a:r>
            <a:r>
              <a:rPr sz="2800" dirty="0">
                <a:latin typeface="Calibri"/>
                <a:cs typeface="Calibri"/>
              </a:rPr>
              <a:t>Đáp</a:t>
            </a:r>
            <a:r>
              <a:rPr sz="2800" spc="-45" dirty="0">
                <a:latin typeface="Calibri"/>
                <a:cs typeface="Calibri"/>
              </a:rPr>
              <a:t> </a:t>
            </a:r>
            <a:r>
              <a:rPr sz="2800" dirty="0">
                <a:latin typeface="Calibri"/>
                <a:cs typeface="Calibri"/>
              </a:rPr>
              <a:t>số</a:t>
            </a:r>
            <a:r>
              <a:rPr sz="2800" spc="-25" dirty="0">
                <a:latin typeface="Calibri"/>
                <a:cs typeface="Calibri"/>
              </a:rPr>
              <a:t> </a:t>
            </a:r>
            <a:r>
              <a:rPr sz="2800" spc="-50" dirty="0">
                <a:latin typeface="Calibri"/>
                <a:cs typeface="Calibri"/>
              </a:rPr>
              <a:t>:</a:t>
            </a:r>
            <a:endParaRPr sz="2800">
              <a:latin typeface="Calibri"/>
              <a:cs typeface="Calibri"/>
            </a:endParaRPr>
          </a:p>
        </p:txBody>
      </p:sp>
      <p:sp>
        <p:nvSpPr>
          <p:cNvPr id="3" name="object 3"/>
          <p:cNvSpPr txBox="1"/>
          <p:nvPr/>
        </p:nvSpPr>
        <p:spPr>
          <a:xfrm>
            <a:off x="459740" y="1704873"/>
            <a:ext cx="661670" cy="1049655"/>
          </a:xfrm>
          <a:prstGeom prst="rect">
            <a:avLst/>
          </a:prstGeom>
        </p:spPr>
        <p:txBody>
          <a:bodyPr vert="horz" wrap="square" lIns="0" tIns="97790" rIns="0" bIns="0" rtlCol="0">
            <a:spAutoFit/>
          </a:bodyPr>
          <a:lstStyle/>
          <a:p>
            <a:pPr marL="12700">
              <a:lnSpc>
                <a:spcPct val="100000"/>
              </a:lnSpc>
              <a:spcBef>
                <a:spcPts val="770"/>
              </a:spcBef>
            </a:pPr>
            <a:r>
              <a:rPr sz="2800" dirty="0">
                <a:latin typeface="Calibri"/>
                <a:cs typeface="Calibri"/>
              </a:rPr>
              <a:t>a ) </a:t>
            </a:r>
            <a:r>
              <a:rPr sz="2800" spc="-50" dirty="0">
                <a:latin typeface="Calibri"/>
                <a:cs typeface="Calibri"/>
              </a:rPr>
              <a:t>7</a:t>
            </a:r>
            <a:endParaRPr sz="2800">
              <a:latin typeface="Calibri"/>
              <a:cs typeface="Calibri"/>
            </a:endParaRPr>
          </a:p>
          <a:p>
            <a:pPr marL="12700">
              <a:lnSpc>
                <a:spcPct val="100000"/>
              </a:lnSpc>
              <a:spcBef>
                <a:spcPts val="675"/>
              </a:spcBef>
            </a:pPr>
            <a:r>
              <a:rPr sz="2800" dirty="0">
                <a:latin typeface="Calibri"/>
                <a:cs typeface="Calibri"/>
              </a:rPr>
              <a:t>b</a:t>
            </a:r>
            <a:r>
              <a:rPr sz="2800" spc="-10" dirty="0">
                <a:latin typeface="Calibri"/>
                <a:cs typeface="Calibri"/>
              </a:rPr>
              <a:t> </a:t>
            </a:r>
            <a:r>
              <a:rPr sz="2800" dirty="0">
                <a:latin typeface="Calibri"/>
                <a:cs typeface="Calibri"/>
              </a:rPr>
              <a:t>)</a:t>
            </a:r>
            <a:r>
              <a:rPr sz="2800" spc="-10" dirty="0">
                <a:latin typeface="Calibri"/>
                <a:cs typeface="Calibri"/>
              </a:rPr>
              <a:t> </a:t>
            </a:r>
            <a:r>
              <a:rPr sz="2800" spc="-50" dirty="0">
                <a:latin typeface="Calibri"/>
                <a:cs typeface="Calibri"/>
              </a:rPr>
              <a:t>5</a:t>
            </a:r>
            <a:endParaRPr sz="2800">
              <a:latin typeface="Calibri"/>
              <a:cs typeface="Calibri"/>
            </a:endParaRP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165303"/>
            <a:ext cx="963294" cy="391795"/>
          </a:xfrm>
          <a:prstGeom prst="rect">
            <a:avLst/>
          </a:prstGeom>
        </p:spPr>
        <p:txBody>
          <a:bodyPr vert="horz" wrap="square" lIns="0" tIns="12700" rIns="0" bIns="0" rtlCol="0">
            <a:spAutoFit/>
          </a:bodyPr>
          <a:lstStyle/>
          <a:p>
            <a:pPr marL="12700">
              <a:lnSpc>
                <a:spcPct val="100000"/>
              </a:lnSpc>
              <a:spcBef>
                <a:spcPts val="100"/>
              </a:spcBef>
            </a:pPr>
            <a:r>
              <a:rPr sz="2400" dirty="0"/>
              <a:t>Bài</a:t>
            </a:r>
            <a:r>
              <a:rPr sz="2400" spc="-15" dirty="0"/>
              <a:t> </a:t>
            </a:r>
            <a:r>
              <a:rPr sz="2400" spc="-20" dirty="0"/>
              <a:t>tập:</a:t>
            </a:r>
            <a:endParaRPr sz="2400"/>
          </a:p>
        </p:txBody>
      </p:sp>
      <p:sp>
        <p:nvSpPr>
          <p:cNvPr id="3" name="object 3"/>
          <p:cNvSpPr txBox="1"/>
          <p:nvPr/>
        </p:nvSpPr>
        <p:spPr>
          <a:xfrm>
            <a:off x="472440" y="604773"/>
            <a:ext cx="8113395" cy="6092825"/>
          </a:xfrm>
          <a:prstGeom prst="rect">
            <a:avLst/>
          </a:prstGeom>
        </p:spPr>
        <p:txBody>
          <a:bodyPr vert="horz" wrap="square" lIns="0" tIns="12700" rIns="0" bIns="0" rtlCol="0">
            <a:spAutoFit/>
          </a:bodyPr>
          <a:lstStyle/>
          <a:p>
            <a:pPr marL="76200" marR="30480" indent="316230">
              <a:lnSpc>
                <a:spcPct val="100000"/>
              </a:lnSpc>
              <a:spcBef>
                <a:spcPts val="100"/>
              </a:spcBef>
              <a:buFont typeface="Calibri"/>
              <a:buAutoNum type="arabicParenR"/>
              <a:tabLst>
                <a:tab pos="392430" algn="l"/>
              </a:tabLst>
            </a:pPr>
            <a:r>
              <a:rPr sz="2400" dirty="0">
                <a:latin typeface="Calibri"/>
                <a:cs typeface="Calibri"/>
              </a:rPr>
              <a:t>Tìm</a:t>
            </a:r>
            <a:r>
              <a:rPr sz="2400" spc="-20" dirty="0">
                <a:latin typeface="Calibri"/>
                <a:cs typeface="Calibri"/>
              </a:rPr>
              <a:t> </a:t>
            </a:r>
            <a:r>
              <a:rPr sz="2400" dirty="0">
                <a:latin typeface="Calibri"/>
                <a:cs typeface="Calibri"/>
              </a:rPr>
              <a:t>số</a:t>
            </a:r>
            <a:r>
              <a:rPr sz="2400" spc="-25" dirty="0">
                <a:latin typeface="Calibri"/>
                <a:cs typeface="Calibri"/>
              </a:rPr>
              <a:t> </a:t>
            </a:r>
            <a:r>
              <a:rPr sz="2400" dirty="0">
                <a:latin typeface="Calibri"/>
                <a:cs typeface="Calibri"/>
              </a:rPr>
              <a:t>cách</a:t>
            </a:r>
            <a:r>
              <a:rPr sz="2400" spc="-30" dirty="0">
                <a:latin typeface="Calibri"/>
                <a:cs typeface="Calibri"/>
              </a:rPr>
              <a:t> </a:t>
            </a:r>
            <a:r>
              <a:rPr sz="2400" dirty="0">
                <a:latin typeface="Calibri"/>
                <a:cs typeface="Calibri"/>
              </a:rPr>
              <a:t>chia</a:t>
            </a:r>
            <a:r>
              <a:rPr sz="2400" spc="-25" dirty="0">
                <a:latin typeface="Calibri"/>
                <a:cs typeface="Calibri"/>
              </a:rPr>
              <a:t> </a:t>
            </a:r>
            <a:r>
              <a:rPr sz="2400" dirty="0">
                <a:latin typeface="Calibri"/>
                <a:cs typeface="Calibri"/>
              </a:rPr>
              <a:t>10</a:t>
            </a:r>
            <a:r>
              <a:rPr sz="2400" spc="-25" dirty="0">
                <a:latin typeface="Calibri"/>
                <a:cs typeface="Calibri"/>
              </a:rPr>
              <a:t> </a:t>
            </a:r>
            <a:r>
              <a:rPr sz="2400" dirty="0">
                <a:latin typeface="Calibri"/>
                <a:cs typeface="Calibri"/>
              </a:rPr>
              <a:t>hòn</a:t>
            </a:r>
            <a:r>
              <a:rPr sz="2400" spc="-25" dirty="0">
                <a:latin typeface="Calibri"/>
                <a:cs typeface="Calibri"/>
              </a:rPr>
              <a:t> </a:t>
            </a:r>
            <a:r>
              <a:rPr sz="2400" dirty="0">
                <a:latin typeface="Calibri"/>
                <a:cs typeface="Calibri"/>
              </a:rPr>
              <a:t>bi</a:t>
            </a:r>
            <a:r>
              <a:rPr sz="2400" spc="-15" dirty="0">
                <a:latin typeface="Calibri"/>
                <a:cs typeface="Calibri"/>
              </a:rPr>
              <a:t> </a:t>
            </a:r>
            <a:r>
              <a:rPr sz="2400" dirty="0">
                <a:latin typeface="Calibri"/>
                <a:cs typeface="Calibri"/>
              </a:rPr>
              <a:t>cho</a:t>
            </a:r>
            <a:r>
              <a:rPr sz="2400" spc="-25" dirty="0">
                <a:latin typeface="Calibri"/>
                <a:cs typeface="Calibri"/>
              </a:rPr>
              <a:t> </a:t>
            </a:r>
            <a:r>
              <a:rPr sz="2400" dirty="0">
                <a:latin typeface="Calibri"/>
                <a:cs typeface="Calibri"/>
              </a:rPr>
              <a:t>5</a:t>
            </a:r>
            <a:r>
              <a:rPr sz="2400" spc="-30" dirty="0">
                <a:latin typeface="Calibri"/>
                <a:cs typeface="Calibri"/>
              </a:rPr>
              <a:t> </a:t>
            </a:r>
            <a:r>
              <a:rPr sz="2400" dirty="0">
                <a:latin typeface="Calibri"/>
                <a:cs typeface="Calibri"/>
              </a:rPr>
              <a:t>đứa</a:t>
            </a:r>
            <a:r>
              <a:rPr sz="2400" spc="-30" dirty="0">
                <a:latin typeface="Calibri"/>
                <a:cs typeface="Calibri"/>
              </a:rPr>
              <a:t> </a:t>
            </a:r>
            <a:r>
              <a:rPr sz="2400" dirty="0">
                <a:latin typeface="Calibri"/>
                <a:cs typeface="Calibri"/>
              </a:rPr>
              <a:t>trẻ</a:t>
            </a:r>
            <a:r>
              <a:rPr sz="2400" spc="-20" dirty="0">
                <a:latin typeface="Calibri"/>
                <a:cs typeface="Calibri"/>
              </a:rPr>
              <a:t> </a:t>
            </a:r>
            <a:r>
              <a:rPr sz="2400" dirty="0">
                <a:latin typeface="Calibri"/>
                <a:cs typeface="Calibri"/>
              </a:rPr>
              <a:t>trong</a:t>
            </a:r>
            <a:r>
              <a:rPr sz="2400" spc="-40" dirty="0">
                <a:latin typeface="Calibri"/>
                <a:cs typeface="Calibri"/>
              </a:rPr>
              <a:t> </a:t>
            </a:r>
            <a:r>
              <a:rPr sz="2400" dirty="0">
                <a:latin typeface="Calibri"/>
                <a:cs typeface="Calibri"/>
              </a:rPr>
              <a:t>các</a:t>
            </a:r>
            <a:r>
              <a:rPr sz="2400" spc="-25" dirty="0">
                <a:latin typeface="Calibri"/>
                <a:cs typeface="Calibri"/>
              </a:rPr>
              <a:t> </a:t>
            </a:r>
            <a:r>
              <a:rPr sz="2400" dirty="0">
                <a:latin typeface="Calibri"/>
                <a:cs typeface="Calibri"/>
              </a:rPr>
              <a:t>trường</a:t>
            </a:r>
            <a:r>
              <a:rPr sz="2400" spc="-30" dirty="0">
                <a:latin typeface="Calibri"/>
                <a:cs typeface="Calibri"/>
              </a:rPr>
              <a:t> </a:t>
            </a:r>
            <a:r>
              <a:rPr sz="2400" spc="-25" dirty="0">
                <a:latin typeface="Calibri"/>
                <a:cs typeface="Calibri"/>
              </a:rPr>
              <a:t>hợp </a:t>
            </a:r>
            <a:r>
              <a:rPr sz="2400" dirty="0">
                <a:latin typeface="Calibri"/>
                <a:cs typeface="Calibri"/>
              </a:rPr>
              <a:t>sau</a:t>
            </a:r>
            <a:r>
              <a:rPr sz="2400" spc="-50" dirty="0">
                <a:latin typeface="Calibri"/>
                <a:cs typeface="Calibri"/>
              </a:rPr>
              <a:t> :</a:t>
            </a:r>
            <a:endParaRPr sz="2400">
              <a:latin typeface="Calibri"/>
              <a:cs typeface="Calibri"/>
            </a:endParaRPr>
          </a:p>
          <a:p>
            <a:pPr marL="380365" lvl="1" indent="-304165">
              <a:lnSpc>
                <a:spcPct val="100000"/>
              </a:lnSpc>
              <a:spcBef>
                <a:spcPts val="575"/>
              </a:spcBef>
              <a:buAutoNum type="alphaLcParenR"/>
              <a:tabLst>
                <a:tab pos="380365" algn="l"/>
              </a:tabLst>
            </a:pPr>
            <a:r>
              <a:rPr sz="2400" dirty="0">
                <a:latin typeface="Calibri"/>
                <a:cs typeface="Calibri"/>
              </a:rPr>
              <a:t>không</a:t>
            </a:r>
            <a:r>
              <a:rPr sz="2400" spc="-35" dirty="0">
                <a:latin typeface="Calibri"/>
                <a:cs typeface="Calibri"/>
              </a:rPr>
              <a:t> </a:t>
            </a:r>
            <a:r>
              <a:rPr sz="2400" dirty="0">
                <a:latin typeface="Calibri"/>
                <a:cs typeface="Calibri"/>
              </a:rPr>
              <a:t>có</a:t>
            </a:r>
            <a:r>
              <a:rPr sz="2400" spc="-30" dirty="0">
                <a:latin typeface="Calibri"/>
                <a:cs typeface="Calibri"/>
              </a:rPr>
              <a:t> </a:t>
            </a:r>
            <a:r>
              <a:rPr sz="2400" dirty="0">
                <a:latin typeface="Calibri"/>
                <a:cs typeface="Calibri"/>
              </a:rPr>
              <a:t>hạn</a:t>
            </a:r>
            <a:r>
              <a:rPr sz="2400" spc="-30" dirty="0">
                <a:latin typeface="Calibri"/>
                <a:cs typeface="Calibri"/>
              </a:rPr>
              <a:t> </a:t>
            </a:r>
            <a:r>
              <a:rPr sz="2400" dirty="0">
                <a:latin typeface="Calibri"/>
                <a:cs typeface="Calibri"/>
              </a:rPr>
              <a:t>chế</a:t>
            </a:r>
            <a:r>
              <a:rPr sz="2400" spc="-35" dirty="0">
                <a:latin typeface="Calibri"/>
                <a:cs typeface="Calibri"/>
              </a:rPr>
              <a:t> </a:t>
            </a:r>
            <a:r>
              <a:rPr sz="2400" dirty="0">
                <a:latin typeface="Calibri"/>
                <a:cs typeface="Calibri"/>
              </a:rPr>
              <a:t>nào</a:t>
            </a:r>
            <a:r>
              <a:rPr sz="2400" spc="-25" dirty="0">
                <a:latin typeface="Calibri"/>
                <a:cs typeface="Calibri"/>
              </a:rPr>
              <a:t> </a:t>
            </a:r>
            <a:r>
              <a:rPr sz="2400" dirty="0">
                <a:latin typeface="Calibri"/>
                <a:cs typeface="Calibri"/>
              </a:rPr>
              <a:t>cả</a:t>
            </a:r>
            <a:r>
              <a:rPr sz="2400" spc="-40" dirty="0">
                <a:latin typeface="Calibri"/>
                <a:cs typeface="Calibri"/>
              </a:rPr>
              <a:t> </a:t>
            </a:r>
            <a:r>
              <a:rPr sz="2400" dirty="0">
                <a:latin typeface="Calibri"/>
                <a:cs typeface="Calibri"/>
              </a:rPr>
              <a:t>(Đáp</a:t>
            </a:r>
            <a:r>
              <a:rPr sz="2400" spc="-25" dirty="0">
                <a:latin typeface="Calibri"/>
                <a:cs typeface="Calibri"/>
              </a:rPr>
              <a:t> </a:t>
            </a:r>
            <a:r>
              <a:rPr sz="2400" dirty="0">
                <a:latin typeface="Calibri"/>
                <a:cs typeface="Calibri"/>
              </a:rPr>
              <a:t>số:</a:t>
            </a:r>
            <a:r>
              <a:rPr sz="2400" spc="-35" dirty="0">
                <a:latin typeface="Calibri"/>
                <a:cs typeface="Calibri"/>
              </a:rPr>
              <a:t> </a:t>
            </a:r>
            <a:r>
              <a:rPr sz="2400" spc="-10" dirty="0">
                <a:latin typeface="Calibri"/>
                <a:cs typeface="Calibri"/>
              </a:rPr>
              <a:t>1001)</a:t>
            </a:r>
            <a:endParaRPr sz="2400">
              <a:latin typeface="Calibri"/>
              <a:cs typeface="Calibri"/>
            </a:endParaRPr>
          </a:p>
          <a:p>
            <a:pPr marL="76200" marR="447040" lvl="1" indent="318135">
              <a:lnSpc>
                <a:spcPct val="100000"/>
              </a:lnSpc>
              <a:spcBef>
                <a:spcPts val="580"/>
              </a:spcBef>
              <a:buAutoNum type="alphaLcParenR"/>
              <a:tabLst>
                <a:tab pos="394335" algn="l"/>
              </a:tabLst>
            </a:pPr>
            <a:r>
              <a:rPr sz="2400" dirty="0">
                <a:latin typeface="Calibri"/>
                <a:cs typeface="Calibri"/>
              </a:rPr>
              <a:t>đứa</a:t>
            </a:r>
            <a:r>
              <a:rPr sz="2400" spc="-35" dirty="0">
                <a:latin typeface="Calibri"/>
                <a:cs typeface="Calibri"/>
              </a:rPr>
              <a:t> </a:t>
            </a:r>
            <a:r>
              <a:rPr sz="2400" dirty="0">
                <a:latin typeface="Calibri"/>
                <a:cs typeface="Calibri"/>
              </a:rPr>
              <a:t>trẻ</a:t>
            </a:r>
            <a:r>
              <a:rPr sz="2400" spc="-30" dirty="0">
                <a:latin typeface="Calibri"/>
                <a:cs typeface="Calibri"/>
              </a:rPr>
              <a:t> </a:t>
            </a:r>
            <a:r>
              <a:rPr sz="2400" dirty="0">
                <a:latin typeface="Calibri"/>
                <a:cs typeface="Calibri"/>
              </a:rPr>
              <a:t>lớn</a:t>
            </a:r>
            <a:r>
              <a:rPr sz="2400" spc="-50" dirty="0">
                <a:latin typeface="Calibri"/>
                <a:cs typeface="Calibri"/>
              </a:rPr>
              <a:t> </a:t>
            </a:r>
            <a:r>
              <a:rPr sz="2400" dirty="0">
                <a:latin typeface="Calibri"/>
                <a:cs typeface="Calibri"/>
              </a:rPr>
              <a:t>nhất</a:t>
            </a:r>
            <a:r>
              <a:rPr sz="2400" spc="-30" dirty="0">
                <a:latin typeface="Calibri"/>
                <a:cs typeface="Calibri"/>
              </a:rPr>
              <a:t> </a:t>
            </a:r>
            <a:r>
              <a:rPr sz="2400" dirty="0">
                <a:latin typeface="Calibri"/>
                <a:cs typeface="Calibri"/>
              </a:rPr>
              <a:t>được</a:t>
            </a:r>
            <a:r>
              <a:rPr sz="2400" spc="-40" dirty="0">
                <a:latin typeface="Calibri"/>
                <a:cs typeface="Calibri"/>
              </a:rPr>
              <a:t> </a:t>
            </a:r>
            <a:r>
              <a:rPr sz="2400" dirty="0">
                <a:latin typeface="Calibri"/>
                <a:cs typeface="Calibri"/>
              </a:rPr>
              <a:t>ít</a:t>
            </a:r>
            <a:r>
              <a:rPr sz="2400" spc="-35" dirty="0">
                <a:latin typeface="Calibri"/>
                <a:cs typeface="Calibri"/>
              </a:rPr>
              <a:t> </a:t>
            </a:r>
            <a:r>
              <a:rPr sz="2400" dirty="0">
                <a:latin typeface="Calibri"/>
                <a:cs typeface="Calibri"/>
              </a:rPr>
              <a:t>nhất</a:t>
            </a:r>
            <a:r>
              <a:rPr sz="2400" spc="-40" dirty="0">
                <a:latin typeface="Calibri"/>
                <a:cs typeface="Calibri"/>
              </a:rPr>
              <a:t> </a:t>
            </a:r>
            <a:r>
              <a:rPr sz="2400" dirty="0">
                <a:latin typeface="Calibri"/>
                <a:cs typeface="Calibri"/>
              </a:rPr>
              <a:t>2</a:t>
            </a:r>
            <a:r>
              <a:rPr sz="2400" spc="-40" dirty="0">
                <a:latin typeface="Calibri"/>
                <a:cs typeface="Calibri"/>
              </a:rPr>
              <a:t> </a:t>
            </a:r>
            <a:r>
              <a:rPr sz="2400" dirty="0">
                <a:latin typeface="Calibri"/>
                <a:cs typeface="Calibri"/>
              </a:rPr>
              <a:t>hòn</a:t>
            </a:r>
            <a:r>
              <a:rPr sz="2400" spc="-35" dirty="0">
                <a:latin typeface="Calibri"/>
                <a:cs typeface="Calibri"/>
              </a:rPr>
              <a:t> </a:t>
            </a:r>
            <a:r>
              <a:rPr sz="2400" dirty="0">
                <a:latin typeface="Calibri"/>
                <a:cs typeface="Calibri"/>
              </a:rPr>
              <a:t>bi</a:t>
            </a:r>
            <a:r>
              <a:rPr sz="2400" spc="-35" dirty="0">
                <a:latin typeface="Calibri"/>
                <a:cs typeface="Calibri"/>
              </a:rPr>
              <a:t> </a:t>
            </a:r>
            <a:r>
              <a:rPr sz="2400" dirty="0">
                <a:latin typeface="Calibri"/>
                <a:cs typeface="Calibri"/>
              </a:rPr>
              <a:t>(chỉ</a:t>
            </a:r>
            <a:r>
              <a:rPr sz="2400" spc="-45" dirty="0">
                <a:latin typeface="Calibri"/>
                <a:cs typeface="Calibri"/>
              </a:rPr>
              <a:t> </a:t>
            </a:r>
            <a:r>
              <a:rPr sz="2400" dirty="0">
                <a:latin typeface="Calibri"/>
                <a:cs typeface="Calibri"/>
              </a:rPr>
              <a:t>có</a:t>
            </a:r>
            <a:r>
              <a:rPr sz="2400" spc="-40" dirty="0">
                <a:latin typeface="Calibri"/>
                <a:cs typeface="Calibri"/>
              </a:rPr>
              <a:t> </a:t>
            </a:r>
            <a:r>
              <a:rPr sz="2400" dirty="0">
                <a:latin typeface="Calibri"/>
                <a:cs typeface="Calibri"/>
              </a:rPr>
              <a:t>1</a:t>
            </a:r>
            <a:r>
              <a:rPr sz="2400" spc="-35" dirty="0">
                <a:latin typeface="Calibri"/>
                <a:cs typeface="Calibri"/>
              </a:rPr>
              <a:t> </a:t>
            </a:r>
            <a:r>
              <a:rPr sz="2400" dirty="0">
                <a:latin typeface="Calibri"/>
                <a:cs typeface="Calibri"/>
              </a:rPr>
              <a:t>đứa</a:t>
            </a:r>
            <a:r>
              <a:rPr sz="2400" spc="-35" dirty="0">
                <a:latin typeface="Calibri"/>
                <a:cs typeface="Calibri"/>
              </a:rPr>
              <a:t> </a:t>
            </a:r>
            <a:r>
              <a:rPr sz="2400" dirty="0">
                <a:latin typeface="Calibri"/>
                <a:cs typeface="Calibri"/>
              </a:rPr>
              <a:t>trẻ</a:t>
            </a:r>
            <a:r>
              <a:rPr sz="2400" spc="-40" dirty="0">
                <a:latin typeface="Calibri"/>
                <a:cs typeface="Calibri"/>
              </a:rPr>
              <a:t> </a:t>
            </a:r>
            <a:r>
              <a:rPr sz="2400" spc="-25" dirty="0">
                <a:latin typeface="Calibri"/>
                <a:cs typeface="Calibri"/>
              </a:rPr>
              <a:t>lớn </a:t>
            </a:r>
            <a:r>
              <a:rPr sz="2400" spc="-10" dirty="0">
                <a:latin typeface="Calibri"/>
                <a:cs typeface="Calibri"/>
              </a:rPr>
              <a:t>nhất)</a:t>
            </a:r>
            <a:endParaRPr sz="2400">
              <a:latin typeface="Calibri"/>
              <a:cs typeface="Calibri"/>
            </a:endParaRPr>
          </a:p>
          <a:p>
            <a:pPr marL="363855" lvl="1" indent="-287655">
              <a:lnSpc>
                <a:spcPct val="100000"/>
              </a:lnSpc>
              <a:spcBef>
                <a:spcPts val="575"/>
              </a:spcBef>
              <a:buAutoNum type="alphaLcParenR"/>
              <a:tabLst>
                <a:tab pos="363855" algn="l"/>
              </a:tabLst>
            </a:pPr>
            <a:r>
              <a:rPr sz="2400" dirty="0">
                <a:latin typeface="Calibri"/>
                <a:cs typeface="Calibri"/>
              </a:rPr>
              <a:t>mỗi</a:t>
            </a:r>
            <a:r>
              <a:rPr sz="2400" spc="-50" dirty="0">
                <a:latin typeface="Calibri"/>
                <a:cs typeface="Calibri"/>
              </a:rPr>
              <a:t> </a:t>
            </a:r>
            <a:r>
              <a:rPr sz="2400" dirty="0">
                <a:latin typeface="Calibri"/>
                <a:cs typeface="Calibri"/>
              </a:rPr>
              <a:t>đứa</a:t>
            </a:r>
            <a:r>
              <a:rPr sz="2400" spc="-35" dirty="0">
                <a:latin typeface="Calibri"/>
                <a:cs typeface="Calibri"/>
              </a:rPr>
              <a:t> </a:t>
            </a:r>
            <a:r>
              <a:rPr sz="2400" dirty="0">
                <a:latin typeface="Calibri"/>
                <a:cs typeface="Calibri"/>
              </a:rPr>
              <a:t>trẻ</a:t>
            </a:r>
            <a:r>
              <a:rPr sz="2400" spc="-40" dirty="0">
                <a:latin typeface="Calibri"/>
                <a:cs typeface="Calibri"/>
              </a:rPr>
              <a:t> </a:t>
            </a:r>
            <a:r>
              <a:rPr sz="2400" dirty="0">
                <a:latin typeface="Calibri"/>
                <a:cs typeface="Calibri"/>
              </a:rPr>
              <a:t>được</a:t>
            </a:r>
            <a:r>
              <a:rPr sz="2400" spc="-40" dirty="0">
                <a:latin typeface="Calibri"/>
                <a:cs typeface="Calibri"/>
              </a:rPr>
              <a:t> </a:t>
            </a:r>
            <a:r>
              <a:rPr sz="2400" dirty="0">
                <a:latin typeface="Calibri"/>
                <a:cs typeface="Calibri"/>
              </a:rPr>
              <a:t>ít</a:t>
            </a:r>
            <a:r>
              <a:rPr sz="2400" spc="-35" dirty="0">
                <a:latin typeface="Calibri"/>
                <a:cs typeface="Calibri"/>
              </a:rPr>
              <a:t> </a:t>
            </a:r>
            <a:r>
              <a:rPr sz="2400" dirty="0">
                <a:latin typeface="Calibri"/>
                <a:cs typeface="Calibri"/>
              </a:rPr>
              <a:t>nhất</a:t>
            </a:r>
            <a:r>
              <a:rPr sz="2400" spc="-40" dirty="0">
                <a:latin typeface="Calibri"/>
                <a:cs typeface="Calibri"/>
              </a:rPr>
              <a:t> </a:t>
            </a:r>
            <a:r>
              <a:rPr sz="2400" dirty="0">
                <a:latin typeface="Calibri"/>
                <a:cs typeface="Calibri"/>
              </a:rPr>
              <a:t>một</a:t>
            </a:r>
            <a:r>
              <a:rPr sz="2400" spc="-35" dirty="0">
                <a:latin typeface="Calibri"/>
                <a:cs typeface="Calibri"/>
              </a:rPr>
              <a:t> </a:t>
            </a:r>
            <a:r>
              <a:rPr sz="2400" dirty="0">
                <a:latin typeface="Calibri"/>
                <a:cs typeface="Calibri"/>
              </a:rPr>
              <a:t>hòn</a:t>
            </a:r>
            <a:r>
              <a:rPr sz="2400" spc="-35" dirty="0">
                <a:latin typeface="Calibri"/>
                <a:cs typeface="Calibri"/>
              </a:rPr>
              <a:t> </a:t>
            </a:r>
            <a:r>
              <a:rPr sz="2400" spc="-25" dirty="0">
                <a:latin typeface="Calibri"/>
                <a:cs typeface="Calibri"/>
              </a:rPr>
              <a:t>bi</a:t>
            </a:r>
            <a:endParaRPr sz="2400">
              <a:latin typeface="Calibri"/>
              <a:cs typeface="Calibri"/>
            </a:endParaRPr>
          </a:p>
          <a:p>
            <a:pPr marL="76200">
              <a:lnSpc>
                <a:spcPct val="100000"/>
              </a:lnSpc>
              <a:spcBef>
                <a:spcPts val="600"/>
              </a:spcBef>
            </a:pPr>
            <a:r>
              <a:rPr sz="2400" b="1" dirty="0">
                <a:latin typeface="Calibri"/>
                <a:cs typeface="Calibri"/>
              </a:rPr>
              <a:t>2)</a:t>
            </a:r>
            <a:r>
              <a:rPr sz="2400" b="1" spc="-20" dirty="0">
                <a:latin typeface="Calibri"/>
                <a:cs typeface="Calibri"/>
              </a:rPr>
              <a:t> </a:t>
            </a:r>
            <a:r>
              <a:rPr sz="2400" dirty="0">
                <a:latin typeface="Calibri"/>
                <a:cs typeface="Calibri"/>
              </a:rPr>
              <a:t>Tìm</a:t>
            </a:r>
            <a:r>
              <a:rPr sz="2400" spc="-5" dirty="0">
                <a:latin typeface="Calibri"/>
                <a:cs typeface="Calibri"/>
              </a:rPr>
              <a:t> </a:t>
            </a:r>
            <a:r>
              <a:rPr sz="2400" dirty="0">
                <a:latin typeface="Calibri"/>
                <a:cs typeface="Calibri"/>
              </a:rPr>
              <a:t>số</a:t>
            </a:r>
            <a:r>
              <a:rPr sz="2400" spc="-20" dirty="0">
                <a:latin typeface="Calibri"/>
                <a:cs typeface="Calibri"/>
              </a:rPr>
              <a:t> </a:t>
            </a:r>
            <a:r>
              <a:rPr sz="2400" dirty="0">
                <a:latin typeface="Calibri"/>
                <a:cs typeface="Calibri"/>
              </a:rPr>
              <a:t>nghiệm</a:t>
            </a:r>
            <a:r>
              <a:rPr sz="2400" spc="-25" dirty="0">
                <a:latin typeface="Calibri"/>
                <a:cs typeface="Calibri"/>
              </a:rPr>
              <a:t> </a:t>
            </a:r>
            <a:r>
              <a:rPr sz="2400" dirty="0">
                <a:latin typeface="Calibri"/>
                <a:cs typeface="Calibri"/>
              </a:rPr>
              <a:t>nguyên</a:t>
            </a:r>
            <a:r>
              <a:rPr sz="2400" spc="-10" dirty="0">
                <a:latin typeface="Calibri"/>
                <a:cs typeface="Calibri"/>
              </a:rPr>
              <a:t> </a:t>
            </a:r>
            <a:r>
              <a:rPr sz="2400" dirty="0">
                <a:latin typeface="Calibri"/>
                <a:cs typeface="Calibri"/>
              </a:rPr>
              <a:t>(</a:t>
            </a:r>
            <a:r>
              <a:rPr sz="2400" dirty="0">
                <a:latin typeface="Symbol"/>
                <a:cs typeface="Symbol"/>
              </a:rPr>
              <a:t></a:t>
            </a:r>
            <a:r>
              <a:rPr sz="2400" spc="-90" dirty="0">
                <a:latin typeface="Times New Roman"/>
                <a:cs typeface="Times New Roman"/>
              </a:rPr>
              <a:t> </a:t>
            </a:r>
            <a:r>
              <a:rPr sz="2400" dirty="0">
                <a:latin typeface="Calibri"/>
                <a:cs typeface="Calibri"/>
              </a:rPr>
              <a:t>0)</a:t>
            </a:r>
            <a:r>
              <a:rPr sz="2400" spc="-20" dirty="0">
                <a:latin typeface="Calibri"/>
                <a:cs typeface="Calibri"/>
              </a:rPr>
              <a:t> </a:t>
            </a:r>
            <a:r>
              <a:rPr sz="2400" dirty="0">
                <a:latin typeface="Calibri"/>
                <a:cs typeface="Calibri"/>
              </a:rPr>
              <a:t>của</a:t>
            </a:r>
            <a:r>
              <a:rPr sz="2400" spc="-10" dirty="0">
                <a:latin typeface="Calibri"/>
                <a:cs typeface="Calibri"/>
              </a:rPr>
              <a:t> </a:t>
            </a:r>
            <a:r>
              <a:rPr sz="2400" dirty="0">
                <a:latin typeface="Calibri"/>
                <a:cs typeface="Calibri"/>
              </a:rPr>
              <a:t>phương</a:t>
            </a:r>
            <a:r>
              <a:rPr sz="2400" spc="-20" dirty="0">
                <a:latin typeface="Calibri"/>
                <a:cs typeface="Calibri"/>
              </a:rPr>
              <a:t> </a:t>
            </a:r>
            <a:r>
              <a:rPr sz="2400" spc="-10" dirty="0">
                <a:latin typeface="Calibri"/>
                <a:cs typeface="Calibri"/>
              </a:rPr>
              <a:t>trình</a:t>
            </a:r>
            <a:endParaRPr sz="2400">
              <a:latin typeface="Calibri"/>
              <a:cs typeface="Calibri"/>
            </a:endParaRPr>
          </a:p>
          <a:p>
            <a:pPr marL="3045460">
              <a:lnSpc>
                <a:spcPct val="100000"/>
              </a:lnSpc>
              <a:spcBef>
                <a:spcPts val="555"/>
              </a:spcBef>
            </a:pPr>
            <a:r>
              <a:rPr sz="2400" dirty="0">
                <a:latin typeface="Calibri"/>
                <a:cs typeface="Calibri"/>
              </a:rPr>
              <a:t>x</a:t>
            </a:r>
            <a:r>
              <a:rPr sz="2400" baseline="-20833" dirty="0">
                <a:latin typeface="Calibri"/>
                <a:cs typeface="Calibri"/>
              </a:rPr>
              <a:t>1</a:t>
            </a:r>
            <a:r>
              <a:rPr sz="2400" spc="240" baseline="-20833" dirty="0">
                <a:latin typeface="Calibri"/>
                <a:cs typeface="Calibri"/>
              </a:rPr>
              <a:t> </a:t>
            </a:r>
            <a:r>
              <a:rPr sz="2400" dirty="0">
                <a:latin typeface="Calibri"/>
                <a:cs typeface="Calibri"/>
              </a:rPr>
              <a:t>+</a:t>
            </a:r>
            <a:r>
              <a:rPr sz="2400" spc="-15" dirty="0">
                <a:latin typeface="Calibri"/>
                <a:cs typeface="Calibri"/>
              </a:rPr>
              <a:t> </a:t>
            </a:r>
            <a:r>
              <a:rPr sz="2400" dirty="0">
                <a:latin typeface="Calibri"/>
                <a:cs typeface="Calibri"/>
              </a:rPr>
              <a:t>x</a:t>
            </a:r>
            <a:r>
              <a:rPr sz="2400" baseline="-20833" dirty="0">
                <a:latin typeface="Calibri"/>
                <a:cs typeface="Calibri"/>
              </a:rPr>
              <a:t>2</a:t>
            </a:r>
            <a:r>
              <a:rPr sz="2400" spc="247" baseline="-20833" dirty="0">
                <a:latin typeface="Calibri"/>
                <a:cs typeface="Calibri"/>
              </a:rPr>
              <a:t> </a:t>
            </a:r>
            <a:r>
              <a:rPr sz="2400" dirty="0">
                <a:latin typeface="Calibri"/>
                <a:cs typeface="Calibri"/>
              </a:rPr>
              <a:t>+</a:t>
            </a:r>
            <a:r>
              <a:rPr sz="2400" spc="-15" dirty="0">
                <a:latin typeface="Calibri"/>
                <a:cs typeface="Calibri"/>
              </a:rPr>
              <a:t> </a:t>
            </a:r>
            <a:r>
              <a:rPr sz="2400" dirty="0">
                <a:latin typeface="Calibri"/>
                <a:cs typeface="Calibri"/>
              </a:rPr>
              <a:t>x</a:t>
            </a:r>
            <a:r>
              <a:rPr sz="2400" baseline="-20833" dirty="0">
                <a:latin typeface="Calibri"/>
                <a:cs typeface="Calibri"/>
              </a:rPr>
              <a:t>3</a:t>
            </a:r>
            <a:r>
              <a:rPr sz="2400" spc="240" baseline="-20833" dirty="0">
                <a:latin typeface="Calibri"/>
                <a:cs typeface="Calibri"/>
              </a:rPr>
              <a:t> </a:t>
            </a:r>
            <a:r>
              <a:rPr sz="2400" dirty="0">
                <a:latin typeface="Calibri"/>
                <a:cs typeface="Calibri"/>
              </a:rPr>
              <a:t>+</a:t>
            </a:r>
            <a:r>
              <a:rPr sz="2400" spc="-15" dirty="0">
                <a:latin typeface="Calibri"/>
                <a:cs typeface="Calibri"/>
              </a:rPr>
              <a:t> </a:t>
            </a:r>
            <a:r>
              <a:rPr sz="2400" dirty="0">
                <a:latin typeface="Calibri"/>
                <a:cs typeface="Calibri"/>
              </a:rPr>
              <a:t>x</a:t>
            </a:r>
            <a:r>
              <a:rPr sz="2400" baseline="-20833" dirty="0">
                <a:latin typeface="Calibri"/>
                <a:cs typeface="Calibri"/>
              </a:rPr>
              <a:t>4</a:t>
            </a:r>
            <a:r>
              <a:rPr sz="2400" spc="247" baseline="-20833" dirty="0">
                <a:latin typeface="Calibri"/>
                <a:cs typeface="Calibri"/>
              </a:rPr>
              <a:t> </a:t>
            </a:r>
            <a:r>
              <a:rPr sz="2400" spc="-25" dirty="0">
                <a:latin typeface="Calibri"/>
                <a:cs typeface="Calibri"/>
              </a:rPr>
              <a:t>=32</a:t>
            </a:r>
            <a:endParaRPr sz="2400">
              <a:latin typeface="Calibri"/>
              <a:cs typeface="Calibri"/>
            </a:endParaRPr>
          </a:p>
          <a:p>
            <a:pPr marL="76200">
              <a:lnSpc>
                <a:spcPct val="100000"/>
              </a:lnSpc>
              <a:spcBef>
                <a:spcPts val="575"/>
              </a:spcBef>
            </a:pPr>
            <a:r>
              <a:rPr sz="2400" dirty="0">
                <a:latin typeface="Calibri"/>
                <a:cs typeface="Calibri"/>
              </a:rPr>
              <a:t>a</a:t>
            </a:r>
            <a:r>
              <a:rPr sz="2400" spc="-25" dirty="0">
                <a:latin typeface="Calibri"/>
                <a:cs typeface="Calibri"/>
              </a:rPr>
              <a:t> </a:t>
            </a:r>
            <a:r>
              <a:rPr sz="2400" dirty="0">
                <a:latin typeface="Calibri"/>
                <a:cs typeface="Calibri"/>
              </a:rPr>
              <a:t>)</a:t>
            </a:r>
            <a:r>
              <a:rPr sz="2400" spc="-35" dirty="0">
                <a:latin typeface="Calibri"/>
                <a:cs typeface="Calibri"/>
              </a:rPr>
              <a:t> </a:t>
            </a:r>
            <a:r>
              <a:rPr sz="2400" dirty="0">
                <a:latin typeface="Calibri"/>
                <a:cs typeface="Calibri"/>
              </a:rPr>
              <a:t>không</a:t>
            </a:r>
            <a:r>
              <a:rPr sz="2400" spc="-30" dirty="0">
                <a:latin typeface="Calibri"/>
                <a:cs typeface="Calibri"/>
              </a:rPr>
              <a:t> </a:t>
            </a:r>
            <a:r>
              <a:rPr sz="2400" dirty="0">
                <a:latin typeface="Calibri"/>
                <a:cs typeface="Calibri"/>
              </a:rPr>
              <a:t>có</a:t>
            </a:r>
            <a:r>
              <a:rPr sz="2400" spc="-40" dirty="0">
                <a:latin typeface="Calibri"/>
                <a:cs typeface="Calibri"/>
              </a:rPr>
              <a:t> </a:t>
            </a:r>
            <a:r>
              <a:rPr sz="2400" dirty="0">
                <a:latin typeface="Calibri"/>
                <a:cs typeface="Calibri"/>
              </a:rPr>
              <a:t>hạn</a:t>
            </a:r>
            <a:r>
              <a:rPr sz="2400" spc="-25" dirty="0">
                <a:latin typeface="Calibri"/>
                <a:cs typeface="Calibri"/>
              </a:rPr>
              <a:t> </a:t>
            </a:r>
            <a:r>
              <a:rPr sz="2400" dirty="0">
                <a:latin typeface="Calibri"/>
                <a:cs typeface="Calibri"/>
              </a:rPr>
              <a:t>chế</a:t>
            </a:r>
            <a:r>
              <a:rPr sz="2400" spc="-15" dirty="0">
                <a:latin typeface="Calibri"/>
                <a:cs typeface="Calibri"/>
              </a:rPr>
              <a:t> </a:t>
            </a:r>
            <a:r>
              <a:rPr sz="2400" dirty="0">
                <a:latin typeface="Calibri"/>
                <a:cs typeface="Calibri"/>
              </a:rPr>
              <a:t>nào</a:t>
            </a:r>
            <a:r>
              <a:rPr sz="2400" spc="-20" dirty="0">
                <a:latin typeface="Calibri"/>
                <a:cs typeface="Calibri"/>
              </a:rPr>
              <a:t> </a:t>
            </a:r>
            <a:r>
              <a:rPr sz="2400" spc="-35" dirty="0">
                <a:latin typeface="Calibri"/>
                <a:cs typeface="Calibri"/>
              </a:rPr>
              <a:t>cả</a:t>
            </a:r>
            <a:endParaRPr sz="2400">
              <a:latin typeface="Calibri"/>
              <a:cs typeface="Calibri"/>
            </a:endParaRPr>
          </a:p>
          <a:p>
            <a:pPr marL="76200">
              <a:lnSpc>
                <a:spcPct val="100000"/>
              </a:lnSpc>
              <a:spcBef>
                <a:spcPts val="600"/>
              </a:spcBef>
            </a:pPr>
            <a:r>
              <a:rPr sz="2400" dirty="0">
                <a:latin typeface="Calibri"/>
                <a:cs typeface="Calibri"/>
              </a:rPr>
              <a:t>b</a:t>
            </a:r>
            <a:r>
              <a:rPr sz="2400" spc="-15" dirty="0">
                <a:latin typeface="Calibri"/>
                <a:cs typeface="Calibri"/>
              </a:rPr>
              <a:t> </a:t>
            </a:r>
            <a:r>
              <a:rPr sz="2400" dirty="0">
                <a:latin typeface="Calibri"/>
                <a:cs typeface="Calibri"/>
              </a:rPr>
              <a:t>)</a:t>
            </a:r>
            <a:r>
              <a:rPr sz="2400" spc="-25" dirty="0">
                <a:latin typeface="Calibri"/>
                <a:cs typeface="Calibri"/>
              </a:rPr>
              <a:t> </a:t>
            </a:r>
            <a:r>
              <a:rPr sz="2400" dirty="0">
                <a:latin typeface="Calibri"/>
                <a:cs typeface="Calibri"/>
              </a:rPr>
              <a:t>x</a:t>
            </a:r>
            <a:r>
              <a:rPr sz="2400" baseline="-20833" dirty="0">
                <a:latin typeface="Calibri"/>
                <a:cs typeface="Calibri"/>
              </a:rPr>
              <a:t>1</a:t>
            </a:r>
            <a:r>
              <a:rPr sz="2400" dirty="0">
                <a:latin typeface="Calibri"/>
                <a:cs typeface="Calibri"/>
              </a:rPr>
              <a:t>,</a:t>
            </a:r>
            <a:r>
              <a:rPr sz="2400" spc="-15" dirty="0">
                <a:latin typeface="Calibri"/>
                <a:cs typeface="Calibri"/>
              </a:rPr>
              <a:t> </a:t>
            </a:r>
            <a:r>
              <a:rPr sz="2400" dirty="0">
                <a:latin typeface="Calibri"/>
                <a:cs typeface="Calibri"/>
              </a:rPr>
              <a:t>x</a:t>
            </a:r>
            <a:r>
              <a:rPr sz="2400" baseline="-20833" dirty="0">
                <a:latin typeface="Calibri"/>
                <a:cs typeface="Calibri"/>
              </a:rPr>
              <a:t>2</a:t>
            </a:r>
            <a:r>
              <a:rPr sz="2400" spc="240" baseline="-20833" dirty="0">
                <a:latin typeface="Calibri"/>
                <a:cs typeface="Calibri"/>
              </a:rPr>
              <a:t> </a:t>
            </a:r>
            <a:r>
              <a:rPr sz="2400" dirty="0">
                <a:latin typeface="Calibri"/>
                <a:cs typeface="Calibri"/>
              </a:rPr>
              <a:t>,</a:t>
            </a:r>
            <a:r>
              <a:rPr sz="2400" spc="-15" dirty="0">
                <a:latin typeface="Calibri"/>
                <a:cs typeface="Calibri"/>
              </a:rPr>
              <a:t> </a:t>
            </a:r>
            <a:r>
              <a:rPr sz="2400" dirty="0">
                <a:latin typeface="Calibri"/>
                <a:cs typeface="Calibri"/>
              </a:rPr>
              <a:t>x</a:t>
            </a:r>
            <a:r>
              <a:rPr sz="2400" baseline="-20833" dirty="0">
                <a:latin typeface="Calibri"/>
                <a:cs typeface="Calibri"/>
              </a:rPr>
              <a:t>3</a:t>
            </a:r>
            <a:r>
              <a:rPr sz="2400" dirty="0">
                <a:latin typeface="Calibri"/>
                <a:cs typeface="Calibri"/>
              </a:rPr>
              <a:t>,</a:t>
            </a:r>
            <a:r>
              <a:rPr sz="2400" spc="-5" dirty="0">
                <a:latin typeface="Calibri"/>
                <a:cs typeface="Calibri"/>
              </a:rPr>
              <a:t> </a:t>
            </a:r>
            <a:r>
              <a:rPr sz="2400" dirty="0">
                <a:latin typeface="Calibri"/>
                <a:cs typeface="Calibri"/>
              </a:rPr>
              <a:t>x</a:t>
            </a:r>
            <a:r>
              <a:rPr sz="2400" baseline="-20833" dirty="0">
                <a:latin typeface="Calibri"/>
                <a:cs typeface="Calibri"/>
              </a:rPr>
              <a:t>4</a:t>
            </a:r>
            <a:r>
              <a:rPr sz="2400" spc="240" baseline="-20833" dirty="0">
                <a:latin typeface="Calibri"/>
                <a:cs typeface="Calibri"/>
              </a:rPr>
              <a:t> </a:t>
            </a:r>
            <a:r>
              <a:rPr sz="2400" dirty="0">
                <a:latin typeface="Symbol"/>
                <a:cs typeface="Symbol"/>
              </a:rPr>
              <a:t></a:t>
            </a:r>
            <a:r>
              <a:rPr sz="2400" spc="-80" dirty="0">
                <a:latin typeface="Times New Roman"/>
                <a:cs typeface="Times New Roman"/>
              </a:rPr>
              <a:t> </a:t>
            </a:r>
            <a:r>
              <a:rPr sz="2400" spc="-50" dirty="0">
                <a:latin typeface="Calibri"/>
                <a:cs typeface="Calibri"/>
              </a:rPr>
              <a:t>1</a:t>
            </a:r>
            <a:endParaRPr sz="2400">
              <a:latin typeface="Calibri"/>
              <a:cs typeface="Calibri"/>
            </a:endParaRPr>
          </a:p>
          <a:p>
            <a:pPr marL="76200">
              <a:lnSpc>
                <a:spcPct val="100000"/>
              </a:lnSpc>
              <a:spcBef>
                <a:spcPts val="580"/>
              </a:spcBef>
              <a:tabLst>
                <a:tab pos="2995930" algn="l"/>
              </a:tabLst>
            </a:pPr>
            <a:r>
              <a:rPr sz="2400" dirty="0">
                <a:latin typeface="Calibri"/>
                <a:cs typeface="Calibri"/>
              </a:rPr>
              <a:t>c</a:t>
            </a:r>
            <a:r>
              <a:rPr sz="2400" spc="-20" dirty="0">
                <a:latin typeface="Calibri"/>
                <a:cs typeface="Calibri"/>
              </a:rPr>
              <a:t> </a:t>
            </a:r>
            <a:r>
              <a:rPr sz="2400" dirty="0">
                <a:latin typeface="Calibri"/>
                <a:cs typeface="Calibri"/>
              </a:rPr>
              <a:t>)</a:t>
            </a:r>
            <a:r>
              <a:rPr sz="2400" spc="-15" dirty="0">
                <a:latin typeface="Calibri"/>
                <a:cs typeface="Calibri"/>
              </a:rPr>
              <a:t> </a:t>
            </a:r>
            <a:r>
              <a:rPr sz="2400" dirty="0">
                <a:latin typeface="Calibri"/>
                <a:cs typeface="Calibri"/>
              </a:rPr>
              <a:t>x</a:t>
            </a:r>
            <a:r>
              <a:rPr sz="2400" baseline="-20833" dirty="0">
                <a:latin typeface="Calibri"/>
                <a:cs typeface="Calibri"/>
              </a:rPr>
              <a:t>1</a:t>
            </a:r>
            <a:r>
              <a:rPr sz="2400" dirty="0">
                <a:latin typeface="Calibri"/>
                <a:cs typeface="Calibri"/>
              </a:rPr>
              <a:t>,</a:t>
            </a:r>
            <a:r>
              <a:rPr sz="2400" spc="-5" dirty="0">
                <a:latin typeface="Calibri"/>
                <a:cs typeface="Calibri"/>
              </a:rPr>
              <a:t> </a:t>
            </a:r>
            <a:r>
              <a:rPr sz="2400" dirty="0">
                <a:latin typeface="Calibri"/>
                <a:cs typeface="Calibri"/>
              </a:rPr>
              <a:t>x</a:t>
            </a:r>
            <a:r>
              <a:rPr sz="2400" baseline="-20833" dirty="0">
                <a:latin typeface="Calibri"/>
                <a:cs typeface="Calibri"/>
              </a:rPr>
              <a:t>2</a:t>
            </a:r>
            <a:r>
              <a:rPr sz="2400" spc="247" baseline="-20833" dirty="0">
                <a:latin typeface="Calibri"/>
                <a:cs typeface="Calibri"/>
              </a:rPr>
              <a:t> </a:t>
            </a:r>
            <a:r>
              <a:rPr sz="2400" dirty="0">
                <a:latin typeface="Symbol"/>
                <a:cs typeface="Symbol"/>
              </a:rPr>
              <a:t></a:t>
            </a:r>
            <a:r>
              <a:rPr sz="2400" spc="-75" dirty="0">
                <a:latin typeface="Times New Roman"/>
                <a:cs typeface="Times New Roman"/>
              </a:rPr>
              <a:t> </a:t>
            </a:r>
            <a:r>
              <a:rPr sz="2400" dirty="0">
                <a:latin typeface="Calibri"/>
                <a:cs typeface="Calibri"/>
              </a:rPr>
              <a:t>5,</a:t>
            </a:r>
            <a:r>
              <a:rPr sz="2400" spc="-15" dirty="0">
                <a:latin typeface="Calibri"/>
                <a:cs typeface="Calibri"/>
              </a:rPr>
              <a:t> </a:t>
            </a:r>
            <a:r>
              <a:rPr sz="2400" dirty="0">
                <a:latin typeface="Calibri"/>
                <a:cs typeface="Calibri"/>
              </a:rPr>
              <a:t>x</a:t>
            </a:r>
            <a:r>
              <a:rPr sz="2400" baseline="-20833" dirty="0">
                <a:latin typeface="Calibri"/>
                <a:cs typeface="Calibri"/>
              </a:rPr>
              <a:t>3</a:t>
            </a:r>
            <a:r>
              <a:rPr sz="2400" dirty="0">
                <a:latin typeface="Calibri"/>
                <a:cs typeface="Calibri"/>
              </a:rPr>
              <a:t>,</a:t>
            </a:r>
            <a:r>
              <a:rPr sz="2400" spc="-5" dirty="0">
                <a:latin typeface="Calibri"/>
                <a:cs typeface="Calibri"/>
              </a:rPr>
              <a:t> </a:t>
            </a:r>
            <a:r>
              <a:rPr sz="2400" dirty="0">
                <a:latin typeface="Calibri"/>
                <a:cs typeface="Calibri"/>
              </a:rPr>
              <a:t>x</a:t>
            </a:r>
            <a:r>
              <a:rPr sz="2400" baseline="-20833" dirty="0">
                <a:latin typeface="Calibri"/>
                <a:cs typeface="Calibri"/>
              </a:rPr>
              <a:t>4</a:t>
            </a:r>
            <a:r>
              <a:rPr sz="2400" spc="247" baseline="-20833" dirty="0">
                <a:latin typeface="Calibri"/>
                <a:cs typeface="Calibri"/>
              </a:rPr>
              <a:t> </a:t>
            </a:r>
            <a:r>
              <a:rPr sz="2400" dirty="0">
                <a:latin typeface="Symbol"/>
                <a:cs typeface="Symbol"/>
              </a:rPr>
              <a:t></a:t>
            </a:r>
            <a:r>
              <a:rPr sz="2400" spc="-75" dirty="0">
                <a:latin typeface="Times New Roman"/>
                <a:cs typeface="Times New Roman"/>
              </a:rPr>
              <a:t> </a:t>
            </a:r>
            <a:r>
              <a:rPr sz="2400" spc="-50" dirty="0">
                <a:latin typeface="Calibri"/>
                <a:cs typeface="Calibri"/>
              </a:rPr>
              <a:t>7</a:t>
            </a:r>
            <a:r>
              <a:rPr sz="2400" dirty="0">
                <a:latin typeface="Calibri"/>
                <a:cs typeface="Calibri"/>
              </a:rPr>
              <a:t>	(Đáp</a:t>
            </a:r>
            <a:r>
              <a:rPr sz="2400" spc="-30" dirty="0">
                <a:latin typeface="Calibri"/>
                <a:cs typeface="Calibri"/>
              </a:rPr>
              <a:t> </a:t>
            </a:r>
            <a:r>
              <a:rPr sz="2400" dirty="0">
                <a:latin typeface="Calibri"/>
                <a:cs typeface="Calibri"/>
              </a:rPr>
              <a:t>số</a:t>
            </a:r>
            <a:r>
              <a:rPr sz="2400" spc="-15" dirty="0">
                <a:latin typeface="Calibri"/>
                <a:cs typeface="Calibri"/>
              </a:rPr>
              <a:t> </a:t>
            </a:r>
            <a:r>
              <a:rPr sz="2400" dirty="0">
                <a:latin typeface="Calibri"/>
                <a:cs typeface="Calibri"/>
              </a:rPr>
              <a:t>:</a:t>
            </a:r>
            <a:r>
              <a:rPr sz="2400" spc="-20" dirty="0">
                <a:latin typeface="Calibri"/>
                <a:cs typeface="Calibri"/>
              </a:rPr>
              <a:t> 165)</a:t>
            </a:r>
            <a:endParaRPr sz="2400">
              <a:latin typeface="Calibri"/>
              <a:cs typeface="Calibri"/>
            </a:endParaRPr>
          </a:p>
          <a:p>
            <a:pPr marL="76200">
              <a:lnSpc>
                <a:spcPct val="100000"/>
              </a:lnSpc>
              <a:spcBef>
                <a:spcPts val="550"/>
              </a:spcBef>
            </a:pPr>
            <a:r>
              <a:rPr sz="2400" b="1" dirty="0">
                <a:latin typeface="Calibri"/>
                <a:cs typeface="Calibri"/>
              </a:rPr>
              <a:t>3)</a:t>
            </a:r>
            <a:r>
              <a:rPr sz="2400" b="1" spc="-30" dirty="0">
                <a:latin typeface="Calibri"/>
                <a:cs typeface="Calibri"/>
              </a:rPr>
              <a:t> </a:t>
            </a:r>
            <a:r>
              <a:rPr sz="2400" dirty="0">
                <a:latin typeface="Calibri"/>
                <a:cs typeface="Calibri"/>
              </a:rPr>
              <a:t>Có</a:t>
            </a:r>
            <a:r>
              <a:rPr sz="2400" spc="-30" dirty="0">
                <a:latin typeface="Calibri"/>
                <a:cs typeface="Calibri"/>
              </a:rPr>
              <a:t> </a:t>
            </a:r>
            <a:r>
              <a:rPr sz="2400" dirty="0">
                <a:latin typeface="Calibri"/>
                <a:cs typeface="Calibri"/>
              </a:rPr>
              <a:t>bao</a:t>
            </a:r>
            <a:r>
              <a:rPr sz="2400" spc="-35" dirty="0">
                <a:latin typeface="Calibri"/>
                <a:cs typeface="Calibri"/>
              </a:rPr>
              <a:t> </a:t>
            </a:r>
            <a:r>
              <a:rPr sz="2400" dirty="0">
                <a:latin typeface="Calibri"/>
                <a:cs typeface="Calibri"/>
              </a:rPr>
              <a:t>nhiêu</a:t>
            </a:r>
            <a:r>
              <a:rPr sz="2400" spc="-30" dirty="0">
                <a:latin typeface="Calibri"/>
                <a:cs typeface="Calibri"/>
              </a:rPr>
              <a:t> </a:t>
            </a:r>
            <a:r>
              <a:rPr sz="2400" dirty="0">
                <a:latin typeface="Calibri"/>
                <a:cs typeface="Calibri"/>
              </a:rPr>
              <a:t>số</a:t>
            </a:r>
            <a:r>
              <a:rPr sz="2400" spc="-35" dirty="0">
                <a:latin typeface="Calibri"/>
                <a:cs typeface="Calibri"/>
              </a:rPr>
              <a:t> </a:t>
            </a:r>
            <a:r>
              <a:rPr sz="2400" dirty="0">
                <a:latin typeface="Calibri"/>
                <a:cs typeface="Calibri"/>
              </a:rPr>
              <a:t>hạng</a:t>
            </a:r>
            <a:r>
              <a:rPr sz="2400" spc="-20" dirty="0">
                <a:latin typeface="Calibri"/>
                <a:cs typeface="Calibri"/>
              </a:rPr>
              <a:t> </a:t>
            </a:r>
            <a:r>
              <a:rPr sz="2400" dirty="0">
                <a:latin typeface="Calibri"/>
                <a:cs typeface="Calibri"/>
              </a:rPr>
              <a:t>khác</a:t>
            </a:r>
            <a:r>
              <a:rPr sz="2400" spc="-35" dirty="0">
                <a:latin typeface="Calibri"/>
                <a:cs typeface="Calibri"/>
              </a:rPr>
              <a:t> </a:t>
            </a:r>
            <a:r>
              <a:rPr sz="2400" dirty="0">
                <a:latin typeface="Calibri"/>
                <a:cs typeface="Calibri"/>
              </a:rPr>
              <a:t>nhau</a:t>
            </a:r>
            <a:r>
              <a:rPr sz="2400" spc="-30" dirty="0">
                <a:latin typeface="Calibri"/>
                <a:cs typeface="Calibri"/>
              </a:rPr>
              <a:t> </a:t>
            </a:r>
            <a:r>
              <a:rPr sz="2400" dirty="0">
                <a:latin typeface="Calibri"/>
                <a:cs typeface="Calibri"/>
              </a:rPr>
              <a:t>trong</a:t>
            </a:r>
            <a:r>
              <a:rPr sz="2400" spc="-50" dirty="0">
                <a:latin typeface="Calibri"/>
                <a:cs typeface="Calibri"/>
              </a:rPr>
              <a:t> </a:t>
            </a:r>
            <a:r>
              <a:rPr sz="2400" dirty="0">
                <a:latin typeface="Calibri"/>
                <a:cs typeface="Calibri"/>
              </a:rPr>
              <a:t>phép</a:t>
            </a:r>
            <a:r>
              <a:rPr sz="2400" spc="-15" dirty="0">
                <a:latin typeface="Calibri"/>
                <a:cs typeface="Calibri"/>
              </a:rPr>
              <a:t> </a:t>
            </a:r>
            <a:r>
              <a:rPr sz="2400" dirty="0">
                <a:latin typeface="Calibri"/>
                <a:cs typeface="Calibri"/>
              </a:rPr>
              <a:t>khai</a:t>
            </a:r>
            <a:r>
              <a:rPr sz="2400" spc="-35" dirty="0">
                <a:latin typeface="Calibri"/>
                <a:cs typeface="Calibri"/>
              </a:rPr>
              <a:t> </a:t>
            </a:r>
            <a:r>
              <a:rPr sz="2400" spc="-10" dirty="0">
                <a:latin typeface="Calibri"/>
                <a:cs typeface="Calibri"/>
              </a:rPr>
              <a:t>triển</a:t>
            </a:r>
            <a:endParaRPr sz="2400">
              <a:latin typeface="Calibri"/>
              <a:cs typeface="Calibri"/>
            </a:endParaRPr>
          </a:p>
          <a:p>
            <a:pPr marL="3022600">
              <a:lnSpc>
                <a:spcPct val="100000"/>
              </a:lnSpc>
              <a:spcBef>
                <a:spcPts val="575"/>
              </a:spcBef>
            </a:pPr>
            <a:r>
              <a:rPr sz="2400" dirty="0">
                <a:latin typeface="Calibri"/>
                <a:cs typeface="Calibri"/>
              </a:rPr>
              <a:t>(x</a:t>
            </a:r>
            <a:r>
              <a:rPr sz="2400" spc="-20" dirty="0">
                <a:latin typeface="Calibri"/>
                <a:cs typeface="Calibri"/>
              </a:rPr>
              <a:t> </a:t>
            </a:r>
            <a:r>
              <a:rPr sz="2400" dirty="0">
                <a:latin typeface="Calibri"/>
                <a:cs typeface="Calibri"/>
              </a:rPr>
              <a:t>+</a:t>
            </a:r>
            <a:r>
              <a:rPr sz="2400" spc="-15" dirty="0">
                <a:latin typeface="Calibri"/>
                <a:cs typeface="Calibri"/>
              </a:rPr>
              <a:t> </a:t>
            </a:r>
            <a:r>
              <a:rPr sz="2400" dirty="0">
                <a:latin typeface="Calibri"/>
                <a:cs typeface="Calibri"/>
              </a:rPr>
              <a:t>2y</a:t>
            </a:r>
            <a:r>
              <a:rPr sz="2400" spc="-5" dirty="0">
                <a:latin typeface="Calibri"/>
                <a:cs typeface="Calibri"/>
              </a:rPr>
              <a:t> </a:t>
            </a:r>
            <a:r>
              <a:rPr sz="2400" dirty="0">
                <a:latin typeface="Calibri"/>
                <a:cs typeface="Calibri"/>
              </a:rPr>
              <a:t>+</a:t>
            </a:r>
            <a:r>
              <a:rPr sz="2400" spc="-15" dirty="0">
                <a:latin typeface="Calibri"/>
                <a:cs typeface="Calibri"/>
              </a:rPr>
              <a:t> </a:t>
            </a:r>
            <a:r>
              <a:rPr sz="2400" dirty="0">
                <a:latin typeface="Calibri"/>
                <a:cs typeface="Calibri"/>
              </a:rPr>
              <a:t>3z</a:t>
            </a:r>
            <a:r>
              <a:rPr sz="2400" spc="-15" dirty="0">
                <a:latin typeface="Calibri"/>
                <a:cs typeface="Calibri"/>
              </a:rPr>
              <a:t> </a:t>
            </a:r>
            <a:r>
              <a:rPr sz="2400" dirty="0">
                <a:latin typeface="Calibri"/>
                <a:cs typeface="Calibri"/>
              </a:rPr>
              <a:t>+</a:t>
            </a:r>
            <a:r>
              <a:rPr sz="2400" spc="-10" dirty="0">
                <a:latin typeface="Calibri"/>
                <a:cs typeface="Calibri"/>
              </a:rPr>
              <a:t> </a:t>
            </a:r>
            <a:r>
              <a:rPr sz="2400" dirty="0">
                <a:latin typeface="Calibri"/>
                <a:cs typeface="Calibri"/>
              </a:rPr>
              <a:t>t</a:t>
            </a:r>
            <a:r>
              <a:rPr sz="2400" spc="-25" dirty="0">
                <a:latin typeface="Calibri"/>
                <a:cs typeface="Calibri"/>
              </a:rPr>
              <a:t> </a:t>
            </a:r>
            <a:r>
              <a:rPr sz="2400" dirty="0">
                <a:latin typeface="Calibri"/>
                <a:cs typeface="Calibri"/>
              </a:rPr>
              <a:t>+ </a:t>
            </a:r>
            <a:r>
              <a:rPr sz="2400" spc="-25" dirty="0">
                <a:latin typeface="Calibri"/>
                <a:cs typeface="Calibri"/>
              </a:rPr>
              <a:t>v)</a:t>
            </a:r>
            <a:r>
              <a:rPr sz="2400" spc="-37" baseline="24305" dirty="0">
                <a:latin typeface="Calibri"/>
                <a:cs typeface="Calibri"/>
              </a:rPr>
              <a:t>7</a:t>
            </a:r>
            <a:endParaRPr sz="2400" baseline="24305">
              <a:latin typeface="Calibri"/>
              <a:cs typeface="Calibri"/>
            </a:endParaRPr>
          </a:p>
          <a:p>
            <a:pPr marL="76200">
              <a:lnSpc>
                <a:spcPct val="100000"/>
              </a:lnSpc>
              <a:spcBef>
                <a:spcPts val="730"/>
              </a:spcBef>
            </a:pPr>
            <a:r>
              <a:rPr sz="2400" dirty="0">
                <a:latin typeface="Calibri"/>
                <a:cs typeface="Calibri"/>
              </a:rPr>
              <a:t>HD</a:t>
            </a:r>
            <a:r>
              <a:rPr sz="2400" spc="-25" dirty="0">
                <a:latin typeface="Calibri"/>
                <a:cs typeface="Calibri"/>
              </a:rPr>
              <a:t> </a:t>
            </a:r>
            <a:r>
              <a:rPr sz="2400" dirty="0">
                <a:latin typeface="Calibri"/>
                <a:cs typeface="Calibri"/>
              </a:rPr>
              <a:t>:</a:t>
            </a:r>
            <a:r>
              <a:rPr sz="2400" spc="-30" dirty="0">
                <a:latin typeface="Calibri"/>
                <a:cs typeface="Calibri"/>
              </a:rPr>
              <a:t> </a:t>
            </a:r>
            <a:r>
              <a:rPr sz="2400" dirty="0">
                <a:latin typeface="Calibri"/>
                <a:cs typeface="Calibri"/>
              </a:rPr>
              <a:t>các</a:t>
            </a:r>
            <a:r>
              <a:rPr sz="2400" spc="-35" dirty="0">
                <a:latin typeface="Calibri"/>
                <a:cs typeface="Calibri"/>
              </a:rPr>
              <a:t> </a:t>
            </a:r>
            <a:r>
              <a:rPr sz="2400" dirty="0">
                <a:latin typeface="Calibri"/>
                <a:cs typeface="Calibri"/>
              </a:rPr>
              <a:t>số</a:t>
            </a:r>
            <a:r>
              <a:rPr sz="2400" spc="-30" dirty="0">
                <a:latin typeface="Calibri"/>
                <a:cs typeface="Calibri"/>
              </a:rPr>
              <a:t> </a:t>
            </a:r>
            <a:r>
              <a:rPr sz="2400" dirty="0">
                <a:latin typeface="Calibri"/>
                <a:cs typeface="Calibri"/>
              </a:rPr>
              <a:t>hạng</a:t>
            </a:r>
            <a:r>
              <a:rPr sz="2400" spc="-20" dirty="0">
                <a:latin typeface="Calibri"/>
                <a:cs typeface="Calibri"/>
              </a:rPr>
              <a:t> </a:t>
            </a:r>
            <a:r>
              <a:rPr sz="2400" dirty="0">
                <a:latin typeface="Calibri"/>
                <a:cs typeface="Calibri"/>
              </a:rPr>
              <a:t>có</a:t>
            </a:r>
            <a:r>
              <a:rPr sz="2400" spc="-30" dirty="0">
                <a:latin typeface="Calibri"/>
                <a:cs typeface="Calibri"/>
              </a:rPr>
              <a:t> </a:t>
            </a:r>
            <a:r>
              <a:rPr sz="2400" dirty="0">
                <a:latin typeface="Calibri"/>
                <a:cs typeface="Calibri"/>
              </a:rPr>
              <a:t>dạng</a:t>
            </a:r>
            <a:r>
              <a:rPr sz="2400" spc="-20" dirty="0">
                <a:latin typeface="Calibri"/>
                <a:cs typeface="Calibri"/>
              </a:rPr>
              <a:t> </a:t>
            </a:r>
            <a:r>
              <a:rPr sz="3200" dirty="0">
                <a:latin typeface="Calibri"/>
                <a:cs typeface="Calibri"/>
              </a:rPr>
              <a:t>x</a:t>
            </a:r>
            <a:r>
              <a:rPr sz="3150" baseline="25132" dirty="0">
                <a:latin typeface="Calibri"/>
                <a:cs typeface="Calibri"/>
              </a:rPr>
              <a:t>a</a:t>
            </a:r>
            <a:r>
              <a:rPr sz="3150" spc="-15" baseline="25132" dirty="0">
                <a:latin typeface="Calibri"/>
                <a:cs typeface="Calibri"/>
              </a:rPr>
              <a:t> </a:t>
            </a:r>
            <a:r>
              <a:rPr sz="3200" dirty="0">
                <a:latin typeface="Calibri"/>
                <a:cs typeface="Calibri"/>
              </a:rPr>
              <a:t>y</a:t>
            </a:r>
            <a:r>
              <a:rPr sz="3150" baseline="25132" dirty="0">
                <a:latin typeface="Calibri"/>
                <a:cs typeface="Calibri"/>
              </a:rPr>
              <a:t>b</a:t>
            </a:r>
            <a:r>
              <a:rPr sz="3150" spc="-7" baseline="25132" dirty="0">
                <a:latin typeface="Calibri"/>
                <a:cs typeface="Calibri"/>
              </a:rPr>
              <a:t> </a:t>
            </a:r>
            <a:r>
              <a:rPr sz="3200" dirty="0">
                <a:latin typeface="Calibri"/>
                <a:cs typeface="Calibri"/>
              </a:rPr>
              <a:t>z</a:t>
            </a:r>
            <a:r>
              <a:rPr sz="3150" baseline="25132" dirty="0">
                <a:latin typeface="Calibri"/>
                <a:cs typeface="Calibri"/>
              </a:rPr>
              <a:t>c</a:t>
            </a:r>
            <a:r>
              <a:rPr sz="3150" spc="-7" baseline="25132" dirty="0">
                <a:latin typeface="Calibri"/>
                <a:cs typeface="Calibri"/>
              </a:rPr>
              <a:t> </a:t>
            </a:r>
            <a:r>
              <a:rPr sz="3200" dirty="0">
                <a:latin typeface="Calibri"/>
                <a:cs typeface="Calibri"/>
              </a:rPr>
              <a:t>t</a:t>
            </a:r>
            <a:r>
              <a:rPr sz="3150" baseline="25132" dirty="0">
                <a:latin typeface="Calibri"/>
                <a:cs typeface="Calibri"/>
              </a:rPr>
              <a:t>d </a:t>
            </a:r>
            <a:r>
              <a:rPr sz="3200" dirty="0">
                <a:latin typeface="Calibri"/>
                <a:cs typeface="Calibri"/>
              </a:rPr>
              <a:t>v</a:t>
            </a:r>
            <a:r>
              <a:rPr sz="3150" baseline="25132" dirty="0">
                <a:latin typeface="Calibri"/>
                <a:cs typeface="Calibri"/>
              </a:rPr>
              <a:t>e</a:t>
            </a:r>
            <a:r>
              <a:rPr sz="3150" spc="330" baseline="25132" dirty="0">
                <a:latin typeface="Calibri"/>
                <a:cs typeface="Calibri"/>
              </a:rPr>
              <a:t> </a:t>
            </a:r>
            <a:r>
              <a:rPr sz="2400" dirty="0">
                <a:latin typeface="Calibri"/>
                <a:cs typeface="Calibri"/>
              </a:rPr>
              <a:t>.</a:t>
            </a:r>
            <a:r>
              <a:rPr sz="2400" spc="-25" dirty="0">
                <a:latin typeface="Calibri"/>
                <a:cs typeface="Calibri"/>
              </a:rPr>
              <a:t> </a:t>
            </a:r>
            <a:r>
              <a:rPr sz="2400" dirty="0">
                <a:latin typeface="Calibri"/>
                <a:cs typeface="Calibri"/>
              </a:rPr>
              <a:t>(Đáp</a:t>
            </a:r>
            <a:r>
              <a:rPr sz="2400" spc="-35" dirty="0">
                <a:latin typeface="Calibri"/>
                <a:cs typeface="Calibri"/>
              </a:rPr>
              <a:t> </a:t>
            </a:r>
            <a:r>
              <a:rPr sz="2400" dirty="0">
                <a:latin typeface="Calibri"/>
                <a:cs typeface="Calibri"/>
              </a:rPr>
              <a:t>số:</a:t>
            </a:r>
            <a:r>
              <a:rPr sz="2400" spc="-30" dirty="0">
                <a:latin typeface="Calibri"/>
                <a:cs typeface="Calibri"/>
              </a:rPr>
              <a:t> </a:t>
            </a:r>
            <a:r>
              <a:rPr sz="2400" spc="-20" dirty="0">
                <a:latin typeface="Calibri"/>
                <a:cs typeface="Calibri"/>
              </a:rPr>
              <a:t>330)</a:t>
            </a:r>
            <a:endParaRPr sz="2400">
              <a:latin typeface="Calibri"/>
              <a:cs typeface="Calibri"/>
            </a:endParaRP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20040" y="138215"/>
            <a:ext cx="8399145" cy="3928745"/>
          </a:xfrm>
          <a:prstGeom prst="rect">
            <a:avLst/>
          </a:prstGeom>
        </p:spPr>
        <p:txBody>
          <a:bodyPr vert="horz" wrap="square" lIns="0" tIns="110489" rIns="0" bIns="0" rtlCol="0">
            <a:spAutoFit/>
          </a:bodyPr>
          <a:lstStyle/>
          <a:p>
            <a:pPr marL="76200">
              <a:lnSpc>
                <a:spcPct val="100000"/>
              </a:lnSpc>
              <a:spcBef>
                <a:spcPts val="869"/>
              </a:spcBef>
            </a:pPr>
            <a:r>
              <a:rPr sz="3200" b="1" dirty="0">
                <a:latin typeface="Calibri"/>
                <a:cs typeface="Calibri"/>
              </a:rPr>
              <a:t>2.4.3</a:t>
            </a:r>
            <a:r>
              <a:rPr sz="3200" b="1" spc="-15" dirty="0">
                <a:latin typeface="Calibri"/>
                <a:cs typeface="Calibri"/>
              </a:rPr>
              <a:t> </a:t>
            </a:r>
            <a:r>
              <a:rPr sz="3200" b="1" dirty="0">
                <a:latin typeface="Calibri"/>
                <a:cs typeface="Calibri"/>
              </a:rPr>
              <a:t>Định</a:t>
            </a:r>
            <a:r>
              <a:rPr sz="3200" b="1" spc="-15" dirty="0">
                <a:latin typeface="Calibri"/>
                <a:cs typeface="Calibri"/>
              </a:rPr>
              <a:t> </a:t>
            </a:r>
            <a:r>
              <a:rPr sz="3200" b="1" spc="-10" dirty="0">
                <a:latin typeface="Calibri"/>
                <a:cs typeface="Calibri"/>
              </a:rPr>
              <a:t>nghĩa:</a:t>
            </a:r>
            <a:endParaRPr sz="3200">
              <a:latin typeface="Calibri"/>
              <a:cs typeface="Calibri"/>
            </a:endParaRPr>
          </a:p>
          <a:p>
            <a:pPr marL="76200" marR="55880">
              <a:lnSpc>
                <a:spcPct val="100000"/>
              </a:lnSpc>
              <a:spcBef>
                <a:spcPts val="770"/>
              </a:spcBef>
            </a:pPr>
            <a:r>
              <a:rPr sz="3200" dirty="0">
                <a:latin typeface="Calibri"/>
                <a:cs typeface="Calibri"/>
              </a:rPr>
              <a:t>Cho</a:t>
            </a:r>
            <a:r>
              <a:rPr sz="3200" spc="-40" dirty="0">
                <a:latin typeface="Calibri"/>
                <a:cs typeface="Calibri"/>
              </a:rPr>
              <a:t> </a:t>
            </a:r>
            <a:r>
              <a:rPr sz="3200" dirty="0">
                <a:latin typeface="Calibri"/>
                <a:cs typeface="Calibri"/>
              </a:rPr>
              <a:t>a</a:t>
            </a:r>
            <a:r>
              <a:rPr sz="3200" spc="-20" dirty="0">
                <a:latin typeface="Calibri"/>
                <a:cs typeface="Calibri"/>
              </a:rPr>
              <a:t> </a:t>
            </a:r>
            <a:r>
              <a:rPr sz="3200" dirty="0">
                <a:latin typeface="Calibri"/>
                <a:cs typeface="Calibri"/>
              </a:rPr>
              <a:t>=</a:t>
            </a:r>
            <a:r>
              <a:rPr sz="3200" spc="-35" dirty="0">
                <a:latin typeface="Calibri"/>
                <a:cs typeface="Calibri"/>
              </a:rPr>
              <a:t> </a:t>
            </a:r>
            <a:r>
              <a:rPr sz="3200" dirty="0">
                <a:latin typeface="Calibri"/>
                <a:cs typeface="Calibri"/>
              </a:rPr>
              <a:t>s</a:t>
            </a:r>
            <a:r>
              <a:rPr sz="3150" baseline="-21164" dirty="0">
                <a:latin typeface="Calibri"/>
                <a:cs typeface="Calibri"/>
              </a:rPr>
              <a:t>1</a:t>
            </a:r>
            <a:r>
              <a:rPr sz="3200" dirty="0">
                <a:latin typeface="Calibri"/>
                <a:cs typeface="Calibri"/>
              </a:rPr>
              <a:t>s</a:t>
            </a:r>
            <a:r>
              <a:rPr sz="3150" baseline="-21164" dirty="0">
                <a:latin typeface="Calibri"/>
                <a:cs typeface="Calibri"/>
              </a:rPr>
              <a:t>2</a:t>
            </a:r>
            <a:r>
              <a:rPr sz="3200" dirty="0">
                <a:latin typeface="Calibri"/>
                <a:cs typeface="Calibri"/>
              </a:rPr>
              <a:t>.</a:t>
            </a:r>
            <a:r>
              <a:rPr sz="3200" spc="-20"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.s</a:t>
            </a:r>
            <a:r>
              <a:rPr sz="3150" baseline="-21164" dirty="0">
                <a:latin typeface="Calibri"/>
                <a:cs typeface="Calibri"/>
              </a:rPr>
              <a:t>p</a:t>
            </a:r>
            <a:r>
              <a:rPr sz="3150" spc="337" baseline="-21164" dirty="0">
                <a:latin typeface="Calibri"/>
                <a:cs typeface="Calibri"/>
              </a:rPr>
              <a:t> </a:t>
            </a:r>
            <a:r>
              <a:rPr sz="3200" dirty="0">
                <a:latin typeface="Calibri"/>
                <a:cs typeface="Calibri"/>
              </a:rPr>
              <a:t>và</a:t>
            </a:r>
            <a:r>
              <a:rPr sz="3200" spc="-30" dirty="0">
                <a:latin typeface="Calibri"/>
                <a:cs typeface="Calibri"/>
              </a:rPr>
              <a:t> </a:t>
            </a:r>
            <a:r>
              <a:rPr sz="3200" dirty="0">
                <a:latin typeface="Calibri"/>
                <a:cs typeface="Calibri"/>
              </a:rPr>
              <a:t>b</a:t>
            </a:r>
            <a:r>
              <a:rPr sz="3200" spc="-35"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t</a:t>
            </a:r>
            <a:r>
              <a:rPr sz="3150" baseline="-21164" dirty="0">
                <a:latin typeface="Calibri"/>
                <a:cs typeface="Calibri"/>
              </a:rPr>
              <a:t>1</a:t>
            </a:r>
            <a:r>
              <a:rPr sz="3200" dirty="0">
                <a:latin typeface="Calibri"/>
                <a:cs typeface="Calibri"/>
              </a:rPr>
              <a:t>t</a:t>
            </a:r>
            <a:r>
              <a:rPr sz="3150" baseline="-21164" dirty="0">
                <a:latin typeface="Calibri"/>
                <a:cs typeface="Calibri"/>
              </a:rPr>
              <a:t>2</a:t>
            </a:r>
            <a:r>
              <a:rPr sz="3200" dirty="0">
                <a:latin typeface="Calibri"/>
                <a:cs typeface="Calibri"/>
              </a:rPr>
              <a:t>.</a:t>
            </a:r>
            <a:r>
              <a:rPr sz="3200" spc="-15" dirty="0">
                <a:latin typeface="Calibri"/>
                <a:cs typeface="Calibri"/>
              </a:rPr>
              <a:t> </a:t>
            </a:r>
            <a:r>
              <a:rPr sz="3200" dirty="0">
                <a:latin typeface="Calibri"/>
                <a:cs typeface="Calibri"/>
              </a:rPr>
              <a:t>.</a:t>
            </a:r>
            <a:r>
              <a:rPr sz="3200" spc="-35" dirty="0">
                <a:latin typeface="Calibri"/>
                <a:cs typeface="Calibri"/>
              </a:rPr>
              <a:t> </a:t>
            </a:r>
            <a:r>
              <a:rPr sz="3200" dirty="0">
                <a:latin typeface="Calibri"/>
                <a:cs typeface="Calibri"/>
              </a:rPr>
              <a:t>.t</a:t>
            </a:r>
            <a:r>
              <a:rPr sz="3150" baseline="-21164" dirty="0">
                <a:latin typeface="Calibri"/>
                <a:cs typeface="Calibri"/>
              </a:rPr>
              <a:t>q</a:t>
            </a:r>
            <a:r>
              <a:rPr sz="3150" spc="359" baseline="-21164" dirty="0">
                <a:latin typeface="Calibri"/>
                <a:cs typeface="Calibri"/>
              </a:rPr>
              <a:t> </a:t>
            </a:r>
            <a:r>
              <a:rPr sz="3200" dirty="0">
                <a:latin typeface="Calibri"/>
                <a:cs typeface="Calibri"/>
              </a:rPr>
              <a:t>là</a:t>
            </a:r>
            <a:r>
              <a:rPr sz="3200" spc="-30" dirty="0">
                <a:latin typeface="Calibri"/>
                <a:cs typeface="Calibri"/>
              </a:rPr>
              <a:t> </a:t>
            </a:r>
            <a:r>
              <a:rPr sz="3200" dirty="0">
                <a:latin typeface="Calibri"/>
                <a:cs typeface="Calibri"/>
              </a:rPr>
              <a:t>hai</a:t>
            </a:r>
            <a:r>
              <a:rPr sz="3200" spc="-20" dirty="0">
                <a:latin typeface="Calibri"/>
                <a:cs typeface="Calibri"/>
              </a:rPr>
              <a:t> </a:t>
            </a:r>
            <a:r>
              <a:rPr sz="3200" dirty="0">
                <a:latin typeface="Calibri"/>
                <a:cs typeface="Calibri"/>
              </a:rPr>
              <a:t>chuỗi</a:t>
            </a:r>
            <a:r>
              <a:rPr sz="3200" spc="-30" dirty="0">
                <a:latin typeface="Calibri"/>
                <a:cs typeface="Calibri"/>
              </a:rPr>
              <a:t> </a:t>
            </a:r>
            <a:r>
              <a:rPr sz="3200" dirty="0">
                <a:latin typeface="Calibri"/>
                <a:cs typeface="Calibri"/>
              </a:rPr>
              <a:t>có</a:t>
            </a:r>
            <a:r>
              <a:rPr sz="3200" spc="-50" dirty="0">
                <a:latin typeface="Calibri"/>
                <a:cs typeface="Calibri"/>
              </a:rPr>
              <a:t> </a:t>
            </a:r>
            <a:r>
              <a:rPr sz="3200" spc="-25" dirty="0">
                <a:latin typeface="Calibri"/>
                <a:cs typeface="Calibri"/>
              </a:rPr>
              <a:t>các </a:t>
            </a:r>
            <a:r>
              <a:rPr sz="3200" dirty="0">
                <a:latin typeface="Calibri"/>
                <a:cs typeface="Calibri"/>
              </a:rPr>
              <a:t>ký</a:t>
            </a:r>
            <a:r>
              <a:rPr sz="3200" spc="-35" dirty="0">
                <a:latin typeface="Calibri"/>
                <a:cs typeface="Calibri"/>
              </a:rPr>
              <a:t> </a:t>
            </a:r>
            <a:r>
              <a:rPr sz="3200" dirty="0">
                <a:latin typeface="Calibri"/>
                <a:cs typeface="Calibri"/>
              </a:rPr>
              <a:t>tự</a:t>
            </a:r>
            <a:r>
              <a:rPr sz="3200" spc="-35" dirty="0">
                <a:latin typeface="Calibri"/>
                <a:cs typeface="Calibri"/>
              </a:rPr>
              <a:t> </a:t>
            </a:r>
            <a:r>
              <a:rPr sz="3200" dirty="0">
                <a:latin typeface="Calibri"/>
                <a:cs typeface="Calibri"/>
              </a:rPr>
              <a:t>s</a:t>
            </a:r>
            <a:r>
              <a:rPr sz="3150" baseline="-21164" dirty="0">
                <a:latin typeface="Calibri"/>
                <a:cs typeface="Calibri"/>
              </a:rPr>
              <a:t>i</a:t>
            </a:r>
            <a:r>
              <a:rPr sz="3150" spc="330" baseline="-21164" dirty="0">
                <a:latin typeface="Calibri"/>
                <a:cs typeface="Calibri"/>
              </a:rPr>
              <a:t> </a:t>
            </a:r>
            <a:r>
              <a:rPr sz="3200" dirty="0">
                <a:latin typeface="Calibri"/>
                <a:cs typeface="Calibri"/>
              </a:rPr>
              <a:t>và</a:t>
            </a:r>
            <a:r>
              <a:rPr sz="3200" spc="-30" dirty="0">
                <a:latin typeface="Calibri"/>
                <a:cs typeface="Calibri"/>
              </a:rPr>
              <a:t> </a:t>
            </a:r>
            <a:r>
              <a:rPr sz="3200" dirty="0">
                <a:latin typeface="Calibri"/>
                <a:cs typeface="Calibri"/>
              </a:rPr>
              <a:t>t</a:t>
            </a:r>
            <a:r>
              <a:rPr sz="3150" baseline="-21164" dirty="0">
                <a:latin typeface="Calibri"/>
                <a:cs typeface="Calibri"/>
              </a:rPr>
              <a:t>i</a:t>
            </a:r>
            <a:r>
              <a:rPr sz="3150" spc="330" baseline="-21164" dirty="0">
                <a:latin typeface="Calibri"/>
                <a:cs typeface="Calibri"/>
              </a:rPr>
              <a:t> </a:t>
            </a:r>
            <a:r>
              <a:rPr sz="3200" dirty="0">
                <a:latin typeface="Calibri"/>
                <a:cs typeface="Calibri"/>
              </a:rPr>
              <a:t>thuộc</a:t>
            </a:r>
            <a:r>
              <a:rPr sz="3200" spc="-35" dirty="0">
                <a:latin typeface="Calibri"/>
                <a:cs typeface="Calibri"/>
              </a:rPr>
              <a:t> </a:t>
            </a:r>
            <a:r>
              <a:rPr sz="3200" dirty="0">
                <a:latin typeface="Calibri"/>
                <a:cs typeface="Calibri"/>
              </a:rPr>
              <a:t>{1,</a:t>
            </a:r>
            <a:r>
              <a:rPr sz="3200" spc="-30" dirty="0">
                <a:latin typeface="Calibri"/>
                <a:cs typeface="Calibri"/>
              </a:rPr>
              <a:t> </a:t>
            </a:r>
            <a:r>
              <a:rPr sz="3200" dirty="0">
                <a:latin typeface="Calibri"/>
                <a:cs typeface="Calibri"/>
              </a:rPr>
              <a:t>2,</a:t>
            </a:r>
            <a:r>
              <a:rPr sz="3200" spc="-30"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a:t>
            </a:r>
            <a:r>
              <a:rPr sz="3200" spc="-40"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n}.</a:t>
            </a:r>
            <a:r>
              <a:rPr sz="3200" spc="-25" dirty="0">
                <a:latin typeface="Calibri"/>
                <a:cs typeface="Calibri"/>
              </a:rPr>
              <a:t> </a:t>
            </a:r>
            <a:r>
              <a:rPr sz="3200" spc="-105" dirty="0">
                <a:latin typeface="Calibri"/>
                <a:cs typeface="Calibri"/>
              </a:rPr>
              <a:t>Ta</a:t>
            </a:r>
            <a:r>
              <a:rPr sz="3200" spc="-30" dirty="0">
                <a:latin typeface="Calibri"/>
                <a:cs typeface="Calibri"/>
              </a:rPr>
              <a:t> </a:t>
            </a:r>
            <a:r>
              <a:rPr sz="3200" dirty="0">
                <a:latin typeface="Calibri"/>
                <a:cs typeface="Calibri"/>
              </a:rPr>
              <a:t>nói</a:t>
            </a:r>
            <a:r>
              <a:rPr sz="3200" spc="-35" dirty="0">
                <a:latin typeface="Calibri"/>
                <a:cs typeface="Calibri"/>
              </a:rPr>
              <a:t> </a:t>
            </a:r>
            <a:r>
              <a:rPr sz="3200" dirty="0">
                <a:latin typeface="Calibri"/>
                <a:cs typeface="Calibri"/>
              </a:rPr>
              <a:t>a</a:t>
            </a:r>
            <a:r>
              <a:rPr sz="3200" spc="-35" dirty="0">
                <a:latin typeface="Calibri"/>
                <a:cs typeface="Calibri"/>
              </a:rPr>
              <a:t> </a:t>
            </a:r>
            <a:r>
              <a:rPr sz="3200" dirty="0">
                <a:latin typeface="Calibri"/>
                <a:cs typeface="Calibri"/>
              </a:rPr>
              <a:t>nhỏ</a:t>
            </a:r>
            <a:r>
              <a:rPr sz="3200" spc="-20" dirty="0">
                <a:latin typeface="Calibri"/>
                <a:cs typeface="Calibri"/>
              </a:rPr>
              <a:t> </a:t>
            </a:r>
            <a:r>
              <a:rPr sz="3200" spc="-25" dirty="0">
                <a:latin typeface="Calibri"/>
                <a:cs typeface="Calibri"/>
              </a:rPr>
              <a:t>hơn</a:t>
            </a:r>
            <a:endParaRPr sz="3200">
              <a:latin typeface="Calibri"/>
              <a:cs typeface="Calibri"/>
            </a:endParaRPr>
          </a:p>
          <a:p>
            <a:pPr marL="76200">
              <a:lnSpc>
                <a:spcPct val="100000"/>
              </a:lnSpc>
              <a:spcBef>
                <a:spcPts val="5"/>
              </a:spcBef>
            </a:pPr>
            <a:r>
              <a:rPr sz="3200" dirty="0">
                <a:latin typeface="Calibri"/>
                <a:cs typeface="Calibri"/>
              </a:rPr>
              <a:t>b,</a:t>
            </a:r>
            <a:r>
              <a:rPr sz="3200" spc="-30" dirty="0">
                <a:latin typeface="Calibri"/>
                <a:cs typeface="Calibri"/>
              </a:rPr>
              <a:t> </a:t>
            </a:r>
            <a:r>
              <a:rPr sz="3200" dirty="0">
                <a:latin typeface="Calibri"/>
                <a:cs typeface="Calibri"/>
              </a:rPr>
              <a:t>ký</a:t>
            </a:r>
            <a:r>
              <a:rPr sz="3200" spc="-25" dirty="0">
                <a:latin typeface="Calibri"/>
                <a:cs typeface="Calibri"/>
              </a:rPr>
              <a:t> </a:t>
            </a:r>
            <a:r>
              <a:rPr sz="3200" dirty="0">
                <a:latin typeface="Calibri"/>
                <a:cs typeface="Calibri"/>
              </a:rPr>
              <a:t>hiệu</a:t>
            </a:r>
            <a:r>
              <a:rPr sz="3200" spc="-30" dirty="0">
                <a:latin typeface="Calibri"/>
                <a:cs typeface="Calibri"/>
              </a:rPr>
              <a:t> </a:t>
            </a:r>
            <a:r>
              <a:rPr sz="3200" dirty="0">
                <a:latin typeface="Calibri"/>
                <a:cs typeface="Calibri"/>
              </a:rPr>
              <a:t>a</a:t>
            </a:r>
            <a:r>
              <a:rPr sz="3200" spc="-25" dirty="0">
                <a:latin typeface="Calibri"/>
                <a:cs typeface="Calibri"/>
              </a:rPr>
              <a:t> </a:t>
            </a:r>
            <a:r>
              <a:rPr sz="3200" dirty="0">
                <a:latin typeface="Calibri"/>
                <a:cs typeface="Calibri"/>
              </a:rPr>
              <a:t>&lt;</a:t>
            </a:r>
            <a:r>
              <a:rPr sz="3200" spc="-15" dirty="0">
                <a:latin typeface="Calibri"/>
                <a:cs typeface="Calibri"/>
              </a:rPr>
              <a:t> </a:t>
            </a:r>
            <a:r>
              <a:rPr sz="3200" dirty="0">
                <a:latin typeface="Calibri"/>
                <a:cs typeface="Calibri"/>
              </a:rPr>
              <a:t>b,</a:t>
            </a:r>
            <a:r>
              <a:rPr sz="3200" spc="-25" dirty="0">
                <a:latin typeface="Calibri"/>
                <a:cs typeface="Calibri"/>
              </a:rPr>
              <a:t> nếu</a:t>
            </a:r>
            <a:endParaRPr sz="3200">
              <a:latin typeface="Calibri"/>
              <a:cs typeface="Calibri"/>
            </a:endParaRPr>
          </a:p>
          <a:p>
            <a:pPr marL="76200" marR="3195320" indent="962025">
              <a:lnSpc>
                <a:spcPct val="120000"/>
              </a:lnSpc>
              <a:buAutoNum type="alphaLcParenR"/>
              <a:tabLst>
                <a:tab pos="1038225" algn="l"/>
                <a:tab pos="3404870" algn="l"/>
              </a:tabLst>
            </a:pPr>
            <a:r>
              <a:rPr sz="3200" dirty="0">
                <a:latin typeface="Calibri"/>
                <a:cs typeface="Calibri"/>
              </a:rPr>
              <a:t>p</a:t>
            </a:r>
            <a:r>
              <a:rPr sz="3200" spc="-25" dirty="0">
                <a:latin typeface="Calibri"/>
                <a:cs typeface="Calibri"/>
              </a:rPr>
              <a:t> </a:t>
            </a:r>
            <a:r>
              <a:rPr sz="3200" dirty="0">
                <a:latin typeface="Calibri"/>
                <a:cs typeface="Calibri"/>
              </a:rPr>
              <a:t>&lt;</a:t>
            </a:r>
            <a:r>
              <a:rPr sz="3200" spc="-15" dirty="0">
                <a:latin typeface="Calibri"/>
                <a:cs typeface="Calibri"/>
              </a:rPr>
              <a:t> </a:t>
            </a:r>
            <a:r>
              <a:rPr sz="3200" dirty="0">
                <a:latin typeface="Calibri"/>
                <a:cs typeface="Calibri"/>
              </a:rPr>
              <a:t>q</a:t>
            </a:r>
            <a:r>
              <a:rPr sz="3200" spc="-25" dirty="0">
                <a:latin typeface="Calibri"/>
                <a:cs typeface="Calibri"/>
              </a:rPr>
              <a:t> </a:t>
            </a:r>
            <a:r>
              <a:rPr sz="3200" dirty="0">
                <a:latin typeface="Calibri"/>
                <a:cs typeface="Calibri"/>
              </a:rPr>
              <a:t>và</a:t>
            </a:r>
            <a:r>
              <a:rPr sz="3200" spc="-20" dirty="0">
                <a:latin typeface="Calibri"/>
                <a:cs typeface="Calibri"/>
              </a:rPr>
              <a:t> </a:t>
            </a:r>
            <a:r>
              <a:rPr sz="3200" dirty="0">
                <a:latin typeface="Calibri"/>
                <a:cs typeface="Calibri"/>
              </a:rPr>
              <a:t>s</a:t>
            </a:r>
            <a:r>
              <a:rPr sz="3150" baseline="-21164" dirty="0">
                <a:latin typeface="Calibri"/>
                <a:cs typeface="Calibri"/>
              </a:rPr>
              <a:t>i</a:t>
            </a:r>
            <a:r>
              <a:rPr sz="3150" spc="337" baseline="-21164" dirty="0">
                <a:latin typeface="Calibri"/>
                <a:cs typeface="Calibri"/>
              </a:rPr>
              <a:t> </a:t>
            </a:r>
            <a:r>
              <a:rPr sz="3200" dirty="0">
                <a:latin typeface="Calibri"/>
                <a:cs typeface="Calibri"/>
              </a:rPr>
              <a:t>=</a:t>
            </a:r>
            <a:r>
              <a:rPr sz="3200" spc="-20" dirty="0">
                <a:latin typeface="Calibri"/>
                <a:cs typeface="Calibri"/>
              </a:rPr>
              <a:t> </a:t>
            </a:r>
            <a:r>
              <a:rPr sz="3200" spc="-25" dirty="0">
                <a:latin typeface="Calibri"/>
                <a:cs typeface="Calibri"/>
              </a:rPr>
              <a:t>t</a:t>
            </a:r>
            <a:r>
              <a:rPr sz="3150" spc="-37" baseline="-21164" dirty="0">
                <a:latin typeface="Calibri"/>
                <a:cs typeface="Calibri"/>
              </a:rPr>
              <a:t>i</a:t>
            </a:r>
            <a:r>
              <a:rPr sz="3150" baseline="-21164"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i=1,</a:t>
            </a:r>
            <a:r>
              <a:rPr sz="3200" spc="-15"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a:t>
            </a:r>
            <a:r>
              <a:rPr sz="3200" spc="-5" dirty="0">
                <a:latin typeface="Calibri"/>
                <a:cs typeface="Calibri"/>
              </a:rPr>
              <a:t> </a:t>
            </a:r>
            <a:r>
              <a:rPr sz="3200" spc="-50" dirty="0">
                <a:latin typeface="Calibri"/>
                <a:cs typeface="Calibri"/>
              </a:rPr>
              <a:t>p </a:t>
            </a:r>
            <a:r>
              <a:rPr sz="3200" spc="-20" dirty="0">
                <a:latin typeface="Calibri"/>
                <a:cs typeface="Calibri"/>
              </a:rPr>
              <a:t>hoặc</a:t>
            </a:r>
            <a:endParaRPr sz="3200">
              <a:latin typeface="Calibri"/>
              <a:cs typeface="Calibri"/>
            </a:endParaRPr>
          </a:p>
          <a:p>
            <a:pPr marL="1057910" indent="-429895">
              <a:lnSpc>
                <a:spcPct val="100000"/>
              </a:lnSpc>
              <a:spcBef>
                <a:spcPts val="770"/>
              </a:spcBef>
              <a:buAutoNum type="alphaLcParenR"/>
              <a:tabLst>
                <a:tab pos="1057910" algn="l"/>
              </a:tabLst>
            </a:pPr>
            <a:r>
              <a:rPr sz="3200" dirty="0">
                <a:latin typeface="Calibri"/>
                <a:cs typeface="Calibri"/>
              </a:rPr>
              <a:t>có</a:t>
            </a:r>
            <a:r>
              <a:rPr sz="3200" spc="-40" dirty="0">
                <a:latin typeface="Calibri"/>
                <a:cs typeface="Calibri"/>
              </a:rPr>
              <a:t> </a:t>
            </a:r>
            <a:r>
              <a:rPr sz="3200" dirty="0">
                <a:latin typeface="Calibri"/>
                <a:cs typeface="Calibri"/>
              </a:rPr>
              <a:t>i</a:t>
            </a:r>
            <a:r>
              <a:rPr sz="3200" spc="-30" dirty="0">
                <a:latin typeface="Calibri"/>
                <a:cs typeface="Calibri"/>
              </a:rPr>
              <a:t> </a:t>
            </a:r>
            <a:r>
              <a:rPr sz="3200" dirty="0">
                <a:latin typeface="Calibri"/>
                <a:cs typeface="Calibri"/>
              </a:rPr>
              <a:t>là</a:t>
            </a:r>
            <a:r>
              <a:rPr sz="3200" spc="-25" dirty="0">
                <a:latin typeface="Calibri"/>
                <a:cs typeface="Calibri"/>
              </a:rPr>
              <a:t> </a:t>
            </a:r>
            <a:r>
              <a:rPr sz="3200" dirty="0">
                <a:latin typeface="Calibri"/>
                <a:cs typeface="Calibri"/>
              </a:rPr>
              <a:t>chỉ</a:t>
            </a:r>
            <a:r>
              <a:rPr sz="3200" spc="-25" dirty="0">
                <a:latin typeface="Calibri"/>
                <a:cs typeface="Calibri"/>
              </a:rPr>
              <a:t> </a:t>
            </a:r>
            <a:r>
              <a:rPr sz="3200" dirty="0">
                <a:latin typeface="Calibri"/>
                <a:cs typeface="Calibri"/>
              </a:rPr>
              <a:t>số</a:t>
            </a:r>
            <a:r>
              <a:rPr sz="3200" spc="-30" dirty="0">
                <a:latin typeface="Calibri"/>
                <a:cs typeface="Calibri"/>
              </a:rPr>
              <a:t> </a:t>
            </a:r>
            <a:r>
              <a:rPr sz="3200" dirty="0">
                <a:latin typeface="Calibri"/>
                <a:cs typeface="Calibri"/>
              </a:rPr>
              <a:t>nhỏ</a:t>
            </a:r>
            <a:r>
              <a:rPr sz="3200" spc="-10" dirty="0">
                <a:latin typeface="Calibri"/>
                <a:cs typeface="Calibri"/>
              </a:rPr>
              <a:t> </a:t>
            </a:r>
            <a:r>
              <a:rPr sz="3200" dirty="0">
                <a:latin typeface="Calibri"/>
                <a:cs typeface="Calibri"/>
              </a:rPr>
              <a:t>nhất</a:t>
            </a:r>
            <a:r>
              <a:rPr sz="3200" spc="-25" dirty="0">
                <a:latin typeface="Calibri"/>
                <a:cs typeface="Calibri"/>
              </a:rPr>
              <a:t> </a:t>
            </a:r>
            <a:r>
              <a:rPr sz="3200" dirty="0">
                <a:latin typeface="Calibri"/>
                <a:cs typeface="Calibri"/>
              </a:rPr>
              <a:t>sao</a:t>
            </a:r>
            <a:r>
              <a:rPr sz="3200" spc="-20" dirty="0">
                <a:latin typeface="Calibri"/>
                <a:cs typeface="Calibri"/>
              </a:rPr>
              <a:t> </a:t>
            </a:r>
            <a:r>
              <a:rPr sz="3200" dirty="0">
                <a:latin typeface="Calibri"/>
                <a:cs typeface="Calibri"/>
              </a:rPr>
              <a:t>cho</a:t>
            </a:r>
            <a:r>
              <a:rPr sz="3200" spc="-30" dirty="0">
                <a:latin typeface="Calibri"/>
                <a:cs typeface="Calibri"/>
              </a:rPr>
              <a:t> </a:t>
            </a:r>
            <a:r>
              <a:rPr sz="3200" dirty="0">
                <a:latin typeface="Calibri"/>
                <a:cs typeface="Calibri"/>
              </a:rPr>
              <a:t>s</a:t>
            </a:r>
            <a:r>
              <a:rPr sz="3150" baseline="-21164" dirty="0">
                <a:latin typeface="Calibri"/>
                <a:cs typeface="Calibri"/>
              </a:rPr>
              <a:t>i</a:t>
            </a:r>
            <a:r>
              <a:rPr sz="3150" spc="330" baseline="-21164" dirty="0">
                <a:latin typeface="Calibri"/>
                <a:cs typeface="Calibri"/>
              </a:rPr>
              <a:t> </a:t>
            </a:r>
            <a:r>
              <a:rPr sz="3200" dirty="0">
                <a:latin typeface="Calibri"/>
                <a:cs typeface="Calibri"/>
              </a:rPr>
              <a:t>&lt;</a:t>
            </a:r>
            <a:r>
              <a:rPr sz="3200" spc="-25" dirty="0">
                <a:latin typeface="Calibri"/>
                <a:cs typeface="Calibri"/>
              </a:rPr>
              <a:t> t</a:t>
            </a:r>
            <a:r>
              <a:rPr sz="3150" spc="-37" baseline="-21164" dirty="0">
                <a:latin typeface="Calibri"/>
                <a:cs typeface="Calibri"/>
              </a:rPr>
              <a:t>i</a:t>
            </a:r>
            <a:r>
              <a:rPr sz="3200" spc="-25" dirty="0">
                <a:latin typeface="Calibri"/>
                <a:cs typeface="Calibri"/>
              </a:rPr>
              <a:t>.</a:t>
            </a:r>
            <a:endParaRPr sz="3200">
              <a:latin typeface="Calibri"/>
              <a:cs typeface="Calibri"/>
            </a:endParaRP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07340" y="235407"/>
            <a:ext cx="8432165" cy="5782310"/>
          </a:xfrm>
          <a:prstGeom prst="rect">
            <a:avLst/>
          </a:prstGeom>
        </p:spPr>
        <p:txBody>
          <a:bodyPr vert="horz" wrap="square" lIns="0" tIns="13335" rIns="0" bIns="0" rtlCol="0">
            <a:spAutoFit/>
          </a:bodyPr>
          <a:lstStyle/>
          <a:p>
            <a:pPr marL="88900" marR="92710">
              <a:lnSpc>
                <a:spcPct val="100000"/>
              </a:lnSpc>
              <a:spcBef>
                <a:spcPts val="105"/>
              </a:spcBef>
            </a:pPr>
            <a:r>
              <a:rPr sz="3200" b="1" dirty="0">
                <a:latin typeface="Calibri"/>
                <a:cs typeface="Calibri"/>
              </a:rPr>
              <a:t>Ví</a:t>
            </a:r>
            <a:r>
              <a:rPr sz="3200" b="1" spc="-40" dirty="0">
                <a:latin typeface="Calibri"/>
                <a:cs typeface="Calibri"/>
              </a:rPr>
              <a:t> </a:t>
            </a:r>
            <a:r>
              <a:rPr sz="3200" b="1" dirty="0">
                <a:latin typeface="Calibri"/>
                <a:cs typeface="Calibri"/>
              </a:rPr>
              <a:t>dụ</a:t>
            </a:r>
            <a:r>
              <a:rPr sz="3200" b="1" spc="-35" dirty="0">
                <a:latin typeface="Calibri"/>
                <a:cs typeface="Calibri"/>
              </a:rPr>
              <a:t> </a:t>
            </a:r>
            <a:r>
              <a:rPr sz="3200" b="1" dirty="0">
                <a:latin typeface="Calibri"/>
                <a:cs typeface="Calibri"/>
              </a:rPr>
              <a:t>1:</a:t>
            </a:r>
            <a:r>
              <a:rPr sz="3200" b="1" spc="-10" dirty="0">
                <a:latin typeface="Calibri"/>
                <a:cs typeface="Calibri"/>
              </a:rPr>
              <a:t> </a:t>
            </a:r>
            <a:r>
              <a:rPr sz="3200" dirty="0">
                <a:latin typeface="Calibri"/>
                <a:cs typeface="Calibri"/>
              </a:rPr>
              <a:t>a</a:t>
            </a:r>
            <a:r>
              <a:rPr sz="3200" spc="-2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132</a:t>
            </a:r>
            <a:r>
              <a:rPr sz="3200" spc="-25" dirty="0">
                <a:latin typeface="Calibri"/>
                <a:cs typeface="Calibri"/>
              </a:rPr>
              <a:t> </a:t>
            </a:r>
            <a:r>
              <a:rPr sz="3200" dirty="0">
                <a:latin typeface="Calibri"/>
                <a:cs typeface="Calibri"/>
              </a:rPr>
              <a:t>và</a:t>
            </a:r>
            <a:r>
              <a:rPr sz="3200" spc="-20" dirty="0">
                <a:latin typeface="Calibri"/>
                <a:cs typeface="Calibri"/>
              </a:rPr>
              <a:t> </a:t>
            </a:r>
            <a:r>
              <a:rPr sz="3200" dirty="0">
                <a:latin typeface="Calibri"/>
                <a:cs typeface="Calibri"/>
              </a:rPr>
              <a:t>b</a:t>
            </a:r>
            <a:r>
              <a:rPr sz="3200" spc="-2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1324</a:t>
            </a:r>
            <a:r>
              <a:rPr sz="3200" spc="-15" dirty="0">
                <a:latin typeface="Calibri"/>
                <a:cs typeface="Calibri"/>
              </a:rPr>
              <a:t> </a:t>
            </a:r>
            <a:r>
              <a:rPr sz="3200" dirty="0">
                <a:latin typeface="Calibri"/>
                <a:cs typeface="Calibri"/>
              </a:rPr>
              <a:t>là</a:t>
            </a:r>
            <a:r>
              <a:rPr sz="3200" spc="-20" dirty="0">
                <a:latin typeface="Calibri"/>
                <a:cs typeface="Calibri"/>
              </a:rPr>
              <a:t> </a:t>
            </a:r>
            <a:r>
              <a:rPr sz="3200" dirty="0">
                <a:latin typeface="Calibri"/>
                <a:cs typeface="Calibri"/>
              </a:rPr>
              <a:t>hai</a:t>
            </a:r>
            <a:r>
              <a:rPr sz="3200" spc="-10" dirty="0">
                <a:latin typeface="Calibri"/>
                <a:cs typeface="Calibri"/>
              </a:rPr>
              <a:t> </a:t>
            </a:r>
            <a:r>
              <a:rPr sz="3200" dirty="0">
                <a:latin typeface="Calibri"/>
                <a:cs typeface="Calibri"/>
              </a:rPr>
              <a:t>chuỗi</a:t>
            </a:r>
            <a:r>
              <a:rPr sz="3200" spc="-30" dirty="0">
                <a:latin typeface="Calibri"/>
                <a:cs typeface="Calibri"/>
              </a:rPr>
              <a:t> </a:t>
            </a:r>
            <a:r>
              <a:rPr sz="3200" dirty="0">
                <a:latin typeface="Calibri"/>
                <a:cs typeface="Calibri"/>
              </a:rPr>
              <a:t>trên</a:t>
            </a:r>
            <a:r>
              <a:rPr sz="3200" spc="-25" dirty="0">
                <a:latin typeface="Calibri"/>
                <a:cs typeface="Calibri"/>
              </a:rPr>
              <a:t> </a:t>
            </a:r>
            <a:r>
              <a:rPr sz="3200" dirty="0">
                <a:latin typeface="Calibri"/>
                <a:cs typeface="Calibri"/>
              </a:rPr>
              <a:t>{1,</a:t>
            </a:r>
            <a:r>
              <a:rPr sz="3200" spc="-15" dirty="0">
                <a:latin typeface="Calibri"/>
                <a:cs typeface="Calibri"/>
              </a:rPr>
              <a:t> </a:t>
            </a:r>
            <a:r>
              <a:rPr sz="3200" spc="-25" dirty="0">
                <a:latin typeface="Calibri"/>
                <a:cs typeface="Calibri"/>
              </a:rPr>
              <a:t>2, </a:t>
            </a:r>
            <a:r>
              <a:rPr sz="3200" dirty="0">
                <a:latin typeface="Calibri"/>
                <a:cs typeface="Calibri"/>
              </a:rPr>
              <a:t>3,</a:t>
            </a:r>
            <a:r>
              <a:rPr sz="3200" spc="-50" dirty="0">
                <a:latin typeface="Calibri"/>
                <a:cs typeface="Calibri"/>
              </a:rPr>
              <a:t> </a:t>
            </a:r>
            <a:r>
              <a:rPr sz="3200" dirty="0">
                <a:latin typeface="Calibri"/>
                <a:cs typeface="Calibri"/>
              </a:rPr>
              <a:t>4}.</a:t>
            </a:r>
            <a:r>
              <a:rPr sz="3200" spc="-30" dirty="0">
                <a:latin typeface="Calibri"/>
                <a:cs typeface="Calibri"/>
              </a:rPr>
              <a:t> </a:t>
            </a:r>
            <a:r>
              <a:rPr sz="3200" spc="-105" dirty="0">
                <a:latin typeface="Calibri"/>
                <a:cs typeface="Calibri"/>
              </a:rPr>
              <a:t>Ta</a:t>
            </a:r>
            <a:r>
              <a:rPr sz="3200" spc="-45" dirty="0">
                <a:latin typeface="Calibri"/>
                <a:cs typeface="Calibri"/>
              </a:rPr>
              <a:t> </a:t>
            </a:r>
            <a:r>
              <a:rPr sz="3200" dirty="0">
                <a:latin typeface="Calibri"/>
                <a:cs typeface="Calibri"/>
              </a:rPr>
              <a:t>có</a:t>
            </a:r>
            <a:r>
              <a:rPr sz="3200" spc="-50" dirty="0">
                <a:latin typeface="Calibri"/>
                <a:cs typeface="Calibri"/>
              </a:rPr>
              <a:t> </a:t>
            </a:r>
            <a:r>
              <a:rPr sz="3200" dirty="0">
                <a:latin typeface="Calibri"/>
                <a:cs typeface="Calibri"/>
              </a:rPr>
              <a:t>p=3,</a:t>
            </a:r>
            <a:r>
              <a:rPr sz="3200" spc="-45" dirty="0">
                <a:latin typeface="Calibri"/>
                <a:cs typeface="Calibri"/>
              </a:rPr>
              <a:t> </a:t>
            </a:r>
            <a:r>
              <a:rPr sz="3200" dirty="0">
                <a:latin typeface="Calibri"/>
                <a:cs typeface="Calibri"/>
              </a:rPr>
              <a:t>q=4,</a:t>
            </a:r>
            <a:r>
              <a:rPr sz="3200" spc="-30" dirty="0">
                <a:latin typeface="Calibri"/>
                <a:cs typeface="Calibri"/>
              </a:rPr>
              <a:t> </a:t>
            </a:r>
            <a:r>
              <a:rPr sz="3200" dirty="0">
                <a:latin typeface="Calibri"/>
                <a:cs typeface="Calibri"/>
              </a:rPr>
              <a:t>s</a:t>
            </a:r>
            <a:r>
              <a:rPr sz="3150" baseline="-21164" dirty="0">
                <a:latin typeface="Calibri"/>
                <a:cs typeface="Calibri"/>
              </a:rPr>
              <a:t>1</a:t>
            </a:r>
            <a:r>
              <a:rPr sz="3200" dirty="0">
                <a:latin typeface="Calibri"/>
                <a:cs typeface="Calibri"/>
              </a:rPr>
              <a:t>=1,</a:t>
            </a:r>
            <a:r>
              <a:rPr sz="3200" spc="-35" dirty="0">
                <a:latin typeface="Calibri"/>
                <a:cs typeface="Calibri"/>
              </a:rPr>
              <a:t> </a:t>
            </a:r>
            <a:r>
              <a:rPr sz="3200" dirty="0">
                <a:latin typeface="Calibri"/>
                <a:cs typeface="Calibri"/>
              </a:rPr>
              <a:t>s</a:t>
            </a:r>
            <a:r>
              <a:rPr sz="3150" baseline="-21164" dirty="0">
                <a:latin typeface="Calibri"/>
                <a:cs typeface="Calibri"/>
              </a:rPr>
              <a:t>2</a:t>
            </a:r>
            <a:r>
              <a:rPr sz="3200" dirty="0">
                <a:latin typeface="Calibri"/>
                <a:cs typeface="Calibri"/>
              </a:rPr>
              <a:t>=3,</a:t>
            </a:r>
            <a:r>
              <a:rPr sz="3200" spc="-30" dirty="0">
                <a:latin typeface="Calibri"/>
                <a:cs typeface="Calibri"/>
              </a:rPr>
              <a:t> </a:t>
            </a:r>
            <a:r>
              <a:rPr sz="3200" dirty="0">
                <a:latin typeface="Calibri"/>
                <a:cs typeface="Calibri"/>
              </a:rPr>
              <a:t>s</a:t>
            </a:r>
            <a:r>
              <a:rPr sz="3150" baseline="-21164" dirty="0">
                <a:latin typeface="Calibri"/>
                <a:cs typeface="Calibri"/>
              </a:rPr>
              <a:t>3</a:t>
            </a:r>
            <a:r>
              <a:rPr sz="3200" dirty="0">
                <a:latin typeface="Calibri"/>
                <a:cs typeface="Calibri"/>
              </a:rPr>
              <a:t>=2,</a:t>
            </a:r>
            <a:r>
              <a:rPr sz="3200" spc="-40" dirty="0">
                <a:latin typeface="Calibri"/>
                <a:cs typeface="Calibri"/>
              </a:rPr>
              <a:t> </a:t>
            </a:r>
            <a:r>
              <a:rPr sz="3200" dirty="0">
                <a:latin typeface="Calibri"/>
                <a:cs typeface="Calibri"/>
              </a:rPr>
              <a:t>t</a:t>
            </a:r>
            <a:r>
              <a:rPr sz="3150" baseline="-21164" dirty="0">
                <a:latin typeface="Calibri"/>
                <a:cs typeface="Calibri"/>
              </a:rPr>
              <a:t>1</a:t>
            </a:r>
            <a:r>
              <a:rPr sz="3200" dirty="0">
                <a:latin typeface="Calibri"/>
                <a:cs typeface="Calibri"/>
              </a:rPr>
              <a:t>=1,</a:t>
            </a:r>
            <a:r>
              <a:rPr sz="3200" spc="-15" dirty="0">
                <a:latin typeface="Calibri"/>
                <a:cs typeface="Calibri"/>
              </a:rPr>
              <a:t> </a:t>
            </a:r>
            <a:r>
              <a:rPr sz="3200" spc="-10" dirty="0">
                <a:latin typeface="Calibri"/>
                <a:cs typeface="Calibri"/>
              </a:rPr>
              <a:t>t</a:t>
            </a:r>
            <a:r>
              <a:rPr sz="3150" spc="-15" baseline="-21164" dirty="0">
                <a:latin typeface="Calibri"/>
                <a:cs typeface="Calibri"/>
              </a:rPr>
              <a:t>2</a:t>
            </a:r>
            <a:r>
              <a:rPr sz="3200" spc="-10" dirty="0">
                <a:latin typeface="Calibri"/>
                <a:cs typeface="Calibri"/>
              </a:rPr>
              <a:t>=3,</a:t>
            </a:r>
            <a:endParaRPr sz="3200">
              <a:latin typeface="Calibri"/>
              <a:cs typeface="Calibri"/>
            </a:endParaRPr>
          </a:p>
          <a:p>
            <a:pPr marL="88900" marR="206375">
              <a:lnSpc>
                <a:spcPct val="100000"/>
              </a:lnSpc>
            </a:pPr>
            <a:r>
              <a:rPr sz="3200" dirty="0">
                <a:latin typeface="Calibri"/>
                <a:cs typeface="Calibri"/>
              </a:rPr>
              <a:t>t</a:t>
            </a:r>
            <a:r>
              <a:rPr sz="3150" baseline="-21164" dirty="0">
                <a:latin typeface="Calibri"/>
                <a:cs typeface="Calibri"/>
              </a:rPr>
              <a:t>3</a:t>
            </a:r>
            <a:r>
              <a:rPr sz="3200" dirty="0">
                <a:latin typeface="Calibri"/>
                <a:cs typeface="Calibri"/>
              </a:rPr>
              <a:t>=2,</a:t>
            </a:r>
            <a:r>
              <a:rPr sz="3200" spc="-35" dirty="0">
                <a:latin typeface="Calibri"/>
                <a:cs typeface="Calibri"/>
              </a:rPr>
              <a:t> </a:t>
            </a:r>
            <a:r>
              <a:rPr sz="3200" dirty="0">
                <a:latin typeface="Calibri"/>
                <a:cs typeface="Calibri"/>
              </a:rPr>
              <a:t>t</a:t>
            </a:r>
            <a:r>
              <a:rPr sz="3150" baseline="-21164" dirty="0">
                <a:latin typeface="Calibri"/>
                <a:cs typeface="Calibri"/>
              </a:rPr>
              <a:t>4</a:t>
            </a:r>
            <a:r>
              <a:rPr sz="3200" dirty="0">
                <a:latin typeface="Calibri"/>
                <a:cs typeface="Calibri"/>
              </a:rPr>
              <a:t>=4.</a:t>
            </a:r>
            <a:r>
              <a:rPr sz="3200" spc="-30" dirty="0">
                <a:latin typeface="Calibri"/>
                <a:cs typeface="Calibri"/>
              </a:rPr>
              <a:t> </a:t>
            </a:r>
            <a:r>
              <a:rPr sz="3200" spc="-105" dirty="0">
                <a:latin typeface="Calibri"/>
                <a:cs typeface="Calibri"/>
              </a:rPr>
              <a:t>Ta</a:t>
            </a:r>
            <a:r>
              <a:rPr sz="3200" spc="-45" dirty="0">
                <a:latin typeface="Calibri"/>
                <a:cs typeface="Calibri"/>
              </a:rPr>
              <a:t> </a:t>
            </a:r>
            <a:r>
              <a:rPr sz="3200" dirty="0">
                <a:latin typeface="Calibri"/>
                <a:cs typeface="Calibri"/>
              </a:rPr>
              <a:t>có</a:t>
            </a:r>
            <a:r>
              <a:rPr sz="3200" spc="-65" dirty="0">
                <a:latin typeface="Calibri"/>
                <a:cs typeface="Calibri"/>
              </a:rPr>
              <a:t> </a:t>
            </a:r>
            <a:r>
              <a:rPr sz="3200" dirty="0">
                <a:latin typeface="Calibri"/>
                <a:cs typeface="Calibri"/>
              </a:rPr>
              <a:t>p</a:t>
            </a:r>
            <a:r>
              <a:rPr sz="3200" spc="-50" dirty="0">
                <a:latin typeface="Calibri"/>
                <a:cs typeface="Calibri"/>
              </a:rPr>
              <a:t> </a:t>
            </a:r>
            <a:r>
              <a:rPr sz="3200" dirty="0">
                <a:latin typeface="Calibri"/>
                <a:cs typeface="Calibri"/>
              </a:rPr>
              <a:t>&lt;</a:t>
            </a:r>
            <a:r>
              <a:rPr sz="3200" spc="-40" dirty="0">
                <a:latin typeface="Calibri"/>
                <a:cs typeface="Calibri"/>
              </a:rPr>
              <a:t> </a:t>
            </a:r>
            <a:r>
              <a:rPr sz="3200" dirty="0">
                <a:latin typeface="Calibri"/>
                <a:cs typeface="Calibri"/>
              </a:rPr>
              <a:t>q</a:t>
            </a:r>
            <a:r>
              <a:rPr sz="3200" spc="-50" dirty="0">
                <a:latin typeface="Calibri"/>
                <a:cs typeface="Calibri"/>
              </a:rPr>
              <a:t> </a:t>
            </a:r>
            <a:r>
              <a:rPr sz="3200" dirty="0">
                <a:latin typeface="Calibri"/>
                <a:cs typeface="Calibri"/>
              </a:rPr>
              <a:t>và</a:t>
            </a:r>
            <a:r>
              <a:rPr sz="3200" spc="-50" dirty="0">
                <a:latin typeface="Calibri"/>
                <a:cs typeface="Calibri"/>
              </a:rPr>
              <a:t> </a:t>
            </a:r>
            <a:r>
              <a:rPr sz="3200" dirty="0">
                <a:latin typeface="Calibri"/>
                <a:cs typeface="Calibri"/>
              </a:rPr>
              <a:t>s</a:t>
            </a:r>
            <a:r>
              <a:rPr sz="3150" baseline="-21164" dirty="0">
                <a:latin typeface="Calibri"/>
                <a:cs typeface="Calibri"/>
              </a:rPr>
              <a:t>i</a:t>
            </a:r>
            <a:r>
              <a:rPr sz="3200" dirty="0">
                <a:latin typeface="Calibri"/>
                <a:cs typeface="Calibri"/>
              </a:rPr>
              <a:t>=t</a:t>
            </a:r>
            <a:r>
              <a:rPr sz="3150" baseline="-21164" dirty="0">
                <a:latin typeface="Calibri"/>
                <a:cs typeface="Calibri"/>
              </a:rPr>
              <a:t>i</a:t>
            </a:r>
            <a:r>
              <a:rPr sz="3150" spc="300" baseline="-21164" dirty="0">
                <a:latin typeface="Calibri"/>
                <a:cs typeface="Calibri"/>
              </a:rPr>
              <a:t> </a:t>
            </a:r>
            <a:r>
              <a:rPr sz="3200" dirty="0">
                <a:latin typeface="Calibri"/>
                <a:cs typeface="Calibri"/>
              </a:rPr>
              <a:t>,</a:t>
            </a:r>
            <a:r>
              <a:rPr sz="3200" spc="-45" dirty="0">
                <a:latin typeface="Calibri"/>
                <a:cs typeface="Calibri"/>
              </a:rPr>
              <a:t> </a:t>
            </a:r>
            <a:r>
              <a:rPr sz="3200" dirty="0">
                <a:latin typeface="Calibri"/>
                <a:cs typeface="Calibri"/>
              </a:rPr>
              <a:t>i=1,2,3.</a:t>
            </a:r>
            <a:r>
              <a:rPr sz="3200" spc="-35" dirty="0">
                <a:latin typeface="Calibri"/>
                <a:cs typeface="Calibri"/>
              </a:rPr>
              <a:t> </a:t>
            </a:r>
            <a:r>
              <a:rPr sz="3200" spc="-45" dirty="0">
                <a:latin typeface="Calibri"/>
                <a:cs typeface="Calibri"/>
              </a:rPr>
              <a:t>Vậy</a:t>
            </a:r>
            <a:r>
              <a:rPr sz="3200" spc="-50" dirty="0">
                <a:latin typeface="Calibri"/>
                <a:cs typeface="Calibri"/>
              </a:rPr>
              <a:t> </a:t>
            </a:r>
            <a:r>
              <a:rPr sz="3200" dirty="0">
                <a:latin typeface="Calibri"/>
                <a:cs typeface="Calibri"/>
              </a:rPr>
              <a:t>theo</a:t>
            </a:r>
            <a:r>
              <a:rPr sz="3200" spc="-50" dirty="0">
                <a:latin typeface="Calibri"/>
                <a:cs typeface="Calibri"/>
              </a:rPr>
              <a:t> </a:t>
            </a:r>
            <a:r>
              <a:rPr sz="3200" spc="-25" dirty="0">
                <a:latin typeface="Calibri"/>
                <a:cs typeface="Calibri"/>
              </a:rPr>
              <a:t>a) </a:t>
            </a:r>
            <a:r>
              <a:rPr sz="3200" dirty="0">
                <a:latin typeface="Calibri"/>
                <a:cs typeface="Calibri"/>
              </a:rPr>
              <a:t>ta</a:t>
            </a:r>
            <a:r>
              <a:rPr sz="3200" spc="-35" dirty="0">
                <a:latin typeface="Calibri"/>
                <a:cs typeface="Calibri"/>
              </a:rPr>
              <a:t> </a:t>
            </a:r>
            <a:r>
              <a:rPr sz="3200" dirty="0">
                <a:latin typeface="Calibri"/>
                <a:cs typeface="Calibri"/>
              </a:rPr>
              <a:t>có</a:t>
            </a:r>
            <a:r>
              <a:rPr sz="3200" spc="-45" dirty="0">
                <a:latin typeface="Calibri"/>
                <a:cs typeface="Calibri"/>
              </a:rPr>
              <a:t> </a:t>
            </a:r>
            <a:r>
              <a:rPr sz="3200" dirty="0">
                <a:latin typeface="Calibri"/>
                <a:cs typeface="Calibri"/>
              </a:rPr>
              <a:t>a</a:t>
            </a:r>
            <a:r>
              <a:rPr sz="3200" spc="-30" dirty="0">
                <a:latin typeface="Calibri"/>
                <a:cs typeface="Calibri"/>
              </a:rPr>
              <a:t> </a:t>
            </a:r>
            <a:r>
              <a:rPr sz="3200" dirty="0">
                <a:latin typeface="Calibri"/>
                <a:cs typeface="Calibri"/>
              </a:rPr>
              <a:t>&lt;</a:t>
            </a:r>
            <a:r>
              <a:rPr sz="3200" spc="-30" dirty="0">
                <a:latin typeface="Calibri"/>
                <a:cs typeface="Calibri"/>
              </a:rPr>
              <a:t> </a:t>
            </a:r>
            <a:r>
              <a:rPr sz="3200" spc="-25" dirty="0">
                <a:latin typeface="Calibri"/>
                <a:cs typeface="Calibri"/>
              </a:rPr>
              <a:t>b.</a:t>
            </a:r>
            <a:endParaRPr sz="3200">
              <a:latin typeface="Calibri"/>
              <a:cs typeface="Calibri"/>
            </a:endParaRPr>
          </a:p>
          <a:p>
            <a:pPr>
              <a:lnSpc>
                <a:spcPct val="100000"/>
              </a:lnSpc>
              <a:spcBef>
                <a:spcPts val="1475"/>
              </a:spcBef>
            </a:pPr>
            <a:endParaRPr sz="3200">
              <a:latin typeface="Calibri"/>
              <a:cs typeface="Calibri"/>
            </a:endParaRPr>
          </a:p>
          <a:p>
            <a:pPr marL="88900" marR="81280">
              <a:lnSpc>
                <a:spcPct val="100000"/>
              </a:lnSpc>
            </a:pPr>
            <a:r>
              <a:rPr sz="3200" b="1" dirty="0">
                <a:latin typeface="Calibri"/>
                <a:cs typeface="Calibri"/>
              </a:rPr>
              <a:t>Ví</a:t>
            </a:r>
            <a:r>
              <a:rPr sz="3200" b="1" spc="-40" dirty="0">
                <a:latin typeface="Calibri"/>
                <a:cs typeface="Calibri"/>
              </a:rPr>
              <a:t> </a:t>
            </a:r>
            <a:r>
              <a:rPr sz="3200" b="1" dirty="0">
                <a:latin typeface="Calibri"/>
                <a:cs typeface="Calibri"/>
              </a:rPr>
              <a:t>dụ</a:t>
            </a:r>
            <a:r>
              <a:rPr sz="3200" b="1" spc="-35" dirty="0">
                <a:latin typeface="Calibri"/>
                <a:cs typeface="Calibri"/>
              </a:rPr>
              <a:t> </a:t>
            </a:r>
            <a:r>
              <a:rPr sz="3200" b="1" dirty="0">
                <a:latin typeface="Calibri"/>
                <a:cs typeface="Calibri"/>
              </a:rPr>
              <a:t>2:</a:t>
            </a:r>
            <a:r>
              <a:rPr sz="3200" b="1" spc="-10" dirty="0">
                <a:latin typeface="Calibri"/>
                <a:cs typeface="Calibri"/>
              </a:rPr>
              <a:t> </a:t>
            </a:r>
            <a:r>
              <a:rPr sz="3200" dirty="0">
                <a:latin typeface="Calibri"/>
                <a:cs typeface="Calibri"/>
              </a:rPr>
              <a:t>a</a:t>
            </a:r>
            <a:r>
              <a:rPr sz="3200" spc="-2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13246</a:t>
            </a:r>
            <a:r>
              <a:rPr sz="3200" spc="-10" dirty="0">
                <a:latin typeface="Calibri"/>
                <a:cs typeface="Calibri"/>
              </a:rPr>
              <a:t> </a:t>
            </a:r>
            <a:r>
              <a:rPr sz="3200" dirty="0">
                <a:latin typeface="Calibri"/>
                <a:cs typeface="Calibri"/>
              </a:rPr>
              <a:t>và</a:t>
            </a:r>
            <a:r>
              <a:rPr sz="3200" spc="-20" dirty="0">
                <a:latin typeface="Calibri"/>
                <a:cs typeface="Calibri"/>
              </a:rPr>
              <a:t> </a:t>
            </a:r>
            <a:r>
              <a:rPr sz="3200" dirty="0">
                <a:latin typeface="Calibri"/>
                <a:cs typeface="Calibri"/>
              </a:rPr>
              <a:t>b</a:t>
            </a:r>
            <a:r>
              <a:rPr sz="3200" spc="-2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1342</a:t>
            </a:r>
            <a:r>
              <a:rPr sz="3200" spc="-15" dirty="0">
                <a:latin typeface="Calibri"/>
                <a:cs typeface="Calibri"/>
              </a:rPr>
              <a:t> </a:t>
            </a:r>
            <a:r>
              <a:rPr sz="3200" dirty="0">
                <a:latin typeface="Calibri"/>
                <a:cs typeface="Calibri"/>
              </a:rPr>
              <a:t>là</a:t>
            </a:r>
            <a:r>
              <a:rPr sz="3200" spc="-20" dirty="0">
                <a:latin typeface="Calibri"/>
                <a:cs typeface="Calibri"/>
              </a:rPr>
              <a:t> </a:t>
            </a:r>
            <a:r>
              <a:rPr sz="3200" dirty="0">
                <a:latin typeface="Calibri"/>
                <a:cs typeface="Calibri"/>
              </a:rPr>
              <a:t>hai</a:t>
            </a:r>
            <a:r>
              <a:rPr sz="3200" spc="-10" dirty="0">
                <a:latin typeface="Calibri"/>
                <a:cs typeface="Calibri"/>
              </a:rPr>
              <a:t> </a:t>
            </a:r>
            <a:r>
              <a:rPr sz="3200" dirty="0">
                <a:latin typeface="Calibri"/>
                <a:cs typeface="Calibri"/>
              </a:rPr>
              <a:t>chuỗi</a:t>
            </a:r>
            <a:r>
              <a:rPr sz="3200" spc="-30" dirty="0">
                <a:latin typeface="Calibri"/>
                <a:cs typeface="Calibri"/>
              </a:rPr>
              <a:t> </a:t>
            </a:r>
            <a:r>
              <a:rPr sz="3200" dirty="0">
                <a:latin typeface="Calibri"/>
                <a:cs typeface="Calibri"/>
              </a:rPr>
              <a:t>trên</a:t>
            </a:r>
            <a:r>
              <a:rPr sz="3200" spc="-25" dirty="0">
                <a:latin typeface="Calibri"/>
                <a:cs typeface="Calibri"/>
              </a:rPr>
              <a:t> {1, </a:t>
            </a:r>
            <a:r>
              <a:rPr sz="3200" dirty="0">
                <a:latin typeface="Calibri"/>
                <a:cs typeface="Calibri"/>
              </a:rPr>
              <a:t>2,</a:t>
            </a:r>
            <a:r>
              <a:rPr sz="3200" spc="-40" dirty="0">
                <a:latin typeface="Calibri"/>
                <a:cs typeface="Calibri"/>
              </a:rPr>
              <a:t> </a:t>
            </a:r>
            <a:r>
              <a:rPr sz="3200" dirty="0">
                <a:latin typeface="Calibri"/>
                <a:cs typeface="Calibri"/>
              </a:rPr>
              <a:t>3,</a:t>
            </a:r>
            <a:r>
              <a:rPr sz="3200" spc="-35" dirty="0">
                <a:latin typeface="Calibri"/>
                <a:cs typeface="Calibri"/>
              </a:rPr>
              <a:t> </a:t>
            </a:r>
            <a:r>
              <a:rPr sz="3200" dirty="0">
                <a:latin typeface="Calibri"/>
                <a:cs typeface="Calibri"/>
              </a:rPr>
              <a:t>4,</a:t>
            </a:r>
            <a:r>
              <a:rPr sz="3200" spc="-40" dirty="0">
                <a:latin typeface="Calibri"/>
                <a:cs typeface="Calibri"/>
              </a:rPr>
              <a:t> </a:t>
            </a:r>
            <a:r>
              <a:rPr sz="3200" dirty="0">
                <a:latin typeface="Calibri"/>
                <a:cs typeface="Calibri"/>
              </a:rPr>
              <a:t>5,</a:t>
            </a:r>
            <a:r>
              <a:rPr sz="3200" spc="-35" dirty="0">
                <a:latin typeface="Calibri"/>
                <a:cs typeface="Calibri"/>
              </a:rPr>
              <a:t> </a:t>
            </a:r>
            <a:r>
              <a:rPr sz="3200" dirty="0">
                <a:latin typeface="Calibri"/>
                <a:cs typeface="Calibri"/>
              </a:rPr>
              <a:t>6}.</a:t>
            </a:r>
            <a:r>
              <a:rPr sz="3200" spc="-35" dirty="0">
                <a:latin typeface="Calibri"/>
                <a:cs typeface="Calibri"/>
              </a:rPr>
              <a:t> </a:t>
            </a:r>
            <a:r>
              <a:rPr sz="3200" spc="-105" dirty="0">
                <a:latin typeface="Calibri"/>
                <a:cs typeface="Calibri"/>
              </a:rPr>
              <a:t>Ta</a:t>
            </a:r>
            <a:r>
              <a:rPr sz="3200" spc="-35" dirty="0">
                <a:latin typeface="Calibri"/>
                <a:cs typeface="Calibri"/>
              </a:rPr>
              <a:t> </a:t>
            </a:r>
            <a:r>
              <a:rPr sz="3200" dirty="0">
                <a:latin typeface="Calibri"/>
                <a:cs typeface="Calibri"/>
              </a:rPr>
              <a:t>có</a:t>
            </a:r>
            <a:r>
              <a:rPr sz="3200" spc="-55" dirty="0">
                <a:latin typeface="Calibri"/>
                <a:cs typeface="Calibri"/>
              </a:rPr>
              <a:t> </a:t>
            </a:r>
            <a:r>
              <a:rPr sz="3200" dirty="0">
                <a:latin typeface="Calibri"/>
                <a:cs typeface="Calibri"/>
              </a:rPr>
              <a:t>p=5,</a:t>
            </a:r>
            <a:r>
              <a:rPr sz="3200" spc="-25" dirty="0">
                <a:latin typeface="Calibri"/>
                <a:cs typeface="Calibri"/>
              </a:rPr>
              <a:t> </a:t>
            </a:r>
            <a:r>
              <a:rPr sz="3200" dirty="0">
                <a:latin typeface="Calibri"/>
                <a:cs typeface="Calibri"/>
              </a:rPr>
              <a:t>q=4,</a:t>
            </a:r>
            <a:r>
              <a:rPr sz="3200" spc="-40" dirty="0">
                <a:latin typeface="Calibri"/>
                <a:cs typeface="Calibri"/>
              </a:rPr>
              <a:t> </a:t>
            </a:r>
            <a:r>
              <a:rPr sz="3200" dirty="0">
                <a:latin typeface="Calibri"/>
                <a:cs typeface="Calibri"/>
              </a:rPr>
              <a:t>s</a:t>
            </a:r>
            <a:r>
              <a:rPr sz="3150" baseline="-21164" dirty="0">
                <a:latin typeface="Calibri"/>
                <a:cs typeface="Calibri"/>
              </a:rPr>
              <a:t>1</a:t>
            </a:r>
            <a:r>
              <a:rPr sz="3200" dirty="0">
                <a:latin typeface="Calibri"/>
                <a:cs typeface="Calibri"/>
              </a:rPr>
              <a:t>=1,</a:t>
            </a:r>
            <a:r>
              <a:rPr sz="3200" spc="-25" dirty="0">
                <a:latin typeface="Calibri"/>
                <a:cs typeface="Calibri"/>
              </a:rPr>
              <a:t> </a:t>
            </a:r>
            <a:r>
              <a:rPr sz="3200" dirty="0">
                <a:latin typeface="Calibri"/>
                <a:cs typeface="Calibri"/>
              </a:rPr>
              <a:t>s</a:t>
            </a:r>
            <a:r>
              <a:rPr sz="3150" baseline="-21164" dirty="0">
                <a:latin typeface="Calibri"/>
                <a:cs typeface="Calibri"/>
              </a:rPr>
              <a:t>2</a:t>
            </a:r>
            <a:r>
              <a:rPr sz="3200" dirty="0">
                <a:latin typeface="Calibri"/>
                <a:cs typeface="Calibri"/>
              </a:rPr>
              <a:t>=3,</a:t>
            </a:r>
            <a:r>
              <a:rPr sz="3200" spc="-40" dirty="0">
                <a:latin typeface="Calibri"/>
                <a:cs typeface="Calibri"/>
              </a:rPr>
              <a:t> </a:t>
            </a:r>
            <a:r>
              <a:rPr sz="3200" dirty="0">
                <a:latin typeface="Calibri"/>
                <a:cs typeface="Calibri"/>
              </a:rPr>
              <a:t>s</a:t>
            </a:r>
            <a:r>
              <a:rPr sz="3150" baseline="-21164" dirty="0">
                <a:latin typeface="Calibri"/>
                <a:cs typeface="Calibri"/>
              </a:rPr>
              <a:t>3</a:t>
            </a:r>
            <a:r>
              <a:rPr sz="3200" dirty="0">
                <a:latin typeface="Calibri"/>
                <a:cs typeface="Calibri"/>
              </a:rPr>
              <a:t>=2,</a:t>
            </a:r>
            <a:r>
              <a:rPr sz="3200" spc="-25" dirty="0">
                <a:latin typeface="Calibri"/>
                <a:cs typeface="Calibri"/>
              </a:rPr>
              <a:t> </a:t>
            </a:r>
            <a:r>
              <a:rPr sz="3200" spc="-10" dirty="0">
                <a:latin typeface="Calibri"/>
                <a:cs typeface="Calibri"/>
              </a:rPr>
              <a:t>s</a:t>
            </a:r>
            <a:r>
              <a:rPr sz="3150" spc="-15" baseline="-21164" dirty="0">
                <a:latin typeface="Calibri"/>
                <a:cs typeface="Calibri"/>
              </a:rPr>
              <a:t>4</a:t>
            </a:r>
            <a:r>
              <a:rPr sz="3200" spc="-10" dirty="0">
                <a:latin typeface="Calibri"/>
                <a:cs typeface="Calibri"/>
              </a:rPr>
              <a:t>=4,</a:t>
            </a:r>
            <a:endParaRPr sz="3200">
              <a:latin typeface="Calibri"/>
              <a:cs typeface="Calibri"/>
            </a:endParaRPr>
          </a:p>
          <a:p>
            <a:pPr marL="88900" marR="196850">
              <a:lnSpc>
                <a:spcPct val="100000"/>
              </a:lnSpc>
              <a:tabLst>
                <a:tab pos="793115" algn="l"/>
                <a:tab pos="1070610" algn="l"/>
                <a:tab pos="1754505" algn="l"/>
              </a:tabLst>
            </a:pPr>
            <a:r>
              <a:rPr sz="3200" spc="-20" dirty="0">
                <a:latin typeface="Calibri"/>
                <a:cs typeface="Calibri"/>
              </a:rPr>
              <a:t>s</a:t>
            </a:r>
            <a:r>
              <a:rPr sz="3150" spc="-30" baseline="-21164" dirty="0">
                <a:latin typeface="Calibri"/>
                <a:cs typeface="Calibri"/>
              </a:rPr>
              <a:t>5</a:t>
            </a:r>
            <a:r>
              <a:rPr sz="3200" spc="-20" dirty="0">
                <a:latin typeface="Calibri"/>
                <a:cs typeface="Calibri"/>
              </a:rPr>
              <a:t>=6</a:t>
            </a:r>
            <a:r>
              <a:rPr sz="3200" dirty="0">
                <a:latin typeface="Calibri"/>
                <a:cs typeface="Calibri"/>
              </a:rPr>
              <a:t>	t</a:t>
            </a:r>
            <a:r>
              <a:rPr sz="3150" baseline="-21164" dirty="0">
                <a:latin typeface="Calibri"/>
                <a:cs typeface="Calibri"/>
              </a:rPr>
              <a:t>1</a:t>
            </a:r>
            <a:r>
              <a:rPr sz="3200" dirty="0">
                <a:latin typeface="Calibri"/>
                <a:cs typeface="Calibri"/>
              </a:rPr>
              <a:t>=1,</a:t>
            </a:r>
            <a:r>
              <a:rPr sz="3200" spc="-30" dirty="0">
                <a:latin typeface="Calibri"/>
                <a:cs typeface="Calibri"/>
              </a:rPr>
              <a:t> </a:t>
            </a:r>
            <a:r>
              <a:rPr sz="3200" dirty="0">
                <a:latin typeface="Calibri"/>
                <a:cs typeface="Calibri"/>
              </a:rPr>
              <a:t>t</a:t>
            </a:r>
            <a:r>
              <a:rPr sz="3150" baseline="-21164" dirty="0">
                <a:latin typeface="Calibri"/>
                <a:cs typeface="Calibri"/>
              </a:rPr>
              <a:t>2</a:t>
            </a:r>
            <a:r>
              <a:rPr sz="3200" dirty="0">
                <a:latin typeface="Calibri"/>
                <a:cs typeface="Calibri"/>
              </a:rPr>
              <a:t>=3,</a:t>
            </a:r>
            <a:r>
              <a:rPr sz="3200" spc="-25" dirty="0">
                <a:latin typeface="Calibri"/>
                <a:cs typeface="Calibri"/>
              </a:rPr>
              <a:t> </a:t>
            </a:r>
            <a:r>
              <a:rPr sz="3200" dirty="0">
                <a:latin typeface="Calibri"/>
                <a:cs typeface="Calibri"/>
              </a:rPr>
              <a:t>t</a:t>
            </a:r>
            <a:r>
              <a:rPr sz="3150" baseline="-21164" dirty="0">
                <a:latin typeface="Calibri"/>
                <a:cs typeface="Calibri"/>
              </a:rPr>
              <a:t>3</a:t>
            </a:r>
            <a:r>
              <a:rPr sz="3200" dirty="0">
                <a:latin typeface="Calibri"/>
                <a:cs typeface="Calibri"/>
              </a:rPr>
              <a:t>=4,</a:t>
            </a:r>
            <a:r>
              <a:rPr sz="3200" spc="-25" dirty="0">
                <a:latin typeface="Calibri"/>
                <a:cs typeface="Calibri"/>
              </a:rPr>
              <a:t> </a:t>
            </a:r>
            <a:r>
              <a:rPr sz="3200" dirty="0">
                <a:latin typeface="Calibri"/>
                <a:cs typeface="Calibri"/>
              </a:rPr>
              <a:t>t</a:t>
            </a:r>
            <a:r>
              <a:rPr sz="3150" baseline="-21164" dirty="0">
                <a:latin typeface="Calibri"/>
                <a:cs typeface="Calibri"/>
              </a:rPr>
              <a:t>4</a:t>
            </a:r>
            <a:r>
              <a:rPr sz="3200" dirty="0">
                <a:latin typeface="Calibri"/>
                <a:cs typeface="Calibri"/>
              </a:rPr>
              <a:t>=2.</a:t>
            </a:r>
            <a:r>
              <a:rPr sz="3200" spc="-25" dirty="0">
                <a:latin typeface="Calibri"/>
                <a:cs typeface="Calibri"/>
              </a:rPr>
              <a:t> </a:t>
            </a:r>
            <a:r>
              <a:rPr sz="3200" spc="-105" dirty="0">
                <a:latin typeface="Calibri"/>
                <a:cs typeface="Calibri"/>
              </a:rPr>
              <a:t>Ta</a:t>
            </a:r>
            <a:r>
              <a:rPr sz="3200" spc="-40" dirty="0">
                <a:latin typeface="Calibri"/>
                <a:cs typeface="Calibri"/>
              </a:rPr>
              <a:t> </a:t>
            </a:r>
            <a:r>
              <a:rPr sz="3200" dirty="0">
                <a:latin typeface="Calibri"/>
                <a:cs typeface="Calibri"/>
              </a:rPr>
              <a:t>có</a:t>
            </a:r>
            <a:r>
              <a:rPr sz="3200" spc="-55" dirty="0">
                <a:latin typeface="Calibri"/>
                <a:cs typeface="Calibri"/>
              </a:rPr>
              <a:t> </a:t>
            </a:r>
            <a:r>
              <a:rPr sz="3200" dirty="0">
                <a:latin typeface="Calibri"/>
                <a:cs typeface="Calibri"/>
              </a:rPr>
              <a:t>chỉ</a:t>
            </a:r>
            <a:r>
              <a:rPr sz="3200" spc="-45" dirty="0">
                <a:latin typeface="Calibri"/>
                <a:cs typeface="Calibri"/>
              </a:rPr>
              <a:t> </a:t>
            </a:r>
            <a:r>
              <a:rPr sz="3200" dirty="0">
                <a:latin typeface="Calibri"/>
                <a:cs typeface="Calibri"/>
              </a:rPr>
              <a:t>số</a:t>
            </a:r>
            <a:r>
              <a:rPr sz="3200" spc="-45" dirty="0">
                <a:latin typeface="Calibri"/>
                <a:cs typeface="Calibri"/>
              </a:rPr>
              <a:t> </a:t>
            </a:r>
            <a:r>
              <a:rPr sz="3200" dirty="0">
                <a:latin typeface="Calibri"/>
                <a:cs typeface="Calibri"/>
              </a:rPr>
              <a:t>i</a:t>
            </a:r>
            <a:r>
              <a:rPr sz="3200" spc="-45" dirty="0">
                <a:latin typeface="Calibri"/>
                <a:cs typeface="Calibri"/>
              </a:rPr>
              <a:t> </a:t>
            </a:r>
            <a:r>
              <a:rPr sz="3200" dirty="0">
                <a:latin typeface="Calibri"/>
                <a:cs typeface="Calibri"/>
              </a:rPr>
              <a:t>nhỏ</a:t>
            </a:r>
            <a:r>
              <a:rPr sz="3200" spc="-25" dirty="0">
                <a:latin typeface="Calibri"/>
                <a:cs typeface="Calibri"/>
              </a:rPr>
              <a:t> </a:t>
            </a:r>
            <a:r>
              <a:rPr sz="3200" spc="-20" dirty="0">
                <a:latin typeface="Calibri"/>
                <a:cs typeface="Calibri"/>
              </a:rPr>
              <a:t>nhất </a:t>
            </a:r>
            <a:r>
              <a:rPr sz="3200" spc="-25" dirty="0">
                <a:latin typeface="Calibri"/>
                <a:cs typeface="Calibri"/>
              </a:rPr>
              <a:t>mà</a:t>
            </a:r>
            <a:r>
              <a:rPr sz="3200" dirty="0">
                <a:latin typeface="Calibri"/>
                <a:cs typeface="Calibri"/>
              </a:rPr>
              <a:t>	s</a:t>
            </a:r>
            <a:r>
              <a:rPr sz="3150" baseline="-21164" dirty="0">
                <a:latin typeface="Calibri"/>
                <a:cs typeface="Calibri"/>
              </a:rPr>
              <a:t>i </a:t>
            </a:r>
            <a:r>
              <a:rPr sz="3200" dirty="0">
                <a:latin typeface="Calibri"/>
                <a:cs typeface="Calibri"/>
              </a:rPr>
              <a:t>&lt;</a:t>
            </a:r>
            <a:r>
              <a:rPr sz="3200" spc="-15" dirty="0">
                <a:latin typeface="Calibri"/>
                <a:cs typeface="Calibri"/>
              </a:rPr>
              <a:t> </a:t>
            </a:r>
            <a:r>
              <a:rPr sz="3200" spc="-25" dirty="0">
                <a:latin typeface="Calibri"/>
                <a:cs typeface="Calibri"/>
              </a:rPr>
              <a:t>t</a:t>
            </a:r>
            <a:r>
              <a:rPr sz="3150" spc="-37" baseline="-21164" dirty="0">
                <a:latin typeface="Calibri"/>
                <a:cs typeface="Calibri"/>
              </a:rPr>
              <a:t>i</a:t>
            </a:r>
            <a:r>
              <a:rPr sz="3150" baseline="-21164" dirty="0">
                <a:latin typeface="Calibri"/>
                <a:cs typeface="Calibri"/>
              </a:rPr>
              <a:t>	</a:t>
            </a:r>
            <a:r>
              <a:rPr sz="3200" dirty="0">
                <a:latin typeface="Calibri"/>
                <a:cs typeface="Calibri"/>
              </a:rPr>
              <a:t>là</a:t>
            </a:r>
            <a:r>
              <a:rPr sz="3200" spc="-55" dirty="0">
                <a:latin typeface="Calibri"/>
                <a:cs typeface="Calibri"/>
              </a:rPr>
              <a:t> </a:t>
            </a:r>
            <a:r>
              <a:rPr sz="3200" dirty="0">
                <a:latin typeface="Calibri"/>
                <a:cs typeface="Calibri"/>
              </a:rPr>
              <a:t>i=3.</a:t>
            </a:r>
            <a:r>
              <a:rPr sz="3200" spc="-35" dirty="0">
                <a:latin typeface="Calibri"/>
                <a:cs typeface="Calibri"/>
              </a:rPr>
              <a:t> </a:t>
            </a:r>
            <a:r>
              <a:rPr sz="3200" spc="-45" dirty="0">
                <a:latin typeface="Calibri"/>
                <a:cs typeface="Calibri"/>
              </a:rPr>
              <a:t>Vậy </a:t>
            </a:r>
            <a:r>
              <a:rPr sz="3200" dirty="0">
                <a:latin typeface="Calibri"/>
                <a:cs typeface="Calibri"/>
              </a:rPr>
              <a:t>theo</a:t>
            </a:r>
            <a:r>
              <a:rPr sz="3200" spc="-45" dirty="0">
                <a:latin typeface="Calibri"/>
                <a:cs typeface="Calibri"/>
              </a:rPr>
              <a:t> </a:t>
            </a:r>
            <a:r>
              <a:rPr sz="3200" dirty="0">
                <a:latin typeface="Calibri"/>
                <a:cs typeface="Calibri"/>
              </a:rPr>
              <a:t>b)</a:t>
            </a:r>
            <a:r>
              <a:rPr sz="3200" spc="-35" dirty="0">
                <a:latin typeface="Calibri"/>
                <a:cs typeface="Calibri"/>
              </a:rPr>
              <a:t> </a:t>
            </a:r>
            <a:r>
              <a:rPr sz="3200" dirty="0">
                <a:latin typeface="Calibri"/>
                <a:cs typeface="Calibri"/>
              </a:rPr>
              <a:t>ta</a:t>
            </a:r>
            <a:r>
              <a:rPr sz="3200" spc="-45" dirty="0">
                <a:latin typeface="Calibri"/>
                <a:cs typeface="Calibri"/>
              </a:rPr>
              <a:t> </a:t>
            </a:r>
            <a:r>
              <a:rPr sz="3200" dirty="0">
                <a:latin typeface="Calibri"/>
                <a:cs typeface="Calibri"/>
              </a:rPr>
              <a:t>có</a:t>
            </a:r>
            <a:r>
              <a:rPr sz="3200" spc="-45" dirty="0">
                <a:latin typeface="Calibri"/>
                <a:cs typeface="Calibri"/>
              </a:rPr>
              <a:t> </a:t>
            </a:r>
            <a:r>
              <a:rPr sz="3200" dirty="0">
                <a:latin typeface="Calibri"/>
                <a:cs typeface="Calibri"/>
              </a:rPr>
              <a:t>a</a:t>
            </a:r>
            <a:r>
              <a:rPr sz="3200" spc="-45" dirty="0">
                <a:latin typeface="Calibri"/>
                <a:cs typeface="Calibri"/>
              </a:rPr>
              <a:t> </a:t>
            </a:r>
            <a:r>
              <a:rPr sz="3200" dirty="0">
                <a:latin typeface="Calibri"/>
                <a:cs typeface="Calibri"/>
              </a:rPr>
              <a:t>&lt;</a:t>
            </a:r>
            <a:r>
              <a:rPr sz="3200" spc="-40" dirty="0">
                <a:latin typeface="Calibri"/>
                <a:cs typeface="Calibri"/>
              </a:rPr>
              <a:t> </a:t>
            </a:r>
            <a:r>
              <a:rPr sz="3200" spc="-25" dirty="0">
                <a:latin typeface="Calibri"/>
                <a:cs typeface="Calibri"/>
              </a:rPr>
              <a:t>b.</a:t>
            </a:r>
            <a:endParaRPr sz="3200">
              <a:latin typeface="Calibri"/>
              <a:cs typeface="Calibri"/>
            </a:endParaRPr>
          </a:p>
          <a:p>
            <a:pPr>
              <a:lnSpc>
                <a:spcPct val="100000"/>
              </a:lnSpc>
              <a:spcBef>
                <a:spcPts val="1475"/>
              </a:spcBef>
            </a:pPr>
            <a:endParaRPr sz="3200">
              <a:latin typeface="Calibri"/>
              <a:cs typeface="Calibri"/>
            </a:endParaRPr>
          </a:p>
          <a:p>
            <a:pPr marL="88900">
              <a:lnSpc>
                <a:spcPct val="100000"/>
              </a:lnSpc>
            </a:pPr>
            <a:r>
              <a:rPr sz="3200" b="1" dirty="0">
                <a:latin typeface="Calibri"/>
                <a:cs typeface="Calibri"/>
              </a:rPr>
              <a:t>Ví</a:t>
            </a:r>
            <a:r>
              <a:rPr sz="3200" b="1" spc="-55" dirty="0">
                <a:latin typeface="Calibri"/>
                <a:cs typeface="Calibri"/>
              </a:rPr>
              <a:t> </a:t>
            </a:r>
            <a:r>
              <a:rPr sz="3200" b="1" dirty="0">
                <a:latin typeface="Calibri"/>
                <a:cs typeface="Calibri"/>
              </a:rPr>
              <a:t>dụ</a:t>
            </a:r>
            <a:r>
              <a:rPr sz="3200" b="1" spc="-55" dirty="0">
                <a:latin typeface="Calibri"/>
                <a:cs typeface="Calibri"/>
              </a:rPr>
              <a:t> </a:t>
            </a:r>
            <a:r>
              <a:rPr sz="3200" b="1" dirty="0">
                <a:latin typeface="Calibri"/>
                <a:cs typeface="Calibri"/>
              </a:rPr>
              <a:t>3:</a:t>
            </a:r>
            <a:r>
              <a:rPr sz="3200" b="1" spc="-40" dirty="0">
                <a:latin typeface="Calibri"/>
                <a:cs typeface="Calibri"/>
              </a:rPr>
              <a:t> </a:t>
            </a:r>
            <a:r>
              <a:rPr sz="3200" dirty="0">
                <a:latin typeface="Calibri"/>
                <a:cs typeface="Calibri"/>
              </a:rPr>
              <a:t>a=1324</a:t>
            </a:r>
            <a:r>
              <a:rPr sz="3200" spc="-15" dirty="0">
                <a:latin typeface="Calibri"/>
                <a:cs typeface="Calibri"/>
              </a:rPr>
              <a:t> </a:t>
            </a:r>
            <a:r>
              <a:rPr sz="3200" dirty="0">
                <a:latin typeface="Calibri"/>
                <a:cs typeface="Calibri"/>
              </a:rPr>
              <a:t>và</a:t>
            </a:r>
            <a:r>
              <a:rPr sz="3200" spc="-45" dirty="0">
                <a:latin typeface="Calibri"/>
                <a:cs typeface="Calibri"/>
              </a:rPr>
              <a:t> </a:t>
            </a:r>
            <a:r>
              <a:rPr sz="3200" spc="-10" dirty="0">
                <a:latin typeface="Calibri"/>
                <a:cs typeface="Calibri"/>
              </a:rPr>
              <a:t>b=1342.</a:t>
            </a:r>
            <a:endParaRPr sz="3200">
              <a:latin typeface="Calibri"/>
              <a:cs typeface="Calibri"/>
            </a:endParaRP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58140" y="138215"/>
            <a:ext cx="8147050" cy="4025900"/>
          </a:xfrm>
          <a:prstGeom prst="rect">
            <a:avLst/>
          </a:prstGeom>
        </p:spPr>
        <p:txBody>
          <a:bodyPr vert="horz" wrap="square" lIns="0" tIns="110489" rIns="0" bIns="0" rtlCol="0">
            <a:spAutoFit/>
          </a:bodyPr>
          <a:lstStyle/>
          <a:p>
            <a:pPr marL="38100">
              <a:lnSpc>
                <a:spcPct val="100000"/>
              </a:lnSpc>
              <a:spcBef>
                <a:spcPts val="869"/>
              </a:spcBef>
            </a:pPr>
            <a:r>
              <a:rPr sz="3200" b="1" dirty="0">
                <a:latin typeface="Calibri"/>
                <a:cs typeface="Calibri"/>
              </a:rPr>
              <a:t>2.4.3</a:t>
            </a:r>
            <a:r>
              <a:rPr sz="3200" b="1" spc="-40" dirty="0">
                <a:latin typeface="Calibri"/>
                <a:cs typeface="Calibri"/>
              </a:rPr>
              <a:t> </a:t>
            </a:r>
            <a:r>
              <a:rPr sz="3200" b="1" dirty="0">
                <a:latin typeface="Calibri"/>
                <a:cs typeface="Calibri"/>
              </a:rPr>
              <a:t>Thuật</a:t>
            </a:r>
            <a:r>
              <a:rPr sz="3200" b="1" spc="-55" dirty="0">
                <a:latin typeface="Calibri"/>
                <a:cs typeface="Calibri"/>
              </a:rPr>
              <a:t> </a:t>
            </a:r>
            <a:r>
              <a:rPr sz="3200" b="1" dirty="0">
                <a:latin typeface="Calibri"/>
                <a:cs typeface="Calibri"/>
              </a:rPr>
              <a:t>toán</a:t>
            </a:r>
            <a:r>
              <a:rPr sz="3200" b="1" spc="-55" dirty="0">
                <a:latin typeface="Calibri"/>
                <a:cs typeface="Calibri"/>
              </a:rPr>
              <a:t> </a:t>
            </a:r>
            <a:r>
              <a:rPr sz="3200" b="1" dirty="0">
                <a:latin typeface="Calibri"/>
                <a:cs typeface="Calibri"/>
              </a:rPr>
              <a:t>sinh</a:t>
            </a:r>
            <a:r>
              <a:rPr sz="3200" b="1" spc="-60" dirty="0">
                <a:latin typeface="Calibri"/>
                <a:cs typeface="Calibri"/>
              </a:rPr>
              <a:t> </a:t>
            </a:r>
            <a:r>
              <a:rPr sz="3200" b="1" dirty="0">
                <a:latin typeface="Calibri"/>
                <a:cs typeface="Calibri"/>
              </a:rPr>
              <a:t>tổ</a:t>
            </a:r>
            <a:r>
              <a:rPr sz="3200" b="1" spc="-40" dirty="0">
                <a:latin typeface="Calibri"/>
                <a:cs typeface="Calibri"/>
              </a:rPr>
              <a:t> </a:t>
            </a:r>
            <a:r>
              <a:rPr sz="3200" b="1" spc="-20" dirty="0">
                <a:latin typeface="Calibri"/>
                <a:cs typeface="Calibri"/>
              </a:rPr>
              <a:t>hợp:</a:t>
            </a:r>
            <a:endParaRPr sz="3200">
              <a:latin typeface="Calibri"/>
              <a:cs typeface="Calibri"/>
            </a:endParaRPr>
          </a:p>
          <a:p>
            <a:pPr marL="38100" marR="30480">
              <a:lnSpc>
                <a:spcPct val="100000"/>
              </a:lnSpc>
              <a:spcBef>
                <a:spcPts val="770"/>
              </a:spcBef>
            </a:pPr>
            <a:r>
              <a:rPr sz="3200" dirty="0">
                <a:latin typeface="Calibri"/>
                <a:cs typeface="Calibri"/>
              </a:rPr>
              <a:t>Thuật</a:t>
            </a:r>
            <a:r>
              <a:rPr sz="3200" spc="-55" dirty="0">
                <a:latin typeface="Calibri"/>
                <a:cs typeface="Calibri"/>
              </a:rPr>
              <a:t> </a:t>
            </a:r>
            <a:r>
              <a:rPr sz="3200" dirty="0">
                <a:latin typeface="Calibri"/>
                <a:cs typeface="Calibri"/>
              </a:rPr>
              <a:t>toán</a:t>
            </a:r>
            <a:r>
              <a:rPr sz="3200" spc="-45" dirty="0">
                <a:latin typeface="Calibri"/>
                <a:cs typeface="Calibri"/>
              </a:rPr>
              <a:t> </a:t>
            </a:r>
            <a:r>
              <a:rPr sz="3200" dirty="0">
                <a:latin typeface="Calibri"/>
                <a:cs typeface="Calibri"/>
              </a:rPr>
              <a:t>sẽ</a:t>
            </a:r>
            <a:r>
              <a:rPr sz="3200" spc="-60" dirty="0">
                <a:latin typeface="Calibri"/>
                <a:cs typeface="Calibri"/>
              </a:rPr>
              <a:t> </a:t>
            </a:r>
            <a:r>
              <a:rPr sz="3200" dirty="0">
                <a:latin typeface="Calibri"/>
                <a:cs typeface="Calibri"/>
              </a:rPr>
              <a:t>liệt</a:t>
            </a:r>
            <a:r>
              <a:rPr sz="3200" spc="-65" dirty="0">
                <a:latin typeface="Calibri"/>
                <a:cs typeface="Calibri"/>
              </a:rPr>
              <a:t> </a:t>
            </a:r>
            <a:r>
              <a:rPr sz="3200" dirty="0">
                <a:latin typeface="Calibri"/>
                <a:cs typeface="Calibri"/>
              </a:rPr>
              <a:t>kê</a:t>
            </a:r>
            <a:r>
              <a:rPr sz="3200" spc="-60" dirty="0">
                <a:latin typeface="Calibri"/>
                <a:cs typeface="Calibri"/>
              </a:rPr>
              <a:t> </a:t>
            </a:r>
            <a:r>
              <a:rPr sz="3200" dirty="0">
                <a:latin typeface="Calibri"/>
                <a:cs typeface="Calibri"/>
              </a:rPr>
              <a:t>tất</a:t>
            </a:r>
            <a:r>
              <a:rPr sz="3200" spc="-60" dirty="0">
                <a:latin typeface="Calibri"/>
                <a:cs typeface="Calibri"/>
              </a:rPr>
              <a:t> </a:t>
            </a:r>
            <a:r>
              <a:rPr sz="3200" dirty="0">
                <a:latin typeface="Calibri"/>
                <a:cs typeface="Calibri"/>
              </a:rPr>
              <a:t>cả</a:t>
            </a:r>
            <a:r>
              <a:rPr sz="3200" spc="-80" dirty="0">
                <a:latin typeface="Calibri"/>
                <a:cs typeface="Calibri"/>
              </a:rPr>
              <a:t> </a:t>
            </a:r>
            <a:r>
              <a:rPr sz="3200" dirty="0">
                <a:latin typeface="Calibri"/>
                <a:cs typeface="Calibri"/>
              </a:rPr>
              <a:t>các</a:t>
            </a:r>
            <a:r>
              <a:rPr sz="3200" spc="-60" dirty="0">
                <a:latin typeface="Calibri"/>
                <a:cs typeface="Calibri"/>
              </a:rPr>
              <a:t> </a:t>
            </a:r>
            <a:r>
              <a:rPr sz="3200" dirty="0">
                <a:latin typeface="Calibri"/>
                <a:cs typeface="Calibri"/>
              </a:rPr>
              <a:t>tổ</a:t>
            </a:r>
            <a:r>
              <a:rPr sz="3200" spc="-55" dirty="0">
                <a:latin typeface="Calibri"/>
                <a:cs typeface="Calibri"/>
              </a:rPr>
              <a:t> </a:t>
            </a:r>
            <a:r>
              <a:rPr sz="3200" dirty="0">
                <a:latin typeface="Calibri"/>
                <a:cs typeface="Calibri"/>
              </a:rPr>
              <a:t>hợp</a:t>
            </a:r>
            <a:r>
              <a:rPr sz="3200" spc="-55" dirty="0">
                <a:latin typeface="Calibri"/>
                <a:cs typeface="Calibri"/>
              </a:rPr>
              <a:t> </a:t>
            </a:r>
            <a:r>
              <a:rPr sz="3200" dirty="0">
                <a:latin typeface="Calibri"/>
                <a:cs typeface="Calibri"/>
              </a:rPr>
              <a:t>của</a:t>
            </a:r>
            <a:r>
              <a:rPr sz="3200" spc="-65" dirty="0">
                <a:latin typeface="Calibri"/>
                <a:cs typeface="Calibri"/>
              </a:rPr>
              <a:t> </a:t>
            </a:r>
            <a:r>
              <a:rPr sz="3200" dirty="0">
                <a:latin typeface="Calibri"/>
                <a:cs typeface="Calibri"/>
              </a:rPr>
              <a:t>n</a:t>
            </a:r>
            <a:r>
              <a:rPr sz="3200" spc="-65" dirty="0">
                <a:latin typeface="Calibri"/>
                <a:cs typeface="Calibri"/>
              </a:rPr>
              <a:t> </a:t>
            </a:r>
            <a:r>
              <a:rPr sz="3200" spc="-20" dirty="0">
                <a:latin typeface="Calibri"/>
                <a:cs typeface="Calibri"/>
              </a:rPr>
              <a:t>phần </a:t>
            </a:r>
            <a:r>
              <a:rPr sz="3200" dirty="0">
                <a:latin typeface="Calibri"/>
                <a:cs typeface="Calibri"/>
              </a:rPr>
              <a:t>tử</a:t>
            </a:r>
            <a:r>
              <a:rPr sz="3200" spc="-30" dirty="0">
                <a:latin typeface="Calibri"/>
                <a:cs typeface="Calibri"/>
              </a:rPr>
              <a:t> </a:t>
            </a:r>
            <a:r>
              <a:rPr sz="3200" dirty="0">
                <a:latin typeface="Calibri"/>
                <a:cs typeface="Calibri"/>
              </a:rPr>
              <a:t>chọn</a:t>
            </a:r>
            <a:r>
              <a:rPr sz="3200" spc="-35" dirty="0">
                <a:latin typeface="Calibri"/>
                <a:cs typeface="Calibri"/>
              </a:rPr>
              <a:t> </a:t>
            </a:r>
            <a:r>
              <a:rPr sz="3200" spc="-25" dirty="0">
                <a:latin typeface="Calibri"/>
                <a:cs typeface="Calibri"/>
              </a:rPr>
              <a:t>m.</a:t>
            </a:r>
            <a:endParaRPr sz="3200">
              <a:latin typeface="Calibri"/>
              <a:cs typeface="Calibri"/>
            </a:endParaRPr>
          </a:p>
          <a:p>
            <a:pPr marL="38100">
              <a:lnSpc>
                <a:spcPct val="100000"/>
              </a:lnSpc>
              <a:spcBef>
                <a:spcPts val="770"/>
              </a:spcBef>
            </a:pPr>
            <a:r>
              <a:rPr sz="3200" b="1" dirty="0">
                <a:latin typeface="Calibri"/>
                <a:cs typeface="Calibri"/>
              </a:rPr>
              <a:t>Thực</a:t>
            </a:r>
            <a:r>
              <a:rPr sz="3200" b="1" spc="-25" dirty="0">
                <a:latin typeface="Calibri"/>
                <a:cs typeface="Calibri"/>
              </a:rPr>
              <a:t> </a:t>
            </a:r>
            <a:r>
              <a:rPr sz="3200" b="1" dirty="0">
                <a:latin typeface="Calibri"/>
                <a:cs typeface="Calibri"/>
              </a:rPr>
              <a:t>hiện</a:t>
            </a:r>
            <a:r>
              <a:rPr sz="3200" b="1" spc="-30" dirty="0">
                <a:latin typeface="Calibri"/>
                <a:cs typeface="Calibri"/>
              </a:rPr>
              <a:t> </a:t>
            </a:r>
            <a:r>
              <a:rPr sz="3200" b="1" dirty="0">
                <a:latin typeface="Calibri"/>
                <a:cs typeface="Calibri"/>
              </a:rPr>
              <a:t>các</a:t>
            </a:r>
            <a:r>
              <a:rPr sz="3200" b="1" spc="-30" dirty="0">
                <a:latin typeface="Calibri"/>
                <a:cs typeface="Calibri"/>
              </a:rPr>
              <a:t> </a:t>
            </a:r>
            <a:r>
              <a:rPr sz="3200" b="1" dirty="0">
                <a:latin typeface="Calibri"/>
                <a:cs typeface="Calibri"/>
              </a:rPr>
              <a:t>bước</a:t>
            </a:r>
            <a:r>
              <a:rPr sz="3200" b="1" spc="-25" dirty="0">
                <a:latin typeface="Calibri"/>
                <a:cs typeface="Calibri"/>
              </a:rPr>
              <a:t> </a:t>
            </a:r>
            <a:r>
              <a:rPr sz="3200" b="1" spc="-50" dirty="0">
                <a:latin typeface="Calibri"/>
                <a:cs typeface="Calibri"/>
              </a:rPr>
              <a:t>:</a:t>
            </a:r>
            <a:endParaRPr sz="3200">
              <a:latin typeface="Calibri"/>
              <a:cs typeface="Calibri"/>
            </a:endParaRPr>
          </a:p>
          <a:p>
            <a:pPr marL="38100">
              <a:lnSpc>
                <a:spcPct val="100000"/>
              </a:lnSpc>
              <a:spcBef>
                <a:spcPts val="770"/>
              </a:spcBef>
            </a:pPr>
            <a:r>
              <a:rPr sz="3200" b="1" dirty="0">
                <a:latin typeface="Calibri"/>
                <a:cs typeface="Calibri"/>
              </a:rPr>
              <a:t>B1.</a:t>
            </a:r>
            <a:r>
              <a:rPr sz="3200" b="1" spc="-30" dirty="0">
                <a:latin typeface="Calibri"/>
                <a:cs typeface="Calibri"/>
              </a:rPr>
              <a:t> </a:t>
            </a:r>
            <a:r>
              <a:rPr sz="3200" dirty="0">
                <a:latin typeface="Calibri"/>
                <a:cs typeface="Calibri"/>
              </a:rPr>
              <a:t>Cho</a:t>
            </a:r>
            <a:r>
              <a:rPr sz="3200" spc="-40" dirty="0">
                <a:latin typeface="Calibri"/>
                <a:cs typeface="Calibri"/>
              </a:rPr>
              <a:t> </a:t>
            </a:r>
            <a:r>
              <a:rPr sz="3200" dirty="0">
                <a:latin typeface="Calibri"/>
                <a:cs typeface="Calibri"/>
              </a:rPr>
              <a:t>biết</a:t>
            </a:r>
            <a:r>
              <a:rPr sz="3200" spc="-30" dirty="0">
                <a:latin typeface="Calibri"/>
                <a:cs typeface="Calibri"/>
              </a:rPr>
              <a:t> </a:t>
            </a:r>
            <a:r>
              <a:rPr sz="3200" dirty="0">
                <a:latin typeface="Calibri"/>
                <a:cs typeface="Calibri"/>
              </a:rPr>
              <a:t>m,</a:t>
            </a:r>
            <a:r>
              <a:rPr sz="3200" spc="-35" dirty="0">
                <a:latin typeface="Calibri"/>
                <a:cs typeface="Calibri"/>
              </a:rPr>
              <a:t> </a:t>
            </a:r>
            <a:r>
              <a:rPr sz="3200" spc="-25" dirty="0">
                <a:latin typeface="Calibri"/>
                <a:cs typeface="Calibri"/>
              </a:rPr>
              <a:t>n.</a:t>
            </a:r>
            <a:endParaRPr sz="3200">
              <a:latin typeface="Calibri"/>
              <a:cs typeface="Calibri"/>
            </a:endParaRPr>
          </a:p>
          <a:p>
            <a:pPr marL="38100">
              <a:lnSpc>
                <a:spcPct val="100000"/>
              </a:lnSpc>
              <a:spcBef>
                <a:spcPts val="765"/>
              </a:spcBef>
            </a:pPr>
            <a:r>
              <a:rPr sz="3200" b="1" dirty="0">
                <a:latin typeface="Calibri"/>
                <a:cs typeface="Calibri"/>
              </a:rPr>
              <a:t>B2.</a:t>
            </a:r>
            <a:r>
              <a:rPr sz="3200" b="1" spc="-20" dirty="0">
                <a:latin typeface="Calibri"/>
                <a:cs typeface="Calibri"/>
              </a:rPr>
              <a:t> </a:t>
            </a:r>
            <a:r>
              <a:rPr sz="3200" dirty="0">
                <a:latin typeface="Calibri"/>
                <a:cs typeface="Calibri"/>
              </a:rPr>
              <a:t>Với</a:t>
            </a:r>
            <a:r>
              <a:rPr sz="3200" spc="-30" dirty="0">
                <a:latin typeface="Calibri"/>
                <a:cs typeface="Calibri"/>
              </a:rPr>
              <a:t> </a:t>
            </a:r>
            <a:r>
              <a:rPr sz="3200" dirty="0">
                <a:latin typeface="Calibri"/>
                <a:cs typeface="Calibri"/>
              </a:rPr>
              <a:t>i</a:t>
            </a:r>
            <a:r>
              <a:rPr sz="3200" spc="-2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1</a:t>
            </a:r>
            <a:r>
              <a:rPr sz="3200" spc="-2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2,</a:t>
            </a:r>
            <a:r>
              <a:rPr sz="3200" spc="-20"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m</a:t>
            </a:r>
            <a:r>
              <a:rPr sz="3200" spc="-20" dirty="0">
                <a:latin typeface="Calibri"/>
                <a:cs typeface="Calibri"/>
              </a:rPr>
              <a:t> </a:t>
            </a:r>
            <a:r>
              <a:rPr sz="3200" dirty="0">
                <a:latin typeface="Calibri"/>
                <a:cs typeface="Calibri"/>
              </a:rPr>
              <a:t>thực</a:t>
            </a:r>
            <a:r>
              <a:rPr sz="3200" spc="-20" dirty="0">
                <a:latin typeface="Calibri"/>
                <a:cs typeface="Calibri"/>
              </a:rPr>
              <a:t> </a:t>
            </a:r>
            <a:r>
              <a:rPr sz="3200" dirty="0">
                <a:latin typeface="Calibri"/>
                <a:cs typeface="Calibri"/>
              </a:rPr>
              <a:t>hiện</a:t>
            </a:r>
            <a:r>
              <a:rPr sz="3200" spc="-30" dirty="0">
                <a:latin typeface="Calibri"/>
                <a:cs typeface="Calibri"/>
              </a:rPr>
              <a:t> </a:t>
            </a:r>
            <a:r>
              <a:rPr sz="3200" dirty="0">
                <a:latin typeface="Calibri"/>
                <a:cs typeface="Calibri"/>
              </a:rPr>
              <a:t>s</a:t>
            </a:r>
            <a:r>
              <a:rPr sz="3150" baseline="-21164" dirty="0">
                <a:latin typeface="Calibri"/>
                <a:cs typeface="Calibri"/>
              </a:rPr>
              <a:t>i</a:t>
            </a:r>
            <a:r>
              <a:rPr sz="3150" spc="352" baseline="-21164" dirty="0">
                <a:latin typeface="Calibri"/>
                <a:cs typeface="Calibri"/>
              </a:rPr>
              <a:t> </a:t>
            </a:r>
            <a:r>
              <a:rPr sz="3200" dirty="0">
                <a:latin typeface="Calibri"/>
                <a:cs typeface="Calibri"/>
              </a:rPr>
              <a:t>=</a:t>
            </a:r>
            <a:r>
              <a:rPr sz="3200" spc="-20" dirty="0">
                <a:latin typeface="Calibri"/>
                <a:cs typeface="Calibri"/>
              </a:rPr>
              <a:t> </a:t>
            </a:r>
            <a:r>
              <a:rPr sz="3200" spc="-50" dirty="0">
                <a:latin typeface="Calibri"/>
                <a:cs typeface="Calibri"/>
              </a:rPr>
              <a:t>i</a:t>
            </a:r>
            <a:endParaRPr sz="3200">
              <a:latin typeface="Calibri"/>
              <a:cs typeface="Calibri"/>
            </a:endParaRPr>
          </a:p>
          <a:p>
            <a:pPr marL="38100">
              <a:lnSpc>
                <a:spcPct val="100000"/>
              </a:lnSpc>
              <a:spcBef>
                <a:spcPts val="770"/>
              </a:spcBef>
            </a:pPr>
            <a:r>
              <a:rPr sz="3200" b="1" dirty="0">
                <a:latin typeface="Calibri"/>
                <a:cs typeface="Calibri"/>
              </a:rPr>
              <a:t>B3.</a:t>
            </a:r>
            <a:r>
              <a:rPr sz="3200" b="1" spc="-25" dirty="0">
                <a:latin typeface="Calibri"/>
                <a:cs typeface="Calibri"/>
              </a:rPr>
              <a:t> </a:t>
            </a:r>
            <a:r>
              <a:rPr sz="3200" dirty="0">
                <a:latin typeface="Calibri"/>
                <a:cs typeface="Calibri"/>
              </a:rPr>
              <a:t>Viết</a:t>
            </a:r>
            <a:r>
              <a:rPr sz="3200" spc="-25" dirty="0">
                <a:latin typeface="Calibri"/>
                <a:cs typeface="Calibri"/>
              </a:rPr>
              <a:t> </a:t>
            </a:r>
            <a:r>
              <a:rPr sz="3200" dirty="0">
                <a:latin typeface="Calibri"/>
                <a:cs typeface="Calibri"/>
              </a:rPr>
              <a:t>chuỗi</a:t>
            </a:r>
            <a:r>
              <a:rPr sz="3200" spc="-25" dirty="0">
                <a:latin typeface="Calibri"/>
                <a:cs typeface="Calibri"/>
              </a:rPr>
              <a:t> </a:t>
            </a:r>
            <a:r>
              <a:rPr sz="3200" dirty="0">
                <a:latin typeface="Calibri"/>
                <a:cs typeface="Calibri"/>
              </a:rPr>
              <a:t>s</a:t>
            </a:r>
            <a:r>
              <a:rPr sz="3150" baseline="-21164" dirty="0">
                <a:latin typeface="Calibri"/>
                <a:cs typeface="Calibri"/>
              </a:rPr>
              <a:t>1</a:t>
            </a:r>
            <a:r>
              <a:rPr sz="3200" dirty="0">
                <a:latin typeface="Calibri"/>
                <a:cs typeface="Calibri"/>
              </a:rPr>
              <a:t>s</a:t>
            </a:r>
            <a:r>
              <a:rPr sz="3150" baseline="-21164" dirty="0">
                <a:latin typeface="Calibri"/>
                <a:cs typeface="Calibri"/>
              </a:rPr>
              <a:t>2</a:t>
            </a:r>
            <a:r>
              <a:rPr sz="3200" dirty="0">
                <a:latin typeface="Calibri"/>
                <a:cs typeface="Calibri"/>
              </a:rPr>
              <a:t>.</a:t>
            </a:r>
            <a:r>
              <a:rPr sz="3200" spc="-5" dirty="0">
                <a:latin typeface="Calibri"/>
                <a:cs typeface="Calibri"/>
              </a:rPr>
              <a:t> </a:t>
            </a:r>
            <a:r>
              <a:rPr sz="3200" dirty="0">
                <a:latin typeface="Calibri"/>
                <a:cs typeface="Calibri"/>
              </a:rPr>
              <a:t>.</a:t>
            </a:r>
            <a:r>
              <a:rPr sz="3200" spc="-30" dirty="0">
                <a:latin typeface="Calibri"/>
                <a:cs typeface="Calibri"/>
              </a:rPr>
              <a:t> </a:t>
            </a:r>
            <a:r>
              <a:rPr sz="3200" spc="-25" dirty="0">
                <a:latin typeface="Calibri"/>
                <a:cs typeface="Calibri"/>
              </a:rPr>
              <a:t>.s</a:t>
            </a:r>
            <a:r>
              <a:rPr sz="3150" spc="-37" baseline="-21164" dirty="0">
                <a:latin typeface="Calibri"/>
                <a:cs typeface="Calibri"/>
              </a:rPr>
              <a:t>m</a:t>
            </a:r>
            <a:endParaRPr sz="3150" baseline="-21164">
              <a:latin typeface="Calibri"/>
              <a:cs typeface="Calibri"/>
            </a:endParaRP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367030"/>
            <a:ext cx="2575560" cy="513715"/>
          </a:xfrm>
          <a:prstGeom prst="rect">
            <a:avLst/>
          </a:prstGeom>
        </p:spPr>
        <p:txBody>
          <a:bodyPr vert="horz" wrap="square" lIns="0" tIns="13335" rIns="0" bIns="0" rtlCol="0">
            <a:spAutoFit/>
          </a:bodyPr>
          <a:lstStyle/>
          <a:p>
            <a:pPr marL="12700">
              <a:lnSpc>
                <a:spcPct val="100000"/>
              </a:lnSpc>
              <a:spcBef>
                <a:spcPts val="105"/>
              </a:spcBef>
            </a:pPr>
            <a:r>
              <a:rPr sz="3200" b="1" dirty="0">
                <a:latin typeface="Calibri"/>
                <a:cs typeface="Calibri"/>
              </a:rPr>
              <a:t>B4.</a:t>
            </a:r>
            <a:r>
              <a:rPr sz="3200" b="1" spc="-35" dirty="0">
                <a:latin typeface="Calibri"/>
                <a:cs typeface="Calibri"/>
              </a:rPr>
              <a:t> </a:t>
            </a:r>
            <a:r>
              <a:rPr sz="3200" dirty="0">
                <a:latin typeface="Calibri"/>
                <a:cs typeface="Calibri"/>
              </a:rPr>
              <a:t>Với</a:t>
            </a:r>
            <a:r>
              <a:rPr sz="3200" spc="-35" dirty="0">
                <a:latin typeface="Calibri"/>
                <a:cs typeface="Calibri"/>
              </a:rPr>
              <a:t> </a:t>
            </a:r>
            <a:r>
              <a:rPr sz="3200" dirty="0">
                <a:latin typeface="Calibri"/>
                <a:cs typeface="Calibri"/>
              </a:rPr>
              <a:t>i</a:t>
            </a:r>
            <a:r>
              <a:rPr sz="3200" spc="-45" dirty="0">
                <a:latin typeface="Calibri"/>
                <a:cs typeface="Calibri"/>
              </a:rPr>
              <a:t> </a:t>
            </a:r>
            <a:r>
              <a:rPr sz="3200" dirty="0">
                <a:latin typeface="Calibri"/>
                <a:cs typeface="Calibri"/>
              </a:rPr>
              <a:t>=</a:t>
            </a:r>
            <a:r>
              <a:rPr sz="3200" spc="-35" dirty="0">
                <a:latin typeface="Calibri"/>
                <a:cs typeface="Calibri"/>
              </a:rPr>
              <a:t> </a:t>
            </a:r>
            <a:r>
              <a:rPr sz="3200" dirty="0">
                <a:latin typeface="Calibri"/>
                <a:cs typeface="Calibri"/>
              </a:rPr>
              <a:t>1,</a:t>
            </a:r>
            <a:r>
              <a:rPr sz="3200" spc="-20" dirty="0">
                <a:latin typeface="Calibri"/>
                <a:cs typeface="Calibri"/>
              </a:rPr>
              <a:t> </a:t>
            </a:r>
            <a:r>
              <a:rPr sz="3200" dirty="0">
                <a:latin typeface="Calibri"/>
                <a:cs typeface="Calibri"/>
              </a:rPr>
              <a:t>.</a:t>
            </a:r>
            <a:r>
              <a:rPr sz="3200" spc="-40" dirty="0">
                <a:latin typeface="Calibri"/>
                <a:cs typeface="Calibri"/>
              </a:rPr>
              <a:t> </a:t>
            </a:r>
            <a:r>
              <a:rPr sz="3200" spc="-25" dirty="0">
                <a:latin typeface="Calibri"/>
                <a:cs typeface="Calibri"/>
              </a:rPr>
              <a:t>.,</a:t>
            </a:r>
            <a:endParaRPr sz="3200">
              <a:latin typeface="Calibri"/>
              <a:cs typeface="Calibri"/>
            </a:endParaRPr>
          </a:p>
        </p:txBody>
      </p:sp>
      <p:sp>
        <p:nvSpPr>
          <p:cNvPr id="3" name="object 3"/>
          <p:cNvSpPr/>
          <p:nvPr/>
        </p:nvSpPr>
        <p:spPr>
          <a:xfrm>
            <a:off x="3073780" y="335915"/>
            <a:ext cx="676910" cy="671195"/>
          </a:xfrm>
          <a:custGeom>
            <a:avLst/>
            <a:gdLst/>
            <a:ahLst/>
            <a:cxnLst/>
            <a:rect l="l" t="t" r="r" b="b"/>
            <a:pathLst>
              <a:path w="676910" h="671194">
                <a:moveTo>
                  <a:pt x="531621" y="0"/>
                </a:moveTo>
                <a:lnTo>
                  <a:pt x="525271" y="15875"/>
                </a:lnTo>
                <a:lnTo>
                  <a:pt x="550324" y="36238"/>
                </a:lnTo>
                <a:lnTo>
                  <a:pt x="572531" y="62674"/>
                </a:lnTo>
                <a:lnTo>
                  <a:pt x="608457" y="133857"/>
                </a:lnTo>
                <a:lnTo>
                  <a:pt x="621718" y="177696"/>
                </a:lnTo>
                <a:lnTo>
                  <a:pt x="631205" y="225964"/>
                </a:lnTo>
                <a:lnTo>
                  <a:pt x="636906" y="278661"/>
                </a:lnTo>
                <a:lnTo>
                  <a:pt x="638797" y="335406"/>
                </a:lnTo>
                <a:lnTo>
                  <a:pt x="638809" y="335787"/>
                </a:lnTo>
                <a:lnTo>
                  <a:pt x="636928" y="391983"/>
                </a:lnTo>
                <a:lnTo>
                  <a:pt x="631285" y="444166"/>
                </a:lnTo>
                <a:lnTo>
                  <a:pt x="621879" y="492325"/>
                </a:lnTo>
                <a:lnTo>
                  <a:pt x="608710" y="536447"/>
                </a:lnTo>
                <a:lnTo>
                  <a:pt x="592208" y="575450"/>
                </a:lnTo>
                <a:lnTo>
                  <a:pt x="572801" y="608250"/>
                </a:lnTo>
                <a:lnTo>
                  <a:pt x="525271" y="655192"/>
                </a:lnTo>
                <a:lnTo>
                  <a:pt x="531621" y="671194"/>
                </a:lnTo>
                <a:lnTo>
                  <a:pt x="591375" y="623347"/>
                </a:lnTo>
                <a:lnTo>
                  <a:pt x="616096" y="588648"/>
                </a:lnTo>
                <a:lnTo>
                  <a:pt x="637413" y="546734"/>
                </a:lnTo>
                <a:lnTo>
                  <a:pt x="654581" y="499445"/>
                </a:lnTo>
                <a:lnTo>
                  <a:pt x="666845" y="448452"/>
                </a:lnTo>
                <a:lnTo>
                  <a:pt x="674203" y="393769"/>
                </a:lnTo>
                <a:lnTo>
                  <a:pt x="676639" y="335787"/>
                </a:lnTo>
                <a:lnTo>
                  <a:pt x="676656" y="335406"/>
                </a:lnTo>
                <a:lnTo>
                  <a:pt x="674285" y="278661"/>
                </a:lnTo>
                <a:lnTo>
                  <a:pt x="674203" y="276703"/>
                </a:lnTo>
                <a:lnTo>
                  <a:pt x="666845" y="221916"/>
                </a:lnTo>
                <a:lnTo>
                  <a:pt x="654581" y="171011"/>
                </a:lnTo>
                <a:lnTo>
                  <a:pt x="637413" y="123951"/>
                </a:lnTo>
                <a:lnTo>
                  <a:pt x="616096" y="82403"/>
                </a:lnTo>
                <a:lnTo>
                  <a:pt x="591375" y="47878"/>
                </a:lnTo>
                <a:lnTo>
                  <a:pt x="563225" y="20403"/>
                </a:lnTo>
                <a:lnTo>
                  <a:pt x="531621" y="0"/>
                </a:lnTo>
                <a:close/>
              </a:path>
              <a:path w="676910" h="671194">
                <a:moveTo>
                  <a:pt x="144906" y="0"/>
                </a:moveTo>
                <a:lnTo>
                  <a:pt x="85264" y="47879"/>
                </a:lnTo>
                <a:lnTo>
                  <a:pt x="60557" y="82403"/>
                </a:lnTo>
                <a:lnTo>
                  <a:pt x="39243" y="123951"/>
                </a:lnTo>
                <a:lnTo>
                  <a:pt x="22074" y="171011"/>
                </a:lnTo>
                <a:lnTo>
                  <a:pt x="9810" y="221916"/>
                </a:lnTo>
                <a:lnTo>
                  <a:pt x="2452" y="276703"/>
                </a:lnTo>
                <a:lnTo>
                  <a:pt x="0" y="335406"/>
                </a:lnTo>
                <a:lnTo>
                  <a:pt x="2377" y="391983"/>
                </a:lnTo>
                <a:lnTo>
                  <a:pt x="9810" y="448452"/>
                </a:lnTo>
                <a:lnTo>
                  <a:pt x="22074" y="499445"/>
                </a:lnTo>
                <a:lnTo>
                  <a:pt x="39243" y="546734"/>
                </a:lnTo>
                <a:lnTo>
                  <a:pt x="60557" y="588648"/>
                </a:lnTo>
                <a:lnTo>
                  <a:pt x="85264" y="623347"/>
                </a:lnTo>
                <a:lnTo>
                  <a:pt x="113377" y="650855"/>
                </a:lnTo>
                <a:lnTo>
                  <a:pt x="144906" y="671194"/>
                </a:lnTo>
                <a:lnTo>
                  <a:pt x="151383" y="655192"/>
                </a:lnTo>
                <a:lnTo>
                  <a:pt x="126166" y="634835"/>
                </a:lnTo>
                <a:lnTo>
                  <a:pt x="103854" y="608250"/>
                </a:lnTo>
                <a:lnTo>
                  <a:pt x="84447" y="575450"/>
                </a:lnTo>
                <a:lnTo>
                  <a:pt x="67944" y="536447"/>
                </a:lnTo>
                <a:lnTo>
                  <a:pt x="54850" y="492325"/>
                </a:lnTo>
                <a:lnTo>
                  <a:pt x="45481" y="444166"/>
                </a:lnTo>
                <a:lnTo>
                  <a:pt x="39852" y="391983"/>
                </a:lnTo>
                <a:lnTo>
                  <a:pt x="37973" y="335787"/>
                </a:lnTo>
                <a:lnTo>
                  <a:pt x="39876" y="278661"/>
                </a:lnTo>
                <a:lnTo>
                  <a:pt x="45577" y="225964"/>
                </a:lnTo>
                <a:lnTo>
                  <a:pt x="55064" y="177696"/>
                </a:lnTo>
                <a:lnTo>
                  <a:pt x="68325" y="133857"/>
                </a:lnTo>
                <a:lnTo>
                  <a:pt x="84875" y="95206"/>
                </a:lnTo>
                <a:lnTo>
                  <a:pt x="126404" y="36238"/>
                </a:lnTo>
                <a:lnTo>
                  <a:pt x="151383" y="15875"/>
                </a:lnTo>
                <a:lnTo>
                  <a:pt x="144906" y="0"/>
                </a:lnTo>
                <a:close/>
              </a:path>
            </a:pathLst>
          </a:custGeom>
          <a:solidFill>
            <a:srgbClr val="000000"/>
          </a:solidFill>
        </p:spPr>
        <p:txBody>
          <a:bodyPr wrap="square" lIns="0" tIns="0" rIns="0" bIns="0" rtlCol="0"/>
          <a:lstStyle/>
          <a:p>
            <a:endParaRPr/>
          </a:p>
        </p:txBody>
      </p:sp>
      <p:sp>
        <p:nvSpPr>
          <p:cNvPr id="4" name="object 4"/>
          <p:cNvSpPr txBox="1"/>
          <p:nvPr/>
        </p:nvSpPr>
        <p:spPr>
          <a:xfrm>
            <a:off x="3224910" y="107391"/>
            <a:ext cx="367030" cy="989965"/>
          </a:xfrm>
          <a:prstGeom prst="rect">
            <a:avLst/>
          </a:prstGeom>
        </p:spPr>
        <p:txBody>
          <a:bodyPr vert="horz" wrap="square" lIns="0" tIns="13335" rIns="0" bIns="0" rtlCol="0">
            <a:spAutoFit/>
          </a:bodyPr>
          <a:lstStyle/>
          <a:p>
            <a:pPr marL="67310">
              <a:lnSpc>
                <a:spcPts val="3795"/>
              </a:lnSpc>
              <a:spcBef>
                <a:spcPts val="105"/>
              </a:spcBef>
            </a:pPr>
            <a:r>
              <a:rPr sz="3200" spc="-50" dirty="0">
                <a:latin typeface="Cambria Math"/>
                <a:cs typeface="Cambria Math"/>
              </a:rPr>
              <a:t>𝑛</a:t>
            </a:r>
            <a:endParaRPr sz="3200">
              <a:latin typeface="Cambria Math"/>
              <a:cs typeface="Cambria Math"/>
            </a:endParaRPr>
          </a:p>
          <a:p>
            <a:pPr marL="12700">
              <a:lnSpc>
                <a:spcPts val="3795"/>
              </a:lnSpc>
            </a:pPr>
            <a:r>
              <a:rPr sz="3200" spc="-50" dirty="0">
                <a:latin typeface="Cambria Math"/>
                <a:cs typeface="Cambria Math"/>
              </a:rPr>
              <a:t>𝑚</a:t>
            </a:r>
            <a:endParaRPr sz="3200">
              <a:latin typeface="Cambria Math"/>
              <a:cs typeface="Cambria Math"/>
            </a:endParaRPr>
          </a:p>
        </p:txBody>
      </p:sp>
      <p:sp>
        <p:nvSpPr>
          <p:cNvPr id="5" name="object 5"/>
          <p:cNvSpPr txBox="1"/>
          <p:nvPr/>
        </p:nvSpPr>
        <p:spPr>
          <a:xfrm>
            <a:off x="3951859" y="367030"/>
            <a:ext cx="3388360" cy="513715"/>
          </a:xfrm>
          <a:prstGeom prst="rect">
            <a:avLst/>
          </a:prstGeom>
        </p:spPr>
        <p:txBody>
          <a:bodyPr vert="horz" wrap="square" lIns="0" tIns="13335" rIns="0" bIns="0" rtlCol="0">
            <a:spAutoFit/>
          </a:bodyPr>
          <a:lstStyle/>
          <a:p>
            <a:pPr marL="12700">
              <a:lnSpc>
                <a:spcPct val="100000"/>
              </a:lnSpc>
              <a:spcBef>
                <a:spcPts val="105"/>
              </a:spcBef>
            </a:pPr>
            <a:r>
              <a:rPr sz="3200" dirty="0">
                <a:latin typeface="Cambria Math"/>
                <a:cs typeface="Cambria Math"/>
              </a:rPr>
              <a:t>−</a:t>
            </a:r>
            <a:r>
              <a:rPr sz="3200" spc="-30" dirty="0">
                <a:latin typeface="Cambria Math"/>
                <a:cs typeface="Cambria Math"/>
              </a:rPr>
              <a:t> </a:t>
            </a:r>
            <a:r>
              <a:rPr sz="3200" dirty="0">
                <a:latin typeface="Cambria Math"/>
                <a:cs typeface="Cambria Math"/>
              </a:rPr>
              <a:t>1</a:t>
            </a:r>
            <a:r>
              <a:rPr sz="3200" spc="-15" dirty="0">
                <a:latin typeface="Cambria Math"/>
                <a:cs typeface="Cambria Math"/>
              </a:rPr>
              <a:t> </a:t>
            </a:r>
            <a:r>
              <a:rPr sz="3200" dirty="0">
                <a:latin typeface="Calibri"/>
                <a:cs typeface="Calibri"/>
              </a:rPr>
              <a:t>thực</a:t>
            </a:r>
            <a:r>
              <a:rPr sz="3200" spc="-35" dirty="0">
                <a:latin typeface="Calibri"/>
                <a:cs typeface="Calibri"/>
              </a:rPr>
              <a:t> </a:t>
            </a:r>
            <a:r>
              <a:rPr sz="3200" dirty="0">
                <a:latin typeface="Calibri"/>
                <a:cs typeface="Calibri"/>
              </a:rPr>
              <a:t>hiện</a:t>
            </a:r>
            <a:r>
              <a:rPr sz="3200" spc="-15" dirty="0">
                <a:latin typeface="Calibri"/>
                <a:cs typeface="Calibri"/>
              </a:rPr>
              <a:t> </a:t>
            </a:r>
            <a:r>
              <a:rPr sz="3200" dirty="0">
                <a:latin typeface="Calibri"/>
                <a:cs typeface="Calibri"/>
              </a:rPr>
              <a:t>B5-</a:t>
            </a:r>
            <a:r>
              <a:rPr sz="3200" spc="-25" dirty="0">
                <a:latin typeface="Calibri"/>
                <a:cs typeface="Calibri"/>
              </a:rPr>
              <a:t>B8</a:t>
            </a:r>
            <a:endParaRPr sz="3200">
              <a:latin typeface="Calibri"/>
              <a:cs typeface="Calibri"/>
            </a:endParaRPr>
          </a:p>
        </p:txBody>
      </p:sp>
      <p:sp>
        <p:nvSpPr>
          <p:cNvPr id="6" name="object 6"/>
          <p:cNvSpPr txBox="1"/>
          <p:nvPr/>
        </p:nvSpPr>
        <p:spPr>
          <a:xfrm>
            <a:off x="358140" y="1065021"/>
            <a:ext cx="8244205" cy="3245485"/>
          </a:xfrm>
          <a:prstGeom prst="rect">
            <a:avLst/>
          </a:prstGeom>
        </p:spPr>
        <p:txBody>
          <a:bodyPr vert="horz" wrap="square" lIns="0" tIns="13335" rIns="0" bIns="0" rtlCol="0">
            <a:spAutoFit/>
          </a:bodyPr>
          <a:lstStyle/>
          <a:p>
            <a:pPr marL="38100" marR="30480">
              <a:lnSpc>
                <a:spcPct val="100000"/>
              </a:lnSpc>
              <a:spcBef>
                <a:spcPts val="105"/>
              </a:spcBef>
            </a:pPr>
            <a:r>
              <a:rPr sz="3200" b="1" dirty="0">
                <a:latin typeface="Calibri"/>
                <a:cs typeface="Calibri"/>
              </a:rPr>
              <a:t>B5.</a:t>
            </a:r>
            <a:r>
              <a:rPr sz="3200" b="1" spc="-15" dirty="0">
                <a:latin typeface="Calibri"/>
                <a:cs typeface="Calibri"/>
              </a:rPr>
              <a:t> </a:t>
            </a:r>
            <a:r>
              <a:rPr sz="3200" dirty="0">
                <a:latin typeface="Calibri"/>
                <a:cs typeface="Calibri"/>
              </a:rPr>
              <a:t>Tìm</a:t>
            </a:r>
            <a:r>
              <a:rPr sz="3200" spc="-20" dirty="0">
                <a:latin typeface="Calibri"/>
                <a:cs typeface="Calibri"/>
              </a:rPr>
              <a:t> </a:t>
            </a:r>
            <a:r>
              <a:rPr sz="3200" dirty="0">
                <a:latin typeface="Calibri"/>
                <a:cs typeface="Calibri"/>
              </a:rPr>
              <a:t>chỉ</a:t>
            </a:r>
            <a:r>
              <a:rPr sz="3200" spc="-15" dirty="0">
                <a:latin typeface="Calibri"/>
                <a:cs typeface="Calibri"/>
              </a:rPr>
              <a:t> </a:t>
            </a:r>
            <a:r>
              <a:rPr sz="3200" dirty="0">
                <a:latin typeface="Calibri"/>
                <a:cs typeface="Calibri"/>
              </a:rPr>
              <a:t>số</a:t>
            </a:r>
            <a:r>
              <a:rPr sz="3200" spc="-25" dirty="0">
                <a:latin typeface="Calibri"/>
                <a:cs typeface="Calibri"/>
              </a:rPr>
              <a:t> </a:t>
            </a:r>
            <a:r>
              <a:rPr sz="3200" dirty="0">
                <a:latin typeface="Calibri"/>
                <a:cs typeface="Calibri"/>
              </a:rPr>
              <a:t>j</a:t>
            </a:r>
            <a:r>
              <a:rPr sz="3200" spc="-25" dirty="0">
                <a:latin typeface="Calibri"/>
                <a:cs typeface="Calibri"/>
              </a:rPr>
              <a:t> </a:t>
            </a:r>
            <a:r>
              <a:rPr sz="3200" dirty="0">
                <a:latin typeface="Calibri"/>
                <a:cs typeface="Calibri"/>
              </a:rPr>
              <a:t>lớn</a:t>
            </a:r>
            <a:r>
              <a:rPr sz="3200" spc="-10" dirty="0">
                <a:latin typeface="Calibri"/>
                <a:cs typeface="Calibri"/>
              </a:rPr>
              <a:t> </a:t>
            </a:r>
            <a:r>
              <a:rPr sz="3200" dirty="0">
                <a:latin typeface="Calibri"/>
                <a:cs typeface="Calibri"/>
              </a:rPr>
              <a:t>nhất</a:t>
            </a:r>
            <a:r>
              <a:rPr sz="3200" spc="-10" dirty="0">
                <a:latin typeface="Calibri"/>
                <a:cs typeface="Calibri"/>
              </a:rPr>
              <a:t> </a:t>
            </a:r>
            <a:r>
              <a:rPr sz="3200" dirty="0">
                <a:latin typeface="Calibri"/>
                <a:cs typeface="Calibri"/>
              </a:rPr>
              <a:t>sao</a:t>
            </a:r>
            <a:r>
              <a:rPr sz="3200" spc="-25" dirty="0">
                <a:latin typeface="Calibri"/>
                <a:cs typeface="Calibri"/>
              </a:rPr>
              <a:t> </a:t>
            </a:r>
            <a:r>
              <a:rPr sz="3200" dirty="0">
                <a:latin typeface="Calibri"/>
                <a:cs typeface="Calibri"/>
              </a:rPr>
              <a:t>cho</a:t>
            </a:r>
            <a:r>
              <a:rPr sz="3200" spc="-20" dirty="0">
                <a:latin typeface="Calibri"/>
                <a:cs typeface="Calibri"/>
              </a:rPr>
              <a:t> </a:t>
            </a:r>
            <a:r>
              <a:rPr sz="3200" dirty="0">
                <a:latin typeface="Calibri"/>
                <a:cs typeface="Calibri"/>
              </a:rPr>
              <a:t>s</a:t>
            </a:r>
            <a:r>
              <a:rPr sz="3150" baseline="-21164" dirty="0">
                <a:latin typeface="Calibri"/>
                <a:cs typeface="Calibri"/>
              </a:rPr>
              <a:t>j</a:t>
            </a:r>
            <a:r>
              <a:rPr sz="3150" spc="345" baseline="-21164" dirty="0">
                <a:latin typeface="Calibri"/>
                <a:cs typeface="Calibri"/>
              </a:rPr>
              <a:t> </a:t>
            </a:r>
            <a:r>
              <a:rPr sz="3200" dirty="0">
                <a:latin typeface="Calibri"/>
                <a:cs typeface="Calibri"/>
              </a:rPr>
              <a:t>khác</a:t>
            </a:r>
            <a:r>
              <a:rPr sz="3200" spc="-30" dirty="0">
                <a:latin typeface="Calibri"/>
                <a:cs typeface="Calibri"/>
              </a:rPr>
              <a:t> </a:t>
            </a:r>
            <a:r>
              <a:rPr sz="3200" dirty="0">
                <a:latin typeface="Calibri"/>
                <a:cs typeface="Calibri"/>
              </a:rPr>
              <a:t>giá</a:t>
            </a:r>
            <a:r>
              <a:rPr sz="3200" spc="-15" dirty="0">
                <a:latin typeface="Calibri"/>
                <a:cs typeface="Calibri"/>
              </a:rPr>
              <a:t> </a:t>
            </a:r>
            <a:r>
              <a:rPr sz="3200" dirty="0">
                <a:latin typeface="Calibri"/>
                <a:cs typeface="Calibri"/>
              </a:rPr>
              <a:t>trị</a:t>
            </a:r>
            <a:r>
              <a:rPr sz="3200" spc="-5" dirty="0">
                <a:latin typeface="Calibri"/>
                <a:cs typeface="Calibri"/>
              </a:rPr>
              <a:t> </a:t>
            </a:r>
            <a:r>
              <a:rPr sz="3200" spc="-25" dirty="0">
                <a:latin typeface="Calibri"/>
                <a:cs typeface="Calibri"/>
              </a:rPr>
              <a:t>lớn </a:t>
            </a:r>
            <a:r>
              <a:rPr sz="3200" dirty="0">
                <a:latin typeface="Calibri"/>
                <a:cs typeface="Calibri"/>
              </a:rPr>
              <a:t>nhất</a:t>
            </a:r>
            <a:r>
              <a:rPr sz="3200" spc="-25" dirty="0">
                <a:latin typeface="Calibri"/>
                <a:cs typeface="Calibri"/>
              </a:rPr>
              <a:t> </a:t>
            </a:r>
            <a:r>
              <a:rPr sz="3200" dirty="0">
                <a:latin typeface="Calibri"/>
                <a:cs typeface="Calibri"/>
              </a:rPr>
              <a:t>của</a:t>
            </a:r>
            <a:r>
              <a:rPr sz="3200" spc="-30" dirty="0">
                <a:latin typeface="Calibri"/>
                <a:cs typeface="Calibri"/>
              </a:rPr>
              <a:t> </a:t>
            </a:r>
            <a:r>
              <a:rPr sz="3200" dirty="0">
                <a:latin typeface="Calibri"/>
                <a:cs typeface="Calibri"/>
              </a:rPr>
              <a:t>nó</a:t>
            </a:r>
            <a:r>
              <a:rPr sz="3200" spc="-35" dirty="0">
                <a:latin typeface="Calibri"/>
                <a:cs typeface="Calibri"/>
              </a:rPr>
              <a:t> </a:t>
            </a:r>
            <a:r>
              <a:rPr sz="3200" dirty="0">
                <a:latin typeface="Calibri"/>
                <a:cs typeface="Calibri"/>
              </a:rPr>
              <a:t>(Giá</a:t>
            </a:r>
            <a:r>
              <a:rPr sz="3200" spc="-15" dirty="0">
                <a:latin typeface="Calibri"/>
                <a:cs typeface="Calibri"/>
              </a:rPr>
              <a:t> </a:t>
            </a:r>
            <a:r>
              <a:rPr sz="3200" dirty="0">
                <a:latin typeface="Calibri"/>
                <a:cs typeface="Calibri"/>
              </a:rPr>
              <a:t>trị</a:t>
            </a:r>
            <a:r>
              <a:rPr sz="3200" spc="-50" dirty="0">
                <a:latin typeface="Calibri"/>
                <a:cs typeface="Calibri"/>
              </a:rPr>
              <a:t> </a:t>
            </a:r>
            <a:r>
              <a:rPr sz="3200" dirty="0">
                <a:latin typeface="Calibri"/>
                <a:cs typeface="Calibri"/>
              </a:rPr>
              <a:t>lớn</a:t>
            </a:r>
            <a:r>
              <a:rPr sz="3200" spc="-25" dirty="0">
                <a:latin typeface="Calibri"/>
                <a:cs typeface="Calibri"/>
              </a:rPr>
              <a:t> </a:t>
            </a:r>
            <a:r>
              <a:rPr sz="3200" dirty="0">
                <a:latin typeface="Calibri"/>
                <a:cs typeface="Calibri"/>
              </a:rPr>
              <a:t>nhất</a:t>
            </a:r>
            <a:r>
              <a:rPr sz="3200" spc="-20" dirty="0">
                <a:latin typeface="Calibri"/>
                <a:cs typeface="Calibri"/>
              </a:rPr>
              <a:t> </a:t>
            </a:r>
            <a:r>
              <a:rPr sz="3200" dirty="0">
                <a:latin typeface="Calibri"/>
                <a:cs typeface="Calibri"/>
              </a:rPr>
              <a:t>của</a:t>
            </a:r>
            <a:r>
              <a:rPr sz="3200" spc="-35" dirty="0">
                <a:latin typeface="Calibri"/>
                <a:cs typeface="Calibri"/>
              </a:rPr>
              <a:t> </a:t>
            </a:r>
            <a:r>
              <a:rPr sz="3200" dirty="0">
                <a:latin typeface="Calibri"/>
                <a:cs typeface="Calibri"/>
              </a:rPr>
              <a:t>s</a:t>
            </a:r>
            <a:r>
              <a:rPr sz="3150" baseline="-21164" dirty="0">
                <a:latin typeface="Calibri"/>
                <a:cs typeface="Calibri"/>
              </a:rPr>
              <a:t>j</a:t>
            </a:r>
            <a:r>
              <a:rPr sz="3150" spc="330" baseline="-21164" dirty="0">
                <a:latin typeface="Calibri"/>
                <a:cs typeface="Calibri"/>
              </a:rPr>
              <a:t> </a:t>
            </a:r>
            <a:r>
              <a:rPr sz="3200" dirty="0">
                <a:latin typeface="Calibri"/>
                <a:cs typeface="Calibri"/>
              </a:rPr>
              <a:t>được</a:t>
            </a:r>
            <a:r>
              <a:rPr sz="3200" spc="-50" dirty="0">
                <a:latin typeface="Calibri"/>
                <a:cs typeface="Calibri"/>
              </a:rPr>
              <a:t> </a:t>
            </a:r>
            <a:r>
              <a:rPr sz="3200" spc="-20" dirty="0">
                <a:latin typeface="Calibri"/>
                <a:cs typeface="Calibri"/>
              </a:rPr>
              <a:t>định </a:t>
            </a:r>
            <a:r>
              <a:rPr sz="3200" dirty="0">
                <a:latin typeface="Calibri"/>
                <a:cs typeface="Calibri"/>
              </a:rPr>
              <a:t>nghĩa</a:t>
            </a:r>
            <a:r>
              <a:rPr sz="3200" spc="-20" dirty="0">
                <a:latin typeface="Calibri"/>
                <a:cs typeface="Calibri"/>
              </a:rPr>
              <a:t> </a:t>
            </a:r>
            <a:r>
              <a:rPr sz="3200" dirty="0">
                <a:latin typeface="Calibri"/>
                <a:cs typeface="Calibri"/>
              </a:rPr>
              <a:t>là</a:t>
            </a:r>
            <a:r>
              <a:rPr sz="3200" spc="-30" dirty="0">
                <a:latin typeface="Calibri"/>
                <a:cs typeface="Calibri"/>
              </a:rPr>
              <a:t> </a:t>
            </a:r>
            <a:r>
              <a:rPr sz="3200" dirty="0">
                <a:latin typeface="Calibri"/>
                <a:cs typeface="Calibri"/>
              </a:rPr>
              <a:t>n</a:t>
            </a:r>
            <a:r>
              <a:rPr sz="3200" spc="-10"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m</a:t>
            </a:r>
            <a:r>
              <a:rPr sz="3200" spc="-30" dirty="0">
                <a:latin typeface="Calibri"/>
                <a:cs typeface="Calibri"/>
              </a:rPr>
              <a:t> </a:t>
            </a:r>
            <a:r>
              <a:rPr sz="3200" dirty="0">
                <a:latin typeface="Calibri"/>
                <a:cs typeface="Calibri"/>
              </a:rPr>
              <a:t>+</a:t>
            </a:r>
            <a:r>
              <a:rPr sz="3200" spc="-15" dirty="0">
                <a:latin typeface="Calibri"/>
                <a:cs typeface="Calibri"/>
              </a:rPr>
              <a:t> </a:t>
            </a:r>
            <a:r>
              <a:rPr sz="3200" spc="-25" dirty="0">
                <a:latin typeface="Calibri"/>
                <a:cs typeface="Calibri"/>
              </a:rPr>
              <a:t>j)</a:t>
            </a:r>
            <a:endParaRPr sz="3200">
              <a:latin typeface="Calibri"/>
              <a:cs typeface="Calibri"/>
            </a:endParaRPr>
          </a:p>
          <a:p>
            <a:pPr marL="38100">
              <a:lnSpc>
                <a:spcPct val="100000"/>
              </a:lnSpc>
              <a:spcBef>
                <a:spcPts val="770"/>
              </a:spcBef>
            </a:pPr>
            <a:r>
              <a:rPr sz="3200" b="1" dirty="0">
                <a:latin typeface="Calibri"/>
                <a:cs typeface="Calibri"/>
              </a:rPr>
              <a:t>B6.</a:t>
            </a:r>
            <a:r>
              <a:rPr sz="3200" b="1" spc="-5" dirty="0">
                <a:latin typeface="Calibri"/>
                <a:cs typeface="Calibri"/>
              </a:rPr>
              <a:t> </a:t>
            </a:r>
            <a:r>
              <a:rPr sz="3200" dirty="0">
                <a:latin typeface="Calibri"/>
                <a:cs typeface="Calibri"/>
              </a:rPr>
              <a:t>s</a:t>
            </a:r>
            <a:r>
              <a:rPr sz="3150" baseline="-21164" dirty="0">
                <a:latin typeface="Calibri"/>
                <a:cs typeface="Calibri"/>
              </a:rPr>
              <a:t>j</a:t>
            </a:r>
            <a:r>
              <a:rPr sz="3150" spc="367" baseline="-21164" dirty="0">
                <a:latin typeface="Calibri"/>
                <a:cs typeface="Calibri"/>
              </a:rPr>
              <a:t> </a:t>
            </a:r>
            <a:r>
              <a:rPr sz="3200" dirty="0">
                <a:latin typeface="Calibri"/>
                <a:cs typeface="Calibri"/>
              </a:rPr>
              <a:t>=</a:t>
            </a:r>
            <a:r>
              <a:rPr sz="3200" spc="-5" dirty="0">
                <a:latin typeface="Calibri"/>
                <a:cs typeface="Calibri"/>
              </a:rPr>
              <a:t> </a:t>
            </a:r>
            <a:r>
              <a:rPr sz="3200" dirty="0">
                <a:latin typeface="Calibri"/>
                <a:cs typeface="Calibri"/>
              </a:rPr>
              <a:t>s</a:t>
            </a:r>
            <a:r>
              <a:rPr sz="3150" baseline="-21164" dirty="0">
                <a:latin typeface="Calibri"/>
                <a:cs typeface="Calibri"/>
              </a:rPr>
              <a:t>j</a:t>
            </a:r>
            <a:r>
              <a:rPr sz="3150" spc="359" baseline="-21164" dirty="0">
                <a:latin typeface="Calibri"/>
                <a:cs typeface="Calibri"/>
              </a:rPr>
              <a:t> </a:t>
            </a:r>
            <a:r>
              <a:rPr sz="3200" dirty="0">
                <a:latin typeface="Calibri"/>
                <a:cs typeface="Calibri"/>
              </a:rPr>
              <a:t>+</a:t>
            </a:r>
            <a:r>
              <a:rPr sz="3200" spc="-5" dirty="0">
                <a:latin typeface="Calibri"/>
                <a:cs typeface="Calibri"/>
              </a:rPr>
              <a:t> </a:t>
            </a:r>
            <a:r>
              <a:rPr sz="3200" spc="-50" dirty="0">
                <a:latin typeface="Calibri"/>
                <a:cs typeface="Calibri"/>
              </a:rPr>
              <a:t>1</a:t>
            </a:r>
            <a:endParaRPr sz="3200">
              <a:latin typeface="Calibri"/>
              <a:cs typeface="Calibri"/>
            </a:endParaRPr>
          </a:p>
          <a:p>
            <a:pPr marL="38100">
              <a:lnSpc>
                <a:spcPct val="100000"/>
              </a:lnSpc>
              <a:spcBef>
                <a:spcPts val="770"/>
              </a:spcBef>
            </a:pPr>
            <a:r>
              <a:rPr sz="3200" b="1" dirty="0">
                <a:latin typeface="Calibri"/>
                <a:cs typeface="Calibri"/>
              </a:rPr>
              <a:t>B7.</a:t>
            </a:r>
            <a:r>
              <a:rPr sz="3200" b="1" spc="-25" dirty="0">
                <a:latin typeface="Calibri"/>
                <a:cs typeface="Calibri"/>
              </a:rPr>
              <a:t> </a:t>
            </a:r>
            <a:r>
              <a:rPr sz="3200" dirty="0">
                <a:latin typeface="Calibri"/>
                <a:cs typeface="Calibri"/>
              </a:rPr>
              <a:t>Với</a:t>
            </a:r>
            <a:r>
              <a:rPr sz="3200" spc="-25" dirty="0">
                <a:latin typeface="Calibri"/>
                <a:cs typeface="Calibri"/>
              </a:rPr>
              <a:t> </a:t>
            </a:r>
            <a:r>
              <a:rPr sz="3200" dirty="0">
                <a:latin typeface="Calibri"/>
                <a:cs typeface="Calibri"/>
              </a:rPr>
              <a:t>r</a:t>
            </a:r>
            <a:r>
              <a:rPr sz="3200" spc="-25" dirty="0">
                <a:latin typeface="Calibri"/>
                <a:cs typeface="Calibri"/>
              </a:rPr>
              <a:t> </a:t>
            </a:r>
            <a:r>
              <a:rPr sz="3200" dirty="0">
                <a:latin typeface="Calibri"/>
                <a:cs typeface="Calibri"/>
              </a:rPr>
              <a:t>=</a:t>
            </a:r>
            <a:r>
              <a:rPr sz="3200" spc="-35" dirty="0">
                <a:latin typeface="Calibri"/>
                <a:cs typeface="Calibri"/>
              </a:rPr>
              <a:t> </a:t>
            </a:r>
            <a:r>
              <a:rPr sz="3200" dirty="0">
                <a:latin typeface="Calibri"/>
                <a:cs typeface="Calibri"/>
              </a:rPr>
              <a:t>j+1,</a:t>
            </a:r>
            <a:r>
              <a:rPr sz="3200" spc="-25" dirty="0">
                <a:latin typeface="Calibri"/>
                <a:cs typeface="Calibri"/>
              </a:rPr>
              <a:t> </a:t>
            </a:r>
            <a:r>
              <a:rPr sz="3200" dirty="0">
                <a:latin typeface="Calibri"/>
                <a:cs typeface="Calibri"/>
              </a:rPr>
              <a:t>j+2,</a:t>
            </a:r>
            <a:r>
              <a:rPr sz="3200" spc="-25"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m</a:t>
            </a:r>
            <a:r>
              <a:rPr sz="3200" spc="-25" dirty="0">
                <a:latin typeface="Calibri"/>
                <a:cs typeface="Calibri"/>
              </a:rPr>
              <a:t> </a:t>
            </a:r>
            <a:r>
              <a:rPr sz="3200" dirty="0">
                <a:latin typeface="Calibri"/>
                <a:cs typeface="Calibri"/>
              </a:rPr>
              <a:t>thực</a:t>
            </a:r>
            <a:r>
              <a:rPr sz="3200" spc="-25" dirty="0">
                <a:latin typeface="Calibri"/>
                <a:cs typeface="Calibri"/>
              </a:rPr>
              <a:t> </a:t>
            </a:r>
            <a:r>
              <a:rPr sz="3200" dirty="0">
                <a:latin typeface="Calibri"/>
                <a:cs typeface="Calibri"/>
              </a:rPr>
              <a:t>hiện</a:t>
            </a:r>
            <a:r>
              <a:rPr sz="3200" spc="-30" dirty="0">
                <a:latin typeface="Calibri"/>
                <a:cs typeface="Calibri"/>
              </a:rPr>
              <a:t> </a:t>
            </a:r>
            <a:r>
              <a:rPr sz="3200" dirty="0">
                <a:latin typeface="Calibri"/>
                <a:cs typeface="Calibri"/>
              </a:rPr>
              <a:t>s</a:t>
            </a:r>
            <a:r>
              <a:rPr sz="3150" baseline="-21164" dirty="0">
                <a:latin typeface="Calibri"/>
                <a:cs typeface="Calibri"/>
              </a:rPr>
              <a:t>r</a:t>
            </a:r>
            <a:r>
              <a:rPr sz="3150" spc="345" baseline="-21164"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s</a:t>
            </a:r>
            <a:r>
              <a:rPr sz="3150" baseline="-21164" dirty="0">
                <a:latin typeface="Calibri"/>
                <a:cs typeface="Calibri"/>
              </a:rPr>
              <a:t>r-1</a:t>
            </a:r>
            <a:r>
              <a:rPr sz="3150" spc="337" baseline="-21164" dirty="0">
                <a:latin typeface="Calibri"/>
                <a:cs typeface="Calibri"/>
              </a:rPr>
              <a:t> </a:t>
            </a:r>
            <a:r>
              <a:rPr sz="3200" spc="-25" dirty="0">
                <a:latin typeface="Calibri"/>
                <a:cs typeface="Calibri"/>
              </a:rPr>
              <a:t>+1</a:t>
            </a:r>
            <a:endParaRPr sz="3200">
              <a:latin typeface="Calibri"/>
              <a:cs typeface="Calibri"/>
            </a:endParaRPr>
          </a:p>
          <a:p>
            <a:pPr marL="38100">
              <a:lnSpc>
                <a:spcPct val="100000"/>
              </a:lnSpc>
              <a:spcBef>
                <a:spcPts val="765"/>
              </a:spcBef>
            </a:pPr>
            <a:r>
              <a:rPr sz="3200" b="1" dirty="0">
                <a:latin typeface="Calibri"/>
                <a:cs typeface="Calibri"/>
              </a:rPr>
              <a:t>B8.</a:t>
            </a:r>
            <a:r>
              <a:rPr sz="3200" b="1" spc="-25" dirty="0">
                <a:latin typeface="Calibri"/>
                <a:cs typeface="Calibri"/>
              </a:rPr>
              <a:t> </a:t>
            </a:r>
            <a:r>
              <a:rPr sz="3200" dirty="0">
                <a:latin typeface="Calibri"/>
                <a:cs typeface="Calibri"/>
              </a:rPr>
              <a:t>Viết</a:t>
            </a:r>
            <a:r>
              <a:rPr sz="3200" spc="-25" dirty="0">
                <a:latin typeface="Calibri"/>
                <a:cs typeface="Calibri"/>
              </a:rPr>
              <a:t> </a:t>
            </a:r>
            <a:r>
              <a:rPr sz="3200" dirty="0">
                <a:latin typeface="Calibri"/>
                <a:cs typeface="Calibri"/>
              </a:rPr>
              <a:t>chuỗi</a:t>
            </a:r>
            <a:r>
              <a:rPr sz="3200" spc="-25" dirty="0">
                <a:latin typeface="Calibri"/>
                <a:cs typeface="Calibri"/>
              </a:rPr>
              <a:t> </a:t>
            </a:r>
            <a:r>
              <a:rPr sz="3200" dirty="0">
                <a:latin typeface="Calibri"/>
                <a:cs typeface="Calibri"/>
              </a:rPr>
              <a:t>s</a:t>
            </a:r>
            <a:r>
              <a:rPr sz="3150" baseline="-21164" dirty="0">
                <a:latin typeface="Calibri"/>
                <a:cs typeface="Calibri"/>
              </a:rPr>
              <a:t>1</a:t>
            </a:r>
            <a:r>
              <a:rPr sz="3200" dirty="0">
                <a:latin typeface="Calibri"/>
                <a:cs typeface="Calibri"/>
              </a:rPr>
              <a:t>s</a:t>
            </a:r>
            <a:r>
              <a:rPr sz="3150" baseline="-21164" dirty="0">
                <a:latin typeface="Calibri"/>
                <a:cs typeface="Calibri"/>
              </a:rPr>
              <a:t>2</a:t>
            </a:r>
            <a:r>
              <a:rPr sz="3200" dirty="0">
                <a:latin typeface="Calibri"/>
                <a:cs typeface="Calibri"/>
              </a:rPr>
              <a:t>.</a:t>
            </a:r>
            <a:r>
              <a:rPr sz="3200" spc="-5" dirty="0">
                <a:latin typeface="Calibri"/>
                <a:cs typeface="Calibri"/>
              </a:rPr>
              <a:t> </a:t>
            </a:r>
            <a:r>
              <a:rPr sz="3200" dirty="0">
                <a:latin typeface="Calibri"/>
                <a:cs typeface="Calibri"/>
              </a:rPr>
              <a:t>.</a:t>
            </a:r>
            <a:r>
              <a:rPr sz="3200" spc="-30" dirty="0">
                <a:latin typeface="Calibri"/>
                <a:cs typeface="Calibri"/>
              </a:rPr>
              <a:t> </a:t>
            </a:r>
            <a:r>
              <a:rPr sz="3200" spc="-25" dirty="0">
                <a:latin typeface="Calibri"/>
                <a:cs typeface="Calibri"/>
              </a:rPr>
              <a:t>.s</a:t>
            </a:r>
            <a:r>
              <a:rPr sz="3150" spc="-37" baseline="-21164" dirty="0">
                <a:latin typeface="Calibri"/>
                <a:cs typeface="Calibri"/>
              </a:rPr>
              <a:t>m</a:t>
            </a:r>
            <a:endParaRPr sz="3150" baseline="-21164">
              <a:latin typeface="Calibri"/>
              <a:cs typeface="Calibri"/>
            </a:endParaRP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58140" y="138215"/>
            <a:ext cx="8253730" cy="4025900"/>
          </a:xfrm>
          <a:prstGeom prst="rect">
            <a:avLst/>
          </a:prstGeom>
        </p:spPr>
        <p:txBody>
          <a:bodyPr vert="horz" wrap="square" lIns="0" tIns="110489" rIns="0" bIns="0" rtlCol="0">
            <a:spAutoFit/>
          </a:bodyPr>
          <a:lstStyle/>
          <a:p>
            <a:pPr marL="38100">
              <a:lnSpc>
                <a:spcPct val="100000"/>
              </a:lnSpc>
              <a:spcBef>
                <a:spcPts val="869"/>
              </a:spcBef>
            </a:pPr>
            <a:r>
              <a:rPr sz="3200" b="1" dirty="0">
                <a:latin typeface="Calibri"/>
                <a:cs typeface="Calibri"/>
              </a:rPr>
              <a:t>2.4.4</a:t>
            </a:r>
            <a:r>
              <a:rPr sz="3200" b="1" spc="-30" dirty="0">
                <a:latin typeface="Calibri"/>
                <a:cs typeface="Calibri"/>
              </a:rPr>
              <a:t> </a:t>
            </a:r>
            <a:r>
              <a:rPr sz="3200" b="1" dirty="0">
                <a:latin typeface="Calibri"/>
                <a:cs typeface="Calibri"/>
              </a:rPr>
              <a:t>Thuật</a:t>
            </a:r>
            <a:r>
              <a:rPr sz="3200" b="1" spc="-40" dirty="0">
                <a:latin typeface="Calibri"/>
                <a:cs typeface="Calibri"/>
              </a:rPr>
              <a:t> </a:t>
            </a:r>
            <a:r>
              <a:rPr sz="3200" b="1" dirty="0">
                <a:latin typeface="Calibri"/>
                <a:cs typeface="Calibri"/>
              </a:rPr>
              <a:t>toán</a:t>
            </a:r>
            <a:r>
              <a:rPr sz="3200" b="1" spc="-45" dirty="0">
                <a:latin typeface="Calibri"/>
                <a:cs typeface="Calibri"/>
              </a:rPr>
              <a:t> </a:t>
            </a:r>
            <a:r>
              <a:rPr sz="3200" b="1" dirty="0">
                <a:latin typeface="Calibri"/>
                <a:cs typeface="Calibri"/>
              </a:rPr>
              <a:t>sinh</a:t>
            </a:r>
            <a:r>
              <a:rPr sz="3200" b="1" spc="-45" dirty="0">
                <a:latin typeface="Calibri"/>
                <a:cs typeface="Calibri"/>
              </a:rPr>
              <a:t> </a:t>
            </a:r>
            <a:r>
              <a:rPr sz="3200" b="1" dirty="0">
                <a:latin typeface="Calibri"/>
                <a:cs typeface="Calibri"/>
              </a:rPr>
              <a:t>hoán</a:t>
            </a:r>
            <a:r>
              <a:rPr sz="3200" b="1" spc="-50" dirty="0">
                <a:latin typeface="Calibri"/>
                <a:cs typeface="Calibri"/>
              </a:rPr>
              <a:t> </a:t>
            </a:r>
            <a:r>
              <a:rPr sz="3200" b="1" spc="-25" dirty="0">
                <a:latin typeface="Calibri"/>
                <a:cs typeface="Calibri"/>
              </a:rPr>
              <a:t>vị:</a:t>
            </a:r>
            <a:endParaRPr sz="3200">
              <a:latin typeface="Calibri"/>
              <a:cs typeface="Calibri"/>
            </a:endParaRPr>
          </a:p>
          <a:p>
            <a:pPr marL="38100" marR="30480">
              <a:lnSpc>
                <a:spcPct val="100000"/>
              </a:lnSpc>
              <a:spcBef>
                <a:spcPts val="770"/>
              </a:spcBef>
            </a:pPr>
            <a:r>
              <a:rPr sz="3200" dirty="0">
                <a:latin typeface="Calibri"/>
                <a:cs typeface="Calibri"/>
              </a:rPr>
              <a:t>Thuật</a:t>
            </a:r>
            <a:r>
              <a:rPr sz="3200" spc="-50" dirty="0">
                <a:latin typeface="Calibri"/>
                <a:cs typeface="Calibri"/>
              </a:rPr>
              <a:t> </a:t>
            </a:r>
            <a:r>
              <a:rPr sz="3200" dirty="0">
                <a:latin typeface="Calibri"/>
                <a:cs typeface="Calibri"/>
              </a:rPr>
              <a:t>toán</a:t>
            </a:r>
            <a:r>
              <a:rPr sz="3200" spc="-50" dirty="0">
                <a:latin typeface="Calibri"/>
                <a:cs typeface="Calibri"/>
              </a:rPr>
              <a:t> </a:t>
            </a:r>
            <a:r>
              <a:rPr sz="3200" dirty="0">
                <a:latin typeface="Calibri"/>
                <a:cs typeface="Calibri"/>
              </a:rPr>
              <a:t>sẽ</a:t>
            </a:r>
            <a:r>
              <a:rPr sz="3200" spc="-55" dirty="0">
                <a:latin typeface="Calibri"/>
                <a:cs typeface="Calibri"/>
              </a:rPr>
              <a:t> </a:t>
            </a:r>
            <a:r>
              <a:rPr sz="3200" dirty="0">
                <a:latin typeface="Calibri"/>
                <a:cs typeface="Calibri"/>
              </a:rPr>
              <a:t>liệt</a:t>
            </a:r>
            <a:r>
              <a:rPr sz="3200" spc="-60" dirty="0">
                <a:latin typeface="Calibri"/>
                <a:cs typeface="Calibri"/>
              </a:rPr>
              <a:t> </a:t>
            </a:r>
            <a:r>
              <a:rPr sz="3200" dirty="0">
                <a:latin typeface="Calibri"/>
                <a:cs typeface="Calibri"/>
              </a:rPr>
              <a:t>kê</a:t>
            </a:r>
            <a:r>
              <a:rPr sz="3200" spc="-60" dirty="0">
                <a:latin typeface="Calibri"/>
                <a:cs typeface="Calibri"/>
              </a:rPr>
              <a:t> </a:t>
            </a:r>
            <a:r>
              <a:rPr sz="3200" dirty="0">
                <a:latin typeface="Calibri"/>
                <a:cs typeface="Calibri"/>
              </a:rPr>
              <a:t>tất</a:t>
            </a:r>
            <a:r>
              <a:rPr sz="3200" spc="-60" dirty="0">
                <a:latin typeface="Calibri"/>
                <a:cs typeface="Calibri"/>
              </a:rPr>
              <a:t> </a:t>
            </a:r>
            <a:r>
              <a:rPr sz="3200" dirty="0">
                <a:latin typeface="Calibri"/>
                <a:cs typeface="Calibri"/>
              </a:rPr>
              <a:t>cả</a:t>
            </a:r>
            <a:r>
              <a:rPr sz="3200" spc="-75" dirty="0">
                <a:latin typeface="Calibri"/>
                <a:cs typeface="Calibri"/>
              </a:rPr>
              <a:t> </a:t>
            </a:r>
            <a:r>
              <a:rPr sz="3200" dirty="0">
                <a:latin typeface="Calibri"/>
                <a:cs typeface="Calibri"/>
              </a:rPr>
              <a:t>các</a:t>
            </a:r>
            <a:r>
              <a:rPr sz="3200" spc="-60" dirty="0">
                <a:latin typeface="Calibri"/>
                <a:cs typeface="Calibri"/>
              </a:rPr>
              <a:t> </a:t>
            </a:r>
            <a:r>
              <a:rPr sz="3200" dirty="0">
                <a:latin typeface="Calibri"/>
                <a:cs typeface="Calibri"/>
              </a:rPr>
              <a:t>hoán</a:t>
            </a:r>
            <a:r>
              <a:rPr sz="3200" spc="-65" dirty="0">
                <a:latin typeface="Calibri"/>
                <a:cs typeface="Calibri"/>
              </a:rPr>
              <a:t> </a:t>
            </a:r>
            <a:r>
              <a:rPr sz="3200" dirty="0">
                <a:latin typeface="Calibri"/>
                <a:cs typeface="Calibri"/>
              </a:rPr>
              <a:t>vị</a:t>
            </a:r>
            <a:r>
              <a:rPr sz="3200" spc="-60" dirty="0">
                <a:latin typeface="Calibri"/>
                <a:cs typeface="Calibri"/>
              </a:rPr>
              <a:t> </a:t>
            </a:r>
            <a:r>
              <a:rPr sz="3200" dirty="0">
                <a:latin typeface="Calibri"/>
                <a:cs typeface="Calibri"/>
              </a:rPr>
              <a:t>của</a:t>
            </a:r>
            <a:r>
              <a:rPr sz="3200" spc="-60" dirty="0">
                <a:latin typeface="Calibri"/>
                <a:cs typeface="Calibri"/>
              </a:rPr>
              <a:t> </a:t>
            </a:r>
            <a:r>
              <a:rPr sz="3200" dirty="0">
                <a:latin typeface="Calibri"/>
                <a:cs typeface="Calibri"/>
              </a:rPr>
              <a:t>n</a:t>
            </a:r>
            <a:r>
              <a:rPr sz="3200" spc="-50" dirty="0">
                <a:latin typeface="Calibri"/>
                <a:cs typeface="Calibri"/>
              </a:rPr>
              <a:t> </a:t>
            </a:r>
            <a:r>
              <a:rPr sz="3200" spc="-20" dirty="0">
                <a:latin typeface="Calibri"/>
                <a:cs typeface="Calibri"/>
              </a:rPr>
              <a:t>phần </a:t>
            </a:r>
            <a:r>
              <a:rPr sz="3200" dirty="0">
                <a:latin typeface="Calibri"/>
                <a:cs typeface="Calibri"/>
              </a:rPr>
              <a:t>tử</a:t>
            </a:r>
            <a:r>
              <a:rPr sz="3200" spc="-30" dirty="0">
                <a:latin typeface="Calibri"/>
                <a:cs typeface="Calibri"/>
              </a:rPr>
              <a:t> </a:t>
            </a:r>
            <a:r>
              <a:rPr sz="3200" dirty="0">
                <a:latin typeface="Calibri"/>
                <a:cs typeface="Calibri"/>
              </a:rPr>
              <a:t>thuộc</a:t>
            </a:r>
            <a:r>
              <a:rPr sz="3200" spc="-10" dirty="0">
                <a:latin typeface="Calibri"/>
                <a:cs typeface="Calibri"/>
              </a:rPr>
              <a:t> </a:t>
            </a:r>
            <a:r>
              <a:rPr sz="3200" dirty="0">
                <a:latin typeface="Calibri"/>
                <a:cs typeface="Calibri"/>
              </a:rPr>
              <a:t>{1,</a:t>
            </a:r>
            <a:r>
              <a:rPr sz="3200" spc="-25" dirty="0">
                <a:latin typeface="Calibri"/>
                <a:cs typeface="Calibri"/>
              </a:rPr>
              <a:t> </a:t>
            </a:r>
            <a:r>
              <a:rPr sz="3200" dirty="0">
                <a:latin typeface="Calibri"/>
                <a:cs typeface="Calibri"/>
              </a:rPr>
              <a:t>2,</a:t>
            </a:r>
            <a:r>
              <a:rPr sz="3200" spc="-30"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a:t>
            </a:r>
            <a:r>
              <a:rPr sz="3200" spc="-30" dirty="0">
                <a:latin typeface="Calibri"/>
                <a:cs typeface="Calibri"/>
              </a:rPr>
              <a:t> </a:t>
            </a:r>
            <a:r>
              <a:rPr sz="3200" spc="-25" dirty="0">
                <a:latin typeface="Calibri"/>
                <a:cs typeface="Calibri"/>
              </a:rPr>
              <a:t>n}.</a:t>
            </a:r>
            <a:endParaRPr sz="3200">
              <a:latin typeface="Calibri"/>
              <a:cs typeface="Calibri"/>
            </a:endParaRPr>
          </a:p>
          <a:p>
            <a:pPr marL="38100">
              <a:lnSpc>
                <a:spcPct val="100000"/>
              </a:lnSpc>
              <a:spcBef>
                <a:spcPts val="770"/>
              </a:spcBef>
            </a:pPr>
            <a:r>
              <a:rPr sz="3200" b="1" dirty="0">
                <a:latin typeface="Calibri"/>
                <a:cs typeface="Calibri"/>
              </a:rPr>
              <a:t>Thực</a:t>
            </a:r>
            <a:r>
              <a:rPr sz="3200" b="1" spc="-25" dirty="0">
                <a:latin typeface="Calibri"/>
                <a:cs typeface="Calibri"/>
              </a:rPr>
              <a:t> </a:t>
            </a:r>
            <a:r>
              <a:rPr sz="3200" b="1" dirty="0">
                <a:latin typeface="Calibri"/>
                <a:cs typeface="Calibri"/>
              </a:rPr>
              <a:t>hiện</a:t>
            </a:r>
            <a:r>
              <a:rPr sz="3200" b="1" spc="-30" dirty="0">
                <a:latin typeface="Calibri"/>
                <a:cs typeface="Calibri"/>
              </a:rPr>
              <a:t> </a:t>
            </a:r>
            <a:r>
              <a:rPr sz="3200" b="1" dirty="0">
                <a:latin typeface="Calibri"/>
                <a:cs typeface="Calibri"/>
              </a:rPr>
              <a:t>các</a:t>
            </a:r>
            <a:r>
              <a:rPr sz="3200" b="1" spc="-30" dirty="0">
                <a:latin typeface="Calibri"/>
                <a:cs typeface="Calibri"/>
              </a:rPr>
              <a:t> </a:t>
            </a:r>
            <a:r>
              <a:rPr sz="3200" b="1" dirty="0">
                <a:latin typeface="Calibri"/>
                <a:cs typeface="Calibri"/>
              </a:rPr>
              <a:t>bước</a:t>
            </a:r>
            <a:r>
              <a:rPr sz="3200" b="1" spc="-25" dirty="0">
                <a:latin typeface="Calibri"/>
                <a:cs typeface="Calibri"/>
              </a:rPr>
              <a:t> </a:t>
            </a:r>
            <a:r>
              <a:rPr sz="3200" b="1" spc="-50" dirty="0">
                <a:latin typeface="Calibri"/>
                <a:cs typeface="Calibri"/>
              </a:rPr>
              <a:t>:</a:t>
            </a:r>
            <a:endParaRPr sz="3200">
              <a:latin typeface="Calibri"/>
              <a:cs typeface="Calibri"/>
            </a:endParaRPr>
          </a:p>
          <a:p>
            <a:pPr marL="38100">
              <a:lnSpc>
                <a:spcPct val="100000"/>
              </a:lnSpc>
              <a:spcBef>
                <a:spcPts val="770"/>
              </a:spcBef>
            </a:pPr>
            <a:r>
              <a:rPr sz="3200" b="1" dirty="0">
                <a:latin typeface="Calibri"/>
                <a:cs typeface="Calibri"/>
              </a:rPr>
              <a:t>B1.</a:t>
            </a:r>
            <a:r>
              <a:rPr sz="3200" b="1" spc="-30" dirty="0">
                <a:latin typeface="Calibri"/>
                <a:cs typeface="Calibri"/>
              </a:rPr>
              <a:t> </a:t>
            </a:r>
            <a:r>
              <a:rPr sz="3200" dirty="0">
                <a:latin typeface="Calibri"/>
                <a:cs typeface="Calibri"/>
              </a:rPr>
              <a:t>Cho</a:t>
            </a:r>
            <a:r>
              <a:rPr sz="3200" spc="-35" dirty="0">
                <a:latin typeface="Calibri"/>
                <a:cs typeface="Calibri"/>
              </a:rPr>
              <a:t> </a:t>
            </a:r>
            <a:r>
              <a:rPr sz="3200" dirty="0">
                <a:latin typeface="Calibri"/>
                <a:cs typeface="Calibri"/>
              </a:rPr>
              <a:t>biết</a:t>
            </a:r>
            <a:r>
              <a:rPr sz="3200" spc="-35" dirty="0">
                <a:latin typeface="Calibri"/>
                <a:cs typeface="Calibri"/>
              </a:rPr>
              <a:t> </a:t>
            </a:r>
            <a:r>
              <a:rPr sz="3200" spc="-25" dirty="0">
                <a:latin typeface="Calibri"/>
                <a:cs typeface="Calibri"/>
              </a:rPr>
              <a:t>n.</a:t>
            </a:r>
            <a:endParaRPr sz="3200">
              <a:latin typeface="Calibri"/>
              <a:cs typeface="Calibri"/>
            </a:endParaRPr>
          </a:p>
          <a:p>
            <a:pPr marL="38100">
              <a:lnSpc>
                <a:spcPct val="100000"/>
              </a:lnSpc>
              <a:spcBef>
                <a:spcPts val="765"/>
              </a:spcBef>
            </a:pPr>
            <a:r>
              <a:rPr sz="3200" b="1" dirty="0">
                <a:latin typeface="Calibri"/>
                <a:cs typeface="Calibri"/>
              </a:rPr>
              <a:t>B2.</a:t>
            </a:r>
            <a:r>
              <a:rPr sz="3200" b="1" spc="-25" dirty="0">
                <a:latin typeface="Calibri"/>
                <a:cs typeface="Calibri"/>
              </a:rPr>
              <a:t> </a:t>
            </a:r>
            <a:r>
              <a:rPr sz="3200" dirty="0">
                <a:latin typeface="Calibri"/>
                <a:cs typeface="Calibri"/>
              </a:rPr>
              <a:t>Với</a:t>
            </a:r>
            <a:r>
              <a:rPr sz="3200" spc="-30" dirty="0">
                <a:latin typeface="Calibri"/>
                <a:cs typeface="Calibri"/>
              </a:rPr>
              <a:t> </a:t>
            </a:r>
            <a:r>
              <a:rPr sz="3200" dirty="0">
                <a:latin typeface="Calibri"/>
                <a:cs typeface="Calibri"/>
              </a:rPr>
              <a:t>i</a:t>
            </a:r>
            <a:r>
              <a:rPr sz="3200" spc="-20"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1</a:t>
            </a:r>
            <a:r>
              <a:rPr sz="3200" spc="-2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2,</a:t>
            </a:r>
            <a:r>
              <a:rPr sz="3200" spc="-25"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n</a:t>
            </a:r>
            <a:r>
              <a:rPr sz="3200" spc="-20" dirty="0">
                <a:latin typeface="Calibri"/>
                <a:cs typeface="Calibri"/>
              </a:rPr>
              <a:t> </a:t>
            </a:r>
            <a:r>
              <a:rPr sz="3200" dirty="0">
                <a:latin typeface="Calibri"/>
                <a:cs typeface="Calibri"/>
              </a:rPr>
              <a:t>thực</a:t>
            </a:r>
            <a:r>
              <a:rPr sz="3200" spc="-20" dirty="0">
                <a:latin typeface="Calibri"/>
                <a:cs typeface="Calibri"/>
              </a:rPr>
              <a:t> </a:t>
            </a:r>
            <a:r>
              <a:rPr sz="3200" dirty="0">
                <a:latin typeface="Calibri"/>
                <a:cs typeface="Calibri"/>
              </a:rPr>
              <a:t>hiện</a:t>
            </a:r>
            <a:r>
              <a:rPr sz="3200" spc="-10" dirty="0">
                <a:latin typeface="Calibri"/>
                <a:cs typeface="Calibri"/>
              </a:rPr>
              <a:t> </a:t>
            </a:r>
            <a:r>
              <a:rPr sz="3200" dirty="0">
                <a:latin typeface="Calibri"/>
                <a:cs typeface="Calibri"/>
              </a:rPr>
              <a:t>s</a:t>
            </a:r>
            <a:r>
              <a:rPr sz="3150" baseline="-21164" dirty="0">
                <a:latin typeface="Calibri"/>
                <a:cs typeface="Calibri"/>
              </a:rPr>
              <a:t>i</a:t>
            </a:r>
            <a:r>
              <a:rPr sz="3150" spc="330" baseline="-21164" dirty="0">
                <a:latin typeface="Calibri"/>
                <a:cs typeface="Calibri"/>
              </a:rPr>
              <a:t> </a:t>
            </a:r>
            <a:r>
              <a:rPr sz="3200" dirty="0">
                <a:latin typeface="Calibri"/>
                <a:cs typeface="Calibri"/>
              </a:rPr>
              <a:t>=</a:t>
            </a:r>
            <a:r>
              <a:rPr sz="3200" spc="-20" dirty="0">
                <a:latin typeface="Calibri"/>
                <a:cs typeface="Calibri"/>
              </a:rPr>
              <a:t> </a:t>
            </a:r>
            <a:r>
              <a:rPr sz="3200" spc="-50" dirty="0">
                <a:latin typeface="Calibri"/>
                <a:cs typeface="Calibri"/>
              </a:rPr>
              <a:t>i</a:t>
            </a:r>
            <a:endParaRPr sz="3200">
              <a:latin typeface="Calibri"/>
              <a:cs typeface="Calibri"/>
            </a:endParaRPr>
          </a:p>
          <a:p>
            <a:pPr marL="38100">
              <a:lnSpc>
                <a:spcPct val="100000"/>
              </a:lnSpc>
              <a:spcBef>
                <a:spcPts val="770"/>
              </a:spcBef>
            </a:pPr>
            <a:r>
              <a:rPr sz="3200" b="1" dirty="0">
                <a:latin typeface="Calibri"/>
                <a:cs typeface="Calibri"/>
              </a:rPr>
              <a:t>B3.</a:t>
            </a:r>
            <a:r>
              <a:rPr sz="3200" b="1" spc="-25" dirty="0">
                <a:latin typeface="Calibri"/>
                <a:cs typeface="Calibri"/>
              </a:rPr>
              <a:t> </a:t>
            </a:r>
            <a:r>
              <a:rPr sz="3200" dirty="0">
                <a:latin typeface="Calibri"/>
                <a:cs typeface="Calibri"/>
              </a:rPr>
              <a:t>Viết</a:t>
            </a:r>
            <a:r>
              <a:rPr sz="3200" spc="-25" dirty="0">
                <a:latin typeface="Calibri"/>
                <a:cs typeface="Calibri"/>
              </a:rPr>
              <a:t> </a:t>
            </a:r>
            <a:r>
              <a:rPr sz="3200" dirty="0">
                <a:latin typeface="Calibri"/>
                <a:cs typeface="Calibri"/>
              </a:rPr>
              <a:t>chuỗi</a:t>
            </a:r>
            <a:r>
              <a:rPr sz="3200" spc="-25" dirty="0">
                <a:latin typeface="Calibri"/>
                <a:cs typeface="Calibri"/>
              </a:rPr>
              <a:t> </a:t>
            </a:r>
            <a:r>
              <a:rPr sz="3200" dirty="0">
                <a:latin typeface="Calibri"/>
                <a:cs typeface="Calibri"/>
              </a:rPr>
              <a:t>s</a:t>
            </a:r>
            <a:r>
              <a:rPr sz="3150" baseline="-21164" dirty="0">
                <a:latin typeface="Calibri"/>
                <a:cs typeface="Calibri"/>
              </a:rPr>
              <a:t>1</a:t>
            </a:r>
            <a:r>
              <a:rPr sz="3200" dirty="0">
                <a:latin typeface="Calibri"/>
                <a:cs typeface="Calibri"/>
              </a:rPr>
              <a:t>s</a:t>
            </a:r>
            <a:r>
              <a:rPr sz="3150" baseline="-21164" dirty="0">
                <a:latin typeface="Calibri"/>
                <a:cs typeface="Calibri"/>
              </a:rPr>
              <a:t>2</a:t>
            </a:r>
            <a:r>
              <a:rPr sz="3200" dirty="0">
                <a:latin typeface="Calibri"/>
                <a:cs typeface="Calibri"/>
              </a:rPr>
              <a:t>.</a:t>
            </a:r>
            <a:r>
              <a:rPr sz="3200" spc="-5" dirty="0">
                <a:latin typeface="Calibri"/>
                <a:cs typeface="Calibri"/>
              </a:rPr>
              <a:t> </a:t>
            </a:r>
            <a:r>
              <a:rPr sz="3200" dirty="0">
                <a:latin typeface="Calibri"/>
                <a:cs typeface="Calibri"/>
              </a:rPr>
              <a:t>.</a:t>
            </a:r>
            <a:r>
              <a:rPr sz="3200" spc="-30" dirty="0">
                <a:latin typeface="Calibri"/>
                <a:cs typeface="Calibri"/>
              </a:rPr>
              <a:t> </a:t>
            </a:r>
            <a:r>
              <a:rPr sz="3200" spc="-25" dirty="0">
                <a:latin typeface="Calibri"/>
                <a:cs typeface="Calibri"/>
              </a:rPr>
              <a:t>.s</a:t>
            </a:r>
            <a:r>
              <a:rPr sz="3150" spc="-37" baseline="-21164" dirty="0">
                <a:latin typeface="Calibri"/>
                <a:cs typeface="Calibri"/>
              </a:rPr>
              <a:t>n</a:t>
            </a:r>
            <a:endParaRPr sz="3150" baseline="-21164">
              <a:latin typeface="Calibri"/>
              <a:cs typeface="Calibri"/>
            </a:endParaRP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58140" y="138215"/>
            <a:ext cx="6537959" cy="3538220"/>
          </a:xfrm>
          <a:prstGeom prst="rect">
            <a:avLst/>
          </a:prstGeom>
        </p:spPr>
        <p:txBody>
          <a:bodyPr vert="horz" wrap="square" lIns="0" tIns="12700" rIns="0" bIns="0" rtlCol="0">
            <a:spAutoFit/>
          </a:bodyPr>
          <a:lstStyle/>
          <a:p>
            <a:pPr marL="38100" marR="30480">
              <a:lnSpc>
                <a:spcPct val="120000"/>
              </a:lnSpc>
              <a:spcBef>
                <a:spcPts val="100"/>
              </a:spcBef>
              <a:tabLst>
                <a:tab pos="3721735" algn="l"/>
              </a:tabLst>
            </a:pPr>
            <a:r>
              <a:rPr sz="3200" b="1" dirty="0">
                <a:latin typeface="Calibri"/>
                <a:cs typeface="Calibri"/>
              </a:rPr>
              <a:t>B4.</a:t>
            </a:r>
            <a:r>
              <a:rPr sz="3200" b="1" spc="-25" dirty="0">
                <a:latin typeface="Calibri"/>
                <a:cs typeface="Calibri"/>
              </a:rPr>
              <a:t> </a:t>
            </a:r>
            <a:r>
              <a:rPr sz="3200" dirty="0">
                <a:latin typeface="Calibri"/>
                <a:cs typeface="Calibri"/>
              </a:rPr>
              <a:t>Với</a:t>
            </a:r>
            <a:r>
              <a:rPr sz="3200" spc="-35" dirty="0">
                <a:latin typeface="Calibri"/>
                <a:cs typeface="Calibri"/>
              </a:rPr>
              <a:t> </a:t>
            </a:r>
            <a:r>
              <a:rPr sz="3200" dirty="0">
                <a:latin typeface="Calibri"/>
                <a:cs typeface="Calibri"/>
              </a:rPr>
              <a:t>i</a:t>
            </a:r>
            <a:r>
              <a:rPr sz="3200" spc="-20"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1,</a:t>
            </a:r>
            <a:r>
              <a:rPr sz="3200" spc="-2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n!</a:t>
            </a:r>
            <a:r>
              <a:rPr sz="3200" spc="-35" dirty="0">
                <a:latin typeface="Calibri"/>
                <a:cs typeface="Calibri"/>
              </a:rPr>
              <a:t> </a:t>
            </a:r>
            <a:r>
              <a:rPr sz="3200" dirty="0">
                <a:latin typeface="Calibri"/>
                <a:cs typeface="Calibri"/>
              </a:rPr>
              <a:t>-</a:t>
            </a:r>
            <a:r>
              <a:rPr sz="3200" spc="-25" dirty="0">
                <a:latin typeface="Calibri"/>
                <a:cs typeface="Calibri"/>
              </a:rPr>
              <a:t> </a:t>
            </a:r>
            <a:r>
              <a:rPr sz="3200" spc="-50" dirty="0">
                <a:latin typeface="Calibri"/>
                <a:cs typeface="Calibri"/>
              </a:rPr>
              <a:t>1</a:t>
            </a:r>
            <a:r>
              <a:rPr sz="3200" dirty="0">
                <a:latin typeface="Calibri"/>
                <a:cs typeface="Calibri"/>
              </a:rPr>
              <a:t>	thực</a:t>
            </a:r>
            <a:r>
              <a:rPr sz="3200" spc="-20" dirty="0">
                <a:latin typeface="Calibri"/>
                <a:cs typeface="Calibri"/>
              </a:rPr>
              <a:t> </a:t>
            </a:r>
            <a:r>
              <a:rPr sz="3200" dirty="0">
                <a:latin typeface="Calibri"/>
                <a:cs typeface="Calibri"/>
              </a:rPr>
              <a:t>hiện</a:t>
            </a:r>
            <a:r>
              <a:rPr sz="3200" spc="5" dirty="0">
                <a:latin typeface="Calibri"/>
                <a:cs typeface="Calibri"/>
              </a:rPr>
              <a:t> </a:t>
            </a:r>
            <a:r>
              <a:rPr sz="3200" spc="-10" dirty="0">
                <a:latin typeface="Calibri"/>
                <a:cs typeface="Calibri"/>
              </a:rPr>
              <a:t>B5-</a:t>
            </a:r>
            <a:r>
              <a:rPr sz="3200" spc="-25" dirty="0">
                <a:latin typeface="Calibri"/>
                <a:cs typeface="Calibri"/>
              </a:rPr>
              <a:t>B9 </a:t>
            </a:r>
            <a:r>
              <a:rPr sz="3200" b="1" dirty="0">
                <a:latin typeface="Calibri"/>
                <a:cs typeface="Calibri"/>
              </a:rPr>
              <a:t>B5.</a:t>
            </a:r>
            <a:r>
              <a:rPr sz="3200" b="1" spc="-30" dirty="0">
                <a:latin typeface="Calibri"/>
                <a:cs typeface="Calibri"/>
              </a:rPr>
              <a:t> </a:t>
            </a:r>
            <a:r>
              <a:rPr sz="3200" dirty="0">
                <a:latin typeface="Calibri"/>
                <a:cs typeface="Calibri"/>
              </a:rPr>
              <a:t>Tìm</a:t>
            </a:r>
            <a:r>
              <a:rPr sz="3200" spc="-30" dirty="0">
                <a:latin typeface="Calibri"/>
                <a:cs typeface="Calibri"/>
              </a:rPr>
              <a:t> </a:t>
            </a:r>
            <a:r>
              <a:rPr sz="3200" dirty="0">
                <a:latin typeface="Calibri"/>
                <a:cs typeface="Calibri"/>
              </a:rPr>
              <a:t>chỉ</a:t>
            </a:r>
            <a:r>
              <a:rPr sz="3200" spc="-30" dirty="0">
                <a:latin typeface="Calibri"/>
                <a:cs typeface="Calibri"/>
              </a:rPr>
              <a:t> </a:t>
            </a:r>
            <a:r>
              <a:rPr sz="3200" dirty="0">
                <a:latin typeface="Calibri"/>
                <a:cs typeface="Calibri"/>
              </a:rPr>
              <a:t>số</a:t>
            </a:r>
            <a:r>
              <a:rPr sz="3200" spc="-35" dirty="0">
                <a:latin typeface="Calibri"/>
                <a:cs typeface="Calibri"/>
              </a:rPr>
              <a:t> </a:t>
            </a:r>
            <a:r>
              <a:rPr sz="3200" dirty="0">
                <a:latin typeface="Calibri"/>
                <a:cs typeface="Calibri"/>
              </a:rPr>
              <a:t>lớn</a:t>
            </a:r>
            <a:r>
              <a:rPr sz="3200" spc="-25" dirty="0">
                <a:latin typeface="Calibri"/>
                <a:cs typeface="Calibri"/>
              </a:rPr>
              <a:t> </a:t>
            </a:r>
            <a:r>
              <a:rPr sz="3200" dirty="0">
                <a:latin typeface="Calibri"/>
                <a:cs typeface="Calibri"/>
              </a:rPr>
              <a:t>nhất</a:t>
            </a:r>
            <a:r>
              <a:rPr sz="3200" spc="-25" dirty="0">
                <a:latin typeface="Calibri"/>
                <a:cs typeface="Calibri"/>
              </a:rPr>
              <a:t> </a:t>
            </a:r>
            <a:r>
              <a:rPr sz="3200" dirty="0">
                <a:latin typeface="Calibri"/>
                <a:cs typeface="Calibri"/>
              </a:rPr>
              <a:t>m</a:t>
            </a:r>
            <a:r>
              <a:rPr sz="3200" spc="-30" dirty="0">
                <a:latin typeface="Calibri"/>
                <a:cs typeface="Calibri"/>
              </a:rPr>
              <a:t> </a:t>
            </a:r>
            <a:r>
              <a:rPr sz="3200" dirty="0">
                <a:latin typeface="Calibri"/>
                <a:cs typeface="Calibri"/>
              </a:rPr>
              <a:t>thỏa</a:t>
            </a:r>
            <a:r>
              <a:rPr sz="3200" spc="-30" dirty="0">
                <a:latin typeface="Calibri"/>
                <a:cs typeface="Calibri"/>
              </a:rPr>
              <a:t> </a:t>
            </a:r>
            <a:r>
              <a:rPr sz="3200" dirty="0">
                <a:latin typeface="Calibri"/>
                <a:cs typeface="Calibri"/>
              </a:rPr>
              <a:t>s</a:t>
            </a:r>
            <a:r>
              <a:rPr sz="3150" baseline="-21164" dirty="0">
                <a:latin typeface="Calibri"/>
                <a:cs typeface="Calibri"/>
              </a:rPr>
              <a:t>m</a:t>
            </a:r>
            <a:r>
              <a:rPr sz="3200" dirty="0">
                <a:latin typeface="Calibri"/>
                <a:cs typeface="Calibri"/>
              </a:rPr>
              <a:t>&lt;</a:t>
            </a:r>
            <a:r>
              <a:rPr sz="3200" spc="-25" dirty="0">
                <a:latin typeface="Calibri"/>
                <a:cs typeface="Calibri"/>
              </a:rPr>
              <a:t> </a:t>
            </a:r>
            <a:r>
              <a:rPr sz="3200" spc="-20" dirty="0">
                <a:latin typeface="Calibri"/>
                <a:cs typeface="Calibri"/>
              </a:rPr>
              <a:t>s</a:t>
            </a:r>
            <a:r>
              <a:rPr sz="3150" spc="-30" baseline="-21164" dirty="0">
                <a:latin typeface="Calibri"/>
                <a:cs typeface="Calibri"/>
              </a:rPr>
              <a:t>m+1 </a:t>
            </a:r>
            <a:r>
              <a:rPr sz="3200" b="1" dirty="0">
                <a:latin typeface="Calibri"/>
                <a:cs typeface="Calibri"/>
              </a:rPr>
              <a:t>B6.</a:t>
            </a:r>
            <a:r>
              <a:rPr sz="3200" b="1" spc="-20" dirty="0">
                <a:latin typeface="Calibri"/>
                <a:cs typeface="Calibri"/>
              </a:rPr>
              <a:t> </a:t>
            </a:r>
            <a:r>
              <a:rPr sz="3200" dirty="0">
                <a:latin typeface="Calibri"/>
                <a:cs typeface="Calibri"/>
              </a:rPr>
              <a:t>Tìm</a:t>
            </a:r>
            <a:r>
              <a:rPr sz="3200" spc="-35" dirty="0">
                <a:latin typeface="Calibri"/>
                <a:cs typeface="Calibri"/>
              </a:rPr>
              <a:t> </a:t>
            </a:r>
            <a:r>
              <a:rPr sz="3200" dirty="0">
                <a:latin typeface="Calibri"/>
                <a:cs typeface="Calibri"/>
              </a:rPr>
              <a:t>chỉ</a:t>
            </a:r>
            <a:r>
              <a:rPr sz="3200" spc="-20" dirty="0">
                <a:latin typeface="Calibri"/>
                <a:cs typeface="Calibri"/>
              </a:rPr>
              <a:t> </a:t>
            </a:r>
            <a:r>
              <a:rPr sz="3200" dirty="0">
                <a:latin typeface="Calibri"/>
                <a:cs typeface="Calibri"/>
              </a:rPr>
              <a:t>số</a:t>
            </a:r>
            <a:r>
              <a:rPr sz="3200" spc="-20" dirty="0">
                <a:latin typeface="Calibri"/>
                <a:cs typeface="Calibri"/>
              </a:rPr>
              <a:t> </a:t>
            </a:r>
            <a:r>
              <a:rPr sz="3200" dirty="0">
                <a:latin typeface="Calibri"/>
                <a:cs typeface="Calibri"/>
              </a:rPr>
              <a:t>lớn</a:t>
            </a:r>
            <a:r>
              <a:rPr sz="3200" spc="-10" dirty="0">
                <a:latin typeface="Calibri"/>
                <a:cs typeface="Calibri"/>
              </a:rPr>
              <a:t> </a:t>
            </a:r>
            <a:r>
              <a:rPr sz="3200" dirty="0">
                <a:latin typeface="Calibri"/>
                <a:cs typeface="Calibri"/>
              </a:rPr>
              <a:t>nhất</a:t>
            </a:r>
            <a:r>
              <a:rPr sz="3200" spc="-10" dirty="0">
                <a:latin typeface="Calibri"/>
                <a:cs typeface="Calibri"/>
              </a:rPr>
              <a:t> </a:t>
            </a:r>
            <a:r>
              <a:rPr sz="3200" dirty="0">
                <a:latin typeface="Calibri"/>
                <a:cs typeface="Calibri"/>
              </a:rPr>
              <a:t>k</a:t>
            </a:r>
            <a:r>
              <a:rPr sz="3200" spc="-35" dirty="0">
                <a:latin typeface="Calibri"/>
                <a:cs typeface="Calibri"/>
              </a:rPr>
              <a:t> </a:t>
            </a:r>
            <a:r>
              <a:rPr sz="3200" dirty="0">
                <a:latin typeface="Calibri"/>
                <a:cs typeface="Calibri"/>
              </a:rPr>
              <a:t>thỏa</a:t>
            </a:r>
            <a:r>
              <a:rPr sz="3200" spc="-10" dirty="0">
                <a:latin typeface="Calibri"/>
                <a:cs typeface="Calibri"/>
              </a:rPr>
              <a:t> </a:t>
            </a:r>
            <a:r>
              <a:rPr sz="3200" dirty="0">
                <a:latin typeface="Calibri"/>
                <a:cs typeface="Calibri"/>
              </a:rPr>
              <a:t>s</a:t>
            </a:r>
            <a:r>
              <a:rPr sz="3150" baseline="-21164" dirty="0">
                <a:latin typeface="Calibri"/>
                <a:cs typeface="Calibri"/>
              </a:rPr>
              <a:t>k</a:t>
            </a:r>
            <a:r>
              <a:rPr sz="3200" dirty="0">
                <a:latin typeface="Calibri"/>
                <a:cs typeface="Calibri"/>
              </a:rPr>
              <a:t>&gt;</a:t>
            </a:r>
            <a:r>
              <a:rPr sz="3200" spc="-20" dirty="0">
                <a:latin typeface="Calibri"/>
                <a:cs typeface="Calibri"/>
              </a:rPr>
              <a:t> </a:t>
            </a:r>
            <a:r>
              <a:rPr sz="3200" spc="-25" dirty="0">
                <a:latin typeface="Calibri"/>
                <a:cs typeface="Calibri"/>
              </a:rPr>
              <a:t>s</a:t>
            </a:r>
            <a:r>
              <a:rPr sz="3150" spc="-37" baseline="-21164" dirty="0">
                <a:latin typeface="Calibri"/>
                <a:cs typeface="Calibri"/>
              </a:rPr>
              <a:t>m </a:t>
            </a:r>
            <a:r>
              <a:rPr sz="3200" b="1" dirty="0">
                <a:latin typeface="Calibri"/>
                <a:cs typeface="Calibri"/>
              </a:rPr>
              <a:t>B7.</a:t>
            </a:r>
            <a:r>
              <a:rPr sz="3200" b="1" spc="-30" dirty="0">
                <a:latin typeface="Calibri"/>
                <a:cs typeface="Calibri"/>
              </a:rPr>
              <a:t> </a:t>
            </a:r>
            <a:r>
              <a:rPr sz="3200" dirty="0">
                <a:latin typeface="Calibri"/>
                <a:cs typeface="Calibri"/>
              </a:rPr>
              <a:t>Hoán</a:t>
            </a:r>
            <a:r>
              <a:rPr sz="3200" spc="-40" dirty="0">
                <a:latin typeface="Calibri"/>
                <a:cs typeface="Calibri"/>
              </a:rPr>
              <a:t> </a:t>
            </a:r>
            <a:r>
              <a:rPr sz="3200" dirty="0">
                <a:latin typeface="Calibri"/>
                <a:cs typeface="Calibri"/>
              </a:rPr>
              <a:t>vị</a:t>
            </a:r>
            <a:r>
              <a:rPr sz="3200" spc="-35" dirty="0">
                <a:latin typeface="Calibri"/>
                <a:cs typeface="Calibri"/>
              </a:rPr>
              <a:t> </a:t>
            </a:r>
            <a:r>
              <a:rPr sz="3200" dirty="0">
                <a:latin typeface="Calibri"/>
                <a:cs typeface="Calibri"/>
              </a:rPr>
              <a:t>s</a:t>
            </a:r>
            <a:r>
              <a:rPr sz="3150" baseline="-21164" dirty="0">
                <a:latin typeface="Calibri"/>
                <a:cs typeface="Calibri"/>
              </a:rPr>
              <a:t>m</a:t>
            </a:r>
            <a:r>
              <a:rPr sz="3150" spc="315" baseline="-21164" dirty="0">
                <a:latin typeface="Calibri"/>
                <a:cs typeface="Calibri"/>
              </a:rPr>
              <a:t> </a:t>
            </a:r>
            <a:r>
              <a:rPr sz="3200" dirty="0">
                <a:latin typeface="Calibri"/>
                <a:cs typeface="Calibri"/>
              </a:rPr>
              <a:t>và</a:t>
            </a:r>
            <a:r>
              <a:rPr sz="3200" spc="-30" dirty="0">
                <a:latin typeface="Calibri"/>
                <a:cs typeface="Calibri"/>
              </a:rPr>
              <a:t> </a:t>
            </a:r>
            <a:r>
              <a:rPr sz="3200" spc="-25" dirty="0">
                <a:latin typeface="Calibri"/>
                <a:cs typeface="Calibri"/>
              </a:rPr>
              <a:t>s</a:t>
            </a:r>
            <a:r>
              <a:rPr sz="3150" spc="-37" baseline="-21164" dirty="0">
                <a:latin typeface="Calibri"/>
                <a:cs typeface="Calibri"/>
              </a:rPr>
              <a:t>k</a:t>
            </a:r>
            <a:endParaRPr sz="3150" baseline="-21164">
              <a:latin typeface="Calibri"/>
              <a:cs typeface="Calibri"/>
            </a:endParaRPr>
          </a:p>
          <a:p>
            <a:pPr marL="38100">
              <a:lnSpc>
                <a:spcPct val="100000"/>
              </a:lnSpc>
              <a:spcBef>
                <a:spcPts val="770"/>
              </a:spcBef>
            </a:pPr>
            <a:r>
              <a:rPr sz="3200" b="1" dirty="0">
                <a:latin typeface="Calibri"/>
                <a:cs typeface="Calibri"/>
              </a:rPr>
              <a:t>B8.</a:t>
            </a:r>
            <a:r>
              <a:rPr sz="3200" b="1" spc="-10" dirty="0">
                <a:latin typeface="Calibri"/>
                <a:cs typeface="Calibri"/>
              </a:rPr>
              <a:t> </a:t>
            </a:r>
            <a:r>
              <a:rPr sz="3200" dirty="0">
                <a:latin typeface="Calibri"/>
                <a:cs typeface="Calibri"/>
              </a:rPr>
              <a:t>Đảo</a:t>
            </a:r>
            <a:r>
              <a:rPr sz="3200" spc="-20" dirty="0">
                <a:latin typeface="Calibri"/>
                <a:cs typeface="Calibri"/>
              </a:rPr>
              <a:t> </a:t>
            </a:r>
            <a:r>
              <a:rPr sz="3200" dirty="0">
                <a:latin typeface="Calibri"/>
                <a:cs typeface="Calibri"/>
              </a:rPr>
              <a:t>chuỗi</a:t>
            </a:r>
            <a:r>
              <a:rPr sz="3200" spc="5" dirty="0">
                <a:latin typeface="Calibri"/>
                <a:cs typeface="Calibri"/>
              </a:rPr>
              <a:t> </a:t>
            </a:r>
            <a:r>
              <a:rPr sz="3200" dirty="0">
                <a:latin typeface="Calibri"/>
                <a:cs typeface="Calibri"/>
              </a:rPr>
              <a:t>s</a:t>
            </a:r>
            <a:r>
              <a:rPr sz="3150" baseline="-21164" dirty="0">
                <a:latin typeface="Calibri"/>
                <a:cs typeface="Calibri"/>
              </a:rPr>
              <a:t>m+1</a:t>
            </a:r>
            <a:r>
              <a:rPr sz="3200" dirty="0">
                <a:latin typeface="Calibri"/>
                <a:cs typeface="Calibri"/>
              </a:rPr>
              <a:t>,</a:t>
            </a:r>
            <a:r>
              <a:rPr sz="3200" spc="-10" dirty="0">
                <a:latin typeface="Calibri"/>
                <a:cs typeface="Calibri"/>
              </a:rPr>
              <a:t> </a:t>
            </a:r>
            <a:r>
              <a:rPr sz="3200" dirty="0">
                <a:latin typeface="Calibri"/>
                <a:cs typeface="Calibri"/>
              </a:rPr>
              <a:t>s</a:t>
            </a:r>
            <a:r>
              <a:rPr sz="3150" baseline="-21164" dirty="0">
                <a:latin typeface="Calibri"/>
                <a:cs typeface="Calibri"/>
              </a:rPr>
              <a:t>m+2</a:t>
            </a:r>
            <a:r>
              <a:rPr sz="3200" dirty="0">
                <a:latin typeface="Calibri"/>
                <a:cs typeface="Calibri"/>
              </a:rPr>
              <a:t>,</a:t>
            </a:r>
            <a:r>
              <a:rPr sz="3200" spc="-15"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a:t>
            </a:r>
            <a:r>
              <a:rPr sz="3200" spc="5" dirty="0">
                <a:latin typeface="Calibri"/>
                <a:cs typeface="Calibri"/>
              </a:rPr>
              <a:t> </a:t>
            </a:r>
            <a:r>
              <a:rPr sz="3200" spc="-25" dirty="0">
                <a:latin typeface="Calibri"/>
                <a:cs typeface="Calibri"/>
              </a:rPr>
              <a:t>s</a:t>
            </a:r>
            <a:r>
              <a:rPr sz="3150" spc="-37" baseline="-21164" dirty="0">
                <a:latin typeface="Calibri"/>
                <a:cs typeface="Calibri"/>
              </a:rPr>
              <a:t>n</a:t>
            </a:r>
            <a:endParaRPr sz="3150" baseline="-21164">
              <a:latin typeface="Calibri"/>
              <a:cs typeface="Calibri"/>
            </a:endParaRPr>
          </a:p>
          <a:p>
            <a:pPr marL="38100">
              <a:lnSpc>
                <a:spcPct val="100000"/>
              </a:lnSpc>
              <a:spcBef>
                <a:spcPts val="770"/>
              </a:spcBef>
            </a:pPr>
            <a:r>
              <a:rPr sz="3200" b="1" dirty="0">
                <a:latin typeface="Calibri"/>
                <a:cs typeface="Calibri"/>
              </a:rPr>
              <a:t>B9.</a:t>
            </a:r>
            <a:r>
              <a:rPr sz="3200" b="1" spc="-20" dirty="0">
                <a:latin typeface="Calibri"/>
                <a:cs typeface="Calibri"/>
              </a:rPr>
              <a:t> </a:t>
            </a:r>
            <a:r>
              <a:rPr sz="3200" dirty="0">
                <a:latin typeface="Calibri"/>
                <a:cs typeface="Calibri"/>
              </a:rPr>
              <a:t>Viết</a:t>
            </a:r>
            <a:r>
              <a:rPr sz="3200" spc="-25" dirty="0">
                <a:latin typeface="Calibri"/>
                <a:cs typeface="Calibri"/>
              </a:rPr>
              <a:t> </a:t>
            </a:r>
            <a:r>
              <a:rPr sz="3200" dirty="0">
                <a:latin typeface="Calibri"/>
                <a:cs typeface="Calibri"/>
              </a:rPr>
              <a:t>chuỗi</a:t>
            </a:r>
            <a:r>
              <a:rPr sz="3200" spc="-20" dirty="0">
                <a:latin typeface="Calibri"/>
                <a:cs typeface="Calibri"/>
              </a:rPr>
              <a:t> </a:t>
            </a:r>
            <a:r>
              <a:rPr sz="3200" dirty="0">
                <a:latin typeface="Calibri"/>
                <a:cs typeface="Calibri"/>
              </a:rPr>
              <a:t>s</a:t>
            </a:r>
            <a:r>
              <a:rPr sz="3150" baseline="-21164" dirty="0">
                <a:latin typeface="Calibri"/>
                <a:cs typeface="Calibri"/>
              </a:rPr>
              <a:t>1</a:t>
            </a:r>
            <a:r>
              <a:rPr sz="3200" dirty="0">
                <a:latin typeface="Calibri"/>
                <a:cs typeface="Calibri"/>
              </a:rPr>
              <a:t>s</a:t>
            </a:r>
            <a:r>
              <a:rPr sz="3150" baseline="-21164" dirty="0">
                <a:latin typeface="Calibri"/>
                <a:cs typeface="Calibri"/>
              </a:rPr>
              <a:t>2</a:t>
            </a:r>
            <a:r>
              <a:rPr sz="3200" dirty="0">
                <a:latin typeface="Calibri"/>
                <a:cs typeface="Calibri"/>
              </a:rPr>
              <a:t>.</a:t>
            </a:r>
            <a:r>
              <a:rPr sz="3200" spc="5" dirty="0">
                <a:latin typeface="Calibri"/>
                <a:cs typeface="Calibri"/>
              </a:rPr>
              <a:t> </a:t>
            </a:r>
            <a:r>
              <a:rPr sz="3200" dirty="0">
                <a:latin typeface="Calibri"/>
                <a:cs typeface="Calibri"/>
              </a:rPr>
              <a:t>.</a:t>
            </a:r>
            <a:r>
              <a:rPr sz="3200" spc="-20" dirty="0">
                <a:latin typeface="Calibri"/>
                <a:cs typeface="Calibri"/>
              </a:rPr>
              <a:t> </a:t>
            </a:r>
            <a:r>
              <a:rPr sz="3200" spc="-25" dirty="0">
                <a:latin typeface="Calibri"/>
                <a:cs typeface="Calibri"/>
              </a:rPr>
              <a:t>.s</a:t>
            </a:r>
            <a:r>
              <a:rPr sz="3150" spc="-37" baseline="-21164" dirty="0">
                <a:latin typeface="Calibri"/>
                <a:cs typeface="Calibri"/>
              </a:rPr>
              <a:t>n</a:t>
            </a:r>
            <a:endParaRPr sz="3150" baseline="-21164">
              <a:latin typeface="Calibri"/>
              <a:cs typeface="Calibri"/>
            </a:endParaRP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235407"/>
            <a:ext cx="1405890" cy="514350"/>
          </a:xfrm>
          <a:prstGeom prst="rect">
            <a:avLst/>
          </a:prstGeom>
        </p:spPr>
        <p:txBody>
          <a:bodyPr vert="horz" wrap="square" lIns="0" tIns="13335" rIns="0" bIns="0" rtlCol="0">
            <a:spAutoFit/>
          </a:bodyPr>
          <a:lstStyle/>
          <a:p>
            <a:pPr marL="12700">
              <a:lnSpc>
                <a:spcPct val="100000"/>
              </a:lnSpc>
              <a:spcBef>
                <a:spcPts val="105"/>
              </a:spcBef>
            </a:pPr>
            <a:r>
              <a:rPr sz="3200" b="1" dirty="0">
                <a:latin typeface="Calibri"/>
                <a:cs typeface="Calibri"/>
              </a:rPr>
              <a:t>Bài</a:t>
            </a:r>
            <a:r>
              <a:rPr sz="3200" b="1" spc="-40" dirty="0">
                <a:latin typeface="Calibri"/>
                <a:cs typeface="Calibri"/>
              </a:rPr>
              <a:t> </a:t>
            </a:r>
            <a:r>
              <a:rPr sz="3200" b="1" dirty="0">
                <a:latin typeface="Calibri"/>
                <a:cs typeface="Calibri"/>
              </a:rPr>
              <a:t>tập</a:t>
            </a:r>
            <a:r>
              <a:rPr sz="3200" b="1" spc="-35" dirty="0">
                <a:latin typeface="Calibri"/>
                <a:cs typeface="Calibri"/>
              </a:rPr>
              <a:t> </a:t>
            </a:r>
            <a:r>
              <a:rPr sz="3200" b="1" spc="-50" dirty="0">
                <a:latin typeface="Calibri"/>
                <a:cs typeface="Calibri"/>
              </a:rPr>
              <a:t>:</a:t>
            </a:r>
            <a:endParaRPr sz="3200">
              <a:latin typeface="Calibri"/>
              <a:cs typeface="Calibri"/>
            </a:endParaRPr>
          </a:p>
        </p:txBody>
      </p:sp>
      <p:sp>
        <p:nvSpPr>
          <p:cNvPr id="3" name="object 3"/>
          <p:cNvSpPr txBox="1"/>
          <p:nvPr/>
        </p:nvSpPr>
        <p:spPr>
          <a:xfrm>
            <a:off x="383540" y="729132"/>
            <a:ext cx="8286115" cy="2997835"/>
          </a:xfrm>
          <a:prstGeom prst="rect">
            <a:avLst/>
          </a:prstGeom>
        </p:spPr>
        <p:txBody>
          <a:bodyPr vert="horz" wrap="square" lIns="0" tIns="88900" rIns="0" bIns="0" rtlCol="0">
            <a:spAutoFit/>
          </a:bodyPr>
          <a:lstStyle/>
          <a:p>
            <a:pPr marL="525780" indent="-513080" algn="just">
              <a:lnSpc>
                <a:spcPct val="100000"/>
              </a:lnSpc>
              <a:spcBef>
                <a:spcPts val="700"/>
              </a:spcBef>
              <a:buAutoNum type="arabicPeriod"/>
              <a:tabLst>
                <a:tab pos="525780" algn="l"/>
              </a:tabLst>
            </a:pPr>
            <a:r>
              <a:rPr sz="2500" dirty="0">
                <a:latin typeface="Calibri"/>
                <a:cs typeface="Calibri"/>
              </a:rPr>
              <a:t>Viết</a:t>
            </a:r>
            <a:r>
              <a:rPr sz="2500" spc="-70" dirty="0">
                <a:latin typeface="Calibri"/>
                <a:cs typeface="Calibri"/>
              </a:rPr>
              <a:t> </a:t>
            </a:r>
            <a:r>
              <a:rPr sz="2500" dirty="0">
                <a:latin typeface="Calibri"/>
                <a:cs typeface="Calibri"/>
              </a:rPr>
              <a:t>chương</a:t>
            </a:r>
            <a:r>
              <a:rPr sz="2500" spc="-30" dirty="0">
                <a:latin typeface="Calibri"/>
                <a:cs typeface="Calibri"/>
              </a:rPr>
              <a:t> </a:t>
            </a:r>
            <a:r>
              <a:rPr sz="2500" dirty="0">
                <a:latin typeface="Calibri"/>
                <a:cs typeface="Calibri"/>
              </a:rPr>
              <a:t>trình</a:t>
            </a:r>
            <a:r>
              <a:rPr sz="2500" spc="-55" dirty="0">
                <a:latin typeface="Calibri"/>
                <a:cs typeface="Calibri"/>
              </a:rPr>
              <a:t> </a:t>
            </a:r>
            <a:r>
              <a:rPr sz="2500" dirty="0">
                <a:latin typeface="Calibri"/>
                <a:cs typeface="Calibri"/>
              </a:rPr>
              <a:t>cho</a:t>
            </a:r>
            <a:r>
              <a:rPr sz="2500" spc="-60" dirty="0">
                <a:latin typeface="Calibri"/>
                <a:cs typeface="Calibri"/>
              </a:rPr>
              <a:t> </a:t>
            </a:r>
            <a:r>
              <a:rPr sz="2500" dirty="0">
                <a:latin typeface="Calibri"/>
                <a:cs typeface="Calibri"/>
              </a:rPr>
              <a:t>2</a:t>
            </a:r>
            <a:r>
              <a:rPr sz="2500" spc="-60" dirty="0">
                <a:latin typeface="Calibri"/>
                <a:cs typeface="Calibri"/>
              </a:rPr>
              <a:t> </a:t>
            </a:r>
            <a:r>
              <a:rPr sz="2500" dirty="0">
                <a:latin typeface="Calibri"/>
                <a:cs typeface="Calibri"/>
              </a:rPr>
              <a:t>thuật</a:t>
            </a:r>
            <a:r>
              <a:rPr sz="2500" spc="-60" dirty="0">
                <a:latin typeface="Calibri"/>
                <a:cs typeface="Calibri"/>
              </a:rPr>
              <a:t> </a:t>
            </a:r>
            <a:r>
              <a:rPr sz="2500" dirty="0">
                <a:latin typeface="Calibri"/>
                <a:cs typeface="Calibri"/>
              </a:rPr>
              <a:t>toán</a:t>
            </a:r>
            <a:r>
              <a:rPr sz="2500" spc="-75" dirty="0">
                <a:latin typeface="Calibri"/>
                <a:cs typeface="Calibri"/>
              </a:rPr>
              <a:t> </a:t>
            </a:r>
            <a:r>
              <a:rPr sz="2500" spc="-10" dirty="0">
                <a:latin typeface="Calibri"/>
                <a:cs typeface="Calibri"/>
              </a:rPr>
              <a:t>trên.</a:t>
            </a:r>
            <a:endParaRPr sz="2500">
              <a:latin typeface="Calibri"/>
              <a:cs typeface="Calibri"/>
            </a:endParaRPr>
          </a:p>
          <a:p>
            <a:pPr marL="525780" indent="-513080" algn="just">
              <a:lnSpc>
                <a:spcPct val="100000"/>
              </a:lnSpc>
              <a:spcBef>
                <a:spcPts val="600"/>
              </a:spcBef>
              <a:buAutoNum type="arabicPeriod"/>
              <a:tabLst>
                <a:tab pos="525780" algn="l"/>
              </a:tabLst>
            </a:pPr>
            <a:r>
              <a:rPr sz="2500" dirty="0">
                <a:latin typeface="Calibri"/>
                <a:cs typeface="Calibri"/>
              </a:rPr>
              <a:t>Viết</a:t>
            </a:r>
            <a:r>
              <a:rPr sz="2500" spc="-65" dirty="0">
                <a:latin typeface="Calibri"/>
                <a:cs typeface="Calibri"/>
              </a:rPr>
              <a:t> </a:t>
            </a:r>
            <a:r>
              <a:rPr sz="2500" dirty="0">
                <a:latin typeface="Calibri"/>
                <a:cs typeface="Calibri"/>
              </a:rPr>
              <a:t>chương</a:t>
            </a:r>
            <a:r>
              <a:rPr sz="2500" spc="-25" dirty="0">
                <a:latin typeface="Calibri"/>
                <a:cs typeface="Calibri"/>
              </a:rPr>
              <a:t> </a:t>
            </a:r>
            <a:r>
              <a:rPr sz="2500" dirty="0">
                <a:latin typeface="Calibri"/>
                <a:cs typeface="Calibri"/>
              </a:rPr>
              <a:t>trình</a:t>
            </a:r>
            <a:r>
              <a:rPr sz="2500" spc="-45" dirty="0">
                <a:latin typeface="Calibri"/>
                <a:cs typeface="Calibri"/>
              </a:rPr>
              <a:t> </a:t>
            </a:r>
            <a:r>
              <a:rPr sz="2500" dirty="0">
                <a:latin typeface="Calibri"/>
                <a:cs typeface="Calibri"/>
              </a:rPr>
              <a:t>in</a:t>
            </a:r>
            <a:r>
              <a:rPr sz="2500" spc="-55" dirty="0">
                <a:latin typeface="Calibri"/>
                <a:cs typeface="Calibri"/>
              </a:rPr>
              <a:t> </a:t>
            </a:r>
            <a:r>
              <a:rPr sz="2500" dirty="0">
                <a:latin typeface="Calibri"/>
                <a:cs typeface="Calibri"/>
              </a:rPr>
              <a:t>ra</a:t>
            </a:r>
            <a:r>
              <a:rPr sz="2500" spc="-60" dirty="0">
                <a:latin typeface="Calibri"/>
                <a:cs typeface="Calibri"/>
              </a:rPr>
              <a:t> </a:t>
            </a:r>
            <a:r>
              <a:rPr sz="2500" dirty="0">
                <a:latin typeface="Calibri"/>
                <a:cs typeface="Calibri"/>
              </a:rPr>
              <a:t>các</a:t>
            </a:r>
            <a:r>
              <a:rPr sz="2500" spc="-45" dirty="0">
                <a:latin typeface="Calibri"/>
                <a:cs typeface="Calibri"/>
              </a:rPr>
              <a:t> </a:t>
            </a:r>
            <a:r>
              <a:rPr sz="2500" dirty="0">
                <a:latin typeface="Calibri"/>
                <a:cs typeface="Calibri"/>
              </a:rPr>
              <a:t>chỉnh</a:t>
            </a:r>
            <a:r>
              <a:rPr sz="2500" spc="-35" dirty="0">
                <a:latin typeface="Calibri"/>
                <a:cs typeface="Calibri"/>
              </a:rPr>
              <a:t> </a:t>
            </a:r>
            <a:r>
              <a:rPr sz="2500" dirty="0">
                <a:latin typeface="Calibri"/>
                <a:cs typeface="Calibri"/>
              </a:rPr>
              <a:t>hợp</a:t>
            </a:r>
            <a:r>
              <a:rPr sz="2500" spc="-30" dirty="0">
                <a:latin typeface="Calibri"/>
                <a:cs typeface="Calibri"/>
              </a:rPr>
              <a:t> </a:t>
            </a:r>
            <a:r>
              <a:rPr sz="2500" dirty="0">
                <a:latin typeface="Calibri"/>
                <a:cs typeface="Calibri"/>
              </a:rPr>
              <a:t>của</a:t>
            </a:r>
            <a:r>
              <a:rPr sz="2500" spc="-40" dirty="0">
                <a:latin typeface="Calibri"/>
                <a:cs typeface="Calibri"/>
              </a:rPr>
              <a:t> </a:t>
            </a:r>
            <a:r>
              <a:rPr sz="2500" dirty="0">
                <a:latin typeface="Calibri"/>
                <a:cs typeface="Calibri"/>
              </a:rPr>
              <a:t>n</a:t>
            </a:r>
            <a:r>
              <a:rPr sz="2500" spc="-55" dirty="0">
                <a:latin typeface="Calibri"/>
                <a:cs typeface="Calibri"/>
              </a:rPr>
              <a:t> </a:t>
            </a:r>
            <a:r>
              <a:rPr sz="2500" dirty="0">
                <a:latin typeface="Calibri"/>
                <a:cs typeface="Calibri"/>
              </a:rPr>
              <a:t>phần</a:t>
            </a:r>
            <a:r>
              <a:rPr sz="2500" spc="-55" dirty="0">
                <a:latin typeface="Calibri"/>
                <a:cs typeface="Calibri"/>
              </a:rPr>
              <a:t> </a:t>
            </a:r>
            <a:r>
              <a:rPr sz="2500" dirty="0">
                <a:latin typeface="Calibri"/>
                <a:cs typeface="Calibri"/>
              </a:rPr>
              <a:t>tử</a:t>
            </a:r>
            <a:r>
              <a:rPr sz="2500" spc="-50" dirty="0">
                <a:latin typeface="Calibri"/>
                <a:cs typeface="Calibri"/>
              </a:rPr>
              <a:t> </a:t>
            </a:r>
            <a:r>
              <a:rPr sz="2500" dirty="0">
                <a:latin typeface="Calibri"/>
                <a:cs typeface="Calibri"/>
              </a:rPr>
              <a:t>chọn</a:t>
            </a:r>
            <a:r>
              <a:rPr sz="2500" spc="-35" dirty="0">
                <a:latin typeface="Calibri"/>
                <a:cs typeface="Calibri"/>
              </a:rPr>
              <a:t> </a:t>
            </a:r>
            <a:r>
              <a:rPr sz="2500" spc="-25" dirty="0">
                <a:latin typeface="Calibri"/>
                <a:cs typeface="Calibri"/>
              </a:rPr>
              <a:t>m.</a:t>
            </a:r>
            <a:endParaRPr sz="2500">
              <a:latin typeface="Calibri"/>
              <a:cs typeface="Calibri"/>
            </a:endParaRPr>
          </a:p>
          <a:p>
            <a:pPr marL="525145" marR="407034" indent="-513080" algn="just">
              <a:lnSpc>
                <a:spcPct val="100000"/>
              </a:lnSpc>
              <a:spcBef>
                <a:spcPts val="600"/>
              </a:spcBef>
              <a:buAutoNum type="arabicPeriod"/>
              <a:tabLst>
                <a:tab pos="527685" algn="l"/>
              </a:tabLst>
            </a:pPr>
            <a:r>
              <a:rPr sz="2500" dirty="0">
                <a:latin typeface="Calibri"/>
                <a:cs typeface="Calibri"/>
              </a:rPr>
              <a:t>Nhập</a:t>
            </a:r>
            <a:r>
              <a:rPr sz="2500" spc="-50" dirty="0">
                <a:latin typeface="Calibri"/>
                <a:cs typeface="Calibri"/>
              </a:rPr>
              <a:t> </a:t>
            </a:r>
            <a:r>
              <a:rPr sz="2500" dirty="0">
                <a:latin typeface="Calibri"/>
                <a:cs typeface="Calibri"/>
              </a:rPr>
              <a:t>n</a:t>
            </a:r>
            <a:r>
              <a:rPr sz="2500" spc="-55" dirty="0">
                <a:latin typeface="Calibri"/>
                <a:cs typeface="Calibri"/>
              </a:rPr>
              <a:t> </a:t>
            </a:r>
            <a:r>
              <a:rPr sz="2500" dirty="0">
                <a:latin typeface="Calibri"/>
                <a:cs typeface="Calibri"/>
              </a:rPr>
              <a:t>số</a:t>
            </a:r>
            <a:r>
              <a:rPr sz="2500" spc="-55" dirty="0">
                <a:latin typeface="Calibri"/>
                <a:cs typeface="Calibri"/>
              </a:rPr>
              <a:t> </a:t>
            </a:r>
            <a:r>
              <a:rPr sz="2500" dirty="0">
                <a:latin typeface="Calibri"/>
                <a:cs typeface="Calibri"/>
              </a:rPr>
              <a:t>nguyên.</a:t>
            </a:r>
            <a:r>
              <a:rPr sz="2500" spc="-40" dirty="0">
                <a:latin typeface="Calibri"/>
                <a:cs typeface="Calibri"/>
              </a:rPr>
              <a:t> </a:t>
            </a:r>
            <a:r>
              <a:rPr sz="2500" dirty="0">
                <a:latin typeface="Calibri"/>
                <a:cs typeface="Calibri"/>
              </a:rPr>
              <a:t>Viết</a:t>
            </a:r>
            <a:r>
              <a:rPr sz="2500" spc="-55" dirty="0">
                <a:latin typeface="Calibri"/>
                <a:cs typeface="Calibri"/>
              </a:rPr>
              <a:t> </a:t>
            </a:r>
            <a:r>
              <a:rPr sz="2500" dirty="0">
                <a:latin typeface="Calibri"/>
                <a:cs typeface="Calibri"/>
              </a:rPr>
              <a:t>ra</a:t>
            </a:r>
            <a:r>
              <a:rPr sz="2500" spc="-65" dirty="0">
                <a:latin typeface="Calibri"/>
                <a:cs typeface="Calibri"/>
              </a:rPr>
              <a:t> </a:t>
            </a:r>
            <a:r>
              <a:rPr sz="2500" dirty="0">
                <a:latin typeface="Calibri"/>
                <a:cs typeface="Calibri"/>
              </a:rPr>
              <a:t>màn</a:t>
            </a:r>
            <a:r>
              <a:rPr sz="2500" spc="-55" dirty="0">
                <a:latin typeface="Calibri"/>
                <a:cs typeface="Calibri"/>
              </a:rPr>
              <a:t> </a:t>
            </a:r>
            <a:r>
              <a:rPr sz="2500" dirty="0">
                <a:latin typeface="Calibri"/>
                <a:cs typeface="Calibri"/>
              </a:rPr>
              <a:t>hình</a:t>
            </a:r>
            <a:r>
              <a:rPr sz="2500" spc="-50" dirty="0">
                <a:latin typeface="Calibri"/>
                <a:cs typeface="Calibri"/>
              </a:rPr>
              <a:t> </a:t>
            </a:r>
            <a:r>
              <a:rPr sz="2500" dirty="0">
                <a:latin typeface="Calibri"/>
                <a:cs typeface="Calibri"/>
              </a:rPr>
              <a:t>các</a:t>
            </a:r>
            <a:r>
              <a:rPr sz="2500" spc="-45" dirty="0">
                <a:latin typeface="Calibri"/>
                <a:cs typeface="Calibri"/>
              </a:rPr>
              <a:t> </a:t>
            </a:r>
            <a:r>
              <a:rPr sz="2500" dirty="0">
                <a:latin typeface="Calibri"/>
                <a:cs typeface="Calibri"/>
              </a:rPr>
              <a:t>phần</a:t>
            </a:r>
            <a:r>
              <a:rPr sz="2500" spc="-50" dirty="0">
                <a:latin typeface="Calibri"/>
                <a:cs typeface="Calibri"/>
              </a:rPr>
              <a:t> </a:t>
            </a:r>
            <a:r>
              <a:rPr sz="2500" dirty="0">
                <a:latin typeface="Calibri"/>
                <a:cs typeface="Calibri"/>
              </a:rPr>
              <a:t>tử</a:t>
            </a:r>
            <a:r>
              <a:rPr sz="2500" spc="-45" dirty="0">
                <a:latin typeface="Calibri"/>
                <a:cs typeface="Calibri"/>
              </a:rPr>
              <a:t> </a:t>
            </a:r>
            <a:r>
              <a:rPr sz="2500" dirty="0">
                <a:latin typeface="Calibri"/>
                <a:cs typeface="Calibri"/>
              </a:rPr>
              <a:t>mà</a:t>
            </a:r>
            <a:r>
              <a:rPr sz="2500" spc="-55" dirty="0">
                <a:latin typeface="Calibri"/>
                <a:cs typeface="Calibri"/>
              </a:rPr>
              <a:t> </a:t>
            </a:r>
            <a:r>
              <a:rPr sz="2500" spc="-20" dirty="0">
                <a:latin typeface="Calibri"/>
                <a:cs typeface="Calibri"/>
              </a:rPr>
              <a:t>tổng 	</a:t>
            </a:r>
            <a:r>
              <a:rPr sz="2500" dirty="0">
                <a:latin typeface="Calibri"/>
                <a:cs typeface="Calibri"/>
              </a:rPr>
              <a:t>của</a:t>
            </a:r>
            <a:r>
              <a:rPr sz="2500" spc="-30" dirty="0">
                <a:latin typeface="Calibri"/>
                <a:cs typeface="Calibri"/>
              </a:rPr>
              <a:t> </a:t>
            </a:r>
            <a:r>
              <a:rPr sz="2500" dirty="0">
                <a:latin typeface="Calibri"/>
                <a:cs typeface="Calibri"/>
              </a:rPr>
              <a:t>chúng</a:t>
            </a:r>
            <a:r>
              <a:rPr sz="2500" spc="-45" dirty="0">
                <a:latin typeface="Calibri"/>
                <a:cs typeface="Calibri"/>
              </a:rPr>
              <a:t> </a:t>
            </a:r>
            <a:r>
              <a:rPr sz="2500" dirty="0">
                <a:latin typeface="Calibri"/>
                <a:cs typeface="Calibri"/>
              </a:rPr>
              <a:t>là</a:t>
            </a:r>
            <a:r>
              <a:rPr sz="2500" spc="-30" dirty="0">
                <a:latin typeface="Calibri"/>
                <a:cs typeface="Calibri"/>
              </a:rPr>
              <a:t> </a:t>
            </a:r>
            <a:r>
              <a:rPr sz="2500" dirty="0">
                <a:latin typeface="Calibri"/>
                <a:cs typeface="Calibri"/>
              </a:rPr>
              <a:t>lớn</a:t>
            </a:r>
            <a:r>
              <a:rPr sz="2500" spc="-40" dirty="0">
                <a:latin typeface="Calibri"/>
                <a:cs typeface="Calibri"/>
              </a:rPr>
              <a:t> </a:t>
            </a:r>
            <a:r>
              <a:rPr sz="2500" dirty="0">
                <a:latin typeface="Calibri"/>
                <a:cs typeface="Calibri"/>
              </a:rPr>
              <a:t>nhất</a:t>
            </a:r>
            <a:r>
              <a:rPr sz="2500" spc="-25" dirty="0">
                <a:latin typeface="Calibri"/>
                <a:cs typeface="Calibri"/>
              </a:rPr>
              <a:t> </a:t>
            </a:r>
            <a:r>
              <a:rPr sz="2500" dirty="0">
                <a:latin typeface="Calibri"/>
                <a:cs typeface="Calibri"/>
              </a:rPr>
              <a:t>và</a:t>
            </a:r>
            <a:r>
              <a:rPr sz="2500" spc="-50" dirty="0">
                <a:latin typeface="Calibri"/>
                <a:cs typeface="Calibri"/>
              </a:rPr>
              <a:t> </a:t>
            </a:r>
            <a:r>
              <a:rPr sz="2500" dirty="0">
                <a:latin typeface="Calibri"/>
                <a:cs typeface="Calibri"/>
              </a:rPr>
              <a:t>nhỏ</a:t>
            </a:r>
            <a:r>
              <a:rPr sz="2500" spc="-40" dirty="0">
                <a:latin typeface="Calibri"/>
                <a:cs typeface="Calibri"/>
              </a:rPr>
              <a:t> </a:t>
            </a:r>
            <a:r>
              <a:rPr sz="2500" dirty="0">
                <a:latin typeface="Calibri"/>
                <a:cs typeface="Calibri"/>
              </a:rPr>
              <a:t>hơn</a:t>
            </a:r>
            <a:r>
              <a:rPr sz="2500" spc="-30" dirty="0">
                <a:latin typeface="Calibri"/>
                <a:cs typeface="Calibri"/>
              </a:rPr>
              <a:t> </a:t>
            </a:r>
            <a:r>
              <a:rPr sz="2500" dirty="0">
                <a:latin typeface="Calibri"/>
                <a:cs typeface="Calibri"/>
              </a:rPr>
              <a:t>một</a:t>
            </a:r>
            <a:r>
              <a:rPr sz="2500" spc="-40" dirty="0">
                <a:latin typeface="Calibri"/>
                <a:cs typeface="Calibri"/>
              </a:rPr>
              <a:t> </a:t>
            </a:r>
            <a:r>
              <a:rPr sz="2500" dirty="0">
                <a:latin typeface="Calibri"/>
                <a:cs typeface="Calibri"/>
              </a:rPr>
              <a:t>giá</a:t>
            </a:r>
            <a:r>
              <a:rPr sz="2500" spc="-40" dirty="0">
                <a:latin typeface="Calibri"/>
                <a:cs typeface="Calibri"/>
              </a:rPr>
              <a:t> </a:t>
            </a:r>
            <a:r>
              <a:rPr sz="2500" dirty="0">
                <a:latin typeface="Calibri"/>
                <a:cs typeface="Calibri"/>
              </a:rPr>
              <a:t>trị</a:t>
            </a:r>
            <a:r>
              <a:rPr sz="2500" spc="-40" dirty="0">
                <a:latin typeface="Calibri"/>
                <a:cs typeface="Calibri"/>
              </a:rPr>
              <a:t> </a:t>
            </a:r>
            <a:r>
              <a:rPr sz="2500" dirty="0">
                <a:latin typeface="Calibri"/>
                <a:cs typeface="Calibri"/>
              </a:rPr>
              <a:t>K</a:t>
            </a:r>
            <a:r>
              <a:rPr sz="2500" spc="-35" dirty="0">
                <a:latin typeface="Calibri"/>
                <a:cs typeface="Calibri"/>
              </a:rPr>
              <a:t> </a:t>
            </a:r>
            <a:r>
              <a:rPr sz="2500" dirty="0">
                <a:latin typeface="Calibri"/>
                <a:cs typeface="Calibri"/>
              </a:rPr>
              <a:t>cho</a:t>
            </a:r>
            <a:r>
              <a:rPr sz="2500" spc="-45" dirty="0">
                <a:latin typeface="Calibri"/>
                <a:cs typeface="Calibri"/>
              </a:rPr>
              <a:t> </a:t>
            </a:r>
            <a:r>
              <a:rPr sz="2500" spc="-10" dirty="0">
                <a:latin typeface="Calibri"/>
                <a:cs typeface="Calibri"/>
              </a:rPr>
              <a:t>trước. 	</a:t>
            </a:r>
            <a:r>
              <a:rPr sz="2500" spc="-30" dirty="0">
                <a:latin typeface="Calibri"/>
                <a:cs typeface="Calibri"/>
              </a:rPr>
              <a:t>(Yêu</a:t>
            </a:r>
            <a:r>
              <a:rPr sz="2500" spc="-55" dirty="0">
                <a:latin typeface="Calibri"/>
                <a:cs typeface="Calibri"/>
              </a:rPr>
              <a:t> </a:t>
            </a:r>
            <a:r>
              <a:rPr sz="2500" dirty="0">
                <a:latin typeface="Calibri"/>
                <a:cs typeface="Calibri"/>
              </a:rPr>
              <a:t>cầu</a:t>
            </a:r>
            <a:r>
              <a:rPr sz="2500" spc="-55" dirty="0">
                <a:latin typeface="Calibri"/>
                <a:cs typeface="Calibri"/>
              </a:rPr>
              <a:t> </a:t>
            </a:r>
            <a:r>
              <a:rPr sz="2500" dirty="0">
                <a:latin typeface="Calibri"/>
                <a:cs typeface="Calibri"/>
              </a:rPr>
              <a:t>dùng</a:t>
            </a:r>
            <a:r>
              <a:rPr sz="2500" spc="-70" dirty="0">
                <a:latin typeface="Calibri"/>
                <a:cs typeface="Calibri"/>
              </a:rPr>
              <a:t> </a:t>
            </a:r>
            <a:r>
              <a:rPr sz="2500" dirty="0">
                <a:latin typeface="Calibri"/>
                <a:cs typeface="Calibri"/>
              </a:rPr>
              <a:t>các</a:t>
            </a:r>
            <a:r>
              <a:rPr sz="2500" spc="-55" dirty="0">
                <a:latin typeface="Calibri"/>
                <a:cs typeface="Calibri"/>
              </a:rPr>
              <a:t> </a:t>
            </a:r>
            <a:r>
              <a:rPr sz="2500" dirty="0">
                <a:latin typeface="Calibri"/>
                <a:cs typeface="Calibri"/>
              </a:rPr>
              <a:t>thuật</a:t>
            </a:r>
            <a:r>
              <a:rPr sz="2500" spc="-55" dirty="0">
                <a:latin typeface="Calibri"/>
                <a:cs typeface="Calibri"/>
              </a:rPr>
              <a:t> </a:t>
            </a:r>
            <a:r>
              <a:rPr sz="2500" dirty="0">
                <a:latin typeface="Calibri"/>
                <a:cs typeface="Calibri"/>
              </a:rPr>
              <a:t>toán</a:t>
            </a:r>
            <a:r>
              <a:rPr sz="2500" spc="-80" dirty="0">
                <a:latin typeface="Calibri"/>
                <a:cs typeface="Calibri"/>
              </a:rPr>
              <a:t> </a:t>
            </a:r>
            <a:r>
              <a:rPr sz="2500" dirty="0">
                <a:latin typeface="Calibri"/>
                <a:cs typeface="Calibri"/>
              </a:rPr>
              <a:t>đã</a:t>
            </a:r>
            <a:r>
              <a:rPr sz="2500" spc="-70" dirty="0">
                <a:latin typeface="Calibri"/>
                <a:cs typeface="Calibri"/>
              </a:rPr>
              <a:t> </a:t>
            </a:r>
            <a:r>
              <a:rPr sz="2500" spc="-20" dirty="0">
                <a:latin typeface="Calibri"/>
                <a:cs typeface="Calibri"/>
              </a:rPr>
              <a:t>học)</a:t>
            </a:r>
            <a:endParaRPr sz="2500">
              <a:latin typeface="Calibri"/>
              <a:cs typeface="Calibri"/>
            </a:endParaRPr>
          </a:p>
          <a:p>
            <a:pPr marL="525145" marR="64769" indent="-513080" algn="just">
              <a:lnSpc>
                <a:spcPct val="100000"/>
              </a:lnSpc>
              <a:spcBef>
                <a:spcPts val="600"/>
              </a:spcBef>
              <a:buAutoNum type="arabicPeriod"/>
              <a:tabLst>
                <a:tab pos="527685" algn="l"/>
              </a:tabLst>
            </a:pPr>
            <a:r>
              <a:rPr sz="2500" dirty="0">
                <a:latin typeface="Calibri"/>
                <a:cs typeface="Calibri"/>
              </a:rPr>
              <a:t>Nhập</a:t>
            </a:r>
            <a:r>
              <a:rPr sz="2500" spc="-65" dirty="0">
                <a:latin typeface="Calibri"/>
                <a:cs typeface="Calibri"/>
              </a:rPr>
              <a:t> </a:t>
            </a:r>
            <a:r>
              <a:rPr sz="2500" dirty="0">
                <a:latin typeface="Calibri"/>
                <a:cs typeface="Calibri"/>
              </a:rPr>
              <a:t>n</a:t>
            </a:r>
            <a:r>
              <a:rPr sz="2500" spc="-60" dirty="0">
                <a:latin typeface="Calibri"/>
                <a:cs typeface="Calibri"/>
              </a:rPr>
              <a:t> </a:t>
            </a:r>
            <a:r>
              <a:rPr sz="2500" dirty="0">
                <a:latin typeface="Calibri"/>
                <a:cs typeface="Calibri"/>
              </a:rPr>
              <a:t>số</a:t>
            </a:r>
            <a:r>
              <a:rPr sz="2500" spc="-60" dirty="0">
                <a:latin typeface="Calibri"/>
                <a:cs typeface="Calibri"/>
              </a:rPr>
              <a:t> </a:t>
            </a:r>
            <a:r>
              <a:rPr sz="2500" dirty="0">
                <a:latin typeface="Calibri"/>
                <a:cs typeface="Calibri"/>
              </a:rPr>
              <a:t>nguyên.</a:t>
            </a:r>
            <a:r>
              <a:rPr sz="2500" spc="-45" dirty="0">
                <a:latin typeface="Calibri"/>
                <a:cs typeface="Calibri"/>
              </a:rPr>
              <a:t> </a:t>
            </a:r>
            <a:r>
              <a:rPr sz="2500" dirty="0">
                <a:latin typeface="Calibri"/>
                <a:cs typeface="Calibri"/>
              </a:rPr>
              <a:t>Viết</a:t>
            </a:r>
            <a:r>
              <a:rPr sz="2500" spc="-60" dirty="0">
                <a:latin typeface="Calibri"/>
                <a:cs typeface="Calibri"/>
              </a:rPr>
              <a:t> </a:t>
            </a:r>
            <a:r>
              <a:rPr sz="2500" dirty="0">
                <a:latin typeface="Calibri"/>
                <a:cs typeface="Calibri"/>
              </a:rPr>
              <a:t>ra</a:t>
            </a:r>
            <a:r>
              <a:rPr sz="2500" spc="-65" dirty="0">
                <a:latin typeface="Calibri"/>
                <a:cs typeface="Calibri"/>
              </a:rPr>
              <a:t> </a:t>
            </a:r>
            <a:r>
              <a:rPr sz="2500" dirty="0">
                <a:latin typeface="Calibri"/>
                <a:cs typeface="Calibri"/>
              </a:rPr>
              <a:t>màn</a:t>
            </a:r>
            <a:r>
              <a:rPr sz="2500" spc="-40" dirty="0">
                <a:latin typeface="Calibri"/>
                <a:cs typeface="Calibri"/>
              </a:rPr>
              <a:t> </a:t>
            </a:r>
            <a:r>
              <a:rPr sz="2500" dirty="0">
                <a:latin typeface="Calibri"/>
                <a:cs typeface="Calibri"/>
              </a:rPr>
              <a:t>hình</a:t>
            </a:r>
            <a:r>
              <a:rPr sz="2500" spc="-60" dirty="0">
                <a:latin typeface="Calibri"/>
                <a:cs typeface="Calibri"/>
              </a:rPr>
              <a:t> </a:t>
            </a:r>
            <a:r>
              <a:rPr sz="2500" dirty="0">
                <a:latin typeface="Calibri"/>
                <a:cs typeface="Calibri"/>
              </a:rPr>
              <a:t>dãy</a:t>
            </a:r>
            <a:r>
              <a:rPr sz="2500" spc="-50" dirty="0">
                <a:latin typeface="Calibri"/>
                <a:cs typeface="Calibri"/>
              </a:rPr>
              <a:t> </a:t>
            </a:r>
            <a:r>
              <a:rPr sz="2500" dirty="0">
                <a:latin typeface="Calibri"/>
                <a:cs typeface="Calibri"/>
              </a:rPr>
              <a:t>con</a:t>
            </a:r>
            <a:r>
              <a:rPr sz="2500" spc="-60" dirty="0">
                <a:latin typeface="Calibri"/>
                <a:cs typeface="Calibri"/>
              </a:rPr>
              <a:t> </a:t>
            </a:r>
            <a:r>
              <a:rPr sz="2500" dirty="0">
                <a:latin typeface="Calibri"/>
                <a:cs typeface="Calibri"/>
              </a:rPr>
              <a:t>tăng</a:t>
            </a:r>
            <a:r>
              <a:rPr sz="2500" spc="-50" dirty="0">
                <a:latin typeface="Calibri"/>
                <a:cs typeface="Calibri"/>
              </a:rPr>
              <a:t> </a:t>
            </a:r>
            <a:r>
              <a:rPr sz="2500" dirty="0">
                <a:latin typeface="Calibri"/>
                <a:cs typeface="Calibri"/>
              </a:rPr>
              <a:t>dần</a:t>
            </a:r>
            <a:r>
              <a:rPr sz="2500" spc="-60" dirty="0">
                <a:latin typeface="Calibri"/>
                <a:cs typeface="Calibri"/>
              </a:rPr>
              <a:t> </a:t>
            </a:r>
            <a:r>
              <a:rPr sz="2500" dirty="0">
                <a:latin typeface="Calibri"/>
                <a:cs typeface="Calibri"/>
              </a:rPr>
              <a:t>và</a:t>
            </a:r>
            <a:r>
              <a:rPr sz="2500" spc="-60" dirty="0">
                <a:latin typeface="Calibri"/>
                <a:cs typeface="Calibri"/>
              </a:rPr>
              <a:t> </a:t>
            </a:r>
            <a:r>
              <a:rPr sz="2500" spc="-25" dirty="0">
                <a:latin typeface="Calibri"/>
                <a:cs typeface="Calibri"/>
              </a:rPr>
              <a:t>dài 	</a:t>
            </a:r>
            <a:r>
              <a:rPr sz="2500" dirty="0">
                <a:latin typeface="Calibri"/>
                <a:cs typeface="Calibri"/>
              </a:rPr>
              <a:t>nhất.</a:t>
            </a:r>
            <a:r>
              <a:rPr sz="2500" spc="-60" dirty="0">
                <a:latin typeface="Calibri"/>
                <a:cs typeface="Calibri"/>
              </a:rPr>
              <a:t> </a:t>
            </a:r>
            <a:r>
              <a:rPr sz="2500" spc="-30" dirty="0">
                <a:latin typeface="Calibri"/>
                <a:cs typeface="Calibri"/>
              </a:rPr>
              <a:t>(Yêu</a:t>
            </a:r>
            <a:r>
              <a:rPr sz="2500" spc="-60" dirty="0">
                <a:latin typeface="Calibri"/>
                <a:cs typeface="Calibri"/>
              </a:rPr>
              <a:t> </a:t>
            </a:r>
            <a:r>
              <a:rPr sz="2500" dirty="0">
                <a:latin typeface="Calibri"/>
                <a:cs typeface="Calibri"/>
              </a:rPr>
              <a:t>cầu</a:t>
            </a:r>
            <a:r>
              <a:rPr sz="2500" spc="-55" dirty="0">
                <a:latin typeface="Calibri"/>
                <a:cs typeface="Calibri"/>
              </a:rPr>
              <a:t> </a:t>
            </a:r>
            <a:r>
              <a:rPr sz="2500" dirty="0">
                <a:latin typeface="Calibri"/>
                <a:cs typeface="Calibri"/>
              </a:rPr>
              <a:t>dùng</a:t>
            </a:r>
            <a:r>
              <a:rPr sz="2500" spc="-65" dirty="0">
                <a:latin typeface="Calibri"/>
                <a:cs typeface="Calibri"/>
              </a:rPr>
              <a:t> </a:t>
            </a:r>
            <a:r>
              <a:rPr sz="2500" dirty="0">
                <a:latin typeface="Calibri"/>
                <a:cs typeface="Calibri"/>
              </a:rPr>
              <a:t>các</a:t>
            </a:r>
            <a:r>
              <a:rPr sz="2500" spc="-55" dirty="0">
                <a:latin typeface="Calibri"/>
                <a:cs typeface="Calibri"/>
              </a:rPr>
              <a:t> </a:t>
            </a:r>
            <a:r>
              <a:rPr sz="2500" dirty="0">
                <a:latin typeface="Calibri"/>
                <a:cs typeface="Calibri"/>
              </a:rPr>
              <a:t>thuật</a:t>
            </a:r>
            <a:r>
              <a:rPr sz="2500" spc="-70" dirty="0">
                <a:latin typeface="Calibri"/>
                <a:cs typeface="Calibri"/>
              </a:rPr>
              <a:t> </a:t>
            </a:r>
            <a:r>
              <a:rPr sz="2500" dirty="0">
                <a:latin typeface="Calibri"/>
                <a:cs typeface="Calibri"/>
              </a:rPr>
              <a:t>toán</a:t>
            </a:r>
            <a:r>
              <a:rPr sz="2500" spc="-85" dirty="0">
                <a:latin typeface="Calibri"/>
                <a:cs typeface="Calibri"/>
              </a:rPr>
              <a:t> </a:t>
            </a:r>
            <a:r>
              <a:rPr sz="2500" dirty="0">
                <a:latin typeface="Calibri"/>
                <a:cs typeface="Calibri"/>
              </a:rPr>
              <a:t>đã</a:t>
            </a:r>
            <a:r>
              <a:rPr sz="2500" spc="-65" dirty="0">
                <a:latin typeface="Calibri"/>
                <a:cs typeface="Calibri"/>
              </a:rPr>
              <a:t> </a:t>
            </a:r>
            <a:r>
              <a:rPr sz="2500" spc="-20" dirty="0">
                <a:latin typeface="Calibri"/>
                <a:cs typeface="Calibri"/>
              </a:rPr>
              <a:t>học)</a:t>
            </a:r>
            <a:endParaRPr sz="2500">
              <a:latin typeface="Calibri"/>
              <a:cs typeface="Calibri"/>
            </a:endParaRP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95885">
              <a:lnSpc>
                <a:spcPct val="100000"/>
              </a:lnSpc>
              <a:spcBef>
                <a:spcPts val="100"/>
              </a:spcBef>
            </a:pPr>
            <a:r>
              <a:rPr sz="3200" b="1" dirty="0">
                <a:latin typeface="Calibri"/>
                <a:cs typeface="Calibri"/>
              </a:rPr>
              <a:t>2.5</a:t>
            </a:r>
            <a:r>
              <a:rPr sz="3200" b="1" spc="-45" dirty="0">
                <a:latin typeface="Calibri"/>
                <a:cs typeface="Calibri"/>
              </a:rPr>
              <a:t> </a:t>
            </a:r>
            <a:r>
              <a:rPr sz="3200" b="1" dirty="0">
                <a:latin typeface="Calibri"/>
                <a:cs typeface="Calibri"/>
              </a:rPr>
              <a:t>Nguyên</a:t>
            </a:r>
            <a:r>
              <a:rPr sz="3200" b="1" spc="-40" dirty="0">
                <a:latin typeface="Calibri"/>
                <a:cs typeface="Calibri"/>
              </a:rPr>
              <a:t> </a:t>
            </a:r>
            <a:r>
              <a:rPr sz="3200" b="1" dirty="0">
                <a:latin typeface="Calibri"/>
                <a:cs typeface="Calibri"/>
              </a:rPr>
              <a:t>lý</a:t>
            </a:r>
            <a:r>
              <a:rPr sz="3200" b="1" spc="-15" dirty="0">
                <a:latin typeface="Calibri"/>
                <a:cs typeface="Calibri"/>
              </a:rPr>
              <a:t> </a:t>
            </a:r>
            <a:r>
              <a:rPr sz="3200" b="1" dirty="0">
                <a:latin typeface="Calibri"/>
                <a:cs typeface="Calibri"/>
              </a:rPr>
              <a:t>chuồng</a:t>
            </a:r>
            <a:r>
              <a:rPr sz="3200" b="1" spc="-60" dirty="0">
                <a:latin typeface="Calibri"/>
                <a:cs typeface="Calibri"/>
              </a:rPr>
              <a:t> </a:t>
            </a:r>
            <a:r>
              <a:rPr sz="3200" b="1" dirty="0">
                <a:latin typeface="Calibri"/>
                <a:cs typeface="Calibri"/>
              </a:rPr>
              <a:t>bồ</a:t>
            </a:r>
            <a:r>
              <a:rPr sz="3200" b="1" spc="-15" dirty="0">
                <a:latin typeface="Calibri"/>
                <a:cs typeface="Calibri"/>
              </a:rPr>
              <a:t> </a:t>
            </a:r>
            <a:r>
              <a:rPr sz="3200" b="1" dirty="0">
                <a:latin typeface="Calibri"/>
                <a:cs typeface="Calibri"/>
              </a:rPr>
              <a:t>câu</a:t>
            </a:r>
            <a:r>
              <a:rPr sz="3200" b="1" spc="-15" dirty="0">
                <a:latin typeface="Calibri"/>
                <a:cs typeface="Calibri"/>
              </a:rPr>
              <a:t> </a:t>
            </a:r>
            <a:r>
              <a:rPr sz="3200" b="1" spc="-50" dirty="0">
                <a:latin typeface="Calibri"/>
                <a:cs typeface="Calibri"/>
              </a:rPr>
              <a:t>:</a:t>
            </a:r>
            <a:endParaRPr sz="3200">
              <a:latin typeface="Calibri"/>
              <a:cs typeface="Calibri"/>
            </a:endParaRPr>
          </a:p>
        </p:txBody>
      </p:sp>
      <p:sp>
        <p:nvSpPr>
          <p:cNvPr id="3" name="object 3"/>
          <p:cNvSpPr txBox="1"/>
          <p:nvPr/>
        </p:nvSpPr>
        <p:spPr>
          <a:xfrm>
            <a:off x="421640" y="888237"/>
            <a:ext cx="8395335" cy="5231765"/>
          </a:xfrm>
          <a:prstGeom prst="rect">
            <a:avLst/>
          </a:prstGeom>
        </p:spPr>
        <p:txBody>
          <a:bodyPr vert="horz" wrap="square" lIns="0" tIns="12065" rIns="0" bIns="0" rtlCol="0">
            <a:spAutoFit/>
          </a:bodyPr>
          <a:lstStyle/>
          <a:p>
            <a:pPr marL="57785" marR="367665">
              <a:lnSpc>
                <a:spcPct val="100000"/>
              </a:lnSpc>
              <a:spcBef>
                <a:spcPts val="95"/>
              </a:spcBef>
            </a:pPr>
            <a:r>
              <a:rPr sz="2800" b="1" dirty="0">
                <a:latin typeface="Calibri"/>
                <a:cs typeface="Calibri"/>
              </a:rPr>
              <a:t>Dạng</a:t>
            </a:r>
            <a:r>
              <a:rPr sz="2800" b="1" spc="-40" dirty="0">
                <a:latin typeface="Calibri"/>
                <a:cs typeface="Calibri"/>
              </a:rPr>
              <a:t> </a:t>
            </a:r>
            <a:r>
              <a:rPr sz="2800" b="1" dirty="0">
                <a:latin typeface="Calibri"/>
                <a:cs typeface="Calibri"/>
              </a:rPr>
              <a:t>1</a:t>
            </a:r>
            <a:r>
              <a:rPr sz="2800" b="1" spc="-35" dirty="0">
                <a:latin typeface="Calibri"/>
                <a:cs typeface="Calibri"/>
              </a:rPr>
              <a:t> </a:t>
            </a:r>
            <a:r>
              <a:rPr sz="2800" b="1" dirty="0">
                <a:latin typeface="Calibri"/>
                <a:cs typeface="Calibri"/>
              </a:rPr>
              <a:t>:</a:t>
            </a:r>
            <a:r>
              <a:rPr sz="2800" b="1" spc="-25" dirty="0">
                <a:latin typeface="Calibri"/>
                <a:cs typeface="Calibri"/>
              </a:rPr>
              <a:t> </a:t>
            </a:r>
            <a:r>
              <a:rPr sz="2800" dirty="0">
                <a:latin typeface="Calibri"/>
                <a:cs typeface="Calibri"/>
              </a:rPr>
              <a:t>Nếu</a:t>
            </a:r>
            <a:r>
              <a:rPr sz="2800" spc="-40" dirty="0">
                <a:latin typeface="Calibri"/>
                <a:cs typeface="Calibri"/>
              </a:rPr>
              <a:t> </a:t>
            </a:r>
            <a:r>
              <a:rPr sz="2800" dirty="0">
                <a:latin typeface="Calibri"/>
                <a:cs typeface="Calibri"/>
              </a:rPr>
              <a:t>chuồng</a:t>
            </a:r>
            <a:r>
              <a:rPr sz="2800" spc="-20" dirty="0">
                <a:latin typeface="Calibri"/>
                <a:cs typeface="Calibri"/>
              </a:rPr>
              <a:t> </a:t>
            </a:r>
            <a:r>
              <a:rPr sz="2800" dirty="0">
                <a:latin typeface="Calibri"/>
                <a:cs typeface="Calibri"/>
              </a:rPr>
              <a:t>bồ</a:t>
            </a:r>
            <a:r>
              <a:rPr sz="2800" spc="-35" dirty="0">
                <a:latin typeface="Calibri"/>
                <a:cs typeface="Calibri"/>
              </a:rPr>
              <a:t> </a:t>
            </a:r>
            <a:r>
              <a:rPr sz="2800" dirty="0">
                <a:latin typeface="Calibri"/>
                <a:cs typeface="Calibri"/>
              </a:rPr>
              <a:t>câu</a:t>
            </a:r>
            <a:r>
              <a:rPr sz="2800" spc="-30" dirty="0">
                <a:latin typeface="Calibri"/>
                <a:cs typeface="Calibri"/>
              </a:rPr>
              <a:t> </a:t>
            </a:r>
            <a:r>
              <a:rPr sz="2800" dirty="0">
                <a:latin typeface="Calibri"/>
                <a:cs typeface="Calibri"/>
              </a:rPr>
              <a:t>có</a:t>
            </a:r>
            <a:r>
              <a:rPr sz="2800" spc="-45" dirty="0">
                <a:latin typeface="Calibri"/>
                <a:cs typeface="Calibri"/>
              </a:rPr>
              <a:t> </a:t>
            </a:r>
            <a:r>
              <a:rPr sz="2800" dirty="0">
                <a:latin typeface="Calibri"/>
                <a:cs typeface="Calibri"/>
              </a:rPr>
              <a:t>ít</a:t>
            </a:r>
            <a:r>
              <a:rPr sz="2800" spc="-50" dirty="0">
                <a:latin typeface="Calibri"/>
                <a:cs typeface="Calibri"/>
              </a:rPr>
              <a:t> </a:t>
            </a:r>
            <a:r>
              <a:rPr sz="2800" dirty="0">
                <a:latin typeface="Calibri"/>
                <a:cs typeface="Calibri"/>
              </a:rPr>
              <a:t>cửa</a:t>
            </a:r>
            <a:r>
              <a:rPr sz="2800" spc="-25" dirty="0">
                <a:latin typeface="Calibri"/>
                <a:cs typeface="Calibri"/>
              </a:rPr>
              <a:t> </a:t>
            </a:r>
            <a:r>
              <a:rPr sz="2800" dirty="0">
                <a:latin typeface="Calibri"/>
                <a:cs typeface="Calibri"/>
              </a:rPr>
              <a:t>hơn</a:t>
            </a:r>
            <a:r>
              <a:rPr sz="2800" spc="-20" dirty="0">
                <a:latin typeface="Calibri"/>
                <a:cs typeface="Calibri"/>
              </a:rPr>
              <a:t> </a:t>
            </a:r>
            <a:r>
              <a:rPr sz="2800" dirty="0">
                <a:latin typeface="Calibri"/>
                <a:cs typeface="Calibri"/>
              </a:rPr>
              <a:t>số</a:t>
            </a:r>
            <a:r>
              <a:rPr sz="2800" spc="-30" dirty="0">
                <a:latin typeface="Calibri"/>
                <a:cs typeface="Calibri"/>
              </a:rPr>
              <a:t> </a:t>
            </a:r>
            <a:r>
              <a:rPr sz="2800" dirty="0">
                <a:latin typeface="Calibri"/>
                <a:cs typeface="Calibri"/>
              </a:rPr>
              <a:t>bồ</a:t>
            </a:r>
            <a:r>
              <a:rPr sz="2800" spc="-35" dirty="0">
                <a:latin typeface="Calibri"/>
                <a:cs typeface="Calibri"/>
              </a:rPr>
              <a:t> </a:t>
            </a:r>
            <a:r>
              <a:rPr sz="2800" dirty="0">
                <a:latin typeface="Calibri"/>
                <a:cs typeface="Calibri"/>
              </a:rPr>
              <a:t>câu</a:t>
            </a:r>
            <a:r>
              <a:rPr sz="2800" spc="-45" dirty="0">
                <a:latin typeface="Calibri"/>
                <a:cs typeface="Calibri"/>
              </a:rPr>
              <a:t> </a:t>
            </a:r>
            <a:r>
              <a:rPr sz="2800" spc="-25" dirty="0">
                <a:latin typeface="Calibri"/>
                <a:cs typeface="Calibri"/>
              </a:rPr>
              <a:t>thì </a:t>
            </a:r>
            <a:r>
              <a:rPr sz="2800" dirty="0">
                <a:latin typeface="Calibri"/>
                <a:cs typeface="Calibri"/>
              </a:rPr>
              <a:t>có</a:t>
            </a:r>
            <a:r>
              <a:rPr sz="2800" spc="-45" dirty="0">
                <a:latin typeface="Calibri"/>
                <a:cs typeface="Calibri"/>
              </a:rPr>
              <a:t> </a:t>
            </a:r>
            <a:r>
              <a:rPr sz="2800" dirty="0">
                <a:latin typeface="Calibri"/>
                <a:cs typeface="Calibri"/>
              </a:rPr>
              <a:t>ít</a:t>
            </a:r>
            <a:r>
              <a:rPr sz="2800" spc="-45" dirty="0">
                <a:latin typeface="Calibri"/>
                <a:cs typeface="Calibri"/>
              </a:rPr>
              <a:t> </a:t>
            </a:r>
            <a:r>
              <a:rPr sz="2800" dirty="0">
                <a:latin typeface="Calibri"/>
                <a:cs typeface="Calibri"/>
              </a:rPr>
              <a:t>nhất</a:t>
            </a:r>
            <a:r>
              <a:rPr sz="2800" spc="-20" dirty="0">
                <a:latin typeface="Calibri"/>
                <a:cs typeface="Calibri"/>
              </a:rPr>
              <a:t> </a:t>
            </a:r>
            <a:r>
              <a:rPr sz="2800" dirty="0">
                <a:latin typeface="Calibri"/>
                <a:cs typeface="Calibri"/>
              </a:rPr>
              <a:t>hai</a:t>
            </a:r>
            <a:r>
              <a:rPr sz="2800" spc="-40" dirty="0">
                <a:latin typeface="Calibri"/>
                <a:cs typeface="Calibri"/>
              </a:rPr>
              <a:t> </a:t>
            </a:r>
            <a:r>
              <a:rPr sz="2800" dirty="0">
                <a:latin typeface="Calibri"/>
                <a:cs typeface="Calibri"/>
              </a:rPr>
              <a:t>bồ</a:t>
            </a:r>
            <a:r>
              <a:rPr sz="2800" spc="-35" dirty="0">
                <a:latin typeface="Calibri"/>
                <a:cs typeface="Calibri"/>
              </a:rPr>
              <a:t> </a:t>
            </a:r>
            <a:r>
              <a:rPr sz="2800" dirty="0">
                <a:latin typeface="Calibri"/>
                <a:cs typeface="Calibri"/>
              </a:rPr>
              <a:t>câu</a:t>
            </a:r>
            <a:r>
              <a:rPr sz="2800" spc="-30" dirty="0">
                <a:latin typeface="Calibri"/>
                <a:cs typeface="Calibri"/>
              </a:rPr>
              <a:t> </a:t>
            </a:r>
            <a:r>
              <a:rPr sz="2800" dirty="0">
                <a:latin typeface="Calibri"/>
                <a:cs typeface="Calibri"/>
              </a:rPr>
              <a:t>ở</a:t>
            </a:r>
            <a:r>
              <a:rPr sz="2800" spc="-30" dirty="0">
                <a:latin typeface="Calibri"/>
                <a:cs typeface="Calibri"/>
              </a:rPr>
              <a:t> </a:t>
            </a:r>
            <a:r>
              <a:rPr sz="2800" dirty="0">
                <a:latin typeface="Calibri"/>
                <a:cs typeface="Calibri"/>
              </a:rPr>
              <a:t>chung</a:t>
            </a:r>
            <a:r>
              <a:rPr sz="2800" spc="-20" dirty="0">
                <a:latin typeface="Calibri"/>
                <a:cs typeface="Calibri"/>
              </a:rPr>
              <a:t> </a:t>
            </a:r>
            <a:r>
              <a:rPr sz="2800" dirty="0">
                <a:latin typeface="Calibri"/>
                <a:cs typeface="Calibri"/>
              </a:rPr>
              <a:t>một</a:t>
            </a:r>
            <a:r>
              <a:rPr sz="2800" spc="-45" dirty="0">
                <a:latin typeface="Calibri"/>
                <a:cs typeface="Calibri"/>
              </a:rPr>
              <a:t> </a:t>
            </a:r>
            <a:r>
              <a:rPr sz="2800" spc="-20" dirty="0">
                <a:latin typeface="Calibri"/>
                <a:cs typeface="Calibri"/>
              </a:rPr>
              <a:t>cửa.</a:t>
            </a:r>
            <a:endParaRPr sz="2800">
              <a:latin typeface="Calibri"/>
              <a:cs typeface="Calibri"/>
            </a:endParaRPr>
          </a:p>
          <a:p>
            <a:pPr marL="50800" marR="43180">
              <a:lnSpc>
                <a:spcPct val="100000"/>
              </a:lnSpc>
              <a:spcBef>
                <a:spcPts val="675"/>
              </a:spcBef>
            </a:pPr>
            <a:r>
              <a:rPr sz="2800" b="1" dirty="0">
                <a:latin typeface="Calibri"/>
                <a:cs typeface="Calibri"/>
              </a:rPr>
              <a:t>Ví</a:t>
            </a:r>
            <a:r>
              <a:rPr sz="2800" b="1" spc="-45" dirty="0">
                <a:latin typeface="Calibri"/>
                <a:cs typeface="Calibri"/>
              </a:rPr>
              <a:t> </a:t>
            </a:r>
            <a:r>
              <a:rPr sz="2800" b="1" dirty="0">
                <a:latin typeface="Calibri"/>
                <a:cs typeface="Calibri"/>
              </a:rPr>
              <a:t>dụ:</a:t>
            </a:r>
            <a:r>
              <a:rPr sz="2800" b="1" spc="-40" dirty="0">
                <a:latin typeface="Calibri"/>
                <a:cs typeface="Calibri"/>
              </a:rPr>
              <a:t> </a:t>
            </a:r>
            <a:r>
              <a:rPr sz="2800" dirty="0">
                <a:latin typeface="Calibri"/>
                <a:cs typeface="Calibri"/>
              </a:rPr>
              <a:t>Xét</a:t>
            </a:r>
            <a:r>
              <a:rPr sz="2800" spc="-50" dirty="0">
                <a:latin typeface="Calibri"/>
                <a:cs typeface="Calibri"/>
              </a:rPr>
              <a:t> </a:t>
            </a:r>
            <a:r>
              <a:rPr sz="2800" dirty="0">
                <a:latin typeface="Calibri"/>
                <a:cs typeface="Calibri"/>
              </a:rPr>
              <a:t>một</a:t>
            </a:r>
            <a:r>
              <a:rPr sz="2800" spc="-50" dirty="0">
                <a:latin typeface="Calibri"/>
                <a:cs typeface="Calibri"/>
              </a:rPr>
              <a:t> </a:t>
            </a:r>
            <a:r>
              <a:rPr sz="2800" dirty="0">
                <a:latin typeface="Calibri"/>
                <a:cs typeface="Calibri"/>
              </a:rPr>
              <a:t>cơ</a:t>
            </a:r>
            <a:r>
              <a:rPr sz="2800" spc="-30" dirty="0">
                <a:latin typeface="Calibri"/>
                <a:cs typeface="Calibri"/>
              </a:rPr>
              <a:t> </a:t>
            </a:r>
            <a:r>
              <a:rPr sz="2800" dirty="0">
                <a:latin typeface="Calibri"/>
                <a:cs typeface="Calibri"/>
              </a:rPr>
              <a:t>sở</a:t>
            </a:r>
            <a:r>
              <a:rPr sz="2800" spc="-35" dirty="0">
                <a:latin typeface="Calibri"/>
                <a:cs typeface="Calibri"/>
              </a:rPr>
              <a:t> </a:t>
            </a:r>
            <a:r>
              <a:rPr sz="2800" dirty="0">
                <a:latin typeface="Calibri"/>
                <a:cs typeface="Calibri"/>
              </a:rPr>
              <a:t>dữ</a:t>
            </a:r>
            <a:r>
              <a:rPr sz="2800" spc="-35" dirty="0">
                <a:latin typeface="Calibri"/>
                <a:cs typeface="Calibri"/>
              </a:rPr>
              <a:t> </a:t>
            </a:r>
            <a:r>
              <a:rPr sz="2800" dirty="0">
                <a:latin typeface="Calibri"/>
                <a:cs typeface="Calibri"/>
              </a:rPr>
              <a:t>liệu</a:t>
            </a:r>
            <a:r>
              <a:rPr sz="2800" spc="-40" dirty="0">
                <a:latin typeface="Calibri"/>
                <a:cs typeface="Calibri"/>
              </a:rPr>
              <a:t> </a:t>
            </a:r>
            <a:r>
              <a:rPr sz="2800" dirty="0">
                <a:latin typeface="Calibri"/>
                <a:cs typeface="Calibri"/>
              </a:rPr>
              <a:t>có</a:t>
            </a:r>
            <a:r>
              <a:rPr sz="2800" spc="-50" dirty="0">
                <a:latin typeface="Calibri"/>
                <a:cs typeface="Calibri"/>
              </a:rPr>
              <a:t> </a:t>
            </a:r>
            <a:r>
              <a:rPr sz="2800" dirty="0">
                <a:latin typeface="Calibri"/>
                <a:cs typeface="Calibri"/>
              </a:rPr>
              <a:t>500000 bản</a:t>
            </a:r>
            <a:r>
              <a:rPr sz="2800" spc="-25" dirty="0">
                <a:latin typeface="Calibri"/>
                <a:cs typeface="Calibri"/>
              </a:rPr>
              <a:t> </a:t>
            </a:r>
            <a:r>
              <a:rPr sz="2800" dirty="0">
                <a:latin typeface="Calibri"/>
                <a:cs typeface="Calibri"/>
              </a:rPr>
              <a:t>tin</a:t>
            </a:r>
            <a:r>
              <a:rPr sz="2800" spc="-45" dirty="0">
                <a:latin typeface="Calibri"/>
                <a:cs typeface="Calibri"/>
              </a:rPr>
              <a:t> </a:t>
            </a:r>
            <a:r>
              <a:rPr sz="2800" spc="-10" dirty="0">
                <a:latin typeface="Calibri"/>
                <a:cs typeface="Calibri"/>
              </a:rPr>
              <a:t>(record). </a:t>
            </a:r>
            <a:r>
              <a:rPr sz="2800" dirty="0">
                <a:latin typeface="Calibri"/>
                <a:cs typeface="Calibri"/>
              </a:rPr>
              <a:t>Hỏi</a:t>
            </a:r>
            <a:r>
              <a:rPr sz="2800" spc="-40" dirty="0">
                <a:latin typeface="Calibri"/>
                <a:cs typeface="Calibri"/>
              </a:rPr>
              <a:t> </a:t>
            </a:r>
            <a:r>
              <a:rPr sz="2800" dirty="0">
                <a:latin typeface="Calibri"/>
                <a:cs typeface="Calibri"/>
              </a:rPr>
              <a:t>có</a:t>
            </a:r>
            <a:r>
              <a:rPr sz="2800" spc="-50" dirty="0">
                <a:latin typeface="Calibri"/>
                <a:cs typeface="Calibri"/>
              </a:rPr>
              <a:t> </a:t>
            </a:r>
            <a:r>
              <a:rPr sz="2800" dirty="0">
                <a:latin typeface="Calibri"/>
                <a:cs typeface="Calibri"/>
              </a:rPr>
              <a:t>thể</a:t>
            </a:r>
            <a:r>
              <a:rPr sz="2800" spc="-30" dirty="0">
                <a:latin typeface="Calibri"/>
                <a:cs typeface="Calibri"/>
              </a:rPr>
              <a:t> </a:t>
            </a:r>
            <a:r>
              <a:rPr sz="2800" dirty="0">
                <a:latin typeface="Calibri"/>
                <a:cs typeface="Calibri"/>
              </a:rPr>
              <a:t>sử</a:t>
            </a:r>
            <a:r>
              <a:rPr sz="2800" spc="-40" dirty="0">
                <a:latin typeface="Calibri"/>
                <a:cs typeface="Calibri"/>
              </a:rPr>
              <a:t> </a:t>
            </a:r>
            <a:r>
              <a:rPr sz="2800" dirty="0">
                <a:latin typeface="Calibri"/>
                <a:cs typeface="Calibri"/>
              </a:rPr>
              <a:t>dụng</a:t>
            </a:r>
            <a:r>
              <a:rPr sz="2800" spc="-10" dirty="0">
                <a:latin typeface="Calibri"/>
                <a:cs typeface="Calibri"/>
              </a:rPr>
              <a:t> </a:t>
            </a:r>
            <a:r>
              <a:rPr sz="2800" dirty="0">
                <a:latin typeface="Calibri"/>
                <a:cs typeface="Calibri"/>
              </a:rPr>
              <a:t>một</a:t>
            </a:r>
            <a:r>
              <a:rPr sz="2800" spc="-50" dirty="0">
                <a:latin typeface="Calibri"/>
                <a:cs typeface="Calibri"/>
              </a:rPr>
              <a:t> </a:t>
            </a:r>
            <a:r>
              <a:rPr sz="2800" dirty="0">
                <a:latin typeface="Calibri"/>
                <a:cs typeface="Calibri"/>
              </a:rPr>
              <a:t>vùng</a:t>
            </a:r>
            <a:r>
              <a:rPr sz="2800" spc="-25" dirty="0">
                <a:latin typeface="Calibri"/>
                <a:cs typeface="Calibri"/>
              </a:rPr>
              <a:t> </a:t>
            </a:r>
            <a:r>
              <a:rPr sz="2800" dirty="0">
                <a:latin typeface="Calibri"/>
                <a:cs typeface="Calibri"/>
              </a:rPr>
              <a:t>với</a:t>
            </a:r>
            <a:r>
              <a:rPr sz="2800" spc="-45" dirty="0">
                <a:latin typeface="Calibri"/>
                <a:cs typeface="Calibri"/>
              </a:rPr>
              <a:t> </a:t>
            </a:r>
            <a:r>
              <a:rPr sz="2800" dirty="0">
                <a:latin typeface="Calibri"/>
                <a:cs typeface="Calibri"/>
              </a:rPr>
              <a:t>nhiều</a:t>
            </a:r>
            <a:r>
              <a:rPr sz="2800" spc="-15" dirty="0">
                <a:latin typeface="Calibri"/>
                <a:cs typeface="Calibri"/>
              </a:rPr>
              <a:t> </a:t>
            </a:r>
            <a:r>
              <a:rPr sz="2800" dirty="0">
                <a:latin typeface="Calibri"/>
                <a:cs typeface="Calibri"/>
              </a:rPr>
              <a:t>nhất</a:t>
            </a:r>
            <a:r>
              <a:rPr sz="2800" spc="-35" dirty="0">
                <a:latin typeface="Calibri"/>
                <a:cs typeface="Calibri"/>
              </a:rPr>
              <a:t> </a:t>
            </a:r>
            <a:r>
              <a:rPr sz="2800" dirty="0">
                <a:latin typeface="Calibri"/>
                <a:cs typeface="Calibri"/>
              </a:rPr>
              <a:t>4</a:t>
            </a:r>
            <a:r>
              <a:rPr sz="2800" spc="-30" dirty="0">
                <a:latin typeface="Calibri"/>
                <a:cs typeface="Calibri"/>
              </a:rPr>
              <a:t> </a:t>
            </a:r>
            <a:r>
              <a:rPr sz="2800" dirty="0">
                <a:latin typeface="Calibri"/>
                <a:cs typeface="Calibri"/>
              </a:rPr>
              <a:t>ký</a:t>
            </a:r>
            <a:r>
              <a:rPr sz="2800" spc="-40" dirty="0">
                <a:latin typeface="Calibri"/>
                <a:cs typeface="Calibri"/>
              </a:rPr>
              <a:t> </a:t>
            </a:r>
            <a:r>
              <a:rPr sz="2800" dirty="0">
                <a:latin typeface="Calibri"/>
                <a:cs typeface="Calibri"/>
              </a:rPr>
              <a:t>tự</a:t>
            </a:r>
            <a:r>
              <a:rPr sz="2800" spc="-40" dirty="0">
                <a:latin typeface="Calibri"/>
                <a:cs typeface="Calibri"/>
              </a:rPr>
              <a:t> </a:t>
            </a:r>
            <a:r>
              <a:rPr sz="2800" dirty="0">
                <a:latin typeface="Calibri"/>
                <a:cs typeface="Calibri"/>
              </a:rPr>
              <a:t>là</a:t>
            </a:r>
            <a:r>
              <a:rPr sz="2800" spc="-55" dirty="0">
                <a:latin typeface="Calibri"/>
                <a:cs typeface="Calibri"/>
              </a:rPr>
              <a:t> </a:t>
            </a:r>
            <a:r>
              <a:rPr sz="2800" spc="-25" dirty="0">
                <a:latin typeface="Calibri"/>
                <a:cs typeface="Calibri"/>
              </a:rPr>
              <a:t>các </a:t>
            </a:r>
            <a:r>
              <a:rPr sz="2800" dirty="0">
                <a:latin typeface="Calibri"/>
                <a:cs typeface="Calibri"/>
              </a:rPr>
              <a:t>mẫu</a:t>
            </a:r>
            <a:r>
              <a:rPr sz="2800" spc="-50" dirty="0">
                <a:latin typeface="Calibri"/>
                <a:cs typeface="Calibri"/>
              </a:rPr>
              <a:t> </a:t>
            </a:r>
            <a:r>
              <a:rPr sz="2800" dirty="0">
                <a:latin typeface="Calibri"/>
                <a:cs typeface="Calibri"/>
              </a:rPr>
              <a:t>tự</a:t>
            </a:r>
            <a:r>
              <a:rPr sz="2800" spc="-35" dirty="0">
                <a:latin typeface="Calibri"/>
                <a:cs typeface="Calibri"/>
              </a:rPr>
              <a:t> </a:t>
            </a:r>
            <a:r>
              <a:rPr sz="2800" dirty="0">
                <a:latin typeface="Calibri"/>
                <a:cs typeface="Calibri"/>
              </a:rPr>
              <a:t>làm</a:t>
            </a:r>
            <a:r>
              <a:rPr sz="2800" spc="-55" dirty="0">
                <a:latin typeface="Calibri"/>
                <a:cs typeface="Calibri"/>
              </a:rPr>
              <a:t> </a:t>
            </a:r>
            <a:r>
              <a:rPr sz="2800" dirty="0">
                <a:latin typeface="Calibri"/>
                <a:cs typeface="Calibri"/>
              </a:rPr>
              <a:t>khóa</a:t>
            </a:r>
            <a:r>
              <a:rPr sz="2800" spc="-35" dirty="0">
                <a:latin typeface="Calibri"/>
                <a:cs typeface="Calibri"/>
              </a:rPr>
              <a:t> </a:t>
            </a:r>
            <a:r>
              <a:rPr sz="2800" dirty="0">
                <a:latin typeface="Calibri"/>
                <a:cs typeface="Calibri"/>
              </a:rPr>
              <a:t>chính</a:t>
            </a:r>
            <a:r>
              <a:rPr sz="2800" spc="-25" dirty="0">
                <a:latin typeface="Calibri"/>
                <a:cs typeface="Calibri"/>
              </a:rPr>
              <a:t> </a:t>
            </a:r>
            <a:r>
              <a:rPr sz="2800" dirty="0">
                <a:latin typeface="Calibri"/>
                <a:cs typeface="Calibri"/>
              </a:rPr>
              <a:t>không?</a:t>
            </a:r>
            <a:r>
              <a:rPr sz="2800" spc="-45" dirty="0">
                <a:latin typeface="Calibri"/>
                <a:cs typeface="Calibri"/>
              </a:rPr>
              <a:t> </a:t>
            </a:r>
            <a:r>
              <a:rPr sz="2800" dirty="0">
                <a:latin typeface="Calibri"/>
                <a:cs typeface="Calibri"/>
              </a:rPr>
              <a:t>Số</a:t>
            </a:r>
            <a:r>
              <a:rPr sz="2800" spc="-40" dirty="0">
                <a:latin typeface="Calibri"/>
                <a:cs typeface="Calibri"/>
              </a:rPr>
              <a:t> </a:t>
            </a:r>
            <a:r>
              <a:rPr sz="2800" dirty="0">
                <a:latin typeface="Calibri"/>
                <a:cs typeface="Calibri"/>
              </a:rPr>
              <a:t>các</a:t>
            </a:r>
            <a:r>
              <a:rPr sz="2800" spc="-50" dirty="0">
                <a:latin typeface="Calibri"/>
                <a:cs typeface="Calibri"/>
              </a:rPr>
              <a:t> </a:t>
            </a:r>
            <a:r>
              <a:rPr sz="2800" dirty="0">
                <a:latin typeface="Calibri"/>
                <a:cs typeface="Calibri"/>
              </a:rPr>
              <a:t>khóa</a:t>
            </a:r>
            <a:r>
              <a:rPr sz="2800" spc="-35" dirty="0">
                <a:latin typeface="Calibri"/>
                <a:cs typeface="Calibri"/>
              </a:rPr>
              <a:t> </a:t>
            </a:r>
            <a:r>
              <a:rPr sz="2800" dirty="0">
                <a:latin typeface="Calibri"/>
                <a:cs typeface="Calibri"/>
              </a:rPr>
              <a:t>có</a:t>
            </a:r>
            <a:r>
              <a:rPr sz="2800" spc="-55" dirty="0">
                <a:latin typeface="Calibri"/>
                <a:cs typeface="Calibri"/>
              </a:rPr>
              <a:t> </a:t>
            </a:r>
            <a:r>
              <a:rPr sz="2800" dirty="0">
                <a:latin typeface="Calibri"/>
                <a:cs typeface="Calibri"/>
              </a:rPr>
              <a:t>thể</a:t>
            </a:r>
            <a:r>
              <a:rPr sz="2800" spc="-40" dirty="0">
                <a:latin typeface="Calibri"/>
                <a:cs typeface="Calibri"/>
              </a:rPr>
              <a:t> </a:t>
            </a:r>
            <a:r>
              <a:rPr sz="2800" dirty="0">
                <a:latin typeface="Calibri"/>
                <a:cs typeface="Calibri"/>
              </a:rPr>
              <a:t>tạo</a:t>
            </a:r>
            <a:r>
              <a:rPr sz="2800" spc="-45" dirty="0">
                <a:latin typeface="Calibri"/>
                <a:cs typeface="Calibri"/>
              </a:rPr>
              <a:t> </a:t>
            </a:r>
            <a:r>
              <a:rPr sz="2800" spc="-25" dirty="0">
                <a:latin typeface="Calibri"/>
                <a:cs typeface="Calibri"/>
              </a:rPr>
              <a:t>là</a:t>
            </a:r>
            <a:endParaRPr sz="2800">
              <a:latin typeface="Calibri"/>
              <a:cs typeface="Calibri"/>
            </a:endParaRPr>
          </a:p>
          <a:p>
            <a:pPr marL="50800">
              <a:lnSpc>
                <a:spcPct val="100000"/>
              </a:lnSpc>
              <a:spcBef>
                <a:spcPts val="670"/>
              </a:spcBef>
            </a:pPr>
            <a:r>
              <a:rPr sz="2800" dirty="0">
                <a:latin typeface="Calibri"/>
                <a:cs typeface="Calibri"/>
              </a:rPr>
              <a:t>26</a:t>
            </a:r>
            <a:r>
              <a:rPr sz="2775" baseline="25525" dirty="0">
                <a:latin typeface="Calibri"/>
                <a:cs typeface="Calibri"/>
              </a:rPr>
              <a:t>4</a:t>
            </a:r>
            <a:r>
              <a:rPr sz="2775" spc="315" baseline="25525"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26</a:t>
            </a:r>
            <a:r>
              <a:rPr sz="2775" baseline="25525" dirty="0">
                <a:latin typeface="Calibri"/>
                <a:cs typeface="Calibri"/>
              </a:rPr>
              <a:t>3</a:t>
            </a:r>
            <a:r>
              <a:rPr sz="2775" spc="292" baseline="25525"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26</a:t>
            </a:r>
            <a:r>
              <a:rPr sz="2775" baseline="25525" dirty="0">
                <a:latin typeface="Calibri"/>
                <a:cs typeface="Calibri"/>
              </a:rPr>
              <a:t>2</a:t>
            </a:r>
            <a:r>
              <a:rPr sz="2775" spc="315" baseline="25525"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26</a:t>
            </a:r>
            <a:r>
              <a:rPr sz="2775" baseline="25525" dirty="0">
                <a:latin typeface="Calibri"/>
                <a:cs typeface="Calibri"/>
              </a:rPr>
              <a:t>1</a:t>
            </a:r>
            <a:r>
              <a:rPr sz="2775" spc="315" baseline="25525" dirty="0">
                <a:latin typeface="Calibri"/>
                <a:cs typeface="Calibri"/>
              </a:rPr>
              <a:t> </a:t>
            </a:r>
            <a:r>
              <a:rPr sz="2800" dirty="0">
                <a:latin typeface="Calibri"/>
                <a:cs typeface="Calibri"/>
              </a:rPr>
              <a:t>=</a:t>
            </a:r>
            <a:r>
              <a:rPr sz="2800" spc="-25" dirty="0">
                <a:latin typeface="Calibri"/>
                <a:cs typeface="Calibri"/>
              </a:rPr>
              <a:t> </a:t>
            </a:r>
            <a:r>
              <a:rPr sz="2800" spc="-10" dirty="0">
                <a:latin typeface="Calibri"/>
                <a:cs typeface="Calibri"/>
              </a:rPr>
              <a:t>475.254</a:t>
            </a:r>
            <a:endParaRPr sz="2800">
              <a:latin typeface="Calibri"/>
              <a:cs typeface="Calibri"/>
            </a:endParaRPr>
          </a:p>
          <a:p>
            <a:pPr marL="50800">
              <a:lnSpc>
                <a:spcPct val="100000"/>
              </a:lnSpc>
              <a:spcBef>
                <a:spcPts val="675"/>
              </a:spcBef>
            </a:pPr>
            <a:r>
              <a:rPr sz="2800" spc="-65" dirty="0">
                <a:latin typeface="Calibri"/>
                <a:cs typeface="Calibri"/>
              </a:rPr>
              <a:t>Ta</a:t>
            </a:r>
            <a:r>
              <a:rPr sz="2800" spc="-90" dirty="0">
                <a:latin typeface="Calibri"/>
                <a:cs typeface="Calibri"/>
              </a:rPr>
              <a:t> </a:t>
            </a:r>
            <a:r>
              <a:rPr sz="2800" spc="-25" dirty="0">
                <a:latin typeface="Calibri"/>
                <a:cs typeface="Calibri"/>
              </a:rPr>
              <a:t>xem</a:t>
            </a:r>
            <a:endParaRPr sz="2800">
              <a:latin typeface="Calibri"/>
              <a:cs typeface="Calibri"/>
            </a:endParaRPr>
          </a:p>
          <a:p>
            <a:pPr marL="508000" indent="-457200">
              <a:lnSpc>
                <a:spcPct val="100000"/>
              </a:lnSpc>
              <a:spcBef>
                <a:spcPts val="675"/>
              </a:spcBef>
              <a:buChar char="-"/>
              <a:tabLst>
                <a:tab pos="508000" algn="l"/>
              </a:tabLst>
            </a:pPr>
            <a:r>
              <a:rPr sz="2800" dirty="0">
                <a:latin typeface="Calibri"/>
                <a:cs typeface="Calibri"/>
              </a:rPr>
              <a:t>các</a:t>
            </a:r>
            <a:r>
              <a:rPr sz="2800" spc="-35" dirty="0">
                <a:latin typeface="Calibri"/>
                <a:cs typeface="Calibri"/>
              </a:rPr>
              <a:t> </a:t>
            </a:r>
            <a:r>
              <a:rPr sz="2800" i="1" dirty="0">
                <a:latin typeface="Calibri"/>
                <a:cs typeface="Calibri"/>
              </a:rPr>
              <a:t>khóa</a:t>
            </a:r>
            <a:r>
              <a:rPr sz="2800" i="1" spc="-35" dirty="0">
                <a:latin typeface="Calibri"/>
                <a:cs typeface="Calibri"/>
              </a:rPr>
              <a:t> </a:t>
            </a:r>
            <a:r>
              <a:rPr sz="2800" i="1" dirty="0">
                <a:latin typeface="Calibri"/>
                <a:cs typeface="Calibri"/>
              </a:rPr>
              <a:t>chính</a:t>
            </a:r>
            <a:r>
              <a:rPr sz="2800" i="1" spc="-30" dirty="0">
                <a:latin typeface="Calibri"/>
                <a:cs typeface="Calibri"/>
              </a:rPr>
              <a:t> </a:t>
            </a:r>
            <a:r>
              <a:rPr sz="2800" dirty="0">
                <a:latin typeface="Calibri"/>
                <a:cs typeface="Calibri"/>
              </a:rPr>
              <a:t>là</a:t>
            </a:r>
            <a:r>
              <a:rPr sz="2800" spc="-45" dirty="0">
                <a:latin typeface="Calibri"/>
                <a:cs typeface="Calibri"/>
              </a:rPr>
              <a:t> </a:t>
            </a:r>
            <a:r>
              <a:rPr sz="2800" dirty="0">
                <a:latin typeface="Calibri"/>
                <a:cs typeface="Calibri"/>
              </a:rPr>
              <a:t>các</a:t>
            </a:r>
            <a:r>
              <a:rPr sz="2800" spc="-35" dirty="0">
                <a:latin typeface="Calibri"/>
                <a:cs typeface="Calibri"/>
              </a:rPr>
              <a:t> </a:t>
            </a:r>
            <a:r>
              <a:rPr sz="2800" spc="-25" dirty="0">
                <a:latin typeface="Calibri"/>
                <a:cs typeface="Calibri"/>
              </a:rPr>
              <a:t>cửa</a:t>
            </a:r>
            <a:endParaRPr sz="2800">
              <a:latin typeface="Calibri"/>
              <a:cs typeface="Calibri"/>
            </a:endParaRPr>
          </a:p>
          <a:p>
            <a:pPr marL="508000" indent="-457200">
              <a:lnSpc>
                <a:spcPct val="100000"/>
              </a:lnSpc>
              <a:spcBef>
                <a:spcPts val="675"/>
              </a:spcBef>
              <a:buChar char="-"/>
              <a:tabLst>
                <a:tab pos="508000" algn="l"/>
              </a:tabLst>
            </a:pPr>
            <a:r>
              <a:rPr sz="2800" dirty="0">
                <a:latin typeface="Calibri"/>
                <a:cs typeface="Calibri"/>
              </a:rPr>
              <a:t>số</a:t>
            </a:r>
            <a:r>
              <a:rPr sz="2800" spc="-25" dirty="0">
                <a:latin typeface="Calibri"/>
                <a:cs typeface="Calibri"/>
              </a:rPr>
              <a:t> </a:t>
            </a:r>
            <a:r>
              <a:rPr sz="2800" dirty="0">
                <a:latin typeface="Calibri"/>
                <a:cs typeface="Calibri"/>
              </a:rPr>
              <a:t>bồ</a:t>
            </a:r>
            <a:r>
              <a:rPr sz="2800" spc="-30" dirty="0">
                <a:latin typeface="Calibri"/>
                <a:cs typeface="Calibri"/>
              </a:rPr>
              <a:t> </a:t>
            </a:r>
            <a:r>
              <a:rPr sz="2800" dirty="0">
                <a:latin typeface="Calibri"/>
                <a:cs typeface="Calibri"/>
              </a:rPr>
              <a:t>câu</a:t>
            </a:r>
            <a:r>
              <a:rPr sz="2800" spc="-40" dirty="0">
                <a:latin typeface="Calibri"/>
                <a:cs typeface="Calibri"/>
              </a:rPr>
              <a:t> </a:t>
            </a:r>
            <a:r>
              <a:rPr sz="2800" dirty="0">
                <a:latin typeface="Calibri"/>
                <a:cs typeface="Calibri"/>
              </a:rPr>
              <a:t>là</a:t>
            </a:r>
            <a:r>
              <a:rPr sz="2800" spc="-40" dirty="0">
                <a:latin typeface="Calibri"/>
                <a:cs typeface="Calibri"/>
              </a:rPr>
              <a:t> </a:t>
            </a:r>
            <a:r>
              <a:rPr sz="2800" dirty="0">
                <a:latin typeface="Calibri"/>
                <a:cs typeface="Calibri"/>
              </a:rPr>
              <a:t>số</a:t>
            </a:r>
            <a:r>
              <a:rPr sz="2800" spc="-15" dirty="0">
                <a:latin typeface="Calibri"/>
                <a:cs typeface="Calibri"/>
              </a:rPr>
              <a:t> </a:t>
            </a:r>
            <a:r>
              <a:rPr sz="2800" dirty="0">
                <a:latin typeface="Calibri"/>
                <a:cs typeface="Calibri"/>
              </a:rPr>
              <a:t>bản</a:t>
            </a:r>
            <a:r>
              <a:rPr sz="2800" spc="-30" dirty="0">
                <a:latin typeface="Calibri"/>
                <a:cs typeface="Calibri"/>
              </a:rPr>
              <a:t> </a:t>
            </a:r>
            <a:r>
              <a:rPr sz="2800" spc="-20" dirty="0">
                <a:latin typeface="Calibri"/>
                <a:cs typeface="Calibri"/>
              </a:rPr>
              <a:t>tin.</a:t>
            </a:r>
            <a:endParaRPr sz="2800">
              <a:latin typeface="Calibri"/>
              <a:cs typeface="Calibri"/>
            </a:endParaRPr>
          </a:p>
          <a:p>
            <a:pPr marL="50800" marR="95885">
              <a:lnSpc>
                <a:spcPct val="100000"/>
              </a:lnSpc>
              <a:spcBef>
                <a:spcPts val="670"/>
              </a:spcBef>
            </a:pPr>
            <a:r>
              <a:rPr sz="2800" dirty="0">
                <a:latin typeface="Calibri"/>
                <a:cs typeface="Calibri"/>
              </a:rPr>
              <a:t>Theo</a:t>
            </a:r>
            <a:r>
              <a:rPr sz="2800" spc="-40" dirty="0">
                <a:latin typeface="Calibri"/>
                <a:cs typeface="Calibri"/>
              </a:rPr>
              <a:t> </a:t>
            </a:r>
            <a:r>
              <a:rPr sz="2800" dirty="0">
                <a:latin typeface="Calibri"/>
                <a:cs typeface="Calibri"/>
              </a:rPr>
              <a:t>nguyên</a:t>
            </a:r>
            <a:r>
              <a:rPr sz="2800" spc="-30" dirty="0">
                <a:latin typeface="Calibri"/>
                <a:cs typeface="Calibri"/>
              </a:rPr>
              <a:t> </a:t>
            </a:r>
            <a:r>
              <a:rPr sz="2800" dirty="0">
                <a:latin typeface="Calibri"/>
                <a:cs typeface="Calibri"/>
              </a:rPr>
              <a:t>lý</a:t>
            </a:r>
            <a:r>
              <a:rPr sz="2800" spc="-55" dirty="0">
                <a:latin typeface="Calibri"/>
                <a:cs typeface="Calibri"/>
              </a:rPr>
              <a:t> </a:t>
            </a:r>
            <a:r>
              <a:rPr sz="2800" dirty="0">
                <a:latin typeface="Calibri"/>
                <a:cs typeface="Calibri"/>
              </a:rPr>
              <a:t>chuồng</a:t>
            </a:r>
            <a:r>
              <a:rPr sz="2800" spc="-30" dirty="0">
                <a:latin typeface="Calibri"/>
                <a:cs typeface="Calibri"/>
              </a:rPr>
              <a:t> </a:t>
            </a:r>
            <a:r>
              <a:rPr sz="2800" dirty="0">
                <a:latin typeface="Calibri"/>
                <a:cs typeface="Calibri"/>
              </a:rPr>
              <a:t>bồ</a:t>
            </a:r>
            <a:r>
              <a:rPr sz="2800" spc="-45" dirty="0">
                <a:latin typeface="Calibri"/>
                <a:cs typeface="Calibri"/>
              </a:rPr>
              <a:t> </a:t>
            </a:r>
            <a:r>
              <a:rPr sz="2800" dirty="0">
                <a:latin typeface="Calibri"/>
                <a:cs typeface="Calibri"/>
              </a:rPr>
              <a:t>câu</a:t>
            </a:r>
            <a:r>
              <a:rPr sz="2800" spc="-55" dirty="0">
                <a:latin typeface="Calibri"/>
                <a:cs typeface="Calibri"/>
              </a:rPr>
              <a:t> </a:t>
            </a:r>
            <a:r>
              <a:rPr sz="2800" dirty="0">
                <a:latin typeface="Calibri"/>
                <a:cs typeface="Calibri"/>
              </a:rPr>
              <a:t>sẽ</a:t>
            </a:r>
            <a:r>
              <a:rPr sz="2800" spc="-35" dirty="0">
                <a:latin typeface="Calibri"/>
                <a:cs typeface="Calibri"/>
              </a:rPr>
              <a:t> </a:t>
            </a:r>
            <a:r>
              <a:rPr sz="2800" dirty="0">
                <a:latin typeface="Calibri"/>
                <a:cs typeface="Calibri"/>
              </a:rPr>
              <a:t>có</a:t>
            </a:r>
            <a:r>
              <a:rPr sz="2800" spc="-50" dirty="0">
                <a:latin typeface="Calibri"/>
                <a:cs typeface="Calibri"/>
              </a:rPr>
              <a:t> </a:t>
            </a:r>
            <a:r>
              <a:rPr sz="2800" dirty="0">
                <a:latin typeface="Calibri"/>
                <a:cs typeface="Calibri"/>
              </a:rPr>
              <a:t>ít</a:t>
            </a:r>
            <a:r>
              <a:rPr sz="2800" spc="-55" dirty="0">
                <a:latin typeface="Calibri"/>
                <a:cs typeface="Calibri"/>
              </a:rPr>
              <a:t> </a:t>
            </a:r>
            <a:r>
              <a:rPr sz="2800" dirty="0">
                <a:latin typeface="Calibri"/>
                <a:cs typeface="Calibri"/>
              </a:rPr>
              <a:t>nhất</a:t>
            </a:r>
            <a:r>
              <a:rPr sz="2800" spc="-30" dirty="0">
                <a:latin typeface="Calibri"/>
                <a:cs typeface="Calibri"/>
              </a:rPr>
              <a:t> </a:t>
            </a:r>
            <a:r>
              <a:rPr sz="2800" dirty="0">
                <a:latin typeface="Calibri"/>
                <a:cs typeface="Calibri"/>
              </a:rPr>
              <a:t>hai</a:t>
            </a:r>
            <a:r>
              <a:rPr sz="2800" spc="-50" dirty="0">
                <a:latin typeface="Calibri"/>
                <a:cs typeface="Calibri"/>
              </a:rPr>
              <a:t> </a:t>
            </a:r>
            <a:r>
              <a:rPr sz="2800" dirty="0">
                <a:latin typeface="Calibri"/>
                <a:cs typeface="Calibri"/>
              </a:rPr>
              <a:t>bản</a:t>
            </a:r>
            <a:r>
              <a:rPr sz="2800" spc="-35" dirty="0">
                <a:latin typeface="Calibri"/>
                <a:cs typeface="Calibri"/>
              </a:rPr>
              <a:t> </a:t>
            </a:r>
            <a:r>
              <a:rPr sz="2800" dirty="0">
                <a:latin typeface="Calibri"/>
                <a:cs typeface="Calibri"/>
              </a:rPr>
              <a:t>tin</a:t>
            </a:r>
            <a:r>
              <a:rPr sz="2800" spc="-50" dirty="0">
                <a:latin typeface="Calibri"/>
                <a:cs typeface="Calibri"/>
              </a:rPr>
              <a:t> </a:t>
            </a:r>
            <a:r>
              <a:rPr sz="2800" spc="-25" dirty="0">
                <a:latin typeface="Calibri"/>
                <a:cs typeface="Calibri"/>
              </a:rPr>
              <a:t>có </a:t>
            </a:r>
            <a:r>
              <a:rPr sz="2800" dirty="0">
                <a:latin typeface="Calibri"/>
                <a:cs typeface="Calibri"/>
              </a:rPr>
              <a:t>chung</a:t>
            </a:r>
            <a:r>
              <a:rPr sz="2800" spc="-40" dirty="0">
                <a:latin typeface="Calibri"/>
                <a:cs typeface="Calibri"/>
              </a:rPr>
              <a:t> </a:t>
            </a:r>
            <a:r>
              <a:rPr sz="2800" dirty="0">
                <a:latin typeface="Calibri"/>
                <a:cs typeface="Calibri"/>
              </a:rPr>
              <a:t>một</a:t>
            </a:r>
            <a:r>
              <a:rPr sz="2800" spc="-50" dirty="0">
                <a:latin typeface="Calibri"/>
                <a:cs typeface="Calibri"/>
              </a:rPr>
              <a:t> </a:t>
            </a:r>
            <a:r>
              <a:rPr sz="2800" spc="-10" dirty="0">
                <a:latin typeface="Calibri"/>
                <a:cs typeface="Calibri"/>
              </a:rPr>
              <a:t>khóa.</a:t>
            </a:r>
            <a:endParaRPr sz="2800">
              <a:latin typeface="Calibri"/>
              <a:cs typeface="Calibri"/>
            </a:endParaRP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315213"/>
            <a:ext cx="8302625" cy="6000115"/>
          </a:xfrm>
          <a:prstGeom prst="rect">
            <a:avLst/>
          </a:prstGeom>
        </p:spPr>
        <p:txBody>
          <a:bodyPr vert="horz" wrap="square" lIns="0" tIns="12065" rIns="0" bIns="0" rtlCol="0">
            <a:spAutoFit/>
          </a:bodyPr>
          <a:lstStyle/>
          <a:p>
            <a:pPr marL="12700" marR="22225">
              <a:lnSpc>
                <a:spcPct val="100000"/>
              </a:lnSpc>
              <a:spcBef>
                <a:spcPts val="95"/>
              </a:spcBef>
            </a:pPr>
            <a:r>
              <a:rPr sz="2800" b="1" dirty="0">
                <a:latin typeface="Calibri"/>
                <a:cs typeface="Calibri"/>
              </a:rPr>
              <a:t>Ví</a:t>
            </a:r>
            <a:r>
              <a:rPr sz="2800" b="1" spc="-55" dirty="0">
                <a:latin typeface="Calibri"/>
                <a:cs typeface="Calibri"/>
              </a:rPr>
              <a:t> </a:t>
            </a:r>
            <a:r>
              <a:rPr sz="2800" b="1" dirty="0">
                <a:latin typeface="Calibri"/>
                <a:cs typeface="Calibri"/>
              </a:rPr>
              <a:t>dụ:</a:t>
            </a:r>
            <a:r>
              <a:rPr sz="2800" b="1" spc="-40" dirty="0">
                <a:latin typeface="Calibri"/>
                <a:cs typeface="Calibri"/>
              </a:rPr>
              <a:t> </a:t>
            </a:r>
            <a:r>
              <a:rPr sz="2800" dirty="0">
                <a:latin typeface="Calibri"/>
                <a:cs typeface="Calibri"/>
              </a:rPr>
              <a:t>Chứng</a:t>
            </a:r>
            <a:r>
              <a:rPr sz="2800" spc="-35" dirty="0">
                <a:latin typeface="Calibri"/>
                <a:cs typeface="Calibri"/>
              </a:rPr>
              <a:t> </a:t>
            </a:r>
            <a:r>
              <a:rPr sz="2800" dirty="0">
                <a:latin typeface="Calibri"/>
                <a:cs typeface="Calibri"/>
              </a:rPr>
              <a:t>minh</a:t>
            </a:r>
            <a:r>
              <a:rPr sz="2800" spc="-40" dirty="0">
                <a:latin typeface="Calibri"/>
                <a:cs typeface="Calibri"/>
              </a:rPr>
              <a:t> </a:t>
            </a:r>
            <a:r>
              <a:rPr sz="2800" dirty="0">
                <a:latin typeface="Calibri"/>
                <a:cs typeface="Calibri"/>
              </a:rPr>
              <a:t>rằng</a:t>
            </a:r>
            <a:r>
              <a:rPr sz="2800" spc="-55" dirty="0">
                <a:latin typeface="Calibri"/>
                <a:cs typeface="Calibri"/>
              </a:rPr>
              <a:t> </a:t>
            </a:r>
            <a:r>
              <a:rPr sz="2800" dirty="0">
                <a:latin typeface="Calibri"/>
                <a:cs typeface="Calibri"/>
              </a:rPr>
              <a:t>mọi</a:t>
            </a:r>
            <a:r>
              <a:rPr sz="2800" spc="-50" dirty="0">
                <a:latin typeface="Calibri"/>
                <a:cs typeface="Calibri"/>
              </a:rPr>
              <a:t> </a:t>
            </a:r>
            <a:r>
              <a:rPr sz="2800" dirty="0">
                <a:latin typeface="Calibri"/>
                <a:cs typeface="Calibri"/>
              </a:rPr>
              <a:t>tập</a:t>
            </a:r>
            <a:r>
              <a:rPr sz="2800" spc="-40" dirty="0">
                <a:latin typeface="Calibri"/>
                <a:cs typeface="Calibri"/>
              </a:rPr>
              <a:t> </a:t>
            </a:r>
            <a:r>
              <a:rPr sz="2800" dirty="0">
                <a:latin typeface="Calibri"/>
                <a:cs typeface="Calibri"/>
              </a:rPr>
              <a:t>hợp</a:t>
            </a:r>
            <a:r>
              <a:rPr sz="2800" spc="-35" dirty="0">
                <a:latin typeface="Calibri"/>
                <a:cs typeface="Calibri"/>
              </a:rPr>
              <a:t> </a:t>
            </a:r>
            <a:r>
              <a:rPr sz="2800" dirty="0">
                <a:latin typeface="Calibri"/>
                <a:cs typeface="Calibri"/>
              </a:rPr>
              <a:t>con</a:t>
            </a:r>
            <a:r>
              <a:rPr sz="2800" spc="-45" dirty="0">
                <a:latin typeface="Calibri"/>
                <a:cs typeface="Calibri"/>
              </a:rPr>
              <a:t> </a:t>
            </a:r>
            <a:r>
              <a:rPr sz="2800" dirty="0">
                <a:latin typeface="Calibri"/>
                <a:cs typeface="Calibri"/>
              </a:rPr>
              <a:t>A</a:t>
            </a:r>
            <a:r>
              <a:rPr sz="2800" spc="-40" dirty="0">
                <a:latin typeface="Calibri"/>
                <a:cs typeface="Calibri"/>
              </a:rPr>
              <a:t> </a:t>
            </a:r>
            <a:r>
              <a:rPr sz="2800" dirty="0">
                <a:latin typeface="Calibri"/>
                <a:cs typeface="Calibri"/>
              </a:rPr>
              <a:t>có</a:t>
            </a:r>
            <a:r>
              <a:rPr sz="2800" spc="-60" dirty="0">
                <a:latin typeface="Calibri"/>
                <a:cs typeface="Calibri"/>
              </a:rPr>
              <a:t> </a:t>
            </a:r>
            <a:r>
              <a:rPr sz="2800" dirty="0">
                <a:latin typeface="Calibri"/>
                <a:cs typeface="Calibri"/>
              </a:rPr>
              <a:t>ít</a:t>
            </a:r>
            <a:r>
              <a:rPr sz="2800" spc="-55" dirty="0">
                <a:latin typeface="Calibri"/>
                <a:cs typeface="Calibri"/>
              </a:rPr>
              <a:t> </a:t>
            </a:r>
            <a:r>
              <a:rPr sz="2800" dirty="0">
                <a:latin typeface="Calibri"/>
                <a:cs typeface="Calibri"/>
              </a:rPr>
              <a:t>nhất</a:t>
            </a:r>
            <a:r>
              <a:rPr sz="2800" spc="-30" dirty="0">
                <a:latin typeface="Calibri"/>
                <a:cs typeface="Calibri"/>
              </a:rPr>
              <a:t> </a:t>
            </a:r>
            <a:r>
              <a:rPr sz="2800" spc="-50" dirty="0">
                <a:latin typeface="Calibri"/>
                <a:cs typeface="Calibri"/>
              </a:rPr>
              <a:t>6 </a:t>
            </a:r>
            <a:r>
              <a:rPr sz="2800" dirty="0">
                <a:latin typeface="Calibri"/>
                <a:cs typeface="Calibri"/>
              </a:rPr>
              <a:t>phần</a:t>
            </a:r>
            <a:r>
              <a:rPr sz="2800" spc="-25" dirty="0">
                <a:latin typeface="Calibri"/>
                <a:cs typeface="Calibri"/>
              </a:rPr>
              <a:t> </a:t>
            </a:r>
            <a:r>
              <a:rPr sz="2800" dirty="0">
                <a:latin typeface="Calibri"/>
                <a:cs typeface="Calibri"/>
              </a:rPr>
              <a:t>tử</a:t>
            </a:r>
            <a:r>
              <a:rPr sz="2800" spc="-30" dirty="0">
                <a:latin typeface="Calibri"/>
                <a:cs typeface="Calibri"/>
              </a:rPr>
              <a:t> </a:t>
            </a:r>
            <a:r>
              <a:rPr sz="2800" dirty="0">
                <a:latin typeface="Calibri"/>
                <a:cs typeface="Calibri"/>
              </a:rPr>
              <a:t>của</a:t>
            </a:r>
            <a:r>
              <a:rPr sz="2800" spc="-20" dirty="0">
                <a:latin typeface="Calibri"/>
                <a:cs typeface="Calibri"/>
              </a:rPr>
              <a:t> </a:t>
            </a:r>
            <a:r>
              <a:rPr sz="2800" dirty="0">
                <a:latin typeface="Calibri"/>
                <a:cs typeface="Calibri"/>
              </a:rPr>
              <a:t>B</a:t>
            </a:r>
            <a:r>
              <a:rPr sz="2800" spc="-40"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{1,</a:t>
            </a:r>
            <a:r>
              <a:rPr sz="2800" spc="-30" dirty="0">
                <a:latin typeface="Calibri"/>
                <a:cs typeface="Calibri"/>
              </a:rPr>
              <a:t> </a:t>
            </a:r>
            <a:r>
              <a:rPr sz="2800" dirty="0">
                <a:latin typeface="Calibri"/>
                <a:cs typeface="Calibri"/>
              </a:rPr>
              <a:t>2,</a:t>
            </a:r>
            <a:r>
              <a:rPr sz="2800" spc="-30"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a:t>
            </a:r>
            <a:r>
              <a:rPr sz="2800" spc="-35" dirty="0">
                <a:latin typeface="Calibri"/>
                <a:cs typeface="Calibri"/>
              </a:rPr>
              <a:t> </a:t>
            </a:r>
            <a:r>
              <a:rPr sz="2800" dirty="0">
                <a:latin typeface="Calibri"/>
                <a:cs typeface="Calibri"/>
              </a:rPr>
              <a:t>9}</a:t>
            </a:r>
            <a:r>
              <a:rPr sz="2800" spc="-30" dirty="0">
                <a:latin typeface="Calibri"/>
                <a:cs typeface="Calibri"/>
              </a:rPr>
              <a:t> </a:t>
            </a:r>
            <a:r>
              <a:rPr sz="2800" dirty="0">
                <a:latin typeface="Calibri"/>
                <a:cs typeface="Calibri"/>
              </a:rPr>
              <a:t>sẽ</a:t>
            </a:r>
            <a:r>
              <a:rPr sz="2800" spc="-25" dirty="0">
                <a:latin typeface="Calibri"/>
                <a:cs typeface="Calibri"/>
              </a:rPr>
              <a:t> </a:t>
            </a:r>
            <a:r>
              <a:rPr sz="2800" dirty="0">
                <a:latin typeface="Calibri"/>
                <a:cs typeface="Calibri"/>
              </a:rPr>
              <a:t>có</a:t>
            </a:r>
            <a:r>
              <a:rPr sz="2800" spc="-40" dirty="0">
                <a:latin typeface="Calibri"/>
                <a:cs typeface="Calibri"/>
              </a:rPr>
              <a:t> </a:t>
            </a:r>
            <a:r>
              <a:rPr sz="2800" dirty="0">
                <a:latin typeface="Calibri"/>
                <a:cs typeface="Calibri"/>
              </a:rPr>
              <a:t>hai</a:t>
            </a:r>
            <a:r>
              <a:rPr sz="2800" spc="-35" dirty="0">
                <a:latin typeface="Calibri"/>
                <a:cs typeface="Calibri"/>
              </a:rPr>
              <a:t> </a:t>
            </a:r>
            <a:r>
              <a:rPr sz="2800" dirty="0">
                <a:latin typeface="Calibri"/>
                <a:cs typeface="Calibri"/>
              </a:rPr>
              <a:t>trong</a:t>
            </a:r>
            <a:r>
              <a:rPr sz="2800" spc="-25" dirty="0">
                <a:latin typeface="Calibri"/>
                <a:cs typeface="Calibri"/>
              </a:rPr>
              <a:t> </a:t>
            </a:r>
            <a:r>
              <a:rPr sz="2800" dirty="0">
                <a:latin typeface="Calibri"/>
                <a:cs typeface="Calibri"/>
              </a:rPr>
              <a:t>số</a:t>
            </a:r>
            <a:r>
              <a:rPr sz="2800" spc="-25" dirty="0">
                <a:latin typeface="Calibri"/>
                <a:cs typeface="Calibri"/>
              </a:rPr>
              <a:t> </a:t>
            </a:r>
            <a:r>
              <a:rPr sz="2800" dirty="0">
                <a:latin typeface="Calibri"/>
                <a:cs typeface="Calibri"/>
              </a:rPr>
              <a:t>các</a:t>
            </a:r>
            <a:r>
              <a:rPr sz="2800" spc="-35" dirty="0">
                <a:latin typeface="Calibri"/>
                <a:cs typeface="Calibri"/>
              </a:rPr>
              <a:t> </a:t>
            </a:r>
            <a:r>
              <a:rPr sz="2800" dirty="0">
                <a:latin typeface="Calibri"/>
                <a:cs typeface="Calibri"/>
              </a:rPr>
              <a:t>phần</a:t>
            </a:r>
            <a:r>
              <a:rPr sz="2800" spc="-15" dirty="0">
                <a:latin typeface="Calibri"/>
                <a:cs typeface="Calibri"/>
              </a:rPr>
              <a:t> </a:t>
            </a:r>
            <a:r>
              <a:rPr sz="2800" spc="-25" dirty="0">
                <a:latin typeface="Calibri"/>
                <a:cs typeface="Calibri"/>
              </a:rPr>
              <a:t>tử </a:t>
            </a:r>
            <a:r>
              <a:rPr sz="2800" dirty="0">
                <a:latin typeface="Calibri"/>
                <a:cs typeface="Calibri"/>
              </a:rPr>
              <a:t>có</a:t>
            </a:r>
            <a:r>
              <a:rPr sz="2800" spc="-65" dirty="0">
                <a:latin typeface="Calibri"/>
                <a:cs typeface="Calibri"/>
              </a:rPr>
              <a:t> </a:t>
            </a:r>
            <a:r>
              <a:rPr sz="2800" dirty="0">
                <a:latin typeface="Calibri"/>
                <a:cs typeface="Calibri"/>
              </a:rPr>
              <a:t>tổng</a:t>
            </a:r>
            <a:r>
              <a:rPr sz="2800" spc="-65" dirty="0">
                <a:latin typeface="Calibri"/>
                <a:cs typeface="Calibri"/>
              </a:rPr>
              <a:t> </a:t>
            </a:r>
            <a:r>
              <a:rPr sz="2800" dirty="0">
                <a:latin typeface="Calibri"/>
                <a:cs typeface="Calibri"/>
              </a:rPr>
              <a:t>bằng</a:t>
            </a:r>
            <a:r>
              <a:rPr sz="2800" spc="-40" dirty="0">
                <a:latin typeface="Calibri"/>
                <a:cs typeface="Calibri"/>
              </a:rPr>
              <a:t> </a:t>
            </a:r>
            <a:r>
              <a:rPr sz="2800" spc="-25" dirty="0">
                <a:latin typeface="Calibri"/>
                <a:cs typeface="Calibri"/>
              </a:rPr>
              <a:t>10.</a:t>
            </a:r>
            <a:endParaRPr sz="2800">
              <a:latin typeface="Calibri"/>
              <a:cs typeface="Calibri"/>
            </a:endParaRPr>
          </a:p>
          <a:p>
            <a:pPr marL="469900" marR="198120" indent="-457834">
              <a:lnSpc>
                <a:spcPct val="100000"/>
              </a:lnSpc>
              <a:spcBef>
                <a:spcPts val="670"/>
              </a:spcBef>
              <a:buChar char="-"/>
              <a:tabLst>
                <a:tab pos="469900" algn="l"/>
                <a:tab pos="7714615" algn="l"/>
              </a:tabLst>
            </a:pPr>
            <a:r>
              <a:rPr sz="2800" dirty="0">
                <a:latin typeface="Calibri"/>
                <a:cs typeface="Calibri"/>
              </a:rPr>
              <a:t>Các</a:t>
            </a:r>
            <a:r>
              <a:rPr sz="2800" spc="-45" dirty="0">
                <a:latin typeface="Calibri"/>
                <a:cs typeface="Calibri"/>
              </a:rPr>
              <a:t> </a:t>
            </a:r>
            <a:r>
              <a:rPr sz="2800" dirty="0">
                <a:latin typeface="Calibri"/>
                <a:cs typeface="Calibri"/>
              </a:rPr>
              <a:t>tập</a:t>
            </a:r>
            <a:r>
              <a:rPr sz="2800" spc="-30" dirty="0">
                <a:latin typeface="Calibri"/>
                <a:cs typeface="Calibri"/>
              </a:rPr>
              <a:t> </a:t>
            </a:r>
            <a:r>
              <a:rPr sz="2800" dirty="0">
                <a:latin typeface="Calibri"/>
                <a:cs typeface="Calibri"/>
              </a:rPr>
              <a:t>con</a:t>
            </a:r>
            <a:r>
              <a:rPr sz="2800" spc="-30" dirty="0">
                <a:latin typeface="Calibri"/>
                <a:cs typeface="Calibri"/>
              </a:rPr>
              <a:t> </a:t>
            </a:r>
            <a:r>
              <a:rPr sz="2800" dirty="0">
                <a:latin typeface="Calibri"/>
                <a:cs typeface="Calibri"/>
              </a:rPr>
              <a:t>có</a:t>
            </a:r>
            <a:r>
              <a:rPr sz="2800" spc="-45" dirty="0">
                <a:latin typeface="Calibri"/>
                <a:cs typeface="Calibri"/>
              </a:rPr>
              <a:t> </a:t>
            </a:r>
            <a:r>
              <a:rPr sz="2800" dirty="0">
                <a:latin typeface="Calibri"/>
                <a:cs typeface="Calibri"/>
              </a:rPr>
              <a:t>hai</a:t>
            </a:r>
            <a:r>
              <a:rPr sz="2800" spc="-30" dirty="0">
                <a:latin typeface="Calibri"/>
                <a:cs typeface="Calibri"/>
              </a:rPr>
              <a:t> </a:t>
            </a:r>
            <a:r>
              <a:rPr sz="2800" dirty="0">
                <a:latin typeface="Calibri"/>
                <a:cs typeface="Calibri"/>
              </a:rPr>
              <a:t>phần</a:t>
            </a:r>
            <a:r>
              <a:rPr sz="2800" spc="-20" dirty="0">
                <a:latin typeface="Calibri"/>
                <a:cs typeface="Calibri"/>
              </a:rPr>
              <a:t> </a:t>
            </a:r>
            <a:r>
              <a:rPr sz="2800" dirty="0">
                <a:latin typeface="Calibri"/>
                <a:cs typeface="Calibri"/>
              </a:rPr>
              <a:t>tử</a:t>
            </a:r>
            <a:r>
              <a:rPr sz="2800" spc="-30" dirty="0">
                <a:latin typeface="Calibri"/>
                <a:cs typeface="Calibri"/>
              </a:rPr>
              <a:t> </a:t>
            </a:r>
            <a:r>
              <a:rPr sz="2800" dirty="0">
                <a:latin typeface="Calibri"/>
                <a:cs typeface="Calibri"/>
              </a:rPr>
              <a:t>mà</a:t>
            </a:r>
            <a:r>
              <a:rPr sz="2800" spc="-40" dirty="0">
                <a:latin typeface="Calibri"/>
                <a:cs typeface="Calibri"/>
              </a:rPr>
              <a:t> </a:t>
            </a:r>
            <a:r>
              <a:rPr sz="2800" dirty="0">
                <a:latin typeface="Calibri"/>
                <a:cs typeface="Calibri"/>
              </a:rPr>
              <a:t>có</a:t>
            </a:r>
            <a:r>
              <a:rPr sz="2800" spc="-40" dirty="0">
                <a:latin typeface="Calibri"/>
                <a:cs typeface="Calibri"/>
              </a:rPr>
              <a:t> </a:t>
            </a:r>
            <a:r>
              <a:rPr sz="2800" dirty="0">
                <a:latin typeface="Calibri"/>
                <a:cs typeface="Calibri"/>
              </a:rPr>
              <a:t>tổng</a:t>
            </a:r>
            <a:r>
              <a:rPr sz="2800" spc="-30" dirty="0">
                <a:latin typeface="Calibri"/>
                <a:cs typeface="Calibri"/>
              </a:rPr>
              <a:t> </a:t>
            </a:r>
            <a:r>
              <a:rPr sz="2800" dirty="0">
                <a:latin typeface="Calibri"/>
                <a:cs typeface="Calibri"/>
              </a:rPr>
              <a:t>bằng</a:t>
            </a:r>
            <a:r>
              <a:rPr sz="2800" spc="-35" dirty="0">
                <a:latin typeface="Calibri"/>
                <a:cs typeface="Calibri"/>
              </a:rPr>
              <a:t> </a:t>
            </a:r>
            <a:r>
              <a:rPr sz="2800" dirty="0">
                <a:latin typeface="Calibri"/>
                <a:cs typeface="Calibri"/>
              </a:rPr>
              <a:t>10</a:t>
            </a:r>
            <a:r>
              <a:rPr sz="2800" spc="-25" dirty="0">
                <a:latin typeface="Calibri"/>
                <a:cs typeface="Calibri"/>
              </a:rPr>
              <a:t> là</a:t>
            </a:r>
            <a:r>
              <a:rPr sz="2800" dirty="0">
                <a:latin typeface="Calibri"/>
                <a:cs typeface="Calibri"/>
              </a:rPr>
              <a:t>	</a:t>
            </a:r>
            <a:r>
              <a:rPr sz="2800" spc="-25" dirty="0">
                <a:latin typeface="Calibri"/>
                <a:cs typeface="Calibri"/>
              </a:rPr>
              <a:t>{1, </a:t>
            </a:r>
            <a:r>
              <a:rPr sz="2800" dirty="0">
                <a:latin typeface="Calibri"/>
                <a:cs typeface="Calibri"/>
              </a:rPr>
              <a:t>9},</a:t>
            </a:r>
            <a:r>
              <a:rPr sz="2800" spc="-25" dirty="0">
                <a:latin typeface="Calibri"/>
                <a:cs typeface="Calibri"/>
              </a:rPr>
              <a:t> </a:t>
            </a:r>
            <a:r>
              <a:rPr sz="2800" dirty="0">
                <a:latin typeface="Calibri"/>
                <a:cs typeface="Calibri"/>
              </a:rPr>
              <a:t>{2,</a:t>
            </a:r>
            <a:r>
              <a:rPr sz="2800" spc="-25" dirty="0">
                <a:latin typeface="Calibri"/>
                <a:cs typeface="Calibri"/>
              </a:rPr>
              <a:t> </a:t>
            </a:r>
            <a:r>
              <a:rPr sz="2800" dirty="0">
                <a:latin typeface="Calibri"/>
                <a:cs typeface="Calibri"/>
              </a:rPr>
              <a:t>8},</a:t>
            </a:r>
            <a:r>
              <a:rPr sz="2800" spc="-25" dirty="0">
                <a:latin typeface="Calibri"/>
                <a:cs typeface="Calibri"/>
              </a:rPr>
              <a:t> </a:t>
            </a:r>
            <a:r>
              <a:rPr sz="2800" dirty="0">
                <a:latin typeface="Calibri"/>
                <a:cs typeface="Calibri"/>
              </a:rPr>
              <a:t>{3,</a:t>
            </a:r>
            <a:r>
              <a:rPr sz="2800" spc="-15" dirty="0">
                <a:latin typeface="Calibri"/>
                <a:cs typeface="Calibri"/>
              </a:rPr>
              <a:t> </a:t>
            </a:r>
            <a:r>
              <a:rPr sz="2800" dirty="0">
                <a:latin typeface="Calibri"/>
                <a:cs typeface="Calibri"/>
              </a:rPr>
              <a:t>7},</a:t>
            </a:r>
            <a:r>
              <a:rPr sz="2800" spc="-25" dirty="0">
                <a:latin typeface="Calibri"/>
                <a:cs typeface="Calibri"/>
              </a:rPr>
              <a:t> </a:t>
            </a:r>
            <a:r>
              <a:rPr sz="2800" dirty="0">
                <a:latin typeface="Calibri"/>
                <a:cs typeface="Calibri"/>
              </a:rPr>
              <a:t>{4,</a:t>
            </a:r>
            <a:r>
              <a:rPr sz="2800" spc="-25" dirty="0">
                <a:latin typeface="Calibri"/>
                <a:cs typeface="Calibri"/>
              </a:rPr>
              <a:t> </a:t>
            </a:r>
            <a:r>
              <a:rPr sz="2800" dirty="0">
                <a:latin typeface="Calibri"/>
                <a:cs typeface="Calibri"/>
              </a:rPr>
              <a:t>6}</a:t>
            </a:r>
            <a:r>
              <a:rPr sz="2800" spc="-25" dirty="0">
                <a:latin typeface="Calibri"/>
                <a:cs typeface="Calibri"/>
              </a:rPr>
              <a:t> </a:t>
            </a:r>
            <a:r>
              <a:rPr sz="2800" spc="-50" dirty="0">
                <a:latin typeface="Calibri"/>
                <a:cs typeface="Calibri"/>
              </a:rPr>
              <a:t>.</a:t>
            </a:r>
            <a:endParaRPr sz="2800">
              <a:latin typeface="Calibri"/>
              <a:cs typeface="Calibri"/>
            </a:endParaRPr>
          </a:p>
          <a:p>
            <a:pPr marL="12700">
              <a:lnSpc>
                <a:spcPct val="100000"/>
              </a:lnSpc>
              <a:spcBef>
                <a:spcPts val="675"/>
              </a:spcBef>
              <a:tabLst>
                <a:tab pos="469900" algn="l"/>
              </a:tabLst>
            </a:pPr>
            <a:r>
              <a:rPr sz="2800" spc="-50" dirty="0">
                <a:latin typeface="Calibri"/>
                <a:cs typeface="Calibri"/>
              </a:rPr>
              <a:t>-</a:t>
            </a:r>
            <a:r>
              <a:rPr sz="2800" dirty="0">
                <a:latin typeface="Calibri"/>
                <a:cs typeface="Calibri"/>
              </a:rPr>
              <a:t>	{1,</a:t>
            </a:r>
            <a:r>
              <a:rPr sz="2800" spc="-25" dirty="0">
                <a:latin typeface="Calibri"/>
                <a:cs typeface="Calibri"/>
              </a:rPr>
              <a:t> </a:t>
            </a:r>
            <a:r>
              <a:rPr sz="2800" dirty="0">
                <a:latin typeface="Calibri"/>
                <a:cs typeface="Calibri"/>
              </a:rPr>
              <a:t>9},</a:t>
            </a:r>
            <a:r>
              <a:rPr sz="2800" spc="-25" dirty="0">
                <a:latin typeface="Calibri"/>
                <a:cs typeface="Calibri"/>
              </a:rPr>
              <a:t> </a:t>
            </a:r>
            <a:r>
              <a:rPr sz="2800" dirty="0">
                <a:latin typeface="Calibri"/>
                <a:cs typeface="Calibri"/>
              </a:rPr>
              <a:t>{2,</a:t>
            </a:r>
            <a:r>
              <a:rPr sz="2800" spc="-20" dirty="0">
                <a:latin typeface="Calibri"/>
                <a:cs typeface="Calibri"/>
              </a:rPr>
              <a:t> </a:t>
            </a:r>
            <a:r>
              <a:rPr sz="2800" dirty="0">
                <a:latin typeface="Calibri"/>
                <a:cs typeface="Calibri"/>
              </a:rPr>
              <a:t>8},</a:t>
            </a:r>
            <a:r>
              <a:rPr sz="2800" spc="-15" dirty="0">
                <a:latin typeface="Calibri"/>
                <a:cs typeface="Calibri"/>
              </a:rPr>
              <a:t> </a:t>
            </a:r>
            <a:r>
              <a:rPr sz="2800" dirty="0">
                <a:latin typeface="Calibri"/>
                <a:cs typeface="Calibri"/>
              </a:rPr>
              <a:t>{3,</a:t>
            </a:r>
            <a:r>
              <a:rPr sz="2800" spc="-25" dirty="0">
                <a:latin typeface="Calibri"/>
                <a:cs typeface="Calibri"/>
              </a:rPr>
              <a:t> </a:t>
            </a:r>
            <a:r>
              <a:rPr sz="2800" dirty="0">
                <a:latin typeface="Calibri"/>
                <a:cs typeface="Calibri"/>
              </a:rPr>
              <a:t>7},</a:t>
            </a:r>
            <a:r>
              <a:rPr sz="2800" spc="-20" dirty="0">
                <a:latin typeface="Calibri"/>
                <a:cs typeface="Calibri"/>
              </a:rPr>
              <a:t> </a:t>
            </a:r>
            <a:r>
              <a:rPr sz="2800" dirty="0">
                <a:latin typeface="Calibri"/>
                <a:cs typeface="Calibri"/>
              </a:rPr>
              <a:t>{4,</a:t>
            </a:r>
            <a:r>
              <a:rPr sz="2800" spc="-25" dirty="0">
                <a:latin typeface="Calibri"/>
                <a:cs typeface="Calibri"/>
              </a:rPr>
              <a:t> </a:t>
            </a:r>
            <a:r>
              <a:rPr sz="2800" dirty="0">
                <a:latin typeface="Calibri"/>
                <a:cs typeface="Calibri"/>
              </a:rPr>
              <a:t>6},</a:t>
            </a:r>
            <a:r>
              <a:rPr sz="2800" spc="-20" dirty="0">
                <a:latin typeface="Calibri"/>
                <a:cs typeface="Calibri"/>
              </a:rPr>
              <a:t> </a:t>
            </a:r>
            <a:r>
              <a:rPr sz="2800" dirty="0">
                <a:latin typeface="Calibri"/>
                <a:cs typeface="Calibri"/>
              </a:rPr>
              <a:t>{5}</a:t>
            </a:r>
            <a:r>
              <a:rPr sz="2800" spc="-25" dirty="0">
                <a:latin typeface="Calibri"/>
                <a:cs typeface="Calibri"/>
              </a:rPr>
              <a:t> </a:t>
            </a:r>
            <a:r>
              <a:rPr sz="2800" dirty="0">
                <a:latin typeface="Calibri"/>
                <a:cs typeface="Calibri"/>
              </a:rPr>
              <a:t>là</a:t>
            </a:r>
            <a:r>
              <a:rPr sz="2800" spc="-40" dirty="0">
                <a:latin typeface="Calibri"/>
                <a:cs typeface="Calibri"/>
              </a:rPr>
              <a:t> </a:t>
            </a:r>
            <a:r>
              <a:rPr sz="2800" dirty="0">
                <a:latin typeface="Calibri"/>
                <a:cs typeface="Calibri"/>
              </a:rPr>
              <a:t>các</a:t>
            </a:r>
            <a:r>
              <a:rPr sz="2800" spc="-25" dirty="0">
                <a:latin typeface="Calibri"/>
                <a:cs typeface="Calibri"/>
              </a:rPr>
              <a:t> </a:t>
            </a:r>
            <a:r>
              <a:rPr sz="2800" spc="-20" dirty="0">
                <a:latin typeface="Calibri"/>
                <a:cs typeface="Calibri"/>
              </a:rPr>
              <a:t>cửa.</a:t>
            </a:r>
            <a:endParaRPr sz="2800">
              <a:latin typeface="Calibri"/>
              <a:cs typeface="Calibri"/>
            </a:endParaRPr>
          </a:p>
          <a:p>
            <a:pPr marL="469900" marR="251460" indent="-457834">
              <a:lnSpc>
                <a:spcPct val="100000"/>
              </a:lnSpc>
              <a:spcBef>
                <a:spcPts val="675"/>
              </a:spcBef>
              <a:buChar char="-"/>
              <a:tabLst>
                <a:tab pos="469900" algn="l"/>
                <a:tab pos="1049020" algn="l"/>
              </a:tabLst>
            </a:pPr>
            <a:r>
              <a:rPr sz="2800" dirty="0">
                <a:latin typeface="Calibri"/>
                <a:cs typeface="Calibri"/>
              </a:rPr>
              <a:t>Mỗi</a:t>
            </a:r>
            <a:r>
              <a:rPr sz="2800" spc="-45" dirty="0">
                <a:latin typeface="Calibri"/>
                <a:cs typeface="Calibri"/>
              </a:rPr>
              <a:t> </a:t>
            </a:r>
            <a:r>
              <a:rPr sz="2800" dirty="0">
                <a:latin typeface="Calibri"/>
                <a:cs typeface="Calibri"/>
              </a:rPr>
              <a:t>phần</a:t>
            </a:r>
            <a:r>
              <a:rPr sz="2800" spc="-25" dirty="0">
                <a:latin typeface="Calibri"/>
                <a:cs typeface="Calibri"/>
              </a:rPr>
              <a:t> </a:t>
            </a:r>
            <a:r>
              <a:rPr sz="2800" dirty="0">
                <a:latin typeface="Calibri"/>
                <a:cs typeface="Calibri"/>
              </a:rPr>
              <a:t>tử</a:t>
            </a:r>
            <a:r>
              <a:rPr sz="2800" spc="-35" dirty="0">
                <a:latin typeface="Calibri"/>
                <a:cs typeface="Calibri"/>
              </a:rPr>
              <a:t> </a:t>
            </a:r>
            <a:r>
              <a:rPr sz="2800" dirty="0">
                <a:latin typeface="Calibri"/>
                <a:cs typeface="Calibri"/>
              </a:rPr>
              <a:t>của</a:t>
            </a:r>
            <a:r>
              <a:rPr sz="2800" spc="-30" dirty="0">
                <a:latin typeface="Calibri"/>
                <a:cs typeface="Calibri"/>
              </a:rPr>
              <a:t> </a:t>
            </a:r>
            <a:r>
              <a:rPr sz="2800" dirty="0">
                <a:latin typeface="Calibri"/>
                <a:cs typeface="Calibri"/>
              </a:rPr>
              <a:t>A</a:t>
            </a:r>
            <a:r>
              <a:rPr sz="2800" spc="-35" dirty="0">
                <a:latin typeface="Calibri"/>
                <a:cs typeface="Calibri"/>
              </a:rPr>
              <a:t> </a:t>
            </a:r>
            <a:r>
              <a:rPr sz="2800" dirty="0">
                <a:latin typeface="Calibri"/>
                <a:cs typeface="Calibri"/>
              </a:rPr>
              <a:t>={a1,</a:t>
            </a:r>
            <a:r>
              <a:rPr sz="2800" spc="-30" dirty="0">
                <a:latin typeface="Calibri"/>
                <a:cs typeface="Calibri"/>
              </a:rPr>
              <a:t> </a:t>
            </a:r>
            <a:r>
              <a:rPr sz="2800" dirty="0">
                <a:latin typeface="Calibri"/>
                <a:cs typeface="Calibri"/>
              </a:rPr>
              <a:t>a2,</a:t>
            </a:r>
            <a:r>
              <a:rPr sz="2800" spc="-40"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a6,</a:t>
            </a:r>
            <a:r>
              <a:rPr sz="2800" spc="-35" dirty="0">
                <a:latin typeface="Calibri"/>
                <a:cs typeface="Calibri"/>
              </a:rPr>
              <a:t> </a:t>
            </a:r>
            <a:r>
              <a:rPr sz="2800" dirty="0">
                <a:latin typeface="Calibri"/>
                <a:cs typeface="Calibri"/>
              </a:rPr>
              <a:t>...}</a:t>
            </a:r>
            <a:r>
              <a:rPr sz="2800" spc="-35" dirty="0">
                <a:latin typeface="Calibri"/>
                <a:cs typeface="Calibri"/>
              </a:rPr>
              <a:t> </a:t>
            </a:r>
            <a:r>
              <a:rPr sz="2800" dirty="0">
                <a:latin typeface="Calibri"/>
                <a:cs typeface="Calibri"/>
              </a:rPr>
              <a:t>sẽ</a:t>
            </a:r>
            <a:r>
              <a:rPr sz="2800" spc="-40" dirty="0">
                <a:latin typeface="Calibri"/>
                <a:cs typeface="Calibri"/>
              </a:rPr>
              <a:t> </a:t>
            </a:r>
            <a:r>
              <a:rPr sz="2800" dirty="0">
                <a:latin typeface="Calibri"/>
                <a:cs typeface="Calibri"/>
              </a:rPr>
              <a:t>thuộc</a:t>
            </a:r>
            <a:r>
              <a:rPr sz="2800" spc="-15" dirty="0">
                <a:latin typeface="Calibri"/>
                <a:cs typeface="Calibri"/>
              </a:rPr>
              <a:t> </a:t>
            </a:r>
            <a:r>
              <a:rPr sz="2800" spc="-25" dirty="0">
                <a:latin typeface="Calibri"/>
                <a:cs typeface="Calibri"/>
              </a:rPr>
              <a:t>một </a:t>
            </a:r>
            <a:r>
              <a:rPr sz="2800" dirty="0">
                <a:latin typeface="Calibri"/>
                <a:cs typeface="Calibri"/>
              </a:rPr>
              <a:t>cửa</a:t>
            </a:r>
            <a:r>
              <a:rPr sz="2800" spc="-50" dirty="0">
                <a:latin typeface="Calibri"/>
                <a:cs typeface="Calibri"/>
              </a:rPr>
              <a:t> </a:t>
            </a:r>
            <a:r>
              <a:rPr sz="2800" dirty="0">
                <a:latin typeface="Calibri"/>
                <a:cs typeface="Calibri"/>
              </a:rPr>
              <a:t>nếu</a:t>
            </a:r>
            <a:r>
              <a:rPr sz="2800" spc="-30" dirty="0">
                <a:latin typeface="Calibri"/>
                <a:cs typeface="Calibri"/>
              </a:rPr>
              <a:t> </a:t>
            </a:r>
            <a:r>
              <a:rPr sz="2800" dirty="0">
                <a:latin typeface="Calibri"/>
                <a:cs typeface="Calibri"/>
              </a:rPr>
              <a:t>phần</a:t>
            </a:r>
            <a:r>
              <a:rPr sz="2800" spc="-30" dirty="0">
                <a:latin typeface="Calibri"/>
                <a:cs typeface="Calibri"/>
              </a:rPr>
              <a:t> </a:t>
            </a:r>
            <a:r>
              <a:rPr sz="2800" dirty="0">
                <a:latin typeface="Calibri"/>
                <a:cs typeface="Calibri"/>
              </a:rPr>
              <a:t>tử</a:t>
            </a:r>
            <a:r>
              <a:rPr sz="2800" spc="-40" dirty="0">
                <a:latin typeface="Calibri"/>
                <a:cs typeface="Calibri"/>
              </a:rPr>
              <a:t> </a:t>
            </a:r>
            <a:r>
              <a:rPr sz="2800" dirty="0">
                <a:latin typeface="Calibri"/>
                <a:cs typeface="Calibri"/>
              </a:rPr>
              <a:t>đó</a:t>
            </a:r>
            <a:r>
              <a:rPr sz="2800" spc="-40" dirty="0">
                <a:latin typeface="Calibri"/>
                <a:cs typeface="Calibri"/>
              </a:rPr>
              <a:t> </a:t>
            </a:r>
            <a:r>
              <a:rPr sz="2800" dirty="0">
                <a:latin typeface="Calibri"/>
                <a:cs typeface="Calibri"/>
              </a:rPr>
              <a:t>có</a:t>
            </a:r>
            <a:r>
              <a:rPr sz="2800" spc="-50" dirty="0">
                <a:latin typeface="Calibri"/>
                <a:cs typeface="Calibri"/>
              </a:rPr>
              <a:t> </a:t>
            </a:r>
            <a:r>
              <a:rPr sz="2800" dirty="0">
                <a:latin typeface="Calibri"/>
                <a:cs typeface="Calibri"/>
              </a:rPr>
              <a:t>giá</a:t>
            </a:r>
            <a:r>
              <a:rPr sz="2800" spc="-60" dirty="0">
                <a:latin typeface="Calibri"/>
                <a:cs typeface="Calibri"/>
              </a:rPr>
              <a:t> </a:t>
            </a:r>
            <a:r>
              <a:rPr sz="2800" dirty="0">
                <a:latin typeface="Calibri"/>
                <a:cs typeface="Calibri"/>
              </a:rPr>
              <a:t>trị</a:t>
            </a:r>
            <a:r>
              <a:rPr sz="2800" spc="-45" dirty="0">
                <a:latin typeface="Calibri"/>
                <a:cs typeface="Calibri"/>
              </a:rPr>
              <a:t> </a:t>
            </a:r>
            <a:r>
              <a:rPr sz="2800" dirty="0">
                <a:latin typeface="Calibri"/>
                <a:cs typeface="Calibri"/>
              </a:rPr>
              <a:t>bằng</a:t>
            </a:r>
            <a:r>
              <a:rPr sz="2800" spc="-35" dirty="0">
                <a:latin typeface="Calibri"/>
                <a:cs typeface="Calibri"/>
              </a:rPr>
              <a:t> </a:t>
            </a:r>
            <a:r>
              <a:rPr sz="2800" dirty="0">
                <a:latin typeface="Calibri"/>
                <a:cs typeface="Calibri"/>
              </a:rPr>
              <a:t>với</a:t>
            </a:r>
            <a:r>
              <a:rPr sz="2800" spc="-45" dirty="0">
                <a:latin typeface="Calibri"/>
                <a:cs typeface="Calibri"/>
              </a:rPr>
              <a:t> </a:t>
            </a:r>
            <a:r>
              <a:rPr sz="2800" dirty="0">
                <a:latin typeface="Calibri"/>
                <a:cs typeface="Calibri"/>
              </a:rPr>
              <a:t>một</a:t>
            </a:r>
            <a:r>
              <a:rPr sz="2800" spc="-35" dirty="0">
                <a:latin typeface="Calibri"/>
                <a:cs typeface="Calibri"/>
              </a:rPr>
              <a:t> </a:t>
            </a:r>
            <a:r>
              <a:rPr sz="2800" dirty="0">
                <a:latin typeface="Calibri"/>
                <a:cs typeface="Calibri"/>
              </a:rPr>
              <a:t>trong</a:t>
            </a:r>
            <a:r>
              <a:rPr sz="2800" spc="-35" dirty="0">
                <a:latin typeface="Calibri"/>
                <a:cs typeface="Calibri"/>
              </a:rPr>
              <a:t> </a:t>
            </a:r>
            <a:r>
              <a:rPr sz="2800" spc="-25" dirty="0">
                <a:latin typeface="Calibri"/>
                <a:cs typeface="Calibri"/>
              </a:rPr>
              <a:t>các giá</a:t>
            </a:r>
            <a:r>
              <a:rPr sz="2800" dirty="0">
                <a:latin typeface="Calibri"/>
                <a:cs typeface="Calibri"/>
              </a:rPr>
              <a:t>	trị</a:t>
            </a:r>
            <a:r>
              <a:rPr sz="2800" spc="-60" dirty="0">
                <a:latin typeface="Calibri"/>
                <a:cs typeface="Calibri"/>
              </a:rPr>
              <a:t> </a:t>
            </a:r>
            <a:r>
              <a:rPr sz="2800" dirty="0">
                <a:latin typeface="Calibri"/>
                <a:cs typeface="Calibri"/>
              </a:rPr>
              <a:t>trong</a:t>
            </a:r>
            <a:r>
              <a:rPr sz="2800" spc="-50" dirty="0">
                <a:latin typeface="Calibri"/>
                <a:cs typeface="Calibri"/>
              </a:rPr>
              <a:t> </a:t>
            </a:r>
            <a:r>
              <a:rPr sz="2800" spc="-20" dirty="0">
                <a:latin typeface="Calibri"/>
                <a:cs typeface="Calibri"/>
              </a:rPr>
              <a:t>cửa.</a:t>
            </a:r>
            <a:endParaRPr sz="2800">
              <a:latin typeface="Calibri"/>
              <a:cs typeface="Calibri"/>
            </a:endParaRPr>
          </a:p>
          <a:p>
            <a:pPr marL="469900" marR="471170" indent="-457834">
              <a:lnSpc>
                <a:spcPct val="100000"/>
              </a:lnSpc>
              <a:spcBef>
                <a:spcPts val="675"/>
              </a:spcBef>
              <a:buChar char="-"/>
              <a:tabLst>
                <a:tab pos="469900" algn="l"/>
              </a:tabLst>
            </a:pPr>
            <a:r>
              <a:rPr sz="2800" dirty="0">
                <a:latin typeface="Calibri"/>
                <a:cs typeface="Calibri"/>
              </a:rPr>
              <a:t>Vì</a:t>
            </a:r>
            <a:r>
              <a:rPr sz="2800" spc="-35" dirty="0">
                <a:latin typeface="Calibri"/>
                <a:cs typeface="Calibri"/>
              </a:rPr>
              <a:t> </a:t>
            </a:r>
            <a:r>
              <a:rPr sz="2800" dirty="0">
                <a:latin typeface="Calibri"/>
                <a:cs typeface="Calibri"/>
              </a:rPr>
              <a:t>tập</a:t>
            </a:r>
            <a:r>
              <a:rPr sz="2800" spc="-30" dirty="0">
                <a:latin typeface="Calibri"/>
                <a:cs typeface="Calibri"/>
              </a:rPr>
              <a:t> </a:t>
            </a:r>
            <a:r>
              <a:rPr sz="2800" dirty="0">
                <a:latin typeface="Calibri"/>
                <a:cs typeface="Calibri"/>
              </a:rPr>
              <a:t>A</a:t>
            </a:r>
            <a:r>
              <a:rPr sz="2800" spc="-35" dirty="0">
                <a:latin typeface="Calibri"/>
                <a:cs typeface="Calibri"/>
              </a:rPr>
              <a:t> </a:t>
            </a:r>
            <a:r>
              <a:rPr sz="2800" dirty="0">
                <a:latin typeface="Calibri"/>
                <a:cs typeface="Calibri"/>
              </a:rPr>
              <a:t>có</a:t>
            </a:r>
            <a:r>
              <a:rPr sz="2800" spc="-40" dirty="0">
                <a:latin typeface="Calibri"/>
                <a:cs typeface="Calibri"/>
              </a:rPr>
              <a:t> </a:t>
            </a:r>
            <a:r>
              <a:rPr sz="2800" dirty="0">
                <a:latin typeface="Calibri"/>
                <a:cs typeface="Calibri"/>
              </a:rPr>
              <a:t>sáu</a:t>
            </a:r>
            <a:r>
              <a:rPr sz="2800" spc="-15" dirty="0">
                <a:latin typeface="Calibri"/>
                <a:cs typeface="Calibri"/>
              </a:rPr>
              <a:t> </a:t>
            </a:r>
            <a:r>
              <a:rPr sz="2800" dirty="0">
                <a:latin typeface="Calibri"/>
                <a:cs typeface="Calibri"/>
              </a:rPr>
              <a:t>phần</a:t>
            </a:r>
            <a:r>
              <a:rPr sz="2800" spc="-15" dirty="0">
                <a:latin typeface="Calibri"/>
                <a:cs typeface="Calibri"/>
              </a:rPr>
              <a:t> </a:t>
            </a:r>
            <a:r>
              <a:rPr sz="2800" dirty="0">
                <a:latin typeface="Calibri"/>
                <a:cs typeface="Calibri"/>
              </a:rPr>
              <a:t>tử</a:t>
            </a:r>
            <a:r>
              <a:rPr sz="2800" spc="-30" dirty="0">
                <a:latin typeface="Calibri"/>
                <a:cs typeface="Calibri"/>
              </a:rPr>
              <a:t> </a:t>
            </a:r>
            <a:r>
              <a:rPr sz="2800" dirty="0">
                <a:latin typeface="Calibri"/>
                <a:cs typeface="Calibri"/>
              </a:rPr>
              <a:t>(6</a:t>
            </a:r>
            <a:r>
              <a:rPr sz="2800" spc="-40" dirty="0">
                <a:latin typeface="Calibri"/>
                <a:cs typeface="Calibri"/>
              </a:rPr>
              <a:t> </a:t>
            </a:r>
            <a:r>
              <a:rPr sz="2800" dirty="0">
                <a:latin typeface="Calibri"/>
                <a:cs typeface="Calibri"/>
              </a:rPr>
              <a:t>bồ</a:t>
            </a:r>
            <a:r>
              <a:rPr sz="2800" spc="-25" dirty="0">
                <a:latin typeface="Calibri"/>
                <a:cs typeface="Calibri"/>
              </a:rPr>
              <a:t> </a:t>
            </a:r>
            <a:r>
              <a:rPr sz="2800" dirty="0">
                <a:latin typeface="Calibri"/>
                <a:cs typeface="Calibri"/>
              </a:rPr>
              <a:t>câu),</a:t>
            </a:r>
            <a:r>
              <a:rPr sz="2800" spc="-25" dirty="0">
                <a:latin typeface="Calibri"/>
                <a:cs typeface="Calibri"/>
              </a:rPr>
              <a:t> </a:t>
            </a:r>
            <a:r>
              <a:rPr sz="2800" dirty="0">
                <a:latin typeface="Calibri"/>
                <a:cs typeface="Calibri"/>
              </a:rPr>
              <a:t>mà</a:t>
            </a:r>
            <a:r>
              <a:rPr sz="2800" spc="-35" dirty="0">
                <a:latin typeface="Calibri"/>
                <a:cs typeface="Calibri"/>
              </a:rPr>
              <a:t> </a:t>
            </a:r>
            <a:r>
              <a:rPr sz="2800" dirty="0">
                <a:latin typeface="Calibri"/>
                <a:cs typeface="Calibri"/>
              </a:rPr>
              <a:t>mỗi</a:t>
            </a:r>
            <a:r>
              <a:rPr sz="2800" spc="-30" dirty="0">
                <a:latin typeface="Calibri"/>
                <a:cs typeface="Calibri"/>
              </a:rPr>
              <a:t> </a:t>
            </a:r>
            <a:r>
              <a:rPr sz="2800" dirty="0">
                <a:latin typeface="Calibri"/>
                <a:cs typeface="Calibri"/>
              </a:rPr>
              <a:t>phần</a:t>
            </a:r>
            <a:r>
              <a:rPr sz="2800" spc="-15" dirty="0">
                <a:latin typeface="Calibri"/>
                <a:cs typeface="Calibri"/>
              </a:rPr>
              <a:t> </a:t>
            </a:r>
            <a:r>
              <a:rPr sz="2800" spc="-25" dirty="0">
                <a:latin typeface="Calibri"/>
                <a:cs typeface="Calibri"/>
              </a:rPr>
              <a:t>tử </a:t>
            </a:r>
            <a:r>
              <a:rPr sz="2800" dirty="0">
                <a:latin typeface="Calibri"/>
                <a:cs typeface="Calibri"/>
              </a:rPr>
              <a:t>thuộc</a:t>
            </a:r>
            <a:r>
              <a:rPr sz="2800" spc="-45" dirty="0">
                <a:latin typeface="Calibri"/>
                <a:cs typeface="Calibri"/>
              </a:rPr>
              <a:t> </a:t>
            </a:r>
            <a:r>
              <a:rPr sz="2800" dirty="0">
                <a:latin typeface="Calibri"/>
                <a:cs typeface="Calibri"/>
              </a:rPr>
              <a:t>một</a:t>
            </a:r>
            <a:r>
              <a:rPr sz="2800" spc="-55" dirty="0">
                <a:latin typeface="Calibri"/>
                <a:cs typeface="Calibri"/>
              </a:rPr>
              <a:t> </a:t>
            </a:r>
            <a:r>
              <a:rPr sz="2800" dirty="0">
                <a:latin typeface="Calibri"/>
                <a:cs typeface="Calibri"/>
              </a:rPr>
              <a:t>trong</a:t>
            </a:r>
            <a:r>
              <a:rPr sz="2800" spc="-60" dirty="0">
                <a:latin typeface="Calibri"/>
                <a:cs typeface="Calibri"/>
              </a:rPr>
              <a:t> </a:t>
            </a:r>
            <a:r>
              <a:rPr sz="2800" dirty="0">
                <a:latin typeface="Calibri"/>
                <a:cs typeface="Calibri"/>
              </a:rPr>
              <a:t>các</a:t>
            </a:r>
            <a:r>
              <a:rPr sz="2800" spc="-65" dirty="0">
                <a:latin typeface="Calibri"/>
                <a:cs typeface="Calibri"/>
              </a:rPr>
              <a:t> </a:t>
            </a:r>
            <a:r>
              <a:rPr sz="2800" dirty="0">
                <a:latin typeface="Calibri"/>
                <a:cs typeface="Calibri"/>
              </a:rPr>
              <a:t>cửa</a:t>
            </a:r>
            <a:r>
              <a:rPr sz="2800" spc="-65" dirty="0">
                <a:latin typeface="Calibri"/>
                <a:cs typeface="Calibri"/>
              </a:rPr>
              <a:t> </a:t>
            </a:r>
            <a:r>
              <a:rPr sz="2800" spc="-10" dirty="0">
                <a:latin typeface="Calibri"/>
                <a:cs typeface="Calibri"/>
              </a:rPr>
              <a:t>trên.</a:t>
            </a:r>
            <a:endParaRPr sz="2800">
              <a:latin typeface="Calibri"/>
              <a:cs typeface="Calibri"/>
            </a:endParaRPr>
          </a:p>
          <a:p>
            <a:pPr marL="12700" marR="5080">
              <a:lnSpc>
                <a:spcPts val="3320"/>
              </a:lnSpc>
              <a:spcBef>
                <a:spcPts val="850"/>
              </a:spcBef>
            </a:pPr>
            <a:r>
              <a:rPr sz="2800" dirty="0">
                <a:latin typeface="Symbol"/>
                <a:cs typeface="Symbol"/>
              </a:rPr>
              <a:t></a:t>
            </a:r>
            <a:r>
              <a:rPr sz="2800" spc="-120" dirty="0">
                <a:latin typeface="Times New Roman"/>
                <a:cs typeface="Times New Roman"/>
              </a:rPr>
              <a:t> </a:t>
            </a:r>
            <a:r>
              <a:rPr sz="2800" dirty="0">
                <a:latin typeface="Calibri"/>
                <a:cs typeface="Calibri"/>
              </a:rPr>
              <a:t>Theo</a:t>
            </a:r>
            <a:r>
              <a:rPr sz="2800" spc="-50" dirty="0">
                <a:latin typeface="Calibri"/>
                <a:cs typeface="Calibri"/>
              </a:rPr>
              <a:t> </a:t>
            </a:r>
            <a:r>
              <a:rPr sz="2800" dirty="0">
                <a:latin typeface="Calibri"/>
                <a:cs typeface="Calibri"/>
              </a:rPr>
              <a:t>nguyên</a:t>
            </a:r>
            <a:r>
              <a:rPr sz="2800" spc="-20" dirty="0">
                <a:latin typeface="Calibri"/>
                <a:cs typeface="Calibri"/>
              </a:rPr>
              <a:t> </a:t>
            </a:r>
            <a:r>
              <a:rPr sz="2800" dirty="0">
                <a:latin typeface="Calibri"/>
                <a:cs typeface="Calibri"/>
              </a:rPr>
              <a:t>lý</a:t>
            </a:r>
            <a:r>
              <a:rPr sz="2800" spc="-65" dirty="0">
                <a:latin typeface="Calibri"/>
                <a:cs typeface="Calibri"/>
              </a:rPr>
              <a:t> </a:t>
            </a:r>
            <a:r>
              <a:rPr sz="2800" dirty="0">
                <a:latin typeface="Calibri"/>
                <a:cs typeface="Calibri"/>
              </a:rPr>
              <a:t>chuồng</a:t>
            </a:r>
            <a:r>
              <a:rPr sz="2800" spc="-30" dirty="0">
                <a:latin typeface="Calibri"/>
                <a:cs typeface="Calibri"/>
              </a:rPr>
              <a:t> </a:t>
            </a:r>
            <a:r>
              <a:rPr sz="2800" dirty="0">
                <a:latin typeface="Calibri"/>
                <a:cs typeface="Calibri"/>
              </a:rPr>
              <a:t>bồ</a:t>
            </a:r>
            <a:r>
              <a:rPr sz="2800" spc="-45" dirty="0">
                <a:latin typeface="Calibri"/>
                <a:cs typeface="Calibri"/>
              </a:rPr>
              <a:t> </a:t>
            </a:r>
            <a:r>
              <a:rPr sz="2800" dirty="0">
                <a:latin typeface="Calibri"/>
                <a:cs typeface="Calibri"/>
              </a:rPr>
              <a:t>câu</a:t>
            </a:r>
            <a:r>
              <a:rPr sz="2800" spc="-40" dirty="0">
                <a:latin typeface="Calibri"/>
                <a:cs typeface="Calibri"/>
              </a:rPr>
              <a:t> </a:t>
            </a:r>
            <a:r>
              <a:rPr sz="2800" dirty="0">
                <a:latin typeface="Calibri"/>
                <a:cs typeface="Calibri"/>
              </a:rPr>
              <a:t>có</a:t>
            </a:r>
            <a:r>
              <a:rPr sz="2800" spc="-55" dirty="0">
                <a:latin typeface="Calibri"/>
                <a:cs typeface="Calibri"/>
              </a:rPr>
              <a:t> </a:t>
            </a:r>
            <a:r>
              <a:rPr sz="2800" dirty="0">
                <a:latin typeface="Calibri"/>
                <a:cs typeface="Calibri"/>
              </a:rPr>
              <a:t>ít</a:t>
            </a:r>
            <a:r>
              <a:rPr sz="2800" spc="-55" dirty="0">
                <a:latin typeface="Calibri"/>
                <a:cs typeface="Calibri"/>
              </a:rPr>
              <a:t> </a:t>
            </a:r>
            <a:r>
              <a:rPr sz="2800" dirty="0">
                <a:latin typeface="Calibri"/>
                <a:cs typeface="Calibri"/>
              </a:rPr>
              <a:t>nhất</a:t>
            </a:r>
            <a:r>
              <a:rPr sz="2800" spc="-35" dirty="0">
                <a:latin typeface="Calibri"/>
                <a:cs typeface="Calibri"/>
              </a:rPr>
              <a:t> </a:t>
            </a:r>
            <a:r>
              <a:rPr sz="2800" dirty="0">
                <a:latin typeface="Calibri"/>
                <a:cs typeface="Calibri"/>
              </a:rPr>
              <a:t>hai</a:t>
            </a:r>
            <a:r>
              <a:rPr sz="2800" spc="-50" dirty="0">
                <a:latin typeface="Calibri"/>
                <a:cs typeface="Calibri"/>
              </a:rPr>
              <a:t> </a:t>
            </a:r>
            <a:r>
              <a:rPr sz="2800" dirty="0">
                <a:latin typeface="Calibri"/>
                <a:cs typeface="Calibri"/>
              </a:rPr>
              <a:t>phần</a:t>
            </a:r>
            <a:r>
              <a:rPr sz="2800" spc="-20" dirty="0">
                <a:latin typeface="Calibri"/>
                <a:cs typeface="Calibri"/>
              </a:rPr>
              <a:t> </a:t>
            </a:r>
            <a:r>
              <a:rPr sz="2800" dirty="0">
                <a:latin typeface="Calibri"/>
                <a:cs typeface="Calibri"/>
              </a:rPr>
              <a:t>tử</a:t>
            </a:r>
            <a:r>
              <a:rPr sz="2800" spc="-50" dirty="0">
                <a:latin typeface="Calibri"/>
                <a:cs typeface="Calibri"/>
              </a:rPr>
              <a:t> ở </a:t>
            </a:r>
            <a:r>
              <a:rPr sz="2800" dirty="0">
                <a:latin typeface="Calibri"/>
                <a:cs typeface="Calibri"/>
              </a:rPr>
              <a:t>chung</a:t>
            </a:r>
            <a:r>
              <a:rPr sz="2800" spc="-45" dirty="0">
                <a:latin typeface="Calibri"/>
                <a:cs typeface="Calibri"/>
              </a:rPr>
              <a:t> </a:t>
            </a:r>
            <a:r>
              <a:rPr sz="2800" dirty="0">
                <a:latin typeface="Calibri"/>
                <a:cs typeface="Calibri"/>
              </a:rPr>
              <a:t>một</a:t>
            </a:r>
            <a:r>
              <a:rPr sz="2800" spc="-60" dirty="0">
                <a:latin typeface="Calibri"/>
                <a:cs typeface="Calibri"/>
              </a:rPr>
              <a:t> </a:t>
            </a:r>
            <a:r>
              <a:rPr sz="2800" spc="-20" dirty="0">
                <a:latin typeface="Calibri"/>
                <a:cs typeface="Calibri"/>
              </a:rPr>
              <a:t>cửa.</a:t>
            </a:r>
            <a:endParaRPr sz="2800">
              <a:latin typeface="Calibri"/>
              <a:cs typeface="Calibri"/>
            </a:endParaRPr>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96240" y="315213"/>
            <a:ext cx="8420735" cy="4122420"/>
          </a:xfrm>
          <a:prstGeom prst="rect">
            <a:avLst/>
          </a:prstGeom>
        </p:spPr>
        <p:txBody>
          <a:bodyPr vert="horz" wrap="square" lIns="0" tIns="12065" rIns="0" bIns="0" rtlCol="0">
            <a:spAutoFit/>
          </a:bodyPr>
          <a:lstStyle/>
          <a:p>
            <a:pPr marL="76200" marR="30480">
              <a:lnSpc>
                <a:spcPct val="100000"/>
              </a:lnSpc>
              <a:spcBef>
                <a:spcPts val="95"/>
              </a:spcBef>
            </a:pPr>
            <a:r>
              <a:rPr sz="2800" b="1" dirty="0">
                <a:latin typeface="Calibri"/>
                <a:cs typeface="Calibri"/>
              </a:rPr>
              <a:t>Ví</a:t>
            </a:r>
            <a:r>
              <a:rPr sz="2800" b="1" spc="-40" dirty="0">
                <a:latin typeface="Calibri"/>
                <a:cs typeface="Calibri"/>
              </a:rPr>
              <a:t> </a:t>
            </a:r>
            <a:r>
              <a:rPr sz="2800" b="1" dirty="0">
                <a:latin typeface="Calibri"/>
                <a:cs typeface="Calibri"/>
              </a:rPr>
              <a:t>dụ:</a:t>
            </a:r>
            <a:r>
              <a:rPr sz="2800" b="1" spc="-25" dirty="0">
                <a:latin typeface="Calibri"/>
                <a:cs typeface="Calibri"/>
              </a:rPr>
              <a:t> </a:t>
            </a:r>
            <a:r>
              <a:rPr sz="2800" spc="-45" dirty="0">
                <a:latin typeface="Calibri"/>
                <a:cs typeface="Calibri"/>
              </a:rPr>
              <a:t>Tập </a:t>
            </a:r>
            <a:r>
              <a:rPr sz="2800" dirty="0">
                <a:latin typeface="Calibri"/>
                <a:cs typeface="Calibri"/>
              </a:rPr>
              <a:t>hợp</a:t>
            </a:r>
            <a:r>
              <a:rPr sz="2800" spc="-10" dirty="0">
                <a:latin typeface="Calibri"/>
                <a:cs typeface="Calibri"/>
              </a:rPr>
              <a:t> </a:t>
            </a:r>
            <a:r>
              <a:rPr sz="2800" dirty="0">
                <a:latin typeface="Calibri"/>
                <a:cs typeface="Calibri"/>
              </a:rPr>
              <a:t>con</a:t>
            </a:r>
            <a:r>
              <a:rPr sz="2800" spc="-30" dirty="0">
                <a:latin typeface="Calibri"/>
                <a:cs typeface="Calibri"/>
              </a:rPr>
              <a:t> </a:t>
            </a:r>
            <a:r>
              <a:rPr sz="2800" dirty="0">
                <a:latin typeface="Calibri"/>
                <a:cs typeface="Calibri"/>
              </a:rPr>
              <a:t>A</a:t>
            </a:r>
            <a:r>
              <a:rPr sz="2800" spc="-35" dirty="0">
                <a:latin typeface="Calibri"/>
                <a:cs typeface="Calibri"/>
              </a:rPr>
              <a:t> </a:t>
            </a:r>
            <a:r>
              <a:rPr sz="2800" dirty="0">
                <a:latin typeface="Calibri"/>
                <a:cs typeface="Calibri"/>
              </a:rPr>
              <a:t>có</a:t>
            </a:r>
            <a:r>
              <a:rPr sz="2800" spc="-45" dirty="0">
                <a:latin typeface="Calibri"/>
                <a:cs typeface="Calibri"/>
              </a:rPr>
              <a:t> </a:t>
            </a:r>
            <a:r>
              <a:rPr sz="2800" dirty="0">
                <a:latin typeface="Calibri"/>
                <a:cs typeface="Calibri"/>
              </a:rPr>
              <a:t>6</a:t>
            </a:r>
            <a:r>
              <a:rPr sz="2800" spc="-20" dirty="0">
                <a:latin typeface="Calibri"/>
                <a:cs typeface="Calibri"/>
              </a:rPr>
              <a:t> </a:t>
            </a:r>
            <a:r>
              <a:rPr sz="2800" dirty="0">
                <a:latin typeface="Calibri"/>
                <a:cs typeface="Calibri"/>
              </a:rPr>
              <a:t>phần</a:t>
            </a:r>
            <a:r>
              <a:rPr sz="2800" spc="-15" dirty="0">
                <a:latin typeface="Calibri"/>
                <a:cs typeface="Calibri"/>
              </a:rPr>
              <a:t> </a:t>
            </a:r>
            <a:r>
              <a:rPr sz="2800" dirty="0">
                <a:latin typeface="Calibri"/>
                <a:cs typeface="Calibri"/>
              </a:rPr>
              <a:t>tử</a:t>
            </a:r>
            <a:r>
              <a:rPr sz="2800" spc="-35" dirty="0">
                <a:latin typeface="Calibri"/>
                <a:cs typeface="Calibri"/>
              </a:rPr>
              <a:t> </a:t>
            </a:r>
            <a:r>
              <a:rPr sz="2800" dirty="0">
                <a:latin typeface="Calibri"/>
                <a:cs typeface="Calibri"/>
              </a:rPr>
              <a:t>của</a:t>
            </a:r>
            <a:r>
              <a:rPr sz="2800" spc="-30" dirty="0">
                <a:latin typeface="Calibri"/>
                <a:cs typeface="Calibri"/>
              </a:rPr>
              <a:t> </a:t>
            </a:r>
            <a:r>
              <a:rPr sz="2800" dirty="0">
                <a:latin typeface="Calibri"/>
                <a:cs typeface="Calibri"/>
              </a:rPr>
              <a:t>{1,</a:t>
            </a:r>
            <a:r>
              <a:rPr sz="2800" spc="-35" dirty="0">
                <a:latin typeface="Calibri"/>
                <a:cs typeface="Calibri"/>
              </a:rPr>
              <a:t> </a:t>
            </a:r>
            <a:r>
              <a:rPr sz="2800" dirty="0">
                <a:latin typeface="Calibri"/>
                <a:cs typeface="Calibri"/>
              </a:rPr>
              <a:t>2,</a:t>
            </a:r>
            <a:r>
              <a:rPr sz="2800" spc="-30" dirty="0">
                <a:latin typeface="Calibri"/>
                <a:cs typeface="Calibri"/>
              </a:rPr>
              <a:t> </a:t>
            </a:r>
            <a:r>
              <a:rPr sz="2800" dirty="0">
                <a:latin typeface="Calibri"/>
                <a:cs typeface="Calibri"/>
              </a:rPr>
              <a:t>.</a:t>
            </a:r>
            <a:r>
              <a:rPr sz="2800" spc="-30"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14}</a:t>
            </a:r>
            <a:r>
              <a:rPr sz="2800" spc="-35" dirty="0">
                <a:latin typeface="Calibri"/>
                <a:cs typeface="Calibri"/>
              </a:rPr>
              <a:t> </a:t>
            </a:r>
            <a:r>
              <a:rPr sz="2800" spc="-10" dirty="0">
                <a:latin typeface="Calibri"/>
                <a:cs typeface="Calibri"/>
              </a:rPr>
              <a:t>Chứng </a:t>
            </a:r>
            <a:r>
              <a:rPr sz="2800" dirty="0">
                <a:latin typeface="Calibri"/>
                <a:cs typeface="Calibri"/>
              </a:rPr>
              <a:t>minh</a:t>
            </a:r>
            <a:r>
              <a:rPr sz="2800" spc="-30" dirty="0">
                <a:latin typeface="Calibri"/>
                <a:cs typeface="Calibri"/>
              </a:rPr>
              <a:t> </a:t>
            </a:r>
            <a:r>
              <a:rPr sz="2800" dirty="0">
                <a:latin typeface="Calibri"/>
                <a:cs typeface="Calibri"/>
              </a:rPr>
              <a:t>rằng</a:t>
            </a:r>
            <a:r>
              <a:rPr sz="2800" spc="-55" dirty="0">
                <a:latin typeface="Calibri"/>
                <a:cs typeface="Calibri"/>
              </a:rPr>
              <a:t> </a:t>
            </a:r>
            <a:r>
              <a:rPr sz="2800" dirty="0">
                <a:latin typeface="Calibri"/>
                <a:cs typeface="Calibri"/>
              </a:rPr>
              <a:t>trong</a:t>
            </a:r>
            <a:r>
              <a:rPr sz="2800" spc="-40" dirty="0">
                <a:latin typeface="Calibri"/>
                <a:cs typeface="Calibri"/>
              </a:rPr>
              <a:t> </a:t>
            </a:r>
            <a:r>
              <a:rPr sz="2800" dirty="0">
                <a:latin typeface="Calibri"/>
                <a:cs typeface="Calibri"/>
              </a:rPr>
              <a:t>số</a:t>
            </a:r>
            <a:r>
              <a:rPr sz="2800" spc="-40" dirty="0">
                <a:latin typeface="Calibri"/>
                <a:cs typeface="Calibri"/>
              </a:rPr>
              <a:t> </a:t>
            </a:r>
            <a:r>
              <a:rPr sz="2800" dirty="0">
                <a:latin typeface="Calibri"/>
                <a:cs typeface="Calibri"/>
              </a:rPr>
              <a:t>các</a:t>
            </a:r>
            <a:r>
              <a:rPr sz="2800" spc="-50" dirty="0">
                <a:latin typeface="Calibri"/>
                <a:cs typeface="Calibri"/>
              </a:rPr>
              <a:t> </a:t>
            </a:r>
            <a:r>
              <a:rPr sz="2800" dirty="0">
                <a:latin typeface="Calibri"/>
                <a:cs typeface="Calibri"/>
              </a:rPr>
              <a:t>tập</a:t>
            </a:r>
            <a:r>
              <a:rPr sz="2800" spc="-40" dirty="0">
                <a:latin typeface="Calibri"/>
                <a:cs typeface="Calibri"/>
              </a:rPr>
              <a:t> </a:t>
            </a:r>
            <a:r>
              <a:rPr sz="2800" dirty="0">
                <a:latin typeface="Calibri"/>
                <a:cs typeface="Calibri"/>
              </a:rPr>
              <a:t>khác</a:t>
            </a:r>
            <a:r>
              <a:rPr sz="2800" spc="-20" dirty="0">
                <a:latin typeface="Calibri"/>
                <a:cs typeface="Calibri"/>
              </a:rPr>
              <a:t> </a:t>
            </a:r>
            <a:r>
              <a:rPr sz="2800" dirty="0">
                <a:latin typeface="Symbol"/>
                <a:cs typeface="Symbol"/>
              </a:rPr>
              <a:t></a:t>
            </a:r>
            <a:r>
              <a:rPr sz="2800" spc="-125" dirty="0">
                <a:latin typeface="Times New Roman"/>
                <a:cs typeface="Times New Roman"/>
              </a:rPr>
              <a:t> </a:t>
            </a:r>
            <a:r>
              <a:rPr sz="2800" dirty="0">
                <a:latin typeface="Calibri"/>
                <a:cs typeface="Calibri"/>
              </a:rPr>
              <a:t>của</a:t>
            </a:r>
            <a:r>
              <a:rPr sz="2800" spc="-40" dirty="0">
                <a:latin typeface="Calibri"/>
                <a:cs typeface="Calibri"/>
              </a:rPr>
              <a:t> </a:t>
            </a:r>
            <a:r>
              <a:rPr sz="2800" dirty="0">
                <a:latin typeface="Calibri"/>
                <a:cs typeface="Calibri"/>
              </a:rPr>
              <a:t>A,</a:t>
            </a:r>
            <a:r>
              <a:rPr sz="2800" spc="-50" dirty="0">
                <a:latin typeface="Calibri"/>
                <a:cs typeface="Calibri"/>
              </a:rPr>
              <a:t> </a:t>
            </a:r>
            <a:r>
              <a:rPr sz="2800" dirty="0">
                <a:latin typeface="Calibri"/>
                <a:cs typeface="Calibri"/>
              </a:rPr>
              <a:t>có</a:t>
            </a:r>
            <a:r>
              <a:rPr sz="2800" spc="-40" dirty="0">
                <a:latin typeface="Calibri"/>
                <a:cs typeface="Calibri"/>
              </a:rPr>
              <a:t> </a:t>
            </a:r>
            <a:r>
              <a:rPr sz="2800" dirty="0">
                <a:latin typeface="Calibri"/>
                <a:cs typeface="Calibri"/>
              </a:rPr>
              <a:t>ít</a:t>
            </a:r>
            <a:r>
              <a:rPr sz="2800" spc="-55" dirty="0">
                <a:latin typeface="Calibri"/>
                <a:cs typeface="Calibri"/>
              </a:rPr>
              <a:t> </a:t>
            </a:r>
            <a:r>
              <a:rPr sz="2800" dirty="0">
                <a:latin typeface="Calibri"/>
                <a:cs typeface="Calibri"/>
              </a:rPr>
              <a:t>nhất</a:t>
            </a:r>
            <a:r>
              <a:rPr sz="2800" spc="-40" dirty="0">
                <a:latin typeface="Calibri"/>
                <a:cs typeface="Calibri"/>
              </a:rPr>
              <a:t> </a:t>
            </a:r>
            <a:r>
              <a:rPr sz="2800" spc="-25" dirty="0">
                <a:latin typeface="Calibri"/>
                <a:cs typeface="Calibri"/>
              </a:rPr>
              <a:t>hai </a:t>
            </a:r>
            <a:r>
              <a:rPr sz="2800" dirty="0">
                <a:latin typeface="Calibri"/>
                <a:cs typeface="Calibri"/>
              </a:rPr>
              <a:t>tập</a:t>
            </a:r>
            <a:r>
              <a:rPr sz="2800" spc="-40" dirty="0">
                <a:latin typeface="Calibri"/>
                <a:cs typeface="Calibri"/>
              </a:rPr>
              <a:t> </a:t>
            </a:r>
            <a:r>
              <a:rPr sz="2800" dirty="0">
                <a:latin typeface="Calibri"/>
                <a:cs typeface="Calibri"/>
              </a:rPr>
              <a:t>con</a:t>
            </a:r>
            <a:r>
              <a:rPr sz="2800" spc="-45" dirty="0">
                <a:latin typeface="Calibri"/>
                <a:cs typeface="Calibri"/>
              </a:rPr>
              <a:t> </a:t>
            </a:r>
            <a:r>
              <a:rPr sz="2800" dirty="0">
                <a:latin typeface="Calibri"/>
                <a:cs typeface="Calibri"/>
              </a:rPr>
              <a:t>mà</a:t>
            </a:r>
            <a:r>
              <a:rPr sz="2800" spc="-55" dirty="0">
                <a:latin typeface="Calibri"/>
                <a:cs typeface="Calibri"/>
              </a:rPr>
              <a:t> </a:t>
            </a:r>
            <a:r>
              <a:rPr sz="2800" dirty="0">
                <a:latin typeface="Calibri"/>
                <a:cs typeface="Calibri"/>
              </a:rPr>
              <a:t>tổng</a:t>
            </a:r>
            <a:r>
              <a:rPr sz="2800" spc="-50" dirty="0">
                <a:latin typeface="Calibri"/>
                <a:cs typeface="Calibri"/>
              </a:rPr>
              <a:t> </a:t>
            </a:r>
            <a:r>
              <a:rPr sz="2800" dirty="0">
                <a:latin typeface="Calibri"/>
                <a:cs typeface="Calibri"/>
              </a:rPr>
              <a:t>của</a:t>
            </a:r>
            <a:r>
              <a:rPr sz="2800" spc="-55" dirty="0">
                <a:latin typeface="Calibri"/>
                <a:cs typeface="Calibri"/>
              </a:rPr>
              <a:t> </a:t>
            </a:r>
            <a:r>
              <a:rPr sz="2800" dirty="0">
                <a:latin typeface="Calibri"/>
                <a:cs typeface="Calibri"/>
              </a:rPr>
              <a:t>các</a:t>
            </a:r>
            <a:r>
              <a:rPr sz="2800" spc="-45" dirty="0">
                <a:latin typeface="Calibri"/>
                <a:cs typeface="Calibri"/>
              </a:rPr>
              <a:t> </a:t>
            </a:r>
            <a:r>
              <a:rPr sz="2800" dirty="0">
                <a:latin typeface="Calibri"/>
                <a:cs typeface="Calibri"/>
              </a:rPr>
              <a:t>phần</a:t>
            </a:r>
            <a:r>
              <a:rPr sz="2800" spc="-30" dirty="0">
                <a:latin typeface="Calibri"/>
                <a:cs typeface="Calibri"/>
              </a:rPr>
              <a:t> </a:t>
            </a:r>
            <a:r>
              <a:rPr sz="2800" dirty="0">
                <a:latin typeface="Calibri"/>
                <a:cs typeface="Calibri"/>
              </a:rPr>
              <a:t>tử</a:t>
            </a:r>
            <a:r>
              <a:rPr sz="2800" spc="-45" dirty="0">
                <a:latin typeface="Calibri"/>
                <a:cs typeface="Calibri"/>
              </a:rPr>
              <a:t> </a:t>
            </a:r>
            <a:r>
              <a:rPr sz="2800" dirty="0">
                <a:latin typeface="Calibri"/>
                <a:cs typeface="Calibri"/>
              </a:rPr>
              <a:t>là</a:t>
            </a:r>
            <a:r>
              <a:rPr sz="2800" spc="-50" dirty="0">
                <a:latin typeface="Calibri"/>
                <a:cs typeface="Calibri"/>
              </a:rPr>
              <a:t> </a:t>
            </a:r>
            <a:r>
              <a:rPr sz="2800" dirty="0">
                <a:latin typeface="Calibri"/>
                <a:cs typeface="Calibri"/>
              </a:rPr>
              <a:t>như</a:t>
            </a:r>
            <a:r>
              <a:rPr sz="2800" spc="-25" dirty="0">
                <a:latin typeface="Calibri"/>
                <a:cs typeface="Calibri"/>
              </a:rPr>
              <a:t> </a:t>
            </a:r>
            <a:r>
              <a:rPr sz="2800" spc="-10" dirty="0">
                <a:latin typeface="Calibri"/>
                <a:cs typeface="Calibri"/>
              </a:rPr>
              <a:t>nhau.</a:t>
            </a:r>
            <a:endParaRPr sz="2800">
              <a:latin typeface="Calibri"/>
              <a:cs typeface="Calibri"/>
            </a:endParaRPr>
          </a:p>
          <a:p>
            <a:pPr marL="533400" indent="-457200">
              <a:lnSpc>
                <a:spcPct val="100000"/>
              </a:lnSpc>
              <a:spcBef>
                <a:spcPts val="670"/>
              </a:spcBef>
              <a:buChar char="-"/>
              <a:tabLst>
                <a:tab pos="533400" algn="l"/>
              </a:tabLst>
            </a:pPr>
            <a:r>
              <a:rPr sz="2800" dirty="0">
                <a:latin typeface="Calibri"/>
                <a:cs typeface="Calibri"/>
              </a:rPr>
              <a:t>Các</a:t>
            </a:r>
            <a:r>
              <a:rPr sz="2800" spc="-45" dirty="0">
                <a:latin typeface="Calibri"/>
                <a:cs typeface="Calibri"/>
              </a:rPr>
              <a:t> </a:t>
            </a:r>
            <a:r>
              <a:rPr sz="2800" dirty="0">
                <a:latin typeface="Calibri"/>
                <a:cs typeface="Calibri"/>
              </a:rPr>
              <a:t>tập</a:t>
            </a:r>
            <a:r>
              <a:rPr sz="2800" spc="-35" dirty="0">
                <a:latin typeface="Calibri"/>
                <a:cs typeface="Calibri"/>
              </a:rPr>
              <a:t> </a:t>
            </a:r>
            <a:r>
              <a:rPr sz="2800" dirty="0">
                <a:latin typeface="Calibri"/>
                <a:cs typeface="Calibri"/>
              </a:rPr>
              <a:t>con</a:t>
            </a:r>
            <a:r>
              <a:rPr sz="2800" spc="-30" dirty="0">
                <a:latin typeface="Calibri"/>
                <a:cs typeface="Calibri"/>
              </a:rPr>
              <a:t> </a:t>
            </a:r>
            <a:r>
              <a:rPr sz="2800" dirty="0">
                <a:latin typeface="Calibri"/>
                <a:cs typeface="Calibri"/>
              </a:rPr>
              <a:t>khác</a:t>
            </a:r>
            <a:r>
              <a:rPr sz="2800" spc="-30" dirty="0">
                <a:latin typeface="Calibri"/>
                <a:cs typeface="Calibri"/>
              </a:rPr>
              <a:t> </a:t>
            </a:r>
            <a:r>
              <a:rPr sz="2800" dirty="0">
                <a:latin typeface="Calibri"/>
                <a:cs typeface="Calibri"/>
              </a:rPr>
              <a:t>rỗng</a:t>
            </a:r>
            <a:r>
              <a:rPr sz="2800" spc="-20" dirty="0">
                <a:latin typeface="Calibri"/>
                <a:cs typeface="Calibri"/>
              </a:rPr>
              <a:t> </a:t>
            </a:r>
            <a:r>
              <a:rPr sz="2800" dirty="0">
                <a:latin typeface="Calibri"/>
                <a:cs typeface="Calibri"/>
              </a:rPr>
              <a:t>B</a:t>
            </a:r>
            <a:r>
              <a:rPr sz="2800" spc="-40" dirty="0">
                <a:latin typeface="Calibri"/>
                <a:cs typeface="Calibri"/>
              </a:rPr>
              <a:t> </a:t>
            </a:r>
            <a:r>
              <a:rPr sz="2800" dirty="0">
                <a:latin typeface="Calibri"/>
                <a:cs typeface="Calibri"/>
              </a:rPr>
              <a:t>của</a:t>
            </a:r>
            <a:r>
              <a:rPr sz="2800" spc="-25" dirty="0">
                <a:latin typeface="Calibri"/>
                <a:cs typeface="Calibri"/>
              </a:rPr>
              <a:t> </a:t>
            </a:r>
            <a:r>
              <a:rPr sz="2800" dirty="0">
                <a:latin typeface="Calibri"/>
                <a:cs typeface="Calibri"/>
              </a:rPr>
              <a:t>A</a:t>
            </a:r>
            <a:r>
              <a:rPr sz="2800" spc="-35" dirty="0">
                <a:latin typeface="Calibri"/>
                <a:cs typeface="Calibri"/>
              </a:rPr>
              <a:t> </a:t>
            </a:r>
            <a:r>
              <a:rPr sz="2800" dirty="0">
                <a:latin typeface="Calibri"/>
                <a:cs typeface="Calibri"/>
              </a:rPr>
              <a:t>có</a:t>
            </a:r>
            <a:r>
              <a:rPr sz="2800" spc="-45" dirty="0">
                <a:latin typeface="Calibri"/>
                <a:cs typeface="Calibri"/>
              </a:rPr>
              <a:t> </a:t>
            </a:r>
            <a:r>
              <a:rPr sz="2800" dirty="0">
                <a:latin typeface="Calibri"/>
                <a:cs typeface="Calibri"/>
              </a:rPr>
              <a:t>tối</a:t>
            </a:r>
            <a:r>
              <a:rPr sz="2800" spc="-35" dirty="0">
                <a:latin typeface="Calibri"/>
                <a:cs typeface="Calibri"/>
              </a:rPr>
              <a:t> </a:t>
            </a:r>
            <a:r>
              <a:rPr sz="2800" dirty="0">
                <a:latin typeface="Calibri"/>
                <a:cs typeface="Calibri"/>
              </a:rPr>
              <a:t>đa</a:t>
            </a:r>
            <a:r>
              <a:rPr sz="2800" spc="-35" dirty="0">
                <a:latin typeface="Calibri"/>
                <a:cs typeface="Calibri"/>
              </a:rPr>
              <a:t> </a:t>
            </a:r>
            <a:r>
              <a:rPr sz="2800" dirty="0">
                <a:latin typeface="Calibri"/>
                <a:cs typeface="Calibri"/>
              </a:rPr>
              <a:t>5</a:t>
            </a:r>
            <a:r>
              <a:rPr sz="2800" spc="-25" dirty="0">
                <a:latin typeface="Calibri"/>
                <a:cs typeface="Calibri"/>
              </a:rPr>
              <a:t> </a:t>
            </a:r>
            <a:r>
              <a:rPr sz="2800" dirty="0">
                <a:latin typeface="Calibri"/>
                <a:cs typeface="Calibri"/>
              </a:rPr>
              <a:t>phần</a:t>
            </a:r>
            <a:r>
              <a:rPr sz="2800" spc="-20" dirty="0">
                <a:latin typeface="Calibri"/>
                <a:cs typeface="Calibri"/>
              </a:rPr>
              <a:t> </a:t>
            </a:r>
            <a:r>
              <a:rPr sz="2800" spc="-25" dirty="0">
                <a:latin typeface="Calibri"/>
                <a:cs typeface="Calibri"/>
              </a:rPr>
              <a:t>tử</a:t>
            </a:r>
            <a:endParaRPr sz="2800">
              <a:latin typeface="Calibri"/>
              <a:cs typeface="Calibri"/>
            </a:endParaRPr>
          </a:p>
          <a:p>
            <a:pPr marL="533400">
              <a:lnSpc>
                <a:spcPct val="100000"/>
              </a:lnSpc>
              <a:spcBef>
                <a:spcPts val="5"/>
              </a:spcBef>
            </a:pPr>
            <a:r>
              <a:rPr sz="2800" dirty="0">
                <a:latin typeface="Calibri"/>
                <a:cs typeface="Calibri"/>
              </a:rPr>
              <a:t>được</a:t>
            </a:r>
            <a:r>
              <a:rPr sz="2800" spc="-35" dirty="0">
                <a:latin typeface="Calibri"/>
                <a:cs typeface="Calibri"/>
              </a:rPr>
              <a:t> </a:t>
            </a:r>
            <a:r>
              <a:rPr sz="2800" dirty="0">
                <a:latin typeface="Calibri"/>
                <a:cs typeface="Calibri"/>
              </a:rPr>
              <a:t>xem</a:t>
            </a:r>
            <a:r>
              <a:rPr sz="2800" spc="-60" dirty="0">
                <a:latin typeface="Calibri"/>
                <a:cs typeface="Calibri"/>
              </a:rPr>
              <a:t> </a:t>
            </a:r>
            <a:r>
              <a:rPr sz="2800" dirty="0">
                <a:latin typeface="Calibri"/>
                <a:cs typeface="Calibri"/>
              </a:rPr>
              <a:t>là</a:t>
            </a:r>
            <a:r>
              <a:rPr sz="2800" spc="-55" dirty="0">
                <a:latin typeface="Calibri"/>
                <a:cs typeface="Calibri"/>
              </a:rPr>
              <a:t> </a:t>
            </a:r>
            <a:r>
              <a:rPr sz="2800" dirty="0">
                <a:latin typeface="Calibri"/>
                <a:cs typeface="Calibri"/>
              </a:rPr>
              <a:t>các</a:t>
            </a:r>
            <a:r>
              <a:rPr sz="2800" spc="-45" dirty="0">
                <a:latin typeface="Calibri"/>
                <a:cs typeface="Calibri"/>
              </a:rPr>
              <a:t> </a:t>
            </a:r>
            <a:r>
              <a:rPr sz="2800" dirty="0">
                <a:latin typeface="Calibri"/>
                <a:cs typeface="Calibri"/>
              </a:rPr>
              <a:t>bồ</a:t>
            </a:r>
            <a:r>
              <a:rPr sz="2800" spc="-40" dirty="0">
                <a:latin typeface="Calibri"/>
                <a:cs typeface="Calibri"/>
              </a:rPr>
              <a:t> </a:t>
            </a:r>
            <a:r>
              <a:rPr sz="2800" dirty="0">
                <a:latin typeface="Calibri"/>
                <a:cs typeface="Calibri"/>
              </a:rPr>
              <a:t>câu.</a:t>
            </a:r>
            <a:r>
              <a:rPr sz="2800" spc="-40" dirty="0">
                <a:latin typeface="Calibri"/>
                <a:cs typeface="Calibri"/>
              </a:rPr>
              <a:t> </a:t>
            </a:r>
            <a:r>
              <a:rPr sz="2800" dirty="0">
                <a:latin typeface="Calibri"/>
                <a:cs typeface="Calibri"/>
              </a:rPr>
              <a:t>Số</a:t>
            </a:r>
            <a:r>
              <a:rPr sz="2800" spc="-50" dirty="0">
                <a:latin typeface="Calibri"/>
                <a:cs typeface="Calibri"/>
              </a:rPr>
              <a:t> </a:t>
            </a:r>
            <a:r>
              <a:rPr sz="2800" dirty="0">
                <a:latin typeface="Calibri"/>
                <a:cs typeface="Calibri"/>
              </a:rPr>
              <a:t>các</a:t>
            </a:r>
            <a:r>
              <a:rPr sz="2800" spc="-45" dirty="0">
                <a:latin typeface="Calibri"/>
                <a:cs typeface="Calibri"/>
              </a:rPr>
              <a:t> </a:t>
            </a:r>
            <a:r>
              <a:rPr sz="2800" dirty="0">
                <a:latin typeface="Calibri"/>
                <a:cs typeface="Calibri"/>
              </a:rPr>
              <a:t>tập</a:t>
            </a:r>
            <a:r>
              <a:rPr sz="2800" spc="-40" dirty="0">
                <a:latin typeface="Calibri"/>
                <a:cs typeface="Calibri"/>
              </a:rPr>
              <a:t> </a:t>
            </a:r>
            <a:r>
              <a:rPr sz="2800" dirty="0">
                <a:latin typeface="Calibri"/>
                <a:cs typeface="Calibri"/>
              </a:rPr>
              <a:t>con</a:t>
            </a:r>
            <a:r>
              <a:rPr sz="2800" spc="-45" dirty="0">
                <a:latin typeface="Calibri"/>
                <a:cs typeface="Calibri"/>
              </a:rPr>
              <a:t> </a:t>
            </a:r>
            <a:r>
              <a:rPr sz="2800" dirty="0">
                <a:latin typeface="Calibri"/>
                <a:cs typeface="Calibri"/>
              </a:rPr>
              <a:t>B</a:t>
            </a:r>
            <a:r>
              <a:rPr sz="2800" spc="-20" dirty="0">
                <a:latin typeface="Calibri"/>
                <a:cs typeface="Calibri"/>
              </a:rPr>
              <a:t> </a:t>
            </a:r>
            <a:r>
              <a:rPr sz="2800" dirty="0">
                <a:latin typeface="Calibri"/>
                <a:cs typeface="Calibri"/>
              </a:rPr>
              <a:t>là</a:t>
            </a:r>
            <a:r>
              <a:rPr sz="2800" spc="-55" dirty="0">
                <a:latin typeface="Calibri"/>
                <a:cs typeface="Calibri"/>
              </a:rPr>
              <a:t> </a:t>
            </a:r>
            <a:r>
              <a:rPr sz="2800" spc="-10" dirty="0">
                <a:latin typeface="Calibri"/>
                <a:cs typeface="Calibri"/>
              </a:rPr>
              <a:t>2</a:t>
            </a:r>
            <a:r>
              <a:rPr sz="2775" spc="-15" baseline="25525" dirty="0">
                <a:latin typeface="Calibri"/>
                <a:cs typeface="Calibri"/>
              </a:rPr>
              <a:t>6</a:t>
            </a:r>
            <a:r>
              <a:rPr sz="2800" spc="-10" dirty="0">
                <a:latin typeface="Calibri"/>
                <a:cs typeface="Calibri"/>
              </a:rPr>
              <a:t>-2=62.</a:t>
            </a:r>
            <a:endParaRPr sz="2800">
              <a:latin typeface="Calibri"/>
              <a:cs typeface="Calibri"/>
            </a:endParaRPr>
          </a:p>
          <a:p>
            <a:pPr marL="533400" indent="-457200">
              <a:lnSpc>
                <a:spcPts val="3340"/>
              </a:lnSpc>
              <a:spcBef>
                <a:spcPts val="705"/>
              </a:spcBef>
              <a:buChar char="-"/>
              <a:tabLst>
                <a:tab pos="533400" algn="l"/>
              </a:tabLst>
            </a:pPr>
            <a:r>
              <a:rPr sz="2800" dirty="0">
                <a:latin typeface="Calibri"/>
                <a:cs typeface="Calibri"/>
              </a:rPr>
              <a:t>Gọi</a:t>
            </a:r>
            <a:r>
              <a:rPr sz="2800" spc="-20" dirty="0">
                <a:latin typeface="Calibri"/>
                <a:cs typeface="Calibri"/>
              </a:rPr>
              <a:t> </a:t>
            </a:r>
            <a:r>
              <a:rPr sz="2800" dirty="0">
                <a:latin typeface="Calibri"/>
                <a:cs typeface="Calibri"/>
              </a:rPr>
              <a:t>S</a:t>
            </a:r>
            <a:r>
              <a:rPr sz="2775" baseline="-21021" dirty="0">
                <a:latin typeface="Calibri"/>
                <a:cs typeface="Calibri"/>
              </a:rPr>
              <a:t>B</a:t>
            </a:r>
            <a:r>
              <a:rPr sz="2775" spc="284" baseline="-21021" dirty="0">
                <a:latin typeface="Calibri"/>
                <a:cs typeface="Calibri"/>
              </a:rPr>
              <a:t> </a:t>
            </a:r>
            <a:r>
              <a:rPr sz="2800" dirty="0">
                <a:latin typeface="Calibri"/>
                <a:cs typeface="Calibri"/>
              </a:rPr>
              <a:t>là</a:t>
            </a:r>
            <a:r>
              <a:rPr sz="2800" spc="-25" dirty="0">
                <a:latin typeface="Calibri"/>
                <a:cs typeface="Calibri"/>
              </a:rPr>
              <a:t> </a:t>
            </a:r>
            <a:r>
              <a:rPr sz="2800" dirty="0">
                <a:latin typeface="Calibri"/>
                <a:cs typeface="Calibri"/>
              </a:rPr>
              <a:t>tổng</a:t>
            </a:r>
            <a:r>
              <a:rPr sz="2800" spc="-25" dirty="0">
                <a:latin typeface="Calibri"/>
                <a:cs typeface="Calibri"/>
              </a:rPr>
              <a:t> </a:t>
            </a:r>
            <a:r>
              <a:rPr sz="2800" dirty="0">
                <a:latin typeface="Calibri"/>
                <a:cs typeface="Calibri"/>
              </a:rPr>
              <a:t>của</a:t>
            </a:r>
            <a:r>
              <a:rPr sz="2800" spc="-25" dirty="0">
                <a:latin typeface="Calibri"/>
                <a:cs typeface="Calibri"/>
              </a:rPr>
              <a:t> </a:t>
            </a:r>
            <a:r>
              <a:rPr sz="2800" dirty="0">
                <a:latin typeface="Calibri"/>
                <a:cs typeface="Calibri"/>
              </a:rPr>
              <a:t>B. 1 </a:t>
            </a:r>
            <a:r>
              <a:rPr sz="2800" dirty="0">
                <a:latin typeface="Symbol"/>
                <a:cs typeface="Symbol"/>
              </a:rPr>
              <a:t></a:t>
            </a:r>
            <a:r>
              <a:rPr sz="2800" spc="-80" dirty="0">
                <a:latin typeface="Times New Roman"/>
                <a:cs typeface="Times New Roman"/>
              </a:rPr>
              <a:t> </a:t>
            </a:r>
            <a:r>
              <a:rPr sz="2800" dirty="0">
                <a:latin typeface="Calibri"/>
                <a:cs typeface="Calibri"/>
              </a:rPr>
              <a:t>S</a:t>
            </a:r>
            <a:r>
              <a:rPr sz="2775" baseline="-21021" dirty="0">
                <a:latin typeface="Calibri"/>
                <a:cs typeface="Calibri"/>
              </a:rPr>
              <a:t>B</a:t>
            </a:r>
            <a:r>
              <a:rPr sz="2775" spc="284" baseline="-21021" dirty="0">
                <a:latin typeface="Calibri"/>
                <a:cs typeface="Calibri"/>
              </a:rPr>
              <a:t> </a:t>
            </a:r>
            <a:r>
              <a:rPr sz="2800" dirty="0">
                <a:latin typeface="Symbol"/>
                <a:cs typeface="Symbol"/>
              </a:rPr>
              <a:t></a:t>
            </a:r>
            <a:r>
              <a:rPr sz="2800" spc="-85" dirty="0">
                <a:latin typeface="Times New Roman"/>
                <a:cs typeface="Times New Roman"/>
              </a:rPr>
              <a:t> </a:t>
            </a:r>
            <a:r>
              <a:rPr sz="2800" dirty="0">
                <a:latin typeface="Calibri"/>
                <a:cs typeface="Calibri"/>
              </a:rPr>
              <a:t>10 +</a:t>
            </a:r>
            <a:r>
              <a:rPr sz="2800" spc="-25" dirty="0">
                <a:latin typeface="Calibri"/>
                <a:cs typeface="Calibri"/>
              </a:rPr>
              <a:t> </a:t>
            </a:r>
            <a:r>
              <a:rPr sz="2800" dirty="0">
                <a:latin typeface="Calibri"/>
                <a:cs typeface="Calibri"/>
              </a:rPr>
              <a:t>11 +</a:t>
            </a:r>
            <a:r>
              <a:rPr sz="2800" spc="-10"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 .</a:t>
            </a:r>
            <a:r>
              <a:rPr sz="2800" spc="-20"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14 =</a:t>
            </a:r>
            <a:r>
              <a:rPr sz="2800" spc="-25" dirty="0">
                <a:latin typeface="Calibri"/>
                <a:cs typeface="Calibri"/>
              </a:rPr>
              <a:t> 60.</a:t>
            </a:r>
            <a:endParaRPr sz="2800">
              <a:latin typeface="Calibri"/>
              <a:cs typeface="Calibri"/>
            </a:endParaRPr>
          </a:p>
          <a:p>
            <a:pPr marL="533400">
              <a:lnSpc>
                <a:spcPts val="3340"/>
              </a:lnSpc>
            </a:pPr>
            <a:r>
              <a:rPr sz="2800" dirty="0">
                <a:latin typeface="Calibri"/>
                <a:cs typeface="Calibri"/>
              </a:rPr>
              <a:t>Số</a:t>
            </a:r>
            <a:r>
              <a:rPr sz="2800" spc="-30" dirty="0">
                <a:latin typeface="Calibri"/>
                <a:cs typeface="Calibri"/>
              </a:rPr>
              <a:t> </a:t>
            </a:r>
            <a:r>
              <a:rPr sz="2800" dirty="0">
                <a:latin typeface="Calibri"/>
                <a:cs typeface="Calibri"/>
              </a:rPr>
              <a:t>cửa</a:t>
            </a:r>
            <a:r>
              <a:rPr sz="2800" spc="-25" dirty="0">
                <a:latin typeface="Calibri"/>
                <a:cs typeface="Calibri"/>
              </a:rPr>
              <a:t> </a:t>
            </a:r>
            <a:r>
              <a:rPr sz="2800" dirty="0">
                <a:latin typeface="Calibri"/>
                <a:cs typeface="Calibri"/>
              </a:rPr>
              <a:t>tối</a:t>
            </a:r>
            <a:r>
              <a:rPr sz="2800" spc="-20" dirty="0">
                <a:latin typeface="Calibri"/>
                <a:cs typeface="Calibri"/>
              </a:rPr>
              <a:t> </a:t>
            </a:r>
            <a:r>
              <a:rPr sz="2800" dirty="0">
                <a:latin typeface="Calibri"/>
                <a:cs typeface="Calibri"/>
              </a:rPr>
              <a:t>đa</a:t>
            </a:r>
            <a:r>
              <a:rPr sz="2800" spc="-30" dirty="0">
                <a:latin typeface="Calibri"/>
                <a:cs typeface="Calibri"/>
              </a:rPr>
              <a:t> </a:t>
            </a:r>
            <a:r>
              <a:rPr sz="2800" dirty="0">
                <a:latin typeface="Calibri"/>
                <a:cs typeface="Calibri"/>
              </a:rPr>
              <a:t>là</a:t>
            </a:r>
            <a:r>
              <a:rPr sz="2800" spc="-25" dirty="0">
                <a:latin typeface="Calibri"/>
                <a:cs typeface="Calibri"/>
              </a:rPr>
              <a:t> 60.</a:t>
            </a:r>
            <a:endParaRPr sz="2800">
              <a:latin typeface="Calibri"/>
              <a:cs typeface="Calibri"/>
            </a:endParaRPr>
          </a:p>
          <a:p>
            <a:pPr marL="533400" marR="114935" indent="-457834">
              <a:lnSpc>
                <a:spcPct val="100000"/>
              </a:lnSpc>
              <a:spcBef>
                <a:spcPts val="675"/>
              </a:spcBef>
              <a:buFont typeface="Wingdings"/>
              <a:buChar char=""/>
              <a:tabLst>
                <a:tab pos="533400" algn="l"/>
              </a:tabLst>
            </a:pPr>
            <a:r>
              <a:rPr sz="2800" dirty="0">
                <a:latin typeface="Calibri"/>
                <a:cs typeface="Calibri"/>
              </a:rPr>
              <a:t>Theo</a:t>
            </a:r>
            <a:r>
              <a:rPr sz="2800" spc="-55" dirty="0">
                <a:latin typeface="Calibri"/>
                <a:cs typeface="Calibri"/>
              </a:rPr>
              <a:t> </a:t>
            </a:r>
            <a:r>
              <a:rPr sz="2800" dirty="0">
                <a:latin typeface="Calibri"/>
                <a:cs typeface="Calibri"/>
              </a:rPr>
              <a:t>nguyên</a:t>
            </a:r>
            <a:r>
              <a:rPr sz="2800" spc="-40" dirty="0">
                <a:latin typeface="Calibri"/>
                <a:cs typeface="Calibri"/>
              </a:rPr>
              <a:t> </a:t>
            </a:r>
            <a:r>
              <a:rPr sz="2800" dirty="0">
                <a:latin typeface="Calibri"/>
                <a:cs typeface="Calibri"/>
              </a:rPr>
              <a:t>lý</a:t>
            </a:r>
            <a:r>
              <a:rPr sz="2800" spc="-60" dirty="0">
                <a:latin typeface="Calibri"/>
                <a:cs typeface="Calibri"/>
              </a:rPr>
              <a:t> </a:t>
            </a:r>
            <a:r>
              <a:rPr sz="2800" dirty="0">
                <a:latin typeface="Calibri"/>
                <a:cs typeface="Calibri"/>
              </a:rPr>
              <a:t>chuồng</a:t>
            </a:r>
            <a:r>
              <a:rPr sz="2800" spc="-35" dirty="0">
                <a:latin typeface="Calibri"/>
                <a:cs typeface="Calibri"/>
              </a:rPr>
              <a:t> </a:t>
            </a:r>
            <a:r>
              <a:rPr sz="2800" dirty="0">
                <a:latin typeface="Calibri"/>
                <a:cs typeface="Calibri"/>
              </a:rPr>
              <a:t>bồ</a:t>
            </a:r>
            <a:r>
              <a:rPr sz="2800" spc="-50" dirty="0">
                <a:latin typeface="Calibri"/>
                <a:cs typeface="Calibri"/>
              </a:rPr>
              <a:t> </a:t>
            </a:r>
            <a:r>
              <a:rPr sz="2800" dirty="0">
                <a:latin typeface="Calibri"/>
                <a:cs typeface="Calibri"/>
              </a:rPr>
              <a:t>câu</a:t>
            </a:r>
            <a:r>
              <a:rPr sz="2800" spc="-60" dirty="0">
                <a:latin typeface="Calibri"/>
                <a:cs typeface="Calibri"/>
              </a:rPr>
              <a:t> </a:t>
            </a:r>
            <a:r>
              <a:rPr sz="2800" dirty="0">
                <a:latin typeface="Calibri"/>
                <a:cs typeface="Calibri"/>
              </a:rPr>
              <a:t>có</a:t>
            </a:r>
            <a:r>
              <a:rPr sz="2800" spc="-45" dirty="0">
                <a:latin typeface="Calibri"/>
                <a:cs typeface="Calibri"/>
              </a:rPr>
              <a:t> </a:t>
            </a:r>
            <a:r>
              <a:rPr sz="2800" dirty="0">
                <a:latin typeface="Calibri"/>
                <a:cs typeface="Calibri"/>
              </a:rPr>
              <a:t>ít</a:t>
            </a:r>
            <a:r>
              <a:rPr sz="2800" spc="-60" dirty="0">
                <a:latin typeface="Calibri"/>
                <a:cs typeface="Calibri"/>
              </a:rPr>
              <a:t> </a:t>
            </a:r>
            <a:r>
              <a:rPr sz="2800" dirty="0">
                <a:latin typeface="Calibri"/>
                <a:cs typeface="Calibri"/>
              </a:rPr>
              <a:t>nhất</a:t>
            </a:r>
            <a:r>
              <a:rPr sz="2800" spc="-45" dirty="0">
                <a:latin typeface="Calibri"/>
                <a:cs typeface="Calibri"/>
              </a:rPr>
              <a:t> </a:t>
            </a:r>
            <a:r>
              <a:rPr sz="2800" dirty="0">
                <a:latin typeface="Calibri"/>
                <a:cs typeface="Calibri"/>
              </a:rPr>
              <a:t>hai</a:t>
            </a:r>
            <a:r>
              <a:rPr sz="2800" spc="-50" dirty="0">
                <a:latin typeface="Calibri"/>
                <a:cs typeface="Calibri"/>
              </a:rPr>
              <a:t> </a:t>
            </a:r>
            <a:r>
              <a:rPr sz="2800" dirty="0">
                <a:latin typeface="Calibri"/>
                <a:cs typeface="Calibri"/>
              </a:rPr>
              <a:t>tập</a:t>
            </a:r>
            <a:r>
              <a:rPr sz="2800" spc="-45" dirty="0">
                <a:latin typeface="Calibri"/>
                <a:cs typeface="Calibri"/>
              </a:rPr>
              <a:t> </a:t>
            </a:r>
            <a:r>
              <a:rPr sz="2800" dirty="0">
                <a:latin typeface="Calibri"/>
                <a:cs typeface="Calibri"/>
              </a:rPr>
              <a:t>con</a:t>
            </a:r>
            <a:r>
              <a:rPr sz="2800" spc="-50" dirty="0">
                <a:latin typeface="Calibri"/>
                <a:cs typeface="Calibri"/>
              </a:rPr>
              <a:t> B </a:t>
            </a:r>
            <a:r>
              <a:rPr sz="2800" dirty="0">
                <a:latin typeface="Calibri"/>
                <a:cs typeface="Calibri"/>
              </a:rPr>
              <a:t>và</a:t>
            </a:r>
            <a:r>
              <a:rPr sz="2800" spc="-45" dirty="0">
                <a:latin typeface="Calibri"/>
                <a:cs typeface="Calibri"/>
              </a:rPr>
              <a:t> </a:t>
            </a:r>
            <a:r>
              <a:rPr sz="2800" dirty="0">
                <a:latin typeface="Calibri"/>
                <a:cs typeface="Calibri"/>
              </a:rPr>
              <a:t>B’</a:t>
            </a:r>
            <a:r>
              <a:rPr sz="2800" spc="-30" dirty="0">
                <a:latin typeface="Calibri"/>
                <a:cs typeface="Calibri"/>
              </a:rPr>
              <a:t> </a:t>
            </a:r>
            <a:r>
              <a:rPr sz="2800" dirty="0">
                <a:latin typeface="Calibri"/>
                <a:cs typeface="Calibri"/>
              </a:rPr>
              <a:t>ở</a:t>
            </a:r>
            <a:r>
              <a:rPr sz="2800" spc="-45" dirty="0">
                <a:latin typeface="Calibri"/>
                <a:cs typeface="Calibri"/>
              </a:rPr>
              <a:t> </a:t>
            </a:r>
            <a:r>
              <a:rPr sz="2800" dirty="0">
                <a:latin typeface="Calibri"/>
                <a:cs typeface="Calibri"/>
              </a:rPr>
              <a:t>chung</a:t>
            </a:r>
            <a:r>
              <a:rPr sz="2800" spc="-5" dirty="0">
                <a:latin typeface="Calibri"/>
                <a:cs typeface="Calibri"/>
              </a:rPr>
              <a:t> </a:t>
            </a:r>
            <a:r>
              <a:rPr sz="2800" dirty="0">
                <a:latin typeface="Calibri"/>
                <a:cs typeface="Calibri"/>
              </a:rPr>
              <a:t>một</a:t>
            </a:r>
            <a:r>
              <a:rPr sz="2800" spc="-45" dirty="0">
                <a:latin typeface="Calibri"/>
                <a:cs typeface="Calibri"/>
              </a:rPr>
              <a:t> </a:t>
            </a:r>
            <a:r>
              <a:rPr sz="2800" spc="-20" dirty="0">
                <a:latin typeface="Calibri"/>
                <a:cs typeface="Calibri"/>
              </a:rPr>
              <a:t>cửa.</a:t>
            </a:r>
            <a:endParaRPr sz="2800">
              <a:latin typeface="Calibri"/>
              <a:cs typeface="Calibri"/>
            </a:endParaRPr>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7359" y="215239"/>
            <a:ext cx="8275955" cy="1629410"/>
          </a:xfrm>
          <a:prstGeom prst="rect">
            <a:avLst/>
          </a:prstGeom>
        </p:spPr>
        <p:txBody>
          <a:bodyPr vert="horz" wrap="square" lIns="0" tIns="109855" rIns="0" bIns="0" rtlCol="0">
            <a:spAutoFit/>
          </a:bodyPr>
          <a:lstStyle/>
          <a:p>
            <a:pPr marL="12700">
              <a:lnSpc>
                <a:spcPct val="100000"/>
              </a:lnSpc>
              <a:spcBef>
                <a:spcPts val="865"/>
              </a:spcBef>
            </a:pPr>
            <a:r>
              <a:rPr sz="3200" b="1" dirty="0">
                <a:latin typeface="Calibri"/>
                <a:cs typeface="Calibri"/>
              </a:rPr>
              <a:t>2.5</a:t>
            </a:r>
            <a:r>
              <a:rPr sz="3200" b="1" spc="-45" dirty="0">
                <a:latin typeface="Calibri"/>
                <a:cs typeface="Calibri"/>
              </a:rPr>
              <a:t> </a:t>
            </a:r>
            <a:r>
              <a:rPr sz="3200" b="1" dirty="0">
                <a:latin typeface="Calibri"/>
                <a:cs typeface="Calibri"/>
              </a:rPr>
              <a:t>Nguyên</a:t>
            </a:r>
            <a:r>
              <a:rPr sz="3200" b="1" spc="-40" dirty="0">
                <a:latin typeface="Calibri"/>
                <a:cs typeface="Calibri"/>
              </a:rPr>
              <a:t> </a:t>
            </a:r>
            <a:r>
              <a:rPr sz="3200" b="1" dirty="0">
                <a:latin typeface="Calibri"/>
                <a:cs typeface="Calibri"/>
              </a:rPr>
              <a:t>lý</a:t>
            </a:r>
            <a:r>
              <a:rPr sz="3200" b="1" spc="-15" dirty="0">
                <a:latin typeface="Calibri"/>
                <a:cs typeface="Calibri"/>
              </a:rPr>
              <a:t> </a:t>
            </a:r>
            <a:r>
              <a:rPr sz="3200" b="1" dirty="0">
                <a:latin typeface="Calibri"/>
                <a:cs typeface="Calibri"/>
              </a:rPr>
              <a:t>chuồng</a:t>
            </a:r>
            <a:r>
              <a:rPr sz="3200" b="1" spc="-60" dirty="0">
                <a:latin typeface="Calibri"/>
                <a:cs typeface="Calibri"/>
              </a:rPr>
              <a:t> </a:t>
            </a:r>
            <a:r>
              <a:rPr sz="3200" b="1" dirty="0">
                <a:latin typeface="Calibri"/>
                <a:cs typeface="Calibri"/>
              </a:rPr>
              <a:t>bồ</a:t>
            </a:r>
            <a:r>
              <a:rPr sz="3200" b="1" spc="-15" dirty="0">
                <a:latin typeface="Calibri"/>
                <a:cs typeface="Calibri"/>
              </a:rPr>
              <a:t> </a:t>
            </a:r>
            <a:r>
              <a:rPr sz="3200" b="1" dirty="0">
                <a:latin typeface="Calibri"/>
                <a:cs typeface="Calibri"/>
              </a:rPr>
              <a:t>câu</a:t>
            </a:r>
            <a:r>
              <a:rPr sz="3200" b="1" spc="-15" dirty="0">
                <a:latin typeface="Calibri"/>
                <a:cs typeface="Calibri"/>
              </a:rPr>
              <a:t> </a:t>
            </a:r>
            <a:r>
              <a:rPr sz="3200" b="1" spc="-50" dirty="0">
                <a:latin typeface="Calibri"/>
                <a:cs typeface="Calibri"/>
              </a:rPr>
              <a:t>:</a:t>
            </a:r>
            <a:endParaRPr sz="3200">
              <a:latin typeface="Calibri"/>
              <a:cs typeface="Calibri"/>
            </a:endParaRPr>
          </a:p>
          <a:p>
            <a:pPr marL="12700" marR="5080">
              <a:lnSpc>
                <a:spcPct val="101400"/>
              </a:lnSpc>
              <a:spcBef>
                <a:spcPts val="715"/>
              </a:spcBef>
            </a:pPr>
            <a:r>
              <a:rPr sz="3200" b="1" dirty="0">
                <a:latin typeface="Calibri"/>
                <a:cs typeface="Calibri"/>
              </a:rPr>
              <a:t>Dạng</a:t>
            </a:r>
            <a:r>
              <a:rPr sz="3200" b="1" spc="-75" dirty="0">
                <a:latin typeface="Calibri"/>
                <a:cs typeface="Calibri"/>
              </a:rPr>
              <a:t> </a:t>
            </a:r>
            <a:r>
              <a:rPr sz="3200" b="1" dirty="0">
                <a:latin typeface="Calibri"/>
                <a:cs typeface="Calibri"/>
              </a:rPr>
              <a:t>2</a:t>
            </a:r>
            <a:r>
              <a:rPr sz="3200" b="1" spc="-40" dirty="0">
                <a:latin typeface="Calibri"/>
                <a:cs typeface="Calibri"/>
              </a:rPr>
              <a:t> </a:t>
            </a:r>
            <a:r>
              <a:rPr sz="3200" b="1" dirty="0">
                <a:latin typeface="Calibri"/>
                <a:cs typeface="Calibri"/>
              </a:rPr>
              <a:t>:</a:t>
            </a:r>
            <a:r>
              <a:rPr sz="3200" b="1" spc="-40" dirty="0">
                <a:latin typeface="Calibri"/>
                <a:cs typeface="Calibri"/>
              </a:rPr>
              <a:t> </a:t>
            </a:r>
            <a:r>
              <a:rPr dirty="0"/>
              <a:t>Nếu</a:t>
            </a:r>
            <a:r>
              <a:rPr spc="-20" dirty="0"/>
              <a:t> </a:t>
            </a:r>
            <a:r>
              <a:rPr dirty="0"/>
              <a:t>chuồng</a:t>
            </a:r>
            <a:r>
              <a:rPr spc="-15" dirty="0"/>
              <a:t> </a:t>
            </a:r>
            <a:r>
              <a:rPr dirty="0"/>
              <a:t>bồ</a:t>
            </a:r>
            <a:r>
              <a:rPr spc="-35" dirty="0"/>
              <a:t> </a:t>
            </a:r>
            <a:r>
              <a:rPr dirty="0"/>
              <a:t>câu</a:t>
            </a:r>
            <a:r>
              <a:rPr spc="-30" dirty="0"/>
              <a:t> </a:t>
            </a:r>
            <a:r>
              <a:rPr dirty="0"/>
              <a:t>có</a:t>
            </a:r>
            <a:r>
              <a:rPr spc="-30" dirty="0"/>
              <a:t> </a:t>
            </a:r>
            <a:r>
              <a:rPr b="1" dirty="0">
                <a:latin typeface="Calibri"/>
                <a:cs typeface="Calibri"/>
              </a:rPr>
              <a:t>m</a:t>
            </a:r>
            <a:r>
              <a:rPr b="1" spc="-45" dirty="0">
                <a:latin typeface="Calibri"/>
                <a:cs typeface="Calibri"/>
              </a:rPr>
              <a:t> </a:t>
            </a:r>
            <a:r>
              <a:rPr dirty="0"/>
              <a:t>cửa</a:t>
            </a:r>
            <a:r>
              <a:rPr spc="-15" dirty="0"/>
              <a:t> </a:t>
            </a:r>
            <a:r>
              <a:rPr dirty="0"/>
              <a:t>và</a:t>
            </a:r>
            <a:r>
              <a:rPr spc="-45" dirty="0"/>
              <a:t> </a:t>
            </a:r>
            <a:r>
              <a:rPr dirty="0"/>
              <a:t>có</a:t>
            </a:r>
            <a:r>
              <a:rPr spc="-35" dirty="0"/>
              <a:t> </a:t>
            </a:r>
            <a:r>
              <a:rPr b="1" dirty="0">
                <a:latin typeface="Calibri"/>
                <a:cs typeface="Calibri"/>
              </a:rPr>
              <a:t>n</a:t>
            </a:r>
            <a:r>
              <a:rPr b="1" spc="-40" dirty="0">
                <a:latin typeface="Calibri"/>
                <a:cs typeface="Calibri"/>
              </a:rPr>
              <a:t> </a:t>
            </a:r>
            <a:r>
              <a:rPr dirty="0"/>
              <a:t>bồ</a:t>
            </a:r>
            <a:r>
              <a:rPr spc="-30" dirty="0"/>
              <a:t> </a:t>
            </a:r>
            <a:r>
              <a:rPr dirty="0"/>
              <a:t>câu</a:t>
            </a:r>
            <a:r>
              <a:rPr spc="-30" dirty="0"/>
              <a:t> </a:t>
            </a:r>
            <a:r>
              <a:rPr spc="-25" dirty="0"/>
              <a:t>thì </a:t>
            </a:r>
            <a:r>
              <a:rPr dirty="0"/>
              <a:t>có</a:t>
            </a:r>
            <a:r>
              <a:rPr spc="-45" dirty="0"/>
              <a:t> </a:t>
            </a:r>
            <a:r>
              <a:rPr dirty="0"/>
              <a:t>ít</a:t>
            </a:r>
            <a:r>
              <a:rPr spc="-45" dirty="0"/>
              <a:t> </a:t>
            </a:r>
            <a:r>
              <a:rPr dirty="0"/>
              <a:t>nhất</a:t>
            </a:r>
            <a:r>
              <a:rPr spc="-15" dirty="0"/>
              <a:t> </a:t>
            </a:r>
            <a:r>
              <a:rPr b="1" dirty="0">
                <a:latin typeface="Calibri"/>
                <a:cs typeface="Calibri"/>
              </a:rPr>
              <a:t>k</a:t>
            </a:r>
            <a:r>
              <a:rPr b="1" spc="-30" dirty="0">
                <a:latin typeface="Calibri"/>
                <a:cs typeface="Calibri"/>
              </a:rPr>
              <a:t> </a:t>
            </a:r>
            <a:r>
              <a:rPr dirty="0"/>
              <a:t>bồ</a:t>
            </a:r>
            <a:r>
              <a:rPr spc="-35" dirty="0"/>
              <a:t> </a:t>
            </a:r>
            <a:r>
              <a:rPr dirty="0"/>
              <a:t>câu</a:t>
            </a:r>
            <a:r>
              <a:rPr spc="-30" dirty="0"/>
              <a:t> </a:t>
            </a:r>
            <a:r>
              <a:rPr dirty="0"/>
              <a:t>ở</a:t>
            </a:r>
            <a:r>
              <a:rPr spc="-20" dirty="0"/>
              <a:t> </a:t>
            </a:r>
            <a:r>
              <a:rPr dirty="0"/>
              <a:t>chung</a:t>
            </a:r>
            <a:r>
              <a:rPr spc="-20" dirty="0"/>
              <a:t> </a:t>
            </a:r>
            <a:r>
              <a:rPr dirty="0"/>
              <a:t>một</a:t>
            </a:r>
            <a:r>
              <a:rPr spc="-25" dirty="0"/>
              <a:t> </a:t>
            </a:r>
            <a:r>
              <a:rPr dirty="0"/>
              <a:t>cửa,</a:t>
            </a:r>
            <a:r>
              <a:rPr spc="-30" dirty="0"/>
              <a:t> </a:t>
            </a:r>
            <a:r>
              <a:rPr dirty="0"/>
              <a:t>với</a:t>
            </a:r>
            <a:r>
              <a:rPr spc="-25" dirty="0"/>
              <a:t> </a:t>
            </a:r>
            <a:r>
              <a:rPr dirty="0"/>
              <a:t>k</a:t>
            </a:r>
            <a:r>
              <a:rPr spc="-40" dirty="0"/>
              <a:t> </a:t>
            </a:r>
            <a:r>
              <a:rPr dirty="0"/>
              <a:t>=</a:t>
            </a:r>
            <a:r>
              <a:rPr spc="-20" dirty="0"/>
              <a:t> </a:t>
            </a:r>
            <a:r>
              <a:rPr spc="-10" dirty="0">
                <a:latin typeface="Symbol"/>
                <a:cs typeface="Symbol"/>
              </a:rPr>
              <a:t></a:t>
            </a:r>
            <a:r>
              <a:rPr spc="-10" dirty="0"/>
              <a:t>n/m</a:t>
            </a:r>
            <a:r>
              <a:rPr spc="-10" dirty="0">
                <a:latin typeface="Symbol"/>
                <a:cs typeface="Symbol"/>
              </a:rPr>
              <a:t></a:t>
            </a:r>
            <a:r>
              <a:rPr spc="-10" dirty="0"/>
              <a:t>.</a:t>
            </a:r>
            <a:endParaRPr sz="3200">
              <a:latin typeface="Symbol"/>
              <a:cs typeface="Symbol"/>
            </a:endParaRPr>
          </a:p>
        </p:txBody>
      </p:sp>
      <p:sp>
        <p:nvSpPr>
          <p:cNvPr id="3" name="object 3"/>
          <p:cNvSpPr txBox="1"/>
          <p:nvPr/>
        </p:nvSpPr>
        <p:spPr>
          <a:xfrm>
            <a:off x="459740" y="1912747"/>
            <a:ext cx="8051800" cy="2172335"/>
          </a:xfrm>
          <a:prstGeom prst="rect">
            <a:avLst/>
          </a:prstGeom>
        </p:spPr>
        <p:txBody>
          <a:bodyPr vert="horz" wrap="square" lIns="0" tIns="13335" rIns="0" bIns="0" rtlCol="0">
            <a:spAutoFit/>
          </a:bodyPr>
          <a:lstStyle/>
          <a:p>
            <a:pPr marL="377190">
              <a:lnSpc>
                <a:spcPct val="100000"/>
              </a:lnSpc>
              <a:spcBef>
                <a:spcPts val="105"/>
              </a:spcBef>
            </a:pPr>
            <a:r>
              <a:rPr sz="3200" dirty="0">
                <a:latin typeface="Symbol"/>
                <a:cs typeface="Symbol"/>
              </a:rPr>
              <a:t></a:t>
            </a:r>
            <a:r>
              <a:rPr sz="3200" dirty="0">
                <a:latin typeface="Calibri"/>
                <a:cs typeface="Calibri"/>
              </a:rPr>
              <a:t>n/m</a:t>
            </a:r>
            <a:r>
              <a:rPr sz="3200" dirty="0">
                <a:latin typeface="Symbol"/>
                <a:cs typeface="Symbol"/>
              </a:rPr>
              <a:t></a:t>
            </a:r>
            <a:r>
              <a:rPr sz="3200" spc="-120" dirty="0">
                <a:latin typeface="Times New Roman"/>
                <a:cs typeface="Times New Roman"/>
              </a:rPr>
              <a:t> </a:t>
            </a:r>
            <a:r>
              <a:rPr sz="3200" dirty="0">
                <a:latin typeface="Calibri"/>
                <a:cs typeface="Calibri"/>
              </a:rPr>
              <a:t>=</a:t>
            </a:r>
            <a:r>
              <a:rPr sz="3200" spc="-55" dirty="0">
                <a:latin typeface="Calibri"/>
                <a:cs typeface="Calibri"/>
              </a:rPr>
              <a:t> </a:t>
            </a:r>
            <a:r>
              <a:rPr sz="3200" dirty="0">
                <a:latin typeface="Calibri"/>
                <a:cs typeface="Calibri"/>
              </a:rPr>
              <a:t>số</a:t>
            </a:r>
            <a:r>
              <a:rPr sz="3200" spc="-55" dirty="0">
                <a:latin typeface="Calibri"/>
                <a:cs typeface="Calibri"/>
              </a:rPr>
              <a:t> </a:t>
            </a:r>
            <a:r>
              <a:rPr sz="3200" dirty="0">
                <a:latin typeface="Calibri"/>
                <a:cs typeface="Calibri"/>
              </a:rPr>
              <a:t>nguyên</a:t>
            </a:r>
            <a:r>
              <a:rPr sz="3200" spc="-55" dirty="0">
                <a:latin typeface="Calibri"/>
                <a:cs typeface="Calibri"/>
              </a:rPr>
              <a:t> </a:t>
            </a:r>
            <a:r>
              <a:rPr sz="3200" dirty="0">
                <a:latin typeface="Calibri"/>
                <a:cs typeface="Calibri"/>
              </a:rPr>
              <a:t>nhỏ</a:t>
            </a:r>
            <a:r>
              <a:rPr sz="3200" spc="-50" dirty="0">
                <a:latin typeface="Calibri"/>
                <a:cs typeface="Calibri"/>
              </a:rPr>
              <a:t> </a:t>
            </a:r>
            <a:r>
              <a:rPr sz="3200" dirty="0">
                <a:latin typeface="Calibri"/>
                <a:cs typeface="Calibri"/>
              </a:rPr>
              <a:t>nhất</a:t>
            </a:r>
            <a:r>
              <a:rPr sz="3200" spc="-35" dirty="0">
                <a:latin typeface="Calibri"/>
                <a:cs typeface="Calibri"/>
              </a:rPr>
              <a:t> </a:t>
            </a:r>
            <a:r>
              <a:rPr sz="3200" dirty="0">
                <a:latin typeface="Symbol"/>
                <a:cs typeface="Symbol"/>
              </a:rPr>
              <a:t></a:t>
            </a:r>
            <a:r>
              <a:rPr sz="3200" spc="-120" dirty="0">
                <a:latin typeface="Times New Roman"/>
                <a:cs typeface="Times New Roman"/>
              </a:rPr>
              <a:t> </a:t>
            </a:r>
            <a:r>
              <a:rPr sz="3200" spc="-20" dirty="0">
                <a:latin typeface="Calibri"/>
                <a:cs typeface="Calibri"/>
              </a:rPr>
              <a:t>n/m.</a:t>
            </a:r>
            <a:endParaRPr sz="3200">
              <a:latin typeface="Calibri"/>
              <a:cs typeface="Calibri"/>
            </a:endParaRPr>
          </a:p>
          <a:p>
            <a:pPr>
              <a:lnSpc>
                <a:spcPct val="100000"/>
              </a:lnSpc>
              <a:spcBef>
                <a:spcPts val="1415"/>
              </a:spcBef>
            </a:pPr>
            <a:endParaRPr sz="3200">
              <a:latin typeface="Calibri"/>
              <a:cs typeface="Calibri"/>
            </a:endParaRPr>
          </a:p>
          <a:p>
            <a:pPr marL="12700" marR="5080">
              <a:lnSpc>
                <a:spcPct val="100699"/>
              </a:lnSpc>
            </a:pPr>
            <a:r>
              <a:rPr sz="3200" b="1" dirty="0">
                <a:latin typeface="Calibri"/>
                <a:cs typeface="Calibri"/>
              </a:rPr>
              <a:t>Ví</a:t>
            </a:r>
            <a:r>
              <a:rPr sz="3200" b="1" spc="-50" dirty="0">
                <a:latin typeface="Calibri"/>
                <a:cs typeface="Calibri"/>
              </a:rPr>
              <a:t> </a:t>
            </a:r>
            <a:r>
              <a:rPr sz="3200" b="1" dirty="0">
                <a:latin typeface="Calibri"/>
                <a:cs typeface="Calibri"/>
              </a:rPr>
              <a:t>dụ:</a:t>
            </a:r>
            <a:r>
              <a:rPr sz="3200" b="1" spc="-35" dirty="0">
                <a:latin typeface="Calibri"/>
                <a:cs typeface="Calibri"/>
              </a:rPr>
              <a:t> </a:t>
            </a:r>
            <a:r>
              <a:rPr sz="3200" dirty="0">
                <a:latin typeface="Calibri"/>
                <a:cs typeface="Calibri"/>
              </a:rPr>
              <a:t>Cho</a:t>
            </a:r>
            <a:r>
              <a:rPr sz="3200" spc="-30" dirty="0">
                <a:latin typeface="Calibri"/>
                <a:cs typeface="Calibri"/>
              </a:rPr>
              <a:t> </a:t>
            </a:r>
            <a:r>
              <a:rPr sz="3200" dirty="0">
                <a:latin typeface="Calibri"/>
                <a:cs typeface="Calibri"/>
              </a:rPr>
              <a:t>chuồng</a:t>
            </a:r>
            <a:r>
              <a:rPr sz="3200" spc="-35" dirty="0">
                <a:latin typeface="Calibri"/>
                <a:cs typeface="Calibri"/>
              </a:rPr>
              <a:t> </a:t>
            </a:r>
            <a:r>
              <a:rPr sz="3200" dirty="0">
                <a:latin typeface="Calibri"/>
                <a:cs typeface="Calibri"/>
              </a:rPr>
              <a:t>bồ</a:t>
            </a:r>
            <a:r>
              <a:rPr sz="3200" spc="-35" dirty="0">
                <a:latin typeface="Calibri"/>
                <a:cs typeface="Calibri"/>
              </a:rPr>
              <a:t> </a:t>
            </a:r>
            <a:r>
              <a:rPr sz="3200" dirty="0">
                <a:latin typeface="Calibri"/>
                <a:cs typeface="Calibri"/>
              </a:rPr>
              <a:t>câu</a:t>
            </a:r>
            <a:r>
              <a:rPr sz="3200" spc="-40" dirty="0">
                <a:latin typeface="Calibri"/>
                <a:cs typeface="Calibri"/>
              </a:rPr>
              <a:t> </a:t>
            </a:r>
            <a:r>
              <a:rPr sz="3200" dirty="0">
                <a:latin typeface="Calibri"/>
                <a:cs typeface="Calibri"/>
              </a:rPr>
              <a:t>có</a:t>
            </a:r>
            <a:r>
              <a:rPr sz="3200" spc="-50" dirty="0">
                <a:latin typeface="Calibri"/>
                <a:cs typeface="Calibri"/>
              </a:rPr>
              <a:t> </a:t>
            </a:r>
            <a:r>
              <a:rPr sz="3200" dirty="0">
                <a:latin typeface="Calibri"/>
                <a:cs typeface="Calibri"/>
              </a:rPr>
              <a:t>17</a:t>
            </a:r>
            <a:r>
              <a:rPr sz="3200" spc="-35" dirty="0">
                <a:latin typeface="Calibri"/>
                <a:cs typeface="Calibri"/>
              </a:rPr>
              <a:t> </a:t>
            </a:r>
            <a:r>
              <a:rPr sz="3200" dirty="0">
                <a:latin typeface="Calibri"/>
                <a:cs typeface="Calibri"/>
              </a:rPr>
              <a:t>bồ</a:t>
            </a:r>
            <a:r>
              <a:rPr sz="3200" spc="-35" dirty="0">
                <a:latin typeface="Calibri"/>
                <a:cs typeface="Calibri"/>
              </a:rPr>
              <a:t> </a:t>
            </a:r>
            <a:r>
              <a:rPr sz="3200" dirty="0">
                <a:latin typeface="Calibri"/>
                <a:cs typeface="Calibri"/>
              </a:rPr>
              <a:t>câu</a:t>
            </a:r>
            <a:r>
              <a:rPr sz="3200" spc="-35" dirty="0">
                <a:latin typeface="Calibri"/>
                <a:cs typeface="Calibri"/>
              </a:rPr>
              <a:t> </a:t>
            </a:r>
            <a:r>
              <a:rPr sz="3200" dirty="0">
                <a:latin typeface="Calibri"/>
                <a:cs typeface="Calibri"/>
              </a:rPr>
              <a:t>và</a:t>
            </a:r>
            <a:r>
              <a:rPr sz="3200" spc="-40" dirty="0">
                <a:latin typeface="Calibri"/>
                <a:cs typeface="Calibri"/>
              </a:rPr>
              <a:t> </a:t>
            </a:r>
            <a:r>
              <a:rPr sz="3200" dirty="0">
                <a:latin typeface="Calibri"/>
                <a:cs typeface="Calibri"/>
              </a:rPr>
              <a:t>số</a:t>
            </a:r>
            <a:r>
              <a:rPr sz="3200" spc="-35" dirty="0">
                <a:latin typeface="Calibri"/>
                <a:cs typeface="Calibri"/>
              </a:rPr>
              <a:t> </a:t>
            </a:r>
            <a:r>
              <a:rPr sz="3200" spc="-25" dirty="0">
                <a:latin typeface="Calibri"/>
                <a:cs typeface="Calibri"/>
              </a:rPr>
              <a:t>cửa </a:t>
            </a:r>
            <a:r>
              <a:rPr sz="3200" dirty="0">
                <a:latin typeface="Calibri"/>
                <a:cs typeface="Calibri"/>
              </a:rPr>
              <a:t>là</a:t>
            </a:r>
            <a:r>
              <a:rPr sz="3200" spc="-40" dirty="0">
                <a:latin typeface="Calibri"/>
                <a:cs typeface="Calibri"/>
              </a:rPr>
              <a:t> </a:t>
            </a:r>
            <a:r>
              <a:rPr sz="3200" dirty="0">
                <a:latin typeface="Calibri"/>
                <a:cs typeface="Calibri"/>
              </a:rPr>
              <a:t>6.</a:t>
            </a:r>
            <a:r>
              <a:rPr sz="3200" spc="-30" dirty="0">
                <a:latin typeface="Calibri"/>
                <a:cs typeface="Calibri"/>
              </a:rPr>
              <a:t> </a:t>
            </a:r>
            <a:r>
              <a:rPr sz="3200" spc="-45" dirty="0">
                <a:latin typeface="Calibri"/>
                <a:cs typeface="Calibri"/>
              </a:rPr>
              <a:t>Vậy</a:t>
            </a:r>
            <a:r>
              <a:rPr sz="3200" spc="-40" dirty="0">
                <a:latin typeface="Calibri"/>
                <a:cs typeface="Calibri"/>
              </a:rPr>
              <a:t> </a:t>
            </a:r>
            <a:r>
              <a:rPr sz="3200" dirty="0">
                <a:latin typeface="Calibri"/>
                <a:cs typeface="Calibri"/>
              </a:rPr>
              <a:t>có</a:t>
            </a:r>
            <a:r>
              <a:rPr sz="3200" spc="-40" dirty="0">
                <a:latin typeface="Calibri"/>
                <a:cs typeface="Calibri"/>
              </a:rPr>
              <a:t> </a:t>
            </a:r>
            <a:r>
              <a:rPr sz="3200" dirty="0">
                <a:latin typeface="Calibri"/>
                <a:cs typeface="Calibri"/>
              </a:rPr>
              <a:t>ít</a:t>
            </a:r>
            <a:r>
              <a:rPr sz="3200" spc="-50" dirty="0">
                <a:latin typeface="Calibri"/>
                <a:cs typeface="Calibri"/>
              </a:rPr>
              <a:t> </a:t>
            </a:r>
            <a:r>
              <a:rPr sz="3200" dirty="0">
                <a:latin typeface="Calibri"/>
                <a:cs typeface="Calibri"/>
              </a:rPr>
              <a:t>nhất</a:t>
            </a:r>
            <a:r>
              <a:rPr sz="3200" spc="-30" dirty="0">
                <a:latin typeface="Calibri"/>
                <a:cs typeface="Calibri"/>
              </a:rPr>
              <a:t> </a:t>
            </a:r>
            <a:r>
              <a:rPr sz="3200" dirty="0">
                <a:latin typeface="Calibri"/>
                <a:cs typeface="Calibri"/>
              </a:rPr>
              <a:t>một</a:t>
            </a:r>
            <a:r>
              <a:rPr sz="3200" spc="-40" dirty="0">
                <a:latin typeface="Calibri"/>
                <a:cs typeface="Calibri"/>
              </a:rPr>
              <a:t> </a:t>
            </a:r>
            <a:r>
              <a:rPr sz="3200" dirty="0">
                <a:latin typeface="Calibri"/>
                <a:cs typeface="Calibri"/>
              </a:rPr>
              <a:t>cửa</a:t>
            </a:r>
            <a:r>
              <a:rPr sz="3200" spc="-35" dirty="0">
                <a:latin typeface="Calibri"/>
                <a:cs typeface="Calibri"/>
              </a:rPr>
              <a:t> </a:t>
            </a:r>
            <a:r>
              <a:rPr sz="3200" dirty="0">
                <a:latin typeface="Calibri"/>
                <a:cs typeface="Calibri"/>
              </a:rPr>
              <a:t>có</a:t>
            </a:r>
            <a:r>
              <a:rPr sz="3200" spc="-55" dirty="0">
                <a:latin typeface="Calibri"/>
                <a:cs typeface="Calibri"/>
              </a:rPr>
              <a:t> </a:t>
            </a:r>
            <a:r>
              <a:rPr sz="3200" dirty="0">
                <a:latin typeface="Calibri"/>
                <a:cs typeface="Calibri"/>
              </a:rPr>
              <a:t>số</a:t>
            </a:r>
            <a:r>
              <a:rPr sz="3200" spc="-40" dirty="0">
                <a:latin typeface="Calibri"/>
                <a:cs typeface="Calibri"/>
              </a:rPr>
              <a:t> </a:t>
            </a:r>
            <a:r>
              <a:rPr sz="3200" dirty="0">
                <a:latin typeface="Calibri"/>
                <a:cs typeface="Calibri"/>
              </a:rPr>
              <a:t>bồ</a:t>
            </a:r>
            <a:r>
              <a:rPr sz="3200" spc="-45" dirty="0">
                <a:latin typeface="Calibri"/>
                <a:cs typeface="Calibri"/>
              </a:rPr>
              <a:t> </a:t>
            </a:r>
            <a:r>
              <a:rPr sz="3200" dirty="0">
                <a:latin typeface="Calibri"/>
                <a:cs typeface="Calibri"/>
              </a:rPr>
              <a:t>câu</a:t>
            </a:r>
            <a:r>
              <a:rPr sz="3200" spc="-45" dirty="0">
                <a:latin typeface="Calibri"/>
                <a:cs typeface="Calibri"/>
              </a:rPr>
              <a:t> </a:t>
            </a:r>
            <a:r>
              <a:rPr sz="3200" dirty="0">
                <a:latin typeface="Calibri"/>
                <a:cs typeface="Calibri"/>
              </a:rPr>
              <a:t>là</a:t>
            </a:r>
            <a:r>
              <a:rPr sz="3200" spc="-15" dirty="0">
                <a:latin typeface="Calibri"/>
                <a:cs typeface="Calibri"/>
              </a:rPr>
              <a:t> </a:t>
            </a:r>
            <a:r>
              <a:rPr sz="3200" dirty="0">
                <a:latin typeface="Symbol"/>
                <a:cs typeface="Symbol"/>
              </a:rPr>
              <a:t></a:t>
            </a:r>
            <a:r>
              <a:rPr sz="3200" spc="-114" dirty="0">
                <a:latin typeface="Times New Roman"/>
                <a:cs typeface="Times New Roman"/>
              </a:rPr>
              <a:t> </a:t>
            </a:r>
            <a:r>
              <a:rPr sz="3200" spc="-25" dirty="0">
                <a:latin typeface="Calibri"/>
                <a:cs typeface="Calibri"/>
              </a:rPr>
              <a:t>3.</a:t>
            </a:r>
            <a:endParaRPr sz="3200">
              <a:latin typeface="Calibri"/>
              <a:cs typeface="Calibri"/>
            </a:endParaRPr>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5940" y="244285"/>
            <a:ext cx="8222615" cy="5221605"/>
          </a:xfrm>
          <a:prstGeom prst="rect">
            <a:avLst/>
          </a:prstGeom>
        </p:spPr>
        <p:txBody>
          <a:bodyPr vert="horz" wrap="square" lIns="0" tIns="86360" rIns="0" bIns="0" rtlCol="0">
            <a:spAutoFit/>
          </a:bodyPr>
          <a:lstStyle/>
          <a:p>
            <a:pPr marL="12700">
              <a:lnSpc>
                <a:spcPct val="100000"/>
              </a:lnSpc>
              <a:spcBef>
                <a:spcPts val="680"/>
              </a:spcBef>
            </a:pPr>
            <a:r>
              <a:rPr sz="2400" b="1" dirty="0">
                <a:latin typeface="Calibri"/>
                <a:cs typeface="Calibri"/>
              </a:rPr>
              <a:t>Bài</a:t>
            </a:r>
            <a:r>
              <a:rPr sz="2400" b="1" spc="-45" dirty="0">
                <a:latin typeface="Calibri"/>
                <a:cs typeface="Calibri"/>
              </a:rPr>
              <a:t> </a:t>
            </a:r>
            <a:r>
              <a:rPr sz="2400" b="1" dirty="0">
                <a:latin typeface="Calibri"/>
                <a:cs typeface="Calibri"/>
              </a:rPr>
              <a:t>tập</a:t>
            </a:r>
            <a:r>
              <a:rPr sz="2400" b="1" spc="-35" dirty="0">
                <a:latin typeface="Calibri"/>
                <a:cs typeface="Calibri"/>
              </a:rPr>
              <a:t> </a:t>
            </a:r>
            <a:r>
              <a:rPr sz="2400" b="1" spc="-50" dirty="0">
                <a:latin typeface="Calibri"/>
                <a:cs typeface="Calibri"/>
              </a:rPr>
              <a:t>:</a:t>
            </a:r>
            <a:endParaRPr sz="2400">
              <a:latin typeface="Calibri"/>
              <a:cs typeface="Calibri"/>
            </a:endParaRPr>
          </a:p>
          <a:p>
            <a:pPr marL="324485" indent="-311785">
              <a:lnSpc>
                <a:spcPct val="100000"/>
              </a:lnSpc>
              <a:spcBef>
                <a:spcPts val="575"/>
              </a:spcBef>
              <a:buAutoNum type="arabicParenR" startAt="7"/>
              <a:tabLst>
                <a:tab pos="324485" algn="l"/>
              </a:tabLst>
            </a:pPr>
            <a:r>
              <a:rPr sz="2400" dirty="0">
                <a:latin typeface="Calibri"/>
                <a:cs typeface="Calibri"/>
              </a:rPr>
              <a:t>Mười</a:t>
            </a:r>
            <a:r>
              <a:rPr sz="2400" spc="-60" dirty="0">
                <a:latin typeface="Calibri"/>
                <a:cs typeface="Calibri"/>
              </a:rPr>
              <a:t> </a:t>
            </a:r>
            <a:r>
              <a:rPr sz="2400" dirty="0">
                <a:latin typeface="Calibri"/>
                <a:cs typeface="Calibri"/>
              </a:rPr>
              <a:t>người</a:t>
            </a:r>
            <a:r>
              <a:rPr sz="2400" spc="-60" dirty="0">
                <a:latin typeface="Calibri"/>
                <a:cs typeface="Calibri"/>
              </a:rPr>
              <a:t> </a:t>
            </a:r>
            <a:r>
              <a:rPr sz="2400" dirty="0">
                <a:latin typeface="Calibri"/>
                <a:cs typeface="Calibri"/>
              </a:rPr>
              <a:t>có</a:t>
            </a:r>
            <a:r>
              <a:rPr sz="2400" spc="-55" dirty="0">
                <a:latin typeface="Calibri"/>
                <a:cs typeface="Calibri"/>
              </a:rPr>
              <a:t> </a:t>
            </a:r>
            <a:r>
              <a:rPr sz="2400" dirty="0">
                <a:latin typeface="Calibri"/>
                <a:cs typeface="Calibri"/>
              </a:rPr>
              <a:t>các</a:t>
            </a:r>
            <a:r>
              <a:rPr sz="2400" spc="-55" dirty="0">
                <a:latin typeface="Calibri"/>
                <a:cs typeface="Calibri"/>
              </a:rPr>
              <a:t> </a:t>
            </a:r>
            <a:r>
              <a:rPr sz="2400" dirty="0">
                <a:latin typeface="Calibri"/>
                <a:cs typeface="Calibri"/>
              </a:rPr>
              <a:t>họ</a:t>
            </a:r>
            <a:r>
              <a:rPr sz="2400" spc="-55" dirty="0">
                <a:latin typeface="Calibri"/>
                <a:cs typeface="Calibri"/>
              </a:rPr>
              <a:t> </a:t>
            </a:r>
            <a:r>
              <a:rPr sz="2400" dirty="0">
                <a:latin typeface="Calibri"/>
                <a:cs typeface="Calibri"/>
              </a:rPr>
              <a:t>Nguyễn,</a:t>
            </a:r>
            <a:r>
              <a:rPr sz="2400" spc="-55" dirty="0">
                <a:latin typeface="Calibri"/>
                <a:cs typeface="Calibri"/>
              </a:rPr>
              <a:t> </a:t>
            </a:r>
            <a:r>
              <a:rPr sz="2400" spc="-30" dirty="0">
                <a:latin typeface="Calibri"/>
                <a:cs typeface="Calibri"/>
              </a:rPr>
              <a:t>Trần,</a:t>
            </a:r>
            <a:r>
              <a:rPr sz="2400" spc="-45" dirty="0">
                <a:latin typeface="Calibri"/>
                <a:cs typeface="Calibri"/>
              </a:rPr>
              <a:t> </a:t>
            </a:r>
            <a:r>
              <a:rPr sz="2400" dirty="0">
                <a:latin typeface="Calibri"/>
                <a:cs typeface="Calibri"/>
              </a:rPr>
              <a:t>và</a:t>
            </a:r>
            <a:r>
              <a:rPr sz="2400" spc="-40" dirty="0">
                <a:latin typeface="Calibri"/>
                <a:cs typeface="Calibri"/>
              </a:rPr>
              <a:t> </a:t>
            </a:r>
            <a:r>
              <a:rPr sz="2400" dirty="0">
                <a:latin typeface="Calibri"/>
                <a:cs typeface="Calibri"/>
              </a:rPr>
              <a:t>Lê</a:t>
            </a:r>
            <a:r>
              <a:rPr sz="2400" spc="-45" dirty="0">
                <a:latin typeface="Calibri"/>
                <a:cs typeface="Calibri"/>
              </a:rPr>
              <a:t> </a:t>
            </a:r>
            <a:r>
              <a:rPr sz="2400" dirty="0">
                <a:latin typeface="Calibri"/>
                <a:cs typeface="Calibri"/>
              </a:rPr>
              <a:t>và</a:t>
            </a:r>
            <a:r>
              <a:rPr sz="2400" spc="-50" dirty="0">
                <a:latin typeface="Calibri"/>
                <a:cs typeface="Calibri"/>
              </a:rPr>
              <a:t> </a:t>
            </a:r>
            <a:r>
              <a:rPr sz="2400" dirty="0">
                <a:latin typeface="Calibri"/>
                <a:cs typeface="Calibri"/>
              </a:rPr>
              <a:t>các</a:t>
            </a:r>
            <a:r>
              <a:rPr sz="2400" spc="-55" dirty="0">
                <a:latin typeface="Calibri"/>
                <a:cs typeface="Calibri"/>
              </a:rPr>
              <a:t> </a:t>
            </a:r>
            <a:r>
              <a:rPr sz="2400" dirty="0">
                <a:latin typeface="Calibri"/>
                <a:cs typeface="Calibri"/>
              </a:rPr>
              <a:t>tên</a:t>
            </a:r>
            <a:r>
              <a:rPr sz="2400" spc="-60" dirty="0">
                <a:latin typeface="Calibri"/>
                <a:cs typeface="Calibri"/>
              </a:rPr>
              <a:t> </a:t>
            </a:r>
            <a:r>
              <a:rPr sz="2400" spc="-10" dirty="0">
                <a:latin typeface="Calibri"/>
                <a:cs typeface="Calibri"/>
              </a:rPr>
              <a:t>Tuấn,</a:t>
            </a:r>
            <a:endParaRPr sz="2400">
              <a:latin typeface="Calibri"/>
              <a:cs typeface="Calibri"/>
            </a:endParaRPr>
          </a:p>
          <a:p>
            <a:pPr marL="12700" marR="347980">
              <a:lnSpc>
                <a:spcPct val="100000"/>
              </a:lnSpc>
            </a:pPr>
            <a:r>
              <a:rPr sz="2400" dirty="0">
                <a:latin typeface="Calibri"/>
                <a:cs typeface="Calibri"/>
              </a:rPr>
              <a:t>Dũng,</a:t>
            </a:r>
            <a:r>
              <a:rPr sz="2400" spc="-30" dirty="0">
                <a:latin typeface="Calibri"/>
                <a:cs typeface="Calibri"/>
              </a:rPr>
              <a:t> </a:t>
            </a:r>
            <a:r>
              <a:rPr sz="2400" dirty="0">
                <a:latin typeface="Calibri"/>
                <a:cs typeface="Calibri"/>
              </a:rPr>
              <a:t>và</a:t>
            </a:r>
            <a:r>
              <a:rPr sz="2400" spc="-35" dirty="0">
                <a:latin typeface="Calibri"/>
                <a:cs typeface="Calibri"/>
              </a:rPr>
              <a:t> </a:t>
            </a:r>
            <a:r>
              <a:rPr sz="2400" dirty="0">
                <a:latin typeface="Calibri"/>
                <a:cs typeface="Calibri"/>
              </a:rPr>
              <a:t>Thanh.</a:t>
            </a:r>
            <a:r>
              <a:rPr sz="2400" spc="-15" dirty="0">
                <a:latin typeface="Calibri"/>
                <a:cs typeface="Calibri"/>
              </a:rPr>
              <a:t> </a:t>
            </a:r>
            <a:r>
              <a:rPr sz="2400" dirty="0">
                <a:latin typeface="Calibri"/>
                <a:cs typeface="Calibri"/>
              </a:rPr>
              <a:t>Chứng</a:t>
            </a:r>
            <a:r>
              <a:rPr sz="2400" spc="-50" dirty="0">
                <a:latin typeface="Calibri"/>
                <a:cs typeface="Calibri"/>
              </a:rPr>
              <a:t> </a:t>
            </a:r>
            <a:r>
              <a:rPr sz="2400" dirty="0">
                <a:latin typeface="Calibri"/>
                <a:cs typeface="Calibri"/>
              </a:rPr>
              <a:t>minh</a:t>
            </a:r>
            <a:r>
              <a:rPr sz="2400" spc="-40" dirty="0">
                <a:latin typeface="Calibri"/>
                <a:cs typeface="Calibri"/>
              </a:rPr>
              <a:t> </a:t>
            </a:r>
            <a:r>
              <a:rPr sz="2400" dirty="0">
                <a:latin typeface="Calibri"/>
                <a:cs typeface="Calibri"/>
              </a:rPr>
              <a:t>rằng</a:t>
            </a:r>
            <a:r>
              <a:rPr sz="2400" spc="-40" dirty="0">
                <a:latin typeface="Calibri"/>
                <a:cs typeface="Calibri"/>
              </a:rPr>
              <a:t> </a:t>
            </a:r>
            <a:r>
              <a:rPr sz="2400" dirty="0">
                <a:latin typeface="Calibri"/>
                <a:cs typeface="Calibri"/>
              </a:rPr>
              <a:t>có</a:t>
            </a:r>
            <a:r>
              <a:rPr sz="2400" spc="-40" dirty="0">
                <a:latin typeface="Calibri"/>
                <a:cs typeface="Calibri"/>
              </a:rPr>
              <a:t> </a:t>
            </a:r>
            <a:r>
              <a:rPr sz="2400" dirty="0">
                <a:latin typeface="Calibri"/>
                <a:cs typeface="Calibri"/>
              </a:rPr>
              <a:t>ít</a:t>
            </a:r>
            <a:r>
              <a:rPr sz="2400" spc="-40" dirty="0">
                <a:latin typeface="Calibri"/>
                <a:cs typeface="Calibri"/>
              </a:rPr>
              <a:t> </a:t>
            </a:r>
            <a:r>
              <a:rPr sz="2400" dirty="0">
                <a:latin typeface="Calibri"/>
                <a:cs typeface="Calibri"/>
              </a:rPr>
              <a:t>nhất</a:t>
            </a:r>
            <a:r>
              <a:rPr sz="2400" spc="-35" dirty="0">
                <a:latin typeface="Calibri"/>
                <a:cs typeface="Calibri"/>
              </a:rPr>
              <a:t> </a:t>
            </a:r>
            <a:r>
              <a:rPr sz="2400" dirty="0">
                <a:latin typeface="Calibri"/>
                <a:cs typeface="Calibri"/>
              </a:rPr>
              <a:t>2</a:t>
            </a:r>
            <a:r>
              <a:rPr sz="2400" spc="-35" dirty="0">
                <a:latin typeface="Calibri"/>
                <a:cs typeface="Calibri"/>
              </a:rPr>
              <a:t> </a:t>
            </a:r>
            <a:r>
              <a:rPr sz="2400" dirty="0">
                <a:latin typeface="Calibri"/>
                <a:cs typeface="Calibri"/>
              </a:rPr>
              <a:t>người</a:t>
            </a:r>
            <a:r>
              <a:rPr sz="2400" spc="-40" dirty="0">
                <a:latin typeface="Calibri"/>
                <a:cs typeface="Calibri"/>
              </a:rPr>
              <a:t> </a:t>
            </a:r>
            <a:r>
              <a:rPr sz="2400" dirty="0">
                <a:latin typeface="Calibri"/>
                <a:cs typeface="Calibri"/>
              </a:rPr>
              <a:t>có</a:t>
            </a:r>
            <a:r>
              <a:rPr sz="2400" spc="-35" dirty="0">
                <a:latin typeface="Calibri"/>
                <a:cs typeface="Calibri"/>
              </a:rPr>
              <a:t> </a:t>
            </a:r>
            <a:r>
              <a:rPr sz="2400" dirty="0">
                <a:latin typeface="Calibri"/>
                <a:cs typeface="Calibri"/>
              </a:rPr>
              <a:t>cùng</a:t>
            </a:r>
            <a:r>
              <a:rPr sz="2400" spc="-45" dirty="0">
                <a:latin typeface="Calibri"/>
                <a:cs typeface="Calibri"/>
              </a:rPr>
              <a:t> </a:t>
            </a:r>
            <a:r>
              <a:rPr sz="2400" spc="-25" dirty="0">
                <a:latin typeface="Calibri"/>
                <a:cs typeface="Calibri"/>
              </a:rPr>
              <a:t>họ </a:t>
            </a:r>
            <a:r>
              <a:rPr sz="2400" dirty="0">
                <a:latin typeface="Calibri"/>
                <a:cs typeface="Calibri"/>
              </a:rPr>
              <a:t>tên</a:t>
            </a:r>
            <a:r>
              <a:rPr sz="2400" spc="-65" dirty="0">
                <a:latin typeface="Calibri"/>
                <a:cs typeface="Calibri"/>
              </a:rPr>
              <a:t> </a:t>
            </a:r>
            <a:r>
              <a:rPr sz="2400" dirty="0">
                <a:latin typeface="Calibri"/>
                <a:cs typeface="Calibri"/>
              </a:rPr>
              <a:t>(không</a:t>
            </a:r>
            <a:r>
              <a:rPr sz="2400" spc="-55" dirty="0">
                <a:latin typeface="Calibri"/>
                <a:cs typeface="Calibri"/>
              </a:rPr>
              <a:t> </a:t>
            </a:r>
            <a:r>
              <a:rPr sz="2400" dirty="0">
                <a:latin typeface="Calibri"/>
                <a:cs typeface="Calibri"/>
              </a:rPr>
              <a:t>kể</a:t>
            </a:r>
            <a:r>
              <a:rPr sz="2400" spc="-60" dirty="0">
                <a:latin typeface="Calibri"/>
                <a:cs typeface="Calibri"/>
              </a:rPr>
              <a:t> </a:t>
            </a:r>
            <a:r>
              <a:rPr sz="2400" dirty="0">
                <a:latin typeface="Calibri"/>
                <a:cs typeface="Calibri"/>
              </a:rPr>
              <a:t>tên</a:t>
            </a:r>
            <a:r>
              <a:rPr sz="2400" spc="-65" dirty="0">
                <a:latin typeface="Calibri"/>
                <a:cs typeface="Calibri"/>
              </a:rPr>
              <a:t> </a:t>
            </a:r>
            <a:r>
              <a:rPr sz="2400" spc="-10" dirty="0">
                <a:latin typeface="Calibri"/>
                <a:cs typeface="Calibri"/>
              </a:rPr>
              <a:t>lót).</a:t>
            </a:r>
            <a:endParaRPr sz="2400">
              <a:latin typeface="Calibri"/>
              <a:cs typeface="Calibri"/>
            </a:endParaRPr>
          </a:p>
          <a:p>
            <a:pPr marL="12700" marR="5080" indent="311785">
              <a:lnSpc>
                <a:spcPct val="100000"/>
              </a:lnSpc>
              <a:spcBef>
                <a:spcPts val="580"/>
              </a:spcBef>
              <a:buAutoNum type="arabicParenR" startAt="8"/>
              <a:tabLst>
                <a:tab pos="324485" algn="l"/>
              </a:tabLst>
            </a:pPr>
            <a:r>
              <a:rPr sz="2400" dirty="0">
                <a:latin typeface="Calibri"/>
                <a:cs typeface="Calibri"/>
              </a:rPr>
              <a:t>Có</a:t>
            </a:r>
            <a:r>
              <a:rPr sz="2400" spc="-40" dirty="0">
                <a:latin typeface="Calibri"/>
                <a:cs typeface="Calibri"/>
              </a:rPr>
              <a:t> </a:t>
            </a:r>
            <a:r>
              <a:rPr sz="2400" dirty="0">
                <a:latin typeface="Calibri"/>
                <a:cs typeface="Calibri"/>
              </a:rPr>
              <a:t>10</a:t>
            </a:r>
            <a:r>
              <a:rPr sz="2400" spc="-30" dirty="0">
                <a:latin typeface="Calibri"/>
                <a:cs typeface="Calibri"/>
              </a:rPr>
              <a:t> </a:t>
            </a:r>
            <a:r>
              <a:rPr sz="2400" dirty="0">
                <a:latin typeface="Calibri"/>
                <a:cs typeface="Calibri"/>
              </a:rPr>
              <a:t>đôi</a:t>
            </a:r>
            <a:r>
              <a:rPr sz="2400" spc="-15" dirty="0">
                <a:latin typeface="Calibri"/>
                <a:cs typeface="Calibri"/>
              </a:rPr>
              <a:t> </a:t>
            </a:r>
            <a:r>
              <a:rPr sz="2400" dirty="0">
                <a:latin typeface="Calibri"/>
                <a:cs typeface="Calibri"/>
              </a:rPr>
              <a:t>giày</a:t>
            </a:r>
            <a:r>
              <a:rPr sz="2400" spc="-30" dirty="0">
                <a:latin typeface="Calibri"/>
                <a:cs typeface="Calibri"/>
              </a:rPr>
              <a:t> </a:t>
            </a:r>
            <a:r>
              <a:rPr sz="2400" dirty="0">
                <a:latin typeface="Calibri"/>
                <a:cs typeface="Calibri"/>
              </a:rPr>
              <a:t>(2</a:t>
            </a:r>
            <a:r>
              <a:rPr sz="2400" spc="-30" dirty="0">
                <a:latin typeface="Calibri"/>
                <a:cs typeface="Calibri"/>
              </a:rPr>
              <a:t> </a:t>
            </a:r>
            <a:r>
              <a:rPr sz="2400" dirty="0">
                <a:latin typeface="Calibri"/>
                <a:cs typeface="Calibri"/>
              </a:rPr>
              <a:t>đôi</a:t>
            </a:r>
            <a:r>
              <a:rPr sz="2400" spc="-20" dirty="0">
                <a:latin typeface="Calibri"/>
                <a:cs typeface="Calibri"/>
              </a:rPr>
              <a:t> </a:t>
            </a:r>
            <a:r>
              <a:rPr sz="2400" dirty="0">
                <a:latin typeface="Calibri"/>
                <a:cs typeface="Calibri"/>
              </a:rPr>
              <a:t>bất</a:t>
            </a:r>
            <a:r>
              <a:rPr sz="2400" spc="-25" dirty="0">
                <a:latin typeface="Calibri"/>
                <a:cs typeface="Calibri"/>
              </a:rPr>
              <a:t> </a:t>
            </a:r>
            <a:r>
              <a:rPr sz="2400" dirty="0">
                <a:latin typeface="Calibri"/>
                <a:cs typeface="Calibri"/>
              </a:rPr>
              <a:t>kỳ</a:t>
            </a:r>
            <a:r>
              <a:rPr sz="2400" spc="-35" dirty="0">
                <a:latin typeface="Calibri"/>
                <a:cs typeface="Calibri"/>
              </a:rPr>
              <a:t> </a:t>
            </a:r>
            <a:r>
              <a:rPr sz="2400" dirty="0">
                <a:latin typeface="Calibri"/>
                <a:cs typeface="Calibri"/>
              </a:rPr>
              <a:t>là</a:t>
            </a:r>
            <a:r>
              <a:rPr sz="2400" spc="-35" dirty="0">
                <a:latin typeface="Calibri"/>
                <a:cs typeface="Calibri"/>
              </a:rPr>
              <a:t> </a:t>
            </a:r>
            <a:r>
              <a:rPr sz="2400" dirty="0">
                <a:latin typeface="Calibri"/>
                <a:cs typeface="Calibri"/>
              </a:rPr>
              <a:t>khác</a:t>
            </a:r>
            <a:r>
              <a:rPr sz="2400" spc="-25" dirty="0">
                <a:latin typeface="Calibri"/>
                <a:cs typeface="Calibri"/>
              </a:rPr>
              <a:t> </a:t>
            </a:r>
            <a:r>
              <a:rPr sz="2400" dirty="0">
                <a:latin typeface="Calibri"/>
                <a:cs typeface="Calibri"/>
              </a:rPr>
              <a:t>nhau).</a:t>
            </a:r>
            <a:r>
              <a:rPr sz="2400" spc="-25" dirty="0">
                <a:latin typeface="Calibri"/>
                <a:cs typeface="Calibri"/>
              </a:rPr>
              <a:t> </a:t>
            </a:r>
            <a:r>
              <a:rPr sz="2400" dirty="0">
                <a:latin typeface="Calibri"/>
                <a:cs typeface="Calibri"/>
              </a:rPr>
              <a:t>Chứng</a:t>
            </a:r>
            <a:r>
              <a:rPr sz="2400" spc="-35" dirty="0">
                <a:latin typeface="Calibri"/>
                <a:cs typeface="Calibri"/>
              </a:rPr>
              <a:t> </a:t>
            </a:r>
            <a:r>
              <a:rPr sz="2400" dirty="0">
                <a:latin typeface="Calibri"/>
                <a:cs typeface="Calibri"/>
              </a:rPr>
              <a:t>minh</a:t>
            </a:r>
            <a:r>
              <a:rPr sz="2400" spc="-35" dirty="0">
                <a:latin typeface="Calibri"/>
                <a:cs typeface="Calibri"/>
              </a:rPr>
              <a:t> </a:t>
            </a:r>
            <a:r>
              <a:rPr sz="2400" spc="-20" dirty="0">
                <a:latin typeface="Calibri"/>
                <a:cs typeface="Calibri"/>
              </a:rPr>
              <a:t>rằng </a:t>
            </a:r>
            <a:r>
              <a:rPr sz="2400" dirty="0">
                <a:latin typeface="Calibri"/>
                <a:cs typeface="Calibri"/>
              </a:rPr>
              <a:t>chọn</a:t>
            </a:r>
            <a:r>
              <a:rPr sz="2400" spc="-30" dirty="0">
                <a:latin typeface="Calibri"/>
                <a:cs typeface="Calibri"/>
              </a:rPr>
              <a:t> </a:t>
            </a:r>
            <a:r>
              <a:rPr sz="2400" dirty="0">
                <a:latin typeface="Calibri"/>
                <a:cs typeface="Calibri"/>
              </a:rPr>
              <a:t>11</a:t>
            </a:r>
            <a:r>
              <a:rPr sz="2400" spc="-40" dirty="0">
                <a:latin typeface="Calibri"/>
                <a:cs typeface="Calibri"/>
              </a:rPr>
              <a:t> </a:t>
            </a:r>
            <a:r>
              <a:rPr sz="2400" dirty="0">
                <a:latin typeface="Calibri"/>
                <a:cs typeface="Calibri"/>
              </a:rPr>
              <a:t>chiếc</a:t>
            </a:r>
            <a:r>
              <a:rPr sz="2400" spc="-45" dirty="0">
                <a:latin typeface="Calibri"/>
                <a:cs typeface="Calibri"/>
              </a:rPr>
              <a:t> </a:t>
            </a:r>
            <a:r>
              <a:rPr sz="2400" dirty="0">
                <a:latin typeface="Calibri"/>
                <a:cs typeface="Calibri"/>
              </a:rPr>
              <a:t>giày</a:t>
            </a:r>
            <a:r>
              <a:rPr sz="2400" spc="-35" dirty="0">
                <a:latin typeface="Calibri"/>
                <a:cs typeface="Calibri"/>
              </a:rPr>
              <a:t> </a:t>
            </a:r>
            <a:r>
              <a:rPr sz="2400" dirty="0">
                <a:latin typeface="Calibri"/>
                <a:cs typeface="Calibri"/>
              </a:rPr>
              <a:t>bất</a:t>
            </a:r>
            <a:r>
              <a:rPr sz="2400" spc="-30" dirty="0">
                <a:latin typeface="Calibri"/>
                <a:cs typeface="Calibri"/>
              </a:rPr>
              <a:t> </a:t>
            </a:r>
            <a:r>
              <a:rPr sz="2400" dirty="0">
                <a:latin typeface="Calibri"/>
                <a:cs typeface="Calibri"/>
              </a:rPr>
              <a:t>kỳ</a:t>
            </a:r>
            <a:r>
              <a:rPr sz="2400" spc="-40" dirty="0">
                <a:latin typeface="Calibri"/>
                <a:cs typeface="Calibri"/>
              </a:rPr>
              <a:t> </a:t>
            </a:r>
            <a:r>
              <a:rPr sz="2400" dirty="0">
                <a:latin typeface="Calibri"/>
                <a:cs typeface="Calibri"/>
              </a:rPr>
              <a:t>từ</a:t>
            </a:r>
            <a:r>
              <a:rPr sz="2400" spc="-35" dirty="0">
                <a:latin typeface="Calibri"/>
                <a:cs typeface="Calibri"/>
              </a:rPr>
              <a:t> </a:t>
            </a:r>
            <a:r>
              <a:rPr sz="2400" dirty="0">
                <a:latin typeface="Calibri"/>
                <a:cs typeface="Calibri"/>
              </a:rPr>
              <a:t>10</a:t>
            </a:r>
            <a:r>
              <a:rPr sz="2400" spc="-35" dirty="0">
                <a:latin typeface="Calibri"/>
                <a:cs typeface="Calibri"/>
              </a:rPr>
              <a:t> </a:t>
            </a:r>
            <a:r>
              <a:rPr sz="2400" dirty="0">
                <a:latin typeface="Calibri"/>
                <a:cs typeface="Calibri"/>
              </a:rPr>
              <a:t>đôi</a:t>
            </a:r>
            <a:r>
              <a:rPr sz="2400" spc="-25" dirty="0">
                <a:latin typeface="Calibri"/>
                <a:cs typeface="Calibri"/>
              </a:rPr>
              <a:t> </a:t>
            </a:r>
            <a:r>
              <a:rPr sz="2400" dirty="0">
                <a:latin typeface="Calibri"/>
                <a:cs typeface="Calibri"/>
              </a:rPr>
              <a:t>trên</a:t>
            </a:r>
            <a:r>
              <a:rPr sz="2400" spc="-30" dirty="0">
                <a:latin typeface="Calibri"/>
                <a:cs typeface="Calibri"/>
              </a:rPr>
              <a:t> </a:t>
            </a:r>
            <a:r>
              <a:rPr sz="2400" dirty="0">
                <a:latin typeface="Calibri"/>
                <a:cs typeface="Calibri"/>
              </a:rPr>
              <a:t>ta</a:t>
            </a:r>
            <a:r>
              <a:rPr sz="2400" spc="-40" dirty="0">
                <a:latin typeface="Calibri"/>
                <a:cs typeface="Calibri"/>
              </a:rPr>
              <a:t> </a:t>
            </a:r>
            <a:r>
              <a:rPr sz="2400" dirty="0">
                <a:latin typeface="Calibri"/>
                <a:cs typeface="Calibri"/>
              </a:rPr>
              <a:t>luôn</a:t>
            </a:r>
            <a:r>
              <a:rPr sz="2400" spc="-35" dirty="0">
                <a:latin typeface="Calibri"/>
                <a:cs typeface="Calibri"/>
              </a:rPr>
              <a:t> </a:t>
            </a:r>
            <a:r>
              <a:rPr sz="2400" dirty="0">
                <a:latin typeface="Calibri"/>
                <a:cs typeface="Calibri"/>
              </a:rPr>
              <a:t>có</a:t>
            </a:r>
            <a:r>
              <a:rPr sz="2400" spc="-30" dirty="0">
                <a:latin typeface="Calibri"/>
                <a:cs typeface="Calibri"/>
              </a:rPr>
              <a:t> </a:t>
            </a:r>
            <a:r>
              <a:rPr sz="2400" dirty="0">
                <a:latin typeface="Calibri"/>
                <a:cs typeface="Calibri"/>
              </a:rPr>
              <a:t>ít</a:t>
            </a:r>
            <a:r>
              <a:rPr sz="2400" spc="-40" dirty="0">
                <a:latin typeface="Calibri"/>
                <a:cs typeface="Calibri"/>
              </a:rPr>
              <a:t> </a:t>
            </a:r>
            <a:r>
              <a:rPr sz="2400" dirty="0">
                <a:latin typeface="Calibri"/>
                <a:cs typeface="Calibri"/>
              </a:rPr>
              <a:t>nhất</a:t>
            </a:r>
            <a:r>
              <a:rPr sz="2400" spc="-30" dirty="0">
                <a:latin typeface="Calibri"/>
                <a:cs typeface="Calibri"/>
              </a:rPr>
              <a:t> </a:t>
            </a:r>
            <a:r>
              <a:rPr sz="2400" dirty="0">
                <a:latin typeface="Calibri"/>
                <a:cs typeface="Calibri"/>
              </a:rPr>
              <a:t>một</a:t>
            </a:r>
            <a:r>
              <a:rPr sz="2400" spc="-45" dirty="0">
                <a:latin typeface="Calibri"/>
                <a:cs typeface="Calibri"/>
              </a:rPr>
              <a:t> </a:t>
            </a:r>
            <a:r>
              <a:rPr sz="2400" dirty="0">
                <a:latin typeface="Calibri"/>
                <a:cs typeface="Calibri"/>
              </a:rPr>
              <a:t>đôi</a:t>
            </a:r>
            <a:r>
              <a:rPr sz="2400" spc="-20" dirty="0">
                <a:latin typeface="Calibri"/>
                <a:cs typeface="Calibri"/>
              </a:rPr>
              <a:t> </a:t>
            </a:r>
            <a:r>
              <a:rPr sz="2400" spc="-50" dirty="0">
                <a:latin typeface="Calibri"/>
                <a:cs typeface="Calibri"/>
              </a:rPr>
              <a:t>.</a:t>
            </a:r>
            <a:endParaRPr sz="2400">
              <a:latin typeface="Calibri"/>
              <a:cs typeface="Calibri"/>
            </a:endParaRPr>
          </a:p>
          <a:p>
            <a:pPr marL="12700" marR="33655" indent="311785">
              <a:lnSpc>
                <a:spcPct val="100000"/>
              </a:lnSpc>
              <a:spcBef>
                <a:spcPts val="575"/>
              </a:spcBef>
              <a:buAutoNum type="arabicParenR" startAt="8"/>
              <a:tabLst>
                <a:tab pos="324485" algn="l"/>
              </a:tabLst>
            </a:pPr>
            <a:r>
              <a:rPr sz="2400" dirty="0">
                <a:latin typeface="Calibri"/>
                <a:cs typeface="Calibri"/>
              </a:rPr>
              <a:t>Có</a:t>
            </a:r>
            <a:r>
              <a:rPr sz="2400" spc="-45" dirty="0">
                <a:latin typeface="Calibri"/>
                <a:cs typeface="Calibri"/>
              </a:rPr>
              <a:t> </a:t>
            </a:r>
            <a:r>
              <a:rPr sz="2400" dirty="0">
                <a:latin typeface="Calibri"/>
                <a:cs typeface="Calibri"/>
              </a:rPr>
              <a:t>300</a:t>
            </a:r>
            <a:r>
              <a:rPr sz="2400" spc="-30" dirty="0">
                <a:latin typeface="Calibri"/>
                <a:cs typeface="Calibri"/>
              </a:rPr>
              <a:t> </a:t>
            </a:r>
            <a:r>
              <a:rPr sz="2400" dirty="0">
                <a:latin typeface="Calibri"/>
                <a:cs typeface="Calibri"/>
              </a:rPr>
              <a:t>cuốn</a:t>
            </a:r>
            <a:r>
              <a:rPr sz="2400" spc="-25" dirty="0">
                <a:latin typeface="Calibri"/>
                <a:cs typeface="Calibri"/>
              </a:rPr>
              <a:t> </a:t>
            </a:r>
            <a:r>
              <a:rPr sz="2400" dirty="0">
                <a:latin typeface="Calibri"/>
                <a:cs typeface="Calibri"/>
              </a:rPr>
              <a:t>giáo</a:t>
            </a:r>
            <a:r>
              <a:rPr sz="2400" spc="-30" dirty="0">
                <a:latin typeface="Calibri"/>
                <a:cs typeface="Calibri"/>
              </a:rPr>
              <a:t> </a:t>
            </a:r>
            <a:r>
              <a:rPr sz="2400" dirty="0">
                <a:latin typeface="Calibri"/>
                <a:cs typeface="Calibri"/>
              </a:rPr>
              <a:t>trình</a:t>
            </a:r>
            <a:r>
              <a:rPr sz="2400" spc="-40" dirty="0">
                <a:latin typeface="Calibri"/>
                <a:cs typeface="Calibri"/>
              </a:rPr>
              <a:t> </a:t>
            </a:r>
            <a:r>
              <a:rPr sz="2400" dirty="0">
                <a:latin typeface="Calibri"/>
                <a:cs typeface="Calibri"/>
              </a:rPr>
              <a:t>CSDL</a:t>
            </a:r>
            <a:r>
              <a:rPr sz="2400" spc="-40" dirty="0">
                <a:latin typeface="Calibri"/>
                <a:cs typeface="Calibri"/>
              </a:rPr>
              <a:t> </a:t>
            </a:r>
            <a:r>
              <a:rPr sz="2400" dirty="0">
                <a:latin typeface="Calibri"/>
                <a:cs typeface="Calibri"/>
              </a:rPr>
              <a:t>được</a:t>
            </a:r>
            <a:r>
              <a:rPr sz="2400" spc="-30" dirty="0">
                <a:latin typeface="Calibri"/>
                <a:cs typeface="Calibri"/>
              </a:rPr>
              <a:t> </a:t>
            </a:r>
            <a:r>
              <a:rPr sz="2400" dirty="0">
                <a:latin typeface="Calibri"/>
                <a:cs typeface="Calibri"/>
              </a:rPr>
              <a:t>đánh</a:t>
            </a:r>
            <a:r>
              <a:rPr sz="2400" spc="-25" dirty="0">
                <a:latin typeface="Calibri"/>
                <a:cs typeface="Calibri"/>
              </a:rPr>
              <a:t> </a:t>
            </a:r>
            <a:r>
              <a:rPr sz="2400" dirty="0">
                <a:latin typeface="Calibri"/>
                <a:cs typeface="Calibri"/>
              </a:rPr>
              <a:t>số</a:t>
            </a:r>
            <a:r>
              <a:rPr sz="2400" spc="-30" dirty="0">
                <a:latin typeface="Calibri"/>
                <a:cs typeface="Calibri"/>
              </a:rPr>
              <a:t> </a:t>
            </a:r>
            <a:r>
              <a:rPr sz="2400" dirty="0">
                <a:latin typeface="Calibri"/>
                <a:cs typeface="Calibri"/>
              </a:rPr>
              <a:t>từ</a:t>
            </a:r>
            <a:r>
              <a:rPr sz="2400" spc="-35" dirty="0">
                <a:latin typeface="Calibri"/>
                <a:cs typeface="Calibri"/>
              </a:rPr>
              <a:t> </a:t>
            </a:r>
            <a:r>
              <a:rPr sz="2400" dirty="0">
                <a:latin typeface="Calibri"/>
                <a:cs typeface="Calibri"/>
              </a:rPr>
              <a:t>1</a:t>
            </a:r>
            <a:r>
              <a:rPr sz="2400" spc="-30" dirty="0">
                <a:latin typeface="Calibri"/>
                <a:cs typeface="Calibri"/>
              </a:rPr>
              <a:t> </a:t>
            </a:r>
            <a:r>
              <a:rPr sz="2400" dirty="0">
                <a:latin typeface="Calibri"/>
                <a:cs typeface="Calibri"/>
              </a:rPr>
              <a:t>đến</a:t>
            </a:r>
            <a:r>
              <a:rPr sz="2400" spc="-25" dirty="0">
                <a:latin typeface="Calibri"/>
                <a:cs typeface="Calibri"/>
              </a:rPr>
              <a:t> </a:t>
            </a:r>
            <a:r>
              <a:rPr sz="2400" dirty="0">
                <a:latin typeface="Calibri"/>
                <a:cs typeface="Calibri"/>
              </a:rPr>
              <a:t>300</a:t>
            </a:r>
            <a:r>
              <a:rPr sz="2400" spc="-30" dirty="0">
                <a:latin typeface="Calibri"/>
                <a:cs typeface="Calibri"/>
              </a:rPr>
              <a:t> </a:t>
            </a:r>
            <a:r>
              <a:rPr sz="2400" dirty="0">
                <a:latin typeface="Calibri"/>
                <a:cs typeface="Calibri"/>
              </a:rPr>
              <a:t>(số</a:t>
            </a:r>
            <a:r>
              <a:rPr sz="2400" spc="-30" dirty="0">
                <a:latin typeface="Calibri"/>
                <a:cs typeface="Calibri"/>
              </a:rPr>
              <a:t> </a:t>
            </a:r>
            <a:r>
              <a:rPr sz="2400" spc="-25" dirty="0">
                <a:latin typeface="Calibri"/>
                <a:cs typeface="Calibri"/>
              </a:rPr>
              <a:t>thứ </a:t>
            </a:r>
            <a:r>
              <a:rPr sz="2400" dirty="0">
                <a:latin typeface="Calibri"/>
                <a:cs typeface="Calibri"/>
              </a:rPr>
              <a:t>tự).</a:t>
            </a:r>
            <a:r>
              <a:rPr sz="2400" spc="-45" dirty="0">
                <a:latin typeface="Calibri"/>
                <a:cs typeface="Calibri"/>
              </a:rPr>
              <a:t> </a:t>
            </a:r>
            <a:r>
              <a:rPr sz="2400" dirty="0">
                <a:latin typeface="Calibri"/>
                <a:cs typeface="Calibri"/>
              </a:rPr>
              <a:t>Chứng</a:t>
            </a:r>
            <a:r>
              <a:rPr sz="2400" spc="-40" dirty="0">
                <a:latin typeface="Calibri"/>
                <a:cs typeface="Calibri"/>
              </a:rPr>
              <a:t> </a:t>
            </a:r>
            <a:r>
              <a:rPr sz="2400" dirty="0">
                <a:latin typeface="Calibri"/>
                <a:cs typeface="Calibri"/>
              </a:rPr>
              <a:t>minh</a:t>
            </a:r>
            <a:r>
              <a:rPr sz="2400" spc="-40" dirty="0">
                <a:latin typeface="Calibri"/>
                <a:cs typeface="Calibri"/>
              </a:rPr>
              <a:t> </a:t>
            </a:r>
            <a:r>
              <a:rPr sz="2400" dirty="0">
                <a:latin typeface="Calibri"/>
                <a:cs typeface="Calibri"/>
              </a:rPr>
              <a:t>rằng</a:t>
            </a:r>
            <a:r>
              <a:rPr sz="2400" spc="-45" dirty="0">
                <a:latin typeface="Calibri"/>
                <a:cs typeface="Calibri"/>
              </a:rPr>
              <a:t> </a:t>
            </a:r>
            <a:r>
              <a:rPr sz="2400" dirty="0">
                <a:latin typeface="Calibri"/>
                <a:cs typeface="Calibri"/>
              </a:rPr>
              <a:t>nếu</a:t>
            </a:r>
            <a:r>
              <a:rPr sz="2400" spc="-20" dirty="0">
                <a:latin typeface="Calibri"/>
                <a:cs typeface="Calibri"/>
              </a:rPr>
              <a:t> </a:t>
            </a:r>
            <a:r>
              <a:rPr sz="2400" dirty="0">
                <a:latin typeface="Calibri"/>
                <a:cs typeface="Calibri"/>
              </a:rPr>
              <a:t>chọn</a:t>
            </a:r>
            <a:r>
              <a:rPr sz="2400" spc="-45" dirty="0">
                <a:latin typeface="Calibri"/>
                <a:cs typeface="Calibri"/>
              </a:rPr>
              <a:t> </a:t>
            </a:r>
            <a:r>
              <a:rPr sz="2400" dirty="0">
                <a:latin typeface="Calibri"/>
                <a:cs typeface="Calibri"/>
              </a:rPr>
              <a:t>151</a:t>
            </a:r>
            <a:r>
              <a:rPr sz="2400" spc="-30" dirty="0">
                <a:latin typeface="Calibri"/>
                <a:cs typeface="Calibri"/>
              </a:rPr>
              <a:t> </a:t>
            </a:r>
            <a:r>
              <a:rPr sz="2400" dirty="0">
                <a:latin typeface="Calibri"/>
                <a:cs typeface="Calibri"/>
              </a:rPr>
              <a:t>cuốn</a:t>
            </a:r>
            <a:r>
              <a:rPr sz="2400" spc="-35" dirty="0">
                <a:latin typeface="Calibri"/>
                <a:cs typeface="Calibri"/>
              </a:rPr>
              <a:t> </a:t>
            </a:r>
            <a:r>
              <a:rPr sz="2400" dirty="0">
                <a:latin typeface="Calibri"/>
                <a:cs typeface="Calibri"/>
              </a:rPr>
              <a:t>giáo</a:t>
            </a:r>
            <a:r>
              <a:rPr sz="2400" spc="-40" dirty="0">
                <a:latin typeface="Calibri"/>
                <a:cs typeface="Calibri"/>
              </a:rPr>
              <a:t> </a:t>
            </a:r>
            <a:r>
              <a:rPr sz="2400" dirty="0">
                <a:latin typeface="Calibri"/>
                <a:cs typeface="Calibri"/>
              </a:rPr>
              <a:t>trình</a:t>
            </a:r>
            <a:r>
              <a:rPr sz="2400" spc="-40" dirty="0">
                <a:latin typeface="Calibri"/>
                <a:cs typeface="Calibri"/>
              </a:rPr>
              <a:t> </a:t>
            </a:r>
            <a:r>
              <a:rPr sz="2400" dirty="0">
                <a:latin typeface="Calibri"/>
                <a:cs typeface="Calibri"/>
              </a:rPr>
              <a:t>trong</a:t>
            </a:r>
            <a:r>
              <a:rPr sz="2400" spc="-45" dirty="0">
                <a:latin typeface="Calibri"/>
                <a:cs typeface="Calibri"/>
              </a:rPr>
              <a:t> </a:t>
            </a:r>
            <a:r>
              <a:rPr sz="2400" spc="-25" dirty="0">
                <a:latin typeface="Calibri"/>
                <a:cs typeface="Calibri"/>
              </a:rPr>
              <a:t>300 </a:t>
            </a:r>
            <a:r>
              <a:rPr sz="2400" dirty="0">
                <a:latin typeface="Calibri"/>
                <a:cs typeface="Calibri"/>
              </a:rPr>
              <a:t>cuốn</a:t>
            </a:r>
            <a:r>
              <a:rPr sz="2400" spc="-30" dirty="0">
                <a:latin typeface="Calibri"/>
                <a:cs typeface="Calibri"/>
              </a:rPr>
              <a:t> </a:t>
            </a:r>
            <a:r>
              <a:rPr sz="2400" dirty="0">
                <a:latin typeface="Calibri"/>
                <a:cs typeface="Calibri"/>
              </a:rPr>
              <a:t>giáo</a:t>
            </a:r>
            <a:r>
              <a:rPr sz="2400" spc="-45" dirty="0">
                <a:latin typeface="Calibri"/>
                <a:cs typeface="Calibri"/>
              </a:rPr>
              <a:t> </a:t>
            </a:r>
            <a:r>
              <a:rPr sz="2400" dirty="0">
                <a:latin typeface="Calibri"/>
                <a:cs typeface="Calibri"/>
              </a:rPr>
              <a:t>trình</a:t>
            </a:r>
            <a:r>
              <a:rPr sz="2400" spc="-25" dirty="0">
                <a:latin typeface="Calibri"/>
                <a:cs typeface="Calibri"/>
              </a:rPr>
              <a:t> </a:t>
            </a:r>
            <a:r>
              <a:rPr sz="2400" dirty="0">
                <a:latin typeface="Calibri"/>
                <a:cs typeface="Calibri"/>
              </a:rPr>
              <a:t>trên</a:t>
            </a:r>
            <a:r>
              <a:rPr sz="2400" spc="-25" dirty="0">
                <a:latin typeface="Calibri"/>
                <a:cs typeface="Calibri"/>
              </a:rPr>
              <a:t> </a:t>
            </a:r>
            <a:r>
              <a:rPr sz="2400" dirty="0">
                <a:latin typeface="Calibri"/>
                <a:cs typeface="Calibri"/>
              </a:rPr>
              <a:t>thì</a:t>
            </a:r>
            <a:r>
              <a:rPr sz="2400" spc="-35" dirty="0">
                <a:latin typeface="Calibri"/>
                <a:cs typeface="Calibri"/>
              </a:rPr>
              <a:t> </a:t>
            </a:r>
            <a:r>
              <a:rPr sz="2400" dirty="0">
                <a:latin typeface="Calibri"/>
                <a:cs typeface="Calibri"/>
              </a:rPr>
              <a:t>có</a:t>
            </a:r>
            <a:r>
              <a:rPr sz="2400" spc="-30" dirty="0">
                <a:latin typeface="Calibri"/>
                <a:cs typeface="Calibri"/>
              </a:rPr>
              <a:t> </a:t>
            </a:r>
            <a:r>
              <a:rPr sz="2400" dirty="0">
                <a:latin typeface="Calibri"/>
                <a:cs typeface="Calibri"/>
              </a:rPr>
              <a:t>ít</a:t>
            </a:r>
            <a:r>
              <a:rPr sz="2400" spc="-35" dirty="0">
                <a:latin typeface="Calibri"/>
                <a:cs typeface="Calibri"/>
              </a:rPr>
              <a:t> </a:t>
            </a:r>
            <a:r>
              <a:rPr sz="2400" dirty="0">
                <a:latin typeface="Calibri"/>
                <a:cs typeface="Calibri"/>
              </a:rPr>
              <a:t>nhất</a:t>
            </a:r>
            <a:r>
              <a:rPr sz="2400" spc="-25" dirty="0">
                <a:latin typeface="Calibri"/>
                <a:cs typeface="Calibri"/>
              </a:rPr>
              <a:t> </a:t>
            </a:r>
            <a:r>
              <a:rPr sz="2400" dirty="0">
                <a:latin typeface="Calibri"/>
                <a:cs typeface="Calibri"/>
              </a:rPr>
              <a:t>2</a:t>
            </a:r>
            <a:r>
              <a:rPr sz="2400" spc="-15" dirty="0">
                <a:latin typeface="Calibri"/>
                <a:cs typeface="Calibri"/>
              </a:rPr>
              <a:t> </a:t>
            </a:r>
            <a:r>
              <a:rPr sz="2400" dirty="0">
                <a:latin typeface="Calibri"/>
                <a:cs typeface="Calibri"/>
              </a:rPr>
              <a:t>cuốn</a:t>
            </a:r>
            <a:r>
              <a:rPr sz="2400" spc="-25" dirty="0">
                <a:latin typeface="Calibri"/>
                <a:cs typeface="Calibri"/>
              </a:rPr>
              <a:t> </a:t>
            </a:r>
            <a:r>
              <a:rPr sz="2400" dirty="0">
                <a:latin typeface="Calibri"/>
                <a:cs typeface="Calibri"/>
              </a:rPr>
              <a:t>giáo</a:t>
            </a:r>
            <a:r>
              <a:rPr sz="2400" spc="-45" dirty="0">
                <a:latin typeface="Calibri"/>
                <a:cs typeface="Calibri"/>
              </a:rPr>
              <a:t> </a:t>
            </a:r>
            <a:r>
              <a:rPr sz="2400" dirty="0">
                <a:latin typeface="Calibri"/>
                <a:cs typeface="Calibri"/>
              </a:rPr>
              <a:t>trình</a:t>
            </a:r>
            <a:r>
              <a:rPr sz="2400" spc="-35" dirty="0">
                <a:latin typeface="Calibri"/>
                <a:cs typeface="Calibri"/>
              </a:rPr>
              <a:t> </a:t>
            </a:r>
            <a:r>
              <a:rPr sz="2400" dirty="0">
                <a:latin typeface="Calibri"/>
                <a:cs typeface="Calibri"/>
              </a:rPr>
              <a:t>có</a:t>
            </a:r>
            <a:r>
              <a:rPr sz="2400" spc="-35" dirty="0">
                <a:latin typeface="Calibri"/>
                <a:cs typeface="Calibri"/>
              </a:rPr>
              <a:t> </a:t>
            </a:r>
            <a:r>
              <a:rPr sz="2400" dirty="0">
                <a:latin typeface="Calibri"/>
                <a:cs typeface="Calibri"/>
              </a:rPr>
              <a:t>số</a:t>
            </a:r>
            <a:r>
              <a:rPr sz="2400" spc="-30" dirty="0">
                <a:latin typeface="Calibri"/>
                <a:cs typeface="Calibri"/>
              </a:rPr>
              <a:t> </a:t>
            </a:r>
            <a:r>
              <a:rPr sz="2400" dirty="0">
                <a:latin typeface="Calibri"/>
                <a:cs typeface="Calibri"/>
              </a:rPr>
              <a:t>thứ</a:t>
            </a:r>
            <a:r>
              <a:rPr sz="2400" spc="-20" dirty="0">
                <a:latin typeface="Calibri"/>
                <a:cs typeface="Calibri"/>
              </a:rPr>
              <a:t> </a:t>
            </a:r>
            <a:r>
              <a:rPr sz="2400" spc="-25" dirty="0">
                <a:latin typeface="Calibri"/>
                <a:cs typeface="Calibri"/>
              </a:rPr>
              <a:t>tự </a:t>
            </a:r>
            <a:r>
              <a:rPr sz="2400" dirty="0">
                <a:latin typeface="Calibri"/>
                <a:cs typeface="Calibri"/>
              </a:rPr>
              <a:t>liên</a:t>
            </a:r>
            <a:r>
              <a:rPr sz="2400" spc="-40" dirty="0">
                <a:latin typeface="Calibri"/>
                <a:cs typeface="Calibri"/>
              </a:rPr>
              <a:t> </a:t>
            </a:r>
            <a:r>
              <a:rPr sz="2400" dirty="0">
                <a:latin typeface="Calibri"/>
                <a:cs typeface="Calibri"/>
              </a:rPr>
              <a:t>tiếp</a:t>
            </a:r>
            <a:r>
              <a:rPr sz="2400" spc="-50" dirty="0">
                <a:latin typeface="Calibri"/>
                <a:cs typeface="Calibri"/>
              </a:rPr>
              <a:t> </a:t>
            </a:r>
            <a:r>
              <a:rPr sz="2400" dirty="0">
                <a:latin typeface="Calibri"/>
                <a:cs typeface="Calibri"/>
              </a:rPr>
              <a:t>nhau</a:t>
            </a:r>
            <a:r>
              <a:rPr sz="2400" spc="-35" dirty="0">
                <a:latin typeface="Calibri"/>
                <a:cs typeface="Calibri"/>
              </a:rPr>
              <a:t> </a:t>
            </a:r>
            <a:r>
              <a:rPr sz="2400" dirty="0">
                <a:latin typeface="Calibri"/>
                <a:cs typeface="Calibri"/>
              </a:rPr>
              <a:t>(ví</a:t>
            </a:r>
            <a:r>
              <a:rPr sz="2400" spc="-35" dirty="0">
                <a:latin typeface="Calibri"/>
                <a:cs typeface="Calibri"/>
              </a:rPr>
              <a:t> </a:t>
            </a:r>
            <a:r>
              <a:rPr sz="2400" dirty="0">
                <a:latin typeface="Calibri"/>
                <a:cs typeface="Calibri"/>
              </a:rPr>
              <a:t>dụ</a:t>
            </a:r>
            <a:r>
              <a:rPr sz="2400" spc="-35" dirty="0">
                <a:latin typeface="Calibri"/>
                <a:cs typeface="Calibri"/>
              </a:rPr>
              <a:t> </a:t>
            </a:r>
            <a:r>
              <a:rPr sz="2400" dirty="0">
                <a:latin typeface="Calibri"/>
                <a:cs typeface="Calibri"/>
              </a:rPr>
              <a:t>16,</a:t>
            </a:r>
            <a:r>
              <a:rPr sz="2400" spc="-40" dirty="0">
                <a:latin typeface="Calibri"/>
                <a:cs typeface="Calibri"/>
              </a:rPr>
              <a:t> </a:t>
            </a:r>
            <a:r>
              <a:rPr sz="2400" spc="-20" dirty="0">
                <a:latin typeface="Calibri"/>
                <a:cs typeface="Calibri"/>
              </a:rPr>
              <a:t>17).</a:t>
            </a:r>
            <a:endParaRPr sz="2400">
              <a:latin typeface="Calibri"/>
              <a:cs typeface="Calibri"/>
            </a:endParaRPr>
          </a:p>
          <a:p>
            <a:pPr marL="12700" marR="361950">
              <a:lnSpc>
                <a:spcPct val="100000"/>
              </a:lnSpc>
              <a:spcBef>
                <a:spcPts val="580"/>
              </a:spcBef>
            </a:pPr>
            <a:r>
              <a:rPr sz="2400" dirty="0">
                <a:latin typeface="Calibri"/>
                <a:cs typeface="Calibri"/>
              </a:rPr>
              <a:t>10</a:t>
            </a:r>
            <a:r>
              <a:rPr sz="2400" spc="-30" dirty="0">
                <a:latin typeface="Calibri"/>
                <a:cs typeface="Calibri"/>
              </a:rPr>
              <a:t> </a:t>
            </a:r>
            <a:r>
              <a:rPr sz="2400" dirty="0">
                <a:latin typeface="Calibri"/>
                <a:cs typeface="Calibri"/>
              </a:rPr>
              <a:t>)Cần</a:t>
            </a:r>
            <a:r>
              <a:rPr sz="2400" spc="-50" dirty="0">
                <a:latin typeface="Calibri"/>
                <a:cs typeface="Calibri"/>
              </a:rPr>
              <a:t> </a:t>
            </a:r>
            <a:r>
              <a:rPr sz="2400" dirty="0">
                <a:latin typeface="Calibri"/>
                <a:cs typeface="Calibri"/>
              </a:rPr>
              <a:t>phải</a:t>
            </a:r>
            <a:r>
              <a:rPr sz="2400" spc="-20" dirty="0">
                <a:latin typeface="Calibri"/>
                <a:cs typeface="Calibri"/>
              </a:rPr>
              <a:t> </a:t>
            </a:r>
            <a:r>
              <a:rPr sz="2400" dirty="0">
                <a:latin typeface="Calibri"/>
                <a:cs typeface="Calibri"/>
              </a:rPr>
              <a:t>tung</a:t>
            </a:r>
            <a:r>
              <a:rPr sz="2400" spc="-20" dirty="0">
                <a:latin typeface="Calibri"/>
                <a:cs typeface="Calibri"/>
              </a:rPr>
              <a:t> </a:t>
            </a:r>
            <a:r>
              <a:rPr sz="2400" dirty="0">
                <a:latin typeface="Calibri"/>
                <a:cs typeface="Calibri"/>
              </a:rPr>
              <a:t>một</a:t>
            </a:r>
            <a:r>
              <a:rPr sz="2400" spc="-45" dirty="0">
                <a:latin typeface="Calibri"/>
                <a:cs typeface="Calibri"/>
              </a:rPr>
              <a:t> </a:t>
            </a:r>
            <a:r>
              <a:rPr sz="2400" dirty="0">
                <a:latin typeface="Calibri"/>
                <a:cs typeface="Calibri"/>
              </a:rPr>
              <a:t>con</a:t>
            </a:r>
            <a:r>
              <a:rPr sz="2400" spc="-30" dirty="0">
                <a:latin typeface="Calibri"/>
                <a:cs typeface="Calibri"/>
              </a:rPr>
              <a:t> </a:t>
            </a:r>
            <a:r>
              <a:rPr sz="2400" dirty="0">
                <a:latin typeface="Calibri"/>
                <a:cs typeface="Calibri"/>
              </a:rPr>
              <a:t>xúc</a:t>
            </a:r>
            <a:r>
              <a:rPr sz="2400" spc="-30" dirty="0">
                <a:latin typeface="Calibri"/>
                <a:cs typeface="Calibri"/>
              </a:rPr>
              <a:t> </a:t>
            </a:r>
            <a:r>
              <a:rPr sz="2400" dirty="0">
                <a:latin typeface="Calibri"/>
                <a:cs typeface="Calibri"/>
              </a:rPr>
              <a:t>sắc</a:t>
            </a:r>
            <a:r>
              <a:rPr sz="2400" spc="-30" dirty="0">
                <a:latin typeface="Calibri"/>
                <a:cs typeface="Calibri"/>
              </a:rPr>
              <a:t> </a:t>
            </a:r>
            <a:r>
              <a:rPr sz="2400" dirty="0">
                <a:latin typeface="Calibri"/>
                <a:cs typeface="Calibri"/>
              </a:rPr>
              <a:t>bao</a:t>
            </a:r>
            <a:r>
              <a:rPr sz="2400" spc="-25" dirty="0">
                <a:latin typeface="Calibri"/>
                <a:cs typeface="Calibri"/>
              </a:rPr>
              <a:t> </a:t>
            </a:r>
            <a:r>
              <a:rPr sz="2400" dirty="0">
                <a:latin typeface="Calibri"/>
                <a:cs typeface="Calibri"/>
              </a:rPr>
              <a:t>nhiêu</a:t>
            </a:r>
            <a:r>
              <a:rPr sz="2400" spc="-25" dirty="0">
                <a:latin typeface="Calibri"/>
                <a:cs typeface="Calibri"/>
              </a:rPr>
              <a:t> </a:t>
            </a:r>
            <a:r>
              <a:rPr sz="2400" dirty="0">
                <a:latin typeface="Calibri"/>
                <a:cs typeface="Calibri"/>
              </a:rPr>
              <a:t>lần</a:t>
            </a:r>
            <a:r>
              <a:rPr sz="2400" spc="-25" dirty="0">
                <a:latin typeface="Calibri"/>
                <a:cs typeface="Calibri"/>
              </a:rPr>
              <a:t> </a:t>
            </a:r>
            <a:r>
              <a:rPr sz="2400" dirty="0">
                <a:latin typeface="Calibri"/>
                <a:cs typeface="Calibri"/>
              </a:rPr>
              <a:t>để</a:t>
            </a:r>
            <a:r>
              <a:rPr sz="2400" spc="-20" dirty="0">
                <a:latin typeface="Calibri"/>
                <a:cs typeface="Calibri"/>
              </a:rPr>
              <a:t> </a:t>
            </a:r>
            <a:r>
              <a:rPr sz="2400" dirty="0">
                <a:latin typeface="Calibri"/>
                <a:cs typeface="Calibri"/>
              </a:rPr>
              <a:t>có</a:t>
            </a:r>
            <a:r>
              <a:rPr sz="2400" spc="-30" dirty="0">
                <a:latin typeface="Calibri"/>
                <a:cs typeface="Calibri"/>
              </a:rPr>
              <a:t> </a:t>
            </a:r>
            <a:r>
              <a:rPr sz="2400" dirty="0">
                <a:latin typeface="Calibri"/>
                <a:cs typeface="Calibri"/>
              </a:rPr>
              <a:t>một</a:t>
            </a:r>
            <a:r>
              <a:rPr sz="2400" spc="-40" dirty="0">
                <a:latin typeface="Calibri"/>
                <a:cs typeface="Calibri"/>
              </a:rPr>
              <a:t> </a:t>
            </a:r>
            <a:r>
              <a:rPr sz="2400" spc="-25" dirty="0">
                <a:latin typeface="Calibri"/>
                <a:cs typeface="Calibri"/>
              </a:rPr>
              <a:t>mặt </a:t>
            </a:r>
            <a:r>
              <a:rPr sz="2400" dirty="0">
                <a:latin typeface="Calibri"/>
                <a:cs typeface="Calibri"/>
              </a:rPr>
              <a:t>xuất</a:t>
            </a:r>
            <a:r>
              <a:rPr sz="2400" spc="-75" dirty="0">
                <a:latin typeface="Calibri"/>
                <a:cs typeface="Calibri"/>
              </a:rPr>
              <a:t> </a:t>
            </a:r>
            <a:r>
              <a:rPr sz="2400" spc="-20" dirty="0">
                <a:latin typeface="Calibri"/>
                <a:cs typeface="Calibri"/>
              </a:rPr>
              <a:t>hiện</a:t>
            </a:r>
            <a:endParaRPr sz="2400">
              <a:latin typeface="Calibri"/>
              <a:cs typeface="Calibri"/>
            </a:endParaRPr>
          </a:p>
          <a:p>
            <a:pPr marL="12700">
              <a:lnSpc>
                <a:spcPct val="100000"/>
              </a:lnSpc>
              <a:spcBef>
                <a:spcPts val="580"/>
              </a:spcBef>
              <a:tabLst>
                <a:tab pos="1325880" algn="l"/>
                <a:tab pos="2654300" algn="l"/>
              </a:tabLst>
            </a:pPr>
            <a:r>
              <a:rPr sz="2400" dirty="0">
                <a:latin typeface="Calibri"/>
                <a:cs typeface="Calibri"/>
              </a:rPr>
              <a:t>a</a:t>
            </a:r>
            <a:r>
              <a:rPr sz="2400" spc="-10" dirty="0">
                <a:latin typeface="Calibri"/>
                <a:cs typeface="Calibri"/>
              </a:rPr>
              <a:t> </a:t>
            </a:r>
            <a:r>
              <a:rPr sz="2400" dirty="0">
                <a:latin typeface="Calibri"/>
                <a:cs typeface="Calibri"/>
              </a:rPr>
              <a:t>)</a:t>
            </a:r>
            <a:r>
              <a:rPr sz="2400" spc="-20" dirty="0">
                <a:latin typeface="Calibri"/>
                <a:cs typeface="Calibri"/>
              </a:rPr>
              <a:t> </a:t>
            </a:r>
            <a:r>
              <a:rPr sz="2400" dirty="0">
                <a:latin typeface="Calibri"/>
                <a:cs typeface="Calibri"/>
              </a:rPr>
              <a:t>2</a:t>
            </a:r>
            <a:r>
              <a:rPr sz="2400" spc="-15" dirty="0">
                <a:latin typeface="Calibri"/>
                <a:cs typeface="Calibri"/>
              </a:rPr>
              <a:t> </a:t>
            </a:r>
            <a:r>
              <a:rPr sz="2400" spc="-25" dirty="0">
                <a:latin typeface="Calibri"/>
                <a:cs typeface="Calibri"/>
              </a:rPr>
              <a:t>lần</a:t>
            </a:r>
            <a:r>
              <a:rPr sz="2400" dirty="0">
                <a:latin typeface="Calibri"/>
                <a:cs typeface="Calibri"/>
              </a:rPr>
              <a:t>	b</a:t>
            </a:r>
            <a:r>
              <a:rPr sz="2400" spc="-10" dirty="0">
                <a:latin typeface="Calibri"/>
                <a:cs typeface="Calibri"/>
              </a:rPr>
              <a:t> </a:t>
            </a:r>
            <a:r>
              <a:rPr sz="2400" dirty="0">
                <a:latin typeface="Calibri"/>
                <a:cs typeface="Calibri"/>
              </a:rPr>
              <a:t>)</a:t>
            </a:r>
            <a:r>
              <a:rPr sz="2400" spc="-10" dirty="0">
                <a:latin typeface="Calibri"/>
                <a:cs typeface="Calibri"/>
              </a:rPr>
              <a:t> </a:t>
            </a:r>
            <a:r>
              <a:rPr sz="2400" dirty="0">
                <a:latin typeface="Calibri"/>
                <a:cs typeface="Calibri"/>
              </a:rPr>
              <a:t>3</a:t>
            </a:r>
            <a:r>
              <a:rPr sz="2400" spc="-15" dirty="0">
                <a:latin typeface="Calibri"/>
                <a:cs typeface="Calibri"/>
              </a:rPr>
              <a:t> </a:t>
            </a:r>
            <a:r>
              <a:rPr sz="2400" spc="-25" dirty="0">
                <a:latin typeface="Calibri"/>
                <a:cs typeface="Calibri"/>
              </a:rPr>
              <a:t>lần</a:t>
            </a:r>
            <a:r>
              <a:rPr sz="2400" dirty="0">
                <a:latin typeface="Calibri"/>
                <a:cs typeface="Calibri"/>
              </a:rPr>
              <a:t>	c</a:t>
            </a:r>
            <a:r>
              <a:rPr sz="2400" spc="-5" dirty="0">
                <a:latin typeface="Calibri"/>
                <a:cs typeface="Calibri"/>
              </a:rPr>
              <a:t> </a:t>
            </a:r>
            <a:r>
              <a:rPr sz="2400" dirty="0">
                <a:latin typeface="Calibri"/>
                <a:cs typeface="Calibri"/>
              </a:rPr>
              <a:t>)</a:t>
            </a:r>
            <a:r>
              <a:rPr sz="2400" spc="-15" dirty="0">
                <a:latin typeface="Calibri"/>
                <a:cs typeface="Calibri"/>
              </a:rPr>
              <a:t> </a:t>
            </a:r>
            <a:r>
              <a:rPr sz="2400" dirty="0">
                <a:latin typeface="Calibri"/>
                <a:cs typeface="Calibri"/>
              </a:rPr>
              <a:t>n</a:t>
            </a:r>
            <a:r>
              <a:rPr sz="2400" spc="-10" dirty="0">
                <a:latin typeface="Calibri"/>
                <a:cs typeface="Calibri"/>
              </a:rPr>
              <a:t> </a:t>
            </a:r>
            <a:r>
              <a:rPr sz="2400" spc="-25" dirty="0">
                <a:latin typeface="Calibri"/>
                <a:cs typeface="Calibri"/>
              </a:rPr>
              <a:t>lần</a:t>
            </a:r>
            <a:endParaRPr sz="2400">
              <a:latin typeface="Calibri"/>
              <a:cs typeface="Calibri"/>
            </a:endParaRPr>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81940" y="215239"/>
            <a:ext cx="8032115" cy="3927475"/>
          </a:xfrm>
          <a:prstGeom prst="rect">
            <a:avLst/>
          </a:prstGeom>
        </p:spPr>
        <p:txBody>
          <a:bodyPr vert="horz" wrap="square" lIns="0" tIns="109855" rIns="0" bIns="0" rtlCol="0">
            <a:spAutoFit/>
          </a:bodyPr>
          <a:lstStyle/>
          <a:p>
            <a:pPr marL="38100">
              <a:lnSpc>
                <a:spcPct val="100000"/>
              </a:lnSpc>
              <a:spcBef>
                <a:spcPts val="865"/>
              </a:spcBef>
            </a:pPr>
            <a:r>
              <a:rPr sz="3200" spc="-65" dirty="0">
                <a:latin typeface="Calibri"/>
                <a:cs typeface="Calibri"/>
              </a:rPr>
              <a:t>Tài</a:t>
            </a:r>
            <a:r>
              <a:rPr sz="3200" spc="-80" dirty="0">
                <a:latin typeface="Calibri"/>
                <a:cs typeface="Calibri"/>
              </a:rPr>
              <a:t> </a:t>
            </a:r>
            <a:r>
              <a:rPr sz="3200" dirty="0">
                <a:latin typeface="Calibri"/>
                <a:cs typeface="Calibri"/>
              </a:rPr>
              <a:t>liệu</a:t>
            </a:r>
            <a:r>
              <a:rPr sz="3200" spc="-70" dirty="0">
                <a:latin typeface="Calibri"/>
                <a:cs typeface="Calibri"/>
              </a:rPr>
              <a:t> </a:t>
            </a:r>
            <a:r>
              <a:rPr sz="3200" dirty="0">
                <a:latin typeface="Calibri"/>
                <a:cs typeface="Calibri"/>
              </a:rPr>
              <a:t>tham</a:t>
            </a:r>
            <a:r>
              <a:rPr sz="3200" spc="-70" dirty="0">
                <a:latin typeface="Calibri"/>
                <a:cs typeface="Calibri"/>
              </a:rPr>
              <a:t> </a:t>
            </a:r>
            <a:r>
              <a:rPr sz="3200" spc="-10" dirty="0">
                <a:latin typeface="Calibri"/>
                <a:cs typeface="Calibri"/>
              </a:rPr>
              <a:t>khảo:</a:t>
            </a:r>
            <a:endParaRPr sz="3200">
              <a:latin typeface="Calibri"/>
              <a:cs typeface="Calibri"/>
            </a:endParaRPr>
          </a:p>
          <a:p>
            <a:pPr marL="553085" indent="-514984">
              <a:lnSpc>
                <a:spcPct val="100000"/>
              </a:lnSpc>
              <a:spcBef>
                <a:spcPts val="770"/>
              </a:spcBef>
              <a:buAutoNum type="arabicParenR"/>
              <a:tabLst>
                <a:tab pos="553085" algn="l"/>
              </a:tabLst>
            </a:pPr>
            <a:r>
              <a:rPr sz="3200" spc="-55" dirty="0">
                <a:latin typeface="Calibri"/>
                <a:cs typeface="Calibri"/>
              </a:rPr>
              <a:t>Toán</a:t>
            </a:r>
            <a:r>
              <a:rPr sz="3200" spc="-65" dirty="0">
                <a:latin typeface="Calibri"/>
                <a:cs typeface="Calibri"/>
              </a:rPr>
              <a:t> </a:t>
            </a:r>
            <a:r>
              <a:rPr sz="3200" dirty="0">
                <a:latin typeface="Calibri"/>
                <a:cs typeface="Calibri"/>
              </a:rPr>
              <a:t>rời</a:t>
            </a:r>
            <a:r>
              <a:rPr sz="3200" spc="-70" dirty="0">
                <a:latin typeface="Calibri"/>
                <a:cs typeface="Calibri"/>
              </a:rPr>
              <a:t> </a:t>
            </a:r>
            <a:r>
              <a:rPr sz="3200" dirty="0">
                <a:latin typeface="Calibri"/>
                <a:cs typeface="Calibri"/>
              </a:rPr>
              <a:t>rạc,</a:t>
            </a:r>
            <a:r>
              <a:rPr sz="3200" spc="-80" dirty="0">
                <a:latin typeface="Calibri"/>
                <a:cs typeface="Calibri"/>
              </a:rPr>
              <a:t> </a:t>
            </a:r>
            <a:r>
              <a:rPr sz="3200" dirty="0">
                <a:latin typeface="Calibri"/>
                <a:cs typeface="Calibri"/>
              </a:rPr>
              <a:t>GS.</a:t>
            </a:r>
            <a:r>
              <a:rPr sz="3200" spc="-60" dirty="0">
                <a:latin typeface="Calibri"/>
                <a:cs typeface="Calibri"/>
              </a:rPr>
              <a:t> </a:t>
            </a:r>
            <a:r>
              <a:rPr sz="3200" dirty="0">
                <a:latin typeface="Calibri"/>
                <a:cs typeface="Calibri"/>
              </a:rPr>
              <a:t>Nguyễn</a:t>
            </a:r>
            <a:r>
              <a:rPr sz="3200" spc="-75" dirty="0">
                <a:latin typeface="Calibri"/>
                <a:cs typeface="Calibri"/>
              </a:rPr>
              <a:t> </a:t>
            </a:r>
            <a:r>
              <a:rPr sz="3200" dirty="0">
                <a:latin typeface="Calibri"/>
                <a:cs typeface="Calibri"/>
              </a:rPr>
              <a:t>Hữu</a:t>
            </a:r>
            <a:r>
              <a:rPr sz="3200" spc="-75" dirty="0">
                <a:latin typeface="Calibri"/>
                <a:cs typeface="Calibri"/>
              </a:rPr>
              <a:t> </a:t>
            </a:r>
            <a:r>
              <a:rPr sz="3200" dirty="0">
                <a:latin typeface="Calibri"/>
                <a:cs typeface="Calibri"/>
              </a:rPr>
              <a:t>Anh,</a:t>
            </a:r>
            <a:r>
              <a:rPr sz="3200" spc="-55" dirty="0">
                <a:latin typeface="Calibri"/>
                <a:cs typeface="Calibri"/>
              </a:rPr>
              <a:t> </a:t>
            </a:r>
            <a:r>
              <a:rPr sz="3200" dirty="0">
                <a:latin typeface="Calibri"/>
                <a:cs typeface="Calibri"/>
              </a:rPr>
              <a:t>Ph.</a:t>
            </a:r>
            <a:r>
              <a:rPr sz="3200" spc="-55" dirty="0">
                <a:latin typeface="Calibri"/>
                <a:cs typeface="Calibri"/>
              </a:rPr>
              <a:t> </a:t>
            </a:r>
            <a:r>
              <a:rPr sz="3200" spc="-60" dirty="0">
                <a:latin typeface="Calibri"/>
                <a:cs typeface="Calibri"/>
              </a:rPr>
              <a:t>D</a:t>
            </a:r>
            <a:endParaRPr sz="3200">
              <a:latin typeface="Calibri"/>
              <a:cs typeface="Calibri"/>
            </a:endParaRPr>
          </a:p>
          <a:p>
            <a:pPr marL="553085" marR="1567815" indent="-515620">
              <a:lnSpc>
                <a:spcPct val="100000"/>
              </a:lnSpc>
              <a:spcBef>
                <a:spcPts val="765"/>
              </a:spcBef>
              <a:buAutoNum type="arabicParenR"/>
              <a:tabLst>
                <a:tab pos="553085" algn="l"/>
              </a:tabLst>
            </a:pPr>
            <a:r>
              <a:rPr sz="3200" dirty="0">
                <a:latin typeface="Calibri"/>
                <a:cs typeface="Calibri"/>
              </a:rPr>
              <a:t>Rosen</a:t>
            </a:r>
            <a:r>
              <a:rPr sz="3200" spc="-140" dirty="0">
                <a:latin typeface="Calibri"/>
                <a:cs typeface="Calibri"/>
              </a:rPr>
              <a:t> </a:t>
            </a:r>
            <a:r>
              <a:rPr sz="3200" dirty="0">
                <a:latin typeface="Calibri"/>
                <a:cs typeface="Calibri"/>
              </a:rPr>
              <a:t>Discrete</a:t>
            </a:r>
            <a:r>
              <a:rPr sz="3200" spc="-114" dirty="0">
                <a:latin typeface="Calibri"/>
                <a:cs typeface="Calibri"/>
              </a:rPr>
              <a:t> </a:t>
            </a:r>
            <a:r>
              <a:rPr sz="3200" dirty="0">
                <a:latin typeface="Calibri"/>
                <a:cs typeface="Calibri"/>
              </a:rPr>
              <a:t>Mathematics</a:t>
            </a:r>
            <a:r>
              <a:rPr sz="3200" spc="-114" dirty="0">
                <a:latin typeface="Calibri"/>
                <a:cs typeface="Calibri"/>
              </a:rPr>
              <a:t> </a:t>
            </a:r>
            <a:r>
              <a:rPr sz="3200" dirty="0">
                <a:latin typeface="Calibri"/>
                <a:cs typeface="Calibri"/>
              </a:rPr>
              <a:t>and</a:t>
            </a:r>
            <a:r>
              <a:rPr sz="3200" spc="-105" dirty="0">
                <a:latin typeface="Calibri"/>
                <a:cs typeface="Calibri"/>
              </a:rPr>
              <a:t> </a:t>
            </a:r>
            <a:r>
              <a:rPr sz="3200" spc="-25" dirty="0">
                <a:latin typeface="Calibri"/>
                <a:cs typeface="Calibri"/>
              </a:rPr>
              <a:t>Its </a:t>
            </a:r>
            <a:r>
              <a:rPr sz="3200" dirty="0">
                <a:latin typeface="Calibri"/>
                <a:cs typeface="Calibri"/>
              </a:rPr>
              <a:t>Applications</a:t>
            </a:r>
            <a:r>
              <a:rPr sz="3200" spc="-70" dirty="0">
                <a:latin typeface="Calibri"/>
                <a:cs typeface="Calibri"/>
              </a:rPr>
              <a:t> </a:t>
            </a:r>
            <a:r>
              <a:rPr sz="3200" dirty="0">
                <a:latin typeface="Calibri"/>
                <a:cs typeface="Calibri"/>
              </a:rPr>
              <a:t>7</a:t>
            </a:r>
            <a:r>
              <a:rPr sz="3150" baseline="25132" dirty="0">
                <a:latin typeface="Calibri"/>
                <a:cs typeface="Calibri"/>
              </a:rPr>
              <a:t>th</a:t>
            </a:r>
            <a:r>
              <a:rPr sz="3150" spc="232" baseline="25132" dirty="0">
                <a:latin typeface="Calibri"/>
                <a:cs typeface="Calibri"/>
              </a:rPr>
              <a:t> </a:t>
            </a:r>
            <a:r>
              <a:rPr sz="3200" spc="-10" dirty="0">
                <a:latin typeface="Calibri"/>
                <a:cs typeface="Calibri"/>
              </a:rPr>
              <a:t>Edition</a:t>
            </a:r>
            <a:endParaRPr sz="3200">
              <a:latin typeface="Calibri"/>
              <a:cs typeface="Calibri"/>
            </a:endParaRPr>
          </a:p>
          <a:p>
            <a:pPr marL="459740" indent="-421640">
              <a:lnSpc>
                <a:spcPct val="100000"/>
              </a:lnSpc>
              <a:spcBef>
                <a:spcPts val="775"/>
              </a:spcBef>
              <a:buAutoNum type="arabicParenR"/>
              <a:tabLst>
                <a:tab pos="459740" algn="l"/>
              </a:tabLst>
            </a:pPr>
            <a:r>
              <a:rPr sz="3200" dirty="0">
                <a:latin typeface="Calibri"/>
                <a:cs typeface="Calibri"/>
              </a:rPr>
              <a:t>Discrete</a:t>
            </a:r>
            <a:r>
              <a:rPr sz="3200" spc="-125" dirty="0">
                <a:latin typeface="Calibri"/>
                <a:cs typeface="Calibri"/>
              </a:rPr>
              <a:t> </a:t>
            </a:r>
            <a:r>
              <a:rPr sz="3200" dirty="0">
                <a:latin typeface="Calibri"/>
                <a:cs typeface="Calibri"/>
              </a:rPr>
              <a:t>Mathematics,</a:t>
            </a:r>
            <a:r>
              <a:rPr sz="3200" spc="-95" dirty="0">
                <a:latin typeface="Calibri"/>
                <a:cs typeface="Calibri"/>
              </a:rPr>
              <a:t> </a:t>
            </a:r>
            <a:r>
              <a:rPr sz="3200" dirty="0">
                <a:latin typeface="Calibri"/>
                <a:cs typeface="Calibri"/>
              </a:rPr>
              <a:t>Richard</a:t>
            </a:r>
            <a:r>
              <a:rPr sz="3200" spc="-114" dirty="0">
                <a:latin typeface="Calibri"/>
                <a:cs typeface="Calibri"/>
              </a:rPr>
              <a:t> </a:t>
            </a:r>
            <a:r>
              <a:rPr sz="3200" spc="-10" dirty="0">
                <a:latin typeface="Calibri"/>
                <a:cs typeface="Calibri"/>
              </a:rPr>
              <a:t>Johnsonbaugh</a:t>
            </a:r>
            <a:endParaRPr sz="3200">
              <a:latin typeface="Calibri"/>
              <a:cs typeface="Calibri"/>
            </a:endParaRPr>
          </a:p>
          <a:p>
            <a:pPr marL="38100" marR="567055" indent="421005">
              <a:lnSpc>
                <a:spcPct val="100000"/>
              </a:lnSpc>
              <a:spcBef>
                <a:spcPts val="765"/>
              </a:spcBef>
              <a:buAutoNum type="arabicParenR"/>
              <a:tabLst>
                <a:tab pos="459105" algn="l"/>
              </a:tabLst>
            </a:pPr>
            <a:r>
              <a:rPr sz="3200" dirty="0">
                <a:latin typeface="Calibri"/>
                <a:cs typeface="Calibri"/>
              </a:rPr>
              <a:t>Discrete</a:t>
            </a:r>
            <a:r>
              <a:rPr sz="3200" spc="-90" dirty="0">
                <a:latin typeface="Calibri"/>
                <a:cs typeface="Calibri"/>
              </a:rPr>
              <a:t> </a:t>
            </a:r>
            <a:r>
              <a:rPr sz="3200" dirty="0">
                <a:latin typeface="Calibri"/>
                <a:cs typeface="Calibri"/>
              </a:rPr>
              <a:t>Mathematics,</a:t>
            </a:r>
            <a:r>
              <a:rPr sz="3200" spc="-50" dirty="0">
                <a:latin typeface="Calibri"/>
                <a:cs typeface="Calibri"/>
              </a:rPr>
              <a:t> </a:t>
            </a:r>
            <a:r>
              <a:rPr sz="3200" dirty="0">
                <a:latin typeface="Calibri"/>
                <a:cs typeface="Calibri"/>
              </a:rPr>
              <a:t>Seymour</a:t>
            </a:r>
            <a:r>
              <a:rPr sz="3200" spc="-75" dirty="0">
                <a:latin typeface="Calibri"/>
                <a:cs typeface="Calibri"/>
              </a:rPr>
              <a:t> </a:t>
            </a:r>
            <a:r>
              <a:rPr sz="3200" spc="-10" dirty="0">
                <a:latin typeface="Calibri"/>
                <a:cs typeface="Calibri"/>
              </a:rPr>
              <a:t>Lipschutz, </a:t>
            </a:r>
            <a:r>
              <a:rPr sz="3200" dirty="0">
                <a:latin typeface="Calibri"/>
                <a:cs typeface="Calibri"/>
              </a:rPr>
              <a:t>Marc</a:t>
            </a:r>
            <a:r>
              <a:rPr sz="3200" spc="-55" dirty="0">
                <a:latin typeface="Calibri"/>
                <a:cs typeface="Calibri"/>
              </a:rPr>
              <a:t> </a:t>
            </a:r>
            <a:r>
              <a:rPr sz="3200" spc="-10" dirty="0">
                <a:latin typeface="Calibri"/>
                <a:cs typeface="Calibri"/>
              </a:rPr>
              <a:t>Lipson</a:t>
            </a:r>
            <a:endParaRPr sz="3200">
              <a:latin typeface="Calibri"/>
              <a:cs typeface="Calibri"/>
            </a:endParaRP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542289"/>
            <a:ext cx="7973695" cy="5883275"/>
          </a:xfrm>
          <a:prstGeom prst="rect">
            <a:avLst/>
          </a:prstGeom>
        </p:spPr>
        <p:txBody>
          <a:bodyPr vert="horz" wrap="square" lIns="0" tIns="104139" rIns="0" bIns="0" rtlCol="0">
            <a:spAutoFit/>
          </a:bodyPr>
          <a:lstStyle/>
          <a:p>
            <a:pPr marL="325755" algn="ctr">
              <a:lnSpc>
                <a:spcPct val="100000"/>
              </a:lnSpc>
              <a:spcBef>
                <a:spcPts val="819"/>
              </a:spcBef>
            </a:pPr>
            <a:r>
              <a:rPr sz="3000" b="1" dirty="0">
                <a:latin typeface="Calibri"/>
                <a:cs typeface="Calibri"/>
              </a:rPr>
              <a:t>CHƯƠNG</a:t>
            </a:r>
            <a:r>
              <a:rPr sz="3000" b="1" spc="-85" dirty="0">
                <a:latin typeface="Calibri"/>
                <a:cs typeface="Calibri"/>
              </a:rPr>
              <a:t> </a:t>
            </a:r>
            <a:r>
              <a:rPr sz="3000" b="1" dirty="0">
                <a:latin typeface="Calibri"/>
                <a:cs typeface="Calibri"/>
              </a:rPr>
              <a:t>3</a:t>
            </a:r>
            <a:r>
              <a:rPr sz="3000" b="1" spc="-75" dirty="0">
                <a:latin typeface="Calibri"/>
                <a:cs typeface="Calibri"/>
              </a:rPr>
              <a:t> </a:t>
            </a:r>
            <a:r>
              <a:rPr sz="3000" b="1" dirty="0">
                <a:latin typeface="Calibri"/>
                <a:cs typeface="Calibri"/>
              </a:rPr>
              <a:t>:</a:t>
            </a:r>
            <a:r>
              <a:rPr sz="3000" b="1" spc="-80" dirty="0">
                <a:latin typeface="Calibri"/>
                <a:cs typeface="Calibri"/>
              </a:rPr>
              <a:t> </a:t>
            </a:r>
            <a:r>
              <a:rPr sz="3000" b="1" dirty="0">
                <a:latin typeface="Calibri"/>
                <a:cs typeface="Calibri"/>
              </a:rPr>
              <a:t>QUAN</a:t>
            </a:r>
            <a:r>
              <a:rPr sz="3000" b="1" spc="-75" dirty="0">
                <a:latin typeface="Calibri"/>
                <a:cs typeface="Calibri"/>
              </a:rPr>
              <a:t> </a:t>
            </a:r>
            <a:r>
              <a:rPr sz="3000" b="1" spc="-25" dirty="0">
                <a:latin typeface="Calibri"/>
                <a:cs typeface="Calibri"/>
              </a:rPr>
              <a:t>HỆ</a:t>
            </a:r>
            <a:endParaRPr sz="3000">
              <a:latin typeface="Calibri"/>
              <a:cs typeface="Calibri"/>
            </a:endParaRPr>
          </a:p>
          <a:p>
            <a:pPr marL="12700" marR="5080">
              <a:lnSpc>
                <a:spcPct val="100000"/>
              </a:lnSpc>
              <a:spcBef>
                <a:spcPts val="720"/>
              </a:spcBef>
            </a:pPr>
            <a:r>
              <a:rPr sz="3000" b="1" dirty="0">
                <a:latin typeface="Calibri"/>
                <a:cs typeface="Calibri"/>
              </a:rPr>
              <a:t>3.1</a:t>
            </a:r>
            <a:r>
              <a:rPr sz="3000" b="1" spc="-30" dirty="0">
                <a:latin typeface="Calibri"/>
                <a:cs typeface="Calibri"/>
              </a:rPr>
              <a:t> </a:t>
            </a:r>
            <a:r>
              <a:rPr sz="3000" b="1" dirty="0">
                <a:latin typeface="Calibri"/>
                <a:cs typeface="Calibri"/>
              </a:rPr>
              <a:t>Quan</a:t>
            </a:r>
            <a:r>
              <a:rPr sz="3000" b="1" spc="-30" dirty="0">
                <a:latin typeface="Calibri"/>
                <a:cs typeface="Calibri"/>
              </a:rPr>
              <a:t> </a:t>
            </a:r>
            <a:r>
              <a:rPr sz="3000" b="1" dirty="0">
                <a:latin typeface="Calibri"/>
                <a:cs typeface="Calibri"/>
              </a:rPr>
              <a:t>hệ</a:t>
            </a:r>
            <a:r>
              <a:rPr sz="3000" b="1" spc="-35" dirty="0">
                <a:latin typeface="Calibri"/>
                <a:cs typeface="Calibri"/>
              </a:rPr>
              <a:t> </a:t>
            </a:r>
            <a:r>
              <a:rPr sz="3000" b="1" dirty="0">
                <a:latin typeface="Calibri"/>
                <a:cs typeface="Calibri"/>
              </a:rPr>
              <a:t>trên</a:t>
            </a:r>
            <a:r>
              <a:rPr sz="3000" b="1" spc="-50" dirty="0">
                <a:latin typeface="Calibri"/>
                <a:cs typeface="Calibri"/>
              </a:rPr>
              <a:t> </a:t>
            </a:r>
            <a:r>
              <a:rPr sz="3000" b="1" dirty="0">
                <a:latin typeface="Calibri"/>
                <a:cs typeface="Calibri"/>
              </a:rPr>
              <a:t>tập</a:t>
            </a:r>
            <a:r>
              <a:rPr sz="3000" b="1" spc="-35" dirty="0">
                <a:latin typeface="Calibri"/>
                <a:cs typeface="Calibri"/>
              </a:rPr>
              <a:t> </a:t>
            </a:r>
            <a:r>
              <a:rPr sz="3000" b="1" dirty="0">
                <a:latin typeface="Calibri"/>
                <a:cs typeface="Calibri"/>
              </a:rPr>
              <a:t>X</a:t>
            </a:r>
            <a:r>
              <a:rPr sz="3000" b="1" spc="-40" dirty="0">
                <a:latin typeface="Calibri"/>
                <a:cs typeface="Calibri"/>
              </a:rPr>
              <a:t> </a:t>
            </a:r>
            <a:r>
              <a:rPr sz="3000" b="1" dirty="0">
                <a:latin typeface="Calibri"/>
                <a:cs typeface="Calibri"/>
              </a:rPr>
              <a:t>:</a:t>
            </a:r>
            <a:r>
              <a:rPr sz="3000" b="1" spc="-35" dirty="0">
                <a:latin typeface="Calibri"/>
                <a:cs typeface="Calibri"/>
              </a:rPr>
              <a:t> </a:t>
            </a:r>
            <a:r>
              <a:rPr sz="3000" dirty="0">
                <a:latin typeface="Calibri"/>
                <a:cs typeface="Calibri"/>
              </a:rPr>
              <a:t>R</a:t>
            </a:r>
            <a:r>
              <a:rPr sz="3000" spc="-40" dirty="0">
                <a:latin typeface="Calibri"/>
                <a:cs typeface="Calibri"/>
              </a:rPr>
              <a:t> </a:t>
            </a:r>
            <a:r>
              <a:rPr sz="3000" dirty="0">
                <a:latin typeface="Calibri"/>
                <a:cs typeface="Calibri"/>
              </a:rPr>
              <a:t>được</a:t>
            </a:r>
            <a:r>
              <a:rPr sz="3000" spc="-45" dirty="0">
                <a:latin typeface="Calibri"/>
                <a:cs typeface="Calibri"/>
              </a:rPr>
              <a:t> </a:t>
            </a:r>
            <a:r>
              <a:rPr sz="3000" dirty="0">
                <a:latin typeface="Calibri"/>
                <a:cs typeface="Calibri"/>
              </a:rPr>
              <a:t>nói</a:t>
            </a:r>
            <a:r>
              <a:rPr sz="3000" spc="-30" dirty="0">
                <a:latin typeface="Calibri"/>
                <a:cs typeface="Calibri"/>
              </a:rPr>
              <a:t> </a:t>
            </a:r>
            <a:r>
              <a:rPr sz="3000" dirty="0">
                <a:latin typeface="Calibri"/>
                <a:cs typeface="Calibri"/>
              </a:rPr>
              <a:t>là</a:t>
            </a:r>
            <a:r>
              <a:rPr sz="3000" spc="-25" dirty="0">
                <a:latin typeface="Calibri"/>
                <a:cs typeface="Calibri"/>
              </a:rPr>
              <a:t> </a:t>
            </a:r>
            <a:r>
              <a:rPr sz="3000" dirty="0">
                <a:latin typeface="Calibri"/>
                <a:cs typeface="Calibri"/>
              </a:rPr>
              <a:t>một</a:t>
            </a:r>
            <a:r>
              <a:rPr sz="3000" spc="-40" dirty="0">
                <a:latin typeface="Calibri"/>
                <a:cs typeface="Calibri"/>
              </a:rPr>
              <a:t> </a:t>
            </a:r>
            <a:r>
              <a:rPr sz="3000" dirty="0">
                <a:latin typeface="Calibri"/>
                <a:cs typeface="Calibri"/>
              </a:rPr>
              <a:t>quan</a:t>
            </a:r>
            <a:r>
              <a:rPr sz="3000" spc="-30" dirty="0">
                <a:latin typeface="Calibri"/>
                <a:cs typeface="Calibri"/>
              </a:rPr>
              <a:t> </a:t>
            </a:r>
            <a:r>
              <a:rPr sz="3000" spc="-25" dirty="0">
                <a:latin typeface="Calibri"/>
                <a:cs typeface="Calibri"/>
              </a:rPr>
              <a:t>hệ </a:t>
            </a:r>
            <a:r>
              <a:rPr sz="3000" dirty="0">
                <a:latin typeface="Calibri"/>
                <a:cs typeface="Calibri"/>
              </a:rPr>
              <a:t>trên</a:t>
            </a:r>
            <a:r>
              <a:rPr sz="3000" spc="-40" dirty="0">
                <a:latin typeface="Calibri"/>
                <a:cs typeface="Calibri"/>
              </a:rPr>
              <a:t> </a:t>
            </a:r>
            <a:r>
              <a:rPr sz="3000" dirty="0">
                <a:latin typeface="Calibri"/>
                <a:cs typeface="Calibri"/>
              </a:rPr>
              <a:t>X</a:t>
            </a:r>
            <a:r>
              <a:rPr sz="3000" spc="-35" dirty="0">
                <a:latin typeface="Calibri"/>
                <a:cs typeface="Calibri"/>
              </a:rPr>
              <a:t> </a:t>
            </a:r>
            <a:r>
              <a:rPr sz="3000" dirty="0">
                <a:latin typeface="Calibri"/>
                <a:cs typeface="Calibri"/>
              </a:rPr>
              <a:t>nếu</a:t>
            </a:r>
            <a:r>
              <a:rPr sz="3000" spc="-25" dirty="0">
                <a:latin typeface="Calibri"/>
                <a:cs typeface="Calibri"/>
              </a:rPr>
              <a:t> </a:t>
            </a:r>
            <a:r>
              <a:rPr sz="3000" dirty="0">
                <a:latin typeface="Calibri"/>
                <a:cs typeface="Calibri"/>
              </a:rPr>
              <a:t>R</a:t>
            </a:r>
            <a:r>
              <a:rPr sz="3000" spc="-20" dirty="0">
                <a:latin typeface="Calibri"/>
                <a:cs typeface="Calibri"/>
              </a:rPr>
              <a:t> </a:t>
            </a:r>
            <a:r>
              <a:rPr sz="3000" dirty="0">
                <a:latin typeface="Calibri"/>
                <a:cs typeface="Calibri"/>
              </a:rPr>
              <a:t>là</a:t>
            </a:r>
            <a:r>
              <a:rPr sz="3000" spc="-25" dirty="0">
                <a:latin typeface="Calibri"/>
                <a:cs typeface="Calibri"/>
              </a:rPr>
              <a:t> </a:t>
            </a:r>
            <a:r>
              <a:rPr sz="3000" dirty="0">
                <a:latin typeface="Calibri"/>
                <a:cs typeface="Calibri"/>
              </a:rPr>
              <a:t>tập</a:t>
            </a:r>
            <a:r>
              <a:rPr sz="3000" spc="-25" dirty="0">
                <a:latin typeface="Calibri"/>
                <a:cs typeface="Calibri"/>
              </a:rPr>
              <a:t> </a:t>
            </a:r>
            <a:r>
              <a:rPr sz="3000" dirty="0">
                <a:latin typeface="Calibri"/>
                <a:cs typeface="Calibri"/>
              </a:rPr>
              <a:t>con</a:t>
            </a:r>
            <a:r>
              <a:rPr sz="3000" spc="-30" dirty="0">
                <a:latin typeface="Calibri"/>
                <a:cs typeface="Calibri"/>
              </a:rPr>
              <a:t> </a:t>
            </a:r>
            <a:r>
              <a:rPr sz="3000" dirty="0">
                <a:latin typeface="Calibri"/>
                <a:cs typeface="Calibri"/>
              </a:rPr>
              <a:t>của</a:t>
            </a:r>
            <a:r>
              <a:rPr sz="3000" spc="-40" dirty="0">
                <a:latin typeface="Calibri"/>
                <a:cs typeface="Calibri"/>
              </a:rPr>
              <a:t> </a:t>
            </a:r>
            <a:r>
              <a:rPr sz="3000" dirty="0">
                <a:latin typeface="Calibri"/>
                <a:cs typeface="Calibri"/>
              </a:rPr>
              <a:t>X</a:t>
            </a:r>
            <a:r>
              <a:rPr sz="3000" spc="-25" dirty="0">
                <a:latin typeface="Calibri"/>
                <a:cs typeface="Calibri"/>
              </a:rPr>
              <a:t> </a:t>
            </a:r>
            <a:r>
              <a:rPr sz="3000" dirty="0">
                <a:latin typeface="Calibri"/>
                <a:cs typeface="Calibri"/>
              </a:rPr>
              <a:t>x</a:t>
            </a:r>
            <a:r>
              <a:rPr sz="3000" spc="-20" dirty="0">
                <a:latin typeface="Calibri"/>
                <a:cs typeface="Calibri"/>
              </a:rPr>
              <a:t> </a:t>
            </a:r>
            <a:r>
              <a:rPr sz="3000" spc="-25" dirty="0">
                <a:latin typeface="Calibri"/>
                <a:cs typeface="Calibri"/>
              </a:rPr>
              <a:t>X.</a:t>
            </a:r>
            <a:endParaRPr sz="3000">
              <a:latin typeface="Calibri"/>
              <a:cs typeface="Calibri"/>
            </a:endParaRPr>
          </a:p>
          <a:p>
            <a:pPr marL="12700">
              <a:lnSpc>
                <a:spcPct val="100000"/>
              </a:lnSpc>
              <a:spcBef>
                <a:spcPts val="720"/>
              </a:spcBef>
            </a:pPr>
            <a:r>
              <a:rPr sz="3000" b="1" dirty="0">
                <a:latin typeface="Calibri"/>
                <a:cs typeface="Calibri"/>
              </a:rPr>
              <a:t>Ví</a:t>
            </a:r>
            <a:r>
              <a:rPr sz="3000" b="1" spc="-25" dirty="0">
                <a:latin typeface="Calibri"/>
                <a:cs typeface="Calibri"/>
              </a:rPr>
              <a:t> </a:t>
            </a:r>
            <a:r>
              <a:rPr sz="3000" b="1" dirty="0">
                <a:latin typeface="Calibri"/>
                <a:cs typeface="Calibri"/>
              </a:rPr>
              <a:t>dụ</a:t>
            </a:r>
            <a:r>
              <a:rPr sz="3000" b="1" spc="-20" dirty="0">
                <a:latin typeface="Calibri"/>
                <a:cs typeface="Calibri"/>
              </a:rPr>
              <a:t> </a:t>
            </a:r>
            <a:r>
              <a:rPr sz="3000" b="1" dirty="0">
                <a:latin typeface="Calibri"/>
                <a:cs typeface="Calibri"/>
              </a:rPr>
              <a:t>:</a:t>
            </a:r>
            <a:r>
              <a:rPr sz="3000" dirty="0">
                <a:latin typeface="Calibri"/>
                <a:cs typeface="Calibri"/>
              </a:rPr>
              <a:t>Cho</a:t>
            </a:r>
            <a:r>
              <a:rPr sz="3000" spc="-30" dirty="0">
                <a:latin typeface="Calibri"/>
                <a:cs typeface="Calibri"/>
              </a:rPr>
              <a:t> </a:t>
            </a:r>
            <a:r>
              <a:rPr sz="3000" dirty="0">
                <a:latin typeface="Calibri"/>
                <a:cs typeface="Calibri"/>
              </a:rPr>
              <a:t>X</a:t>
            </a:r>
            <a:r>
              <a:rPr sz="3000" spc="-25" dirty="0">
                <a:latin typeface="Calibri"/>
                <a:cs typeface="Calibri"/>
              </a:rPr>
              <a:t> </a:t>
            </a:r>
            <a:r>
              <a:rPr sz="3000" dirty="0">
                <a:latin typeface="Calibri"/>
                <a:cs typeface="Calibri"/>
              </a:rPr>
              <a:t>=</a:t>
            </a:r>
            <a:r>
              <a:rPr sz="3000" spc="-30" dirty="0">
                <a:latin typeface="Calibri"/>
                <a:cs typeface="Calibri"/>
              </a:rPr>
              <a:t> </a:t>
            </a:r>
            <a:r>
              <a:rPr sz="3000" dirty="0">
                <a:latin typeface="Calibri"/>
                <a:cs typeface="Calibri"/>
              </a:rPr>
              <a:t>{1,</a:t>
            </a:r>
            <a:r>
              <a:rPr sz="3000" spc="-35" dirty="0">
                <a:latin typeface="Calibri"/>
                <a:cs typeface="Calibri"/>
              </a:rPr>
              <a:t> </a:t>
            </a:r>
            <a:r>
              <a:rPr sz="3000" dirty="0">
                <a:latin typeface="Calibri"/>
                <a:cs typeface="Calibri"/>
              </a:rPr>
              <a:t>2,</a:t>
            </a:r>
            <a:r>
              <a:rPr sz="3000" spc="-20" dirty="0">
                <a:latin typeface="Calibri"/>
                <a:cs typeface="Calibri"/>
              </a:rPr>
              <a:t> </a:t>
            </a:r>
            <a:r>
              <a:rPr sz="3000" dirty="0">
                <a:latin typeface="Calibri"/>
                <a:cs typeface="Calibri"/>
              </a:rPr>
              <a:t>3}</a:t>
            </a:r>
            <a:r>
              <a:rPr sz="3000" spc="-40" dirty="0">
                <a:latin typeface="Calibri"/>
                <a:cs typeface="Calibri"/>
              </a:rPr>
              <a:t> </a:t>
            </a:r>
            <a:r>
              <a:rPr sz="3000" spc="-25" dirty="0">
                <a:latin typeface="Calibri"/>
                <a:cs typeface="Calibri"/>
              </a:rPr>
              <a:t>thì</a:t>
            </a:r>
            <a:endParaRPr sz="3000">
              <a:latin typeface="Calibri"/>
              <a:cs typeface="Calibri"/>
            </a:endParaRPr>
          </a:p>
          <a:p>
            <a:pPr marR="2890520" algn="r">
              <a:lnSpc>
                <a:spcPct val="100000"/>
              </a:lnSpc>
              <a:spcBef>
                <a:spcPts val="760"/>
              </a:spcBef>
            </a:pPr>
            <a:r>
              <a:rPr sz="3000" dirty="0">
                <a:latin typeface="Calibri"/>
                <a:cs typeface="Calibri"/>
              </a:rPr>
              <a:t>X</a:t>
            </a:r>
            <a:r>
              <a:rPr sz="3000" spc="-20" dirty="0">
                <a:latin typeface="Calibri"/>
                <a:cs typeface="Calibri"/>
              </a:rPr>
              <a:t> </a:t>
            </a:r>
            <a:r>
              <a:rPr sz="3000" dirty="0">
                <a:latin typeface="Calibri"/>
                <a:cs typeface="Calibri"/>
              </a:rPr>
              <a:t>x</a:t>
            </a:r>
            <a:r>
              <a:rPr sz="3000" spc="-15" dirty="0">
                <a:latin typeface="Calibri"/>
                <a:cs typeface="Calibri"/>
              </a:rPr>
              <a:t> </a:t>
            </a:r>
            <a:r>
              <a:rPr sz="3000" dirty="0">
                <a:latin typeface="Calibri"/>
                <a:cs typeface="Calibri"/>
              </a:rPr>
              <a:t>X</a:t>
            </a:r>
            <a:r>
              <a:rPr sz="3000" spc="-15" dirty="0">
                <a:latin typeface="Calibri"/>
                <a:cs typeface="Calibri"/>
              </a:rPr>
              <a:t> </a:t>
            </a:r>
            <a:r>
              <a:rPr sz="3000" dirty="0">
                <a:latin typeface="Calibri"/>
                <a:cs typeface="Calibri"/>
              </a:rPr>
              <a:t>=</a:t>
            </a:r>
            <a:r>
              <a:rPr sz="3000" spc="-5" dirty="0">
                <a:latin typeface="Calibri"/>
                <a:cs typeface="Calibri"/>
              </a:rPr>
              <a:t> </a:t>
            </a:r>
            <a:r>
              <a:rPr sz="3000" b="1" dirty="0">
                <a:latin typeface="Calibri"/>
                <a:cs typeface="Calibri"/>
              </a:rPr>
              <a:t>{</a:t>
            </a:r>
            <a:r>
              <a:rPr sz="3000" b="1" spc="-10" dirty="0">
                <a:latin typeface="Calibri"/>
                <a:cs typeface="Calibri"/>
              </a:rPr>
              <a:t> </a:t>
            </a:r>
            <a:r>
              <a:rPr sz="3000" b="1" dirty="0">
                <a:latin typeface="Calibri"/>
                <a:cs typeface="Calibri"/>
              </a:rPr>
              <a:t>(x,</a:t>
            </a:r>
            <a:r>
              <a:rPr sz="3000" b="1" spc="-20" dirty="0">
                <a:latin typeface="Calibri"/>
                <a:cs typeface="Calibri"/>
              </a:rPr>
              <a:t> </a:t>
            </a:r>
            <a:r>
              <a:rPr sz="3000" b="1" dirty="0">
                <a:latin typeface="Calibri"/>
                <a:cs typeface="Calibri"/>
              </a:rPr>
              <a:t>y)</a:t>
            </a:r>
            <a:r>
              <a:rPr sz="3000" b="1" spc="-15" dirty="0">
                <a:latin typeface="Calibri"/>
                <a:cs typeface="Calibri"/>
              </a:rPr>
              <a:t> </a:t>
            </a:r>
            <a:r>
              <a:rPr sz="3000" b="1" dirty="0">
                <a:latin typeface="Calibri"/>
                <a:cs typeface="Calibri"/>
              </a:rPr>
              <a:t>:</a:t>
            </a:r>
            <a:r>
              <a:rPr sz="3000" b="1" spc="-10" dirty="0">
                <a:latin typeface="Calibri"/>
                <a:cs typeface="Calibri"/>
              </a:rPr>
              <a:t> </a:t>
            </a:r>
            <a:r>
              <a:rPr sz="3000" b="1" dirty="0">
                <a:latin typeface="Calibri"/>
                <a:cs typeface="Calibri"/>
              </a:rPr>
              <a:t>x,</a:t>
            </a:r>
            <a:r>
              <a:rPr sz="3000" b="1" spc="-10" dirty="0">
                <a:latin typeface="Calibri"/>
                <a:cs typeface="Calibri"/>
              </a:rPr>
              <a:t> </a:t>
            </a:r>
            <a:r>
              <a:rPr sz="3000" b="1" dirty="0">
                <a:latin typeface="Calibri"/>
                <a:cs typeface="Calibri"/>
              </a:rPr>
              <a:t>y</a:t>
            </a:r>
            <a:r>
              <a:rPr sz="3000" b="1" spc="-25" dirty="0">
                <a:latin typeface="Calibri"/>
                <a:cs typeface="Calibri"/>
              </a:rPr>
              <a:t> </a:t>
            </a:r>
            <a:r>
              <a:rPr sz="3000" dirty="0">
                <a:latin typeface="Symbol"/>
                <a:cs typeface="Symbol"/>
              </a:rPr>
              <a:t></a:t>
            </a:r>
            <a:r>
              <a:rPr sz="3000" spc="-80" dirty="0">
                <a:latin typeface="Times New Roman"/>
                <a:cs typeface="Times New Roman"/>
              </a:rPr>
              <a:t> </a:t>
            </a:r>
            <a:r>
              <a:rPr sz="3000" b="1" dirty="0">
                <a:latin typeface="Calibri"/>
                <a:cs typeface="Calibri"/>
              </a:rPr>
              <a:t>X</a:t>
            </a:r>
            <a:r>
              <a:rPr sz="3000" b="1" spc="-25" dirty="0">
                <a:latin typeface="Calibri"/>
                <a:cs typeface="Calibri"/>
              </a:rPr>
              <a:t> </a:t>
            </a:r>
            <a:r>
              <a:rPr sz="3000" b="1" spc="-50" dirty="0">
                <a:latin typeface="Calibri"/>
                <a:cs typeface="Calibri"/>
              </a:rPr>
              <a:t>}</a:t>
            </a:r>
            <a:endParaRPr sz="3000">
              <a:latin typeface="Calibri"/>
              <a:cs typeface="Calibri"/>
            </a:endParaRPr>
          </a:p>
          <a:p>
            <a:pPr marL="2155190">
              <a:lnSpc>
                <a:spcPct val="100000"/>
              </a:lnSpc>
              <a:spcBef>
                <a:spcPts val="685"/>
              </a:spcBef>
            </a:pPr>
            <a:r>
              <a:rPr sz="3000" dirty="0">
                <a:latin typeface="Calibri"/>
                <a:cs typeface="Calibri"/>
              </a:rPr>
              <a:t>=</a:t>
            </a:r>
            <a:r>
              <a:rPr sz="3000" spc="-20" dirty="0">
                <a:latin typeface="Calibri"/>
                <a:cs typeface="Calibri"/>
              </a:rPr>
              <a:t> </a:t>
            </a:r>
            <a:r>
              <a:rPr sz="3000" dirty="0">
                <a:latin typeface="Calibri"/>
                <a:cs typeface="Calibri"/>
              </a:rPr>
              <a:t>{</a:t>
            </a:r>
            <a:r>
              <a:rPr sz="3000" spc="-40" dirty="0">
                <a:latin typeface="Calibri"/>
                <a:cs typeface="Calibri"/>
              </a:rPr>
              <a:t> </a:t>
            </a:r>
            <a:r>
              <a:rPr sz="3000" dirty="0">
                <a:latin typeface="Calibri"/>
                <a:cs typeface="Calibri"/>
              </a:rPr>
              <a:t>(1,</a:t>
            </a:r>
            <a:r>
              <a:rPr sz="3000" spc="-25" dirty="0">
                <a:latin typeface="Calibri"/>
                <a:cs typeface="Calibri"/>
              </a:rPr>
              <a:t> </a:t>
            </a:r>
            <a:r>
              <a:rPr sz="3000" dirty="0">
                <a:latin typeface="Calibri"/>
                <a:cs typeface="Calibri"/>
              </a:rPr>
              <a:t>1),</a:t>
            </a:r>
            <a:r>
              <a:rPr sz="3000" spc="-25" dirty="0">
                <a:latin typeface="Calibri"/>
                <a:cs typeface="Calibri"/>
              </a:rPr>
              <a:t> </a:t>
            </a:r>
            <a:r>
              <a:rPr sz="3000" dirty="0">
                <a:latin typeface="Calibri"/>
                <a:cs typeface="Calibri"/>
              </a:rPr>
              <a:t>(1,</a:t>
            </a:r>
            <a:r>
              <a:rPr sz="3000" spc="-25" dirty="0">
                <a:latin typeface="Calibri"/>
                <a:cs typeface="Calibri"/>
              </a:rPr>
              <a:t> </a:t>
            </a:r>
            <a:r>
              <a:rPr sz="3000" dirty="0">
                <a:latin typeface="Calibri"/>
                <a:cs typeface="Calibri"/>
              </a:rPr>
              <a:t>2),</a:t>
            </a:r>
            <a:r>
              <a:rPr sz="3000" spc="-40" dirty="0">
                <a:latin typeface="Calibri"/>
                <a:cs typeface="Calibri"/>
              </a:rPr>
              <a:t> </a:t>
            </a:r>
            <a:r>
              <a:rPr sz="3000" dirty="0">
                <a:latin typeface="Calibri"/>
                <a:cs typeface="Calibri"/>
              </a:rPr>
              <a:t>(1,</a:t>
            </a:r>
            <a:r>
              <a:rPr sz="3000" spc="-25" dirty="0">
                <a:latin typeface="Calibri"/>
                <a:cs typeface="Calibri"/>
              </a:rPr>
              <a:t> </a:t>
            </a:r>
            <a:r>
              <a:rPr sz="3000" dirty="0">
                <a:latin typeface="Calibri"/>
                <a:cs typeface="Calibri"/>
              </a:rPr>
              <a:t>3),</a:t>
            </a:r>
            <a:r>
              <a:rPr sz="3000" spc="-30" dirty="0">
                <a:latin typeface="Calibri"/>
                <a:cs typeface="Calibri"/>
              </a:rPr>
              <a:t> </a:t>
            </a:r>
            <a:r>
              <a:rPr sz="3000" dirty="0">
                <a:latin typeface="Calibri"/>
                <a:cs typeface="Calibri"/>
              </a:rPr>
              <a:t>(2,</a:t>
            </a:r>
            <a:r>
              <a:rPr sz="3000" spc="-25" dirty="0">
                <a:latin typeface="Calibri"/>
                <a:cs typeface="Calibri"/>
              </a:rPr>
              <a:t> </a:t>
            </a:r>
            <a:r>
              <a:rPr sz="3000" dirty="0">
                <a:latin typeface="Calibri"/>
                <a:cs typeface="Calibri"/>
              </a:rPr>
              <a:t>1),</a:t>
            </a:r>
            <a:r>
              <a:rPr sz="3000" spc="-25" dirty="0">
                <a:latin typeface="Calibri"/>
                <a:cs typeface="Calibri"/>
              </a:rPr>
              <a:t> </a:t>
            </a:r>
            <a:r>
              <a:rPr sz="3000" dirty="0">
                <a:latin typeface="Calibri"/>
                <a:cs typeface="Calibri"/>
              </a:rPr>
              <a:t>(2,</a:t>
            </a:r>
            <a:r>
              <a:rPr sz="3000" spc="-25" dirty="0">
                <a:latin typeface="Calibri"/>
                <a:cs typeface="Calibri"/>
              </a:rPr>
              <a:t> </a:t>
            </a:r>
            <a:r>
              <a:rPr sz="3000" dirty="0">
                <a:latin typeface="Calibri"/>
                <a:cs typeface="Calibri"/>
              </a:rPr>
              <a:t>2),</a:t>
            </a:r>
            <a:r>
              <a:rPr sz="3000" spc="-25" dirty="0">
                <a:latin typeface="Calibri"/>
                <a:cs typeface="Calibri"/>
              </a:rPr>
              <a:t> (2,</a:t>
            </a:r>
            <a:endParaRPr sz="3000">
              <a:latin typeface="Calibri"/>
              <a:cs typeface="Calibri"/>
            </a:endParaRPr>
          </a:p>
          <a:p>
            <a:pPr marL="12700">
              <a:lnSpc>
                <a:spcPct val="100000"/>
              </a:lnSpc>
            </a:pPr>
            <a:r>
              <a:rPr sz="3000" dirty="0">
                <a:latin typeface="Calibri"/>
                <a:cs typeface="Calibri"/>
              </a:rPr>
              <a:t>3),</a:t>
            </a:r>
            <a:r>
              <a:rPr sz="3000" spc="-35" dirty="0">
                <a:latin typeface="Calibri"/>
                <a:cs typeface="Calibri"/>
              </a:rPr>
              <a:t> </a:t>
            </a:r>
            <a:r>
              <a:rPr sz="3000" dirty="0">
                <a:latin typeface="Calibri"/>
                <a:cs typeface="Calibri"/>
              </a:rPr>
              <a:t>(3,</a:t>
            </a:r>
            <a:r>
              <a:rPr sz="3000" spc="-30" dirty="0">
                <a:latin typeface="Calibri"/>
                <a:cs typeface="Calibri"/>
              </a:rPr>
              <a:t> </a:t>
            </a:r>
            <a:r>
              <a:rPr sz="3000" dirty="0">
                <a:latin typeface="Calibri"/>
                <a:cs typeface="Calibri"/>
              </a:rPr>
              <a:t>1),</a:t>
            </a:r>
            <a:r>
              <a:rPr sz="3000" spc="-30" dirty="0">
                <a:latin typeface="Calibri"/>
                <a:cs typeface="Calibri"/>
              </a:rPr>
              <a:t> </a:t>
            </a:r>
            <a:r>
              <a:rPr sz="3000" dirty="0">
                <a:latin typeface="Calibri"/>
                <a:cs typeface="Calibri"/>
              </a:rPr>
              <a:t>(3,</a:t>
            </a:r>
            <a:r>
              <a:rPr sz="3000" spc="-30" dirty="0">
                <a:latin typeface="Calibri"/>
                <a:cs typeface="Calibri"/>
              </a:rPr>
              <a:t> </a:t>
            </a:r>
            <a:r>
              <a:rPr sz="3000" dirty="0">
                <a:latin typeface="Calibri"/>
                <a:cs typeface="Calibri"/>
              </a:rPr>
              <a:t>2),</a:t>
            </a:r>
            <a:r>
              <a:rPr sz="3000" spc="-30" dirty="0">
                <a:latin typeface="Calibri"/>
                <a:cs typeface="Calibri"/>
              </a:rPr>
              <a:t> </a:t>
            </a:r>
            <a:r>
              <a:rPr sz="3000" dirty="0">
                <a:latin typeface="Calibri"/>
                <a:cs typeface="Calibri"/>
              </a:rPr>
              <a:t>(3,</a:t>
            </a:r>
            <a:r>
              <a:rPr sz="3000" spc="-30" dirty="0">
                <a:latin typeface="Calibri"/>
                <a:cs typeface="Calibri"/>
              </a:rPr>
              <a:t> </a:t>
            </a:r>
            <a:r>
              <a:rPr sz="3000" dirty="0">
                <a:latin typeface="Calibri"/>
                <a:cs typeface="Calibri"/>
              </a:rPr>
              <a:t>3)</a:t>
            </a:r>
            <a:r>
              <a:rPr sz="3000" spc="-35" dirty="0">
                <a:latin typeface="Calibri"/>
                <a:cs typeface="Calibri"/>
              </a:rPr>
              <a:t> </a:t>
            </a:r>
            <a:r>
              <a:rPr sz="3000" spc="-50" dirty="0">
                <a:latin typeface="Calibri"/>
                <a:cs typeface="Calibri"/>
              </a:rPr>
              <a:t>}</a:t>
            </a:r>
            <a:endParaRPr sz="3000">
              <a:latin typeface="Calibri"/>
              <a:cs typeface="Calibri"/>
            </a:endParaRPr>
          </a:p>
          <a:p>
            <a:pPr>
              <a:lnSpc>
                <a:spcPct val="100000"/>
              </a:lnSpc>
              <a:spcBef>
                <a:spcPts val="1415"/>
              </a:spcBef>
            </a:pPr>
            <a:endParaRPr sz="3000">
              <a:latin typeface="Calibri"/>
              <a:cs typeface="Calibri"/>
            </a:endParaRPr>
          </a:p>
          <a:p>
            <a:pPr marR="2978150" algn="r">
              <a:lnSpc>
                <a:spcPct val="100000"/>
              </a:lnSpc>
            </a:pPr>
            <a:r>
              <a:rPr sz="3000" dirty="0">
                <a:latin typeface="Calibri"/>
                <a:cs typeface="Calibri"/>
              </a:rPr>
              <a:t>R</a:t>
            </a:r>
            <a:r>
              <a:rPr sz="3000" spc="-35" dirty="0">
                <a:latin typeface="Calibri"/>
                <a:cs typeface="Calibri"/>
              </a:rPr>
              <a:t> </a:t>
            </a:r>
            <a:r>
              <a:rPr sz="3000" dirty="0">
                <a:latin typeface="Calibri"/>
                <a:cs typeface="Calibri"/>
              </a:rPr>
              <a:t>=</a:t>
            </a:r>
            <a:r>
              <a:rPr sz="3000" spc="-20" dirty="0">
                <a:latin typeface="Calibri"/>
                <a:cs typeface="Calibri"/>
              </a:rPr>
              <a:t> </a:t>
            </a:r>
            <a:r>
              <a:rPr sz="3000" dirty="0">
                <a:latin typeface="Calibri"/>
                <a:cs typeface="Calibri"/>
              </a:rPr>
              <a:t>{</a:t>
            </a:r>
            <a:r>
              <a:rPr sz="3000" spc="-20" dirty="0">
                <a:latin typeface="Calibri"/>
                <a:cs typeface="Calibri"/>
              </a:rPr>
              <a:t> </a:t>
            </a:r>
            <a:r>
              <a:rPr sz="3000" dirty="0">
                <a:latin typeface="Calibri"/>
                <a:cs typeface="Calibri"/>
              </a:rPr>
              <a:t>(1,</a:t>
            </a:r>
            <a:r>
              <a:rPr sz="3000" spc="-10" dirty="0">
                <a:latin typeface="Calibri"/>
                <a:cs typeface="Calibri"/>
              </a:rPr>
              <a:t> </a:t>
            </a:r>
            <a:r>
              <a:rPr sz="3000" dirty="0">
                <a:latin typeface="Calibri"/>
                <a:cs typeface="Calibri"/>
              </a:rPr>
              <a:t>1)</a:t>
            </a:r>
            <a:r>
              <a:rPr sz="3000" spc="-20" dirty="0">
                <a:latin typeface="Calibri"/>
                <a:cs typeface="Calibri"/>
              </a:rPr>
              <a:t> </a:t>
            </a:r>
            <a:r>
              <a:rPr sz="3000" dirty="0">
                <a:latin typeface="Calibri"/>
                <a:cs typeface="Calibri"/>
              </a:rPr>
              <a:t>,</a:t>
            </a:r>
            <a:r>
              <a:rPr sz="3000" spc="-15" dirty="0">
                <a:latin typeface="Calibri"/>
                <a:cs typeface="Calibri"/>
              </a:rPr>
              <a:t> </a:t>
            </a:r>
            <a:r>
              <a:rPr sz="3000" dirty="0">
                <a:latin typeface="Calibri"/>
                <a:cs typeface="Calibri"/>
              </a:rPr>
              <a:t>(1,</a:t>
            </a:r>
            <a:r>
              <a:rPr sz="3000" spc="-15" dirty="0">
                <a:latin typeface="Calibri"/>
                <a:cs typeface="Calibri"/>
              </a:rPr>
              <a:t> </a:t>
            </a:r>
            <a:r>
              <a:rPr sz="3000" dirty="0">
                <a:latin typeface="Calibri"/>
                <a:cs typeface="Calibri"/>
              </a:rPr>
              <a:t>3)</a:t>
            </a:r>
            <a:r>
              <a:rPr sz="3000" spc="-5" dirty="0">
                <a:latin typeface="Calibri"/>
                <a:cs typeface="Calibri"/>
              </a:rPr>
              <a:t> </a:t>
            </a:r>
            <a:r>
              <a:rPr sz="3000" dirty="0">
                <a:latin typeface="Calibri"/>
                <a:cs typeface="Calibri"/>
              </a:rPr>
              <a:t>}</a:t>
            </a:r>
            <a:r>
              <a:rPr sz="3000" spc="-35" dirty="0">
                <a:latin typeface="Calibri"/>
                <a:cs typeface="Calibri"/>
              </a:rPr>
              <a:t> </a:t>
            </a:r>
            <a:r>
              <a:rPr sz="3000" dirty="0">
                <a:latin typeface="Symbol"/>
                <a:cs typeface="Symbol"/>
              </a:rPr>
              <a:t></a:t>
            </a:r>
            <a:r>
              <a:rPr sz="3000" spc="-85" dirty="0">
                <a:latin typeface="Times New Roman"/>
                <a:cs typeface="Times New Roman"/>
              </a:rPr>
              <a:t> </a:t>
            </a:r>
            <a:r>
              <a:rPr sz="3000" dirty="0">
                <a:latin typeface="Calibri"/>
                <a:cs typeface="Calibri"/>
              </a:rPr>
              <a:t>X</a:t>
            </a:r>
            <a:r>
              <a:rPr sz="3000" spc="-15" dirty="0">
                <a:latin typeface="Calibri"/>
                <a:cs typeface="Calibri"/>
              </a:rPr>
              <a:t> </a:t>
            </a:r>
            <a:r>
              <a:rPr sz="3000" dirty="0">
                <a:latin typeface="Calibri"/>
                <a:cs typeface="Calibri"/>
              </a:rPr>
              <a:t>x</a:t>
            </a:r>
            <a:r>
              <a:rPr sz="3000" spc="-20" dirty="0">
                <a:latin typeface="Calibri"/>
                <a:cs typeface="Calibri"/>
              </a:rPr>
              <a:t> </a:t>
            </a:r>
            <a:r>
              <a:rPr sz="3000" spc="-25" dirty="0">
                <a:latin typeface="Calibri"/>
                <a:cs typeface="Calibri"/>
              </a:rPr>
              <a:t>X.</a:t>
            </a:r>
            <a:endParaRPr sz="3000">
              <a:latin typeface="Calibri"/>
              <a:cs typeface="Calibri"/>
            </a:endParaRPr>
          </a:p>
          <a:p>
            <a:pPr marL="870585">
              <a:lnSpc>
                <a:spcPct val="100000"/>
              </a:lnSpc>
              <a:spcBef>
                <a:spcPts val="720"/>
              </a:spcBef>
            </a:pPr>
            <a:r>
              <a:rPr sz="3000" dirty="0">
                <a:latin typeface="Calibri"/>
                <a:cs typeface="Calibri"/>
              </a:rPr>
              <a:t>R</a:t>
            </a:r>
            <a:r>
              <a:rPr sz="3000" spc="-35" dirty="0">
                <a:latin typeface="Calibri"/>
                <a:cs typeface="Calibri"/>
              </a:rPr>
              <a:t> </a:t>
            </a:r>
            <a:r>
              <a:rPr sz="3000" dirty="0">
                <a:latin typeface="Calibri"/>
                <a:cs typeface="Calibri"/>
              </a:rPr>
              <a:t>=</a:t>
            </a:r>
            <a:r>
              <a:rPr sz="3000" spc="-15" dirty="0">
                <a:latin typeface="Calibri"/>
                <a:cs typeface="Calibri"/>
              </a:rPr>
              <a:t> </a:t>
            </a:r>
            <a:r>
              <a:rPr sz="3000" dirty="0">
                <a:latin typeface="Symbol"/>
                <a:cs typeface="Symbol"/>
              </a:rPr>
              <a:t></a:t>
            </a:r>
            <a:r>
              <a:rPr sz="3000" spc="-75" dirty="0">
                <a:latin typeface="Times New Roman"/>
                <a:cs typeface="Times New Roman"/>
              </a:rPr>
              <a:t> </a:t>
            </a:r>
            <a:r>
              <a:rPr sz="3000" dirty="0">
                <a:latin typeface="Symbol"/>
                <a:cs typeface="Symbol"/>
              </a:rPr>
              <a:t></a:t>
            </a:r>
            <a:r>
              <a:rPr sz="3000" spc="-95" dirty="0">
                <a:latin typeface="Times New Roman"/>
                <a:cs typeface="Times New Roman"/>
              </a:rPr>
              <a:t> </a:t>
            </a:r>
            <a:r>
              <a:rPr sz="3000" dirty="0">
                <a:latin typeface="Calibri"/>
                <a:cs typeface="Calibri"/>
              </a:rPr>
              <a:t>X</a:t>
            </a:r>
            <a:r>
              <a:rPr sz="3000" spc="-5" dirty="0">
                <a:latin typeface="Calibri"/>
                <a:cs typeface="Calibri"/>
              </a:rPr>
              <a:t> </a:t>
            </a:r>
            <a:r>
              <a:rPr sz="3000" dirty="0">
                <a:latin typeface="Calibri"/>
                <a:cs typeface="Calibri"/>
              </a:rPr>
              <a:t>x</a:t>
            </a:r>
            <a:r>
              <a:rPr sz="3000" spc="-15" dirty="0">
                <a:latin typeface="Calibri"/>
                <a:cs typeface="Calibri"/>
              </a:rPr>
              <a:t> </a:t>
            </a:r>
            <a:r>
              <a:rPr sz="3000" spc="-25" dirty="0">
                <a:latin typeface="Calibri"/>
                <a:cs typeface="Calibri"/>
              </a:rPr>
              <a:t>X.</a:t>
            </a:r>
            <a:endParaRPr sz="3000">
              <a:latin typeface="Calibri"/>
              <a:cs typeface="Calibri"/>
            </a:endParaRPr>
          </a:p>
          <a:p>
            <a:pPr marL="870585">
              <a:lnSpc>
                <a:spcPct val="100000"/>
              </a:lnSpc>
              <a:spcBef>
                <a:spcPts val="720"/>
              </a:spcBef>
              <a:tabLst>
                <a:tab pos="1524635" algn="l"/>
              </a:tabLst>
            </a:pPr>
            <a:r>
              <a:rPr sz="3000" dirty="0">
                <a:latin typeface="Calibri"/>
                <a:cs typeface="Calibri"/>
              </a:rPr>
              <a:t>R</a:t>
            </a:r>
            <a:r>
              <a:rPr sz="3000" spc="-20" dirty="0">
                <a:latin typeface="Calibri"/>
                <a:cs typeface="Calibri"/>
              </a:rPr>
              <a:t> </a:t>
            </a:r>
            <a:r>
              <a:rPr sz="3000" spc="-50" dirty="0">
                <a:latin typeface="Calibri"/>
                <a:cs typeface="Calibri"/>
              </a:rPr>
              <a:t>=</a:t>
            </a:r>
            <a:r>
              <a:rPr sz="3000" dirty="0">
                <a:latin typeface="Calibri"/>
                <a:cs typeface="Calibri"/>
              </a:rPr>
              <a:t>	{</a:t>
            </a:r>
            <a:r>
              <a:rPr sz="3000" spc="-40" dirty="0">
                <a:latin typeface="Calibri"/>
                <a:cs typeface="Calibri"/>
              </a:rPr>
              <a:t> </a:t>
            </a:r>
            <a:r>
              <a:rPr sz="3000" dirty="0">
                <a:latin typeface="Calibri"/>
                <a:cs typeface="Calibri"/>
              </a:rPr>
              <a:t>(1,</a:t>
            </a:r>
            <a:r>
              <a:rPr sz="3000" spc="-20" dirty="0">
                <a:latin typeface="Calibri"/>
                <a:cs typeface="Calibri"/>
              </a:rPr>
              <a:t> </a:t>
            </a:r>
            <a:r>
              <a:rPr sz="3000" dirty="0">
                <a:latin typeface="Calibri"/>
                <a:cs typeface="Calibri"/>
              </a:rPr>
              <a:t>1)</a:t>
            </a:r>
            <a:r>
              <a:rPr sz="3000" spc="-25" dirty="0">
                <a:latin typeface="Calibri"/>
                <a:cs typeface="Calibri"/>
              </a:rPr>
              <a:t> </a:t>
            </a:r>
            <a:r>
              <a:rPr sz="3000" dirty="0">
                <a:latin typeface="Calibri"/>
                <a:cs typeface="Calibri"/>
              </a:rPr>
              <a:t>,</a:t>
            </a:r>
            <a:r>
              <a:rPr sz="3000" spc="-20" dirty="0">
                <a:latin typeface="Calibri"/>
                <a:cs typeface="Calibri"/>
              </a:rPr>
              <a:t> </a:t>
            </a:r>
            <a:r>
              <a:rPr sz="3000" dirty="0">
                <a:latin typeface="Calibri"/>
                <a:cs typeface="Calibri"/>
              </a:rPr>
              <a:t>(1,</a:t>
            </a:r>
            <a:r>
              <a:rPr sz="3000" spc="-20" dirty="0">
                <a:latin typeface="Calibri"/>
                <a:cs typeface="Calibri"/>
              </a:rPr>
              <a:t> </a:t>
            </a:r>
            <a:r>
              <a:rPr sz="3000" dirty="0">
                <a:latin typeface="Calibri"/>
                <a:cs typeface="Calibri"/>
              </a:rPr>
              <a:t>3),</a:t>
            </a:r>
            <a:r>
              <a:rPr sz="3000" spc="-25" dirty="0">
                <a:latin typeface="Calibri"/>
                <a:cs typeface="Calibri"/>
              </a:rPr>
              <a:t> </a:t>
            </a:r>
            <a:r>
              <a:rPr sz="3000" dirty="0">
                <a:latin typeface="Calibri"/>
                <a:cs typeface="Calibri"/>
              </a:rPr>
              <a:t>(1,</a:t>
            </a:r>
            <a:r>
              <a:rPr sz="3000" spc="-20" dirty="0">
                <a:latin typeface="Calibri"/>
                <a:cs typeface="Calibri"/>
              </a:rPr>
              <a:t> </a:t>
            </a:r>
            <a:r>
              <a:rPr sz="3000" dirty="0">
                <a:latin typeface="Calibri"/>
                <a:cs typeface="Calibri"/>
              </a:rPr>
              <a:t>4)</a:t>
            </a:r>
            <a:r>
              <a:rPr sz="3000" spc="-25" dirty="0">
                <a:latin typeface="Calibri"/>
                <a:cs typeface="Calibri"/>
              </a:rPr>
              <a:t> </a:t>
            </a:r>
            <a:r>
              <a:rPr sz="3000" dirty="0">
                <a:latin typeface="Calibri"/>
                <a:cs typeface="Calibri"/>
              </a:rPr>
              <a:t>}</a:t>
            </a:r>
            <a:r>
              <a:rPr sz="3000" spc="-35" dirty="0">
                <a:latin typeface="Calibri"/>
                <a:cs typeface="Calibri"/>
              </a:rPr>
              <a:t> </a:t>
            </a:r>
            <a:r>
              <a:rPr sz="3000" dirty="0">
                <a:latin typeface="Symbol"/>
                <a:cs typeface="Symbol"/>
              </a:rPr>
              <a:t></a:t>
            </a:r>
            <a:r>
              <a:rPr sz="3000" spc="-95" dirty="0">
                <a:latin typeface="Times New Roman"/>
                <a:cs typeface="Times New Roman"/>
              </a:rPr>
              <a:t> </a:t>
            </a:r>
            <a:r>
              <a:rPr sz="3000" dirty="0">
                <a:latin typeface="Calibri"/>
                <a:cs typeface="Calibri"/>
              </a:rPr>
              <a:t>X</a:t>
            </a:r>
            <a:r>
              <a:rPr sz="3000" spc="-20" dirty="0">
                <a:latin typeface="Calibri"/>
                <a:cs typeface="Calibri"/>
              </a:rPr>
              <a:t> </a:t>
            </a:r>
            <a:r>
              <a:rPr sz="3000" dirty="0">
                <a:latin typeface="Calibri"/>
                <a:cs typeface="Calibri"/>
              </a:rPr>
              <a:t>x</a:t>
            </a:r>
            <a:r>
              <a:rPr sz="3000" spc="-25" dirty="0">
                <a:latin typeface="Calibri"/>
                <a:cs typeface="Calibri"/>
              </a:rPr>
              <a:t> </a:t>
            </a:r>
            <a:r>
              <a:rPr sz="3000" dirty="0">
                <a:latin typeface="Calibri"/>
                <a:cs typeface="Calibri"/>
              </a:rPr>
              <a:t>X.</a:t>
            </a:r>
            <a:r>
              <a:rPr sz="3000" spc="-25" dirty="0">
                <a:latin typeface="Calibri"/>
                <a:cs typeface="Calibri"/>
              </a:rPr>
              <a:t> </a:t>
            </a:r>
            <a:r>
              <a:rPr sz="3000" dirty="0">
                <a:latin typeface="Calibri"/>
                <a:cs typeface="Calibri"/>
              </a:rPr>
              <a:t>(1,4)</a:t>
            </a:r>
            <a:r>
              <a:rPr sz="3000" spc="-5" dirty="0">
                <a:latin typeface="Calibri"/>
                <a:cs typeface="Calibri"/>
              </a:rPr>
              <a:t> </a:t>
            </a:r>
            <a:r>
              <a:rPr sz="3000" dirty="0">
                <a:latin typeface="Symbol"/>
                <a:cs typeface="Symbol"/>
              </a:rPr>
              <a:t></a:t>
            </a:r>
            <a:r>
              <a:rPr sz="3000" spc="-105" dirty="0">
                <a:latin typeface="Times New Roman"/>
                <a:cs typeface="Times New Roman"/>
              </a:rPr>
              <a:t> </a:t>
            </a:r>
            <a:r>
              <a:rPr sz="3000" spc="-20" dirty="0">
                <a:latin typeface="Calibri"/>
                <a:cs typeface="Calibri"/>
              </a:rPr>
              <a:t>XxX.</a:t>
            </a:r>
            <a:endParaRPr sz="3000">
              <a:latin typeface="Calibri"/>
              <a:cs typeface="Calibri"/>
            </a:endParaRPr>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235407"/>
            <a:ext cx="7444740" cy="3346450"/>
          </a:xfrm>
          <a:prstGeom prst="rect">
            <a:avLst/>
          </a:prstGeom>
        </p:spPr>
        <p:txBody>
          <a:bodyPr vert="horz" wrap="square" lIns="0" tIns="13335" rIns="0" bIns="0" rtlCol="0">
            <a:spAutoFit/>
          </a:bodyPr>
          <a:lstStyle/>
          <a:p>
            <a:pPr marL="12700" marR="32384">
              <a:lnSpc>
                <a:spcPct val="100000"/>
              </a:lnSpc>
              <a:spcBef>
                <a:spcPts val="105"/>
              </a:spcBef>
            </a:pPr>
            <a:r>
              <a:rPr sz="3200" b="1" dirty="0">
                <a:latin typeface="Calibri"/>
                <a:cs typeface="Calibri"/>
              </a:rPr>
              <a:t>Ví</a:t>
            </a:r>
            <a:r>
              <a:rPr sz="3200" b="1" spc="-40" dirty="0">
                <a:latin typeface="Calibri"/>
                <a:cs typeface="Calibri"/>
              </a:rPr>
              <a:t> </a:t>
            </a:r>
            <a:r>
              <a:rPr sz="3200" b="1" dirty="0">
                <a:latin typeface="Calibri"/>
                <a:cs typeface="Calibri"/>
              </a:rPr>
              <a:t>dụ</a:t>
            </a:r>
            <a:r>
              <a:rPr sz="3200" b="1" spc="-40" dirty="0">
                <a:latin typeface="Calibri"/>
                <a:cs typeface="Calibri"/>
              </a:rPr>
              <a:t> </a:t>
            </a:r>
            <a:r>
              <a:rPr sz="3200" b="1" dirty="0">
                <a:latin typeface="Calibri"/>
                <a:cs typeface="Calibri"/>
              </a:rPr>
              <a:t>:</a:t>
            </a:r>
            <a:r>
              <a:rPr sz="3200" dirty="0">
                <a:latin typeface="Calibri"/>
                <a:cs typeface="Calibri"/>
              </a:rPr>
              <a:t>Cho</a:t>
            </a:r>
            <a:r>
              <a:rPr sz="3200" spc="-20" dirty="0">
                <a:latin typeface="Calibri"/>
                <a:cs typeface="Calibri"/>
              </a:rPr>
              <a:t> </a:t>
            </a:r>
            <a:r>
              <a:rPr sz="3200" dirty="0">
                <a:latin typeface="Calibri"/>
                <a:cs typeface="Calibri"/>
              </a:rPr>
              <a:t>X</a:t>
            </a:r>
            <a:r>
              <a:rPr sz="3200" spc="-40"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{1,</a:t>
            </a:r>
            <a:r>
              <a:rPr sz="3200" spc="-15" dirty="0">
                <a:latin typeface="Calibri"/>
                <a:cs typeface="Calibri"/>
              </a:rPr>
              <a:t> </a:t>
            </a:r>
            <a:r>
              <a:rPr sz="3200" dirty="0">
                <a:latin typeface="Calibri"/>
                <a:cs typeface="Calibri"/>
              </a:rPr>
              <a:t>2,</a:t>
            </a:r>
            <a:r>
              <a:rPr sz="3200" spc="-25" dirty="0">
                <a:latin typeface="Calibri"/>
                <a:cs typeface="Calibri"/>
              </a:rPr>
              <a:t> </a:t>
            </a:r>
            <a:r>
              <a:rPr sz="3200" dirty="0">
                <a:latin typeface="Calibri"/>
                <a:cs typeface="Calibri"/>
              </a:rPr>
              <a:t>3,</a:t>
            </a:r>
            <a:r>
              <a:rPr sz="3200" spc="-25" dirty="0">
                <a:latin typeface="Calibri"/>
                <a:cs typeface="Calibri"/>
              </a:rPr>
              <a:t> </a:t>
            </a:r>
            <a:r>
              <a:rPr sz="3200" dirty="0">
                <a:latin typeface="Calibri"/>
                <a:cs typeface="Calibri"/>
              </a:rPr>
              <a:t>4}.</a:t>
            </a:r>
            <a:r>
              <a:rPr sz="3200" spc="-25" dirty="0">
                <a:latin typeface="Calibri"/>
                <a:cs typeface="Calibri"/>
              </a:rPr>
              <a:t> </a:t>
            </a:r>
            <a:r>
              <a:rPr sz="3200" dirty="0">
                <a:latin typeface="Calibri"/>
                <a:cs typeface="Calibri"/>
              </a:rPr>
              <a:t>R</a:t>
            </a:r>
            <a:r>
              <a:rPr sz="3200" spc="-25" dirty="0">
                <a:latin typeface="Calibri"/>
                <a:cs typeface="Calibri"/>
              </a:rPr>
              <a:t> </a:t>
            </a:r>
            <a:r>
              <a:rPr sz="3200" dirty="0">
                <a:latin typeface="Calibri"/>
                <a:cs typeface="Calibri"/>
              </a:rPr>
              <a:t>là</a:t>
            </a:r>
            <a:r>
              <a:rPr sz="3200" spc="-25" dirty="0">
                <a:latin typeface="Calibri"/>
                <a:cs typeface="Calibri"/>
              </a:rPr>
              <a:t> </a:t>
            </a:r>
            <a:r>
              <a:rPr sz="3200" dirty="0">
                <a:latin typeface="Calibri"/>
                <a:cs typeface="Calibri"/>
              </a:rPr>
              <a:t>quan hệ</a:t>
            </a:r>
            <a:r>
              <a:rPr sz="3200" spc="-25" dirty="0">
                <a:latin typeface="Calibri"/>
                <a:cs typeface="Calibri"/>
              </a:rPr>
              <a:t> </a:t>
            </a:r>
            <a:r>
              <a:rPr sz="3200" dirty="0">
                <a:latin typeface="Calibri"/>
                <a:cs typeface="Calibri"/>
              </a:rPr>
              <a:t>trên</a:t>
            </a:r>
            <a:r>
              <a:rPr sz="3200" spc="-25" dirty="0">
                <a:latin typeface="Calibri"/>
                <a:cs typeface="Calibri"/>
              </a:rPr>
              <a:t> </a:t>
            </a:r>
            <a:r>
              <a:rPr sz="3200" spc="-50" dirty="0">
                <a:latin typeface="Calibri"/>
                <a:cs typeface="Calibri"/>
              </a:rPr>
              <a:t>X </a:t>
            </a:r>
            <a:r>
              <a:rPr sz="3200" dirty="0">
                <a:latin typeface="Calibri"/>
                <a:cs typeface="Calibri"/>
              </a:rPr>
              <a:t>được</a:t>
            </a:r>
            <a:r>
              <a:rPr sz="3200" spc="-70" dirty="0">
                <a:latin typeface="Calibri"/>
                <a:cs typeface="Calibri"/>
              </a:rPr>
              <a:t> </a:t>
            </a:r>
            <a:r>
              <a:rPr sz="3200" dirty="0">
                <a:latin typeface="Calibri"/>
                <a:cs typeface="Calibri"/>
              </a:rPr>
              <a:t>định</a:t>
            </a:r>
            <a:r>
              <a:rPr sz="3200" spc="-25" dirty="0">
                <a:latin typeface="Calibri"/>
                <a:cs typeface="Calibri"/>
              </a:rPr>
              <a:t> </a:t>
            </a:r>
            <a:r>
              <a:rPr sz="3200" spc="-10" dirty="0">
                <a:latin typeface="Calibri"/>
                <a:cs typeface="Calibri"/>
              </a:rPr>
              <a:t>nghĩa</a:t>
            </a:r>
            <a:endParaRPr sz="3200">
              <a:latin typeface="Calibri"/>
              <a:cs typeface="Calibri"/>
            </a:endParaRPr>
          </a:p>
          <a:p>
            <a:pPr marL="855344" algn="ctr">
              <a:lnSpc>
                <a:spcPct val="100000"/>
              </a:lnSpc>
              <a:spcBef>
                <a:spcPts val="795"/>
              </a:spcBef>
              <a:tabLst>
                <a:tab pos="4610735" algn="l"/>
              </a:tabLst>
            </a:pPr>
            <a:r>
              <a:rPr sz="3200" dirty="0">
                <a:latin typeface="Calibri"/>
                <a:cs typeface="Calibri"/>
              </a:rPr>
              <a:t>(x,</a:t>
            </a:r>
            <a:r>
              <a:rPr sz="3200" spc="-15" dirty="0">
                <a:latin typeface="Calibri"/>
                <a:cs typeface="Calibri"/>
              </a:rPr>
              <a:t> </a:t>
            </a:r>
            <a:r>
              <a:rPr sz="3200" dirty="0">
                <a:latin typeface="Calibri"/>
                <a:cs typeface="Calibri"/>
              </a:rPr>
              <a:t>y)</a:t>
            </a:r>
            <a:r>
              <a:rPr sz="3200" spc="-15" dirty="0">
                <a:latin typeface="Calibri"/>
                <a:cs typeface="Calibri"/>
              </a:rPr>
              <a:t> </a:t>
            </a:r>
            <a:r>
              <a:rPr sz="3200" dirty="0">
                <a:latin typeface="Symbol"/>
                <a:cs typeface="Symbol"/>
              </a:rPr>
              <a:t></a:t>
            </a:r>
            <a:r>
              <a:rPr sz="3200" spc="-85" dirty="0">
                <a:latin typeface="Times New Roman"/>
                <a:cs typeface="Times New Roman"/>
              </a:rPr>
              <a:t> </a:t>
            </a:r>
            <a:r>
              <a:rPr sz="3200" dirty="0">
                <a:latin typeface="Calibri"/>
                <a:cs typeface="Calibri"/>
              </a:rPr>
              <a:t>R</a:t>
            </a:r>
            <a:r>
              <a:rPr sz="3200" spc="-10"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x</a:t>
            </a:r>
            <a:r>
              <a:rPr sz="3200" spc="-15"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y</a:t>
            </a:r>
            <a:r>
              <a:rPr sz="3200" spc="-5" dirty="0">
                <a:latin typeface="Calibri"/>
                <a:cs typeface="Calibri"/>
              </a:rPr>
              <a:t> </a:t>
            </a:r>
            <a:r>
              <a:rPr sz="3200" dirty="0">
                <a:latin typeface="Symbol"/>
                <a:cs typeface="Symbol"/>
              </a:rPr>
              <a:t></a:t>
            </a:r>
            <a:r>
              <a:rPr sz="3200" spc="-80" dirty="0">
                <a:latin typeface="Times New Roman"/>
                <a:cs typeface="Times New Roman"/>
              </a:rPr>
              <a:t> </a:t>
            </a:r>
            <a:r>
              <a:rPr sz="3200" spc="-25" dirty="0">
                <a:latin typeface="Calibri"/>
                <a:cs typeface="Calibri"/>
              </a:rPr>
              <a:t>4.</a:t>
            </a:r>
            <a:r>
              <a:rPr sz="3200" dirty="0">
                <a:latin typeface="Calibri"/>
                <a:cs typeface="Calibri"/>
              </a:rPr>
              <a:t>	</a:t>
            </a:r>
            <a:r>
              <a:rPr sz="3200" spc="-25" dirty="0">
                <a:latin typeface="Calibri"/>
                <a:cs typeface="Calibri"/>
              </a:rPr>
              <a:t>(*)</a:t>
            </a:r>
            <a:endParaRPr sz="3200">
              <a:latin typeface="Calibri"/>
              <a:cs typeface="Calibri"/>
            </a:endParaRPr>
          </a:p>
          <a:p>
            <a:pPr marL="1026160">
              <a:lnSpc>
                <a:spcPct val="100000"/>
              </a:lnSpc>
              <a:spcBef>
                <a:spcPts val="745"/>
              </a:spcBef>
            </a:pPr>
            <a:r>
              <a:rPr sz="3200" dirty="0">
                <a:latin typeface="Calibri"/>
                <a:cs typeface="Calibri"/>
              </a:rPr>
              <a:t>R</a:t>
            </a:r>
            <a:r>
              <a:rPr sz="3200" spc="-55" dirty="0">
                <a:latin typeface="Calibri"/>
                <a:cs typeface="Calibri"/>
              </a:rPr>
              <a:t> </a:t>
            </a:r>
            <a:r>
              <a:rPr sz="3200" dirty="0">
                <a:latin typeface="Calibri"/>
                <a:cs typeface="Calibri"/>
              </a:rPr>
              <a:t>=</a:t>
            </a:r>
            <a:r>
              <a:rPr sz="3200" spc="-50" dirty="0">
                <a:latin typeface="Calibri"/>
                <a:cs typeface="Calibri"/>
              </a:rPr>
              <a:t> </a:t>
            </a:r>
            <a:r>
              <a:rPr sz="3200" dirty="0">
                <a:latin typeface="Calibri"/>
                <a:cs typeface="Calibri"/>
              </a:rPr>
              <a:t>{(1,1),</a:t>
            </a:r>
            <a:r>
              <a:rPr sz="3200" spc="-45" dirty="0">
                <a:latin typeface="Calibri"/>
                <a:cs typeface="Calibri"/>
              </a:rPr>
              <a:t> </a:t>
            </a:r>
            <a:r>
              <a:rPr sz="3200" dirty="0">
                <a:latin typeface="Calibri"/>
                <a:cs typeface="Calibri"/>
              </a:rPr>
              <a:t>(2,2),</a:t>
            </a:r>
            <a:r>
              <a:rPr sz="3200" spc="-50" dirty="0">
                <a:latin typeface="Calibri"/>
                <a:cs typeface="Calibri"/>
              </a:rPr>
              <a:t> </a:t>
            </a:r>
            <a:r>
              <a:rPr sz="3200" dirty="0">
                <a:latin typeface="Calibri"/>
                <a:cs typeface="Calibri"/>
              </a:rPr>
              <a:t>(1,2),</a:t>
            </a:r>
            <a:r>
              <a:rPr sz="3200" spc="-40" dirty="0">
                <a:latin typeface="Calibri"/>
                <a:cs typeface="Calibri"/>
              </a:rPr>
              <a:t> </a:t>
            </a:r>
            <a:r>
              <a:rPr sz="3200" dirty="0">
                <a:latin typeface="Calibri"/>
                <a:cs typeface="Calibri"/>
              </a:rPr>
              <a:t>(2,1),</a:t>
            </a:r>
            <a:r>
              <a:rPr sz="3200" spc="-50" dirty="0">
                <a:latin typeface="Calibri"/>
                <a:cs typeface="Calibri"/>
              </a:rPr>
              <a:t> </a:t>
            </a:r>
            <a:r>
              <a:rPr sz="3200" dirty="0">
                <a:latin typeface="Calibri"/>
                <a:cs typeface="Calibri"/>
              </a:rPr>
              <a:t>(1,3),</a:t>
            </a:r>
            <a:r>
              <a:rPr sz="3200" spc="-40" dirty="0">
                <a:latin typeface="Calibri"/>
                <a:cs typeface="Calibri"/>
              </a:rPr>
              <a:t> </a:t>
            </a:r>
            <a:r>
              <a:rPr sz="3200" spc="-10" dirty="0">
                <a:latin typeface="Calibri"/>
                <a:cs typeface="Calibri"/>
              </a:rPr>
              <a:t>(3,1)}</a:t>
            </a:r>
            <a:endParaRPr sz="3200">
              <a:latin typeface="Calibri"/>
              <a:cs typeface="Calibri"/>
            </a:endParaRPr>
          </a:p>
          <a:p>
            <a:pPr marL="104139">
              <a:lnSpc>
                <a:spcPct val="100000"/>
              </a:lnSpc>
              <a:spcBef>
                <a:spcPts val="770"/>
              </a:spcBef>
              <a:tabLst>
                <a:tab pos="745490" algn="l"/>
              </a:tabLst>
            </a:pPr>
            <a:r>
              <a:rPr sz="3200" b="1" spc="-25" dirty="0">
                <a:latin typeface="Calibri"/>
                <a:cs typeface="Calibri"/>
              </a:rPr>
              <a:t>(*)</a:t>
            </a:r>
            <a:r>
              <a:rPr sz="3200" b="1" dirty="0">
                <a:latin typeface="Calibri"/>
                <a:cs typeface="Calibri"/>
              </a:rPr>
              <a:t>	</a:t>
            </a:r>
            <a:r>
              <a:rPr sz="3200" dirty="0">
                <a:latin typeface="Calibri"/>
                <a:cs typeface="Calibri"/>
              </a:rPr>
              <a:t>còn</a:t>
            </a:r>
            <a:r>
              <a:rPr sz="3200" spc="-45" dirty="0">
                <a:latin typeface="Calibri"/>
                <a:cs typeface="Calibri"/>
              </a:rPr>
              <a:t> </a:t>
            </a:r>
            <a:r>
              <a:rPr sz="3200" dirty="0">
                <a:latin typeface="Calibri"/>
                <a:cs typeface="Calibri"/>
              </a:rPr>
              <a:t>được</a:t>
            </a:r>
            <a:r>
              <a:rPr sz="3200" spc="-40" dirty="0">
                <a:latin typeface="Calibri"/>
                <a:cs typeface="Calibri"/>
              </a:rPr>
              <a:t> </a:t>
            </a:r>
            <a:r>
              <a:rPr sz="3200" dirty="0">
                <a:latin typeface="Calibri"/>
                <a:cs typeface="Calibri"/>
              </a:rPr>
              <a:t>viết</a:t>
            </a:r>
            <a:r>
              <a:rPr sz="3200" spc="-35" dirty="0">
                <a:latin typeface="Calibri"/>
                <a:cs typeface="Calibri"/>
              </a:rPr>
              <a:t> </a:t>
            </a:r>
            <a:r>
              <a:rPr sz="3200" spc="-50" dirty="0">
                <a:latin typeface="Calibri"/>
                <a:cs typeface="Calibri"/>
              </a:rPr>
              <a:t>:</a:t>
            </a:r>
            <a:endParaRPr sz="3200">
              <a:latin typeface="Calibri"/>
              <a:cs typeface="Calibri"/>
            </a:endParaRPr>
          </a:p>
          <a:p>
            <a:pPr marL="854075" algn="ctr">
              <a:lnSpc>
                <a:spcPct val="100000"/>
              </a:lnSpc>
              <a:spcBef>
                <a:spcPts val="790"/>
              </a:spcBef>
              <a:tabLst>
                <a:tab pos="1803400" algn="l"/>
              </a:tabLst>
            </a:pPr>
            <a:r>
              <a:rPr sz="3200" dirty="0">
                <a:latin typeface="Calibri"/>
                <a:cs typeface="Calibri"/>
              </a:rPr>
              <a:t>x R </a:t>
            </a:r>
            <a:r>
              <a:rPr sz="3200" spc="-50" dirty="0">
                <a:latin typeface="Calibri"/>
                <a:cs typeface="Calibri"/>
              </a:rPr>
              <a:t>y</a:t>
            </a:r>
            <a:r>
              <a:rPr sz="3200"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x +</a:t>
            </a:r>
            <a:r>
              <a:rPr sz="3200" spc="-10" dirty="0">
                <a:latin typeface="Calibri"/>
                <a:cs typeface="Calibri"/>
              </a:rPr>
              <a:t> </a:t>
            </a:r>
            <a:r>
              <a:rPr sz="3200" dirty="0">
                <a:latin typeface="Calibri"/>
                <a:cs typeface="Calibri"/>
              </a:rPr>
              <a:t>y </a:t>
            </a:r>
            <a:r>
              <a:rPr sz="3200" dirty="0">
                <a:latin typeface="Symbol"/>
                <a:cs typeface="Symbol"/>
              </a:rPr>
              <a:t></a:t>
            </a:r>
            <a:r>
              <a:rPr sz="3200" spc="-85" dirty="0">
                <a:latin typeface="Times New Roman"/>
                <a:cs typeface="Times New Roman"/>
              </a:rPr>
              <a:t> </a:t>
            </a:r>
            <a:r>
              <a:rPr sz="3200" spc="-25" dirty="0">
                <a:latin typeface="Calibri"/>
                <a:cs typeface="Calibri"/>
              </a:rPr>
              <a:t>4.</a:t>
            </a:r>
            <a:endParaRPr sz="3200">
              <a:latin typeface="Calibri"/>
              <a:cs typeface="Calibri"/>
            </a:endParaRP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235407"/>
            <a:ext cx="7416800" cy="1590675"/>
          </a:xfrm>
          <a:prstGeom prst="rect">
            <a:avLst/>
          </a:prstGeom>
        </p:spPr>
        <p:txBody>
          <a:bodyPr vert="horz" wrap="square" lIns="0" tIns="13335" rIns="0" bIns="0" rtlCol="0">
            <a:spAutoFit/>
          </a:bodyPr>
          <a:lstStyle/>
          <a:p>
            <a:pPr marL="12700" marR="5080">
              <a:lnSpc>
                <a:spcPct val="100000"/>
              </a:lnSpc>
              <a:spcBef>
                <a:spcPts val="105"/>
              </a:spcBef>
            </a:pPr>
            <a:r>
              <a:rPr sz="3200" b="1" dirty="0">
                <a:latin typeface="Calibri"/>
                <a:cs typeface="Calibri"/>
              </a:rPr>
              <a:t>Ví</a:t>
            </a:r>
            <a:r>
              <a:rPr sz="3200" b="1" spc="-40" dirty="0">
                <a:latin typeface="Calibri"/>
                <a:cs typeface="Calibri"/>
              </a:rPr>
              <a:t> </a:t>
            </a:r>
            <a:r>
              <a:rPr sz="3200" b="1" dirty="0">
                <a:latin typeface="Calibri"/>
                <a:cs typeface="Calibri"/>
              </a:rPr>
              <a:t>dụ</a:t>
            </a:r>
            <a:r>
              <a:rPr sz="3200" b="1" spc="-40" dirty="0">
                <a:latin typeface="Calibri"/>
                <a:cs typeface="Calibri"/>
              </a:rPr>
              <a:t> </a:t>
            </a:r>
            <a:r>
              <a:rPr sz="3200" b="1" dirty="0">
                <a:latin typeface="Calibri"/>
                <a:cs typeface="Calibri"/>
              </a:rPr>
              <a:t>:</a:t>
            </a:r>
            <a:r>
              <a:rPr sz="3200" dirty="0">
                <a:latin typeface="Calibri"/>
                <a:cs typeface="Calibri"/>
              </a:rPr>
              <a:t>Cho</a:t>
            </a:r>
            <a:r>
              <a:rPr sz="3200" spc="-20" dirty="0">
                <a:latin typeface="Calibri"/>
                <a:cs typeface="Calibri"/>
              </a:rPr>
              <a:t> </a:t>
            </a:r>
            <a:r>
              <a:rPr sz="3200" dirty="0">
                <a:latin typeface="Calibri"/>
                <a:cs typeface="Calibri"/>
              </a:rPr>
              <a:t>X</a:t>
            </a:r>
            <a:r>
              <a:rPr sz="3200" spc="-40"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{1,</a:t>
            </a:r>
            <a:r>
              <a:rPr sz="3200" spc="-15" dirty="0">
                <a:latin typeface="Calibri"/>
                <a:cs typeface="Calibri"/>
              </a:rPr>
              <a:t> </a:t>
            </a:r>
            <a:r>
              <a:rPr sz="3200" dirty="0">
                <a:latin typeface="Calibri"/>
                <a:cs typeface="Calibri"/>
              </a:rPr>
              <a:t>2,</a:t>
            </a:r>
            <a:r>
              <a:rPr sz="3200" spc="-25" dirty="0">
                <a:latin typeface="Calibri"/>
                <a:cs typeface="Calibri"/>
              </a:rPr>
              <a:t> </a:t>
            </a:r>
            <a:r>
              <a:rPr sz="3200" dirty="0">
                <a:latin typeface="Calibri"/>
                <a:cs typeface="Calibri"/>
              </a:rPr>
              <a:t>3,</a:t>
            </a:r>
            <a:r>
              <a:rPr sz="3200" spc="-25" dirty="0">
                <a:latin typeface="Calibri"/>
                <a:cs typeface="Calibri"/>
              </a:rPr>
              <a:t> </a:t>
            </a:r>
            <a:r>
              <a:rPr sz="3200" dirty="0">
                <a:latin typeface="Calibri"/>
                <a:cs typeface="Calibri"/>
              </a:rPr>
              <a:t>4}.</a:t>
            </a:r>
            <a:r>
              <a:rPr sz="3200" spc="-25" dirty="0">
                <a:latin typeface="Calibri"/>
                <a:cs typeface="Calibri"/>
              </a:rPr>
              <a:t> </a:t>
            </a:r>
            <a:r>
              <a:rPr sz="3200" dirty="0">
                <a:latin typeface="Calibri"/>
                <a:cs typeface="Calibri"/>
              </a:rPr>
              <a:t>R</a:t>
            </a:r>
            <a:r>
              <a:rPr sz="3200" spc="-25" dirty="0">
                <a:latin typeface="Calibri"/>
                <a:cs typeface="Calibri"/>
              </a:rPr>
              <a:t> </a:t>
            </a:r>
            <a:r>
              <a:rPr sz="3200" dirty="0">
                <a:latin typeface="Calibri"/>
                <a:cs typeface="Calibri"/>
              </a:rPr>
              <a:t>là</a:t>
            </a:r>
            <a:r>
              <a:rPr sz="3200" spc="-25" dirty="0">
                <a:latin typeface="Calibri"/>
                <a:cs typeface="Calibri"/>
              </a:rPr>
              <a:t> </a:t>
            </a:r>
            <a:r>
              <a:rPr sz="3200" dirty="0">
                <a:latin typeface="Calibri"/>
                <a:cs typeface="Calibri"/>
              </a:rPr>
              <a:t>quan hệ</a:t>
            </a:r>
            <a:r>
              <a:rPr sz="3200" spc="-25" dirty="0">
                <a:latin typeface="Calibri"/>
                <a:cs typeface="Calibri"/>
              </a:rPr>
              <a:t> </a:t>
            </a:r>
            <a:r>
              <a:rPr sz="3200" dirty="0">
                <a:latin typeface="Calibri"/>
                <a:cs typeface="Calibri"/>
              </a:rPr>
              <a:t>trên</a:t>
            </a:r>
            <a:r>
              <a:rPr sz="3200" spc="-25" dirty="0">
                <a:latin typeface="Calibri"/>
                <a:cs typeface="Calibri"/>
              </a:rPr>
              <a:t> </a:t>
            </a:r>
            <a:r>
              <a:rPr sz="3200" spc="-50" dirty="0">
                <a:latin typeface="Calibri"/>
                <a:cs typeface="Calibri"/>
              </a:rPr>
              <a:t>X </a:t>
            </a:r>
            <a:r>
              <a:rPr sz="3200" dirty="0">
                <a:latin typeface="Calibri"/>
                <a:cs typeface="Calibri"/>
              </a:rPr>
              <a:t>được</a:t>
            </a:r>
            <a:r>
              <a:rPr sz="3200" spc="-70" dirty="0">
                <a:latin typeface="Calibri"/>
                <a:cs typeface="Calibri"/>
              </a:rPr>
              <a:t> </a:t>
            </a:r>
            <a:r>
              <a:rPr sz="3200" dirty="0">
                <a:latin typeface="Calibri"/>
                <a:cs typeface="Calibri"/>
              </a:rPr>
              <a:t>định</a:t>
            </a:r>
            <a:r>
              <a:rPr sz="3200" spc="-25" dirty="0">
                <a:latin typeface="Calibri"/>
                <a:cs typeface="Calibri"/>
              </a:rPr>
              <a:t> </a:t>
            </a:r>
            <a:r>
              <a:rPr sz="3200" spc="-10" dirty="0">
                <a:latin typeface="Calibri"/>
                <a:cs typeface="Calibri"/>
              </a:rPr>
              <a:t>nghĩa</a:t>
            </a:r>
            <a:endParaRPr sz="3200">
              <a:latin typeface="Calibri"/>
              <a:cs typeface="Calibri"/>
            </a:endParaRPr>
          </a:p>
          <a:p>
            <a:pPr marL="882650" algn="ctr">
              <a:lnSpc>
                <a:spcPct val="100000"/>
              </a:lnSpc>
              <a:spcBef>
                <a:spcPts val="795"/>
              </a:spcBef>
              <a:tabLst>
                <a:tab pos="2616200" algn="l"/>
                <a:tab pos="4753610" algn="l"/>
              </a:tabLst>
            </a:pPr>
            <a:r>
              <a:rPr sz="3200" dirty="0">
                <a:latin typeface="Calibri"/>
                <a:cs typeface="Calibri"/>
              </a:rPr>
              <a:t>x R y</a:t>
            </a:r>
            <a:r>
              <a:rPr sz="3200" spc="-5" dirty="0">
                <a:latin typeface="Calibri"/>
                <a:cs typeface="Calibri"/>
              </a:rPr>
              <a:t> </a:t>
            </a:r>
            <a:r>
              <a:rPr sz="3200" dirty="0">
                <a:latin typeface="Symbol"/>
                <a:cs typeface="Symbol"/>
              </a:rPr>
              <a:t></a:t>
            </a:r>
            <a:r>
              <a:rPr sz="3200" spc="-75" dirty="0">
                <a:latin typeface="Times New Roman"/>
                <a:cs typeface="Times New Roman"/>
              </a:rPr>
              <a:t> </a:t>
            </a:r>
            <a:r>
              <a:rPr sz="3200" spc="-60" dirty="0">
                <a:latin typeface="Calibri"/>
                <a:cs typeface="Calibri"/>
              </a:rPr>
              <a:t>x</a:t>
            </a:r>
            <a:r>
              <a:rPr sz="3200" dirty="0">
                <a:latin typeface="Calibri"/>
                <a:cs typeface="Calibri"/>
              </a:rPr>
              <a:t>	&gt;</a:t>
            </a:r>
            <a:r>
              <a:rPr sz="3200" spc="-25" dirty="0">
                <a:latin typeface="Calibri"/>
                <a:cs typeface="Calibri"/>
              </a:rPr>
              <a:t> </a:t>
            </a:r>
            <a:r>
              <a:rPr sz="3200" dirty="0">
                <a:latin typeface="Calibri"/>
                <a:cs typeface="Calibri"/>
              </a:rPr>
              <a:t>1</a:t>
            </a:r>
            <a:r>
              <a:rPr sz="3200" spc="-25" dirty="0">
                <a:latin typeface="Calibri"/>
                <a:cs typeface="Calibri"/>
              </a:rPr>
              <a:t> </a:t>
            </a:r>
            <a:r>
              <a:rPr sz="3200" dirty="0">
                <a:latin typeface="Calibri"/>
                <a:cs typeface="Calibri"/>
              </a:rPr>
              <a:t>và</a:t>
            </a:r>
            <a:r>
              <a:rPr sz="3200" spc="-20" dirty="0">
                <a:latin typeface="Calibri"/>
                <a:cs typeface="Calibri"/>
              </a:rPr>
              <a:t> </a:t>
            </a:r>
            <a:r>
              <a:rPr sz="3200" dirty="0">
                <a:latin typeface="Calibri"/>
                <a:cs typeface="Calibri"/>
              </a:rPr>
              <a:t>x</a:t>
            </a:r>
            <a:r>
              <a:rPr sz="3200" spc="-15" dirty="0">
                <a:latin typeface="Calibri"/>
                <a:cs typeface="Calibri"/>
              </a:rPr>
              <a:t> </a:t>
            </a:r>
            <a:r>
              <a:rPr sz="3200" dirty="0">
                <a:latin typeface="Symbol"/>
                <a:cs typeface="Symbol"/>
              </a:rPr>
              <a:t></a:t>
            </a:r>
            <a:r>
              <a:rPr sz="3200" spc="-95" dirty="0">
                <a:latin typeface="Times New Roman"/>
                <a:cs typeface="Times New Roman"/>
              </a:rPr>
              <a:t> </a:t>
            </a:r>
            <a:r>
              <a:rPr sz="3200" spc="-25" dirty="0">
                <a:latin typeface="Calibri"/>
                <a:cs typeface="Calibri"/>
              </a:rPr>
              <a:t>3.</a:t>
            </a:r>
            <a:r>
              <a:rPr sz="3200" dirty="0">
                <a:latin typeface="Calibri"/>
                <a:cs typeface="Calibri"/>
              </a:rPr>
              <a:t>	</a:t>
            </a:r>
            <a:r>
              <a:rPr sz="3200" spc="-25" dirty="0">
                <a:latin typeface="Calibri"/>
                <a:cs typeface="Calibri"/>
              </a:rPr>
              <a:t>(*)</a:t>
            </a:r>
            <a:endParaRPr sz="3200">
              <a:latin typeface="Calibri"/>
              <a:cs typeface="Calibri"/>
            </a:endParaRPr>
          </a:p>
        </p:txBody>
      </p:sp>
      <p:sp>
        <p:nvSpPr>
          <p:cNvPr id="3" name="object 3"/>
          <p:cNvSpPr txBox="1"/>
          <p:nvPr/>
        </p:nvSpPr>
        <p:spPr>
          <a:xfrm>
            <a:off x="305561" y="2210561"/>
            <a:ext cx="8458200" cy="1676400"/>
          </a:xfrm>
          <a:prstGeom prst="rect">
            <a:avLst/>
          </a:prstGeom>
          <a:solidFill>
            <a:srgbClr val="4F81BC"/>
          </a:solidFill>
          <a:ln w="25907">
            <a:solidFill>
              <a:srgbClr val="385D89"/>
            </a:solidFill>
          </a:ln>
        </p:spPr>
        <p:txBody>
          <a:bodyPr vert="horz" wrap="square" lIns="0" tIns="281940" rIns="0" bIns="0" rtlCol="0">
            <a:spAutoFit/>
          </a:bodyPr>
          <a:lstStyle/>
          <a:p>
            <a:pPr marL="127635" algn="ctr">
              <a:lnSpc>
                <a:spcPct val="100000"/>
              </a:lnSpc>
              <a:spcBef>
                <a:spcPts val="2220"/>
              </a:spcBef>
            </a:pPr>
            <a:r>
              <a:rPr sz="3200" dirty="0">
                <a:latin typeface="Calibri"/>
                <a:cs typeface="Calibri"/>
              </a:rPr>
              <a:t>R</a:t>
            </a:r>
            <a:r>
              <a:rPr sz="3200" spc="-55" dirty="0">
                <a:latin typeface="Calibri"/>
                <a:cs typeface="Calibri"/>
              </a:rPr>
              <a:t> </a:t>
            </a:r>
            <a:r>
              <a:rPr sz="3200" dirty="0">
                <a:latin typeface="Calibri"/>
                <a:cs typeface="Calibri"/>
              </a:rPr>
              <a:t>=</a:t>
            </a:r>
            <a:r>
              <a:rPr sz="3200" spc="-55" dirty="0">
                <a:latin typeface="Calibri"/>
                <a:cs typeface="Calibri"/>
              </a:rPr>
              <a:t> </a:t>
            </a:r>
            <a:r>
              <a:rPr sz="3200" dirty="0">
                <a:latin typeface="Calibri"/>
                <a:cs typeface="Calibri"/>
              </a:rPr>
              <a:t>{(2,1),</a:t>
            </a:r>
            <a:r>
              <a:rPr sz="3200" spc="-50" dirty="0">
                <a:latin typeface="Calibri"/>
                <a:cs typeface="Calibri"/>
              </a:rPr>
              <a:t> </a:t>
            </a:r>
            <a:r>
              <a:rPr sz="3200" dirty="0">
                <a:latin typeface="Calibri"/>
                <a:cs typeface="Calibri"/>
              </a:rPr>
              <a:t>(2,2),</a:t>
            </a:r>
            <a:r>
              <a:rPr sz="3200" spc="-50" dirty="0">
                <a:latin typeface="Calibri"/>
                <a:cs typeface="Calibri"/>
              </a:rPr>
              <a:t> </a:t>
            </a:r>
            <a:r>
              <a:rPr sz="3200" dirty="0">
                <a:latin typeface="Calibri"/>
                <a:cs typeface="Calibri"/>
              </a:rPr>
              <a:t>(2,3),</a:t>
            </a:r>
            <a:r>
              <a:rPr sz="3200" spc="-55" dirty="0">
                <a:latin typeface="Calibri"/>
                <a:cs typeface="Calibri"/>
              </a:rPr>
              <a:t> </a:t>
            </a:r>
            <a:r>
              <a:rPr sz="3200" dirty="0">
                <a:latin typeface="Calibri"/>
                <a:cs typeface="Calibri"/>
              </a:rPr>
              <a:t>(2,4),</a:t>
            </a:r>
            <a:r>
              <a:rPr sz="3200" spc="-45" dirty="0">
                <a:latin typeface="Calibri"/>
                <a:cs typeface="Calibri"/>
              </a:rPr>
              <a:t> </a:t>
            </a:r>
            <a:r>
              <a:rPr sz="3200" dirty="0">
                <a:latin typeface="Calibri"/>
                <a:cs typeface="Calibri"/>
              </a:rPr>
              <a:t>(4,1),</a:t>
            </a:r>
            <a:r>
              <a:rPr sz="3200" spc="-45" dirty="0">
                <a:latin typeface="Calibri"/>
                <a:cs typeface="Calibri"/>
              </a:rPr>
              <a:t> </a:t>
            </a:r>
            <a:r>
              <a:rPr sz="3200" spc="-10" dirty="0">
                <a:latin typeface="Calibri"/>
                <a:cs typeface="Calibri"/>
              </a:rPr>
              <a:t>(4,2),</a:t>
            </a:r>
            <a:endParaRPr sz="3200">
              <a:latin typeface="Calibri"/>
              <a:cs typeface="Calibri"/>
            </a:endParaRPr>
          </a:p>
          <a:p>
            <a:pPr marR="6424295" algn="ctr">
              <a:lnSpc>
                <a:spcPct val="100000"/>
              </a:lnSpc>
            </a:pPr>
            <a:r>
              <a:rPr sz="3200" dirty="0">
                <a:latin typeface="Calibri"/>
                <a:cs typeface="Calibri"/>
              </a:rPr>
              <a:t>(4,3),</a:t>
            </a:r>
            <a:r>
              <a:rPr sz="3200" spc="-70" dirty="0">
                <a:latin typeface="Calibri"/>
                <a:cs typeface="Calibri"/>
              </a:rPr>
              <a:t> </a:t>
            </a:r>
            <a:r>
              <a:rPr sz="3200" spc="-10" dirty="0">
                <a:latin typeface="Calibri"/>
                <a:cs typeface="Calibri"/>
              </a:rPr>
              <a:t>(4,4)}</a:t>
            </a:r>
            <a:endParaRPr sz="3200">
              <a:latin typeface="Calibri"/>
              <a:cs typeface="Calibri"/>
            </a:endParaRPr>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215239"/>
            <a:ext cx="7697470" cy="2857500"/>
          </a:xfrm>
          <a:prstGeom prst="rect">
            <a:avLst/>
          </a:prstGeom>
        </p:spPr>
        <p:txBody>
          <a:bodyPr vert="horz" wrap="square" lIns="0" tIns="109855" rIns="0" bIns="0" rtlCol="0">
            <a:spAutoFit/>
          </a:bodyPr>
          <a:lstStyle/>
          <a:p>
            <a:pPr marL="624840" lvl="1" indent="-612140">
              <a:lnSpc>
                <a:spcPct val="100000"/>
              </a:lnSpc>
              <a:spcBef>
                <a:spcPts val="865"/>
              </a:spcBef>
              <a:buAutoNum type="arabicPeriod" startAt="2"/>
              <a:tabLst>
                <a:tab pos="624840" algn="l"/>
              </a:tabLst>
            </a:pPr>
            <a:r>
              <a:rPr sz="3200" b="1" dirty="0">
                <a:latin typeface="Calibri"/>
                <a:cs typeface="Calibri"/>
              </a:rPr>
              <a:t>Các</a:t>
            </a:r>
            <a:r>
              <a:rPr sz="3200" b="1" spc="-25" dirty="0">
                <a:latin typeface="Calibri"/>
                <a:cs typeface="Calibri"/>
              </a:rPr>
              <a:t> </a:t>
            </a:r>
            <a:r>
              <a:rPr sz="3200" b="1" dirty="0">
                <a:latin typeface="Calibri"/>
                <a:cs typeface="Calibri"/>
              </a:rPr>
              <a:t>tính</a:t>
            </a:r>
            <a:r>
              <a:rPr sz="3200" b="1" spc="-25" dirty="0">
                <a:latin typeface="Calibri"/>
                <a:cs typeface="Calibri"/>
              </a:rPr>
              <a:t> </a:t>
            </a:r>
            <a:r>
              <a:rPr sz="3200" b="1" dirty="0">
                <a:latin typeface="Calibri"/>
                <a:cs typeface="Calibri"/>
              </a:rPr>
              <a:t>chất</a:t>
            </a:r>
            <a:r>
              <a:rPr sz="3200" b="1" spc="-40" dirty="0">
                <a:latin typeface="Calibri"/>
                <a:cs typeface="Calibri"/>
              </a:rPr>
              <a:t> </a:t>
            </a:r>
            <a:r>
              <a:rPr sz="3200" b="1" dirty="0">
                <a:latin typeface="Calibri"/>
                <a:cs typeface="Calibri"/>
              </a:rPr>
              <a:t>của</a:t>
            </a:r>
            <a:r>
              <a:rPr sz="3200" b="1" spc="-30" dirty="0">
                <a:latin typeface="Calibri"/>
                <a:cs typeface="Calibri"/>
              </a:rPr>
              <a:t> </a:t>
            </a:r>
            <a:r>
              <a:rPr sz="3200" b="1" dirty="0">
                <a:latin typeface="Calibri"/>
                <a:cs typeface="Calibri"/>
              </a:rPr>
              <a:t>một</a:t>
            </a:r>
            <a:r>
              <a:rPr sz="3200" b="1" spc="-10" dirty="0">
                <a:latin typeface="Calibri"/>
                <a:cs typeface="Calibri"/>
              </a:rPr>
              <a:t> </a:t>
            </a:r>
            <a:r>
              <a:rPr sz="3200" b="1" dirty="0">
                <a:latin typeface="Calibri"/>
                <a:cs typeface="Calibri"/>
              </a:rPr>
              <a:t>quan</a:t>
            </a:r>
            <a:r>
              <a:rPr sz="3200" b="1" spc="-50" dirty="0">
                <a:latin typeface="Calibri"/>
                <a:cs typeface="Calibri"/>
              </a:rPr>
              <a:t> </a:t>
            </a:r>
            <a:r>
              <a:rPr sz="3200" b="1" dirty="0">
                <a:latin typeface="Calibri"/>
                <a:cs typeface="Calibri"/>
              </a:rPr>
              <a:t>hệ</a:t>
            </a:r>
            <a:r>
              <a:rPr sz="3200" b="1" spc="-20" dirty="0">
                <a:latin typeface="Calibri"/>
                <a:cs typeface="Calibri"/>
              </a:rPr>
              <a:t> </a:t>
            </a:r>
            <a:r>
              <a:rPr sz="3200" b="1" dirty="0">
                <a:latin typeface="Calibri"/>
                <a:cs typeface="Calibri"/>
              </a:rPr>
              <a:t>trên</a:t>
            </a:r>
            <a:r>
              <a:rPr sz="3200" b="1" spc="-25" dirty="0">
                <a:latin typeface="Calibri"/>
                <a:cs typeface="Calibri"/>
              </a:rPr>
              <a:t> </a:t>
            </a:r>
            <a:r>
              <a:rPr sz="3200" b="1" dirty="0">
                <a:latin typeface="Calibri"/>
                <a:cs typeface="Calibri"/>
              </a:rPr>
              <a:t>tập</a:t>
            </a:r>
            <a:r>
              <a:rPr sz="3200" b="1" spc="-30" dirty="0">
                <a:latin typeface="Calibri"/>
                <a:cs typeface="Calibri"/>
              </a:rPr>
              <a:t> </a:t>
            </a:r>
            <a:r>
              <a:rPr sz="3200" b="1" dirty="0">
                <a:latin typeface="Calibri"/>
                <a:cs typeface="Calibri"/>
              </a:rPr>
              <a:t>X</a:t>
            </a:r>
            <a:r>
              <a:rPr sz="3200" b="1" spc="-15" dirty="0">
                <a:latin typeface="Calibri"/>
                <a:cs typeface="Calibri"/>
              </a:rPr>
              <a:t> </a:t>
            </a:r>
            <a:r>
              <a:rPr sz="3200" b="1" spc="-50" dirty="0">
                <a:latin typeface="Calibri"/>
                <a:cs typeface="Calibri"/>
              </a:rPr>
              <a:t>:</a:t>
            </a:r>
            <a:endParaRPr sz="3200">
              <a:latin typeface="Calibri"/>
              <a:cs typeface="Calibri"/>
            </a:endParaRPr>
          </a:p>
          <a:p>
            <a:pPr marL="12700" marR="194310" lvl="2" indent="923925">
              <a:lnSpc>
                <a:spcPct val="100000"/>
              </a:lnSpc>
              <a:spcBef>
                <a:spcPts val="770"/>
              </a:spcBef>
              <a:buAutoNum type="arabicPeriod"/>
              <a:tabLst>
                <a:tab pos="936625" algn="l"/>
              </a:tabLst>
            </a:pPr>
            <a:r>
              <a:rPr sz="3200" b="1" dirty="0">
                <a:latin typeface="Calibri"/>
                <a:cs typeface="Calibri"/>
              </a:rPr>
              <a:t>Phản</a:t>
            </a:r>
            <a:r>
              <a:rPr sz="3200" b="1" spc="-55" dirty="0">
                <a:latin typeface="Calibri"/>
                <a:cs typeface="Calibri"/>
              </a:rPr>
              <a:t> </a:t>
            </a:r>
            <a:r>
              <a:rPr sz="3200" b="1" dirty="0">
                <a:latin typeface="Calibri"/>
                <a:cs typeface="Calibri"/>
              </a:rPr>
              <a:t>xạ</a:t>
            </a:r>
            <a:r>
              <a:rPr sz="3200" b="1" spc="-40" dirty="0">
                <a:latin typeface="Calibri"/>
                <a:cs typeface="Calibri"/>
              </a:rPr>
              <a:t> </a:t>
            </a:r>
            <a:r>
              <a:rPr sz="3200" b="1" dirty="0">
                <a:latin typeface="Calibri"/>
                <a:cs typeface="Calibri"/>
              </a:rPr>
              <a:t>:</a:t>
            </a:r>
            <a:r>
              <a:rPr sz="3200" b="1" spc="-50" dirty="0">
                <a:latin typeface="Calibri"/>
                <a:cs typeface="Calibri"/>
              </a:rPr>
              <a:t> </a:t>
            </a:r>
            <a:r>
              <a:rPr sz="3200" dirty="0">
                <a:latin typeface="Calibri"/>
                <a:cs typeface="Calibri"/>
              </a:rPr>
              <a:t>R</a:t>
            </a:r>
            <a:r>
              <a:rPr sz="3200" spc="-40" dirty="0">
                <a:latin typeface="Calibri"/>
                <a:cs typeface="Calibri"/>
              </a:rPr>
              <a:t> </a:t>
            </a:r>
            <a:r>
              <a:rPr sz="3200" dirty="0">
                <a:latin typeface="Calibri"/>
                <a:cs typeface="Calibri"/>
              </a:rPr>
              <a:t>là</a:t>
            </a:r>
            <a:r>
              <a:rPr sz="3200" spc="-40" dirty="0">
                <a:latin typeface="Calibri"/>
                <a:cs typeface="Calibri"/>
              </a:rPr>
              <a:t> </a:t>
            </a:r>
            <a:r>
              <a:rPr sz="3200" dirty="0">
                <a:latin typeface="Calibri"/>
                <a:cs typeface="Calibri"/>
              </a:rPr>
              <a:t>phản</a:t>
            </a:r>
            <a:r>
              <a:rPr sz="3200" spc="-15" dirty="0">
                <a:latin typeface="Calibri"/>
                <a:cs typeface="Calibri"/>
              </a:rPr>
              <a:t> </a:t>
            </a:r>
            <a:r>
              <a:rPr sz="3200" dirty="0">
                <a:latin typeface="Calibri"/>
                <a:cs typeface="Calibri"/>
              </a:rPr>
              <a:t>xạ</a:t>
            </a:r>
            <a:r>
              <a:rPr sz="3200" spc="-40" dirty="0">
                <a:latin typeface="Calibri"/>
                <a:cs typeface="Calibri"/>
              </a:rPr>
              <a:t> </a:t>
            </a:r>
            <a:r>
              <a:rPr sz="3200" dirty="0">
                <a:latin typeface="Calibri"/>
                <a:cs typeface="Calibri"/>
              </a:rPr>
              <a:t>nếu</a:t>
            </a:r>
            <a:r>
              <a:rPr sz="3200" spc="-40" dirty="0">
                <a:latin typeface="Calibri"/>
                <a:cs typeface="Calibri"/>
              </a:rPr>
              <a:t> </a:t>
            </a:r>
            <a:r>
              <a:rPr sz="3200" dirty="0">
                <a:latin typeface="Calibri"/>
                <a:cs typeface="Calibri"/>
              </a:rPr>
              <a:t>mệnh</a:t>
            </a:r>
            <a:r>
              <a:rPr sz="3200" spc="-45" dirty="0">
                <a:latin typeface="Calibri"/>
                <a:cs typeface="Calibri"/>
              </a:rPr>
              <a:t> </a:t>
            </a:r>
            <a:r>
              <a:rPr sz="3200" dirty="0">
                <a:latin typeface="Calibri"/>
                <a:cs typeface="Calibri"/>
              </a:rPr>
              <a:t>đề</a:t>
            </a:r>
            <a:r>
              <a:rPr sz="3200" spc="-40" dirty="0">
                <a:latin typeface="Calibri"/>
                <a:cs typeface="Calibri"/>
              </a:rPr>
              <a:t> </a:t>
            </a:r>
            <a:r>
              <a:rPr sz="3200" spc="-25" dirty="0">
                <a:latin typeface="Calibri"/>
                <a:cs typeface="Calibri"/>
              </a:rPr>
              <a:t>sau </a:t>
            </a:r>
            <a:r>
              <a:rPr sz="3200" spc="-10" dirty="0">
                <a:latin typeface="Calibri"/>
                <a:cs typeface="Calibri"/>
              </a:rPr>
              <a:t>ĐÚNG:</a:t>
            </a:r>
            <a:endParaRPr sz="3200">
              <a:latin typeface="Calibri"/>
              <a:cs typeface="Calibri"/>
            </a:endParaRPr>
          </a:p>
          <a:p>
            <a:pPr marL="602615" algn="ctr">
              <a:lnSpc>
                <a:spcPct val="100000"/>
              </a:lnSpc>
              <a:spcBef>
                <a:spcPts val="795"/>
              </a:spcBef>
            </a:pPr>
            <a:r>
              <a:rPr sz="3200" dirty="0">
                <a:latin typeface="Symbol"/>
                <a:cs typeface="Symbol"/>
              </a:rPr>
              <a:t></a:t>
            </a:r>
            <a:r>
              <a:rPr sz="3200" b="1" dirty="0">
                <a:latin typeface="Calibri"/>
                <a:cs typeface="Calibri"/>
              </a:rPr>
              <a:t>x</a:t>
            </a:r>
            <a:r>
              <a:rPr sz="3200" b="1" spc="-25" dirty="0">
                <a:latin typeface="Calibri"/>
                <a:cs typeface="Calibri"/>
              </a:rPr>
              <a:t> </a:t>
            </a:r>
            <a:r>
              <a:rPr sz="3200" dirty="0">
                <a:latin typeface="Symbol"/>
                <a:cs typeface="Symbol"/>
              </a:rPr>
              <a:t></a:t>
            </a:r>
            <a:r>
              <a:rPr sz="3200" spc="-100" dirty="0">
                <a:latin typeface="Times New Roman"/>
                <a:cs typeface="Times New Roman"/>
              </a:rPr>
              <a:t> </a:t>
            </a:r>
            <a:r>
              <a:rPr sz="3200" b="1" dirty="0">
                <a:latin typeface="Calibri"/>
                <a:cs typeface="Calibri"/>
              </a:rPr>
              <a:t>X,</a:t>
            </a:r>
            <a:r>
              <a:rPr sz="3200" b="1" spc="-20" dirty="0">
                <a:latin typeface="Calibri"/>
                <a:cs typeface="Calibri"/>
              </a:rPr>
              <a:t> </a:t>
            </a:r>
            <a:r>
              <a:rPr sz="3200" b="1" dirty="0">
                <a:latin typeface="Calibri"/>
                <a:cs typeface="Calibri"/>
              </a:rPr>
              <a:t>(x,</a:t>
            </a:r>
            <a:r>
              <a:rPr sz="3200" b="1" spc="-25" dirty="0">
                <a:latin typeface="Calibri"/>
                <a:cs typeface="Calibri"/>
              </a:rPr>
              <a:t> </a:t>
            </a:r>
            <a:r>
              <a:rPr sz="3200" b="1" dirty="0">
                <a:latin typeface="Calibri"/>
                <a:cs typeface="Calibri"/>
              </a:rPr>
              <a:t>x)</a:t>
            </a:r>
            <a:r>
              <a:rPr sz="3200" b="1" spc="-20" dirty="0">
                <a:latin typeface="Calibri"/>
                <a:cs typeface="Calibri"/>
              </a:rPr>
              <a:t> </a:t>
            </a:r>
            <a:r>
              <a:rPr sz="3200" dirty="0">
                <a:latin typeface="Symbol"/>
                <a:cs typeface="Symbol"/>
              </a:rPr>
              <a:t></a:t>
            </a:r>
            <a:r>
              <a:rPr sz="3200" spc="-100" dirty="0">
                <a:latin typeface="Times New Roman"/>
                <a:cs typeface="Times New Roman"/>
              </a:rPr>
              <a:t> </a:t>
            </a:r>
            <a:r>
              <a:rPr sz="3200" b="1" spc="-50" dirty="0">
                <a:latin typeface="Calibri"/>
                <a:cs typeface="Calibri"/>
              </a:rPr>
              <a:t>R</a:t>
            </a:r>
            <a:endParaRPr sz="3200">
              <a:latin typeface="Calibri"/>
              <a:cs typeface="Calibri"/>
            </a:endParaRPr>
          </a:p>
          <a:p>
            <a:pPr marR="5069205" algn="ctr">
              <a:lnSpc>
                <a:spcPct val="100000"/>
              </a:lnSpc>
              <a:spcBef>
                <a:spcPts val="765"/>
              </a:spcBef>
            </a:pPr>
            <a:r>
              <a:rPr sz="3200" b="1" dirty="0">
                <a:latin typeface="Calibri"/>
                <a:cs typeface="Calibri"/>
              </a:rPr>
              <a:t>P(x)</a:t>
            </a:r>
            <a:r>
              <a:rPr sz="3200" b="1" spc="-30" dirty="0">
                <a:latin typeface="Calibri"/>
                <a:cs typeface="Calibri"/>
              </a:rPr>
              <a:t> </a:t>
            </a:r>
            <a:r>
              <a:rPr sz="3200" b="1" dirty="0">
                <a:latin typeface="Calibri"/>
                <a:cs typeface="Calibri"/>
              </a:rPr>
              <a:t>:</a:t>
            </a:r>
            <a:r>
              <a:rPr sz="3200" b="1" spc="-30" dirty="0">
                <a:latin typeface="Calibri"/>
                <a:cs typeface="Calibri"/>
              </a:rPr>
              <a:t> </a:t>
            </a:r>
            <a:r>
              <a:rPr sz="3200" b="1" dirty="0">
                <a:latin typeface="Calibri"/>
                <a:cs typeface="Calibri"/>
              </a:rPr>
              <a:t>(x,</a:t>
            </a:r>
            <a:r>
              <a:rPr sz="3200" b="1" spc="-25" dirty="0">
                <a:latin typeface="Calibri"/>
                <a:cs typeface="Calibri"/>
              </a:rPr>
              <a:t> </a:t>
            </a:r>
            <a:r>
              <a:rPr sz="3200" b="1" dirty="0">
                <a:latin typeface="Calibri"/>
                <a:cs typeface="Calibri"/>
              </a:rPr>
              <a:t>x)</a:t>
            </a:r>
            <a:r>
              <a:rPr sz="3200" b="1" spc="-25" dirty="0">
                <a:latin typeface="Calibri"/>
                <a:cs typeface="Calibri"/>
              </a:rPr>
              <a:t> </a:t>
            </a:r>
            <a:r>
              <a:rPr sz="3200" dirty="0">
                <a:latin typeface="Symbol"/>
                <a:cs typeface="Symbol"/>
              </a:rPr>
              <a:t></a:t>
            </a:r>
            <a:r>
              <a:rPr sz="3200" spc="-100" dirty="0">
                <a:latin typeface="Times New Roman"/>
                <a:cs typeface="Times New Roman"/>
              </a:rPr>
              <a:t> </a:t>
            </a:r>
            <a:r>
              <a:rPr sz="3200" b="1" spc="-25" dirty="0">
                <a:latin typeface="Calibri"/>
                <a:cs typeface="Calibri"/>
              </a:rPr>
              <a:t>R.</a:t>
            </a:r>
            <a:endParaRPr sz="3200">
              <a:latin typeface="Calibri"/>
              <a:cs typeface="Calibri"/>
            </a:endParaRPr>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218287"/>
            <a:ext cx="7954009" cy="5193030"/>
          </a:xfrm>
          <a:prstGeom prst="rect">
            <a:avLst/>
          </a:prstGeom>
        </p:spPr>
        <p:txBody>
          <a:bodyPr vert="horz" wrap="square" lIns="0" tIns="109855" rIns="0" bIns="0" rtlCol="0">
            <a:spAutoFit/>
          </a:bodyPr>
          <a:lstStyle/>
          <a:p>
            <a:pPr marL="345440" algn="ctr">
              <a:lnSpc>
                <a:spcPct val="100000"/>
              </a:lnSpc>
              <a:spcBef>
                <a:spcPts val="865"/>
              </a:spcBef>
              <a:tabLst>
                <a:tab pos="3799204" algn="l"/>
              </a:tabLst>
            </a:pPr>
            <a:r>
              <a:rPr sz="3200" dirty="0">
                <a:latin typeface="Symbol"/>
                <a:cs typeface="Symbol"/>
              </a:rPr>
              <a:t></a:t>
            </a:r>
            <a:r>
              <a:rPr sz="3200" b="1" dirty="0">
                <a:latin typeface="Calibri"/>
                <a:cs typeface="Calibri"/>
              </a:rPr>
              <a:t>x</a:t>
            </a:r>
            <a:r>
              <a:rPr sz="3200" b="1" spc="-25" dirty="0">
                <a:latin typeface="Calibri"/>
                <a:cs typeface="Calibri"/>
              </a:rPr>
              <a:t> </a:t>
            </a:r>
            <a:r>
              <a:rPr sz="3200" dirty="0">
                <a:latin typeface="Symbol"/>
                <a:cs typeface="Symbol"/>
              </a:rPr>
              <a:t></a:t>
            </a:r>
            <a:r>
              <a:rPr sz="3200" spc="-100" dirty="0">
                <a:latin typeface="Times New Roman"/>
                <a:cs typeface="Times New Roman"/>
              </a:rPr>
              <a:t> </a:t>
            </a:r>
            <a:r>
              <a:rPr sz="3200" b="1" dirty="0">
                <a:latin typeface="Calibri"/>
                <a:cs typeface="Calibri"/>
              </a:rPr>
              <a:t>X,</a:t>
            </a:r>
            <a:r>
              <a:rPr sz="3200" b="1" spc="-20" dirty="0">
                <a:latin typeface="Calibri"/>
                <a:cs typeface="Calibri"/>
              </a:rPr>
              <a:t> </a:t>
            </a:r>
            <a:r>
              <a:rPr sz="3200" b="1" dirty="0">
                <a:latin typeface="Calibri"/>
                <a:cs typeface="Calibri"/>
              </a:rPr>
              <a:t>(x,</a:t>
            </a:r>
            <a:r>
              <a:rPr sz="3200" b="1" spc="-25" dirty="0">
                <a:latin typeface="Calibri"/>
                <a:cs typeface="Calibri"/>
              </a:rPr>
              <a:t> </a:t>
            </a:r>
            <a:r>
              <a:rPr sz="3200" b="1" dirty="0">
                <a:latin typeface="Calibri"/>
                <a:cs typeface="Calibri"/>
              </a:rPr>
              <a:t>x)</a:t>
            </a:r>
            <a:r>
              <a:rPr sz="3200" b="1" spc="-20" dirty="0">
                <a:latin typeface="Calibri"/>
                <a:cs typeface="Calibri"/>
              </a:rPr>
              <a:t> </a:t>
            </a:r>
            <a:r>
              <a:rPr sz="3200" dirty="0">
                <a:latin typeface="Symbol"/>
                <a:cs typeface="Symbol"/>
              </a:rPr>
              <a:t></a:t>
            </a:r>
            <a:r>
              <a:rPr sz="3200" spc="-100" dirty="0">
                <a:latin typeface="Times New Roman"/>
                <a:cs typeface="Times New Roman"/>
              </a:rPr>
              <a:t> </a:t>
            </a:r>
            <a:r>
              <a:rPr sz="3200" b="1" spc="-50" dirty="0">
                <a:latin typeface="Calibri"/>
                <a:cs typeface="Calibri"/>
              </a:rPr>
              <a:t>R</a:t>
            </a:r>
            <a:r>
              <a:rPr sz="3200" b="1" dirty="0">
                <a:latin typeface="Calibri"/>
                <a:cs typeface="Calibri"/>
              </a:rPr>
              <a:t>	</a:t>
            </a:r>
            <a:r>
              <a:rPr sz="3200" b="1" spc="-25" dirty="0">
                <a:latin typeface="Calibri"/>
                <a:cs typeface="Calibri"/>
              </a:rPr>
              <a:t>(*)</a:t>
            </a:r>
            <a:endParaRPr sz="3200">
              <a:latin typeface="Calibri"/>
              <a:cs typeface="Calibri"/>
            </a:endParaRPr>
          </a:p>
          <a:p>
            <a:pPr marL="12700">
              <a:lnSpc>
                <a:spcPct val="100000"/>
              </a:lnSpc>
              <a:spcBef>
                <a:spcPts val="770"/>
              </a:spcBef>
            </a:pPr>
            <a:r>
              <a:rPr sz="3200" b="1" dirty="0">
                <a:latin typeface="Calibri"/>
                <a:cs typeface="Calibri"/>
              </a:rPr>
              <a:t>P(x)</a:t>
            </a:r>
            <a:r>
              <a:rPr sz="3200" b="1" spc="-30" dirty="0">
                <a:latin typeface="Calibri"/>
                <a:cs typeface="Calibri"/>
              </a:rPr>
              <a:t> </a:t>
            </a:r>
            <a:r>
              <a:rPr sz="3200" b="1" dirty="0">
                <a:latin typeface="Calibri"/>
                <a:cs typeface="Calibri"/>
              </a:rPr>
              <a:t>:</a:t>
            </a:r>
            <a:r>
              <a:rPr sz="3200" b="1" spc="-30" dirty="0">
                <a:latin typeface="Calibri"/>
                <a:cs typeface="Calibri"/>
              </a:rPr>
              <a:t> </a:t>
            </a:r>
            <a:r>
              <a:rPr sz="3200" b="1" dirty="0">
                <a:latin typeface="Calibri"/>
                <a:cs typeface="Calibri"/>
              </a:rPr>
              <a:t>(x,</a:t>
            </a:r>
            <a:r>
              <a:rPr sz="3200" b="1" spc="-25" dirty="0">
                <a:latin typeface="Calibri"/>
                <a:cs typeface="Calibri"/>
              </a:rPr>
              <a:t> </a:t>
            </a:r>
            <a:r>
              <a:rPr sz="3200" b="1" dirty="0">
                <a:latin typeface="Calibri"/>
                <a:cs typeface="Calibri"/>
              </a:rPr>
              <a:t>x)</a:t>
            </a:r>
            <a:r>
              <a:rPr sz="3200" b="1" spc="-25" dirty="0">
                <a:latin typeface="Calibri"/>
                <a:cs typeface="Calibri"/>
              </a:rPr>
              <a:t> </a:t>
            </a:r>
            <a:r>
              <a:rPr sz="3200" dirty="0">
                <a:latin typeface="Symbol"/>
                <a:cs typeface="Symbol"/>
              </a:rPr>
              <a:t></a:t>
            </a:r>
            <a:r>
              <a:rPr sz="3200" spc="-100" dirty="0">
                <a:latin typeface="Times New Roman"/>
                <a:cs typeface="Times New Roman"/>
              </a:rPr>
              <a:t> </a:t>
            </a:r>
            <a:r>
              <a:rPr sz="3200" b="1" spc="-25" dirty="0">
                <a:latin typeface="Calibri"/>
                <a:cs typeface="Calibri"/>
              </a:rPr>
              <a:t>R.</a:t>
            </a:r>
            <a:endParaRPr sz="3200">
              <a:latin typeface="Calibri"/>
              <a:cs typeface="Calibri"/>
            </a:endParaRPr>
          </a:p>
          <a:p>
            <a:pPr>
              <a:lnSpc>
                <a:spcPct val="100000"/>
              </a:lnSpc>
            </a:pPr>
            <a:endParaRPr sz="3200">
              <a:latin typeface="Calibri"/>
              <a:cs typeface="Calibri"/>
            </a:endParaRPr>
          </a:p>
          <a:p>
            <a:pPr>
              <a:lnSpc>
                <a:spcPct val="100000"/>
              </a:lnSpc>
              <a:spcBef>
                <a:spcPts val="2150"/>
              </a:spcBef>
            </a:pPr>
            <a:endParaRPr sz="3200">
              <a:latin typeface="Calibri"/>
              <a:cs typeface="Calibri"/>
            </a:endParaRPr>
          </a:p>
          <a:p>
            <a:pPr marL="12700">
              <a:lnSpc>
                <a:spcPct val="100000"/>
              </a:lnSpc>
            </a:pPr>
            <a:r>
              <a:rPr sz="3200" b="1" dirty="0">
                <a:latin typeface="Calibri"/>
                <a:cs typeface="Calibri"/>
              </a:rPr>
              <a:t>Ví</a:t>
            </a:r>
            <a:r>
              <a:rPr sz="3200" b="1" spc="-35" dirty="0">
                <a:latin typeface="Calibri"/>
                <a:cs typeface="Calibri"/>
              </a:rPr>
              <a:t> </a:t>
            </a:r>
            <a:r>
              <a:rPr sz="3200" b="1" dirty="0">
                <a:latin typeface="Calibri"/>
                <a:cs typeface="Calibri"/>
              </a:rPr>
              <a:t>dụ</a:t>
            </a:r>
            <a:r>
              <a:rPr sz="3200" b="1" spc="-40" dirty="0">
                <a:latin typeface="Calibri"/>
                <a:cs typeface="Calibri"/>
              </a:rPr>
              <a:t> </a:t>
            </a:r>
            <a:r>
              <a:rPr sz="3200" b="1" dirty="0">
                <a:latin typeface="Calibri"/>
                <a:cs typeface="Calibri"/>
              </a:rPr>
              <a:t>1:</a:t>
            </a:r>
            <a:r>
              <a:rPr sz="3200" dirty="0">
                <a:latin typeface="Calibri"/>
                <a:cs typeface="Calibri"/>
              </a:rPr>
              <a:t>Cho</a:t>
            </a:r>
            <a:r>
              <a:rPr sz="3200" spc="-15" dirty="0">
                <a:latin typeface="Calibri"/>
                <a:cs typeface="Calibri"/>
              </a:rPr>
              <a:t> </a:t>
            </a:r>
            <a:r>
              <a:rPr sz="3200" dirty="0">
                <a:latin typeface="Calibri"/>
                <a:cs typeface="Calibri"/>
              </a:rPr>
              <a:t>X</a:t>
            </a:r>
            <a:r>
              <a:rPr sz="3200" spc="-25"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{1,</a:t>
            </a:r>
            <a:r>
              <a:rPr sz="3200" spc="-25" dirty="0">
                <a:latin typeface="Calibri"/>
                <a:cs typeface="Calibri"/>
              </a:rPr>
              <a:t> </a:t>
            </a:r>
            <a:r>
              <a:rPr sz="3200" dirty="0">
                <a:latin typeface="Calibri"/>
                <a:cs typeface="Calibri"/>
              </a:rPr>
              <a:t>2,</a:t>
            </a:r>
            <a:r>
              <a:rPr sz="3200" spc="-25" dirty="0">
                <a:latin typeface="Calibri"/>
                <a:cs typeface="Calibri"/>
              </a:rPr>
              <a:t> </a:t>
            </a:r>
            <a:r>
              <a:rPr sz="3200" dirty="0">
                <a:latin typeface="Calibri"/>
                <a:cs typeface="Calibri"/>
              </a:rPr>
              <a:t>3}</a:t>
            </a:r>
            <a:r>
              <a:rPr sz="3200" spc="-30" dirty="0">
                <a:latin typeface="Calibri"/>
                <a:cs typeface="Calibri"/>
              </a:rPr>
              <a:t> </a:t>
            </a:r>
            <a:r>
              <a:rPr sz="3200" spc="-50" dirty="0">
                <a:latin typeface="Calibri"/>
                <a:cs typeface="Calibri"/>
              </a:rPr>
              <a:t>.</a:t>
            </a:r>
            <a:endParaRPr sz="3200">
              <a:latin typeface="Calibri"/>
              <a:cs typeface="Calibri"/>
            </a:endParaRPr>
          </a:p>
          <a:p>
            <a:pPr marL="12700">
              <a:lnSpc>
                <a:spcPct val="100000"/>
              </a:lnSpc>
              <a:spcBef>
                <a:spcPts val="795"/>
              </a:spcBef>
            </a:pPr>
            <a:r>
              <a:rPr sz="3200" dirty="0">
                <a:latin typeface="Calibri"/>
                <a:cs typeface="Calibri"/>
              </a:rPr>
              <a:t>R</a:t>
            </a:r>
            <a:r>
              <a:rPr sz="3200" spc="-35"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(1,</a:t>
            </a:r>
            <a:r>
              <a:rPr sz="3200" spc="-30" dirty="0">
                <a:latin typeface="Calibri"/>
                <a:cs typeface="Calibri"/>
              </a:rPr>
              <a:t> </a:t>
            </a:r>
            <a:r>
              <a:rPr sz="3200" dirty="0">
                <a:latin typeface="Calibri"/>
                <a:cs typeface="Calibri"/>
              </a:rPr>
              <a:t>1)</a:t>
            </a:r>
            <a:r>
              <a:rPr sz="3200" spc="-25"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(2,</a:t>
            </a:r>
            <a:r>
              <a:rPr sz="3200" spc="-30" dirty="0">
                <a:latin typeface="Calibri"/>
                <a:cs typeface="Calibri"/>
              </a:rPr>
              <a:t> </a:t>
            </a:r>
            <a:r>
              <a:rPr sz="3200" dirty="0">
                <a:latin typeface="Calibri"/>
                <a:cs typeface="Calibri"/>
              </a:rPr>
              <a:t>2),</a:t>
            </a:r>
            <a:r>
              <a:rPr sz="3200" spc="-20" dirty="0">
                <a:latin typeface="Calibri"/>
                <a:cs typeface="Calibri"/>
              </a:rPr>
              <a:t> </a:t>
            </a:r>
            <a:r>
              <a:rPr sz="3200" dirty="0">
                <a:latin typeface="Calibri"/>
                <a:cs typeface="Calibri"/>
              </a:rPr>
              <a:t>(3,</a:t>
            </a:r>
            <a:r>
              <a:rPr sz="3200" spc="-30" dirty="0">
                <a:latin typeface="Calibri"/>
                <a:cs typeface="Calibri"/>
              </a:rPr>
              <a:t> </a:t>
            </a:r>
            <a:r>
              <a:rPr sz="3200" dirty="0">
                <a:latin typeface="Calibri"/>
                <a:cs typeface="Calibri"/>
              </a:rPr>
              <a:t>3),</a:t>
            </a:r>
            <a:r>
              <a:rPr sz="3200" spc="-15" dirty="0">
                <a:latin typeface="Calibri"/>
                <a:cs typeface="Calibri"/>
              </a:rPr>
              <a:t> </a:t>
            </a:r>
            <a:r>
              <a:rPr sz="3200" dirty="0">
                <a:latin typeface="Calibri"/>
                <a:cs typeface="Calibri"/>
              </a:rPr>
              <a:t>(1,2)}</a:t>
            </a:r>
            <a:r>
              <a:rPr sz="3200" spc="-15" dirty="0">
                <a:latin typeface="Calibri"/>
                <a:cs typeface="Calibri"/>
              </a:rPr>
              <a:t> </a:t>
            </a:r>
            <a:r>
              <a:rPr sz="3200" dirty="0">
                <a:latin typeface="Symbol"/>
                <a:cs typeface="Symbol"/>
              </a:rPr>
              <a:t></a:t>
            </a:r>
            <a:r>
              <a:rPr sz="3200" spc="-95" dirty="0">
                <a:latin typeface="Times New Roman"/>
                <a:cs typeface="Times New Roman"/>
              </a:rPr>
              <a:t> </a:t>
            </a:r>
            <a:r>
              <a:rPr sz="3200" spc="-20" dirty="0">
                <a:latin typeface="Calibri"/>
                <a:cs typeface="Calibri"/>
              </a:rPr>
              <a:t>XxX.</a:t>
            </a:r>
            <a:endParaRPr sz="3200">
              <a:latin typeface="Calibri"/>
              <a:cs typeface="Calibri"/>
            </a:endParaRPr>
          </a:p>
          <a:p>
            <a:pPr marL="12700">
              <a:lnSpc>
                <a:spcPts val="3829"/>
              </a:lnSpc>
              <a:spcBef>
                <a:spcPts val="765"/>
              </a:spcBef>
            </a:pPr>
            <a:r>
              <a:rPr sz="3200" dirty="0">
                <a:latin typeface="Calibri"/>
                <a:cs typeface="Calibri"/>
              </a:rPr>
              <a:t>R</a:t>
            </a:r>
            <a:r>
              <a:rPr sz="3200" spc="-35" dirty="0">
                <a:latin typeface="Calibri"/>
                <a:cs typeface="Calibri"/>
              </a:rPr>
              <a:t> </a:t>
            </a:r>
            <a:r>
              <a:rPr sz="3200" dirty="0">
                <a:latin typeface="Calibri"/>
                <a:cs typeface="Calibri"/>
              </a:rPr>
              <a:t>là</a:t>
            </a:r>
            <a:r>
              <a:rPr sz="3200" spc="-30" dirty="0">
                <a:latin typeface="Calibri"/>
                <a:cs typeface="Calibri"/>
              </a:rPr>
              <a:t> </a:t>
            </a:r>
            <a:r>
              <a:rPr sz="3200" dirty="0">
                <a:latin typeface="Calibri"/>
                <a:cs typeface="Calibri"/>
              </a:rPr>
              <a:t>phản</a:t>
            </a:r>
            <a:r>
              <a:rPr sz="3200" spc="-10" dirty="0">
                <a:latin typeface="Calibri"/>
                <a:cs typeface="Calibri"/>
              </a:rPr>
              <a:t> </a:t>
            </a:r>
            <a:r>
              <a:rPr sz="3200" dirty="0">
                <a:latin typeface="Calibri"/>
                <a:cs typeface="Calibri"/>
              </a:rPr>
              <a:t>xạ</a:t>
            </a:r>
            <a:r>
              <a:rPr sz="3200" spc="-35" dirty="0">
                <a:latin typeface="Calibri"/>
                <a:cs typeface="Calibri"/>
              </a:rPr>
              <a:t> </a:t>
            </a:r>
            <a:r>
              <a:rPr sz="3200" dirty="0">
                <a:latin typeface="Calibri"/>
                <a:cs typeface="Calibri"/>
              </a:rPr>
              <a:t>vì</a:t>
            </a:r>
            <a:r>
              <a:rPr sz="3200" spc="-30" dirty="0">
                <a:latin typeface="Calibri"/>
                <a:cs typeface="Calibri"/>
              </a:rPr>
              <a:t> </a:t>
            </a:r>
            <a:r>
              <a:rPr sz="3200" dirty="0">
                <a:latin typeface="Calibri"/>
                <a:cs typeface="Calibri"/>
              </a:rPr>
              <a:t>khi</a:t>
            </a:r>
            <a:r>
              <a:rPr sz="3200" spc="-25" dirty="0">
                <a:latin typeface="Calibri"/>
                <a:cs typeface="Calibri"/>
              </a:rPr>
              <a:t> </a:t>
            </a:r>
            <a:r>
              <a:rPr sz="3200" dirty="0">
                <a:solidFill>
                  <a:srgbClr val="FF0000"/>
                </a:solidFill>
                <a:latin typeface="Calibri"/>
                <a:cs typeface="Calibri"/>
              </a:rPr>
              <a:t>thay</a:t>
            </a:r>
            <a:r>
              <a:rPr sz="3200" spc="-20" dirty="0">
                <a:solidFill>
                  <a:srgbClr val="FF0000"/>
                </a:solidFill>
                <a:latin typeface="Calibri"/>
                <a:cs typeface="Calibri"/>
              </a:rPr>
              <a:t> </a:t>
            </a:r>
            <a:r>
              <a:rPr sz="3200" dirty="0">
                <a:solidFill>
                  <a:srgbClr val="FF0000"/>
                </a:solidFill>
                <a:latin typeface="Calibri"/>
                <a:cs typeface="Calibri"/>
              </a:rPr>
              <a:t>x</a:t>
            </a:r>
            <a:r>
              <a:rPr sz="3200" spc="-35" dirty="0">
                <a:solidFill>
                  <a:srgbClr val="FF0000"/>
                </a:solidFill>
                <a:latin typeface="Calibri"/>
                <a:cs typeface="Calibri"/>
              </a:rPr>
              <a:t> </a:t>
            </a:r>
            <a:r>
              <a:rPr sz="3200" dirty="0">
                <a:solidFill>
                  <a:srgbClr val="FF0000"/>
                </a:solidFill>
                <a:latin typeface="Calibri"/>
                <a:cs typeface="Calibri"/>
              </a:rPr>
              <a:t>=</a:t>
            </a:r>
            <a:r>
              <a:rPr sz="3200" spc="-30" dirty="0">
                <a:solidFill>
                  <a:srgbClr val="FF0000"/>
                </a:solidFill>
                <a:latin typeface="Calibri"/>
                <a:cs typeface="Calibri"/>
              </a:rPr>
              <a:t> </a:t>
            </a:r>
            <a:r>
              <a:rPr sz="3200" dirty="0">
                <a:solidFill>
                  <a:srgbClr val="FF0000"/>
                </a:solidFill>
                <a:latin typeface="Calibri"/>
                <a:cs typeface="Calibri"/>
              </a:rPr>
              <a:t>a</a:t>
            </a:r>
            <a:r>
              <a:rPr sz="3200" spc="-25" dirty="0">
                <a:solidFill>
                  <a:srgbClr val="FF0000"/>
                </a:solidFill>
                <a:latin typeface="Calibri"/>
                <a:cs typeface="Calibri"/>
              </a:rPr>
              <a:t> </a:t>
            </a:r>
            <a:r>
              <a:rPr sz="3200" dirty="0">
                <a:solidFill>
                  <a:srgbClr val="FF0000"/>
                </a:solidFill>
                <a:latin typeface="Symbol"/>
                <a:cs typeface="Symbol"/>
              </a:rPr>
              <a:t></a:t>
            </a:r>
            <a:r>
              <a:rPr sz="3200" spc="-105" dirty="0">
                <a:solidFill>
                  <a:srgbClr val="FF0000"/>
                </a:solidFill>
                <a:latin typeface="Times New Roman"/>
                <a:cs typeface="Times New Roman"/>
              </a:rPr>
              <a:t> </a:t>
            </a:r>
            <a:r>
              <a:rPr sz="3200" dirty="0">
                <a:solidFill>
                  <a:srgbClr val="FF0000"/>
                </a:solidFill>
                <a:latin typeface="Calibri"/>
                <a:cs typeface="Calibri"/>
              </a:rPr>
              <a:t>X</a:t>
            </a:r>
            <a:r>
              <a:rPr sz="3200" spc="-30" dirty="0">
                <a:solidFill>
                  <a:srgbClr val="FF0000"/>
                </a:solidFill>
                <a:latin typeface="Calibri"/>
                <a:cs typeface="Calibri"/>
              </a:rPr>
              <a:t> </a:t>
            </a:r>
            <a:r>
              <a:rPr sz="3200" dirty="0">
                <a:latin typeface="Calibri"/>
                <a:cs typeface="Calibri"/>
              </a:rPr>
              <a:t>,ta</a:t>
            </a:r>
            <a:r>
              <a:rPr sz="3200" spc="-35" dirty="0">
                <a:latin typeface="Calibri"/>
                <a:cs typeface="Calibri"/>
              </a:rPr>
              <a:t> </a:t>
            </a:r>
            <a:r>
              <a:rPr sz="3200" dirty="0">
                <a:latin typeface="Calibri"/>
                <a:cs typeface="Calibri"/>
              </a:rPr>
              <a:t>có</a:t>
            </a:r>
            <a:r>
              <a:rPr sz="3200" spc="-40" dirty="0">
                <a:latin typeface="Calibri"/>
                <a:cs typeface="Calibri"/>
              </a:rPr>
              <a:t> </a:t>
            </a:r>
            <a:r>
              <a:rPr sz="3200" b="1" dirty="0">
                <a:latin typeface="Calibri"/>
                <a:cs typeface="Calibri"/>
              </a:rPr>
              <a:t>(a,</a:t>
            </a:r>
            <a:r>
              <a:rPr sz="3200" b="1" spc="-35" dirty="0">
                <a:latin typeface="Calibri"/>
                <a:cs typeface="Calibri"/>
              </a:rPr>
              <a:t> </a:t>
            </a:r>
            <a:r>
              <a:rPr sz="3200" b="1" dirty="0">
                <a:latin typeface="Calibri"/>
                <a:cs typeface="Calibri"/>
              </a:rPr>
              <a:t>a)</a:t>
            </a:r>
            <a:r>
              <a:rPr sz="3200" b="1" spc="-40" dirty="0">
                <a:latin typeface="Calibri"/>
                <a:cs typeface="Calibri"/>
              </a:rPr>
              <a:t> </a:t>
            </a:r>
            <a:r>
              <a:rPr sz="3200" dirty="0">
                <a:latin typeface="Symbol"/>
                <a:cs typeface="Symbol"/>
              </a:rPr>
              <a:t></a:t>
            </a:r>
            <a:r>
              <a:rPr sz="3200" spc="-110" dirty="0">
                <a:latin typeface="Times New Roman"/>
                <a:cs typeface="Times New Roman"/>
              </a:rPr>
              <a:t> </a:t>
            </a:r>
            <a:r>
              <a:rPr sz="3200" b="1" spc="-50" dirty="0">
                <a:latin typeface="Calibri"/>
                <a:cs typeface="Calibri"/>
              </a:rPr>
              <a:t>R</a:t>
            </a:r>
            <a:endParaRPr sz="3200">
              <a:latin typeface="Calibri"/>
              <a:cs typeface="Calibri"/>
            </a:endParaRPr>
          </a:p>
          <a:p>
            <a:pPr marL="12700">
              <a:lnSpc>
                <a:spcPts val="3829"/>
              </a:lnSpc>
            </a:pPr>
            <a:r>
              <a:rPr sz="3200" spc="-20" dirty="0">
                <a:latin typeface="Calibri"/>
                <a:cs typeface="Calibri"/>
              </a:rPr>
              <a:t>ĐÚNG</a:t>
            </a:r>
            <a:endParaRPr sz="3200">
              <a:latin typeface="Calibri"/>
              <a:cs typeface="Calibri"/>
            </a:endParaRPr>
          </a:p>
          <a:p>
            <a:pPr marL="346075" algn="ctr">
              <a:lnSpc>
                <a:spcPct val="100000"/>
              </a:lnSpc>
              <a:spcBef>
                <a:spcPts val="770"/>
              </a:spcBef>
            </a:pPr>
            <a:r>
              <a:rPr sz="3200" dirty="0">
                <a:latin typeface="Calibri"/>
                <a:cs typeface="Calibri"/>
              </a:rPr>
              <a:t>(Mệnh</a:t>
            </a:r>
            <a:r>
              <a:rPr sz="3200" spc="-60" dirty="0">
                <a:latin typeface="Calibri"/>
                <a:cs typeface="Calibri"/>
              </a:rPr>
              <a:t> </a:t>
            </a:r>
            <a:r>
              <a:rPr sz="3200" dirty="0">
                <a:latin typeface="Calibri"/>
                <a:cs typeface="Calibri"/>
              </a:rPr>
              <a:t>đề</a:t>
            </a:r>
            <a:r>
              <a:rPr sz="3200" spc="-50" dirty="0">
                <a:latin typeface="Calibri"/>
                <a:cs typeface="Calibri"/>
              </a:rPr>
              <a:t> </a:t>
            </a:r>
            <a:r>
              <a:rPr sz="3200" dirty="0">
                <a:latin typeface="Calibri"/>
                <a:cs typeface="Calibri"/>
              </a:rPr>
              <a:t>(*)</a:t>
            </a:r>
            <a:r>
              <a:rPr sz="3200" spc="-50" dirty="0">
                <a:latin typeface="Calibri"/>
                <a:cs typeface="Calibri"/>
              </a:rPr>
              <a:t> </a:t>
            </a:r>
            <a:r>
              <a:rPr sz="3200" spc="-10" dirty="0">
                <a:latin typeface="Calibri"/>
                <a:cs typeface="Calibri"/>
              </a:rPr>
              <a:t>ĐÚNG).</a:t>
            </a:r>
            <a:endParaRPr sz="3200">
              <a:latin typeface="Calibri"/>
              <a:cs typeface="Calibri"/>
            </a:endParaRPr>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315213"/>
            <a:ext cx="7865109" cy="4510405"/>
          </a:xfrm>
          <a:prstGeom prst="rect">
            <a:avLst/>
          </a:prstGeom>
        </p:spPr>
        <p:txBody>
          <a:bodyPr vert="horz" wrap="square" lIns="0" tIns="12700" rIns="0" bIns="0" rtlCol="0">
            <a:spAutoFit/>
          </a:bodyPr>
          <a:lstStyle/>
          <a:p>
            <a:pPr marL="434340" algn="ctr">
              <a:lnSpc>
                <a:spcPct val="100000"/>
              </a:lnSpc>
              <a:spcBef>
                <a:spcPts val="100"/>
              </a:spcBef>
              <a:tabLst>
                <a:tab pos="3888740" algn="l"/>
              </a:tabLst>
            </a:pPr>
            <a:r>
              <a:rPr sz="3200" dirty="0">
                <a:latin typeface="Symbol"/>
                <a:cs typeface="Symbol"/>
              </a:rPr>
              <a:t></a:t>
            </a:r>
            <a:r>
              <a:rPr sz="3200" b="1" dirty="0">
                <a:latin typeface="Calibri"/>
                <a:cs typeface="Calibri"/>
              </a:rPr>
              <a:t>x</a:t>
            </a:r>
            <a:r>
              <a:rPr sz="3200" b="1" spc="-25" dirty="0">
                <a:latin typeface="Calibri"/>
                <a:cs typeface="Calibri"/>
              </a:rPr>
              <a:t> </a:t>
            </a:r>
            <a:r>
              <a:rPr sz="3200" dirty="0">
                <a:latin typeface="Symbol"/>
                <a:cs typeface="Symbol"/>
              </a:rPr>
              <a:t></a:t>
            </a:r>
            <a:r>
              <a:rPr sz="3200" spc="-100" dirty="0">
                <a:latin typeface="Times New Roman"/>
                <a:cs typeface="Times New Roman"/>
              </a:rPr>
              <a:t> </a:t>
            </a:r>
            <a:r>
              <a:rPr sz="3200" b="1" dirty="0">
                <a:latin typeface="Calibri"/>
                <a:cs typeface="Calibri"/>
              </a:rPr>
              <a:t>X,</a:t>
            </a:r>
            <a:r>
              <a:rPr sz="3200" b="1" spc="-20" dirty="0">
                <a:latin typeface="Calibri"/>
                <a:cs typeface="Calibri"/>
              </a:rPr>
              <a:t> </a:t>
            </a:r>
            <a:r>
              <a:rPr sz="3200" b="1" dirty="0">
                <a:latin typeface="Calibri"/>
                <a:cs typeface="Calibri"/>
              </a:rPr>
              <a:t>(x,</a:t>
            </a:r>
            <a:r>
              <a:rPr sz="3200" b="1" spc="-25" dirty="0">
                <a:latin typeface="Calibri"/>
                <a:cs typeface="Calibri"/>
              </a:rPr>
              <a:t> </a:t>
            </a:r>
            <a:r>
              <a:rPr sz="3200" b="1" dirty="0">
                <a:latin typeface="Calibri"/>
                <a:cs typeface="Calibri"/>
              </a:rPr>
              <a:t>x)</a:t>
            </a:r>
            <a:r>
              <a:rPr sz="3200" b="1" spc="-20" dirty="0">
                <a:latin typeface="Calibri"/>
                <a:cs typeface="Calibri"/>
              </a:rPr>
              <a:t> </a:t>
            </a:r>
            <a:r>
              <a:rPr sz="3200" dirty="0">
                <a:latin typeface="Symbol"/>
                <a:cs typeface="Symbol"/>
              </a:rPr>
              <a:t></a:t>
            </a:r>
            <a:r>
              <a:rPr sz="3200" spc="-100" dirty="0">
                <a:latin typeface="Times New Roman"/>
                <a:cs typeface="Times New Roman"/>
              </a:rPr>
              <a:t> </a:t>
            </a:r>
            <a:r>
              <a:rPr sz="3200" b="1" spc="-50" dirty="0">
                <a:latin typeface="Calibri"/>
                <a:cs typeface="Calibri"/>
              </a:rPr>
              <a:t>R</a:t>
            </a:r>
            <a:r>
              <a:rPr sz="3200" b="1" dirty="0">
                <a:latin typeface="Calibri"/>
                <a:cs typeface="Calibri"/>
              </a:rPr>
              <a:t>	</a:t>
            </a:r>
            <a:r>
              <a:rPr sz="3200" b="1" spc="-25" dirty="0">
                <a:latin typeface="Calibri"/>
                <a:cs typeface="Calibri"/>
              </a:rPr>
              <a:t>(*)</a:t>
            </a:r>
            <a:endParaRPr sz="3200">
              <a:latin typeface="Calibri"/>
              <a:cs typeface="Calibri"/>
            </a:endParaRPr>
          </a:p>
          <a:p>
            <a:pPr>
              <a:lnSpc>
                <a:spcPct val="100000"/>
              </a:lnSpc>
              <a:spcBef>
                <a:spcPts val="1445"/>
              </a:spcBef>
            </a:pPr>
            <a:endParaRPr sz="3200">
              <a:latin typeface="Calibri"/>
              <a:cs typeface="Calibri"/>
            </a:endParaRPr>
          </a:p>
          <a:p>
            <a:pPr marL="12700">
              <a:lnSpc>
                <a:spcPct val="100000"/>
              </a:lnSpc>
              <a:spcBef>
                <a:spcPts val="5"/>
              </a:spcBef>
              <a:tabLst>
                <a:tab pos="1063625" algn="l"/>
              </a:tabLst>
            </a:pPr>
            <a:r>
              <a:rPr sz="3200" b="1" dirty="0">
                <a:latin typeface="Calibri"/>
                <a:cs typeface="Calibri"/>
              </a:rPr>
              <a:t>Ví</a:t>
            </a:r>
            <a:r>
              <a:rPr sz="3200" b="1" spc="-15" dirty="0">
                <a:latin typeface="Calibri"/>
                <a:cs typeface="Calibri"/>
              </a:rPr>
              <a:t> </a:t>
            </a:r>
            <a:r>
              <a:rPr sz="3200" b="1" spc="-25" dirty="0">
                <a:latin typeface="Calibri"/>
                <a:cs typeface="Calibri"/>
              </a:rPr>
              <a:t>dụ</a:t>
            </a:r>
            <a:r>
              <a:rPr sz="3200" b="1" dirty="0">
                <a:latin typeface="Calibri"/>
                <a:cs typeface="Calibri"/>
              </a:rPr>
              <a:t>	2:</a:t>
            </a:r>
            <a:r>
              <a:rPr sz="3200" dirty="0">
                <a:latin typeface="Calibri"/>
                <a:cs typeface="Calibri"/>
              </a:rPr>
              <a:t>Cho</a:t>
            </a:r>
            <a:r>
              <a:rPr sz="3200" spc="-30" dirty="0">
                <a:latin typeface="Calibri"/>
                <a:cs typeface="Calibri"/>
              </a:rPr>
              <a:t> </a:t>
            </a:r>
            <a:r>
              <a:rPr sz="3200" dirty="0">
                <a:latin typeface="Calibri"/>
                <a:cs typeface="Calibri"/>
              </a:rPr>
              <a:t>X</a:t>
            </a:r>
            <a:r>
              <a:rPr sz="3200" spc="-25"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{1,</a:t>
            </a:r>
            <a:r>
              <a:rPr sz="3200" spc="-15" dirty="0">
                <a:latin typeface="Calibri"/>
                <a:cs typeface="Calibri"/>
              </a:rPr>
              <a:t> </a:t>
            </a:r>
            <a:r>
              <a:rPr sz="3200" dirty="0">
                <a:latin typeface="Calibri"/>
                <a:cs typeface="Calibri"/>
              </a:rPr>
              <a:t>2,</a:t>
            </a:r>
            <a:r>
              <a:rPr sz="3200" spc="-30" dirty="0">
                <a:latin typeface="Calibri"/>
                <a:cs typeface="Calibri"/>
              </a:rPr>
              <a:t> </a:t>
            </a:r>
            <a:r>
              <a:rPr sz="3200" spc="-25" dirty="0">
                <a:latin typeface="Calibri"/>
                <a:cs typeface="Calibri"/>
              </a:rPr>
              <a:t>3}.</a:t>
            </a:r>
            <a:endParaRPr sz="3200">
              <a:latin typeface="Calibri"/>
              <a:cs typeface="Calibri"/>
            </a:endParaRPr>
          </a:p>
          <a:p>
            <a:pPr>
              <a:lnSpc>
                <a:spcPct val="100000"/>
              </a:lnSpc>
              <a:spcBef>
                <a:spcPts val="1495"/>
              </a:spcBef>
            </a:pPr>
            <a:endParaRPr sz="3200">
              <a:latin typeface="Calibri"/>
              <a:cs typeface="Calibri"/>
            </a:endParaRPr>
          </a:p>
          <a:p>
            <a:pPr marL="12700">
              <a:lnSpc>
                <a:spcPct val="100000"/>
              </a:lnSpc>
            </a:pPr>
            <a:r>
              <a:rPr sz="3200" dirty="0">
                <a:latin typeface="Calibri"/>
                <a:cs typeface="Calibri"/>
              </a:rPr>
              <a:t>R</a:t>
            </a:r>
            <a:r>
              <a:rPr sz="3200" spc="-25"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(1,</a:t>
            </a:r>
            <a:r>
              <a:rPr sz="3200" spc="-20" dirty="0">
                <a:latin typeface="Calibri"/>
                <a:cs typeface="Calibri"/>
              </a:rPr>
              <a:t> </a:t>
            </a:r>
            <a:r>
              <a:rPr sz="3200" dirty="0">
                <a:latin typeface="Calibri"/>
                <a:cs typeface="Calibri"/>
              </a:rPr>
              <a:t>1)</a:t>
            </a:r>
            <a:r>
              <a:rPr sz="3200" spc="-15"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(3,</a:t>
            </a:r>
            <a:r>
              <a:rPr sz="3200" spc="-20" dirty="0">
                <a:latin typeface="Calibri"/>
                <a:cs typeface="Calibri"/>
              </a:rPr>
              <a:t> </a:t>
            </a:r>
            <a:r>
              <a:rPr sz="3200" dirty="0">
                <a:latin typeface="Calibri"/>
                <a:cs typeface="Calibri"/>
              </a:rPr>
              <a:t>3)</a:t>
            </a:r>
            <a:r>
              <a:rPr sz="3200" spc="-5" dirty="0">
                <a:latin typeface="Calibri"/>
                <a:cs typeface="Calibri"/>
              </a:rPr>
              <a:t> </a:t>
            </a:r>
            <a:r>
              <a:rPr sz="3200" dirty="0">
                <a:latin typeface="Calibri"/>
                <a:cs typeface="Calibri"/>
              </a:rPr>
              <a:t>}</a:t>
            </a:r>
            <a:r>
              <a:rPr sz="3200" spc="-15" dirty="0">
                <a:latin typeface="Calibri"/>
                <a:cs typeface="Calibri"/>
              </a:rPr>
              <a:t> </a:t>
            </a:r>
            <a:r>
              <a:rPr sz="3200" dirty="0">
                <a:latin typeface="Symbol"/>
                <a:cs typeface="Symbol"/>
              </a:rPr>
              <a:t></a:t>
            </a:r>
            <a:r>
              <a:rPr sz="3200" spc="-95" dirty="0">
                <a:latin typeface="Times New Roman"/>
                <a:cs typeface="Times New Roman"/>
              </a:rPr>
              <a:t> </a:t>
            </a:r>
            <a:r>
              <a:rPr sz="3200" spc="-20" dirty="0">
                <a:latin typeface="Calibri"/>
                <a:cs typeface="Calibri"/>
              </a:rPr>
              <a:t>XxX.</a:t>
            </a:r>
            <a:endParaRPr sz="3200">
              <a:latin typeface="Calibri"/>
              <a:cs typeface="Calibri"/>
            </a:endParaRPr>
          </a:p>
          <a:p>
            <a:pPr marL="12700" marR="5080">
              <a:lnSpc>
                <a:spcPts val="3820"/>
              </a:lnSpc>
              <a:spcBef>
                <a:spcPts val="915"/>
              </a:spcBef>
              <a:tabLst>
                <a:tab pos="5824855" algn="l"/>
              </a:tabLst>
            </a:pPr>
            <a:r>
              <a:rPr sz="3200" dirty="0">
                <a:latin typeface="Calibri"/>
                <a:cs typeface="Calibri"/>
              </a:rPr>
              <a:t>R</a:t>
            </a:r>
            <a:r>
              <a:rPr sz="3200" spc="-40" dirty="0">
                <a:latin typeface="Calibri"/>
                <a:cs typeface="Calibri"/>
              </a:rPr>
              <a:t> </a:t>
            </a:r>
            <a:r>
              <a:rPr sz="3200" dirty="0">
                <a:latin typeface="Calibri"/>
                <a:cs typeface="Calibri"/>
              </a:rPr>
              <a:t>KHÔNG</a:t>
            </a:r>
            <a:r>
              <a:rPr sz="3200" spc="-35" dirty="0">
                <a:latin typeface="Calibri"/>
                <a:cs typeface="Calibri"/>
              </a:rPr>
              <a:t> </a:t>
            </a:r>
            <a:r>
              <a:rPr sz="3200" dirty="0">
                <a:latin typeface="Calibri"/>
                <a:cs typeface="Calibri"/>
              </a:rPr>
              <a:t>là</a:t>
            </a:r>
            <a:r>
              <a:rPr sz="3200" spc="-35" dirty="0">
                <a:latin typeface="Calibri"/>
                <a:cs typeface="Calibri"/>
              </a:rPr>
              <a:t> </a:t>
            </a:r>
            <a:r>
              <a:rPr sz="3200" dirty="0">
                <a:latin typeface="Calibri"/>
                <a:cs typeface="Calibri"/>
              </a:rPr>
              <a:t>phản</a:t>
            </a:r>
            <a:r>
              <a:rPr sz="3200" spc="-20" dirty="0">
                <a:latin typeface="Calibri"/>
                <a:cs typeface="Calibri"/>
              </a:rPr>
              <a:t> </a:t>
            </a:r>
            <a:r>
              <a:rPr sz="3200" dirty="0">
                <a:latin typeface="Calibri"/>
                <a:cs typeface="Calibri"/>
              </a:rPr>
              <a:t>xạ</a:t>
            </a:r>
            <a:r>
              <a:rPr sz="3200" spc="-35" dirty="0">
                <a:latin typeface="Calibri"/>
                <a:cs typeface="Calibri"/>
              </a:rPr>
              <a:t> </a:t>
            </a:r>
            <a:r>
              <a:rPr sz="3200" dirty="0">
                <a:latin typeface="Calibri"/>
                <a:cs typeface="Calibri"/>
              </a:rPr>
              <a:t>vì</a:t>
            </a:r>
            <a:r>
              <a:rPr sz="3200" spc="-20" dirty="0">
                <a:latin typeface="Calibri"/>
                <a:cs typeface="Calibri"/>
              </a:rPr>
              <a:t> </a:t>
            </a:r>
            <a:r>
              <a:rPr sz="3200" dirty="0">
                <a:solidFill>
                  <a:srgbClr val="FF0000"/>
                </a:solidFill>
                <a:latin typeface="Calibri"/>
                <a:cs typeface="Calibri"/>
              </a:rPr>
              <a:t>có</a:t>
            </a:r>
            <a:r>
              <a:rPr sz="3200" spc="-45" dirty="0">
                <a:solidFill>
                  <a:srgbClr val="FF0000"/>
                </a:solidFill>
                <a:latin typeface="Calibri"/>
                <a:cs typeface="Calibri"/>
              </a:rPr>
              <a:t> </a:t>
            </a:r>
            <a:r>
              <a:rPr sz="3200" dirty="0">
                <a:solidFill>
                  <a:srgbClr val="FF0000"/>
                </a:solidFill>
                <a:latin typeface="Calibri"/>
                <a:cs typeface="Calibri"/>
              </a:rPr>
              <a:t>2</a:t>
            </a:r>
            <a:r>
              <a:rPr sz="3200" spc="-35" dirty="0">
                <a:solidFill>
                  <a:srgbClr val="FF0000"/>
                </a:solidFill>
                <a:latin typeface="Calibri"/>
                <a:cs typeface="Calibri"/>
              </a:rPr>
              <a:t> </a:t>
            </a:r>
            <a:r>
              <a:rPr sz="3200" dirty="0">
                <a:solidFill>
                  <a:srgbClr val="FF0000"/>
                </a:solidFill>
                <a:latin typeface="Symbol"/>
                <a:cs typeface="Symbol"/>
              </a:rPr>
              <a:t></a:t>
            </a:r>
            <a:r>
              <a:rPr sz="3200" spc="-110" dirty="0">
                <a:solidFill>
                  <a:srgbClr val="FF0000"/>
                </a:solidFill>
                <a:latin typeface="Times New Roman"/>
                <a:cs typeface="Times New Roman"/>
              </a:rPr>
              <a:t> </a:t>
            </a:r>
            <a:r>
              <a:rPr sz="3200" dirty="0">
                <a:solidFill>
                  <a:srgbClr val="FF0000"/>
                </a:solidFill>
                <a:latin typeface="Calibri"/>
                <a:cs typeface="Calibri"/>
              </a:rPr>
              <a:t>X</a:t>
            </a:r>
            <a:r>
              <a:rPr sz="3200" spc="-35" dirty="0">
                <a:solidFill>
                  <a:srgbClr val="FF0000"/>
                </a:solidFill>
                <a:latin typeface="Calibri"/>
                <a:cs typeface="Calibri"/>
              </a:rPr>
              <a:t> </a:t>
            </a:r>
            <a:r>
              <a:rPr sz="3200" spc="-25" dirty="0">
                <a:latin typeface="Calibri"/>
                <a:cs typeface="Calibri"/>
              </a:rPr>
              <a:t>và</a:t>
            </a:r>
            <a:r>
              <a:rPr sz="3200" dirty="0">
                <a:latin typeface="Calibri"/>
                <a:cs typeface="Calibri"/>
              </a:rPr>
              <a:t>	(2,</a:t>
            </a:r>
            <a:r>
              <a:rPr sz="3200" spc="-15" dirty="0">
                <a:latin typeface="Calibri"/>
                <a:cs typeface="Calibri"/>
              </a:rPr>
              <a:t> </a:t>
            </a:r>
            <a:r>
              <a:rPr sz="3200" dirty="0">
                <a:latin typeface="Calibri"/>
                <a:cs typeface="Calibri"/>
              </a:rPr>
              <a:t>2)</a:t>
            </a:r>
            <a:r>
              <a:rPr sz="3200" spc="-15"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Calibri"/>
                <a:cs typeface="Calibri"/>
              </a:rPr>
              <a:t>R</a:t>
            </a:r>
            <a:r>
              <a:rPr sz="3200" spc="-25" dirty="0">
                <a:latin typeface="Calibri"/>
                <a:cs typeface="Calibri"/>
              </a:rPr>
              <a:t> có </a:t>
            </a:r>
            <a:r>
              <a:rPr sz="3200" dirty="0">
                <a:latin typeface="Calibri"/>
                <a:cs typeface="Calibri"/>
              </a:rPr>
              <a:t>chân</a:t>
            </a:r>
            <a:r>
              <a:rPr sz="3200" spc="-45" dirty="0">
                <a:latin typeface="Calibri"/>
                <a:cs typeface="Calibri"/>
              </a:rPr>
              <a:t> </a:t>
            </a:r>
            <a:r>
              <a:rPr sz="3200" dirty="0">
                <a:latin typeface="Calibri"/>
                <a:cs typeface="Calibri"/>
              </a:rPr>
              <a:t>trị</a:t>
            </a:r>
            <a:r>
              <a:rPr sz="3200" spc="-40" dirty="0">
                <a:latin typeface="Calibri"/>
                <a:cs typeface="Calibri"/>
              </a:rPr>
              <a:t> </a:t>
            </a:r>
            <a:r>
              <a:rPr sz="3200" spc="-25" dirty="0">
                <a:latin typeface="Calibri"/>
                <a:cs typeface="Calibri"/>
              </a:rPr>
              <a:t>SAI</a:t>
            </a:r>
            <a:endParaRPr sz="3200">
              <a:latin typeface="Calibri"/>
              <a:cs typeface="Calibri"/>
            </a:endParaRPr>
          </a:p>
          <a:p>
            <a:pPr marL="2649855">
              <a:lnSpc>
                <a:spcPct val="100000"/>
              </a:lnSpc>
              <a:spcBef>
                <a:spcPts val="640"/>
              </a:spcBef>
            </a:pPr>
            <a:r>
              <a:rPr sz="3200" dirty="0">
                <a:latin typeface="Calibri"/>
                <a:cs typeface="Calibri"/>
              </a:rPr>
              <a:t>(Mệnh</a:t>
            </a:r>
            <a:r>
              <a:rPr sz="3200" spc="-40" dirty="0">
                <a:latin typeface="Calibri"/>
                <a:cs typeface="Calibri"/>
              </a:rPr>
              <a:t> </a:t>
            </a:r>
            <a:r>
              <a:rPr sz="3200" dirty="0">
                <a:latin typeface="Calibri"/>
                <a:cs typeface="Calibri"/>
              </a:rPr>
              <a:t>đề</a:t>
            </a:r>
            <a:r>
              <a:rPr sz="3200" spc="-20" dirty="0">
                <a:latin typeface="Calibri"/>
                <a:cs typeface="Calibri"/>
              </a:rPr>
              <a:t> </a:t>
            </a:r>
            <a:r>
              <a:rPr sz="3200" dirty="0">
                <a:latin typeface="Calibri"/>
                <a:cs typeface="Calibri"/>
              </a:rPr>
              <a:t>(*)</a:t>
            </a:r>
            <a:r>
              <a:rPr sz="3200" spc="-25" dirty="0">
                <a:latin typeface="Calibri"/>
                <a:cs typeface="Calibri"/>
              </a:rPr>
              <a:t> </a:t>
            </a:r>
            <a:r>
              <a:rPr sz="3200" spc="-20" dirty="0">
                <a:latin typeface="Calibri"/>
                <a:cs typeface="Calibri"/>
              </a:rPr>
              <a:t>SAI).</a:t>
            </a:r>
            <a:endParaRPr sz="3200">
              <a:latin typeface="Calibri"/>
              <a:cs typeface="Calibri"/>
            </a:endParaRPr>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216885"/>
            <a:ext cx="8237855" cy="5792470"/>
          </a:xfrm>
          <a:prstGeom prst="rect">
            <a:avLst/>
          </a:prstGeom>
        </p:spPr>
        <p:txBody>
          <a:bodyPr vert="horz" wrap="square" lIns="0" tIns="63500" rIns="0" bIns="0" rtlCol="0">
            <a:spAutoFit/>
          </a:bodyPr>
          <a:lstStyle/>
          <a:p>
            <a:pPr marL="12700">
              <a:lnSpc>
                <a:spcPct val="100000"/>
              </a:lnSpc>
              <a:spcBef>
                <a:spcPts val="500"/>
              </a:spcBef>
            </a:pPr>
            <a:r>
              <a:rPr sz="3000" b="1" dirty="0">
                <a:latin typeface="Calibri"/>
                <a:cs typeface="Calibri"/>
              </a:rPr>
              <a:t>Ví</a:t>
            </a:r>
            <a:r>
              <a:rPr sz="3000" b="1" spc="-20" dirty="0">
                <a:latin typeface="Calibri"/>
                <a:cs typeface="Calibri"/>
              </a:rPr>
              <a:t> </a:t>
            </a:r>
            <a:r>
              <a:rPr sz="3000" b="1" dirty="0">
                <a:latin typeface="Calibri"/>
                <a:cs typeface="Calibri"/>
              </a:rPr>
              <a:t>dụ</a:t>
            </a:r>
            <a:r>
              <a:rPr sz="3000" b="1" spc="-15" dirty="0">
                <a:latin typeface="Calibri"/>
                <a:cs typeface="Calibri"/>
              </a:rPr>
              <a:t> </a:t>
            </a:r>
            <a:r>
              <a:rPr sz="3000" b="1" dirty="0">
                <a:latin typeface="Calibri"/>
                <a:cs typeface="Calibri"/>
              </a:rPr>
              <a:t>3</a:t>
            </a:r>
            <a:r>
              <a:rPr sz="3000" b="1" spc="-25" dirty="0">
                <a:latin typeface="Calibri"/>
                <a:cs typeface="Calibri"/>
              </a:rPr>
              <a:t> </a:t>
            </a:r>
            <a:r>
              <a:rPr sz="3000" b="1" spc="-50" dirty="0">
                <a:latin typeface="Calibri"/>
                <a:cs typeface="Calibri"/>
              </a:rPr>
              <a:t>:</a:t>
            </a:r>
            <a:endParaRPr sz="3000">
              <a:latin typeface="Calibri"/>
              <a:cs typeface="Calibri"/>
            </a:endParaRPr>
          </a:p>
          <a:p>
            <a:pPr marL="212725" indent="-200025">
              <a:lnSpc>
                <a:spcPts val="3400"/>
              </a:lnSpc>
              <a:spcBef>
                <a:spcPts val="395"/>
              </a:spcBef>
              <a:buChar char="-"/>
              <a:tabLst>
                <a:tab pos="212725" algn="l"/>
              </a:tabLst>
            </a:pPr>
            <a:r>
              <a:rPr sz="3000" dirty="0">
                <a:latin typeface="Calibri"/>
                <a:cs typeface="Calibri"/>
              </a:rPr>
              <a:t>Một</a:t>
            </a:r>
            <a:r>
              <a:rPr sz="3000" spc="-25" dirty="0">
                <a:latin typeface="Calibri"/>
                <a:cs typeface="Calibri"/>
              </a:rPr>
              <a:t> </a:t>
            </a:r>
            <a:r>
              <a:rPr sz="3000" dirty="0">
                <a:latin typeface="Calibri"/>
                <a:cs typeface="Calibri"/>
              </a:rPr>
              <a:t>chuỗi</a:t>
            </a:r>
            <a:r>
              <a:rPr sz="3000" spc="-35" dirty="0">
                <a:latin typeface="Calibri"/>
                <a:cs typeface="Calibri"/>
              </a:rPr>
              <a:t> </a:t>
            </a:r>
            <a:r>
              <a:rPr sz="3000" dirty="0">
                <a:latin typeface="Calibri"/>
                <a:cs typeface="Calibri"/>
              </a:rPr>
              <a:t>4</a:t>
            </a:r>
            <a:r>
              <a:rPr sz="3000" spc="-25" dirty="0">
                <a:latin typeface="Calibri"/>
                <a:cs typeface="Calibri"/>
              </a:rPr>
              <a:t> </a:t>
            </a:r>
            <a:r>
              <a:rPr sz="3000" dirty="0">
                <a:latin typeface="Calibri"/>
                <a:cs typeface="Calibri"/>
              </a:rPr>
              <a:t>bit</a:t>
            </a:r>
            <a:r>
              <a:rPr sz="3000" spc="-30" dirty="0">
                <a:latin typeface="Calibri"/>
                <a:cs typeface="Calibri"/>
              </a:rPr>
              <a:t> </a:t>
            </a:r>
            <a:r>
              <a:rPr sz="3000" dirty="0">
                <a:latin typeface="Calibri"/>
                <a:cs typeface="Calibri"/>
              </a:rPr>
              <a:t>là</a:t>
            </a:r>
            <a:r>
              <a:rPr sz="3000" spc="-30" dirty="0">
                <a:latin typeface="Calibri"/>
                <a:cs typeface="Calibri"/>
              </a:rPr>
              <a:t> </a:t>
            </a:r>
            <a:r>
              <a:rPr sz="3000" dirty="0">
                <a:latin typeface="Calibri"/>
                <a:cs typeface="Calibri"/>
              </a:rPr>
              <a:t>chuỗi</a:t>
            </a:r>
            <a:r>
              <a:rPr sz="3000" spc="-35" dirty="0">
                <a:latin typeface="Calibri"/>
                <a:cs typeface="Calibri"/>
              </a:rPr>
              <a:t> </a:t>
            </a:r>
            <a:r>
              <a:rPr sz="3000" dirty="0">
                <a:latin typeface="Calibri"/>
                <a:cs typeface="Calibri"/>
              </a:rPr>
              <a:t>có</a:t>
            </a:r>
            <a:r>
              <a:rPr sz="3000" spc="-45" dirty="0">
                <a:latin typeface="Calibri"/>
                <a:cs typeface="Calibri"/>
              </a:rPr>
              <a:t> </a:t>
            </a:r>
            <a:r>
              <a:rPr sz="3000" dirty="0">
                <a:latin typeface="Calibri"/>
                <a:cs typeface="Calibri"/>
              </a:rPr>
              <a:t>dạng</a:t>
            </a:r>
            <a:r>
              <a:rPr sz="3000" spc="-25" dirty="0">
                <a:latin typeface="Calibri"/>
                <a:cs typeface="Calibri"/>
              </a:rPr>
              <a:t> </a:t>
            </a:r>
            <a:r>
              <a:rPr sz="3000" dirty="0">
                <a:latin typeface="Calibri"/>
                <a:cs typeface="Calibri"/>
              </a:rPr>
              <a:t>xyzt</a:t>
            </a:r>
            <a:r>
              <a:rPr sz="3000" spc="-30" dirty="0">
                <a:latin typeface="Calibri"/>
                <a:cs typeface="Calibri"/>
              </a:rPr>
              <a:t> </a:t>
            </a:r>
            <a:r>
              <a:rPr sz="3000" dirty="0">
                <a:latin typeface="Calibri"/>
                <a:cs typeface="Calibri"/>
              </a:rPr>
              <a:t>với</a:t>
            </a:r>
            <a:r>
              <a:rPr sz="3000" spc="-40" dirty="0">
                <a:latin typeface="Calibri"/>
                <a:cs typeface="Calibri"/>
              </a:rPr>
              <a:t> </a:t>
            </a:r>
            <a:r>
              <a:rPr sz="3000" dirty="0">
                <a:latin typeface="Calibri"/>
                <a:cs typeface="Calibri"/>
              </a:rPr>
              <a:t>x,</a:t>
            </a:r>
            <a:r>
              <a:rPr sz="3000" spc="-25" dirty="0">
                <a:latin typeface="Calibri"/>
                <a:cs typeface="Calibri"/>
              </a:rPr>
              <a:t> </a:t>
            </a:r>
            <a:r>
              <a:rPr sz="3000" spc="-75" dirty="0">
                <a:latin typeface="Calibri"/>
                <a:cs typeface="Calibri"/>
              </a:rPr>
              <a:t>y,</a:t>
            </a:r>
            <a:r>
              <a:rPr sz="3000" spc="-15" dirty="0">
                <a:latin typeface="Calibri"/>
                <a:cs typeface="Calibri"/>
              </a:rPr>
              <a:t> </a:t>
            </a:r>
            <a:r>
              <a:rPr sz="3000" dirty="0">
                <a:latin typeface="Calibri"/>
                <a:cs typeface="Calibri"/>
              </a:rPr>
              <a:t>z,</a:t>
            </a:r>
            <a:r>
              <a:rPr sz="3000" spc="-30" dirty="0">
                <a:latin typeface="Calibri"/>
                <a:cs typeface="Calibri"/>
              </a:rPr>
              <a:t> </a:t>
            </a:r>
            <a:r>
              <a:rPr sz="3000" dirty="0">
                <a:latin typeface="Calibri"/>
                <a:cs typeface="Calibri"/>
              </a:rPr>
              <a:t>t</a:t>
            </a:r>
            <a:r>
              <a:rPr sz="3000" spc="-50" dirty="0">
                <a:latin typeface="Calibri"/>
                <a:cs typeface="Calibri"/>
              </a:rPr>
              <a:t> </a:t>
            </a:r>
            <a:r>
              <a:rPr sz="3000" spc="-50" dirty="0">
                <a:latin typeface="Symbol"/>
                <a:cs typeface="Symbol"/>
              </a:rPr>
              <a:t></a:t>
            </a:r>
            <a:endParaRPr sz="3000">
              <a:latin typeface="Symbol"/>
              <a:cs typeface="Symbol"/>
            </a:endParaRPr>
          </a:p>
          <a:p>
            <a:pPr marL="12700">
              <a:lnSpc>
                <a:spcPts val="3400"/>
              </a:lnSpc>
            </a:pPr>
            <a:r>
              <a:rPr sz="3000" dirty="0">
                <a:latin typeface="Calibri"/>
                <a:cs typeface="Calibri"/>
              </a:rPr>
              <a:t>{0,</a:t>
            </a:r>
            <a:r>
              <a:rPr sz="3000" spc="-45" dirty="0">
                <a:latin typeface="Calibri"/>
                <a:cs typeface="Calibri"/>
              </a:rPr>
              <a:t> </a:t>
            </a:r>
            <a:r>
              <a:rPr sz="3000" dirty="0">
                <a:latin typeface="Calibri"/>
                <a:cs typeface="Calibri"/>
              </a:rPr>
              <a:t>1}.</a:t>
            </a:r>
            <a:r>
              <a:rPr sz="3000" spc="-35" dirty="0">
                <a:latin typeface="Calibri"/>
                <a:cs typeface="Calibri"/>
              </a:rPr>
              <a:t> </a:t>
            </a:r>
            <a:r>
              <a:rPr sz="3000" dirty="0">
                <a:latin typeface="Calibri"/>
                <a:cs typeface="Calibri"/>
              </a:rPr>
              <a:t>VD</a:t>
            </a:r>
            <a:r>
              <a:rPr sz="3000" spc="-35" dirty="0">
                <a:latin typeface="Calibri"/>
                <a:cs typeface="Calibri"/>
              </a:rPr>
              <a:t> </a:t>
            </a:r>
            <a:r>
              <a:rPr sz="3000" dirty="0">
                <a:latin typeface="Calibri"/>
                <a:cs typeface="Calibri"/>
              </a:rPr>
              <a:t>:</a:t>
            </a:r>
            <a:r>
              <a:rPr sz="3000" spc="-35" dirty="0">
                <a:latin typeface="Calibri"/>
                <a:cs typeface="Calibri"/>
              </a:rPr>
              <a:t> </a:t>
            </a:r>
            <a:r>
              <a:rPr sz="3000" dirty="0">
                <a:latin typeface="Calibri"/>
                <a:cs typeface="Calibri"/>
              </a:rPr>
              <a:t>0011,</a:t>
            </a:r>
            <a:r>
              <a:rPr sz="3000" spc="-30" dirty="0">
                <a:latin typeface="Calibri"/>
                <a:cs typeface="Calibri"/>
              </a:rPr>
              <a:t> </a:t>
            </a:r>
            <a:r>
              <a:rPr sz="3000" dirty="0">
                <a:latin typeface="Calibri"/>
                <a:cs typeface="Calibri"/>
              </a:rPr>
              <a:t>0100,</a:t>
            </a:r>
            <a:r>
              <a:rPr sz="3000" spc="-30" dirty="0">
                <a:latin typeface="Calibri"/>
                <a:cs typeface="Calibri"/>
              </a:rPr>
              <a:t> </a:t>
            </a:r>
            <a:r>
              <a:rPr sz="3000" dirty="0">
                <a:latin typeface="Calibri"/>
                <a:cs typeface="Calibri"/>
              </a:rPr>
              <a:t>1101</a:t>
            </a:r>
            <a:r>
              <a:rPr sz="3000" spc="-25" dirty="0">
                <a:latin typeface="Calibri"/>
                <a:cs typeface="Calibri"/>
              </a:rPr>
              <a:t> </a:t>
            </a:r>
            <a:r>
              <a:rPr sz="3000" dirty="0">
                <a:latin typeface="Calibri"/>
                <a:cs typeface="Calibri"/>
              </a:rPr>
              <a:t>là</a:t>
            </a:r>
            <a:r>
              <a:rPr sz="3000" spc="-35" dirty="0">
                <a:latin typeface="Calibri"/>
                <a:cs typeface="Calibri"/>
              </a:rPr>
              <a:t> </a:t>
            </a:r>
            <a:r>
              <a:rPr sz="3000" dirty="0">
                <a:latin typeface="Calibri"/>
                <a:cs typeface="Calibri"/>
              </a:rPr>
              <a:t>các</a:t>
            </a:r>
            <a:r>
              <a:rPr sz="3000" spc="-55" dirty="0">
                <a:latin typeface="Calibri"/>
                <a:cs typeface="Calibri"/>
              </a:rPr>
              <a:t> </a:t>
            </a:r>
            <a:r>
              <a:rPr sz="3000" dirty="0">
                <a:latin typeface="Calibri"/>
                <a:cs typeface="Calibri"/>
              </a:rPr>
              <a:t>chuỗi</a:t>
            </a:r>
            <a:r>
              <a:rPr sz="3000" spc="-30" dirty="0">
                <a:latin typeface="Calibri"/>
                <a:cs typeface="Calibri"/>
              </a:rPr>
              <a:t> </a:t>
            </a:r>
            <a:r>
              <a:rPr sz="3000" dirty="0">
                <a:latin typeface="Calibri"/>
                <a:cs typeface="Calibri"/>
              </a:rPr>
              <a:t>4</a:t>
            </a:r>
            <a:r>
              <a:rPr sz="3000" spc="-30" dirty="0">
                <a:latin typeface="Calibri"/>
                <a:cs typeface="Calibri"/>
              </a:rPr>
              <a:t> </a:t>
            </a:r>
            <a:r>
              <a:rPr sz="3000" spc="-20" dirty="0">
                <a:latin typeface="Calibri"/>
                <a:cs typeface="Calibri"/>
              </a:rPr>
              <a:t>bit.</a:t>
            </a:r>
            <a:endParaRPr sz="3000">
              <a:latin typeface="Calibri"/>
              <a:cs typeface="Calibri"/>
            </a:endParaRPr>
          </a:p>
          <a:p>
            <a:pPr marL="12700" marR="5080" indent="200025">
              <a:lnSpc>
                <a:spcPts val="3240"/>
              </a:lnSpc>
              <a:spcBef>
                <a:spcPts val="770"/>
              </a:spcBef>
              <a:buChar char="-"/>
              <a:tabLst>
                <a:tab pos="212725" algn="l"/>
              </a:tabLst>
            </a:pPr>
            <a:r>
              <a:rPr sz="3000" dirty="0">
                <a:latin typeface="Calibri"/>
                <a:cs typeface="Calibri"/>
              </a:rPr>
              <a:t>Cho</a:t>
            </a:r>
            <a:r>
              <a:rPr sz="3000" spc="-30" dirty="0">
                <a:latin typeface="Calibri"/>
                <a:cs typeface="Calibri"/>
              </a:rPr>
              <a:t> </a:t>
            </a:r>
            <a:r>
              <a:rPr sz="3000" dirty="0">
                <a:latin typeface="Calibri"/>
                <a:cs typeface="Calibri"/>
              </a:rPr>
              <a:t>X</a:t>
            </a:r>
            <a:r>
              <a:rPr sz="3000" spc="-20" dirty="0">
                <a:latin typeface="Calibri"/>
                <a:cs typeface="Calibri"/>
              </a:rPr>
              <a:t> </a:t>
            </a:r>
            <a:r>
              <a:rPr sz="3000" dirty="0">
                <a:latin typeface="Calibri"/>
                <a:cs typeface="Calibri"/>
              </a:rPr>
              <a:t>là</a:t>
            </a:r>
            <a:r>
              <a:rPr sz="3000" spc="-40" dirty="0">
                <a:latin typeface="Calibri"/>
                <a:cs typeface="Calibri"/>
              </a:rPr>
              <a:t> </a:t>
            </a:r>
            <a:r>
              <a:rPr sz="3000" dirty="0">
                <a:latin typeface="Calibri"/>
                <a:cs typeface="Calibri"/>
              </a:rPr>
              <a:t>tập</a:t>
            </a:r>
            <a:r>
              <a:rPr sz="3000" spc="-30" dirty="0">
                <a:latin typeface="Calibri"/>
                <a:cs typeface="Calibri"/>
              </a:rPr>
              <a:t> </a:t>
            </a:r>
            <a:r>
              <a:rPr sz="3000" dirty="0">
                <a:latin typeface="Calibri"/>
                <a:cs typeface="Calibri"/>
              </a:rPr>
              <a:t>các</a:t>
            </a:r>
            <a:r>
              <a:rPr sz="3000" spc="-55" dirty="0">
                <a:latin typeface="Calibri"/>
                <a:cs typeface="Calibri"/>
              </a:rPr>
              <a:t> </a:t>
            </a:r>
            <a:r>
              <a:rPr sz="3000" dirty="0">
                <a:latin typeface="Calibri"/>
                <a:cs typeface="Calibri"/>
              </a:rPr>
              <a:t>chuỗi</a:t>
            </a:r>
            <a:r>
              <a:rPr sz="3000" spc="-40" dirty="0">
                <a:latin typeface="Calibri"/>
                <a:cs typeface="Calibri"/>
              </a:rPr>
              <a:t> </a:t>
            </a:r>
            <a:r>
              <a:rPr sz="3000" dirty="0">
                <a:latin typeface="Calibri"/>
                <a:cs typeface="Calibri"/>
              </a:rPr>
              <a:t>4</a:t>
            </a:r>
            <a:r>
              <a:rPr sz="3000" spc="-30" dirty="0">
                <a:latin typeface="Calibri"/>
                <a:cs typeface="Calibri"/>
              </a:rPr>
              <a:t> </a:t>
            </a:r>
            <a:r>
              <a:rPr sz="3000" dirty="0">
                <a:latin typeface="Calibri"/>
                <a:cs typeface="Calibri"/>
              </a:rPr>
              <a:t>bit.</a:t>
            </a:r>
            <a:r>
              <a:rPr sz="3000" spc="-20" dirty="0">
                <a:latin typeface="Calibri"/>
                <a:cs typeface="Calibri"/>
              </a:rPr>
              <a:t> </a:t>
            </a:r>
            <a:r>
              <a:rPr sz="3000" spc="-80" dirty="0">
                <a:latin typeface="Calibri"/>
                <a:cs typeface="Calibri"/>
              </a:rPr>
              <a:t>Ta</a:t>
            </a:r>
            <a:r>
              <a:rPr sz="3000" spc="-25" dirty="0">
                <a:latin typeface="Calibri"/>
                <a:cs typeface="Calibri"/>
              </a:rPr>
              <a:t> </a:t>
            </a:r>
            <a:r>
              <a:rPr sz="3000" dirty="0">
                <a:latin typeface="Calibri"/>
                <a:cs typeface="Calibri"/>
              </a:rPr>
              <a:t>định</a:t>
            </a:r>
            <a:r>
              <a:rPr sz="3000" spc="-30" dirty="0">
                <a:latin typeface="Calibri"/>
                <a:cs typeface="Calibri"/>
              </a:rPr>
              <a:t> </a:t>
            </a:r>
            <a:r>
              <a:rPr sz="3000" dirty="0">
                <a:latin typeface="Calibri"/>
                <a:cs typeface="Calibri"/>
              </a:rPr>
              <a:t>nghĩa</a:t>
            </a:r>
            <a:r>
              <a:rPr sz="3000" spc="-35" dirty="0">
                <a:latin typeface="Calibri"/>
                <a:cs typeface="Calibri"/>
              </a:rPr>
              <a:t> </a:t>
            </a:r>
            <a:r>
              <a:rPr sz="3000" dirty="0">
                <a:latin typeface="Calibri"/>
                <a:cs typeface="Calibri"/>
              </a:rPr>
              <a:t>quan</a:t>
            </a:r>
            <a:r>
              <a:rPr sz="3000" spc="-40" dirty="0">
                <a:latin typeface="Calibri"/>
                <a:cs typeface="Calibri"/>
              </a:rPr>
              <a:t> </a:t>
            </a:r>
            <a:r>
              <a:rPr sz="3000" dirty="0">
                <a:latin typeface="Calibri"/>
                <a:cs typeface="Calibri"/>
              </a:rPr>
              <a:t>hệ</a:t>
            </a:r>
            <a:r>
              <a:rPr sz="3000" spc="-40" dirty="0">
                <a:latin typeface="Calibri"/>
                <a:cs typeface="Calibri"/>
              </a:rPr>
              <a:t> </a:t>
            </a:r>
            <a:r>
              <a:rPr sz="3000" spc="-50" dirty="0">
                <a:latin typeface="Calibri"/>
                <a:cs typeface="Calibri"/>
              </a:rPr>
              <a:t>R </a:t>
            </a:r>
            <a:r>
              <a:rPr sz="3000" dirty="0">
                <a:latin typeface="Calibri"/>
                <a:cs typeface="Calibri"/>
              </a:rPr>
              <a:t>trên</a:t>
            </a:r>
            <a:r>
              <a:rPr sz="3000" spc="-50" dirty="0">
                <a:latin typeface="Calibri"/>
                <a:cs typeface="Calibri"/>
              </a:rPr>
              <a:t> </a:t>
            </a:r>
            <a:r>
              <a:rPr sz="3000" dirty="0">
                <a:latin typeface="Calibri"/>
                <a:cs typeface="Calibri"/>
              </a:rPr>
              <a:t>X</a:t>
            </a:r>
            <a:r>
              <a:rPr sz="3000" spc="-40" dirty="0">
                <a:latin typeface="Calibri"/>
                <a:cs typeface="Calibri"/>
              </a:rPr>
              <a:t> </a:t>
            </a:r>
            <a:r>
              <a:rPr sz="3000" dirty="0">
                <a:latin typeface="Calibri"/>
                <a:cs typeface="Calibri"/>
              </a:rPr>
              <a:t>như</a:t>
            </a:r>
            <a:r>
              <a:rPr sz="3000" spc="-35" dirty="0">
                <a:latin typeface="Calibri"/>
                <a:cs typeface="Calibri"/>
              </a:rPr>
              <a:t> </a:t>
            </a:r>
            <a:r>
              <a:rPr sz="3000" spc="-20" dirty="0">
                <a:latin typeface="Calibri"/>
                <a:cs typeface="Calibri"/>
              </a:rPr>
              <a:t>sau:</a:t>
            </a:r>
            <a:endParaRPr sz="3000">
              <a:latin typeface="Calibri"/>
              <a:cs typeface="Calibri"/>
            </a:endParaRPr>
          </a:p>
          <a:p>
            <a:pPr marL="12700" marR="527050">
              <a:lnSpc>
                <a:spcPts val="3960"/>
              </a:lnSpc>
              <a:spcBef>
                <a:spcPts val="185"/>
              </a:spcBef>
            </a:pPr>
            <a:r>
              <a:rPr sz="3000" dirty="0">
                <a:latin typeface="Calibri"/>
                <a:cs typeface="Calibri"/>
              </a:rPr>
              <a:t>(x,</a:t>
            </a:r>
            <a:r>
              <a:rPr sz="3000" spc="-25" dirty="0">
                <a:latin typeface="Calibri"/>
                <a:cs typeface="Calibri"/>
              </a:rPr>
              <a:t> </a:t>
            </a:r>
            <a:r>
              <a:rPr sz="3000" dirty="0">
                <a:latin typeface="Calibri"/>
                <a:cs typeface="Calibri"/>
              </a:rPr>
              <a:t>y)</a:t>
            </a:r>
            <a:r>
              <a:rPr sz="3000" spc="-5" dirty="0">
                <a:latin typeface="Calibri"/>
                <a:cs typeface="Calibri"/>
              </a:rPr>
              <a:t> </a:t>
            </a:r>
            <a:r>
              <a:rPr sz="3000" dirty="0">
                <a:latin typeface="Symbol"/>
                <a:cs typeface="Symbol"/>
              </a:rPr>
              <a:t></a:t>
            </a:r>
            <a:r>
              <a:rPr sz="3000" spc="-95" dirty="0">
                <a:latin typeface="Times New Roman"/>
                <a:cs typeface="Times New Roman"/>
              </a:rPr>
              <a:t> </a:t>
            </a:r>
            <a:r>
              <a:rPr sz="3000" dirty="0">
                <a:latin typeface="Calibri"/>
                <a:cs typeface="Calibri"/>
              </a:rPr>
              <a:t>R</a:t>
            </a:r>
            <a:r>
              <a:rPr sz="3000" spc="-20" dirty="0">
                <a:latin typeface="Calibri"/>
                <a:cs typeface="Calibri"/>
              </a:rPr>
              <a:t> </a:t>
            </a:r>
            <a:r>
              <a:rPr sz="3000" dirty="0">
                <a:solidFill>
                  <a:srgbClr val="FF0000"/>
                </a:solidFill>
                <a:latin typeface="Symbol"/>
                <a:cs typeface="Symbol"/>
              </a:rPr>
              <a:t></a:t>
            </a:r>
            <a:r>
              <a:rPr sz="3000" spc="-85" dirty="0">
                <a:solidFill>
                  <a:srgbClr val="FF0000"/>
                </a:solidFill>
                <a:latin typeface="Times New Roman"/>
                <a:cs typeface="Times New Roman"/>
              </a:rPr>
              <a:t> </a:t>
            </a:r>
            <a:r>
              <a:rPr sz="3000" dirty="0">
                <a:latin typeface="Calibri"/>
                <a:cs typeface="Calibri"/>
              </a:rPr>
              <a:t>Số</a:t>
            </a:r>
            <a:r>
              <a:rPr sz="3000" spc="-15" dirty="0">
                <a:latin typeface="Calibri"/>
                <a:cs typeface="Calibri"/>
              </a:rPr>
              <a:t> </a:t>
            </a:r>
            <a:r>
              <a:rPr sz="3000" dirty="0">
                <a:latin typeface="Calibri"/>
                <a:cs typeface="Calibri"/>
              </a:rPr>
              <a:t>bit</a:t>
            </a:r>
            <a:r>
              <a:rPr sz="3000" spc="-30" dirty="0">
                <a:latin typeface="Calibri"/>
                <a:cs typeface="Calibri"/>
              </a:rPr>
              <a:t> </a:t>
            </a:r>
            <a:r>
              <a:rPr sz="3000" dirty="0">
                <a:latin typeface="Calibri"/>
                <a:cs typeface="Calibri"/>
              </a:rPr>
              <a:t>1</a:t>
            </a:r>
            <a:r>
              <a:rPr sz="3000" spc="-10" dirty="0">
                <a:latin typeface="Calibri"/>
                <a:cs typeface="Calibri"/>
              </a:rPr>
              <a:t> </a:t>
            </a:r>
            <a:r>
              <a:rPr sz="3000" dirty="0">
                <a:latin typeface="Calibri"/>
                <a:cs typeface="Calibri"/>
              </a:rPr>
              <a:t>của</a:t>
            </a:r>
            <a:r>
              <a:rPr sz="3000" spc="-15" dirty="0">
                <a:latin typeface="Calibri"/>
                <a:cs typeface="Calibri"/>
              </a:rPr>
              <a:t> </a:t>
            </a:r>
            <a:r>
              <a:rPr sz="3000" dirty="0">
                <a:latin typeface="Calibri"/>
                <a:cs typeface="Calibri"/>
              </a:rPr>
              <a:t>x</a:t>
            </a:r>
            <a:r>
              <a:rPr sz="3000" spc="-20" dirty="0">
                <a:latin typeface="Calibri"/>
                <a:cs typeface="Calibri"/>
              </a:rPr>
              <a:t> </a:t>
            </a:r>
            <a:r>
              <a:rPr sz="3000" dirty="0">
                <a:latin typeface="Calibri"/>
                <a:cs typeface="Calibri"/>
              </a:rPr>
              <a:t>+</a:t>
            </a:r>
            <a:r>
              <a:rPr sz="3000" spc="-20" dirty="0">
                <a:latin typeface="Calibri"/>
                <a:cs typeface="Calibri"/>
              </a:rPr>
              <a:t> </a:t>
            </a:r>
            <a:r>
              <a:rPr sz="3000" dirty="0">
                <a:latin typeface="Calibri"/>
                <a:cs typeface="Calibri"/>
              </a:rPr>
              <a:t>Số</a:t>
            </a:r>
            <a:r>
              <a:rPr sz="3000" spc="-15" dirty="0">
                <a:latin typeface="Calibri"/>
                <a:cs typeface="Calibri"/>
              </a:rPr>
              <a:t> </a:t>
            </a:r>
            <a:r>
              <a:rPr sz="3000" dirty="0">
                <a:latin typeface="Calibri"/>
                <a:cs typeface="Calibri"/>
              </a:rPr>
              <a:t>bit</a:t>
            </a:r>
            <a:r>
              <a:rPr sz="3000" spc="-15" dirty="0">
                <a:latin typeface="Calibri"/>
                <a:cs typeface="Calibri"/>
              </a:rPr>
              <a:t> </a:t>
            </a:r>
            <a:r>
              <a:rPr sz="3000" dirty="0">
                <a:latin typeface="Calibri"/>
                <a:cs typeface="Calibri"/>
              </a:rPr>
              <a:t>1</a:t>
            </a:r>
            <a:r>
              <a:rPr sz="3000" spc="-15" dirty="0">
                <a:latin typeface="Calibri"/>
                <a:cs typeface="Calibri"/>
              </a:rPr>
              <a:t> </a:t>
            </a:r>
            <a:r>
              <a:rPr sz="3000" dirty="0">
                <a:latin typeface="Calibri"/>
                <a:cs typeface="Calibri"/>
              </a:rPr>
              <a:t>của</a:t>
            </a:r>
            <a:r>
              <a:rPr sz="3000" spc="-20" dirty="0">
                <a:latin typeface="Calibri"/>
                <a:cs typeface="Calibri"/>
              </a:rPr>
              <a:t> </a:t>
            </a:r>
            <a:r>
              <a:rPr sz="3000" dirty="0">
                <a:latin typeface="Calibri"/>
                <a:cs typeface="Calibri"/>
              </a:rPr>
              <a:t>y</a:t>
            </a:r>
            <a:r>
              <a:rPr sz="3000" spc="-20" dirty="0">
                <a:latin typeface="Calibri"/>
                <a:cs typeface="Calibri"/>
              </a:rPr>
              <a:t> </a:t>
            </a:r>
            <a:r>
              <a:rPr sz="3000" dirty="0">
                <a:latin typeface="Calibri"/>
                <a:cs typeface="Calibri"/>
              </a:rPr>
              <a:t>là</a:t>
            </a:r>
            <a:r>
              <a:rPr sz="3000" spc="-15" dirty="0">
                <a:latin typeface="Calibri"/>
                <a:cs typeface="Calibri"/>
              </a:rPr>
              <a:t> </a:t>
            </a:r>
            <a:r>
              <a:rPr sz="3000" spc="-10" dirty="0">
                <a:latin typeface="Calibri"/>
                <a:cs typeface="Calibri"/>
              </a:rPr>
              <a:t>chẵn. </a:t>
            </a:r>
            <a:r>
              <a:rPr sz="3000" dirty="0">
                <a:latin typeface="Calibri"/>
                <a:cs typeface="Calibri"/>
              </a:rPr>
              <a:t>VD</a:t>
            </a:r>
            <a:r>
              <a:rPr sz="3000" spc="-40" dirty="0">
                <a:latin typeface="Calibri"/>
                <a:cs typeface="Calibri"/>
              </a:rPr>
              <a:t> </a:t>
            </a:r>
            <a:r>
              <a:rPr sz="3000" dirty="0">
                <a:latin typeface="Calibri"/>
                <a:cs typeface="Calibri"/>
              </a:rPr>
              <a:t>:</a:t>
            </a:r>
            <a:r>
              <a:rPr sz="3000" spc="-45" dirty="0">
                <a:latin typeface="Calibri"/>
                <a:cs typeface="Calibri"/>
              </a:rPr>
              <a:t> </a:t>
            </a:r>
            <a:r>
              <a:rPr sz="3000" dirty="0">
                <a:latin typeface="Calibri"/>
                <a:cs typeface="Calibri"/>
              </a:rPr>
              <a:t>(0100,</a:t>
            </a:r>
            <a:r>
              <a:rPr sz="3000" spc="-35" dirty="0">
                <a:latin typeface="Calibri"/>
                <a:cs typeface="Calibri"/>
              </a:rPr>
              <a:t> </a:t>
            </a:r>
            <a:r>
              <a:rPr sz="3000" dirty="0">
                <a:latin typeface="Calibri"/>
                <a:cs typeface="Calibri"/>
              </a:rPr>
              <a:t>1101)</a:t>
            </a:r>
            <a:r>
              <a:rPr sz="3000" spc="-15" dirty="0">
                <a:latin typeface="Calibri"/>
                <a:cs typeface="Calibri"/>
              </a:rPr>
              <a:t> </a:t>
            </a:r>
            <a:r>
              <a:rPr sz="3000" dirty="0">
                <a:latin typeface="Symbol"/>
                <a:cs typeface="Symbol"/>
              </a:rPr>
              <a:t></a:t>
            </a:r>
            <a:r>
              <a:rPr sz="3000" spc="-120" dirty="0">
                <a:latin typeface="Times New Roman"/>
                <a:cs typeface="Times New Roman"/>
              </a:rPr>
              <a:t> </a:t>
            </a:r>
            <a:r>
              <a:rPr sz="3000" dirty="0">
                <a:latin typeface="Calibri"/>
                <a:cs typeface="Calibri"/>
              </a:rPr>
              <a:t>R,</a:t>
            </a:r>
            <a:r>
              <a:rPr sz="3000" spc="-45" dirty="0">
                <a:latin typeface="Calibri"/>
                <a:cs typeface="Calibri"/>
              </a:rPr>
              <a:t> </a:t>
            </a:r>
            <a:r>
              <a:rPr sz="3000" dirty="0">
                <a:latin typeface="Calibri"/>
                <a:cs typeface="Calibri"/>
              </a:rPr>
              <a:t>(0011,</a:t>
            </a:r>
            <a:r>
              <a:rPr sz="3000" spc="-35" dirty="0">
                <a:latin typeface="Calibri"/>
                <a:cs typeface="Calibri"/>
              </a:rPr>
              <a:t> </a:t>
            </a:r>
            <a:r>
              <a:rPr sz="3000" dirty="0">
                <a:latin typeface="Calibri"/>
                <a:cs typeface="Calibri"/>
              </a:rPr>
              <a:t>0100)</a:t>
            </a:r>
            <a:r>
              <a:rPr sz="3000" spc="-20" dirty="0">
                <a:latin typeface="Calibri"/>
                <a:cs typeface="Calibri"/>
              </a:rPr>
              <a:t> </a:t>
            </a:r>
            <a:r>
              <a:rPr sz="3000" dirty="0">
                <a:latin typeface="Symbol"/>
                <a:cs typeface="Symbol"/>
              </a:rPr>
              <a:t></a:t>
            </a:r>
            <a:r>
              <a:rPr sz="3000" spc="-114" dirty="0">
                <a:latin typeface="Times New Roman"/>
                <a:cs typeface="Times New Roman"/>
              </a:rPr>
              <a:t> </a:t>
            </a:r>
            <a:r>
              <a:rPr sz="3000" spc="-25" dirty="0">
                <a:latin typeface="Calibri"/>
                <a:cs typeface="Calibri"/>
              </a:rPr>
              <a:t>R.</a:t>
            </a:r>
            <a:endParaRPr sz="3000">
              <a:latin typeface="Calibri"/>
              <a:cs typeface="Calibri"/>
            </a:endParaRPr>
          </a:p>
          <a:p>
            <a:pPr marL="12700" marR="324485">
              <a:lnSpc>
                <a:spcPts val="3240"/>
              </a:lnSpc>
              <a:spcBef>
                <a:spcPts val="540"/>
              </a:spcBef>
            </a:pPr>
            <a:r>
              <a:rPr sz="3000" b="1" dirty="0">
                <a:latin typeface="Calibri"/>
                <a:cs typeface="Calibri"/>
              </a:rPr>
              <a:t>Quan</a:t>
            </a:r>
            <a:r>
              <a:rPr sz="3000" b="1" spc="-30" dirty="0">
                <a:latin typeface="Calibri"/>
                <a:cs typeface="Calibri"/>
              </a:rPr>
              <a:t> </a:t>
            </a:r>
            <a:r>
              <a:rPr sz="3000" b="1" dirty="0">
                <a:latin typeface="Calibri"/>
                <a:cs typeface="Calibri"/>
              </a:rPr>
              <a:t>hệ</a:t>
            </a:r>
            <a:r>
              <a:rPr sz="3000" b="1" spc="-30" dirty="0">
                <a:latin typeface="Calibri"/>
                <a:cs typeface="Calibri"/>
              </a:rPr>
              <a:t> </a:t>
            </a:r>
            <a:r>
              <a:rPr sz="3000" b="1" dirty="0">
                <a:latin typeface="Calibri"/>
                <a:cs typeface="Calibri"/>
              </a:rPr>
              <a:t>R</a:t>
            </a:r>
            <a:r>
              <a:rPr sz="3000" b="1" spc="-35" dirty="0">
                <a:latin typeface="Calibri"/>
                <a:cs typeface="Calibri"/>
              </a:rPr>
              <a:t> </a:t>
            </a:r>
            <a:r>
              <a:rPr sz="3000" b="1" dirty="0">
                <a:latin typeface="Calibri"/>
                <a:cs typeface="Calibri"/>
              </a:rPr>
              <a:t>là</a:t>
            </a:r>
            <a:r>
              <a:rPr sz="3000" b="1" spc="-45" dirty="0">
                <a:latin typeface="Calibri"/>
                <a:cs typeface="Calibri"/>
              </a:rPr>
              <a:t> </a:t>
            </a:r>
            <a:r>
              <a:rPr sz="3000" b="1" dirty="0">
                <a:latin typeface="Calibri"/>
                <a:cs typeface="Calibri"/>
              </a:rPr>
              <a:t>phản</a:t>
            </a:r>
            <a:r>
              <a:rPr sz="3000" b="1" spc="-25" dirty="0">
                <a:latin typeface="Calibri"/>
                <a:cs typeface="Calibri"/>
              </a:rPr>
              <a:t> </a:t>
            </a:r>
            <a:r>
              <a:rPr sz="3000" b="1" dirty="0">
                <a:latin typeface="Calibri"/>
                <a:cs typeface="Calibri"/>
              </a:rPr>
              <a:t>xạ</a:t>
            </a:r>
            <a:r>
              <a:rPr sz="3000" b="1" spc="-35" dirty="0">
                <a:latin typeface="Calibri"/>
                <a:cs typeface="Calibri"/>
              </a:rPr>
              <a:t> </a:t>
            </a:r>
            <a:r>
              <a:rPr sz="3000" dirty="0">
                <a:latin typeface="Calibri"/>
                <a:cs typeface="Calibri"/>
              </a:rPr>
              <a:t>vì</a:t>
            </a:r>
            <a:r>
              <a:rPr sz="3000" spc="-40" dirty="0">
                <a:latin typeface="Calibri"/>
                <a:cs typeface="Calibri"/>
              </a:rPr>
              <a:t> </a:t>
            </a:r>
            <a:r>
              <a:rPr sz="3000" dirty="0">
                <a:latin typeface="Calibri"/>
                <a:cs typeface="Calibri"/>
              </a:rPr>
              <a:t>khi</a:t>
            </a:r>
            <a:r>
              <a:rPr sz="3000" spc="-45" dirty="0">
                <a:latin typeface="Calibri"/>
                <a:cs typeface="Calibri"/>
              </a:rPr>
              <a:t> </a:t>
            </a:r>
            <a:r>
              <a:rPr sz="3000" dirty="0">
                <a:solidFill>
                  <a:srgbClr val="FF0000"/>
                </a:solidFill>
                <a:latin typeface="Calibri"/>
                <a:cs typeface="Calibri"/>
              </a:rPr>
              <a:t>thay</a:t>
            </a:r>
            <a:r>
              <a:rPr sz="3000" spc="-25" dirty="0">
                <a:solidFill>
                  <a:srgbClr val="FF0000"/>
                </a:solidFill>
                <a:latin typeface="Calibri"/>
                <a:cs typeface="Calibri"/>
              </a:rPr>
              <a:t> </a:t>
            </a:r>
            <a:r>
              <a:rPr sz="3000" dirty="0">
                <a:solidFill>
                  <a:srgbClr val="FF0000"/>
                </a:solidFill>
                <a:latin typeface="Calibri"/>
                <a:cs typeface="Calibri"/>
              </a:rPr>
              <a:t>x</a:t>
            </a:r>
            <a:r>
              <a:rPr sz="3000" spc="-30" dirty="0">
                <a:solidFill>
                  <a:srgbClr val="FF0000"/>
                </a:solidFill>
                <a:latin typeface="Calibri"/>
                <a:cs typeface="Calibri"/>
              </a:rPr>
              <a:t> </a:t>
            </a:r>
            <a:r>
              <a:rPr sz="3000" dirty="0">
                <a:solidFill>
                  <a:srgbClr val="FF0000"/>
                </a:solidFill>
                <a:latin typeface="Calibri"/>
                <a:cs typeface="Calibri"/>
              </a:rPr>
              <a:t>=</a:t>
            </a:r>
            <a:r>
              <a:rPr sz="3000" spc="-25" dirty="0">
                <a:solidFill>
                  <a:srgbClr val="FF0000"/>
                </a:solidFill>
                <a:latin typeface="Calibri"/>
                <a:cs typeface="Calibri"/>
              </a:rPr>
              <a:t> </a:t>
            </a:r>
            <a:r>
              <a:rPr sz="3000" dirty="0">
                <a:solidFill>
                  <a:srgbClr val="FF0000"/>
                </a:solidFill>
                <a:latin typeface="Calibri"/>
                <a:cs typeface="Calibri"/>
              </a:rPr>
              <a:t>chuỗi</a:t>
            </a:r>
            <a:r>
              <a:rPr sz="3000" spc="-35" dirty="0">
                <a:solidFill>
                  <a:srgbClr val="FF0000"/>
                </a:solidFill>
                <a:latin typeface="Calibri"/>
                <a:cs typeface="Calibri"/>
              </a:rPr>
              <a:t> </a:t>
            </a:r>
            <a:r>
              <a:rPr sz="3000" dirty="0">
                <a:solidFill>
                  <a:srgbClr val="FF0000"/>
                </a:solidFill>
                <a:latin typeface="Calibri"/>
                <a:cs typeface="Calibri"/>
              </a:rPr>
              <a:t>4</a:t>
            </a:r>
            <a:r>
              <a:rPr sz="3000" spc="-25" dirty="0">
                <a:solidFill>
                  <a:srgbClr val="FF0000"/>
                </a:solidFill>
                <a:latin typeface="Calibri"/>
                <a:cs typeface="Calibri"/>
              </a:rPr>
              <a:t> </a:t>
            </a:r>
            <a:r>
              <a:rPr sz="3000" dirty="0">
                <a:solidFill>
                  <a:srgbClr val="FF0000"/>
                </a:solidFill>
                <a:latin typeface="Calibri"/>
                <a:cs typeface="Calibri"/>
              </a:rPr>
              <a:t>bit</a:t>
            </a:r>
            <a:r>
              <a:rPr sz="3000" spc="-30" dirty="0">
                <a:solidFill>
                  <a:srgbClr val="FF0000"/>
                </a:solidFill>
                <a:latin typeface="Calibri"/>
                <a:cs typeface="Calibri"/>
              </a:rPr>
              <a:t> </a:t>
            </a:r>
            <a:r>
              <a:rPr sz="3000" dirty="0">
                <a:solidFill>
                  <a:srgbClr val="FF0000"/>
                </a:solidFill>
                <a:latin typeface="Calibri"/>
                <a:cs typeface="Calibri"/>
              </a:rPr>
              <a:t>a</a:t>
            </a:r>
            <a:r>
              <a:rPr sz="3000" spc="-35" dirty="0">
                <a:solidFill>
                  <a:srgbClr val="FF0000"/>
                </a:solidFill>
                <a:latin typeface="Calibri"/>
                <a:cs typeface="Calibri"/>
              </a:rPr>
              <a:t> </a:t>
            </a:r>
            <a:r>
              <a:rPr sz="3000" spc="-25" dirty="0">
                <a:latin typeface="Calibri"/>
                <a:cs typeface="Calibri"/>
              </a:rPr>
              <a:t>ta </a:t>
            </a:r>
            <a:r>
              <a:rPr sz="3000" dirty="0">
                <a:latin typeface="Calibri"/>
                <a:cs typeface="Calibri"/>
              </a:rPr>
              <a:t>luôn</a:t>
            </a:r>
            <a:r>
              <a:rPr sz="3000" spc="-65" dirty="0">
                <a:latin typeface="Calibri"/>
                <a:cs typeface="Calibri"/>
              </a:rPr>
              <a:t> </a:t>
            </a:r>
            <a:r>
              <a:rPr sz="3000" spc="-25" dirty="0">
                <a:latin typeface="Calibri"/>
                <a:cs typeface="Calibri"/>
              </a:rPr>
              <a:t>có</a:t>
            </a:r>
            <a:endParaRPr sz="3000">
              <a:latin typeface="Calibri"/>
              <a:cs typeface="Calibri"/>
            </a:endParaRPr>
          </a:p>
          <a:p>
            <a:pPr marL="1004569">
              <a:lnSpc>
                <a:spcPct val="100000"/>
              </a:lnSpc>
              <a:spcBef>
                <a:spcPts val="310"/>
              </a:spcBef>
            </a:pPr>
            <a:r>
              <a:rPr sz="3000" b="1" dirty="0">
                <a:latin typeface="Calibri"/>
                <a:cs typeface="Calibri"/>
              </a:rPr>
              <a:t>Số</a:t>
            </a:r>
            <a:r>
              <a:rPr sz="3000" b="1" spc="-25" dirty="0">
                <a:latin typeface="Calibri"/>
                <a:cs typeface="Calibri"/>
              </a:rPr>
              <a:t> </a:t>
            </a:r>
            <a:r>
              <a:rPr sz="3000" b="1" dirty="0">
                <a:latin typeface="Calibri"/>
                <a:cs typeface="Calibri"/>
              </a:rPr>
              <a:t>bit</a:t>
            </a:r>
            <a:r>
              <a:rPr sz="3000" b="1" spc="-10" dirty="0">
                <a:latin typeface="Calibri"/>
                <a:cs typeface="Calibri"/>
              </a:rPr>
              <a:t> </a:t>
            </a:r>
            <a:r>
              <a:rPr sz="3000" b="1" dirty="0">
                <a:latin typeface="Calibri"/>
                <a:cs typeface="Calibri"/>
              </a:rPr>
              <a:t>1</a:t>
            </a:r>
            <a:r>
              <a:rPr sz="3000" b="1" spc="-10" dirty="0">
                <a:latin typeface="Calibri"/>
                <a:cs typeface="Calibri"/>
              </a:rPr>
              <a:t> </a:t>
            </a:r>
            <a:r>
              <a:rPr sz="3000" b="1" dirty="0">
                <a:latin typeface="Calibri"/>
                <a:cs typeface="Calibri"/>
              </a:rPr>
              <a:t>của</a:t>
            </a:r>
            <a:r>
              <a:rPr sz="3000" b="1" spc="-20" dirty="0">
                <a:latin typeface="Calibri"/>
                <a:cs typeface="Calibri"/>
              </a:rPr>
              <a:t> </a:t>
            </a:r>
            <a:r>
              <a:rPr sz="3000" b="1" dirty="0">
                <a:latin typeface="Calibri"/>
                <a:cs typeface="Calibri"/>
              </a:rPr>
              <a:t>a</a:t>
            </a:r>
            <a:r>
              <a:rPr sz="3000" b="1" spc="-25" dirty="0">
                <a:latin typeface="Calibri"/>
                <a:cs typeface="Calibri"/>
              </a:rPr>
              <a:t> </a:t>
            </a:r>
            <a:r>
              <a:rPr sz="3000" b="1" dirty="0">
                <a:latin typeface="Calibri"/>
                <a:cs typeface="Calibri"/>
              </a:rPr>
              <a:t>+</a:t>
            </a:r>
            <a:r>
              <a:rPr sz="3000" b="1" spc="-10" dirty="0">
                <a:latin typeface="Calibri"/>
                <a:cs typeface="Calibri"/>
              </a:rPr>
              <a:t> </a:t>
            </a:r>
            <a:r>
              <a:rPr sz="3000" b="1" dirty="0">
                <a:latin typeface="Calibri"/>
                <a:cs typeface="Calibri"/>
              </a:rPr>
              <a:t>Số</a:t>
            </a:r>
            <a:r>
              <a:rPr sz="3000" b="1" spc="-20" dirty="0">
                <a:latin typeface="Calibri"/>
                <a:cs typeface="Calibri"/>
              </a:rPr>
              <a:t> </a:t>
            </a:r>
            <a:r>
              <a:rPr sz="3000" b="1" dirty="0">
                <a:latin typeface="Calibri"/>
                <a:cs typeface="Calibri"/>
              </a:rPr>
              <a:t>bit</a:t>
            </a:r>
            <a:r>
              <a:rPr sz="3000" b="1" spc="-20" dirty="0">
                <a:latin typeface="Calibri"/>
                <a:cs typeface="Calibri"/>
              </a:rPr>
              <a:t> </a:t>
            </a:r>
            <a:r>
              <a:rPr sz="3000" b="1" dirty="0">
                <a:latin typeface="Calibri"/>
                <a:cs typeface="Calibri"/>
              </a:rPr>
              <a:t>1</a:t>
            </a:r>
            <a:r>
              <a:rPr sz="3000" b="1" spc="-10" dirty="0">
                <a:latin typeface="Calibri"/>
                <a:cs typeface="Calibri"/>
              </a:rPr>
              <a:t> </a:t>
            </a:r>
            <a:r>
              <a:rPr sz="3000" b="1" dirty="0">
                <a:latin typeface="Calibri"/>
                <a:cs typeface="Calibri"/>
              </a:rPr>
              <a:t>của</a:t>
            </a:r>
            <a:r>
              <a:rPr sz="3000" b="1" spc="-35" dirty="0">
                <a:latin typeface="Calibri"/>
                <a:cs typeface="Calibri"/>
              </a:rPr>
              <a:t> </a:t>
            </a:r>
            <a:r>
              <a:rPr sz="3000" b="1" dirty="0">
                <a:latin typeface="Calibri"/>
                <a:cs typeface="Calibri"/>
              </a:rPr>
              <a:t>a</a:t>
            </a:r>
            <a:r>
              <a:rPr sz="3000" b="1" spc="-20" dirty="0">
                <a:latin typeface="Calibri"/>
                <a:cs typeface="Calibri"/>
              </a:rPr>
              <a:t> </a:t>
            </a:r>
            <a:r>
              <a:rPr sz="3000" b="1" dirty="0">
                <a:latin typeface="Calibri"/>
                <a:cs typeface="Calibri"/>
              </a:rPr>
              <a:t>là</a:t>
            </a:r>
            <a:r>
              <a:rPr sz="3000" b="1" spc="-15" dirty="0">
                <a:latin typeface="Calibri"/>
                <a:cs typeface="Calibri"/>
              </a:rPr>
              <a:t> </a:t>
            </a:r>
            <a:r>
              <a:rPr sz="3000" b="1" dirty="0">
                <a:latin typeface="Calibri"/>
                <a:cs typeface="Calibri"/>
              </a:rPr>
              <a:t>số</a:t>
            </a:r>
            <a:r>
              <a:rPr sz="3000" b="1" spc="-5" dirty="0">
                <a:latin typeface="Calibri"/>
                <a:cs typeface="Calibri"/>
              </a:rPr>
              <a:t> </a:t>
            </a:r>
            <a:r>
              <a:rPr sz="3000" b="1" spc="-10" dirty="0">
                <a:latin typeface="Calibri"/>
                <a:cs typeface="Calibri"/>
              </a:rPr>
              <a:t>chẵn</a:t>
            </a:r>
            <a:r>
              <a:rPr sz="3000" spc="-10" dirty="0">
                <a:latin typeface="Calibri"/>
                <a:cs typeface="Calibri"/>
              </a:rPr>
              <a:t>.</a:t>
            </a:r>
            <a:endParaRPr sz="3000">
              <a:latin typeface="Calibri"/>
              <a:cs typeface="Calibri"/>
            </a:endParaRPr>
          </a:p>
          <a:p>
            <a:pPr marL="12700">
              <a:lnSpc>
                <a:spcPct val="100000"/>
              </a:lnSpc>
              <a:spcBef>
                <a:spcPts val="400"/>
              </a:spcBef>
            </a:pPr>
            <a:r>
              <a:rPr sz="3000" spc="-45" dirty="0">
                <a:latin typeface="Calibri"/>
                <a:cs typeface="Calibri"/>
              </a:rPr>
              <a:t>Vậy </a:t>
            </a:r>
            <a:r>
              <a:rPr sz="3000" dirty="0">
                <a:latin typeface="Calibri"/>
                <a:cs typeface="Calibri"/>
              </a:rPr>
              <a:t>theo</a:t>
            </a:r>
            <a:r>
              <a:rPr sz="3000" spc="-45" dirty="0">
                <a:latin typeface="Calibri"/>
                <a:cs typeface="Calibri"/>
              </a:rPr>
              <a:t> </a:t>
            </a:r>
            <a:r>
              <a:rPr sz="3000" dirty="0">
                <a:latin typeface="Calibri"/>
                <a:cs typeface="Calibri"/>
              </a:rPr>
              <a:t>ĐỊNH</a:t>
            </a:r>
            <a:r>
              <a:rPr sz="3000" spc="-45" dirty="0">
                <a:latin typeface="Calibri"/>
                <a:cs typeface="Calibri"/>
              </a:rPr>
              <a:t> </a:t>
            </a:r>
            <a:r>
              <a:rPr sz="3000" dirty="0">
                <a:latin typeface="Calibri"/>
                <a:cs typeface="Calibri"/>
              </a:rPr>
              <a:t>NGHĨA</a:t>
            </a:r>
            <a:r>
              <a:rPr sz="3000" spc="-45" dirty="0">
                <a:latin typeface="Calibri"/>
                <a:cs typeface="Calibri"/>
              </a:rPr>
              <a:t> </a:t>
            </a:r>
            <a:r>
              <a:rPr sz="3000" dirty="0">
                <a:latin typeface="Calibri"/>
                <a:cs typeface="Calibri"/>
              </a:rPr>
              <a:t>CỦA</a:t>
            </a:r>
            <a:r>
              <a:rPr sz="3000" spc="-40" dirty="0">
                <a:latin typeface="Calibri"/>
                <a:cs typeface="Calibri"/>
              </a:rPr>
              <a:t> </a:t>
            </a:r>
            <a:r>
              <a:rPr sz="3000" dirty="0">
                <a:latin typeface="Calibri"/>
                <a:cs typeface="Calibri"/>
              </a:rPr>
              <a:t>R</a:t>
            </a:r>
            <a:r>
              <a:rPr sz="3000" spc="-45" dirty="0">
                <a:latin typeface="Calibri"/>
                <a:cs typeface="Calibri"/>
              </a:rPr>
              <a:t> </a:t>
            </a:r>
            <a:r>
              <a:rPr sz="3000" dirty="0">
                <a:latin typeface="Calibri"/>
                <a:cs typeface="Calibri"/>
              </a:rPr>
              <a:t>ta</a:t>
            </a:r>
            <a:r>
              <a:rPr sz="3000" spc="-60" dirty="0">
                <a:latin typeface="Calibri"/>
                <a:cs typeface="Calibri"/>
              </a:rPr>
              <a:t> </a:t>
            </a:r>
            <a:r>
              <a:rPr sz="3000" dirty="0">
                <a:latin typeface="Calibri"/>
                <a:cs typeface="Calibri"/>
              </a:rPr>
              <a:t>có</a:t>
            </a:r>
            <a:r>
              <a:rPr sz="3000" spc="-40" dirty="0">
                <a:latin typeface="Calibri"/>
                <a:cs typeface="Calibri"/>
              </a:rPr>
              <a:t> </a:t>
            </a:r>
            <a:r>
              <a:rPr sz="3000" dirty="0">
                <a:solidFill>
                  <a:srgbClr val="FF0000"/>
                </a:solidFill>
                <a:latin typeface="Calibri"/>
                <a:cs typeface="Calibri"/>
              </a:rPr>
              <a:t>(a,</a:t>
            </a:r>
            <a:r>
              <a:rPr sz="3000" spc="-40" dirty="0">
                <a:solidFill>
                  <a:srgbClr val="FF0000"/>
                </a:solidFill>
                <a:latin typeface="Calibri"/>
                <a:cs typeface="Calibri"/>
              </a:rPr>
              <a:t> </a:t>
            </a:r>
            <a:r>
              <a:rPr sz="3000" dirty="0">
                <a:solidFill>
                  <a:srgbClr val="FF0000"/>
                </a:solidFill>
                <a:latin typeface="Calibri"/>
                <a:cs typeface="Calibri"/>
              </a:rPr>
              <a:t>a)</a:t>
            </a:r>
            <a:r>
              <a:rPr sz="3000" spc="-45" dirty="0">
                <a:solidFill>
                  <a:srgbClr val="FF0000"/>
                </a:solidFill>
                <a:latin typeface="Calibri"/>
                <a:cs typeface="Calibri"/>
              </a:rPr>
              <a:t> </a:t>
            </a:r>
            <a:r>
              <a:rPr sz="3000" dirty="0">
                <a:solidFill>
                  <a:srgbClr val="FF0000"/>
                </a:solidFill>
                <a:latin typeface="Symbol"/>
                <a:cs typeface="Symbol"/>
              </a:rPr>
              <a:t></a:t>
            </a:r>
            <a:r>
              <a:rPr sz="3000" spc="-125" dirty="0">
                <a:solidFill>
                  <a:srgbClr val="FF0000"/>
                </a:solidFill>
                <a:latin typeface="Times New Roman"/>
                <a:cs typeface="Times New Roman"/>
              </a:rPr>
              <a:t> </a:t>
            </a:r>
            <a:r>
              <a:rPr sz="3000" spc="-25" dirty="0">
                <a:solidFill>
                  <a:srgbClr val="FF0000"/>
                </a:solidFill>
                <a:latin typeface="Calibri"/>
                <a:cs typeface="Calibri"/>
              </a:rPr>
              <a:t>R</a:t>
            </a:r>
            <a:r>
              <a:rPr sz="3000" spc="-25" dirty="0">
                <a:latin typeface="Calibri"/>
                <a:cs typeface="Calibri"/>
              </a:rPr>
              <a:t>.</a:t>
            </a:r>
            <a:endParaRPr sz="3000">
              <a:latin typeface="Calibri"/>
              <a:cs typeface="Calibri"/>
            </a:endParaRPr>
          </a:p>
          <a:p>
            <a:pPr marL="62230" algn="ctr">
              <a:lnSpc>
                <a:spcPct val="100000"/>
              </a:lnSpc>
              <a:spcBef>
                <a:spcPts val="325"/>
              </a:spcBef>
            </a:pPr>
            <a:r>
              <a:rPr sz="3000" dirty="0">
                <a:latin typeface="Calibri"/>
                <a:cs typeface="Calibri"/>
              </a:rPr>
              <a:t>(Mệnh</a:t>
            </a:r>
            <a:r>
              <a:rPr sz="3000" spc="-35" dirty="0">
                <a:latin typeface="Calibri"/>
                <a:cs typeface="Calibri"/>
              </a:rPr>
              <a:t> </a:t>
            </a:r>
            <a:r>
              <a:rPr sz="3000" dirty="0">
                <a:latin typeface="Calibri"/>
                <a:cs typeface="Calibri"/>
              </a:rPr>
              <a:t>đề</a:t>
            </a:r>
            <a:r>
              <a:rPr sz="3000" spc="-35" dirty="0">
                <a:latin typeface="Calibri"/>
                <a:cs typeface="Calibri"/>
              </a:rPr>
              <a:t> </a:t>
            </a:r>
            <a:r>
              <a:rPr sz="3000" dirty="0">
                <a:latin typeface="Calibri"/>
                <a:cs typeface="Calibri"/>
              </a:rPr>
              <a:t>(*)</a:t>
            </a:r>
            <a:r>
              <a:rPr sz="3000" spc="-15" dirty="0">
                <a:latin typeface="Calibri"/>
                <a:cs typeface="Calibri"/>
              </a:rPr>
              <a:t> </a:t>
            </a:r>
            <a:r>
              <a:rPr sz="3000" spc="-10" dirty="0">
                <a:latin typeface="Calibri"/>
                <a:cs typeface="Calibri"/>
              </a:rPr>
              <a:t>ĐÚNG).</a:t>
            </a:r>
            <a:endParaRPr sz="3000">
              <a:latin typeface="Calibri"/>
              <a:cs typeface="Calibri"/>
            </a:endParaRPr>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45440" y="315213"/>
            <a:ext cx="8333740" cy="4998720"/>
          </a:xfrm>
          <a:prstGeom prst="rect">
            <a:avLst/>
          </a:prstGeom>
        </p:spPr>
        <p:txBody>
          <a:bodyPr vert="horz" wrap="square" lIns="0" tIns="12700" rIns="0" bIns="0" rtlCol="0">
            <a:spAutoFit/>
          </a:bodyPr>
          <a:lstStyle/>
          <a:p>
            <a:pPr marL="41910" algn="ctr">
              <a:lnSpc>
                <a:spcPct val="100000"/>
              </a:lnSpc>
              <a:spcBef>
                <a:spcPts val="100"/>
              </a:spcBef>
              <a:tabLst>
                <a:tab pos="3495675" algn="l"/>
              </a:tabLst>
            </a:pPr>
            <a:r>
              <a:rPr sz="3200" dirty="0">
                <a:latin typeface="Symbol"/>
                <a:cs typeface="Symbol"/>
              </a:rPr>
              <a:t></a:t>
            </a:r>
            <a:r>
              <a:rPr sz="3200" b="1" dirty="0">
                <a:latin typeface="Calibri"/>
                <a:cs typeface="Calibri"/>
              </a:rPr>
              <a:t>x</a:t>
            </a:r>
            <a:r>
              <a:rPr sz="3200" b="1" spc="-25" dirty="0">
                <a:latin typeface="Calibri"/>
                <a:cs typeface="Calibri"/>
              </a:rPr>
              <a:t> </a:t>
            </a:r>
            <a:r>
              <a:rPr sz="3200" dirty="0">
                <a:latin typeface="Symbol"/>
                <a:cs typeface="Symbol"/>
              </a:rPr>
              <a:t></a:t>
            </a:r>
            <a:r>
              <a:rPr sz="3200" spc="-100" dirty="0">
                <a:latin typeface="Times New Roman"/>
                <a:cs typeface="Times New Roman"/>
              </a:rPr>
              <a:t> </a:t>
            </a:r>
            <a:r>
              <a:rPr sz="3200" b="1" dirty="0">
                <a:latin typeface="Calibri"/>
                <a:cs typeface="Calibri"/>
              </a:rPr>
              <a:t>X,</a:t>
            </a:r>
            <a:r>
              <a:rPr sz="3200" b="1" spc="-20" dirty="0">
                <a:latin typeface="Calibri"/>
                <a:cs typeface="Calibri"/>
              </a:rPr>
              <a:t> </a:t>
            </a:r>
            <a:r>
              <a:rPr sz="3200" b="1" dirty="0">
                <a:latin typeface="Calibri"/>
                <a:cs typeface="Calibri"/>
              </a:rPr>
              <a:t>(x,</a:t>
            </a:r>
            <a:r>
              <a:rPr sz="3200" b="1" spc="-25" dirty="0">
                <a:latin typeface="Calibri"/>
                <a:cs typeface="Calibri"/>
              </a:rPr>
              <a:t> </a:t>
            </a:r>
            <a:r>
              <a:rPr sz="3200" b="1" dirty="0">
                <a:latin typeface="Calibri"/>
                <a:cs typeface="Calibri"/>
              </a:rPr>
              <a:t>x)</a:t>
            </a:r>
            <a:r>
              <a:rPr sz="3200" b="1" spc="-20" dirty="0">
                <a:latin typeface="Calibri"/>
                <a:cs typeface="Calibri"/>
              </a:rPr>
              <a:t> </a:t>
            </a:r>
            <a:r>
              <a:rPr sz="3200" dirty="0">
                <a:latin typeface="Symbol"/>
                <a:cs typeface="Symbol"/>
              </a:rPr>
              <a:t></a:t>
            </a:r>
            <a:r>
              <a:rPr sz="3200" spc="-100" dirty="0">
                <a:latin typeface="Times New Roman"/>
                <a:cs typeface="Times New Roman"/>
              </a:rPr>
              <a:t> </a:t>
            </a:r>
            <a:r>
              <a:rPr sz="3200" b="1" spc="-50" dirty="0">
                <a:latin typeface="Calibri"/>
                <a:cs typeface="Calibri"/>
              </a:rPr>
              <a:t>R</a:t>
            </a:r>
            <a:r>
              <a:rPr sz="3200" b="1" dirty="0">
                <a:latin typeface="Calibri"/>
                <a:cs typeface="Calibri"/>
              </a:rPr>
              <a:t>	</a:t>
            </a:r>
            <a:r>
              <a:rPr sz="3200" b="1" spc="-25" dirty="0">
                <a:latin typeface="Calibri"/>
                <a:cs typeface="Calibri"/>
              </a:rPr>
              <a:t>(*)</a:t>
            </a:r>
            <a:endParaRPr sz="3200">
              <a:latin typeface="Calibri"/>
              <a:cs typeface="Calibri"/>
            </a:endParaRPr>
          </a:p>
          <a:p>
            <a:pPr>
              <a:lnSpc>
                <a:spcPct val="100000"/>
              </a:lnSpc>
              <a:spcBef>
                <a:spcPts val="1445"/>
              </a:spcBef>
            </a:pPr>
            <a:endParaRPr sz="3200">
              <a:latin typeface="Calibri"/>
              <a:cs typeface="Calibri"/>
            </a:endParaRPr>
          </a:p>
          <a:p>
            <a:pPr marL="50800" marR="43180">
              <a:lnSpc>
                <a:spcPct val="100000"/>
              </a:lnSpc>
              <a:spcBef>
                <a:spcPts val="5"/>
              </a:spcBef>
            </a:pPr>
            <a:r>
              <a:rPr sz="3200" b="1" dirty="0">
                <a:latin typeface="Calibri"/>
                <a:cs typeface="Calibri"/>
              </a:rPr>
              <a:t>Ví</a:t>
            </a:r>
            <a:r>
              <a:rPr sz="3200" b="1" spc="-50" dirty="0">
                <a:latin typeface="Calibri"/>
                <a:cs typeface="Calibri"/>
              </a:rPr>
              <a:t> </a:t>
            </a:r>
            <a:r>
              <a:rPr sz="3200" b="1" dirty="0">
                <a:latin typeface="Calibri"/>
                <a:cs typeface="Calibri"/>
              </a:rPr>
              <a:t>dụ</a:t>
            </a:r>
            <a:r>
              <a:rPr sz="3200" b="1" spc="-50" dirty="0">
                <a:latin typeface="Calibri"/>
                <a:cs typeface="Calibri"/>
              </a:rPr>
              <a:t> </a:t>
            </a:r>
            <a:r>
              <a:rPr sz="3200" b="1" dirty="0">
                <a:latin typeface="Calibri"/>
                <a:cs typeface="Calibri"/>
              </a:rPr>
              <a:t>4</a:t>
            </a:r>
            <a:r>
              <a:rPr sz="3200" b="1" spc="-45" dirty="0">
                <a:latin typeface="Calibri"/>
                <a:cs typeface="Calibri"/>
              </a:rPr>
              <a:t> </a:t>
            </a:r>
            <a:r>
              <a:rPr sz="3200" b="1" dirty="0">
                <a:latin typeface="Calibri"/>
                <a:cs typeface="Calibri"/>
              </a:rPr>
              <a:t>:</a:t>
            </a:r>
            <a:r>
              <a:rPr sz="3200" dirty="0">
                <a:latin typeface="Calibri"/>
                <a:cs typeface="Calibri"/>
              </a:rPr>
              <a:t>Cho</a:t>
            </a:r>
            <a:r>
              <a:rPr sz="3200" spc="-35" dirty="0">
                <a:latin typeface="Calibri"/>
                <a:cs typeface="Calibri"/>
              </a:rPr>
              <a:t> </a:t>
            </a:r>
            <a:r>
              <a:rPr sz="3200" dirty="0">
                <a:latin typeface="Calibri"/>
                <a:cs typeface="Calibri"/>
              </a:rPr>
              <a:t>X</a:t>
            </a:r>
            <a:r>
              <a:rPr sz="3200" spc="-35" dirty="0">
                <a:latin typeface="Calibri"/>
                <a:cs typeface="Calibri"/>
              </a:rPr>
              <a:t> </a:t>
            </a:r>
            <a:r>
              <a:rPr sz="3200" dirty="0">
                <a:latin typeface="Calibri"/>
                <a:cs typeface="Calibri"/>
              </a:rPr>
              <a:t>=</a:t>
            </a:r>
            <a:r>
              <a:rPr sz="3200" spc="-25" dirty="0">
                <a:latin typeface="Calibri"/>
                <a:cs typeface="Calibri"/>
              </a:rPr>
              <a:t> </a:t>
            </a:r>
            <a:r>
              <a:rPr sz="3200" dirty="0">
                <a:latin typeface="Cambria Math"/>
                <a:cs typeface="Cambria Math"/>
              </a:rPr>
              <a:t>ℕ</a:t>
            </a:r>
            <a:r>
              <a:rPr sz="3200" dirty="0">
                <a:latin typeface="Calibri"/>
                <a:cs typeface="Calibri"/>
              </a:rPr>
              <a:t>.</a:t>
            </a:r>
            <a:r>
              <a:rPr sz="3200" spc="-35" dirty="0">
                <a:latin typeface="Calibri"/>
                <a:cs typeface="Calibri"/>
              </a:rPr>
              <a:t> </a:t>
            </a:r>
            <a:r>
              <a:rPr sz="3200" spc="-90" dirty="0">
                <a:latin typeface="Calibri"/>
                <a:cs typeface="Calibri"/>
              </a:rPr>
              <a:t>Ta</a:t>
            </a:r>
            <a:r>
              <a:rPr sz="3200" spc="-35" dirty="0">
                <a:latin typeface="Calibri"/>
                <a:cs typeface="Calibri"/>
              </a:rPr>
              <a:t> </a:t>
            </a:r>
            <a:r>
              <a:rPr sz="3200" dirty="0">
                <a:latin typeface="Calibri"/>
                <a:cs typeface="Calibri"/>
              </a:rPr>
              <a:t>định</a:t>
            </a:r>
            <a:r>
              <a:rPr sz="3200" spc="-30" dirty="0">
                <a:latin typeface="Calibri"/>
                <a:cs typeface="Calibri"/>
              </a:rPr>
              <a:t> </a:t>
            </a:r>
            <a:r>
              <a:rPr sz="3200" dirty="0">
                <a:latin typeface="Calibri"/>
                <a:cs typeface="Calibri"/>
              </a:rPr>
              <a:t>nghĩa</a:t>
            </a:r>
            <a:r>
              <a:rPr sz="3200" spc="-20" dirty="0">
                <a:latin typeface="Calibri"/>
                <a:cs typeface="Calibri"/>
              </a:rPr>
              <a:t> </a:t>
            </a:r>
            <a:r>
              <a:rPr sz="3200" dirty="0">
                <a:latin typeface="Calibri"/>
                <a:cs typeface="Calibri"/>
              </a:rPr>
              <a:t>quan</a:t>
            </a:r>
            <a:r>
              <a:rPr sz="3200" spc="-20" dirty="0">
                <a:latin typeface="Calibri"/>
                <a:cs typeface="Calibri"/>
              </a:rPr>
              <a:t> </a:t>
            </a:r>
            <a:r>
              <a:rPr sz="3200" dirty="0">
                <a:latin typeface="Calibri"/>
                <a:cs typeface="Calibri"/>
              </a:rPr>
              <a:t>hệ</a:t>
            </a:r>
            <a:r>
              <a:rPr sz="3200" spc="-35" dirty="0">
                <a:latin typeface="Calibri"/>
                <a:cs typeface="Calibri"/>
              </a:rPr>
              <a:t> </a:t>
            </a:r>
            <a:r>
              <a:rPr sz="3200" dirty="0">
                <a:latin typeface="Calibri"/>
                <a:cs typeface="Calibri"/>
              </a:rPr>
              <a:t>R</a:t>
            </a:r>
            <a:r>
              <a:rPr sz="3200" spc="-45" dirty="0">
                <a:latin typeface="Calibri"/>
                <a:cs typeface="Calibri"/>
              </a:rPr>
              <a:t> </a:t>
            </a:r>
            <a:r>
              <a:rPr sz="3200" dirty="0">
                <a:latin typeface="Calibri"/>
                <a:cs typeface="Calibri"/>
              </a:rPr>
              <a:t>trên</a:t>
            </a:r>
            <a:r>
              <a:rPr sz="3200" spc="-35" dirty="0">
                <a:latin typeface="Calibri"/>
                <a:cs typeface="Calibri"/>
              </a:rPr>
              <a:t> </a:t>
            </a:r>
            <a:r>
              <a:rPr sz="3200" spc="-50" dirty="0">
                <a:latin typeface="Calibri"/>
                <a:cs typeface="Calibri"/>
              </a:rPr>
              <a:t>X </a:t>
            </a:r>
            <a:r>
              <a:rPr sz="3200" dirty="0">
                <a:latin typeface="Calibri"/>
                <a:cs typeface="Calibri"/>
              </a:rPr>
              <a:t>như</a:t>
            </a:r>
            <a:r>
              <a:rPr sz="3200" spc="-55" dirty="0">
                <a:latin typeface="Calibri"/>
                <a:cs typeface="Calibri"/>
              </a:rPr>
              <a:t> </a:t>
            </a:r>
            <a:r>
              <a:rPr sz="3200" spc="-20" dirty="0">
                <a:latin typeface="Calibri"/>
                <a:cs typeface="Calibri"/>
              </a:rPr>
              <a:t>sau:</a:t>
            </a:r>
            <a:endParaRPr sz="3200">
              <a:latin typeface="Calibri"/>
              <a:cs typeface="Calibri"/>
            </a:endParaRPr>
          </a:p>
          <a:p>
            <a:pPr marL="42545" algn="ctr">
              <a:lnSpc>
                <a:spcPct val="100000"/>
              </a:lnSpc>
              <a:spcBef>
                <a:spcPts val="795"/>
              </a:spcBef>
            </a:pPr>
            <a:r>
              <a:rPr sz="3200" dirty="0">
                <a:latin typeface="Calibri"/>
                <a:cs typeface="Calibri"/>
              </a:rPr>
              <a:t>(x,</a:t>
            </a:r>
            <a:r>
              <a:rPr sz="3200" spc="-20" dirty="0">
                <a:latin typeface="Calibri"/>
                <a:cs typeface="Calibri"/>
              </a:rPr>
              <a:t> </a:t>
            </a:r>
            <a:r>
              <a:rPr sz="3200" dirty="0">
                <a:latin typeface="Calibri"/>
                <a:cs typeface="Calibri"/>
              </a:rPr>
              <a:t>y)</a:t>
            </a:r>
            <a:r>
              <a:rPr sz="3200" spc="-15"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R</a:t>
            </a:r>
            <a:r>
              <a:rPr sz="3200" spc="-10" dirty="0">
                <a:latin typeface="Calibri"/>
                <a:cs typeface="Calibri"/>
              </a:rPr>
              <a:t> </a:t>
            </a:r>
            <a:r>
              <a:rPr sz="3200" dirty="0">
                <a:solidFill>
                  <a:srgbClr val="FF0000"/>
                </a:solidFill>
                <a:latin typeface="Symbol"/>
                <a:cs typeface="Symbol"/>
              </a:rPr>
              <a:t></a:t>
            </a:r>
            <a:r>
              <a:rPr sz="3200" spc="-100" dirty="0">
                <a:solidFill>
                  <a:srgbClr val="FF0000"/>
                </a:solidFill>
                <a:latin typeface="Times New Roman"/>
                <a:cs typeface="Times New Roman"/>
              </a:rPr>
              <a:t> </a:t>
            </a:r>
            <a:r>
              <a:rPr sz="3200" spc="-10" dirty="0">
                <a:latin typeface="Calibri"/>
                <a:cs typeface="Calibri"/>
              </a:rPr>
              <a:t>x=y</a:t>
            </a:r>
            <a:r>
              <a:rPr sz="3150" spc="-15" baseline="25132" dirty="0">
                <a:latin typeface="Calibri"/>
                <a:cs typeface="Calibri"/>
              </a:rPr>
              <a:t>2</a:t>
            </a:r>
            <a:r>
              <a:rPr sz="3200" spc="-10" dirty="0">
                <a:latin typeface="Calibri"/>
                <a:cs typeface="Calibri"/>
              </a:rPr>
              <a:t>.</a:t>
            </a:r>
            <a:endParaRPr sz="3200">
              <a:latin typeface="Calibri"/>
              <a:cs typeface="Calibri"/>
            </a:endParaRPr>
          </a:p>
          <a:p>
            <a:pPr marL="50800">
              <a:lnSpc>
                <a:spcPct val="100000"/>
              </a:lnSpc>
              <a:spcBef>
                <a:spcPts val="740"/>
              </a:spcBef>
            </a:pPr>
            <a:r>
              <a:rPr sz="3200" b="1" dirty="0">
                <a:latin typeface="Calibri"/>
                <a:cs typeface="Calibri"/>
              </a:rPr>
              <a:t>R</a:t>
            </a:r>
            <a:r>
              <a:rPr sz="3200" b="1" spc="-30" dirty="0">
                <a:latin typeface="Calibri"/>
                <a:cs typeface="Calibri"/>
              </a:rPr>
              <a:t> </a:t>
            </a:r>
            <a:r>
              <a:rPr sz="3200" b="1" dirty="0">
                <a:latin typeface="Calibri"/>
                <a:cs typeface="Calibri"/>
              </a:rPr>
              <a:t>là</a:t>
            </a:r>
            <a:r>
              <a:rPr sz="3200" b="1" spc="-25" dirty="0">
                <a:latin typeface="Calibri"/>
                <a:cs typeface="Calibri"/>
              </a:rPr>
              <a:t> </a:t>
            </a:r>
            <a:r>
              <a:rPr sz="3200" b="1" dirty="0">
                <a:latin typeface="Calibri"/>
                <a:cs typeface="Calibri"/>
              </a:rPr>
              <a:t>phản</a:t>
            </a:r>
            <a:r>
              <a:rPr sz="3200" b="1" spc="-35" dirty="0">
                <a:latin typeface="Calibri"/>
                <a:cs typeface="Calibri"/>
              </a:rPr>
              <a:t> </a:t>
            </a:r>
            <a:r>
              <a:rPr sz="3200" b="1" dirty="0">
                <a:latin typeface="Calibri"/>
                <a:cs typeface="Calibri"/>
              </a:rPr>
              <a:t>xạ</a:t>
            </a:r>
            <a:r>
              <a:rPr sz="3200" b="1" spc="-35" dirty="0">
                <a:latin typeface="Calibri"/>
                <a:cs typeface="Calibri"/>
              </a:rPr>
              <a:t> </a:t>
            </a:r>
            <a:r>
              <a:rPr sz="3200" b="1" spc="-50" dirty="0">
                <a:latin typeface="Calibri"/>
                <a:cs typeface="Calibri"/>
              </a:rPr>
              <a:t>?</a:t>
            </a:r>
            <a:endParaRPr sz="3200">
              <a:latin typeface="Calibri"/>
              <a:cs typeface="Calibri"/>
            </a:endParaRPr>
          </a:p>
          <a:p>
            <a:pPr marL="50800">
              <a:lnSpc>
                <a:spcPct val="100000"/>
              </a:lnSpc>
              <a:spcBef>
                <a:spcPts val="795"/>
              </a:spcBef>
              <a:tabLst>
                <a:tab pos="5676900" algn="l"/>
              </a:tabLst>
            </a:pPr>
            <a:r>
              <a:rPr sz="3200" dirty="0">
                <a:latin typeface="Calibri"/>
                <a:cs typeface="Calibri"/>
              </a:rPr>
              <a:t>Quan</a:t>
            </a:r>
            <a:r>
              <a:rPr sz="3200" spc="-50" dirty="0">
                <a:latin typeface="Calibri"/>
                <a:cs typeface="Calibri"/>
              </a:rPr>
              <a:t> </a:t>
            </a:r>
            <a:r>
              <a:rPr sz="3200" dirty="0">
                <a:latin typeface="Calibri"/>
                <a:cs typeface="Calibri"/>
              </a:rPr>
              <a:t>hệ</a:t>
            </a:r>
            <a:r>
              <a:rPr sz="3200" spc="-45" dirty="0">
                <a:latin typeface="Calibri"/>
                <a:cs typeface="Calibri"/>
              </a:rPr>
              <a:t> </a:t>
            </a:r>
            <a:r>
              <a:rPr sz="3200" dirty="0">
                <a:latin typeface="Calibri"/>
                <a:cs typeface="Calibri"/>
              </a:rPr>
              <a:t>R</a:t>
            </a:r>
            <a:r>
              <a:rPr sz="3200" spc="-45" dirty="0">
                <a:latin typeface="Calibri"/>
                <a:cs typeface="Calibri"/>
              </a:rPr>
              <a:t> </a:t>
            </a:r>
            <a:r>
              <a:rPr sz="3200" dirty="0">
                <a:latin typeface="Calibri"/>
                <a:cs typeface="Calibri"/>
              </a:rPr>
              <a:t>không</a:t>
            </a:r>
            <a:r>
              <a:rPr sz="3200" spc="-45" dirty="0">
                <a:latin typeface="Calibri"/>
                <a:cs typeface="Calibri"/>
              </a:rPr>
              <a:t> </a:t>
            </a:r>
            <a:r>
              <a:rPr sz="3200" dirty="0">
                <a:latin typeface="Calibri"/>
                <a:cs typeface="Calibri"/>
              </a:rPr>
              <a:t>là</a:t>
            </a:r>
            <a:r>
              <a:rPr sz="3200" spc="-45" dirty="0">
                <a:latin typeface="Calibri"/>
                <a:cs typeface="Calibri"/>
              </a:rPr>
              <a:t> </a:t>
            </a:r>
            <a:r>
              <a:rPr sz="3200" dirty="0">
                <a:latin typeface="Calibri"/>
                <a:cs typeface="Calibri"/>
              </a:rPr>
              <a:t>phản</a:t>
            </a:r>
            <a:r>
              <a:rPr sz="3200" spc="-30" dirty="0">
                <a:latin typeface="Calibri"/>
                <a:cs typeface="Calibri"/>
              </a:rPr>
              <a:t> </a:t>
            </a:r>
            <a:r>
              <a:rPr sz="3200" dirty="0">
                <a:latin typeface="Calibri"/>
                <a:cs typeface="Calibri"/>
              </a:rPr>
              <a:t>xạ</a:t>
            </a:r>
            <a:r>
              <a:rPr sz="3200" spc="-45" dirty="0">
                <a:latin typeface="Calibri"/>
                <a:cs typeface="Calibri"/>
              </a:rPr>
              <a:t> </a:t>
            </a:r>
            <a:r>
              <a:rPr sz="3200" dirty="0">
                <a:latin typeface="Calibri"/>
                <a:cs typeface="Calibri"/>
              </a:rPr>
              <a:t>vì</a:t>
            </a:r>
            <a:r>
              <a:rPr sz="3200" spc="-45" dirty="0">
                <a:latin typeface="Calibri"/>
                <a:cs typeface="Calibri"/>
              </a:rPr>
              <a:t> </a:t>
            </a:r>
            <a:r>
              <a:rPr sz="3200" spc="-25" dirty="0">
                <a:latin typeface="Calibri"/>
                <a:cs typeface="Calibri"/>
              </a:rPr>
              <a:t>có</a:t>
            </a:r>
            <a:r>
              <a:rPr sz="3200" dirty="0">
                <a:latin typeface="Calibri"/>
                <a:cs typeface="Calibri"/>
              </a:rPr>
              <a:t>	</a:t>
            </a:r>
            <a:r>
              <a:rPr sz="3200" dirty="0">
                <a:solidFill>
                  <a:srgbClr val="FF0000"/>
                </a:solidFill>
                <a:latin typeface="Calibri"/>
                <a:cs typeface="Calibri"/>
              </a:rPr>
              <a:t>2</a:t>
            </a:r>
            <a:r>
              <a:rPr sz="3200" spc="-25" dirty="0">
                <a:solidFill>
                  <a:srgbClr val="FF0000"/>
                </a:solidFill>
                <a:latin typeface="Calibri"/>
                <a:cs typeface="Calibri"/>
              </a:rPr>
              <a:t> </a:t>
            </a:r>
            <a:r>
              <a:rPr sz="3200" dirty="0">
                <a:latin typeface="Calibri"/>
                <a:cs typeface="Calibri"/>
              </a:rPr>
              <a:t>mà</a:t>
            </a:r>
            <a:r>
              <a:rPr sz="3200" spc="-25" dirty="0">
                <a:latin typeface="Calibri"/>
                <a:cs typeface="Calibri"/>
              </a:rPr>
              <a:t> </a:t>
            </a:r>
            <a:r>
              <a:rPr sz="3200" dirty="0">
                <a:latin typeface="Calibri"/>
                <a:cs typeface="Calibri"/>
              </a:rPr>
              <a:t>2</a:t>
            </a:r>
            <a:r>
              <a:rPr sz="3200" spc="-10" dirty="0">
                <a:latin typeface="Calibri"/>
                <a:cs typeface="Calibri"/>
              </a:rPr>
              <a:t> </a:t>
            </a:r>
            <a:r>
              <a:rPr sz="3200" dirty="0">
                <a:latin typeface="Symbol"/>
                <a:cs typeface="Symbol"/>
              </a:rPr>
              <a:t></a:t>
            </a:r>
            <a:r>
              <a:rPr sz="3200" spc="-100" dirty="0">
                <a:latin typeface="Times New Roman"/>
                <a:cs typeface="Times New Roman"/>
              </a:rPr>
              <a:t> </a:t>
            </a:r>
            <a:r>
              <a:rPr sz="3200" spc="-25" dirty="0">
                <a:latin typeface="Calibri"/>
                <a:cs typeface="Calibri"/>
              </a:rPr>
              <a:t>2</a:t>
            </a:r>
            <a:r>
              <a:rPr sz="3150" spc="-37" baseline="25132" dirty="0">
                <a:latin typeface="Calibri"/>
                <a:cs typeface="Calibri"/>
              </a:rPr>
              <a:t>2</a:t>
            </a:r>
            <a:r>
              <a:rPr sz="3200" b="1" spc="-25" dirty="0">
                <a:latin typeface="Calibri"/>
                <a:cs typeface="Calibri"/>
              </a:rPr>
              <a:t>.</a:t>
            </a:r>
            <a:endParaRPr sz="3200">
              <a:latin typeface="Calibri"/>
              <a:cs typeface="Calibri"/>
            </a:endParaRPr>
          </a:p>
          <a:p>
            <a:pPr marL="50800" marR="240665">
              <a:lnSpc>
                <a:spcPts val="3820"/>
              </a:lnSpc>
              <a:spcBef>
                <a:spcPts val="890"/>
              </a:spcBef>
            </a:pPr>
            <a:r>
              <a:rPr sz="3200" spc="-45" dirty="0">
                <a:latin typeface="Calibri"/>
                <a:cs typeface="Calibri"/>
              </a:rPr>
              <a:t>Vậy </a:t>
            </a:r>
            <a:r>
              <a:rPr sz="3200" dirty="0">
                <a:latin typeface="Calibri"/>
                <a:cs typeface="Calibri"/>
              </a:rPr>
              <a:t>theo</a:t>
            </a:r>
            <a:r>
              <a:rPr sz="3200" spc="-45" dirty="0">
                <a:latin typeface="Calibri"/>
                <a:cs typeface="Calibri"/>
              </a:rPr>
              <a:t> </a:t>
            </a:r>
            <a:r>
              <a:rPr sz="3200" dirty="0">
                <a:latin typeface="Calibri"/>
                <a:cs typeface="Calibri"/>
              </a:rPr>
              <a:t>ĐỊNH</a:t>
            </a:r>
            <a:r>
              <a:rPr sz="3200" spc="-40" dirty="0">
                <a:latin typeface="Calibri"/>
                <a:cs typeface="Calibri"/>
              </a:rPr>
              <a:t> </a:t>
            </a:r>
            <a:r>
              <a:rPr sz="3200" dirty="0">
                <a:latin typeface="Calibri"/>
                <a:cs typeface="Calibri"/>
              </a:rPr>
              <a:t>NGHĨA</a:t>
            </a:r>
            <a:r>
              <a:rPr sz="3200" spc="-50" dirty="0">
                <a:latin typeface="Calibri"/>
                <a:cs typeface="Calibri"/>
              </a:rPr>
              <a:t> </a:t>
            </a:r>
            <a:r>
              <a:rPr sz="3200" dirty="0">
                <a:latin typeface="Calibri"/>
                <a:cs typeface="Calibri"/>
              </a:rPr>
              <a:t>CỦA</a:t>
            </a:r>
            <a:r>
              <a:rPr sz="3200" spc="-45" dirty="0">
                <a:latin typeface="Calibri"/>
                <a:cs typeface="Calibri"/>
              </a:rPr>
              <a:t> </a:t>
            </a:r>
            <a:r>
              <a:rPr sz="3200" dirty="0">
                <a:latin typeface="Calibri"/>
                <a:cs typeface="Calibri"/>
              </a:rPr>
              <a:t>R</a:t>
            </a:r>
            <a:r>
              <a:rPr sz="3200" spc="-40" dirty="0">
                <a:latin typeface="Calibri"/>
                <a:cs typeface="Calibri"/>
              </a:rPr>
              <a:t> </a:t>
            </a:r>
            <a:r>
              <a:rPr sz="3200" dirty="0">
                <a:latin typeface="Calibri"/>
                <a:cs typeface="Calibri"/>
              </a:rPr>
              <a:t>ta</a:t>
            </a:r>
            <a:r>
              <a:rPr sz="3200" spc="-45" dirty="0">
                <a:latin typeface="Calibri"/>
                <a:cs typeface="Calibri"/>
              </a:rPr>
              <a:t> </a:t>
            </a:r>
            <a:r>
              <a:rPr sz="3200" dirty="0">
                <a:latin typeface="Calibri"/>
                <a:cs typeface="Calibri"/>
              </a:rPr>
              <a:t>có</a:t>
            </a:r>
            <a:r>
              <a:rPr sz="3200" spc="-45" dirty="0">
                <a:latin typeface="Calibri"/>
                <a:cs typeface="Calibri"/>
              </a:rPr>
              <a:t> </a:t>
            </a:r>
            <a:r>
              <a:rPr sz="3200" dirty="0">
                <a:latin typeface="Calibri"/>
                <a:cs typeface="Calibri"/>
              </a:rPr>
              <a:t>(2,</a:t>
            </a:r>
            <a:r>
              <a:rPr sz="3200" spc="-20" dirty="0">
                <a:latin typeface="Calibri"/>
                <a:cs typeface="Calibri"/>
              </a:rPr>
              <a:t> </a:t>
            </a:r>
            <a:r>
              <a:rPr sz="3200" dirty="0">
                <a:latin typeface="Calibri"/>
                <a:cs typeface="Calibri"/>
              </a:rPr>
              <a:t>2)</a:t>
            </a:r>
            <a:r>
              <a:rPr sz="3200" spc="-35" dirty="0">
                <a:latin typeface="Calibri"/>
                <a:cs typeface="Calibri"/>
              </a:rPr>
              <a:t> </a:t>
            </a:r>
            <a:r>
              <a:rPr sz="3200" dirty="0">
                <a:latin typeface="Symbol"/>
                <a:cs typeface="Symbol"/>
              </a:rPr>
              <a:t></a:t>
            </a:r>
            <a:r>
              <a:rPr sz="3200" spc="-120" dirty="0">
                <a:latin typeface="Times New Roman"/>
                <a:cs typeface="Times New Roman"/>
              </a:rPr>
              <a:t> </a:t>
            </a:r>
            <a:r>
              <a:rPr sz="3200" dirty="0">
                <a:latin typeface="Calibri"/>
                <a:cs typeface="Calibri"/>
              </a:rPr>
              <a:t>R.</a:t>
            </a:r>
            <a:r>
              <a:rPr sz="3200" spc="-50" dirty="0">
                <a:latin typeface="Calibri"/>
                <a:cs typeface="Calibri"/>
              </a:rPr>
              <a:t> </a:t>
            </a:r>
            <a:r>
              <a:rPr sz="3200" spc="-25" dirty="0">
                <a:latin typeface="Calibri"/>
                <a:cs typeface="Calibri"/>
              </a:rPr>
              <a:t>Suy </a:t>
            </a:r>
            <a:r>
              <a:rPr sz="3200" dirty="0">
                <a:latin typeface="Calibri"/>
                <a:cs typeface="Calibri"/>
              </a:rPr>
              <a:t>ra</a:t>
            </a:r>
            <a:r>
              <a:rPr sz="3200" spc="-65" dirty="0">
                <a:latin typeface="Calibri"/>
                <a:cs typeface="Calibri"/>
              </a:rPr>
              <a:t> </a:t>
            </a:r>
            <a:r>
              <a:rPr sz="3200" dirty="0">
                <a:latin typeface="Calibri"/>
                <a:cs typeface="Calibri"/>
              </a:rPr>
              <a:t>(*)</a:t>
            </a:r>
            <a:r>
              <a:rPr sz="3200" spc="-60" dirty="0">
                <a:latin typeface="Calibri"/>
                <a:cs typeface="Calibri"/>
              </a:rPr>
              <a:t> </a:t>
            </a:r>
            <a:r>
              <a:rPr sz="3200" spc="-20" dirty="0">
                <a:latin typeface="Calibri"/>
                <a:cs typeface="Calibri"/>
              </a:rPr>
              <a:t>SAI.</a:t>
            </a:r>
            <a:endParaRPr sz="3200">
              <a:latin typeface="Calibri"/>
              <a:cs typeface="Calibri"/>
            </a:endParaRPr>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312165"/>
            <a:ext cx="7865109" cy="1001394"/>
          </a:xfrm>
          <a:prstGeom prst="rect">
            <a:avLst/>
          </a:prstGeom>
        </p:spPr>
        <p:txBody>
          <a:bodyPr vert="horz" wrap="square" lIns="0" tIns="12700" rIns="0" bIns="0" rtlCol="0">
            <a:spAutoFit/>
          </a:bodyPr>
          <a:lstStyle/>
          <a:p>
            <a:pPr marL="12700" marR="5080">
              <a:lnSpc>
                <a:spcPct val="100000"/>
              </a:lnSpc>
              <a:spcBef>
                <a:spcPts val="100"/>
              </a:spcBef>
            </a:pPr>
            <a:r>
              <a:rPr sz="3200" b="1" dirty="0">
                <a:latin typeface="Calibri"/>
                <a:cs typeface="Calibri"/>
              </a:rPr>
              <a:t>3.2.2</a:t>
            </a:r>
            <a:r>
              <a:rPr sz="3200" b="1" spc="-40" dirty="0">
                <a:latin typeface="Calibri"/>
                <a:cs typeface="Calibri"/>
              </a:rPr>
              <a:t> </a:t>
            </a:r>
            <a:r>
              <a:rPr sz="3200" b="1" dirty="0">
                <a:latin typeface="Calibri"/>
                <a:cs typeface="Calibri"/>
              </a:rPr>
              <a:t>Đối</a:t>
            </a:r>
            <a:r>
              <a:rPr sz="3200" b="1" spc="-35" dirty="0">
                <a:latin typeface="Calibri"/>
                <a:cs typeface="Calibri"/>
              </a:rPr>
              <a:t> </a:t>
            </a:r>
            <a:r>
              <a:rPr sz="3200" b="1" dirty="0">
                <a:latin typeface="Calibri"/>
                <a:cs typeface="Calibri"/>
              </a:rPr>
              <a:t>xứng</a:t>
            </a:r>
            <a:r>
              <a:rPr sz="3200" b="1" spc="-40" dirty="0">
                <a:latin typeface="Calibri"/>
                <a:cs typeface="Calibri"/>
              </a:rPr>
              <a:t> </a:t>
            </a:r>
            <a:r>
              <a:rPr sz="3200" b="1" dirty="0">
                <a:latin typeface="Calibri"/>
                <a:cs typeface="Calibri"/>
              </a:rPr>
              <a:t>:</a:t>
            </a:r>
            <a:r>
              <a:rPr sz="3200" b="1" spc="-30" dirty="0">
                <a:latin typeface="Calibri"/>
                <a:cs typeface="Calibri"/>
              </a:rPr>
              <a:t> </a:t>
            </a:r>
            <a:r>
              <a:rPr sz="3200" dirty="0">
                <a:latin typeface="Calibri"/>
                <a:cs typeface="Calibri"/>
              </a:rPr>
              <a:t>R</a:t>
            </a:r>
            <a:r>
              <a:rPr sz="3200" spc="-40" dirty="0">
                <a:latin typeface="Calibri"/>
                <a:cs typeface="Calibri"/>
              </a:rPr>
              <a:t> </a:t>
            </a:r>
            <a:r>
              <a:rPr sz="3200" dirty="0">
                <a:latin typeface="Calibri"/>
                <a:cs typeface="Calibri"/>
              </a:rPr>
              <a:t>là</a:t>
            </a:r>
            <a:r>
              <a:rPr sz="3200" spc="-40" dirty="0">
                <a:latin typeface="Calibri"/>
                <a:cs typeface="Calibri"/>
              </a:rPr>
              <a:t> </a:t>
            </a:r>
            <a:r>
              <a:rPr sz="3200" dirty="0">
                <a:latin typeface="Calibri"/>
                <a:cs typeface="Calibri"/>
              </a:rPr>
              <a:t>đối</a:t>
            </a:r>
            <a:r>
              <a:rPr sz="3200" spc="-50" dirty="0">
                <a:latin typeface="Calibri"/>
                <a:cs typeface="Calibri"/>
              </a:rPr>
              <a:t> </a:t>
            </a:r>
            <a:r>
              <a:rPr sz="3200" dirty="0">
                <a:latin typeface="Calibri"/>
                <a:cs typeface="Calibri"/>
              </a:rPr>
              <a:t>xứng</a:t>
            </a:r>
            <a:r>
              <a:rPr sz="3200" spc="-40" dirty="0">
                <a:latin typeface="Calibri"/>
                <a:cs typeface="Calibri"/>
              </a:rPr>
              <a:t> </a:t>
            </a:r>
            <a:r>
              <a:rPr sz="3200" dirty="0">
                <a:latin typeface="Calibri"/>
                <a:cs typeface="Calibri"/>
              </a:rPr>
              <a:t>nếu</a:t>
            </a:r>
            <a:r>
              <a:rPr sz="3200" spc="-35" dirty="0">
                <a:latin typeface="Calibri"/>
                <a:cs typeface="Calibri"/>
              </a:rPr>
              <a:t> </a:t>
            </a:r>
            <a:r>
              <a:rPr sz="3200" dirty="0">
                <a:latin typeface="Calibri"/>
                <a:cs typeface="Calibri"/>
              </a:rPr>
              <a:t>mệnh</a:t>
            </a:r>
            <a:r>
              <a:rPr sz="3200" spc="-45" dirty="0">
                <a:latin typeface="Calibri"/>
                <a:cs typeface="Calibri"/>
              </a:rPr>
              <a:t> </a:t>
            </a:r>
            <a:r>
              <a:rPr sz="3200" dirty="0">
                <a:latin typeface="Calibri"/>
                <a:cs typeface="Calibri"/>
              </a:rPr>
              <a:t>đề</a:t>
            </a:r>
            <a:r>
              <a:rPr sz="3200" spc="-40" dirty="0">
                <a:latin typeface="Calibri"/>
                <a:cs typeface="Calibri"/>
              </a:rPr>
              <a:t> </a:t>
            </a:r>
            <a:r>
              <a:rPr sz="3200" spc="-25" dirty="0">
                <a:latin typeface="Calibri"/>
                <a:cs typeface="Calibri"/>
              </a:rPr>
              <a:t>sau </a:t>
            </a:r>
            <a:r>
              <a:rPr sz="3200" spc="-10" dirty="0">
                <a:latin typeface="Calibri"/>
                <a:cs typeface="Calibri"/>
              </a:rPr>
              <a:t>ĐÚNG:</a:t>
            </a:r>
            <a:endParaRPr sz="3200">
              <a:latin typeface="Calibri"/>
              <a:cs typeface="Calibri"/>
            </a:endParaRPr>
          </a:p>
        </p:txBody>
      </p:sp>
      <p:sp>
        <p:nvSpPr>
          <p:cNvPr id="3" name="object 3"/>
          <p:cNvSpPr txBox="1"/>
          <p:nvPr/>
        </p:nvSpPr>
        <p:spPr>
          <a:xfrm>
            <a:off x="1459738" y="1387805"/>
            <a:ext cx="6149975" cy="514350"/>
          </a:xfrm>
          <a:prstGeom prst="rect">
            <a:avLst/>
          </a:prstGeom>
        </p:spPr>
        <p:txBody>
          <a:bodyPr vert="horz" wrap="square" lIns="0" tIns="13335" rIns="0" bIns="0" rtlCol="0">
            <a:spAutoFit/>
          </a:bodyPr>
          <a:lstStyle/>
          <a:p>
            <a:pPr marL="12700">
              <a:lnSpc>
                <a:spcPct val="100000"/>
              </a:lnSpc>
              <a:spcBef>
                <a:spcPts val="105"/>
              </a:spcBef>
              <a:tabLst>
                <a:tab pos="5679440" algn="l"/>
              </a:tabLst>
            </a:pPr>
            <a:r>
              <a:rPr sz="3200" dirty="0">
                <a:latin typeface="Symbol"/>
                <a:cs typeface="Symbol"/>
              </a:rPr>
              <a:t></a:t>
            </a:r>
            <a:r>
              <a:rPr sz="3200" b="1" dirty="0">
                <a:latin typeface="Calibri"/>
                <a:cs typeface="Calibri"/>
              </a:rPr>
              <a:t>x,</a:t>
            </a:r>
            <a:r>
              <a:rPr sz="3200" b="1" spc="-40" dirty="0">
                <a:latin typeface="Calibri"/>
                <a:cs typeface="Calibri"/>
              </a:rPr>
              <a:t> </a:t>
            </a:r>
            <a:r>
              <a:rPr sz="3200" b="1" dirty="0">
                <a:latin typeface="Calibri"/>
                <a:cs typeface="Calibri"/>
              </a:rPr>
              <a:t>y</a:t>
            </a:r>
            <a:r>
              <a:rPr sz="3200" b="1" spc="-40" dirty="0">
                <a:latin typeface="Calibri"/>
                <a:cs typeface="Calibri"/>
              </a:rPr>
              <a:t> </a:t>
            </a:r>
            <a:r>
              <a:rPr sz="3200" dirty="0">
                <a:latin typeface="Symbol"/>
                <a:cs typeface="Symbol"/>
              </a:rPr>
              <a:t></a:t>
            </a:r>
            <a:r>
              <a:rPr sz="3200" spc="-105" dirty="0">
                <a:latin typeface="Times New Roman"/>
                <a:cs typeface="Times New Roman"/>
              </a:rPr>
              <a:t> </a:t>
            </a:r>
            <a:r>
              <a:rPr sz="3200" b="1" dirty="0">
                <a:latin typeface="Calibri"/>
                <a:cs typeface="Calibri"/>
              </a:rPr>
              <a:t>X,</a:t>
            </a:r>
            <a:r>
              <a:rPr sz="3200" b="1" spc="-25" dirty="0">
                <a:latin typeface="Calibri"/>
                <a:cs typeface="Calibri"/>
              </a:rPr>
              <a:t> </a:t>
            </a:r>
            <a:r>
              <a:rPr sz="3200" b="1" dirty="0">
                <a:latin typeface="Calibri"/>
                <a:cs typeface="Calibri"/>
              </a:rPr>
              <a:t>(x,</a:t>
            </a:r>
            <a:r>
              <a:rPr sz="3200" b="1" spc="-30" dirty="0">
                <a:latin typeface="Calibri"/>
                <a:cs typeface="Calibri"/>
              </a:rPr>
              <a:t> </a:t>
            </a:r>
            <a:r>
              <a:rPr sz="3200" b="1" dirty="0">
                <a:latin typeface="Calibri"/>
                <a:cs typeface="Calibri"/>
              </a:rPr>
              <a:t>y)</a:t>
            </a:r>
            <a:r>
              <a:rPr sz="3200" b="1" spc="-45" dirty="0">
                <a:latin typeface="Calibri"/>
                <a:cs typeface="Calibri"/>
              </a:rPr>
              <a:t> </a:t>
            </a:r>
            <a:r>
              <a:rPr sz="3200" dirty="0">
                <a:latin typeface="Symbol"/>
                <a:cs typeface="Symbol"/>
              </a:rPr>
              <a:t></a:t>
            </a:r>
            <a:r>
              <a:rPr sz="3200" spc="-90" dirty="0">
                <a:latin typeface="Times New Roman"/>
                <a:cs typeface="Times New Roman"/>
              </a:rPr>
              <a:t> </a:t>
            </a:r>
            <a:r>
              <a:rPr sz="3200" b="1" dirty="0">
                <a:latin typeface="Calibri"/>
                <a:cs typeface="Calibri"/>
              </a:rPr>
              <a:t>R</a:t>
            </a:r>
            <a:r>
              <a:rPr sz="3200" b="1" spc="-35" dirty="0">
                <a:latin typeface="Calibri"/>
                <a:cs typeface="Calibri"/>
              </a:rPr>
              <a:t> </a:t>
            </a:r>
            <a:r>
              <a:rPr sz="3200" dirty="0">
                <a:latin typeface="Symbol"/>
                <a:cs typeface="Symbol"/>
              </a:rPr>
              <a:t></a:t>
            </a:r>
            <a:r>
              <a:rPr sz="3200" spc="-105" dirty="0">
                <a:latin typeface="Times New Roman"/>
                <a:cs typeface="Times New Roman"/>
              </a:rPr>
              <a:t> </a:t>
            </a:r>
            <a:r>
              <a:rPr sz="3200" b="1" spc="-20" dirty="0">
                <a:latin typeface="Calibri"/>
                <a:cs typeface="Calibri"/>
              </a:rPr>
              <a:t>(y,</a:t>
            </a:r>
            <a:r>
              <a:rPr sz="3200" b="1" spc="-30" dirty="0">
                <a:latin typeface="Calibri"/>
                <a:cs typeface="Calibri"/>
              </a:rPr>
              <a:t> </a:t>
            </a:r>
            <a:r>
              <a:rPr sz="3200" b="1" dirty="0">
                <a:latin typeface="Calibri"/>
                <a:cs typeface="Calibri"/>
              </a:rPr>
              <a:t>x)</a:t>
            </a:r>
            <a:r>
              <a:rPr sz="3200" b="1" spc="-20" dirty="0">
                <a:latin typeface="Calibri"/>
                <a:cs typeface="Calibri"/>
              </a:rPr>
              <a:t> </a:t>
            </a:r>
            <a:r>
              <a:rPr sz="3200" dirty="0">
                <a:latin typeface="Symbol"/>
                <a:cs typeface="Symbol"/>
              </a:rPr>
              <a:t></a:t>
            </a:r>
            <a:r>
              <a:rPr sz="3200" spc="-105" dirty="0">
                <a:latin typeface="Times New Roman"/>
                <a:cs typeface="Times New Roman"/>
              </a:rPr>
              <a:t> </a:t>
            </a:r>
            <a:r>
              <a:rPr sz="3200" b="1" spc="-50" dirty="0">
                <a:latin typeface="Calibri"/>
                <a:cs typeface="Calibri"/>
              </a:rPr>
              <a:t>R</a:t>
            </a:r>
            <a:r>
              <a:rPr sz="3200" b="1" dirty="0">
                <a:latin typeface="Calibri"/>
                <a:cs typeface="Calibri"/>
              </a:rPr>
              <a:t>	</a:t>
            </a:r>
            <a:r>
              <a:rPr sz="3200" b="1" spc="-25" dirty="0">
                <a:latin typeface="Calibri"/>
                <a:cs typeface="Calibri"/>
              </a:rPr>
              <a:t>(*)</a:t>
            </a:r>
            <a:endParaRPr sz="3200">
              <a:latin typeface="Calibri"/>
              <a:cs typeface="Calibri"/>
            </a:endParaRPr>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z="3200" b="1" dirty="0">
                <a:latin typeface="Calibri"/>
                <a:cs typeface="Calibri"/>
              </a:rPr>
              <a:t>Nhận</a:t>
            </a:r>
            <a:r>
              <a:rPr sz="3200" b="1" spc="-90" dirty="0">
                <a:latin typeface="Calibri"/>
                <a:cs typeface="Calibri"/>
              </a:rPr>
              <a:t> </a:t>
            </a:r>
            <a:r>
              <a:rPr sz="3200" b="1" dirty="0">
                <a:latin typeface="Calibri"/>
                <a:cs typeface="Calibri"/>
              </a:rPr>
              <a:t>xét</a:t>
            </a:r>
            <a:r>
              <a:rPr sz="3200" b="1" spc="-55" dirty="0">
                <a:latin typeface="Calibri"/>
                <a:cs typeface="Calibri"/>
              </a:rPr>
              <a:t> </a:t>
            </a:r>
            <a:r>
              <a:rPr sz="3200" b="1" dirty="0">
                <a:latin typeface="Calibri"/>
                <a:cs typeface="Calibri"/>
              </a:rPr>
              <a:t>:</a:t>
            </a:r>
            <a:r>
              <a:rPr sz="3200" b="1" spc="-40" dirty="0">
                <a:latin typeface="Calibri"/>
                <a:cs typeface="Calibri"/>
              </a:rPr>
              <a:t> </a:t>
            </a:r>
            <a:r>
              <a:rPr sz="3200" spc="-50" dirty="0"/>
              <a:t>Từ </a:t>
            </a:r>
            <a:r>
              <a:rPr sz="3200" dirty="0"/>
              <a:t>định</a:t>
            </a:r>
            <a:r>
              <a:rPr sz="3200" spc="-45" dirty="0"/>
              <a:t> </a:t>
            </a:r>
            <a:r>
              <a:rPr sz="3200" dirty="0"/>
              <a:t>nghĩa</a:t>
            </a:r>
            <a:r>
              <a:rPr sz="3200" spc="-35" dirty="0"/>
              <a:t> </a:t>
            </a:r>
            <a:r>
              <a:rPr sz="3200" dirty="0"/>
              <a:t>của</a:t>
            </a:r>
            <a:r>
              <a:rPr sz="3200" spc="-55" dirty="0"/>
              <a:t> </a:t>
            </a:r>
            <a:r>
              <a:rPr sz="3200" dirty="0"/>
              <a:t>mệnh</a:t>
            </a:r>
            <a:r>
              <a:rPr sz="3200" spc="-40" dirty="0"/>
              <a:t> </a:t>
            </a:r>
            <a:r>
              <a:rPr sz="3200" dirty="0"/>
              <a:t>đề</a:t>
            </a:r>
            <a:r>
              <a:rPr sz="3200" spc="-75" dirty="0"/>
              <a:t> </a:t>
            </a:r>
            <a:r>
              <a:rPr sz="3200" dirty="0"/>
              <a:t>(*)</a:t>
            </a:r>
            <a:r>
              <a:rPr sz="3200" spc="-40" dirty="0"/>
              <a:t> </a:t>
            </a:r>
            <a:r>
              <a:rPr sz="3200" dirty="0"/>
              <a:t>ta</a:t>
            </a:r>
            <a:r>
              <a:rPr sz="3200" spc="-50" dirty="0"/>
              <a:t> </a:t>
            </a:r>
            <a:r>
              <a:rPr sz="3200" spc="-20" dirty="0"/>
              <a:t>thấy</a:t>
            </a:r>
            <a:endParaRPr sz="3200">
              <a:latin typeface="Calibri"/>
              <a:cs typeface="Calibri"/>
            </a:endParaRPr>
          </a:p>
        </p:txBody>
      </p:sp>
      <p:sp>
        <p:nvSpPr>
          <p:cNvPr id="3" name="object 3"/>
          <p:cNvSpPr txBox="1"/>
          <p:nvPr/>
        </p:nvSpPr>
        <p:spPr>
          <a:xfrm>
            <a:off x="383540" y="888237"/>
            <a:ext cx="8066405" cy="1818005"/>
          </a:xfrm>
          <a:prstGeom prst="rect">
            <a:avLst/>
          </a:prstGeom>
        </p:spPr>
        <p:txBody>
          <a:bodyPr vert="horz" wrap="square" lIns="0" tIns="12065" rIns="0" bIns="0" rtlCol="0">
            <a:spAutoFit/>
          </a:bodyPr>
          <a:lstStyle/>
          <a:p>
            <a:pPr marL="469900" marR="5080" indent="-457834" algn="just">
              <a:lnSpc>
                <a:spcPct val="100000"/>
              </a:lnSpc>
              <a:spcBef>
                <a:spcPts val="95"/>
              </a:spcBef>
              <a:buFont typeface="Wingdings"/>
              <a:buChar char=""/>
              <a:tabLst>
                <a:tab pos="469900" algn="l"/>
              </a:tabLst>
            </a:pPr>
            <a:r>
              <a:rPr sz="2800" dirty="0">
                <a:latin typeface="Calibri"/>
                <a:cs typeface="Calibri"/>
              </a:rPr>
              <a:t>Chỉ</a:t>
            </a:r>
            <a:r>
              <a:rPr sz="2800" spc="-45" dirty="0">
                <a:latin typeface="Calibri"/>
                <a:cs typeface="Calibri"/>
              </a:rPr>
              <a:t> </a:t>
            </a:r>
            <a:r>
              <a:rPr sz="2800" dirty="0">
                <a:latin typeface="Calibri"/>
                <a:cs typeface="Calibri"/>
              </a:rPr>
              <a:t>cần</a:t>
            </a:r>
            <a:r>
              <a:rPr sz="2800" spc="-30" dirty="0">
                <a:latin typeface="Calibri"/>
                <a:cs typeface="Calibri"/>
              </a:rPr>
              <a:t> </a:t>
            </a:r>
            <a:r>
              <a:rPr sz="2800" dirty="0">
                <a:latin typeface="Calibri"/>
                <a:cs typeface="Calibri"/>
              </a:rPr>
              <a:t>kiểm</a:t>
            </a:r>
            <a:r>
              <a:rPr sz="2800" spc="-50" dirty="0">
                <a:latin typeface="Calibri"/>
                <a:cs typeface="Calibri"/>
              </a:rPr>
              <a:t> </a:t>
            </a:r>
            <a:r>
              <a:rPr sz="2800" dirty="0">
                <a:latin typeface="Calibri"/>
                <a:cs typeface="Calibri"/>
              </a:rPr>
              <a:t>tra</a:t>
            </a:r>
            <a:r>
              <a:rPr sz="2800" spc="-40" dirty="0">
                <a:latin typeface="Calibri"/>
                <a:cs typeface="Calibri"/>
              </a:rPr>
              <a:t> </a:t>
            </a:r>
            <a:r>
              <a:rPr sz="2800" dirty="0">
                <a:latin typeface="Calibri"/>
                <a:cs typeface="Calibri"/>
              </a:rPr>
              <a:t>mệnh</a:t>
            </a:r>
            <a:r>
              <a:rPr sz="2800" spc="-35" dirty="0">
                <a:latin typeface="Calibri"/>
                <a:cs typeface="Calibri"/>
              </a:rPr>
              <a:t> </a:t>
            </a:r>
            <a:r>
              <a:rPr sz="2800" dirty="0">
                <a:latin typeface="Calibri"/>
                <a:cs typeface="Calibri"/>
              </a:rPr>
              <a:t>đề</a:t>
            </a:r>
            <a:r>
              <a:rPr sz="2800" spc="-40"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với</a:t>
            </a:r>
            <a:r>
              <a:rPr sz="2800" spc="-30" dirty="0">
                <a:latin typeface="Calibri"/>
                <a:cs typeface="Calibri"/>
              </a:rPr>
              <a:t> </a:t>
            </a:r>
            <a:r>
              <a:rPr sz="2800" dirty="0">
                <a:latin typeface="Calibri"/>
                <a:cs typeface="Calibri"/>
              </a:rPr>
              <a:t>các</a:t>
            </a:r>
            <a:r>
              <a:rPr sz="2800" spc="-40" dirty="0">
                <a:latin typeface="Calibri"/>
                <a:cs typeface="Calibri"/>
              </a:rPr>
              <a:t> </a:t>
            </a:r>
            <a:r>
              <a:rPr sz="2800" dirty="0">
                <a:latin typeface="Calibri"/>
                <a:cs typeface="Calibri"/>
              </a:rPr>
              <a:t>cặp</a:t>
            </a:r>
            <a:r>
              <a:rPr sz="2800" spc="-30" dirty="0">
                <a:latin typeface="Calibri"/>
                <a:cs typeface="Calibri"/>
              </a:rPr>
              <a:t> </a:t>
            </a:r>
            <a:r>
              <a:rPr sz="2800" dirty="0">
                <a:latin typeface="Calibri"/>
                <a:cs typeface="Calibri"/>
              </a:rPr>
              <a:t>(x,</a:t>
            </a:r>
            <a:r>
              <a:rPr sz="2800" spc="-40" dirty="0">
                <a:latin typeface="Calibri"/>
                <a:cs typeface="Calibri"/>
              </a:rPr>
              <a:t> </a:t>
            </a:r>
            <a:r>
              <a:rPr sz="2800" dirty="0">
                <a:latin typeface="Calibri"/>
                <a:cs typeface="Calibri"/>
              </a:rPr>
              <a:t>y)</a:t>
            </a:r>
            <a:r>
              <a:rPr sz="2800" spc="-40" dirty="0">
                <a:latin typeface="Calibri"/>
                <a:cs typeface="Calibri"/>
              </a:rPr>
              <a:t> </a:t>
            </a:r>
            <a:r>
              <a:rPr sz="2800" dirty="0">
                <a:latin typeface="Calibri"/>
                <a:cs typeface="Calibri"/>
              </a:rPr>
              <a:t>mà </a:t>
            </a:r>
            <a:r>
              <a:rPr sz="2800" b="1" spc="-25" dirty="0">
                <a:latin typeface="Calibri"/>
                <a:cs typeface="Calibri"/>
              </a:rPr>
              <a:t>(x, </a:t>
            </a:r>
            <a:r>
              <a:rPr sz="2800" b="1" dirty="0">
                <a:latin typeface="Calibri"/>
                <a:cs typeface="Calibri"/>
              </a:rPr>
              <a:t>y)</a:t>
            </a:r>
            <a:r>
              <a:rPr sz="2800" b="1" spc="-40" dirty="0">
                <a:latin typeface="Calibri"/>
                <a:cs typeface="Calibri"/>
              </a:rPr>
              <a:t> </a:t>
            </a:r>
            <a:r>
              <a:rPr sz="2800" dirty="0">
                <a:latin typeface="Symbol"/>
                <a:cs typeface="Symbol"/>
              </a:rPr>
              <a:t></a:t>
            </a:r>
            <a:r>
              <a:rPr sz="2800" spc="-95" dirty="0">
                <a:latin typeface="Times New Roman"/>
                <a:cs typeface="Times New Roman"/>
              </a:rPr>
              <a:t> </a:t>
            </a:r>
            <a:r>
              <a:rPr sz="2800" b="1" dirty="0">
                <a:latin typeface="Calibri"/>
                <a:cs typeface="Calibri"/>
              </a:rPr>
              <a:t>R</a:t>
            </a:r>
            <a:r>
              <a:rPr sz="2800" b="1" spc="560" dirty="0">
                <a:latin typeface="Calibri"/>
                <a:cs typeface="Calibri"/>
              </a:rPr>
              <a:t> </a:t>
            </a:r>
            <a:r>
              <a:rPr sz="2800" b="1" dirty="0">
                <a:latin typeface="Calibri"/>
                <a:cs typeface="Calibri"/>
              </a:rPr>
              <a:t>có</a:t>
            </a:r>
            <a:r>
              <a:rPr sz="2800" b="1" spc="-40" dirty="0">
                <a:latin typeface="Calibri"/>
                <a:cs typeface="Calibri"/>
              </a:rPr>
              <a:t> </a:t>
            </a:r>
            <a:r>
              <a:rPr sz="2800" b="1" dirty="0">
                <a:latin typeface="Calibri"/>
                <a:cs typeface="Calibri"/>
              </a:rPr>
              <a:t>chân</a:t>
            </a:r>
            <a:r>
              <a:rPr sz="2800" b="1" spc="-40" dirty="0">
                <a:latin typeface="Calibri"/>
                <a:cs typeface="Calibri"/>
              </a:rPr>
              <a:t> </a:t>
            </a:r>
            <a:r>
              <a:rPr sz="2800" b="1" dirty="0">
                <a:latin typeface="Calibri"/>
                <a:cs typeface="Calibri"/>
              </a:rPr>
              <a:t>trị</a:t>
            </a:r>
            <a:r>
              <a:rPr sz="2800" b="1" spc="-35" dirty="0">
                <a:latin typeface="Calibri"/>
                <a:cs typeface="Calibri"/>
              </a:rPr>
              <a:t> </a:t>
            </a:r>
            <a:r>
              <a:rPr sz="2800" b="1" dirty="0">
                <a:latin typeface="Calibri"/>
                <a:cs typeface="Calibri"/>
              </a:rPr>
              <a:t>ĐÚNG</a:t>
            </a:r>
            <a:r>
              <a:rPr sz="2800" dirty="0">
                <a:latin typeface="Calibri"/>
                <a:cs typeface="Calibri"/>
              </a:rPr>
              <a:t>.</a:t>
            </a:r>
            <a:r>
              <a:rPr sz="2800" spc="-5" dirty="0">
                <a:latin typeface="Calibri"/>
                <a:cs typeface="Calibri"/>
              </a:rPr>
              <a:t> </a:t>
            </a:r>
            <a:r>
              <a:rPr sz="2800" dirty="0">
                <a:latin typeface="Calibri"/>
                <a:cs typeface="Calibri"/>
              </a:rPr>
              <a:t>Nếu</a:t>
            </a:r>
            <a:r>
              <a:rPr sz="2800" spc="-20" dirty="0">
                <a:latin typeface="Calibri"/>
                <a:cs typeface="Calibri"/>
              </a:rPr>
              <a:t> </a:t>
            </a:r>
            <a:r>
              <a:rPr sz="2800" b="1" spc="-25" dirty="0">
                <a:latin typeface="Calibri"/>
                <a:cs typeface="Calibri"/>
              </a:rPr>
              <a:t>(y,</a:t>
            </a:r>
            <a:r>
              <a:rPr sz="2800" b="1" spc="-45" dirty="0">
                <a:latin typeface="Calibri"/>
                <a:cs typeface="Calibri"/>
              </a:rPr>
              <a:t> </a:t>
            </a:r>
            <a:r>
              <a:rPr sz="2800" b="1" dirty="0">
                <a:latin typeface="Calibri"/>
                <a:cs typeface="Calibri"/>
              </a:rPr>
              <a:t>x)</a:t>
            </a:r>
            <a:r>
              <a:rPr sz="2800" b="1" spc="-20" dirty="0">
                <a:latin typeface="Calibri"/>
                <a:cs typeface="Calibri"/>
              </a:rPr>
              <a:t> </a:t>
            </a:r>
            <a:r>
              <a:rPr sz="2800" dirty="0">
                <a:latin typeface="Symbol"/>
                <a:cs typeface="Symbol"/>
              </a:rPr>
              <a:t></a:t>
            </a:r>
            <a:r>
              <a:rPr sz="2800" spc="-95" dirty="0">
                <a:latin typeface="Times New Roman"/>
                <a:cs typeface="Times New Roman"/>
              </a:rPr>
              <a:t> </a:t>
            </a:r>
            <a:r>
              <a:rPr sz="2800" b="1" dirty="0">
                <a:latin typeface="Calibri"/>
                <a:cs typeface="Calibri"/>
              </a:rPr>
              <a:t>R</a:t>
            </a:r>
            <a:r>
              <a:rPr sz="2800" b="1" spc="-40" dirty="0">
                <a:latin typeface="Calibri"/>
                <a:cs typeface="Calibri"/>
              </a:rPr>
              <a:t> </a:t>
            </a:r>
            <a:r>
              <a:rPr sz="2800" dirty="0">
                <a:latin typeface="Calibri"/>
                <a:cs typeface="Calibri"/>
              </a:rPr>
              <a:t>cũng</a:t>
            </a:r>
            <a:r>
              <a:rPr sz="2800" spc="-30" dirty="0">
                <a:latin typeface="Calibri"/>
                <a:cs typeface="Calibri"/>
              </a:rPr>
              <a:t> </a:t>
            </a:r>
            <a:r>
              <a:rPr sz="2800" spc="-20" dirty="0">
                <a:latin typeface="Calibri"/>
                <a:cs typeface="Calibri"/>
              </a:rPr>
              <a:t>ĐÚNG </a:t>
            </a:r>
            <a:r>
              <a:rPr sz="2800" dirty="0">
                <a:latin typeface="Calibri"/>
                <a:cs typeface="Calibri"/>
              </a:rPr>
              <a:t>với</a:t>
            </a:r>
            <a:r>
              <a:rPr sz="2800" spc="-55" dirty="0">
                <a:latin typeface="Calibri"/>
                <a:cs typeface="Calibri"/>
              </a:rPr>
              <a:t> </a:t>
            </a:r>
            <a:r>
              <a:rPr sz="2800" dirty="0">
                <a:latin typeface="Calibri"/>
                <a:cs typeface="Calibri"/>
              </a:rPr>
              <a:t>các</a:t>
            </a:r>
            <a:r>
              <a:rPr sz="2800" spc="-60" dirty="0">
                <a:latin typeface="Calibri"/>
                <a:cs typeface="Calibri"/>
              </a:rPr>
              <a:t> </a:t>
            </a:r>
            <a:r>
              <a:rPr sz="2800" dirty="0">
                <a:latin typeface="Calibri"/>
                <a:cs typeface="Calibri"/>
              </a:rPr>
              <a:t>cặp</a:t>
            </a:r>
            <a:r>
              <a:rPr sz="2800" spc="-55" dirty="0">
                <a:latin typeface="Calibri"/>
                <a:cs typeface="Calibri"/>
              </a:rPr>
              <a:t> </a:t>
            </a:r>
            <a:r>
              <a:rPr sz="2800" dirty="0">
                <a:latin typeface="Calibri"/>
                <a:cs typeface="Calibri"/>
              </a:rPr>
              <a:t>này</a:t>
            </a:r>
            <a:r>
              <a:rPr sz="2800" spc="-55" dirty="0">
                <a:latin typeface="Calibri"/>
                <a:cs typeface="Calibri"/>
              </a:rPr>
              <a:t> </a:t>
            </a:r>
            <a:r>
              <a:rPr sz="2800" dirty="0">
                <a:latin typeface="Calibri"/>
                <a:cs typeface="Calibri"/>
              </a:rPr>
              <a:t>thì</a:t>
            </a:r>
            <a:r>
              <a:rPr sz="2800" spc="-35" dirty="0">
                <a:latin typeface="Calibri"/>
                <a:cs typeface="Calibri"/>
              </a:rPr>
              <a:t> </a:t>
            </a:r>
            <a:r>
              <a:rPr sz="2800" dirty="0">
                <a:latin typeface="Calibri"/>
                <a:cs typeface="Calibri"/>
              </a:rPr>
              <a:t>mệnh</a:t>
            </a:r>
            <a:r>
              <a:rPr sz="2800" spc="-45" dirty="0">
                <a:latin typeface="Calibri"/>
                <a:cs typeface="Calibri"/>
              </a:rPr>
              <a:t> </a:t>
            </a:r>
            <a:r>
              <a:rPr sz="2800" dirty="0">
                <a:latin typeface="Calibri"/>
                <a:cs typeface="Calibri"/>
              </a:rPr>
              <a:t>đề</a:t>
            </a:r>
            <a:r>
              <a:rPr sz="2800" spc="-55" dirty="0">
                <a:latin typeface="Calibri"/>
                <a:cs typeface="Calibri"/>
              </a:rPr>
              <a:t> </a:t>
            </a:r>
            <a:r>
              <a:rPr sz="2800" dirty="0">
                <a:latin typeface="Calibri"/>
                <a:cs typeface="Calibri"/>
              </a:rPr>
              <a:t>(*)</a:t>
            </a:r>
            <a:r>
              <a:rPr sz="2800" spc="-40" dirty="0">
                <a:latin typeface="Calibri"/>
                <a:cs typeface="Calibri"/>
              </a:rPr>
              <a:t> </a:t>
            </a:r>
            <a:r>
              <a:rPr sz="2800" spc="-10" dirty="0">
                <a:latin typeface="Calibri"/>
                <a:cs typeface="Calibri"/>
              </a:rPr>
              <a:t>ĐÚNG.</a:t>
            </a:r>
            <a:endParaRPr sz="2800">
              <a:latin typeface="Calibri"/>
              <a:cs typeface="Calibri"/>
            </a:endParaRPr>
          </a:p>
          <a:p>
            <a:pPr marL="469900" indent="-457200" algn="just">
              <a:lnSpc>
                <a:spcPct val="100000"/>
              </a:lnSpc>
              <a:spcBef>
                <a:spcPts val="675"/>
              </a:spcBef>
              <a:buFont typeface="Wingdings"/>
              <a:buChar char=""/>
              <a:tabLst>
                <a:tab pos="469900" algn="l"/>
              </a:tabLst>
            </a:pPr>
            <a:r>
              <a:rPr sz="2800" dirty="0">
                <a:latin typeface="Calibri"/>
                <a:cs typeface="Calibri"/>
              </a:rPr>
              <a:t>Với</a:t>
            </a:r>
            <a:r>
              <a:rPr sz="2800" spc="-60" dirty="0">
                <a:latin typeface="Calibri"/>
                <a:cs typeface="Calibri"/>
              </a:rPr>
              <a:t> </a:t>
            </a:r>
            <a:r>
              <a:rPr sz="2800" dirty="0">
                <a:latin typeface="Calibri"/>
                <a:cs typeface="Calibri"/>
              </a:rPr>
              <a:t>x=y</a:t>
            </a:r>
            <a:r>
              <a:rPr sz="2800" spc="-65" dirty="0">
                <a:latin typeface="Calibri"/>
                <a:cs typeface="Calibri"/>
              </a:rPr>
              <a:t> </a:t>
            </a:r>
            <a:r>
              <a:rPr sz="2800" dirty="0">
                <a:latin typeface="Calibri"/>
                <a:cs typeface="Calibri"/>
              </a:rPr>
              <a:t>mệnh</a:t>
            </a:r>
            <a:r>
              <a:rPr sz="2800" spc="-55" dirty="0">
                <a:latin typeface="Calibri"/>
                <a:cs typeface="Calibri"/>
              </a:rPr>
              <a:t> </a:t>
            </a:r>
            <a:r>
              <a:rPr sz="2800" dirty="0">
                <a:latin typeface="Calibri"/>
                <a:cs typeface="Calibri"/>
              </a:rPr>
              <a:t>đề</a:t>
            </a:r>
            <a:r>
              <a:rPr sz="2800" spc="-70" dirty="0">
                <a:latin typeface="Calibri"/>
                <a:cs typeface="Calibri"/>
              </a:rPr>
              <a:t> </a:t>
            </a:r>
            <a:r>
              <a:rPr sz="2800" dirty="0">
                <a:latin typeface="Calibri"/>
                <a:cs typeface="Calibri"/>
              </a:rPr>
              <a:t>(*)</a:t>
            </a:r>
            <a:r>
              <a:rPr sz="2800" spc="-50" dirty="0">
                <a:latin typeface="Calibri"/>
                <a:cs typeface="Calibri"/>
              </a:rPr>
              <a:t> </a:t>
            </a:r>
            <a:r>
              <a:rPr sz="2800" dirty="0">
                <a:latin typeface="Calibri"/>
                <a:cs typeface="Calibri"/>
              </a:rPr>
              <a:t>luôn</a:t>
            </a:r>
            <a:r>
              <a:rPr sz="2800" spc="-50" dirty="0">
                <a:latin typeface="Calibri"/>
                <a:cs typeface="Calibri"/>
              </a:rPr>
              <a:t> </a:t>
            </a:r>
            <a:r>
              <a:rPr sz="2800" spc="-10" dirty="0">
                <a:latin typeface="Calibri"/>
                <a:cs typeface="Calibri"/>
              </a:rPr>
              <a:t>đúng.</a:t>
            </a:r>
            <a:endParaRPr sz="2800">
              <a:latin typeface="Calibri"/>
              <a:cs typeface="Calibri"/>
            </a:endParaRPr>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59738" y="315213"/>
            <a:ext cx="6149975" cy="513715"/>
          </a:xfrm>
          <a:prstGeom prst="rect">
            <a:avLst/>
          </a:prstGeom>
        </p:spPr>
        <p:txBody>
          <a:bodyPr vert="horz" wrap="square" lIns="0" tIns="12700" rIns="0" bIns="0" rtlCol="0">
            <a:spAutoFit/>
          </a:bodyPr>
          <a:lstStyle/>
          <a:p>
            <a:pPr marL="12700">
              <a:lnSpc>
                <a:spcPct val="100000"/>
              </a:lnSpc>
              <a:spcBef>
                <a:spcPts val="100"/>
              </a:spcBef>
              <a:tabLst>
                <a:tab pos="5679440" algn="l"/>
              </a:tabLst>
            </a:pPr>
            <a:r>
              <a:rPr sz="3200" dirty="0">
                <a:latin typeface="Symbol"/>
                <a:cs typeface="Symbol"/>
              </a:rPr>
              <a:t></a:t>
            </a:r>
            <a:r>
              <a:rPr sz="3200" b="1" dirty="0">
                <a:latin typeface="Calibri"/>
                <a:cs typeface="Calibri"/>
              </a:rPr>
              <a:t>x,</a:t>
            </a:r>
            <a:r>
              <a:rPr sz="3200" b="1" spc="-30" dirty="0">
                <a:latin typeface="Calibri"/>
                <a:cs typeface="Calibri"/>
              </a:rPr>
              <a:t> </a:t>
            </a:r>
            <a:r>
              <a:rPr sz="3200" b="1" dirty="0">
                <a:latin typeface="Calibri"/>
                <a:cs typeface="Calibri"/>
              </a:rPr>
              <a:t>y</a:t>
            </a:r>
            <a:r>
              <a:rPr sz="3200" b="1" spc="-40" dirty="0">
                <a:latin typeface="Calibri"/>
                <a:cs typeface="Calibri"/>
              </a:rPr>
              <a:t> </a:t>
            </a:r>
            <a:r>
              <a:rPr sz="3200" dirty="0">
                <a:latin typeface="Symbol"/>
                <a:cs typeface="Symbol"/>
              </a:rPr>
              <a:t></a:t>
            </a:r>
            <a:r>
              <a:rPr sz="3200" spc="-100" dirty="0">
                <a:latin typeface="Times New Roman"/>
                <a:cs typeface="Times New Roman"/>
              </a:rPr>
              <a:t> </a:t>
            </a:r>
            <a:r>
              <a:rPr sz="3200" b="1" dirty="0">
                <a:latin typeface="Calibri"/>
                <a:cs typeface="Calibri"/>
              </a:rPr>
              <a:t>X,</a:t>
            </a:r>
            <a:r>
              <a:rPr sz="3200" b="1" spc="-30" dirty="0">
                <a:latin typeface="Calibri"/>
                <a:cs typeface="Calibri"/>
              </a:rPr>
              <a:t> </a:t>
            </a:r>
            <a:r>
              <a:rPr sz="3200" b="1" dirty="0">
                <a:latin typeface="Calibri"/>
                <a:cs typeface="Calibri"/>
              </a:rPr>
              <a:t>(x,</a:t>
            </a:r>
            <a:r>
              <a:rPr sz="3200" b="1" spc="-30" dirty="0">
                <a:latin typeface="Calibri"/>
                <a:cs typeface="Calibri"/>
              </a:rPr>
              <a:t> </a:t>
            </a:r>
            <a:r>
              <a:rPr sz="3200" b="1" dirty="0">
                <a:latin typeface="Calibri"/>
                <a:cs typeface="Calibri"/>
              </a:rPr>
              <a:t>y)</a:t>
            </a:r>
            <a:r>
              <a:rPr sz="3200" b="1" spc="-40" dirty="0">
                <a:latin typeface="Calibri"/>
                <a:cs typeface="Calibri"/>
              </a:rPr>
              <a:t> </a:t>
            </a:r>
            <a:r>
              <a:rPr sz="3200" dirty="0">
                <a:latin typeface="Symbol"/>
                <a:cs typeface="Symbol"/>
              </a:rPr>
              <a:t></a:t>
            </a:r>
            <a:r>
              <a:rPr sz="3200" spc="-90" dirty="0">
                <a:latin typeface="Times New Roman"/>
                <a:cs typeface="Times New Roman"/>
              </a:rPr>
              <a:t> </a:t>
            </a:r>
            <a:r>
              <a:rPr sz="3200" b="1" dirty="0">
                <a:latin typeface="Calibri"/>
                <a:cs typeface="Calibri"/>
              </a:rPr>
              <a:t>R</a:t>
            </a:r>
            <a:r>
              <a:rPr sz="3200" b="1" spc="-40" dirty="0">
                <a:latin typeface="Calibri"/>
                <a:cs typeface="Calibri"/>
              </a:rPr>
              <a:t> </a:t>
            </a:r>
            <a:r>
              <a:rPr sz="3200" dirty="0">
                <a:latin typeface="Symbol"/>
                <a:cs typeface="Symbol"/>
              </a:rPr>
              <a:t></a:t>
            </a:r>
            <a:r>
              <a:rPr sz="3200" spc="-105" dirty="0">
                <a:latin typeface="Times New Roman"/>
                <a:cs typeface="Times New Roman"/>
              </a:rPr>
              <a:t> </a:t>
            </a:r>
            <a:r>
              <a:rPr sz="3200" b="1" spc="-20" dirty="0">
                <a:latin typeface="Calibri"/>
                <a:cs typeface="Calibri"/>
              </a:rPr>
              <a:t>(y,</a:t>
            </a:r>
            <a:r>
              <a:rPr sz="3200" b="1" spc="-25" dirty="0">
                <a:latin typeface="Calibri"/>
                <a:cs typeface="Calibri"/>
              </a:rPr>
              <a:t> </a:t>
            </a:r>
            <a:r>
              <a:rPr sz="3200" b="1" dirty="0">
                <a:latin typeface="Calibri"/>
                <a:cs typeface="Calibri"/>
              </a:rPr>
              <a:t>x)</a:t>
            </a:r>
            <a:r>
              <a:rPr sz="3200" b="1" spc="-25" dirty="0">
                <a:latin typeface="Calibri"/>
                <a:cs typeface="Calibri"/>
              </a:rPr>
              <a:t> </a:t>
            </a:r>
            <a:r>
              <a:rPr sz="3200" dirty="0">
                <a:latin typeface="Symbol"/>
                <a:cs typeface="Symbol"/>
              </a:rPr>
              <a:t></a:t>
            </a:r>
            <a:r>
              <a:rPr sz="3200" spc="-105" dirty="0">
                <a:latin typeface="Times New Roman"/>
                <a:cs typeface="Times New Roman"/>
              </a:rPr>
              <a:t> </a:t>
            </a:r>
            <a:r>
              <a:rPr sz="3200" b="1" spc="-50" dirty="0">
                <a:latin typeface="Calibri"/>
                <a:cs typeface="Calibri"/>
              </a:rPr>
              <a:t>R</a:t>
            </a:r>
            <a:r>
              <a:rPr sz="3200" b="1" dirty="0">
                <a:latin typeface="Calibri"/>
                <a:cs typeface="Calibri"/>
              </a:rPr>
              <a:t>	</a:t>
            </a:r>
            <a:r>
              <a:rPr sz="3200" b="1" spc="-25" dirty="0">
                <a:latin typeface="Calibri"/>
                <a:cs typeface="Calibri"/>
              </a:rPr>
              <a:t>(*)</a:t>
            </a:r>
            <a:endParaRPr sz="3200">
              <a:latin typeface="Calibri"/>
              <a:cs typeface="Calibri"/>
            </a:endParaRPr>
          </a:p>
        </p:txBody>
      </p:sp>
      <p:sp>
        <p:nvSpPr>
          <p:cNvPr id="3" name="object 3"/>
          <p:cNvSpPr txBox="1"/>
          <p:nvPr/>
        </p:nvSpPr>
        <p:spPr>
          <a:xfrm>
            <a:off x="383540" y="797712"/>
            <a:ext cx="7780655" cy="3620135"/>
          </a:xfrm>
          <a:prstGeom prst="rect">
            <a:avLst/>
          </a:prstGeom>
        </p:spPr>
        <p:txBody>
          <a:bodyPr vert="horz" wrap="square" lIns="0" tIns="102235" rIns="0" bIns="0" rtlCol="0">
            <a:spAutoFit/>
          </a:bodyPr>
          <a:lstStyle/>
          <a:p>
            <a:pPr marL="12700">
              <a:lnSpc>
                <a:spcPct val="100000"/>
              </a:lnSpc>
              <a:spcBef>
                <a:spcPts val="805"/>
              </a:spcBef>
            </a:pPr>
            <a:r>
              <a:rPr sz="2800" b="1" dirty="0">
                <a:latin typeface="Calibri"/>
                <a:cs typeface="Calibri"/>
              </a:rPr>
              <a:t>Ví</a:t>
            </a:r>
            <a:r>
              <a:rPr sz="2800" b="1" spc="-20" dirty="0">
                <a:latin typeface="Calibri"/>
                <a:cs typeface="Calibri"/>
              </a:rPr>
              <a:t> </a:t>
            </a:r>
            <a:r>
              <a:rPr sz="2800" b="1" dirty="0">
                <a:latin typeface="Calibri"/>
                <a:cs typeface="Calibri"/>
              </a:rPr>
              <a:t>dụ</a:t>
            </a:r>
            <a:r>
              <a:rPr sz="2800" b="1" spc="-20" dirty="0">
                <a:latin typeface="Calibri"/>
                <a:cs typeface="Calibri"/>
              </a:rPr>
              <a:t> </a:t>
            </a:r>
            <a:r>
              <a:rPr sz="2800" b="1" dirty="0">
                <a:latin typeface="Calibri"/>
                <a:cs typeface="Calibri"/>
              </a:rPr>
              <a:t>1:</a:t>
            </a:r>
            <a:r>
              <a:rPr sz="2800" b="1" spc="-5" dirty="0">
                <a:latin typeface="Calibri"/>
                <a:cs typeface="Calibri"/>
              </a:rPr>
              <a:t> </a:t>
            </a:r>
            <a:r>
              <a:rPr sz="2800" dirty="0">
                <a:latin typeface="Calibri"/>
                <a:cs typeface="Calibri"/>
              </a:rPr>
              <a:t>Cho</a:t>
            </a:r>
            <a:r>
              <a:rPr sz="2800" spc="-15" dirty="0">
                <a:latin typeface="Calibri"/>
                <a:cs typeface="Calibri"/>
              </a:rPr>
              <a:t> </a:t>
            </a:r>
            <a:r>
              <a:rPr sz="2800" dirty="0">
                <a:latin typeface="Calibri"/>
                <a:cs typeface="Calibri"/>
              </a:rPr>
              <a:t>X</a:t>
            </a:r>
            <a:r>
              <a:rPr sz="2800" spc="-20"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{1,</a:t>
            </a:r>
            <a:r>
              <a:rPr sz="2800" spc="-15" dirty="0">
                <a:latin typeface="Calibri"/>
                <a:cs typeface="Calibri"/>
              </a:rPr>
              <a:t> </a:t>
            </a:r>
            <a:r>
              <a:rPr sz="2800" dirty="0">
                <a:latin typeface="Calibri"/>
                <a:cs typeface="Calibri"/>
              </a:rPr>
              <a:t>2,</a:t>
            </a:r>
            <a:r>
              <a:rPr sz="2800" spc="-5" dirty="0">
                <a:latin typeface="Calibri"/>
                <a:cs typeface="Calibri"/>
              </a:rPr>
              <a:t> </a:t>
            </a:r>
            <a:r>
              <a:rPr sz="2800" dirty="0">
                <a:latin typeface="Calibri"/>
                <a:cs typeface="Calibri"/>
              </a:rPr>
              <a:t>3}</a:t>
            </a:r>
            <a:r>
              <a:rPr sz="2800" spc="-20" dirty="0">
                <a:latin typeface="Calibri"/>
                <a:cs typeface="Calibri"/>
              </a:rPr>
              <a:t> </a:t>
            </a:r>
            <a:r>
              <a:rPr sz="2800" spc="-50" dirty="0">
                <a:latin typeface="Calibri"/>
                <a:cs typeface="Calibri"/>
              </a:rPr>
              <a:t>.</a:t>
            </a:r>
            <a:endParaRPr sz="2800">
              <a:latin typeface="Calibri"/>
              <a:cs typeface="Calibri"/>
            </a:endParaRPr>
          </a:p>
          <a:p>
            <a:pPr marL="12700">
              <a:lnSpc>
                <a:spcPct val="100000"/>
              </a:lnSpc>
              <a:spcBef>
                <a:spcPts val="710"/>
              </a:spcBef>
            </a:pPr>
            <a:r>
              <a:rPr sz="2800" dirty="0">
                <a:latin typeface="Calibri"/>
                <a:cs typeface="Calibri"/>
              </a:rPr>
              <a:t>R</a:t>
            </a:r>
            <a:r>
              <a:rPr sz="2800" spc="-15"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(1,</a:t>
            </a:r>
            <a:r>
              <a:rPr sz="2800" spc="-5" dirty="0">
                <a:latin typeface="Calibri"/>
                <a:cs typeface="Calibri"/>
              </a:rPr>
              <a:t> </a:t>
            </a:r>
            <a:r>
              <a:rPr sz="2800" dirty="0">
                <a:latin typeface="Calibri"/>
                <a:cs typeface="Calibri"/>
              </a:rPr>
              <a:t>1)</a:t>
            </a:r>
            <a:r>
              <a:rPr sz="2800" spc="-5"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(1,</a:t>
            </a:r>
            <a:r>
              <a:rPr sz="2800" spc="-10" dirty="0">
                <a:latin typeface="Calibri"/>
                <a:cs typeface="Calibri"/>
              </a:rPr>
              <a:t> </a:t>
            </a:r>
            <a:r>
              <a:rPr sz="2800" dirty="0">
                <a:latin typeface="Calibri"/>
                <a:cs typeface="Calibri"/>
              </a:rPr>
              <a:t>3),</a:t>
            </a:r>
            <a:r>
              <a:rPr sz="2800" spc="-10" dirty="0">
                <a:latin typeface="Calibri"/>
                <a:cs typeface="Calibri"/>
              </a:rPr>
              <a:t> </a:t>
            </a:r>
            <a:r>
              <a:rPr sz="2800" dirty="0">
                <a:latin typeface="Calibri"/>
                <a:cs typeface="Calibri"/>
              </a:rPr>
              <a:t>(3,</a:t>
            </a:r>
            <a:r>
              <a:rPr sz="2800" spc="-10" dirty="0">
                <a:latin typeface="Calibri"/>
                <a:cs typeface="Calibri"/>
              </a:rPr>
              <a:t> </a:t>
            </a:r>
            <a:r>
              <a:rPr sz="2800" dirty="0">
                <a:latin typeface="Calibri"/>
                <a:cs typeface="Calibri"/>
              </a:rPr>
              <a:t>1)</a:t>
            </a:r>
            <a:r>
              <a:rPr sz="2800" spc="-5" dirty="0">
                <a:latin typeface="Calibri"/>
                <a:cs typeface="Calibri"/>
              </a:rPr>
              <a:t> </a:t>
            </a:r>
            <a:r>
              <a:rPr sz="2800" dirty="0">
                <a:latin typeface="Calibri"/>
                <a:cs typeface="Calibri"/>
              </a:rPr>
              <a:t>}</a:t>
            </a:r>
            <a:r>
              <a:rPr sz="2800" spc="-10" dirty="0">
                <a:latin typeface="Calibri"/>
                <a:cs typeface="Calibri"/>
              </a:rPr>
              <a:t> </a:t>
            </a:r>
            <a:r>
              <a:rPr sz="2800" dirty="0">
                <a:latin typeface="Symbol"/>
                <a:cs typeface="Symbol"/>
              </a:rPr>
              <a:t></a:t>
            </a:r>
            <a:r>
              <a:rPr sz="2800" spc="-75" dirty="0">
                <a:latin typeface="Times New Roman"/>
                <a:cs typeface="Times New Roman"/>
              </a:rPr>
              <a:t> </a:t>
            </a:r>
            <a:r>
              <a:rPr sz="2800" spc="-20" dirty="0">
                <a:latin typeface="Calibri"/>
                <a:cs typeface="Calibri"/>
              </a:rPr>
              <a:t>XxX.</a:t>
            </a:r>
            <a:endParaRPr sz="2800">
              <a:latin typeface="Calibri"/>
              <a:cs typeface="Calibri"/>
            </a:endParaRPr>
          </a:p>
          <a:p>
            <a:pPr marL="12700">
              <a:lnSpc>
                <a:spcPct val="100000"/>
              </a:lnSpc>
              <a:spcBef>
                <a:spcPts val="640"/>
              </a:spcBef>
            </a:pPr>
            <a:r>
              <a:rPr sz="2800" dirty="0">
                <a:latin typeface="Calibri"/>
                <a:cs typeface="Calibri"/>
              </a:rPr>
              <a:t>R</a:t>
            </a:r>
            <a:r>
              <a:rPr sz="2800" spc="-35" dirty="0">
                <a:latin typeface="Calibri"/>
                <a:cs typeface="Calibri"/>
              </a:rPr>
              <a:t> </a:t>
            </a:r>
            <a:r>
              <a:rPr sz="2800" dirty="0">
                <a:latin typeface="Calibri"/>
                <a:cs typeface="Calibri"/>
              </a:rPr>
              <a:t>là</a:t>
            </a:r>
            <a:r>
              <a:rPr sz="2800" spc="-40" dirty="0">
                <a:latin typeface="Calibri"/>
                <a:cs typeface="Calibri"/>
              </a:rPr>
              <a:t> </a:t>
            </a:r>
            <a:r>
              <a:rPr sz="2800" dirty="0">
                <a:latin typeface="Calibri"/>
                <a:cs typeface="Calibri"/>
              </a:rPr>
              <a:t>đối</a:t>
            </a:r>
            <a:r>
              <a:rPr sz="2800" spc="-35" dirty="0">
                <a:latin typeface="Calibri"/>
                <a:cs typeface="Calibri"/>
              </a:rPr>
              <a:t> </a:t>
            </a:r>
            <a:r>
              <a:rPr sz="2800" dirty="0">
                <a:latin typeface="Calibri"/>
                <a:cs typeface="Calibri"/>
              </a:rPr>
              <a:t>xứng</a:t>
            </a:r>
            <a:r>
              <a:rPr sz="2800" spc="-20" dirty="0">
                <a:latin typeface="Calibri"/>
                <a:cs typeface="Calibri"/>
              </a:rPr>
              <a:t> </a:t>
            </a:r>
            <a:r>
              <a:rPr sz="2800" spc="-25" dirty="0">
                <a:latin typeface="Calibri"/>
                <a:cs typeface="Calibri"/>
              </a:rPr>
              <a:t>vì</a:t>
            </a:r>
            <a:endParaRPr sz="2800">
              <a:latin typeface="Calibri"/>
              <a:cs typeface="Calibri"/>
            </a:endParaRPr>
          </a:p>
          <a:p>
            <a:pPr marL="203200" indent="-190500">
              <a:lnSpc>
                <a:spcPct val="100000"/>
              </a:lnSpc>
              <a:spcBef>
                <a:spcPts val="555"/>
              </a:spcBef>
              <a:buFont typeface="Calibri"/>
              <a:buChar char="-"/>
              <a:tabLst>
                <a:tab pos="203200" algn="l"/>
              </a:tabLst>
            </a:pPr>
            <a:r>
              <a:rPr sz="2800" b="1" i="1" dirty="0">
                <a:latin typeface="Calibri"/>
                <a:cs typeface="Calibri"/>
              </a:rPr>
              <a:t>(x=1,</a:t>
            </a:r>
            <a:r>
              <a:rPr sz="2800" b="1" i="1" spc="-90" dirty="0">
                <a:latin typeface="Calibri"/>
                <a:cs typeface="Calibri"/>
              </a:rPr>
              <a:t> </a:t>
            </a:r>
            <a:r>
              <a:rPr sz="2800" b="1" i="1" dirty="0">
                <a:latin typeface="Calibri"/>
                <a:cs typeface="Calibri"/>
              </a:rPr>
              <a:t>y=3)</a:t>
            </a:r>
            <a:r>
              <a:rPr sz="2800" b="1" i="1" spc="-20" dirty="0">
                <a:latin typeface="Calibri"/>
                <a:cs typeface="Calibri"/>
              </a:rPr>
              <a:t> </a:t>
            </a:r>
            <a:r>
              <a:rPr sz="2950" spc="-135" dirty="0">
                <a:latin typeface="Symbol"/>
                <a:cs typeface="Symbol"/>
              </a:rPr>
              <a:t></a:t>
            </a:r>
            <a:r>
              <a:rPr sz="2950" spc="-95" dirty="0">
                <a:latin typeface="Times New Roman"/>
                <a:cs typeface="Times New Roman"/>
              </a:rPr>
              <a:t> </a:t>
            </a:r>
            <a:r>
              <a:rPr sz="2800" b="1" i="1" dirty="0">
                <a:latin typeface="Calibri"/>
                <a:cs typeface="Calibri"/>
              </a:rPr>
              <a:t>R</a:t>
            </a:r>
            <a:r>
              <a:rPr sz="2800" b="1" i="1" spc="-40" dirty="0">
                <a:latin typeface="Calibri"/>
                <a:cs typeface="Calibri"/>
              </a:rPr>
              <a:t> </a:t>
            </a:r>
            <a:r>
              <a:rPr sz="2800" b="1" i="1" dirty="0">
                <a:latin typeface="Calibri"/>
                <a:cs typeface="Calibri"/>
              </a:rPr>
              <a:t>ĐÚNG</a:t>
            </a:r>
            <a:r>
              <a:rPr sz="2800" b="1" i="1" spc="-30" dirty="0">
                <a:latin typeface="Calibri"/>
                <a:cs typeface="Calibri"/>
              </a:rPr>
              <a:t> </a:t>
            </a:r>
            <a:r>
              <a:rPr sz="2800" dirty="0">
                <a:latin typeface="Calibri"/>
                <a:cs typeface="Calibri"/>
              </a:rPr>
              <a:t>và</a:t>
            </a:r>
            <a:r>
              <a:rPr sz="2800" spc="-35" dirty="0">
                <a:latin typeface="Calibri"/>
                <a:cs typeface="Calibri"/>
              </a:rPr>
              <a:t> </a:t>
            </a:r>
            <a:r>
              <a:rPr sz="2800" b="1" i="1" dirty="0">
                <a:solidFill>
                  <a:srgbClr val="FF0000"/>
                </a:solidFill>
                <a:latin typeface="Calibri"/>
                <a:cs typeface="Calibri"/>
              </a:rPr>
              <a:t>(y=3,</a:t>
            </a:r>
            <a:r>
              <a:rPr sz="2800" b="1" i="1" spc="-25" dirty="0">
                <a:solidFill>
                  <a:srgbClr val="FF0000"/>
                </a:solidFill>
                <a:latin typeface="Calibri"/>
                <a:cs typeface="Calibri"/>
              </a:rPr>
              <a:t> </a:t>
            </a:r>
            <a:r>
              <a:rPr sz="2800" b="1" i="1" dirty="0">
                <a:solidFill>
                  <a:srgbClr val="FF0000"/>
                </a:solidFill>
                <a:latin typeface="Calibri"/>
                <a:cs typeface="Calibri"/>
              </a:rPr>
              <a:t>x=1)</a:t>
            </a:r>
            <a:r>
              <a:rPr sz="2800" b="1" i="1" spc="-10" dirty="0">
                <a:solidFill>
                  <a:srgbClr val="FF0000"/>
                </a:solidFill>
                <a:latin typeface="Calibri"/>
                <a:cs typeface="Calibri"/>
              </a:rPr>
              <a:t> </a:t>
            </a:r>
            <a:r>
              <a:rPr sz="2950" spc="-135" dirty="0">
                <a:solidFill>
                  <a:srgbClr val="FF0000"/>
                </a:solidFill>
                <a:latin typeface="Symbol"/>
                <a:cs typeface="Symbol"/>
              </a:rPr>
              <a:t></a:t>
            </a:r>
            <a:r>
              <a:rPr sz="2950" spc="-95" dirty="0">
                <a:solidFill>
                  <a:srgbClr val="FF0000"/>
                </a:solidFill>
                <a:latin typeface="Times New Roman"/>
                <a:cs typeface="Times New Roman"/>
              </a:rPr>
              <a:t> </a:t>
            </a:r>
            <a:r>
              <a:rPr sz="2800" b="1" i="1" dirty="0">
                <a:solidFill>
                  <a:srgbClr val="FF0000"/>
                </a:solidFill>
                <a:latin typeface="Calibri"/>
                <a:cs typeface="Calibri"/>
              </a:rPr>
              <a:t>R</a:t>
            </a:r>
            <a:r>
              <a:rPr sz="2800" b="1" i="1" spc="-35" dirty="0">
                <a:solidFill>
                  <a:srgbClr val="FF0000"/>
                </a:solidFill>
                <a:latin typeface="Calibri"/>
                <a:cs typeface="Calibri"/>
              </a:rPr>
              <a:t> </a:t>
            </a:r>
            <a:r>
              <a:rPr sz="2800" b="1" i="1" dirty="0">
                <a:solidFill>
                  <a:srgbClr val="FF0000"/>
                </a:solidFill>
                <a:latin typeface="Calibri"/>
                <a:cs typeface="Calibri"/>
              </a:rPr>
              <a:t>ĐÚNG</a:t>
            </a:r>
            <a:r>
              <a:rPr sz="2800" dirty="0">
                <a:latin typeface="Calibri"/>
                <a:cs typeface="Calibri"/>
              </a:rPr>
              <a:t>.</a:t>
            </a:r>
            <a:r>
              <a:rPr sz="2800" spc="-10" dirty="0">
                <a:latin typeface="Calibri"/>
                <a:cs typeface="Calibri"/>
              </a:rPr>
              <a:t> </a:t>
            </a:r>
            <a:r>
              <a:rPr sz="2800" spc="-25" dirty="0">
                <a:latin typeface="Calibri"/>
                <a:cs typeface="Calibri"/>
              </a:rPr>
              <a:t>Nên</a:t>
            </a:r>
            <a:endParaRPr sz="2800">
              <a:latin typeface="Calibri"/>
              <a:cs typeface="Calibri"/>
            </a:endParaRPr>
          </a:p>
          <a:p>
            <a:pPr marL="529590">
              <a:lnSpc>
                <a:spcPct val="100000"/>
              </a:lnSpc>
              <a:spcBef>
                <a:spcPts val="645"/>
              </a:spcBef>
            </a:pPr>
            <a:r>
              <a:rPr sz="2800" dirty="0">
                <a:latin typeface="Calibri"/>
                <a:cs typeface="Calibri"/>
              </a:rPr>
              <a:t>(x=1,</a:t>
            </a:r>
            <a:r>
              <a:rPr sz="2800" spc="-15" dirty="0">
                <a:latin typeface="Calibri"/>
                <a:cs typeface="Calibri"/>
              </a:rPr>
              <a:t> </a:t>
            </a:r>
            <a:r>
              <a:rPr sz="2800" dirty="0">
                <a:latin typeface="Calibri"/>
                <a:cs typeface="Calibri"/>
              </a:rPr>
              <a:t>y=3)</a:t>
            </a:r>
            <a:r>
              <a:rPr sz="2800" spc="-20" dirty="0">
                <a:latin typeface="Calibri"/>
                <a:cs typeface="Calibri"/>
              </a:rPr>
              <a:t> </a:t>
            </a:r>
            <a:r>
              <a:rPr sz="2800" dirty="0">
                <a:latin typeface="Symbol"/>
                <a:cs typeface="Symbol"/>
              </a:rPr>
              <a:t></a:t>
            </a:r>
            <a:r>
              <a:rPr sz="2800" spc="-95" dirty="0">
                <a:latin typeface="Times New Roman"/>
                <a:cs typeface="Times New Roman"/>
              </a:rPr>
              <a:t> </a:t>
            </a:r>
            <a:r>
              <a:rPr sz="2800" dirty="0">
                <a:latin typeface="Calibri"/>
                <a:cs typeface="Calibri"/>
              </a:rPr>
              <a:t>R</a:t>
            </a:r>
            <a:r>
              <a:rPr sz="2800" spc="-30" dirty="0">
                <a:latin typeface="Calibri"/>
                <a:cs typeface="Calibri"/>
              </a:rPr>
              <a:t> </a:t>
            </a:r>
            <a:r>
              <a:rPr sz="2800" dirty="0">
                <a:latin typeface="Symbol"/>
                <a:cs typeface="Symbol"/>
              </a:rPr>
              <a:t></a:t>
            </a:r>
            <a:r>
              <a:rPr sz="2800" spc="-90" dirty="0">
                <a:latin typeface="Times New Roman"/>
                <a:cs typeface="Times New Roman"/>
              </a:rPr>
              <a:t> </a:t>
            </a:r>
            <a:r>
              <a:rPr sz="2800" dirty="0">
                <a:solidFill>
                  <a:srgbClr val="FF0000"/>
                </a:solidFill>
                <a:latin typeface="Calibri"/>
                <a:cs typeface="Calibri"/>
              </a:rPr>
              <a:t>(y=3,</a:t>
            </a:r>
            <a:r>
              <a:rPr sz="2800" spc="-25" dirty="0">
                <a:solidFill>
                  <a:srgbClr val="FF0000"/>
                </a:solidFill>
                <a:latin typeface="Calibri"/>
                <a:cs typeface="Calibri"/>
              </a:rPr>
              <a:t> </a:t>
            </a:r>
            <a:r>
              <a:rPr sz="2800" dirty="0">
                <a:solidFill>
                  <a:srgbClr val="FF0000"/>
                </a:solidFill>
                <a:latin typeface="Calibri"/>
                <a:cs typeface="Calibri"/>
              </a:rPr>
              <a:t>x=1)</a:t>
            </a:r>
            <a:r>
              <a:rPr sz="2800" spc="-20" dirty="0">
                <a:solidFill>
                  <a:srgbClr val="FF0000"/>
                </a:solidFill>
                <a:latin typeface="Calibri"/>
                <a:cs typeface="Calibri"/>
              </a:rPr>
              <a:t> </a:t>
            </a:r>
            <a:r>
              <a:rPr sz="2800" dirty="0">
                <a:solidFill>
                  <a:srgbClr val="FF0000"/>
                </a:solidFill>
                <a:latin typeface="Symbol"/>
                <a:cs typeface="Symbol"/>
              </a:rPr>
              <a:t></a:t>
            </a:r>
            <a:r>
              <a:rPr sz="2800" spc="-90" dirty="0">
                <a:solidFill>
                  <a:srgbClr val="FF0000"/>
                </a:solidFill>
                <a:latin typeface="Times New Roman"/>
                <a:cs typeface="Times New Roman"/>
              </a:rPr>
              <a:t> </a:t>
            </a:r>
            <a:r>
              <a:rPr sz="2800" dirty="0">
                <a:solidFill>
                  <a:srgbClr val="FF0000"/>
                </a:solidFill>
                <a:latin typeface="Calibri"/>
                <a:cs typeface="Calibri"/>
              </a:rPr>
              <a:t>R</a:t>
            </a:r>
            <a:r>
              <a:rPr sz="2800" spc="-35" dirty="0">
                <a:solidFill>
                  <a:srgbClr val="FF0000"/>
                </a:solidFill>
                <a:latin typeface="Calibri"/>
                <a:cs typeface="Calibri"/>
              </a:rPr>
              <a:t> </a:t>
            </a:r>
            <a:r>
              <a:rPr sz="2800" dirty="0">
                <a:latin typeface="Calibri"/>
                <a:cs typeface="Calibri"/>
              </a:rPr>
              <a:t>có</a:t>
            </a:r>
            <a:r>
              <a:rPr sz="2800" spc="-40" dirty="0">
                <a:latin typeface="Calibri"/>
                <a:cs typeface="Calibri"/>
              </a:rPr>
              <a:t> </a:t>
            </a:r>
            <a:r>
              <a:rPr sz="2800" dirty="0">
                <a:latin typeface="Calibri"/>
                <a:cs typeface="Calibri"/>
              </a:rPr>
              <a:t>chân</a:t>
            </a:r>
            <a:r>
              <a:rPr sz="2800" spc="-30" dirty="0">
                <a:latin typeface="Calibri"/>
                <a:cs typeface="Calibri"/>
              </a:rPr>
              <a:t> </a:t>
            </a:r>
            <a:r>
              <a:rPr sz="2800" dirty="0">
                <a:latin typeface="Calibri"/>
                <a:cs typeface="Calibri"/>
              </a:rPr>
              <a:t>trị</a:t>
            </a:r>
            <a:r>
              <a:rPr sz="2800" spc="-35" dirty="0">
                <a:latin typeface="Calibri"/>
                <a:cs typeface="Calibri"/>
              </a:rPr>
              <a:t> </a:t>
            </a:r>
            <a:r>
              <a:rPr sz="2800" spc="-10" dirty="0">
                <a:latin typeface="Calibri"/>
                <a:cs typeface="Calibri"/>
              </a:rPr>
              <a:t>ĐÚNG.</a:t>
            </a:r>
            <a:endParaRPr sz="2800">
              <a:latin typeface="Calibri"/>
              <a:cs typeface="Calibri"/>
            </a:endParaRPr>
          </a:p>
          <a:p>
            <a:pPr marL="203200" indent="-190500">
              <a:lnSpc>
                <a:spcPct val="100000"/>
              </a:lnSpc>
              <a:spcBef>
                <a:spcPts val="525"/>
              </a:spcBef>
              <a:buFont typeface="Calibri"/>
              <a:buChar char="-"/>
              <a:tabLst>
                <a:tab pos="203200" algn="l"/>
              </a:tabLst>
            </a:pPr>
            <a:r>
              <a:rPr sz="2800" b="1" i="1" dirty="0">
                <a:latin typeface="Calibri"/>
                <a:cs typeface="Calibri"/>
              </a:rPr>
              <a:t>(x=3,</a:t>
            </a:r>
            <a:r>
              <a:rPr sz="2800" b="1" i="1" spc="-80" dirty="0">
                <a:latin typeface="Calibri"/>
                <a:cs typeface="Calibri"/>
              </a:rPr>
              <a:t> </a:t>
            </a:r>
            <a:r>
              <a:rPr sz="2800" b="1" i="1" dirty="0">
                <a:latin typeface="Calibri"/>
                <a:cs typeface="Calibri"/>
              </a:rPr>
              <a:t>y=1)</a:t>
            </a:r>
            <a:r>
              <a:rPr sz="2800" b="1" i="1" spc="-15" dirty="0">
                <a:latin typeface="Calibri"/>
                <a:cs typeface="Calibri"/>
              </a:rPr>
              <a:t> </a:t>
            </a:r>
            <a:r>
              <a:rPr sz="2950" spc="-135" dirty="0">
                <a:latin typeface="Symbol"/>
                <a:cs typeface="Symbol"/>
              </a:rPr>
              <a:t></a:t>
            </a:r>
            <a:r>
              <a:rPr sz="2950" spc="-95" dirty="0">
                <a:latin typeface="Times New Roman"/>
                <a:cs typeface="Times New Roman"/>
              </a:rPr>
              <a:t> </a:t>
            </a:r>
            <a:r>
              <a:rPr sz="2800" b="1" i="1" dirty="0">
                <a:latin typeface="Calibri"/>
                <a:cs typeface="Calibri"/>
              </a:rPr>
              <a:t>R</a:t>
            </a:r>
            <a:r>
              <a:rPr sz="2800" b="1" i="1" spc="-35" dirty="0">
                <a:latin typeface="Calibri"/>
                <a:cs typeface="Calibri"/>
              </a:rPr>
              <a:t> </a:t>
            </a:r>
            <a:r>
              <a:rPr sz="2800" b="1" i="1" dirty="0">
                <a:latin typeface="Calibri"/>
                <a:cs typeface="Calibri"/>
              </a:rPr>
              <a:t>ĐÚNG</a:t>
            </a:r>
            <a:r>
              <a:rPr sz="2800" b="1" i="1" spc="-25" dirty="0">
                <a:latin typeface="Calibri"/>
                <a:cs typeface="Calibri"/>
              </a:rPr>
              <a:t> </a:t>
            </a:r>
            <a:r>
              <a:rPr sz="2800" dirty="0">
                <a:latin typeface="Calibri"/>
                <a:cs typeface="Calibri"/>
              </a:rPr>
              <a:t>và</a:t>
            </a:r>
            <a:r>
              <a:rPr sz="2800" spc="-30" dirty="0">
                <a:latin typeface="Calibri"/>
                <a:cs typeface="Calibri"/>
              </a:rPr>
              <a:t> </a:t>
            </a:r>
            <a:r>
              <a:rPr sz="2800" b="1" i="1" dirty="0">
                <a:solidFill>
                  <a:srgbClr val="FF0000"/>
                </a:solidFill>
                <a:latin typeface="Calibri"/>
                <a:cs typeface="Calibri"/>
              </a:rPr>
              <a:t>(y=1,</a:t>
            </a:r>
            <a:r>
              <a:rPr sz="2800" b="1" i="1" spc="-20" dirty="0">
                <a:solidFill>
                  <a:srgbClr val="FF0000"/>
                </a:solidFill>
                <a:latin typeface="Calibri"/>
                <a:cs typeface="Calibri"/>
              </a:rPr>
              <a:t> </a:t>
            </a:r>
            <a:r>
              <a:rPr sz="2800" b="1" i="1" dirty="0">
                <a:solidFill>
                  <a:srgbClr val="FF0000"/>
                </a:solidFill>
                <a:latin typeface="Calibri"/>
                <a:cs typeface="Calibri"/>
              </a:rPr>
              <a:t>x=3)</a:t>
            </a:r>
            <a:r>
              <a:rPr sz="2800" b="1" i="1" spc="-5" dirty="0">
                <a:solidFill>
                  <a:srgbClr val="FF0000"/>
                </a:solidFill>
                <a:latin typeface="Calibri"/>
                <a:cs typeface="Calibri"/>
              </a:rPr>
              <a:t> </a:t>
            </a:r>
            <a:r>
              <a:rPr sz="2950" spc="-135" dirty="0">
                <a:solidFill>
                  <a:srgbClr val="FF0000"/>
                </a:solidFill>
                <a:latin typeface="Symbol"/>
                <a:cs typeface="Symbol"/>
              </a:rPr>
              <a:t></a:t>
            </a:r>
            <a:r>
              <a:rPr sz="2950" spc="-95" dirty="0">
                <a:solidFill>
                  <a:srgbClr val="FF0000"/>
                </a:solidFill>
                <a:latin typeface="Times New Roman"/>
                <a:cs typeface="Times New Roman"/>
              </a:rPr>
              <a:t> </a:t>
            </a:r>
            <a:r>
              <a:rPr sz="2800" b="1" i="1" dirty="0">
                <a:solidFill>
                  <a:srgbClr val="FF0000"/>
                </a:solidFill>
                <a:latin typeface="Calibri"/>
                <a:cs typeface="Calibri"/>
              </a:rPr>
              <a:t>R</a:t>
            </a:r>
            <a:r>
              <a:rPr sz="2800" b="1" i="1" spc="-35" dirty="0">
                <a:solidFill>
                  <a:srgbClr val="FF0000"/>
                </a:solidFill>
                <a:latin typeface="Calibri"/>
                <a:cs typeface="Calibri"/>
              </a:rPr>
              <a:t> </a:t>
            </a:r>
            <a:r>
              <a:rPr sz="2800" b="1" i="1" dirty="0">
                <a:solidFill>
                  <a:srgbClr val="FF0000"/>
                </a:solidFill>
                <a:latin typeface="Calibri"/>
                <a:cs typeface="Calibri"/>
              </a:rPr>
              <a:t>ĐÚNG</a:t>
            </a:r>
            <a:r>
              <a:rPr sz="2800" dirty="0">
                <a:latin typeface="Calibri"/>
                <a:cs typeface="Calibri"/>
              </a:rPr>
              <a:t>.</a:t>
            </a:r>
            <a:r>
              <a:rPr sz="2800" spc="-10" dirty="0">
                <a:latin typeface="Calibri"/>
                <a:cs typeface="Calibri"/>
              </a:rPr>
              <a:t> </a:t>
            </a:r>
            <a:r>
              <a:rPr sz="2800" spc="-25" dirty="0">
                <a:latin typeface="Calibri"/>
                <a:cs typeface="Calibri"/>
              </a:rPr>
              <a:t>Nên</a:t>
            </a:r>
            <a:endParaRPr sz="2800">
              <a:latin typeface="Calibri"/>
              <a:cs typeface="Calibri"/>
            </a:endParaRPr>
          </a:p>
          <a:p>
            <a:pPr marL="529590">
              <a:lnSpc>
                <a:spcPct val="100000"/>
              </a:lnSpc>
              <a:spcBef>
                <a:spcPts val="640"/>
              </a:spcBef>
            </a:pPr>
            <a:r>
              <a:rPr sz="2800" dirty="0">
                <a:latin typeface="Calibri"/>
                <a:cs typeface="Calibri"/>
              </a:rPr>
              <a:t>(x=3,</a:t>
            </a:r>
            <a:r>
              <a:rPr sz="2800" spc="-15" dirty="0">
                <a:latin typeface="Calibri"/>
                <a:cs typeface="Calibri"/>
              </a:rPr>
              <a:t> </a:t>
            </a:r>
            <a:r>
              <a:rPr sz="2800" dirty="0">
                <a:latin typeface="Calibri"/>
                <a:cs typeface="Calibri"/>
              </a:rPr>
              <a:t>y=1)</a:t>
            </a:r>
            <a:r>
              <a:rPr sz="2800" spc="-20" dirty="0">
                <a:latin typeface="Calibri"/>
                <a:cs typeface="Calibri"/>
              </a:rPr>
              <a:t> </a:t>
            </a:r>
            <a:r>
              <a:rPr sz="2800" dirty="0">
                <a:latin typeface="Symbol"/>
                <a:cs typeface="Symbol"/>
              </a:rPr>
              <a:t></a:t>
            </a:r>
            <a:r>
              <a:rPr sz="2800" spc="-95" dirty="0">
                <a:latin typeface="Times New Roman"/>
                <a:cs typeface="Times New Roman"/>
              </a:rPr>
              <a:t> </a:t>
            </a:r>
            <a:r>
              <a:rPr sz="2800" dirty="0">
                <a:latin typeface="Calibri"/>
                <a:cs typeface="Calibri"/>
              </a:rPr>
              <a:t>R</a:t>
            </a:r>
            <a:r>
              <a:rPr sz="2800" spc="-30" dirty="0">
                <a:latin typeface="Calibri"/>
                <a:cs typeface="Calibri"/>
              </a:rPr>
              <a:t> </a:t>
            </a:r>
            <a:r>
              <a:rPr sz="2800" dirty="0">
                <a:latin typeface="Symbol"/>
                <a:cs typeface="Symbol"/>
              </a:rPr>
              <a:t></a:t>
            </a:r>
            <a:r>
              <a:rPr sz="2800" spc="-90" dirty="0">
                <a:latin typeface="Times New Roman"/>
                <a:cs typeface="Times New Roman"/>
              </a:rPr>
              <a:t> </a:t>
            </a:r>
            <a:r>
              <a:rPr sz="2800" dirty="0">
                <a:solidFill>
                  <a:srgbClr val="FF0000"/>
                </a:solidFill>
                <a:latin typeface="Calibri"/>
                <a:cs typeface="Calibri"/>
              </a:rPr>
              <a:t>(y=1,</a:t>
            </a:r>
            <a:r>
              <a:rPr sz="2800" spc="-25" dirty="0">
                <a:solidFill>
                  <a:srgbClr val="FF0000"/>
                </a:solidFill>
                <a:latin typeface="Calibri"/>
                <a:cs typeface="Calibri"/>
              </a:rPr>
              <a:t> </a:t>
            </a:r>
            <a:r>
              <a:rPr sz="2800" dirty="0">
                <a:solidFill>
                  <a:srgbClr val="FF0000"/>
                </a:solidFill>
                <a:latin typeface="Calibri"/>
                <a:cs typeface="Calibri"/>
              </a:rPr>
              <a:t>x=3)</a:t>
            </a:r>
            <a:r>
              <a:rPr sz="2800" spc="-20" dirty="0">
                <a:solidFill>
                  <a:srgbClr val="FF0000"/>
                </a:solidFill>
                <a:latin typeface="Calibri"/>
                <a:cs typeface="Calibri"/>
              </a:rPr>
              <a:t> </a:t>
            </a:r>
            <a:r>
              <a:rPr sz="2800" dirty="0">
                <a:solidFill>
                  <a:srgbClr val="FF0000"/>
                </a:solidFill>
                <a:latin typeface="Symbol"/>
                <a:cs typeface="Symbol"/>
              </a:rPr>
              <a:t></a:t>
            </a:r>
            <a:r>
              <a:rPr sz="2800" spc="-90" dirty="0">
                <a:solidFill>
                  <a:srgbClr val="FF0000"/>
                </a:solidFill>
                <a:latin typeface="Times New Roman"/>
                <a:cs typeface="Times New Roman"/>
              </a:rPr>
              <a:t> </a:t>
            </a:r>
            <a:r>
              <a:rPr sz="2800" dirty="0">
                <a:solidFill>
                  <a:srgbClr val="FF0000"/>
                </a:solidFill>
                <a:latin typeface="Calibri"/>
                <a:cs typeface="Calibri"/>
              </a:rPr>
              <a:t>R</a:t>
            </a:r>
            <a:r>
              <a:rPr sz="2800" spc="-35" dirty="0">
                <a:solidFill>
                  <a:srgbClr val="FF0000"/>
                </a:solidFill>
                <a:latin typeface="Calibri"/>
                <a:cs typeface="Calibri"/>
              </a:rPr>
              <a:t> </a:t>
            </a:r>
            <a:r>
              <a:rPr sz="2800" dirty="0">
                <a:latin typeface="Calibri"/>
                <a:cs typeface="Calibri"/>
              </a:rPr>
              <a:t>có</a:t>
            </a:r>
            <a:r>
              <a:rPr sz="2800" spc="-40" dirty="0">
                <a:latin typeface="Calibri"/>
                <a:cs typeface="Calibri"/>
              </a:rPr>
              <a:t> </a:t>
            </a:r>
            <a:r>
              <a:rPr sz="2800" dirty="0">
                <a:latin typeface="Calibri"/>
                <a:cs typeface="Calibri"/>
              </a:rPr>
              <a:t>chân</a:t>
            </a:r>
            <a:r>
              <a:rPr sz="2800" spc="-30" dirty="0">
                <a:latin typeface="Calibri"/>
                <a:cs typeface="Calibri"/>
              </a:rPr>
              <a:t> </a:t>
            </a:r>
            <a:r>
              <a:rPr sz="2800" dirty="0">
                <a:latin typeface="Calibri"/>
                <a:cs typeface="Calibri"/>
              </a:rPr>
              <a:t>trị</a:t>
            </a:r>
            <a:r>
              <a:rPr sz="2800" spc="-35" dirty="0">
                <a:latin typeface="Calibri"/>
                <a:cs typeface="Calibri"/>
              </a:rPr>
              <a:t> </a:t>
            </a:r>
            <a:r>
              <a:rPr sz="2800" spc="-10" dirty="0">
                <a:latin typeface="Calibri"/>
                <a:cs typeface="Calibri"/>
              </a:rPr>
              <a:t>ĐÚNG.</a:t>
            </a:r>
            <a:endParaRPr sz="2800">
              <a:latin typeface="Calibri"/>
              <a:cs typeface="Calibri"/>
            </a:endParaRPr>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59738" y="315213"/>
            <a:ext cx="6149975" cy="513715"/>
          </a:xfrm>
          <a:prstGeom prst="rect">
            <a:avLst/>
          </a:prstGeom>
        </p:spPr>
        <p:txBody>
          <a:bodyPr vert="horz" wrap="square" lIns="0" tIns="12700" rIns="0" bIns="0" rtlCol="0">
            <a:spAutoFit/>
          </a:bodyPr>
          <a:lstStyle/>
          <a:p>
            <a:pPr marL="12700">
              <a:lnSpc>
                <a:spcPct val="100000"/>
              </a:lnSpc>
              <a:spcBef>
                <a:spcPts val="100"/>
              </a:spcBef>
              <a:tabLst>
                <a:tab pos="5679440" algn="l"/>
              </a:tabLst>
            </a:pPr>
            <a:r>
              <a:rPr sz="3200" dirty="0">
                <a:latin typeface="Symbol"/>
                <a:cs typeface="Symbol"/>
              </a:rPr>
              <a:t></a:t>
            </a:r>
            <a:r>
              <a:rPr sz="3200" b="1" dirty="0">
                <a:latin typeface="Calibri"/>
                <a:cs typeface="Calibri"/>
              </a:rPr>
              <a:t>x,</a:t>
            </a:r>
            <a:r>
              <a:rPr sz="3200" b="1" spc="-30" dirty="0">
                <a:latin typeface="Calibri"/>
                <a:cs typeface="Calibri"/>
              </a:rPr>
              <a:t> </a:t>
            </a:r>
            <a:r>
              <a:rPr sz="3200" b="1" dirty="0">
                <a:latin typeface="Calibri"/>
                <a:cs typeface="Calibri"/>
              </a:rPr>
              <a:t>y</a:t>
            </a:r>
            <a:r>
              <a:rPr sz="3200" b="1" spc="-40" dirty="0">
                <a:latin typeface="Calibri"/>
                <a:cs typeface="Calibri"/>
              </a:rPr>
              <a:t> </a:t>
            </a:r>
            <a:r>
              <a:rPr sz="3200" dirty="0">
                <a:latin typeface="Symbol"/>
                <a:cs typeface="Symbol"/>
              </a:rPr>
              <a:t></a:t>
            </a:r>
            <a:r>
              <a:rPr sz="3200" spc="-100" dirty="0">
                <a:latin typeface="Times New Roman"/>
                <a:cs typeface="Times New Roman"/>
              </a:rPr>
              <a:t> </a:t>
            </a:r>
            <a:r>
              <a:rPr sz="3200" b="1" dirty="0">
                <a:latin typeface="Calibri"/>
                <a:cs typeface="Calibri"/>
              </a:rPr>
              <a:t>X,</a:t>
            </a:r>
            <a:r>
              <a:rPr sz="3200" b="1" spc="-30" dirty="0">
                <a:latin typeface="Calibri"/>
                <a:cs typeface="Calibri"/>
              </a:rPr>
              <a:t> </a:t>
            </a:r>
            <a:r>
              <a:rPr sz="3200" b="1" dirty="0">
                <a:latin typeface="Calibri"/>
                <a:cs typeface="Calibri"/>
              </a:rPr>
              <a:t>(x,</a:t>
            </a:r>
            <a:r>
              <a:rPr sz="3200" b="1" spc="-30" dirty="0">
                <a:latin typeface="Calibri"/>
                <a:cs typeface="Calibri"/>
              </a:rPr>
              <a:t> </a:t>
            </a:r>
            <a:r>
              <a:rPr sz="3200" b="1" dirty="0">
                <a:latin typeface="Calibri"/>
                <a:cs typeface="Calibri"/>
              </a:rPr>
              <a:t>y)</a:t>
            </a:r>
            <a:r>
              <a:rPr sz="3200" b="1" spc="-40" dirty="0">
                <a:latin typeface="Calibri"/>
                <a:cs typeface="Calibri"/>
              </a:rPr>
              <a:t> </a:t>
            </a:r>
            <a:r>
              <a:rPr sz="3200" dirty="0">
                <a:latin typeface="Symbol"/>
                <a:cs typeface="Symbol"/>
              </a:rPr>
              <a:t></a:t>
            </a:r>
            <a:r>
              <a:rPr sz="3200" spc="-90" dirty="0">
                <a:latin typeface="Times New Roman"/>
                <a:cs typeface="Times New Roman"/>
              </a:rPr>
              <a:t> </a:t>
            </a:r>
            <a:r>
              <a:rPr sz="3200" b="1" dirty="0">
                <a:latin typeface="Calibri"/>
                <a:cs typeface="Calibri"/>
              </a:rPr>
              <a:t>R</a:t>
            </a:r>
            <a:r>
              <a:rPr sz="3200" b="1" spc="-40" dirty="0">
                <a:latin typeface="Calibri"/>
                <a:cs typeface="Calibri"/>
              </a:rPr>
              <a:t> </a:t>
            </a:r>
            <a:r>
              <a:rPr sz="3200" dirty="0">
                <a:latin typeface="Symbol"/>
                <a:cs typeface="Symbol"/>
              </a:rPr>
              <a:t></a:t>
            </a:r>
            <a:r>
              <a:rPr sz="3200" spc="-105" dirty="0">
                <a:latin typeface="Times New Roman"/>
                <a:cs typeface="Times New Roman"/>
              </a:rPr>
              <a:t> </a:t>
            </a:r>
            <a:r>
              <a:rPr sz="3200" b="1" spc="-20" dirty="0">
                <a:latin typeface="Calibri"/>
                <a:cs typeface="Calibri"/>
              </a:rPr>
              <a:t>(y,</a:t>
            </a:r>
            <a:r>
              <a:rPr sz="3200" b="1" spc="-25" dirty="0">
                <a:latin typeface="Calibri"/>
                <a:cs typeface="Calibri"/>
              </a:rPr>
              <a:t> </a:t>
            </a:r>
            <a:r>
              <a:rPr sz="3200" b="1" dirty="0">
                <a:latin typeface="Calibri"/>
                <a:cs typeface="Calibri"/>
              </a:rPr>
              <a:t>x)</a:t>
            </a:r>
            <a:r>
              <a:rPr sz="3200" b="1" spc="-25" dirty="0">
                <a:latin typeface="Calibri"/>
                <a:cs typeface="Calibri"/>
              </a:rPr>
              <a:t> </a:t>
            </a:r>
            <a:r>
              <a:rPr sz="3200" dirty="0">
                <a:latin typeface="Symbol"/>
                <a:cs typeface="Symbol"/>
              </a:rPr>
              <a:t></a:t>
            </a:r>
            <a:r>
              <a:rPr sz="3200" spc="-105" dirty="0">
                <a:latin typeface="Times New Roman"/>
                <a:cs typeface="Times New Roman"/>
              </a:rPr>
              <a:t> </a:t>
            </a:r>
            <a:r>
              <a:rPr sz="3200" b="1" spc="-50" dirty="0">
                <a:latin typeface="Calibri"/>
                <a:cs typeface="Calibri"/>
              </a:rPr>
              <a:t>R</a:t>
            </a:r>
            <a:r>
              <a:rPr sz="3200" b="1" dirty="0">
                <a:latin typeface="Calibri"/>
                <a:cs typeface="Calibri"/>
              </a:rPr>
              <a:t>	</a:t>
            </a:r>
            <a:r>
              <a:rPr sz="3200" b="1" spc="-25" dirty="0">
                <a:latin typeface="Calibri"/>
                <a:cs typeface="Calibri"/>
              </a:rPr>
              <a:t>(*)</a:t>
            </a:r>
            <a:endParaRPr sz="3200">
              <a:latin typeface="Calibri"/>
              <a:cs typeface="Calibri"/>
            </a:endParaRPr>
          </a:p>
        </p:txBody>
      </p:sp>
      <p:sp>
        <p:nvSpPr>
          <p:cNvPr id="3" name="object 3"/>
          <p:cNvSpPr txBox="1"/>
          <p:nvPr/>
        </p:nvSpPr>
        <p:spPr>
          <a:xfrm>
            <a:off x="383540" y="797712"/>
            <a:ext cx="7936230" cy="5066665"/>
          </a:xfrm>
          <a:prstGeom prst="rect">
            <a:avLst/>
          </a:prstGeom>
        </p:spPr>
        <p:txBody>
          <a:bodyPr vert="horz" wrap="square" lIns="0" tIns="102235" rIns="0" bIns="0" rtlCol="0">
            <a:spAutoFit/>
          </a:bodyPr>
          <a:lstStyle/>
          <a:p>
            <a:pPr marL="12700">
              <a:lnSpc>
                <a:spcPct val="100000"/>
              </a:lnSpc>
              <a:spcBef>
                <a:spcPts val="805"/>
              </a:spcBef>
            </a:pPr>
            <a:r>
              <a:rPr sz="2800" b="1" dirty="0">
                <a:latin typeface="Calibri"/>
                <a:cs typeface="Calibri"/>
              </a:rPr>
              <a:t>Ví</a:t>
            </a:r>
            <a:r>
              <a:rPr sz="2800" b="1" spc="-20" dirty="0">
                <a:latin typeface="Calibri"/>
                <a:cs typeface="Calibri"/>
              </a:rPr>
              <a:t> </a:t>
            </a:r>
            <a:r>
              <a:rPr sz="2800" b="1" dirty="0">
                <a:latin typeface="Calibri"/>
                <a:cs typeface="Calibri"/>
              </a:rPr>
              <a:t>dụ</a:t>
            </a:r>
            <a:r>
              <a:rPr sz="2800" b="1" spc="-15" dirty="0">
                <a:latin typeface="Calibri"/>
                <a:cs typeface="Calibri"/>
              </a:rPr>
              <a:t> </a:t>
            </a:r>
            <a:r>
              <a:rPr sz="2800" b="1" dirty="0">
                <a:latin typeface="Calibri"/>
                <a:cs typeface="Calibri"/>
              </a:rPr>
              <a:t>2</a:t>
            </a:r>
            <a:r>
              <a:rPr sz="2800" b="1" spc="-5" dirty="0">
                <a:latin typeface="Calibri"/>
                <a:cs typeface="Calibri"/>
              </a:rPr>
              <a:t> </a:t>
            </a:r>
            <a:r>
              <a:rPr sz="2800" b="1" dirty="0">
                <a:latin typeface="Calibri"/>
                <a:cs typeface="Calibri"/>
              </a:rPr>
              <a:t>:</a:t>
            </a:r>
            <a:r>
              <a:rPr sz="2800" b="1" spc="-5" dirty="0">
                <a:latin typeface="Calibri"/>
                <a:cs typeface="Calibri"/>
              </a:rPr>
              <a:t> </a:t>
            </a:r>
            <a:r>
              <a:rPr sz="2800" dirty="0">
                <a:latin typeface="Calibri"/>
                <a:cs typeface="Calibri"/>
              </a:rPr>
              <a:t>Cho</a:t>
            </a:r>
            <a:r>
              <a:rPr sz="2800" spc="-15" dirty="0">
                <a:latin typeface="Calibri"/>
                <a:cs typeface="Calibri"/>
              </a:rPr>
              <a:t> </a:t>
            </a:r>
            <a:r>
              <a:rPr sz="2800" dirty="0">
                <a:latin typeface="Calibri"/>
                <a:cs typeface="Calibri"/>
              </a:rPr>
              <a:t>X</a:t>
            </a:r>
            <a:r>
              <a:rPr sz="2800" spc="-20"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{1,</a:t>
            </a:r>
            <a:r>
              <a:rPr sz="2800" spc="-15" dirty="0">
                <a:latin typeface="Calibri"/>
                <a:cs typeface="Calibri"/>
              </a:rPr>
              <a:t> </a:t>
            </a:r>
            <a:r>
              <a:rPr sz="2800" dirty="0">
                <a:latin typeface="Calibri"/>
                <a:cs typeface="Calibri"/>
              </a:rPr>
              <a:t>2, 3}</a:t>
            </a:r>
            <a:r>
              <a:rPr sz="2800" spc="-20" dirty="0">
                <a:latin typeface="Calibri"/>
                <a:cs typeface="Calibri"/>
              </a:rPr>
              <a:t> </a:t>
            </a:r>
            <a:r>
              <a:rPr sz="2800" spc="-50" dirty="0">
                <a:latin typeface="Calibri"/>
                <a:cs typeface="Calibri"/>
              </a:rPr>
              <a:t>.</a:t>
            </a:r>
            <a:endParaRPr sz="2800">
              <a:latin typeface="Calibri"/>
              <a:cs typeface="Calibri"/>
            </a:endParaRPr>
          </a:p>
          <a:p>
            <a:pPr marL="12700">
              <a:lnSpc>
                <a:spcPct val="100000"/>
              </a:lnSpc>
              <a:spcBef>
                <a:spcPts val="710"/>
              </a:spcBef>
            </a:pPr>
            <a:r>
              <a:rPr sz="2800" dirty="0">
                <a:latin typeface="Calibri"/>
                <a:cs typeface="Calibri"/>
              </a:rPr>
              <a:t>R</a:t>
            </a:r>
            <a:r>
              <a:rPr sz="2800" spc="-20"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(1,</a:t>
            </a:r>
            <a:r>
              <a:rPr sz="2800" spc="-5" dirty="0">
                <a:latin typeface="Calibri"/>
                <a:cs typeface="Calibri"/>
              </a:rPr>
              <a:t> </a:t>
            </a:r>
            <a:r>
              <a:rPr sz="2800" dirty="0">
                <a:latin typeface="Calibri"/>
                <a:cs typeface="Calibri"/>
              </a:rPr>
              <a:t>1)</a:t>
            </a:r>
            <a:r>
              <a:rPr sz="2800" spc="-5" dirty="0">
                <a:latin typeface="Calibri"/>
                <a:cs typeface="Calibri"/>
              </a:rPr>
              <a:t> </a:t>
            </a:r>
            <a:r>
              <a:rPr sz="2800" dirty="0">
                <a:latin typeface="Calibri"/>
                <a:cs typeface="Calibri"/>
              </a:rPr>
              <a:t>,</a:t>
            </a:r>
            <a:r>
              <a:rPr sz="2800" spc="-20" dirty="0">
                <a:latin typeface="Calibri"/>
                <a:cs typeface="Calibri"/>
              </a:rPr>
              <a:t> </a:t>
            </a:r>
            <a:r>
              <a:rPr sz="2800" dirty="0">
                <a:latin typeface="Calibri"/>
                <a:cs typeface="Calibri"/>
              </a:rPr>
              <a:t>(1,</a:t>
            </a:r>
            <a:r>
              <a:rPr sz="2800" spc="-10" dirty="0">
                <a:latin typeface="Calibri"/>
                <a:cs typeface="Calibri"/>
              </a:rPr>
              <a:t> </a:t>
            </a:r>
            <a:r>
              <a:rPr sz="2800" dirty="0">
                <a:latin typeface="Calibri"/>
                <a:cs typeface="Calibri"/>
              </a:rPr>
              <a:t>3),</a:t>
            </a:r>
            <a:r>
              <a:rPr sz="2800" spc="-15" dirty="0">
                <a:latin typeface="Calibri"/>
                <a:cs typeface="Calibri"/>
              </a:rPr>
              <a:t> </a:t>
            </a:r>
            <a:r>
              <a:rPr sz="2800" dirty="0">
                <a:latin typeface="Calibri"/>
                <a:cs typeface="Calibri"/>
              </a:rPr>
              <a:t>(3,</a:t>
            </a:r>
            <a:r>
              <a:rPr sz="2800" spc="-10" dirty="0">
                <a:latin typeface="Calibri"/>
                <a:cs typeface="Calibri"/>
              </a:rPr>
              <a:t> </a:t>
            </a:r>
            <a:r>
              <a:rPr sz="2800" dirty="0">
                <a:latin typeface="Calibri"/>
                <a:cs typeface="Calibri"/>
              </a:rPr>
              <a:t>1),</a:t>
            </a:r>
            <a:r>
              <a:rPr sz="2800" spc="-10" dirty="0">
                <a:latin typeface="Calibri"/>
                <a:cs typeface="Calibri"/>
              </a:rPr>
              <a:t> </a:t>
            </a:r>
            <a:r>
              <a:rPr sz="2800" dirty="0">
                <a:latin typeface="Calibri"/>
                <a:cs typeface="Calibri"/>
              </a:rPr>
              <a:t>(2,</a:t>
            </a:r>
            <a:r>
              <a:rPr sz="2800" spc="-10" dirty="0">
                <a:latin typeface="Calibri"/>
                <a:cs typeface="Calibri"/>
              </a:rPr>
              <a:t> </a:t>
            </a:r>
            <a:r>
              <a:rPr sz="2800" dirty="0">
                <a:latin typeface="Calibri"/>
                <a:cs typeface="Calibri"/>
              </a:rPr>
              <a:t>3)</a:t>
            </a:r>
            <a:r>
              <a:rPr sz="2800" spc="-5" dirty="0">
                <a:latin typeface="Calibri"/>
                <a:cs typeface="Calibri"/>
              </a:rPr>
              <a:t> </a:t>
            </a:r>
            <a:r>
              <a:rPr sz="2800" dirty="0">
                <a:latin typeface="Calibri"/>
                <a:cs typeface="Calibri"/>
              </a:rPr>
              <a:t>}</a:t>
            </a:r>
            <a:r>
              <a:rPr sz="2800" spc="-10" dirty="0">
                <a:latin typeface="Calibri"/>
                <a:cs typeface="Calibri"/>
              </a:rPr>
              <a:t> </a:t>
            </a:r>
            <a:r>
              <a:rPr sz="2800" dirty="0">
                <a:latin typeface="Symbol"/>
                <a:cs typeface="Symbol"/>
              </a:rPr>
              <a:t></a:t>
            </a:r>
            <a:r>
              <a:rPr sz="2800" spc="-80" dirty="0">
                <a:latin typeface="Times New Roman"/>
                <a:cs typeface="Times New Roman"/>
              </a:rPr>
              <a:t> </a:t>
            </a:r>
            <a:r>
              <a:rPr sz="2800" spc="-20" dirty="0">
                <a:latin typeface="Calibri"/>
                <a:cs typeface="Calibri"/>
              </a:rPr>
              <a:t>XxX.</a:t>
            </a:r>
            <a:endParaRPr sz="2800">
              <a:latin typeface="Calibri"/>
              <a:cs typeface="Calibri"/>
            </a:endParaRPr>
          </a:p>
          <a:p>
            <a:pPr>
              <a:lnSpc>
                <a:spcPct val="100000"/>
              </a:lnSpc>
              <a:spcBef>
                <a:spcPts val="1250"/>
              </a:spcBef>
            </a:pPr>
            <a:endParaRPr sz="2800">
              <a:latin typeface="Calibri"/>
              <a:cs typeface="Calibri"/>
            </a:endParaRPr>
          </a:p>
          <a:p>
            <a:pPr marL="12700">
              <a:lnSpc>
                <a:spcPct val="100000"/>
              </a:lnSpc>
              <a:spcBef>
                <a:spcPts val="5"/>
              </a:spcBef>
            </a:pPr>
            <a:r>
              <a:rPr sz="2800" b="1" dirty="0">
                <a:latin typeface="Calibri"/>
                <a:cs typeface="Calibri"/>
              </a:rPr>
              <a:t>R</a:t>
            </a:r>
            <a:r>
              <a:rPr sz="2800" b="1" spc="-35" dirty="0">
                <a:latin typeface="Calibri"/>
                <a:cs typeface="Calibri"/>
              </a:rPr>
              <a:t> </a:t>
            </a:r>
            <a:r>
              <a:rPr sz="2800" b="1" dirty="0">
                <a:latin typeface="Calibri"/>
                <a:cs typeface="Calibri"/>
              </a:rPr>
              <a:t>là</a:t>
            </a:r>
            <a:r>
              <a:rPr sz="2800" b="1" spc="-25" dirty="0">
                <a:latin typeface="Calibri"/>
                <a:cs typeface="Calibri"/>
              </a:rPr>
              <a:t> </a:t>
            </a:r>
            <a:r>
              <a:rPr sz="2800" b="1" dirty="0">
                <a:latin typeface="Calibri"/>
                <a:cs typeface="Calibri"/>
              </a:rPr>
              <a:t>đối</a:t>
            </a:r>
            <a:r>
              <a:rPr sz="2800" b="1" spc="-30" dirty="0">
                <a:latin typeface="Calibri"/>
                <a:cs typeface="Calibri"/>
              </a:rPr>
              <a:t> </a:t>
            </a:r>
            <a:r>
              <a:rPr sz="2800" b="1" dirty="0">
                <a:latin typeface="Calibri"/>
                <a:cs typeface="Calibri"/>
              </a:rPr>
              <a:t>xứng</a:t>
            </a:r>
            <a:r>
              <a:rPr sz="2800" b="1" spc="-30" dirty="0">
                <a:latin typeface="Calibri"/>
                <a:cs typeface="Calibri"/>
              </a:rPr>
              <a:t> </a:t>
            </a:r>
            <a:r>
              <a:rPr sz="2800" b="1" spc="-50" dirty="0">
                <a:latin typeface="Calibri"/>
                <a:cs typeface="Calibri"/>
              </a:rPr>
              <a:t>?</a:t>
            </a:r>
            <a:endParaRPr sz="2800">
              <a:latin typeface="Calibri"/>
              <a:cs typeface="Calibri"/>
            </a:endParaRPr>
          </a:p>
          <a:p>
            <a:pPr>
              <a:lnSpc>
                <a:spcPct val="100000"/>
              </a:lnSpc>
              <a:spcBef>
                <a:spcPts val="1285"/>
              </a:spcBef>
            </a:pPr>
            <a:endParaRPr sz="2800">
              <a:latin typeface="Calibri"/>
              <a:cs typeface="Calibri"/>
            </a:endParaRPr>
          </a:p>
          <a:p>
            <a:pPr marL="12700">
              <a:lnSpc>
                <a:spcPct val="100000"/>
              </a:lnSpc>
            </a:pPr>
            <a:r>
              <a:rPr sz="2800" dirty="0">
                <a:latin typeface="Calibri"/>
                <a:cs typeface="Calibri"/>
              </a:rPr>
              <a:t>R</a:t>
            </a:r>
            <a:r>
              <a:rPr sz="2800" spc="-30" dirty="0">
                <a:latin typeface="Calibri"/>
                <a:cs typeface="Calibri"/>
              </a:rPr>
              <a:t> </a:t>
            </a:r>
            <a:r>
              <a:rPr sz="2800" dirty="0">
                <a:latin typeface="Calibri"/>
                <a:cs typeface="Calibri"/>
              </a:rPr>
              <a:t>KHÔNG</a:t>
            </a:r>
            <a:r>
              <a:rPr sz="2800" spc="-15" dirty="0">
                <a:latin typeface="Calibri"/>
                <a:cs typeface="Calibri"/>
              </a:rPr>
              <a:t> </a:t>
            </a:r>
            <a:r>
              <a:rPr sz="2800" dirty="0">
                <a:latin typeface="Calibri"/>
                <a:cs typeface="Calibri"/>
              </a:rPr>
              <a:t>là</a:t>
            </a:r>
            <a:r>
              <a:rPr sz="2800" spc="-40" dirty="0">
                <a:latin typeface="Calibri"/>
                <a:cs typeface="Calibri"/>
              </a:rPr>
              <a:t> </a:t>
            </a:r>
            <a:r>
              <a:rPr sz="2800" dirty="0">
                <a:latin typeface="Calibri"/>
                <a:cs typeface="Calibri"/>
              </a:rPr>
              <a:t>đối</a:t>
            </a:r>
            <a:r>
              <a:rPr sz="2800" spc="-30" dirty="0">
                <a:latin typeface="Calibri"/>
                <a:cs typeface="Calibri"/>
              </a:rPr>
              <a:t> </a:t>
            </a:r>
            <a:r>
              <a:rPr sz="2800" spc="-20" dirty="0">
                <a:latin typeface="Calibri"/>
                <a:cs typeface="Calibri"/>
              </a:rPr>
              <a:t>xứng.</a:t>
            </a:r>
            <a:endParaRPr sz="2800">
              <a:latin typeface="Calibri"/>
              <a:cs typeface="Calibri"/>
            </a:endParaRPr>
          </a:p>
          <a:p>
            <a:pPr marL="12700" marR="5080">
              <a:lnSpc>
                <a:spcPts val="3320"/>
              </a:lnSpc>
              <a:spcBef>
                <a:spcPts val="855"/>
              </a:spcBef>
              <a:tabLst>
                <a:tab pos="3734435" algn="l"/>
              </a:tabLst>
            </a:pPr>
            <a:r>
              <a:rPr sz="2800" dirty="0">
                <a:latin typeface="Calibri"/>
                <a:cs typeface="Calibri"/>
              </a:rPr>
              <a:t>Vì</a:t>
            </a:r>
            <a:r>
              <a:rPr sz="2800" spc="-10" dirty="0">
                <a:latin typeface="Calibri"/>
                <a:cs typeface="Calibri"/>
              </a:rPr>
              <a:t> </a:t>
            </a:r>
            <a:r>
              <a:rPr sz="2800" dirty="0">
                <a:solidFill>
                  <a:srgbClr val="FF0000"/>
                </a:solidFill>
                <a:latin typeface="Calibri"/>
                <a:cs typeface="Calibri"/>
              </a:rPr>
              <a:t>có</a:t>
            </a:r>
            <a:r>
              <a:rPr sz="2800" spc="-15" dirty="0">
                <a:solidFill>
                  <a:srgbClr val="FF0000"/>
                </a:solidFill>
                <a:latin typeface="Calibri"/>
                <a:cs typeface="Calibri"/>
              </a:rPr>
              <a:t> </a:t>
            </a:r>
            <a:r>
              <a:rPr sz="2800" dirty="0">
                <a:solidFill>
                  <a:srgbClr val="FF0000"/>
                </a:solidFill>
                <a:latin typeface="Calibri"/>
                <a:cs typeface="Calibri"/>
              </a:rPr>
              <a:t>2 </a:t>
            </a:r>
            <a:r>
              <a:rPr sz="2800" dirty="0">
                <a:solidFill>
                  <a:srgbClr val="FF0000"/>
                </a:solidFill>
                <a:latin typeface="Symbol"/>
                <a:cs typeface="Symbol"/>
              </a:rPr>
              <a:t></a:t>
            </a:r>
            <a:r>
              <a:rPr sz="2800" spc="-70" dirty="0">
                <a:solidFill>
                  <a:srgbClr val="FF0000"/>
                </a:solidFill>
                <a:latin typeface="Times New Roman"/>
                <a:cs typeface="Times New Roman"/>
              </a:rPr>
              <a:t> </a:t>
            </a:r>
            <a:r>
              <a:rPr sz="2800" dirty="0">
                <a:solidFill>
                  <a:srgbClr val="FF0000"/>
                </a:solidFill>
                <a:latin typeface="Calibri"/>
                <a:cs typeface="Calibri"/>
              </a:rPr>
              <a:t>X</a:t>
            </a:r>
            <a:r>
              <a:rPr sz="2800" dirty="0">
                <a:latin typeface="Calibri"/>
                <a:cs typeface="Calibri"/>
              </a:rPr>
              <a:t>,</a:t>
            </a:r>
            <a:r>
              <a:rPr sz="2800" spc="-15" dirty="0">
                <a:latin typeface="Calibri"/>
                <a:cs typeface="Calibri"/>
              </a:rPr>
              <a:t> </a:t>
            </a:r>
            <a:r>
              <a:rPr sz="2800" dirty="0">
                <a:solidFill>
                  <a:srgbClr val="FF0000"/>
                </a:solidFill>
                <a:latin typeface="Calibri"/>
                <a:cs typeface="Calibri"/>
              </a:rPr>
              <a:t>có</a:t>
            </a:r>
            <a:r>
              <a:rPr sz="2800" spc="-20" dirty="0">
                <a:solidFill>
                  <a:srgbClr val="FF0000"/>
                </a:solidFill>
                <a:latin typeface="Calibri"/>
                <a:cs typeface="Calibri"/>
              </a:rPr>
              <a:t> </a:t>
            </a:r>
            <a:r>
              <a:rPr sz="2800" dirty="0">
                <a:solidFill>
                  <a:srgbClr val="FF0000"/>
                </a:solidFill>
                <a:latin typeface="Calibri"/>
                <a:cs typeface="Calibri"/>
              </a:rPr>
              <a:t>3 </a:t>
            </a:r>
            <a:r>
              <a:rPr sz="2800" dirty="0">
                <a:solidFill>
                  <a:srgbClr val="FF0000"/>
                </a:solidFill>
                <a:latin typeface="Symbol"/>
                <a:cs typeface="Symbol"/>
              </a:rPr>
              <a:t></a:t>
            </a:r>
            <a:r>
              <a:rPr sz="2800" spc="-70" dirty="0">
                <a:solidFill>
                  <a:srgbClr val="FF0000"/>
                </a:solidFill>
                <a:latin typeface="Times New Roman"/>
                <a:cs typeface="Times New Roman"/>
              </a:rPr>
              <a:t> </a:t>
            </a:r>
            <a:r>
              <a:rPr sz="2800" dirty="0">
                <a:solidFill>
                  <a:srgbClr val="FF0000"/>
                </a:solidFill>
                <a:latin typeface="Calibri"/>
                <a:cs typeface="Calibri"/>
              </a:rPr>
              <a:t>X</a:t>
            </a:r>
            <a:r>
              <a:rPr sz="2800" dirty="0">
                <a:latin typeface="Calibri"/>
                <a:cs typeface="Calibri"/>
              </a:rPr>
              <a:t>,</a:t>
            </a:r>
            <a:r>
              <a:rPr sz="2800" spc="-15" dirty="0">
                <a:latin typeface="Calibri"/>
                <a:cs typeface="Calibri"/>
              </a:rPr>
              <a:t> </a:t>
            </a:r>
            <a:r>
              <a:rPr sz="2800" spc="-25" dirty="0">
                <a:latin typeface="Calibri"/>
                <a:cs typeface="Calibri"/>
              </a:rPr>
              <a:t>mà</a:t>
            </a:r>
            <a:r>
              <a:rPr sz="2800" dirty="0">
                <a:latin typeface="Calibri"/>
                <a:cs typeface="Calibri"/>
              </a:rPr>
              <a:t>	(2,</a:t>
            </a:r>
            <a:r>
              <a:rPr sz="2800" spc="-25" dirty="0">
                <a:latin typeface="Calibri"/>
                <a:cs typeface="Calibri"/>
              </a:rPr>
              <a:t> </a:t>
            </a:r>
            <a:r>
              <a:rPr sz="2800" dirty="0">
                <a:latin typeface="Calibri"/>
                <a:cs typeface="Calibri"/>
              </a:rPr>
              <a:t>3)</a:t>
            </a:r>
            <a:r>
              <a:rPr sz="2800" spc="-10" dirty="0">
                <a:latin typeface="Calibri"/>
                <a:cs typeface="Calibri"/>
              </a:rPr>
              <a:t> </a:t>
            </a:r>
            <a:r>
              <a:rPr sz="2800" dirty="0">
                <a:latin typeface="Symbol"/>
                <a:cs typeface="Symbol"/>
              </a:rPr>
              <a:t></a:t>
            </a:r>
            <a:r>
              <a:rPr sz="2800" spc="-85" dirty="0">
                <a:latin typeface="Times New Roman"/>
                <a:cs typeface="Times New Roman"/>
              </a:rPr>
              <a:t> </a:t>
            </a:r>
            <a:r>
              <a:rPr sz="2800" dirty="0">
                <a:latin typeface="Calibri"/>
                <a:cs typeface="Calibri"/>
              </a:rPr>
              <a:t>R</a:t>
            </a:r>
            <a:r>
              <a:rPr sz="2800" spc="-25" dirty="0">
                <a:latin typeface="Calibri"/>
                <a:cs typeface="Calibri"/>
              </a:rPr>
              <a:t> </a:t>
            </a:r>
            <a:r>
              <a:rPr sz="2800" dirty="0">
                <a:latin typeface="Calibri"/>
                <a:cs typeface="Calibri"/>
              </a:rPr>
              <a:t>ĐÚNG</a:t>
            </a:r>
            <a:r>
              <a:rPr sz="2800" spc="-30" dirty="0">
                <a:latin typeface="Calibri"/>
                <a:cs typeface="Calibri"/>
              </a:rPr>
              <a:t> </a:t>
            </a:r>
            <a:r>
              <a:rPr sz="2800" dirty="0">
                <a:latin typeface="Calibri"/>
                <a:cs typeface="Calibri"/>
              </a:rPr>
              <a:t>và</a:t>
            </a:r>
            <a:r>
              <a:rPr sz="2800" spc="-35" dirty="0">
                <a:latin typeface="Calibri"/>
                <a:cs typeface="Calibri"/>
              </a:rPr>
              <a:t> </a:t>
            </a:r>
            <a:r>
              <a:rPr sz="2800" dirty="0">
                <a:latin typeface="Calibri"/>
                <a:cs typeface="Calibri"/>
              </a:rPr>
              <a:t>(3,</a:t>
            </a:r>
            <a:r>
              <a:rPr sz="2800" spc="-20" dirty="0">
                <a:latin typeface="Calibri"/>
                <a:cs typeface="Calibri"/>
              </a:rPr>
              <a:t> </a:t>
            </a:r>
            <a:r>
              <a:rPr sz="2800" dirty="0">
                <a:latin typeface="Calibri"/>
                <a:cs typeface="Calibri"/>
              </a:rPr>
              <a:t>2)</a:t>
            </a:r>
            <a:r>
              <a:rPr sz="2800" spc="-5" dirty="0">
                <a:latin typeface="Calibri"/>
                <a:cs typeface="Calibri"/>
              </a:rPr>
              <a:t> </a:t>
            </a:r>
            <a:r>
              <a:rPr sz="2800" dirty="0">
                <a:latin typeface="Symbol"/>
                <a:cs typeface="Symbol"/>
              </a:rPr>
              <a:t></a:t>
            </a:r>
            <a:r>
              <a:rPr sz="2800" spc="-85" dirty="0">
                <a:latin typeface="Times New Roman"/>
                <a:cs typeface="Times New Roman"/>
              </a:rPr>
              <a:t> </a:t>
            </a:r>
            <a:r>
              <a:rPr sz="2800" spc="-50" dirty="0">
                <a:latin typeface="Calibri"/>
                <a:cs typeface="Calibri"/>
              </a:rPr>
              <a:t>R </a:t>
            </a:r>
            <a:r>
              <a:rPr sz="2800" dirty="0">
                <a:latin typeface="Calibri"/>
                <a:cs typeface="Calibri"/>
              </a:rPr>
              <a:t>SAI,</a:t>
            </a:r>
            <a:r>
              <a:rPr sz="2800" spc="-60" dirty="0">
                <a:latin typeface="Calibri"/>
                <a:cs typeface="Calibri"/>
              </a:rPr>
              <a:t> </a:t>
            </a:r>
            <a:r>
              <a:rPr sz="2800" spc="-25" dirty="0">
                <a:latin typeface="Calibri"/>
                <a:cs typeface="Calibri"/>
              </a:rPr>
              <a:t>nên</a:t>
            </a:r>
            <a:endParaRPr sz="2800">
              <a:latin typeface="Calibri"/>
              <a:cs typeface="Calibri"/>
            </a:endParaRPr>
          </a:p>
          <a:p>
            <a:pPr marL="363220" algn="ctr">
              <a:lnSpc>
                <a:spcPct val="100000"/>
              </a:lnSpc>
              <a:spcBef>
                <a:spcPts val="610"/>
              </a:spcBef>
            </a:pPr>
            <a:r>
              <a:rPr sz="2800" b="1" dirty="0">
                <a:latin typeface="Calibri"/>
                <a:cs typeface="Calibri"/>
              </a:rPr>
              <a:t>(2,</a:t>
            </a:r>
            <a:r>
              <a:rPr sz="2800" b="1" spc="-20" dirty="0">
                <a:latin typeface="Calibri"/>
                <a:cs typeface="Calibri"/>
              </a:rPr>
              <a:t> </a:t>
            </a:r>
            <a:r>
              <a:rPr sz="2800" b="1" dirty="0">
                <a:latin typeface="Calibri"/>
                <a:cs typeface="Calibri"/>
              </a:rPr>
              <a:t>3)</a:t>
            </a:r>
            <a:r>
              <a:rPr sz="2800" b="1" spc="-5" dirty="0">
                <a:latin typeface="Calibri"/>
                <a:cs typeface="Calibri"/>
              </a:rPr>
              <a:t> </a:t>
            </a:r>
            <a:r>
              <a:rPr sz="2800" dirty="0">
                <a:latin typeface="Symbol"/>
                <a:cs typeface="Symbol"/>
              </a:rPr>
              <a:t></a:t>
            </a:r>
            <a:r>
              <a:rPr sz="2800" spc="-80" dirty="0">
                <a:latin typeface="Times New Roman"/>
                <a:cs typeface="Times New Roman"/>
              </a:rPr>
              <a:t> </a:t>
            </a:r>
            <a:r>
              <a:rPr sz="2800" b="1" dirty="0">
                <a:latin typeface="Calibri"/>
                <a:cs typeface="Calibri"/>
              </a:rPr>
              <a:t>R</a:t>
            </a:r>
            <a:r>
              <a:rPr sz="2800" b="1" spc="-25" dirty="0">
                <a:latin typeface="Calibri"/>
                <a:cs typeface="Calibri"/>
              </a:rPr>
              <a:t> </a:t>
            </a:r>
            <a:r>
              <a:rPr sz="2800" dirty="0">
                <a:latin typeface="Symbol"/>
                <a:cs typeface="Symbol"/>
              </a:rPr>
              <a:t></a:t>
            </a:r>
            <a:r>
              <a:rPr sz="2800" spc="-80" dirty="0">
                <a:latin typeface="Times New Roman"/>
                <a:cs typeface="Times New Roman"/>
              </a:rPr>
              <a:t> </a:t>
            </a:r>
            <a:r>
              <a:rPr sz="2800" b="1" dirty="0">
                <a:latin typeface="Calibri"/>
                <a:cs typeface="Calibri"/>
              </a:rPr>
              <a:t>(3,</a:t>
            </a:r>
            <a:r>
              <a:rPr sz="2800" b="1" spc="-20" dirty="0">
                <a:latin typeface="Calibri"/>
                <a:cs typeface="Calibri"/>
              </a:rPr>
              <a:t> </a:t>
            </a:r>
            <a:r>
              <a:rPr sz="2800" b="1" dirty="0">
                <a:latin typeface="Calibri"/>
                <a:cs typeface="Calibri"/>
              </a:rPr>
              <a:t>2)</a:t>
            </a:r>
            <a:r>
              <a:rPr sz="2800" b="1" spc="-5" dirty="0">
                <a:latin typeface="Calibri"/>
                <a:cs typeface="Calibri"/>
              </a:rPr>
              <a:t> </a:t>
            </a:r>
            <a:r>
              <a:rPr sz="2800" dirty="0">
                <a:latin typeface="Symbol"/>
                <a:cs typeface="Symbol"/>
              </a:rPr>
              <a:t></a:t>
            </a:r>
            <a:r>
              <a:rPr sz="2800" spc="-95" dirty="0">
                <a:latin typeface="Times New Roman"/>
                <a:cs typeface="Times New Roman"/>
              </a:rPr>
              <a:t> </a:t>
            </a:r>
            <a:r>
              <a:rPr sz="2800" b="1" dirty="0">
                <a:latin typeface="Calibri"/>
                <a:cs typeface="Calibri"/>
              </a:rPr>
              <a:t>R</a:t>
            </a:r>
            <a:r>
              <a:rPr sz="2800" b="1" spc="-15" dirty="0">
                <a:latin typeface="Calibri"/>
                <a:cs typeface="Calibri"/>
              </a:rPr>
              <a:t> </a:t>
            </a:r>
            <a:r>
              <a:rPr sz="2800" b="1" dirty="0">
                <a:latin typeface="Calibri"/>
                <a:cs typeface="Calibri"/>
              </a:rPr>
              <a:t>có</a:t>
            </a:r>
            <a:r>
              <a:rPr sz="2800" b="1" spc="-35" dirty="0">
                <a:latin typeface="Calibri"/>
                <a:cs typeface="Calibri"/>
              </a:rPr>
              <a:t> </a:t>
            </a:r>
            <a:r>
              <a:rPr sz="2800" b="1" dirty="0">
                <a:latin typeface="Calibri"/>
                <a:cs typeface="Calibri"/>
              </a:rPr>
              <a:t>chân</a:t>
            </a:r>
            <a:r>
              <a:rPr sz="2800" b="1" spc="-25" dirty="0">
                <a:latin typeface="Calibri"/>
                <a:cs typeface="Calibri"/>
              </a:rPr>
              <a:t> </a:t>
            </a:r>
            <a:r>
              <a:rPr sz="2800" b="1" dirty="0">
                <a:latin typeface="Calibri"/>
                <a:cs typeface="Calibri"/>
              </a:rPr>
              <a:t>trị</a:t>
            </a:r>
            <a:r>
              <a:rPr sz="2800" b="1" spc="-15" dirty="0">
                <a:latin typeface="Calibri"/>
                <a:cs typeface="Calibri"/>
              </a:rPr>
              <a:t> </a:t>
            </a:r>
            <a:r>
              <a:rPr sz="2800" b="1" spc="-20" dirty="0">
                <a:latin typeface="Calibri"/>
                <a:cs typeface="Calibri"/>
              </a:rPr>
              <a:t>SAI.</a:t>
            </a:r>
            <a:endParaRPr sz="2800">
              <a:latin typeface="Calibri"/>
              <a:cs typeface="Calibri"/>
            </a:endParaRPr>
          </a:p>
          <a:p>
            <a:pPr marL="12700">
              <a:lnSpc>
                <a:spcPct val="100000"/>
              </a:lnSpc>
              <a:spcBef>
                <a:spcPts val="635"/>
              </a:spcBef>
            </a:pPr>
            <a:r>
              <a:rPr sz="2800" dirty="0">
                <a:latin typeface="Calibri"/>
                <a:cs typeface="Calibri"/>
              </a:rPr>
              <a:t>Suy</a:t>
            </a:r>
            <a:r>
              <a:rPr sz="2800" spc="-45" dirty="0">
                <a:latin typeface="Calibri"/>
                <a:cs typeface="Calibri"/>
              </a:rPr>
              <a:t> </a:t>
            </a:r>
            <a:r>
              <a:rPr sz="2800" dirty="0">
                <a:latin typeface="Calibri"/>
                <a:cs typeface="Calibri"/>
              </a:rPr>
              <a:t>ra</a:t>
            </a:r>
            <a:r>
              <a:rPr sz="2800" spc="-50" dirty="0">
                <a:latin typeface="Calibri"/>
                <a:cs typeface="Calibri"/>
              </a:rPr>
              <a:t> </a:t>
            </a:r>
            <a:r>
              <a:rPr sz="2800" dirty="0">
                <a:latin typeface="Calibri"/>
                <a:cs typeface="Calibri"/>
              </a:rPr>
              <a:t>mệnh</a:t>
            </a:r>
            <a:r>
              <a:rPr sz="2800" spc="-40" dirty="0">
                <a:latin typeface="Calibri"/>
                <a:cs typeface="Calibri"/>
              </a:rPr>
              <a:t> </a:t>
            </a:r>
            <a:r>
              <a:rPr sz="2800" dirty="0">
                <a:latin typeface="Calibri"/>
                <a:cs typeface="Calibri"/>
              </a:rPr>
              <a:t>đề</a:t>
            </a:r>
            <a:r>
              <a:rPr sz="2800" spc="-50" dirty="0">
                <a:latin typeface="Calibri"/>
                <a:cs typeface="Calibri"/>
              </a:rPr>
              <a:t> </a:t>
            </a:r>
            <a:r>
              <a:rPr sz="2800" dirty="0">
                <a:latin typeface="Calibri"/>
                <a:cs typeface="Calibri"/>
              </a:rPr>
              <a:t>(*)</a:t>
            </a:r>
            <a:r>
              <a:rPr sz="2800" spc="-50" dirty="0">
                <a:latin typeface="Calibri"/>
                <a:cs typeface="Calibri"/>
              </a:rPr>
              <a:t> </a:t>
            </a:r>
            <a:r>
              <a:rPr sz="2800" spc="-20" dirty="0">
                <a:latin typeface="Calibri"/>
                <a:cs typeface="Calibri"/>
              </a:rPr>
              <a:t>SAI.</a:t>
            </a:r>
            <a:endParaRPr sz="2800">
              <a:latin typeface="Calibri"/>
              <a:cs typeface="Calibri"/>
            </a:endParaRPr>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236880"/>
            <a:ext cx="8072755" cy="5395595"/>
          </a:xfrm>
          <a:prstGeom prst="rect">
            <a:avLst/>
          </a:prstGeom>
        </p:spPr>
        <p:txBody>
          <a:bodyPr vert="horz" wrap="square" lIns="0" tIns="94615" rIns="0" bIns="0" rtlCol="0">
            <a:spAutoFit/>
          </a:bodyPr>
          <a:lstStyle/>
          <a:p>
            <a:pPr marL="226060" algn="ctr">
              <a:lnSpc>
                <a:spcPct val="100000"/>
              </a:lnSpc>
              <a:spcBef>
                <a:spcPts val="745"/>
              </a:spcBef>
              <a:tabLst>
                <a:tab pos="5189855" algn="l"/>
              </a:tabLst>
            </a:pPr>
            <a:r>
              <a:rPr sz="2800" dirty="0">
                <a:latin typeface="Symbol"/>
                <a:cs typeface="Symbol"/>
              </a:rPr>
              <a:t></a:t>
            </a:r>
            <a:r>
              <a:rPr sz="2800" b="1" dirty="0">
                <a:latin typeface="Calibri"/>
                <a:cs typeface="Calibri"/>
              </a:rPr>
              <a:t>x,</a:t>
            </a:r>
            <a:r>
              <a:rPr sz="2800" b="1" spc="-40" dirty="0">
                <a:latin typeface="Calibri"/>
                <a:cs typeface="Calibri"/>
              </a:rPr>
              <a:t> </a:t>
            </a:r>
            <a:r>
              <a:rPr sz="2800" b="1" dirty="0">
                <a:latin typeface="Calibri"/>
                <a:cs typeface="Calibri"/>
              </a:rPr>
              <a:t>y</a:t>
            </a:r>
            <a:r>
              <a:rPr sz="2800" b="1" spc="-15" dirty="0">
                <a:latin typeface="Calibri"/>
                <a:cs typeface="Calibri"/>
              </a:rPr>
              <a:t> </a:t>
            </a:r>
            <a:r>
              <a:rPr sz="2800" dirty="0">
                <a:latin typeface="Symbol"/>
                <a:cs typeface="Symbol"/>
              </a:rPr>
              <a:t></a:t>
            </a:r>
            <a:r>
              <a:rPr sz="2800" spc="-90" dirty="0">
                <a:latin typeface="Times New Roman"/>
                <a:cs typeface="Times New Roman"/>
              </a:rPr>
              <a:t> </a:t>
            </a:r>
            <a:r>
              <a:rPr sz="2800" b="1" dirty="0">
                <a:latin typeface="Calibri"/>
                <a:cs typeface="Calibri"/>
              </a:rPr>
              <a:t>X,</a:t>
            </a:r>
            <a:r>
              <a:rPr sz="2800" b="1" spc="-35" dirty="0">
                <a:latin typeface="Calibri"/>
                <a:cs typeface="Calibri"/>
              </a:rPr>
              <a:t> </a:t>
            </a:r>
            <a:r>
              <a:rPr sz="2800" b="1" dirty="0">
                <a:latin typeface="Calibri"/>
                <a:cs typeface="Calibri"/>
              </a:rPr>
              <a:t>(x,</a:t>
            </a:r>
            <a:r>
              <a:rPr sz="2800" b="1" spc="-20" dirty="0">
                <a:latin typeface="Calibri"/>
                <a:cs typeface="Calibri"/>
              </a:rPr>
              <a:t> </a:t>
            </a:r>
            <a:r>
              <a:rPr sz="2800" b="1" dirty="0">
                <a:latin typeface="Calibri"/>
                <a:cs typeface="Calibri"/>
              </a:rPr>
              <a:t>y)</a:t>
            </a:r>
            <a:r>
              <a:rPr sz="2800" b="1" spc="-20" dirty="0">
                <a:latin typeface="Calibri"/>
                <a:cs typeface="Calibri"/>
              </a:rPr>
              <a:t> </a:t>
            </a:r>
            <a:r>
              <a:rPr sz="2800" dirty="0">
                <a:latin typeface="Symbol"/>
                <a:cs typeface="Symbol"/>
              </a:rPr>
              <a:t></a:t>
            </a:r>
            <a:r>
              <a:rPr sz="2800" spc="-85" dirty="0">
                <a:latin typeface="Times New Roman"/>
                <a:cs typeface="Times New Roman"/>
              </a:rPr>
              <a:t> </a:t>
            </a:r>
            <a:r>
              <a:rPr sz="2800" b="1" dirty="0">
                <a:latin typeface="Calibri"/>
                <a:cs typeface="Calibri"/>
              </a:rPr>
              <a:t>R</a:t>
            </a:r>
            <a:r>
              <a:rPr sz="2800" b="1" spc="-30" dirty="0">
                <a:latin typeface="Calibri"/>
                <a:cs typeface="Calibri"/>
              </a:rPr>
              <a:t> </a:t>
            </a:r>
            <a:r>
              <a:rPr sz="2800" dirty="0">
                <a:latin typeface="Symbol"/>
                <a:cs typeface="Symbol"/>
              </a:rPr>
              <a:t></a:t>
            </a:r>
            <a:r>
              <a:rPr sz="2800" spc="-100" dirty="0">
                <a:latin typeface="Times New Roman"/>
                <a:cs typeface="Times New Roman"/>
              </a:rPr>
              <a:t> </a:t>
            </a:r>
            <a:r>
              <a:rPr sz="2800" b="1" spc="-20" dirty="0">
                <a:latin typeface="Calibri"/>
                <a:cs typeface="Calibri"/>
              </a:rPr>
              <a:t>(y, </a:t>
            </a:r>
            <a:r>
              <a:rPr sz="2800" b="1" dirty="0">
                <a:latin typeface="Calibri"/>
                <a:cs typeface="Calibri"/>
              </a:rPr>
              <a:t>x)</a:t>
            </a:r>
            <a:r>
              <a:rPr sz="2800" b="1" spc="-20" dirty="0">
                <a:latin typeface="Calibri"/>
                <a:cs typeface="Calibri"/>
              </a:rPr>
              <a:t> </a:t>
            </a:r>
            <a:r>
              <a:rPr sz="2800" dirty="0">
                <a:latin typeface="Symbol"/>
                <a:cs typeface="Symbol"/>
              </a:rPr>
              <a:t></a:t>
            </a:r>
            <a:r>
              <a:rPr sz="2800" spc="-90" dirty="0">
                <a:latin typeface="Times New Roman"/>
                <a:cs typeface="Times New Roman"/>
              </a:rPr>
              <a:t> </a:t>
            </a:r>
            <a:r>
              <a:rPr sz="2800" b="1" spc="-50" dirty="0">
                <a:latin typeface="Calibri"/>
                <a:cs typeface="Calibri"/>
              </a:rPr>
              <a:t>R</a:t>
            </a:r>
            <a:r>
              <a:rPr sz="2800" b="1" dirty="0">
                <a:latin typeface="Calibri"/>
                <a:cs typeface="Calibri"/>
              </a:rPr>
              <a:t>	</a:t>
            </a:r>
            <a:r>
              <a:rPr sz="2800" b="1" spc="-25" dirty="0">
                <a:latin typeface="Calibri"/>
                <a:cs typeface="Calibri"/>
              </a:rPr>
              <a:t>(*)</a:t>
            </a:r>
            <a:endParaRPr sz="2800">
              <a:latin typeface="Calibri"/>
              <a:cs typeface="Calibri"/>
            </a:endParaRPr>
          </a:p>
          <a:p>
            <a:pPr marL="12700" marR="271145">
              <a:lnSpc>
                <a:spcPts val="3350"/>
              </a:lnSpc>
              <a:spcBef>
                <a:spcPts val="770"/>
              </a:spcBef>
            </a:pPr>
            <a:r>
              <a:rPr sz="2800" b="1" dirty="0">
                <a:latin typeface="Calibri"/>
                <a:cs typeface="Calibri"/>
              </a:rPr>
              <a:t>Ví</a:t>
            </a:r>
            <a:r>
              <a:rPr sz="2800" b="1" spc="-40" dirty="0">
                <a:latin typeface="Calibri"/>
                <a:cs typeface="Calibri"/>
              </a:rPr>
              <a:t> </a:t>
            </a:r>
            <a:r>
              <a:rPr sz="2800" b="1" dirty="0">
                <a:latin typeface="Calibri"/>
                <a:cs typeface="Calibri"/>
              </a:rPr>
              <a:t>dụ</a:t>
            </a:r>
            <a:r>
              <a:rPr sz="2800" b="1" spc="-40" dirty="0">
                <a:latin typeface="Calibri"/>
                <a:cs typeface="Calibri"/>
              </a:rPr>
              <a:t> </a:t>
            </a:r>
            <a:r>
              <a:rPr sz="2800" b="1" dirty="0">
                <a:latin typeface="Calibri"/>
                <a:cs typeface="Calibri"/>
              </a:rPr>
              <a:t>3</a:t>
            </a:r>
            <a:r>
              <a:rPr sz="2800" dirty="0">
                <a:latin typeface="Calibri"/>
                <a:cs typeface="Calibri"/>
              </a:rPr>
              <a:t>:Cho</a:t>
            </a:r>
            <a:r>
              <a:rPr sz="2800" spc="-10" dirty="0">
                <a:latin typeface="Calibri"/>
                <a:cs typeface="Calibri"/>
              </a:rPr>
              <a:t> </a:t>
            </a:r>
            <a:r>
              <a:rPr sz="2800" dirty="0">
                <a:latin typeface="Calibri"/>
                <a:cs typeface="Calibri"/>
              </a:rPr>
              <a:t>X</a:t>
            </a:r>
            <a:r>
              <a:rPr sz="2800" spc="-45" dirty="0">
                <a:latin typeface="Calibri"/>
                <a:cs typeface="Calibri"/>
              </a:rPr>
              <a:t> </a:t>
            </a:r>
            <a:r>
              <a:rPr sz="2800" dirty="0">
                <a:latin typeface="Calibri"/>
                <a:cs typeface="Calibri"/>
              </a:rPr>
              <a:t>=</a:t>
            </a:r>
            <a:r>
              <a:rPr sz="2800" spc="-20" dirty="0">
                <a:latin typeface="Calibri"/>
                <a:cs typeface="Calibri"/>
              </a:rPr>
              <a:t> </a:t>
            </a:r>
            <a:r>
              <a:rPr sz="2800" dirty="0">
                <a:latin typeface="Cambria Math"/>
                <a:cs typeface="Cambria Math"/>
              </a:rPr>
              <a:t>ℕ</a:t>
            </a:r>
            <a:r>
              <a:rPr sz="2800" dirty="0">
                <a:latin typeface="Calibri"/>
                <a:cs typeface="Calibri"/>
              </a:rPr>
              <a:t>.</a:t>
            </a:r>
            <a:r>
              <a:rPr sz="2800" spc="-40" dirty="0">
                <a:latin typeface="Calibri"/>
                <a:cs typeface="Calibri"/>
              </a:rPr>
              <a:t> </a:t>
            </a:r>
            <a:r>
              <a:rPr sz="2800" spc="-55" dirty="0">
                <a:latin typeface="Calibri"/>
                <a:cs typeface="Calibri"/>
              </a:rPr>
              <a:t>Ta</a:t>
            </a:r>
            <a:r>
              <a:rPr sz="2800" spc="-45" dirty="0">
                <a:latin typeface="Calibri"/>
                <a:cs typeface="Calibri"/>
              </a:rPr>
              <a:t> </a:t>
            </a:r>
            <a:r>
              <a:rPr sz="2800" dirty="0">
                <a:latin typeface="Calibri"/>
                <a:cs typeface="Calibri"/>
              </a:rPr>
              <a:t>định</a:t>
            </a:r>
            <a:r>
              <a:rPr sz="2800" spc="-10" dirty="0">
                <a:latin typeface="Calibri"/>
                <a:cs typeface="Calibri"/>
              </a:rPr>
              <a:t> </a:t>
            </a:r>
            <a:r>
              <a:rPr sz="2800" dirty="0">
                <a:latin typeface="Calibri"/>
                <a:cs typeface="Calibri"/>
              </a:rPr>
              <a:t>nghĩa</a:t>
            </a:r>
            <a:r>
              <a:rPr sz="2800" spc="-25" dirty="0">
                <a:latin typeface="Calibri"/>
                <a:cs typeface="Calibri"/>
              </a:rPr>
              <a:t> </a:t>
            </a:r>
            <a:r>
              <a:rPr sz="2800" dirty="0">
                <a:latin typeface="Calibri"/>
                <a:cs typeface="Calibri"/>
              </a:rPr>
              <a:t>quan</a:t>
            </a:r>
            <a:r>
              <a:rPr sz="2800" spc="-25" dirty="0">
                <a:latin typeface="Calibri"/>
                <a:cs typeface="Calibri"/>
              </a:rPr>
              <a:t> </a:t>
            </a:r>
            <a:r>
              <a:rPr sz="2800" dirty="0">
                <a:latin typeface="Calibri"/>
                <a:cs typeface="Calibri"/>
              </a:rPr>
              <a:t>hệ</a:t>
            </a:r>
            <a:r>
              <a:rPr sz="2800" spc="-35" dirty="0">
                <a:latin typeface="Calibri"/>
                <a:cs typeface="Calibri"/>
              </a:rPr>
              <a:t> </a:t>
            </a:r>
            <a:r>
              <a:rPr sz="2800" dirty="0">
                <a:latin typeface="Calibri"/>
                <a:cs typeface="Calibri"/>
              </a:rPr>
              <a:t>R</a:t>
            </a:r>
            <a:r>
              <a:rPr sz="2800" spc="-30" dirty="0">
                <a:latin typeface="Calibri"/>
                <a:cs typeface="Calibri"/>
              </a:rPr>
              <a:t> </a:t>
            </a:r>
            <a:r>
              <a:rPr sz="2800" dirty="0">
                <a:latin typeface="Calibri"/>
                <a:cs typeface="Calibri"/>
              </a:rPr>
              <a:t>trên</a:t>
            </a:r>
            <a:r>
              <a:rPr sz="2800" spc="-35" dirty="0">
                <a:latin typeface="Calibri"/>
                <a:cs typeface="Calibri"/>
              </a:rPr>
              <a:t> </a:t>
            </a:r>
            <a:r>
              <a:rPr sz="2800" dirty="0">
                <a:latin typeface="Calibri"/>
                <a:cs typeface="Calibri"/>
              </a:rPr>
              <a:t>X</a:t>
            </a:r>
            <a:r>
              <a:rPr sz="2800" spc="-45" dirty="0">
                <a:latin typeface="Calibri"/>
                <a:cs typeface="Calibri"/>
              </a:rPr>
              <a:t> </a:t>
            </a:r>
            <a:r>
              <a:rPr sz="2800" spc="-25" dirty="0">
                <a:latin typeface="Calibri"/>
                <a:cs typeface="Calibri"/>
              </a:rPr>
              <a:t>như </a:t>
            </a:r>
            <a:r>
              <a:rPr sz="2800" spc="-20" dirty="0">
                <a:latin typeface="Calibri"/>
                <a:cs typeface="Calibri"/>
              </a:rPr>
              <a:t>sau:</a:t>
            </a:r>
            <a:endParaRPr sz="2800">
              <a:latin typeface="Calibri"/>
              <a:cs typeface="Calibri"/>
            </a:endParaRPr>
          </a:p>
          <a:p>
            <a:pPr marL="227965" algn="ctr">
              <a:lnSpc>
                <a:spcPct val="100000"/>
              </a:lnSpc>
              <a:spcBef>
                <a:spcPts val="600"/>
              </a:spcBef>
            </a:pPr>
            <a:r>
              <a:rPr sz="2800" dirty="0">
                <a:latin typeface="Calibri"/>
                <a:cs typeface="Calibri"/>
              </a:rPr>
              <a:t>(x,</a:t>
            </a:r>
            <a:r>
              <a:rPr sz="2800" spc="-15" dirty="0">
                <a:latin typeface="Calibri"/>
                <a:cs typeface="Calibri"/>
              </a:rPr>
              <a:t> </a:t>
            </a:r>
            <a:r>
              <a:rPr sz="2800" dirty="0">
                <a:latin typeface="Calibri"/>
                <a:cs typeface="Calibri"/>
              </a:rPr>
              <a:t>y)</a:t>
            </a:r>
            <a:r>
              <a:rPr sz="2800" spc="-10" dirty="0">
                <a:latin typeface="Calibri"/>
                <a:cs typeface="Calibri"/>
              </a:rPr>
              <a:t> </a:t>
            </a:r>
            <a:r>
              <a:rPr sz="2800" dirty="0">
                <a:latin typeface="Symbol"/>
                <a:cs typeface="Symbol"/>
              </a:rPr>
              <a:t></a:t>
            </a:r>
            <a:r>
              <a:rPr sz="2800" spc="-70" dirty="0">
                <a:latin typeface="Times New Roman"/>
                <a:cs typeface="Times New Roman"/>
              </a:rPr>
              <a:t> </a:t>
            </a:r>
            <a:r>
              <a:rPr sz="2800" dirty="0">
                <a:latin typeface="Calibri"/>
                <a:cs typeface="Calibri"/>
              </a:rPr>
              <a:t>R</a:t>
            </a:r>
            <a:r>
              <a:rPr sz="2800" spc="-5" dirty="0">
                <a:latin typeface="Calibri"/>
                <a:cs typeface="Calibri"/>
              </a:rPr>
              <a:t> </a:t>
            </a:r>
            <a:r>
              <a:rPr sz="2800" dirty="0">
                <a:solidFill>
                  <a:srgbClr val="FF0000"/>
                </a:solidFill>
                <a:latin typeface="Symbol"/>
                <a:cs typeface="Symbol"/>
              </a:rPr>
              <a:t></a:t>
            </a:r>
            <a:r>
              <a:rPr sz="2800" spc="-65" dirty="0">
                <a:solidFill>
                  <a:srgbClr val="FF0000"/>
                </a:solidFill>
                <a:latin typeface="Times New Roman"/>
                <a:cs typeface="Times New Roman"/>
              </a:rPr>
              <a:t> </a:t>
            </a:r>
            <a:r>
              <a:rPr sz="2800" spc="-20" dirty="0">
                <a:latin typeface="Calibri"/>
                <a:cs typeface="Calibri"/>
              </a:rPr>
              <a:t>x=y.</a:t>
            </a:r>
            <a:endParaRPr sz="2800">
              <a:latin typeface="Calibri"/>
              <a:cs typeface="Calibri"/>
            </a:endParaRPr>
          </a:p>
          <a:p>
            <a:pPr marL="12700">
              <a:lnSpc>
                <a:spcPct val="100000"/>
              </a:lnSpc>
              <a:spcBef>
                <a:spcPts val="635"/>
              </a:spcBef>
            </a:pPr>
            <a:r>
              <a:rPr sz="2800" dirty="0">
                <a:latin typeface="Calibri"/>
                <a:cs typeface="Calibri"/>
              </a:rPr>
              <a:t>R</a:t>
            </a:r>
            <a:r>
              <a:rPr sz="2800" spc="-35" dirty="0">
                <a:latin typeface="Calibri"/>
                <a:cs typeface="Calibri"/>
              </a:rPr>
              <a:t> </a:t>
            </a:r>
            <a:r>
              <a:rPr sz="2800" dirty="0">
                <a:latin typeface="Calibri"/>
                <a:cs typeface="Calibri"/>
              </a:rPr>
              <a:t>là</a:t>
            </a:r>
            <a:r>
              <a:rPr sz="2800" spc="-45" dirty="0">
                <a:latin typeface="Calibri"/>
                <a:cs typeface="Calibri"/>
              </a:rPr>
              <a:t> </a:t>
            </a:r>
            <a:r>
              <a:rPr sz="2800" dirty="0">
                <a:latin typeface="Calibri"/>
                <a:cs typeface="Calibri"/>
              </a:rPr>
              <a:t>quan</a:t>
            </a:r>
            <a:r>
              <a:rPr sz="2800" spc="-25" dirty="0">
                <a:latin typeface="Calibri"/>
                <a:cs typeface="Calibri"/>
              </a:rPr>
              <a:t> </a:t>
            </a:r>
            <a:r>
              <a:rPr sz="2800" dirty="0">
                <a:latin typeface="Calibri"/>
                <a:cs typeface="Calibri"/>
              </a:rPr>
              <a:t>hệ</a:t>
            </a:r>
            <a:r>
              <a:rPr sz="2800" spc="-35" dirty="0">
                <a:latin typeface="Calibri"/>
                <a:cs typeface="Calibri"/>
              </a:rPr>
              <a:t> </a:t>
            </a:r>
            <a:r>
              <a:rPr sz="2800" dirty="0">
                <a:latin typeface="Calibri"/>
                <a:cs typeface="Calibri"/>
              </a:rPr>
              <a:t>đối</a:t>
            </a:r>
            <a:r>
              <a:rPr sz="2800" spc="-40" dirty="0">
                <a:latin typeface="Calibri"/>
                <a:cs typeface="Calibri"/>
              </a:rPr>
              <a:t> </a:t>
            </a:r>
            <a:r>
              <a:rPr sz="2800" dirty="0">
                <a:latin typeface="Calibri"/>
                <a:cs typeface="Calibri"/>
              </a:rPr>
              <a:t>xứng</a:t>
            </a:r>
            <a:r>
              <a:rPr sz="2800" spc="-25" dirty="0">
                <a:latin typeface="Calibri"/>
                <a:cs typeface="Calibri"/>
              </a:rPr>
              <a:t> ?.</a:t>
            </a:r>
            <a:endParaRPr sz="2800">
              <a:latin typeface="Calibri"/>
              <a:cs typeface="Calibri"/>
            </a:endParaRPr>
          </a:p>
          <a:p>
            <a:pPr marL="12700">
              <a:lnSpc>
                <a:spcPts val="3340"/>
              </a:lnSpc>
              <a:spcBef>
                <a:spcPts val="710"/>
              </a:spcBef>
            </a:pPr>
            <a:r>
              <a:rPr sz="2800" dirty="0">
                <a:latin typeface="Calibri"/>
                <a:cs typeface="Calibri"/>
              </a:rPr>
              <a:t>R</a:t>
            </a:r>
            <a:r>
              <a:rPr sz="2800" spc="-30" dirty="0">
                <a:latin typeface="Calibri"/>
                <a:cs typeface="Calibri"/>
              </a:rPr>
              <a:t> </a:t>
            </a:r>
            <a:r>
              <a:rPr sz="2800" dirty="0">
                <a:latin typeface="Calibri"/>
                <a:cs typeface="Calibri"/>
              </a:rPr>
              <a:t>là</a:t>
            </a:r>
            <a:r>
              <a:rPr sz="2800" spc="-35" dirty="0">
                <a:latin typeface="Calibri"/>
                <a:cs typeface="Calibri"/>
              </a:rPr>
              <a:t> </a:t>
            </a:r>
            <a:r>
              <a:rPr sz="2800" dirty="0">
                <a:latin typeface="Calibri"/>
                <a:cs typeface="Calibri"/>
              </a:rPr>
              <a:t>quan</a:t>
            </a:r>
            <a:r>
              <a:rPr sz="2800" spc="-15" dirty="0">
                <a:latin typeface="Calibri"/>
                <a:cs typeface="Calibri"/>
              </a:rPr>
              <a:t> </a:t>
            </a:r>
            <a:r>
              <a:rPr sz="2800" dirty="0">
                <a:latin typeface="Calibri"/>
                <a:cs typeface="Calibri"/>
              </a:rPr>
              <a:t>hệ</a:t>
            </a:r>
            <a:r>
              <a:rPr sz="2800" spc="-25" dirty="0">
                <a:latin typeface="Calibri"/>
                <a:cs typeface="Calibri"/>
              </a:rPr>
              <a:t> </a:t>
            </a:r>
            <a:r>
              <a:rPr sz="2800" dirty="0">
                <a:latin typeface="Calibri"/>
                <a:cs typeface="Calibri"/>
              </a:rPr>
              <a:t>đối</a:t>
            </a:r>
            <a:r>
              <a:rPr sz="2800" spc="-30" dirty="0">
                <a:latin typeface="Calibri"/>
                <a:cs typeface="Calibri"/>
              </a:rPr>
              <a:t> </a:t>
            </a:r>
            <a:r>
              <a:rPr sz="2800" dirty="0">
                <a:latin typeface="Calibri"/>
                <a:cs typeface="Calibri"/>
              </a:rPr>
              <a:t>xứng</a:t>
            </a:r>
            <a:r>
              <a:rPr sz="2800" spc="-5" dirty="0">
                <a:latin typeface="Calibri"/>
                <a:cs typeface="Calibri"/>
              </a:rPr>
              <a:t> </a:t>
            </a:r>
            <a:r>
              <a:rPr sz="2800" dirty="0">
                <a:latin typeface="Calibri"/>
                <a:cs typeface="Calibri"/>
              </a:rPr>
              <a:t>.</a:t>
            </a:r>
            <a:r>
              <a:rPr sz="2800" spc="-20" dirty="0">
                <a:latin typeface="Calibri"/>
                <a:cs typeface="Calibri"/>
              </a:rPr>
              <a:t> </a:t>
            </a:r>
            <a:r>
              <a:rPr sz="2800" dirty="0">
                <a:latin typeface="Calibri"/>
                <a:cs typeface="Calibri"/>
              </a:rPr>
              <a:t>Giả</a:t>
            </a:r>
            <a:r>
              <a:rPr sz="2800" spc="-45" dirty="0">
                <a:latin typeface="Calibri"/>
                <a:cs typeface="Calibri"/>
              </a:rPr>
              <a:t> </a:t>
            </a:r>
            <a:r>
              <a:rPr sz="2800" dirty="0">
                <a:latin typeface="Calibri"/>
                <a:cs typeface="Calibri"/>
              </a:rPr>
              <a:t>sử</a:t>
            </a:r>
            <a:r>
              <a:rPr sz="2800" spc="-5" dirty="0">
                <a:latin typeface="Calibri"/>
                <a:cs typeface="Calibri"/>
              </a:rPr>
              <a:t> </a:t>
            </a:r>
            <a:r>
              <a:rPr sz="2800" b="1" dirty="0">
                <a:latin typeface="Calibri"/>
                <a:cs typeface="Calibri"/>
              </a:rPr>
              <a:t>(a,</a:t>
            </a:r>
            <a:r>
              <a:rPr sz="2800" b="1" spc="-25" dirty="0">
                <a:latin typeface="Calibri"/>
                <a:cs typeface="Calibri"/>
              </a:rPr>
              <a:t> </a:t>
            </a:r>
            <a:r>
              <a:rPr sz="2800" b="1" dirty="0">
                <a:latin typeface="Calibri"/>
                <a:cs typeface="Calibri"/>
              </a:rPr>
              <a:t>b)</a:t>
            </a:r>
            <a:r>
              <a:rPr sz="2800" dirty="0">
                <a:latin typeface="Symbol"/>
                <a:cs typeface="Symbol"/>
              </a:rPr>
              <a:t></a:t>
            </a:r>
            <a:r>
              <a:rPr sz="2800" spc="-100" dirty="0">
                <a:latin typeface="Times New Roman"/>
                <a:cs typeface="Times New Roman"/>
              </a:rPr>
              <a:t> </a:t>
            </a:r>
            <a:r>
              <a:rPr sz="2800" b="1" dirty="0">
                <a:latin typeface="Calibri"/>
                <a:cs typeface="Calibri"/>
              </a:rPr>
              <a:t>R</a:t>
            </a:r>
            <a:r>
              <a:rPr sz="2800" b="1" spc="-20" dirty="0">
                <a:latin typeface="Calibri"/>
                <a:cs typeface="Calibri"/>
              </a:rPr>
              <a:t> </a:t>
            </a:r>
            <a:r>
              <a:rPr sz="2800" b="1" dirty="0">
                <a:latin typeface="Calibri"/>
                <a:cs typeface="Calibri"/>
              </a:rPr>
              <a:t>có</a:t>
            </a:r>
            <a:r>
              <a:rPr sz="2800" b="1" spc="-40" dirty="0">
                <a:latin typeface="Calibri"/>
                <a:cs typeface="Calibri"/>
              </a:rPr>
              <a:t> </a:t>
            </a:r>
            <a:r>
              <a:rPr sz="2800" b="1" dirty="0">
                <a:latin typeface="Calibri"/>
                <a:cs typeface="Calibri"/>
              </a:rPr>
              <a:t>chân</a:t>
            </a:r>
            <a:r>
              <a:rPr sz="2800" b="1" spc="-30" dirty="0">
                <a:latin typeface="Calibri"/>
                <a:cs typeface="Calibri"/>
              </a:rPr>
              <a:t> </a:t>
            </a:r>
            <a:r>
              <a:rPr sz="2800" b="1" spc="-25" dirty="0">
                <a:latin typeface="Calibri"/>
                <a:cs typeface="Calibri"/>
              </a:rPr>
              <a:t>trị</a:t>
            </a:r>
            <a:endParaRPr sz="2800">
              <a:latin typeface="Calibri"/>
              <a:cs typeface="Calibri"/>
            </a:endParaRPr>
          </a:p>
          <a:p>
            <a:pPr marL="12700" marR="5080">
              <a:lnSpc>
                <a:spcPts val="3400"/>
              </a:lnSpc>
              <a:spcBef>
                <a:spcPts val="60"/>
              </a:spcBef>
            </a:pPr>
            <a:r>
              <a:rPr sz="2800" b="1" dirty="0">
                <a:latin typeface="Calibri"/>
                <a:cs typeface="Calibri"/>
              </a:rPr>
              <a:t>ĐÚNG</a:t>
            </a:r>
            <a:r>
              <a:rPr sz="2800" dirty="0">
                <a:latin typeface="Calibri"/>
                <a:cs typeface="Calibri"/>
              </a:rPr>
              <a:t>.</a:t>
            </a:r>
            <a:r>
              <a:rPr sz="2800" spc="-15" dirty="0">
                <a:latin typeface="Calibri"/>
                <a:cs typeface="Calibri"/>
              </a:rPr>
              <a:t> </a:t>
            </a:r>
            <a:r>
              <a:rPr sz="2800" dirty="0">
                <a:latin typeface="Calibri"/>
                <a:cs typeface="Calibri"/>
              </a:rPr>
              <a:t>Theo</a:t>
            </a:r>
            <a:r>
              <a:rPr sz="2800" spc="-45" dirty="0">
                <a:latin typeface="Calibri"/>
                <a:cs typeface="Calibri"/>
              </a:rPr>
              <a:t> </a:t>
            </a:r>
            <a:r>
              <a:rPr sz="2800" dirty="0">
                <a:latin typeface="Calibri"/>
                <a:cs typeface="Calibri"/>
              </a:rPr>
              <a:t>định</a:t>
            </a:r>
            <a:r>
              <a:rPr sz="2800" spc="-35" dirty="0">
                <a:latin typeface="Calibri"/>
                <a:cs typeface="Calibri"/>
              </a:rPr>
              <a:t> </a:t>
            </a:r>
            <a:r>
              <a:rPr sz="2800" dirty="0">
                <a:latin typeface="Calibri"/>
                <a:cs typeface="Calibri"/>
              </a:rPr>
              <a:t>nghĩa</a:t>
            </a:r>
            <a:r>
              <a:rPr sz="2800" spc="-30" dirty="0">
                <a:latin typeface="Calibri"/>
                <a:cs typeface="Calibri"/>
              </a:rPr>
              <a:t> </a:t>
            </a:r>
            <a:r>
              <a:rPr sz="2800" dirty="0">
                <a:latin typeface="Calibri"/>
                <a:cs typeface="Calibri"/>
              </a:rPr>
              <a:t>ta</a:t>
            </a:r>
            <a:r>
              <a:rPr sz="2800" spc="-50" dirty="0">
                <a:latin typeface="Calibri"/>
                <a:cs typeface="Calibri"/>
              </a:rPr>
              <a:t> </a:t>
            </a:r>
            <a:r>
              <a:rPr sz="2800" dirty="0">
                <a:latin typeface="Calibri"/>
                <a:cs typeface="Calibri"/>
              </a:rPr>
              <a:t>có</a:t>
            </a:r>
            <a:r>
              <a:rPr sz="2800" spc="-45" dirty="0">
                <a:latin typeface="Calibri"/>
                <a:cs typeface="Calibri"/>
              </a:rPr>
              <a:t> </a:t>
            </a:r>
            <a:r>
              <a:rPr sz="2800" dirty="0">
                <a:latin typeface="Calibri"/>
                <a:cs typeface="Calibri"/>
              </a:rPr>
              <a:t>a=b.</a:t>
            </a:r>
            <a:r>
              <a:rPr sz="2800" spc="-30" dirty="0">
                <a:latin typeface="Calibri"/>
                <a:cs typeface="Calibri"/>
              </a:rPr>
              <a:t> </a:t>
            </a:r>
            <a:r>
              <a:rPr sz="2800" dirty="0">
                <a:latin typeface="Calibri"/>
                <a:cs typeface="Calibri"/>
              </a:rPr>
              <a:t>Do</a:t>
            </a:r>
            <a:r>
              <a:rPr sz="2800" spc="-40" dirty="0">
                <a:latin typeface="Calibri"/>
                <a:cs typeface="Calibri"/>
              </a:rPr>
              <a:t> </a:t>
            </a:r>
            <a:r>
              <a:rPr sz="2800" dirty="0">
                <a:latin typeface="Calibri"/>
                <a:cs typeface="Calibri"/>
              </a:rPr>
              <a:t>đó</a:t>
            </a:r>
            <a:r>
              <a:rPr sz="2800" spc="-50" dirty="0">
                <a:latin typeface="Calibri"/>
                <a:cs typeface="Calibri"/>
              </a:rPr>
              <a:t> </a:t>
            </a:r>
            <a:r>
              <a:rPr sz="2800" dirty="0">
                <a:latin typeface="Calibri"/>
                <a:cs typeface="Calibri"/>
              </a:rPr>
              <a:t>b=a</a:t>
            </a:r>
            <a:r>
              <a:rPr sz="2800" spc="-15" dirty="0">
                <a:latin typeface="Calibri"/>
                <a:cs typeface="Calibri"/>
              </a:rPr>
              <a:t> </a:t>
            </a:r>
            <a:r>
              <a:rPr sz="2800" dirty="0">
                <a:latin typeface="Calibri"/>
                <a:cs typeface="Calibri"/>
              </a:rPr>
              <a:t>,</a:t>
            </a:r>
            <a:r>
              <a:rPr sz="2800" spc="-40" dirty="0">
                <a:latin typeface="Calibri"/>
                <a:cs typeface="Calibri"/>
              </a:rPr>
              <a:t> </a:t>
            </a:r>
            <a:r>
              <a:rPr sz="2800" dirty="0">
                <a:latin typeface="Calibri"/>
                <a:cs typeface="Calibri"/>
              </a:rPr>
              <a:t>suy</a:t>
            </a:r>
            <a:r>
              <a:rPr sz="2800" spc="-35" dirty="0">
                <a:latin typeface="Calibri"/>
                <a:cs typeface="Calibri"/>
              </a:rPr>
              <a:t> </a:t>
            </a:r>
            <a:r>
              <a:rPr sz="2800" dirty="0">
                <a:latin typeface="Calibri"/>
                <a:cs typeface="Calibri"/>
              </a:rPr>
              <a:t>ra</a:t>
            </a:r>
            <a:r>
              <a:rPr sz="2800" spc="-50" dirty="0">
                <a:latin typeface="Calibri"/>
                <a:cs typeface="Calibri"/>
              </a:rPr>
              <a:t> </a:t>
            </a:r>
            <a:r>
              <a:rPr sz="2800" spc="-25" dirty="0">
                <a:latin typeface="Calibri"/>
                <a:cs typeface="Calibri"/>
              </a:rPr>
              <a:t>(b, </a:t>
            </a:r>
            <a:r>
              <a:rPr sz="2800" dirty="0">
                <a:latin typeface="Calibri"/>
                <a:cs typeface="Calibri"/>
              </a:rPr>
              <a:t>a)</a:t>
            </a:r>
            <a:r>
              <a:rPr sz="2800" spc="-25" dirty="0">
                <a:latin typeface="Calibri"/>
                <a:cs typeface="Calibri"/>
              </a:rPr>
              <a:t> </a:t>
            </a:r>
            <a:r>
              <a:rPr sz="2800" dirty="0">
                <a:latin typeface="Symbol"/>
                <a:cs typeface="Symbol"/>
              </a:rPr>
              <a:t></a:t>
            </a:r>
            <a:r>
              <a:rPr sz="2800" spc="-75" dirty="0">
                <a:latin typeface="Times New Roman"/>
                <a:cs typeface="Times New Roman"/>
              </a:rPr>
              <a:t> </a:t>
            </a:r>
            <a:r>
              <a:rPr sz="2800" dirty="0">
                <a:latin typeface="Calibri"/>
                <a:cs typeface="Calibri"/>
              </a:rPr>
              <a:t>R.</a:t>
            </a:r>
            <a:r>
              <a:rPr sz="2800" spc="-5" dirty="0">
                <a:latin typeface="Calibri"/>
                <a:cs typeface="Calibri"/>
              </a:rPr>
              <a:t> </a:t>
            </a:r>
            <a:r>
              <a:rPr sz="2800" spc="-25" dirty="0">
                <a:latin typeface="Calibri"/>
                <a:cs typeface="Calibri"/>
              </a:rPr>
              <a:t>Vậy</a:t>
            </a:r>
            <a:endParaRPr sz="2800">
              <a:latin typeface="Calibri"/>
              <a:cs typeface="Calibri"/>
            </a:endParaRPr>
          </a:p>
          <a:p>
            <a:pPr marL="1288415">
              <a:lnSpc>
                <a:spcPct val="100000"/>
              </a:lnSpc>
              <a:spcBef>
                <a:spcPts val="550"/>
              </a:spcBef>
            </a:pPr>
            <a:r>
              <a:rPr sz="2800" dirty="0">
                <a:latin typeface="Calibri"/>
                <a:cs typeface="Calibri"/>
              </a:rPr>
              <a:t>(a,</a:t>
            </a:r>
            <a:r>
              <a:rPr sz="2800" spc="-30" dirty="0">
                <a:latin typeface="Calibri"/>
                <a:cs typeface="Calibri"/>
              </a:rPr>
              <a:t> </a:t>
            </a:r>
            <a:r>
              <a:rPr sz="2800" dirty="0">
                <a:latin typeface="Calibri"/>
                <a:cs typeface="Calibri"/>
              </a:rPr>
              <a:t>b)</a:t>
            </a:r>
            <a:r>
              <a:rPr sz="2800" spc="-10" dirty="0">
                <a:latin typeface="Calibri"/>
                <a:cs typeface="Calibri"/>
              </a:rPr>
              <a:t> </a:t>
            </a:r>
            <a:r>
              <a:rPr sz="2800" dirty="0">
                <a:latin typeface="Symbol"/>
                <a:cs typeface="Symbol"/>
              </a:rPr>
              <a:t></a:t>
            </a:r>
            <a:r>
              <a:rPr sz="2800" spc="-90" dirty="0">
                <a:latin typeface="Times New Roman"/>
                <a:cs typeface="Times New Roman"/>
              </a:rPr>
              <a:t> </a:t>
            </a:r>
            <a:r>
              <a:rPr sz="2800" dirty="0">
                <a:latin typeface="Calibri"/>
                <a:cs typeface="Calibri"/>
              </a:rPr>
              <a:t>R</a:t>
            </a:r>
            <a:r>
              <a:rPr sz="2800" spc="-10" dirty="0">
                <a:latin typeface="Calibri"/>
                <a:cs typeface="Calibri"/>
              </a:rPr>
              <a:t> </a:t>
            </a:r>
            <a:r>
              <a:rPr sz="2800" dirty="0">
                <a:latin typeface="Symbol"/>
                <a:cs typeface="Symbol"/>
              </a:rPr>
              <a:t></a:t>
            </a:r>
            <a:r>
              <a:rPr sz="2800" spc="-90" dirty="0">
                <a:latin typeface="Times New Roman"/>
                <a:cs typeface="Times New Roman"/>
              </a:rPr>
              <a:t> </a:t>
            </a:r>
            <a:r>
              <a:rPr sz="2800" dirty="0">
                <a:latin typeface="Calibri"/>
                <a:cs typeface="Calibri"/>
              </a:rPr>
              <a:t>(b,</a:t>
            </a:r>
            <a:r>
              <a:rPr sz="2800" spc="-15" dirty="0">
                <a:latin typeface="Calibri"/>
                <a:cs typeface="Calibri"/>
              </a:rPr>
              <a:t> </a:t>
            </a:r>
            <a:r>
              <a:rPr sz="2800" dirty="0">
                <a:latin typeface="Calibri"/>
                <a:cs typeface="Calibri"/>
              </a:rPr>
              <a:t>a)</a:t>
            </a:r>
            <a:r>
              <a:rPr sz="2800" spc="-15" dirty="0">
                <a:latin typeface="Calibri"/>
                <a:cs typeface="Calibri"/>
              </a:rPr>
              <a:t> </a:t>
            </a:r>
            <a:r>
              <a:rPr sz="2800" dirty="0">
                <a:latin typeface="Symbol"/>
                <a:cs typeface="Symbol"/>
              </a:rPr>
              <a:t></a:t>
            </a:r>
            <a:r>
              <a:rPr sz="2800" spc="-95" dirty="0">
                <a:latin typeface="Times New Roman"/>
                <a:cs typeface="Times New Roman"/>
              </a:rPr>
              <a:t> </a:t>
            </a:r>
            <a:r>
              <a:rPr sz="2800" dirty="0">
                <a:latin typeface="Calibri"/>
                <a:cs typeface="Calibri"/>
              </a:rPr>
              <a:t>R</a:t>
            </a:r>
            <a:r>
              <a:rPr sz="2800" spc="-15" dirty="0">
                <a:latin typeface="Calibri"/>
                <a:cs typeface="Calibri"/>
              </a:rPr>
              <a:t> </a:t>
            </a:r>
            <a:r>
              <a:rPr sz="2800" dirty="0">
                <a:latin typeface="Calibri"/>
                <a:cs typeface="Calibri"/>
              </a:rPr>
              <a:t>có</a:t>
            </a:r>
            <a:r>
              <a:rPr sz="2800" spc="-30" dirty="0">
                <a:latin typeface="Calibri"/>
                <a:cs typeface="Calibri"/>
              </a:rPr>
              <a:t> </a:t>
            </a:r>
            <a:r>
              <a:rPr sz="2800" dirty="0">
                <a:latin typeface="Calibri"/>
                <a:cs typeface="Calibri"/>
              </a:rPr>
              <a:t>chân</a:t>
            </a:r>
            <a:r>
              <a:rPr sz="2800" spc="-20" dirty="0">
                <a:latin typeface="Calibri"/>
                <a:cs typeface="Calibri"/>
              </a:rPr>
              <a:t> </a:t>
            </a:r>
            <a:r>
              <a:rPr sz="2800" dirty="0">
                <a:latin typeface="Calibri"/>
                <a:cs typeface="Calibri"/>
              </a:rPr>
              <a:t>trị</a:t>
            </a:r>
            <a:r>
              <a:rPr sz="2800" spc="-25" dirty="0">
                <a:latin typeface="Calibri"/>
                <a:cs typeface="Calibri"/>
              </a:rPr>
              <a:t> </a:t>
            </a:r>
            <a:r>
              <a:rPr sz="2800" spc="-10" dirty="0">
                <a:latin typeface="Calibri"/>
                <a:cs typeface="Calibri"/>
              </a:rPr>
              <a:t>đúng.</a:t>
            </a:r>
            <a:endParaRPr sz="2800">
              <a:latin typeface="Calibri"/>
              <a:cs typeface="Calibri"/>
            </a:endParaRPr>
          </a:p>
          <a:p>
            <a:pPr>
              <a:lnSpc>
                <a:spcPct val="100000"/>
              </a:lnSpc>
              <a:spcBef>
                <a:spcPts val="1250"/>
              </a:spcBef>
            </a:pPr>
            <a:endParaRPr sz="2800">
              <a:latin typeface="Calibri"/>
              <a:cs typeface="Calibri"/>
            </a:endParaRPr>
          </a:p>
          <a:p>
            <a:pPr marL="12700">
              <a:lnSpc>
                <a:spcPct val="100000"/>
              </a:lnSpc>
              <a:spcBef>
                <a:spcPts val="5"/>
              </a:spcBef>
              <a:tabLst>
                <a:tab pos="881380" algn="l"/>
              </a:tabLst>
            </a:pPr>
            <a:r>
              <a:rPr sz="2800" b="1" spc="-20" dirty="0">
                <a:latin typeface="Calibri"/>
                <a:cs typeface="Calibri"/>
              </a:rPr>
              <a:t>Vậy:</a:t>
            </a:r>
            <a:r>
              <a:rPr sz="2800" b="1" dirty="0">
                <a:latin typeface="Calibri"/>
                <a:cs typeface="Calibri"/>
              </a:rPr>
              <a:t>	</a:t>
            </a:r>
            <a:r>
              <a:rPr sz="2800" dirty="0">
                <a:latin typeface="Calibri"/>
                <a:cs typeface="Calibri"/>
              </a:rPr>
              <a:t>Mệnh</a:t>
            </a:r>
            <a:r>
              <a:rPr sz="2800" spc="-30" dirty="0">
                <a:latin typeface="Calibri"/>
                <a:cs typeface="Calibri"/>
              </a:rPr>
              <a:t> </a:t>
            </a:r>
            <a:r>
              <a:rPr sz="2800" dirty="0">
                <a:latin typeface="Calibri"/>
                <a:cs typeface="Calibri"/>
              </a:rPr>
              <a:t>đề</a:t>
            </a:r>
            <a:r>
              <a:rPr sz="2800" spc="-45" dirty="0">
                <a:latin typeface="Calibri"/>
                <a:cs typeface="Calibri"/>
              </a:rPr>
              <a:t> </a:t>
            </a:r>
            <a:r>
              <a:rPr sz="2800" dirty="0">
                <a:latin typeface="Calibri"/>
                <a:cs typeface="Calibri"/>
              </a:rPr>
              <a:t>(*)</a:t>
            </a:r>
            <a:r>
              <a:rPr sz="2800" spc="-45" dirty="0">
                <a:latin typeface="Calibri"/>
                <a:cs typeface="Calibri"/>
              </a:rPr>
              <a:t> </a:t>
            </a:r>
            <a:r>
              <a:rPr sz="2800" spc="-10" dirty="0">
                <a:latin typeface="Calibri"/>
                <a:cs typeface="Calibri"/>
              </a:rPr>
              <a:t>ĐÚNG.</a:t>
            </a:r>
            <a:endParaRPr sz="2800">
              <a:latin typeface="Calibri"/>
              <a:cs typeface="Calibri"/>
            </a:endParaRPr>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144349"/>
            <a:ext cx="8255000" cy="5824855"/>
          </a:xfrm>
          <a:prstGeom prst="rect">
            <a:avLst/>
          </a:prstGeom>
        </p:spPr>
        <p:txBody>
          <a:bodyPr vert="horz" wrap="square" lIns="0" tIns="12700" rIns="0" bIns="0" rtlCol="0">
            <a:spAutoFit/>
          </a:bodyPr>
          <a:lstStyle/>
          <a:p>
            <a:pPr marL="12700" marR="1033780" indent="1075690">
              <a:lnSpc>
                <a:spcPct val="109400"/>
              </a:lnSpc>
              <a:spcBef>
                <a:spcPts val="100"/>
              </a:spcBef>
              <a:tabLst>
                <a:tab pos="6755765" algn="l"/>
              </a:tabLst>
            </a:pPr>
            <a:r>
              <a:rPr sz="3200" dirty="0">
                <a:latin typeface="Symbol"/>
                <a:cs typeface="Symbol"/>
              </a:rPr>
              <a:t></a:t>
            </a:r>
            <a:r>
              <a:rPr sz="3200" b="1" dirty="0">
                <a:latin typeface="Calibri"/>
                <a:cs typeface="Calibri"/>
              </a:rPr>
              <a:t>x,</a:t>
            </a:r>
            <a:r>
              <a:rPr sz="3200" b="1" spc="-40" dirty="0">
                <a:latin typeface="Calibri"/>
                <a:cs typeface="Calibri"/>
              </a:rPr>
              <a:t> </a:t>
            </a:r>
            <a:r>
              <a:rPr sz="3200" b="1" dirty="0">
                <a:latin typeface="Calibri"/>
                <a:cs typeface="Calibri"/>
              </a:rPr>
              <a:t>y</a:t>
            </a:r>
            <a:r>
              <a:rPr sz="3200" b="1" spc="-40" dirty="0">
                <a:latin typeface="Calibri"/>
                <a:cs typeface="Calibri"/>
              </a:rPr>
              <a:t> </a:t>
            </a:r>
            <a:r>
              <a:rPr sz="3200" dirty="0">
                <a:latin typeface="Symbol"/>
                <a:cs typeface="Symbol"/>
              </a:rPr>
              <a:t></a:t>
            </a:r>
            <a:r>
              <a:rPr sz="3200" spc="-105" dirty="0">
                <a:latin typeface="Times New Roman"/>
                <a:cs typeface="Times New Roman"/>
              </a:rPr>
              <a:t> </a:t>
            </a:r>
            <a:r>
              <a:rPr sz="3200" b="1" dirty="0">
                <a:latin typeface="Calibri"/>
                <a:cs typeface="Calibri"/>
              </a:rPr>
              <a:t>X,</a:t>
            </a:r>
            <a:r>
              <a:rPr sz="3200" b="1" spc="-25" dirty="0">
                <a:latin typeface="Calibri"/>
                <a:cs typeface="Calibri"/>
              </a:rPr>
              <a:t> </a:t>
            </a:r>
            <a:r>
              <a:rPr sz="3200" b="1" dirty="0">
                <a:latin typeface="Calibri"/>
                <a:cs typeface="Calibri"/>
              </a:rPr>
              <a:t>(x,</a:t>
            </a:r>
            <a:r>
              <a:rPr sz="3200" b="1" spc="-30" dirty="0">
                <a:latin typeface="Calibri"/>
                <a:cs typeface="Calibri"/>
              </a:rPr>
              <a:t> </a:t>
            </a:r>
            <a:r>
              <a:rPr sz="3200" b="1" dirty="0">
                <a:latin typeface="Calibri"/>
                <a:cs typeface="Calibri"/>
              </a:rPr>
              <a:t>y)</a:t>
            </a:r>
            <a:r>
              <a:rPr sz="3200" b="1" spc="-45" dirty="0">
                <a:latin typeface="Calibri"/>
                <a:cs typeface="Calibri"/>
              </a:rPr>
              <a:t> </a:t>
            </a:r>
            <a:r>
              <a:rPr sz="3200" dirty="0">
                <a:latin typeface="Symbol"/>
                <a:cs typeface="Symbol"/>
              </a:rPr>
              <a:t></a:t>
            </a:r>
            <a:r>
              <a:rPr sz="3200" spc="-90" dirty="0">
                <a:latin typeface="Times New Roman"/>
                <a:cs typeface="Times New Roman"/>
              </a:rPr>
              <a:t> </a:t>
            </a:r>
            <a:r>
              <a:rPr sz="3200" b="1" dirty="0">
                <a:latin typeface="Calibri"/>
                <a:cs typeface="Calibri"/>
              </a:rPr>
              <a:t>R</a:t>
            </a:r>
            <a:r>
              <a:rPr sz="3200" b="1" spc="-35" dirty="0">
                <a:latin typeface="Calibri"/>
                <a:cs typeface="Calibri"/>
              </a:rPr>
              <a:t> </a:t>
            </a:r>
            <a:r>
              <a:rPr sz="3200" dirty="0">
                <a:latin typeface="Symbol"/>
                <a:cs typeface="Symbol"/>
              </a:rPr>
              <a:t></a:t>
            </a:r>
            <a:r>
              <a:rPr sz="3200" spc="-105" dirty="0">
                <a:latin typeface="Times New Roman"/>
                <a:cs typeface="Times New Roman"/>
              </a:rPr>
              <a:t> </a:t>
            </a:r>
            <a:r>
              <a:rPr sz="3200" b="1" spc="-20" dirty="0">
                <a:latin typeface="Calibri"/>
                <a:cs typeface="Calibri"/>
              </a:rPr>
              <a:t>(y,</a:t>
            </a:r>
            <a:r>
              <a:rPr sz="3200" b="1" spc="-30" dirty="0">
                <a:latin typeface="Calibri"/>
                <a:cs typeface="Calibri"/>
              </a:rPr>
              <a:t> </a:t>
            </a:r>
            <a:r>
              <a:rPr sz="3200" b="1" dirty="0">
                <a:latin typeface="Calibri"/>
                <a:cs typeface="Calibri"/>
              </a:rPr>
              <a:t>x)</a:t>
            </a:r>
            <a:r>
              <a:rPr sz="3200" b="1" spc="-20" dirty="0">
                <a:latin typeface="Calibri"/>
                <a:cs typeface="Calibri"/>
              </a:rPr>
              <a:t> </a:t>
            </a:r>
            <a:r>
              <a:rPr sz="3200" dirty="0">
                <a:latin typeface="Symbol"/>
                <a:cs typeface="Symbol"/>
              </a:rPr>
              <a:t></a:t>
            </a:r>
            <a:r>
              <a:rPr sz="3200" spc="-105" dirty="0">
                <a:latin typeface="Times New Roman"/>
                <a:cs typeface="Times New Roman"/>
              </a:rPr>
              <a:t> </a:t>
            </a:r>
            <a:r>
              <a:rPr sz="3200" b="1" spc="-50" dirty="0">
                <a:latin typeface="Calibri"/>
                <a:cs typeface="Calibri"/>
              </a:rPr>
              <a:t>R</a:t>
            </a:r>
            <a:r>
              <a:rPr sz="3200" b="1" dirty="0">
                <a:latin typeface="Calibri"/>
                <a:cs typeface="Calibri"/>
              </a:rPr>
              <a:t>	</a:t>
            </a:r>
            <a:r>
              <a:rPr sz="3200" b="1" spc="-25" dirty="0">
                <a:latin typeface="Calibri"/>
                <a:cs typeface="Calibri"/>
              </a:rPr>
              <a:t>(*) </a:t>
            </a:r>
            <a:r>
              <a:rPr sz="3200" b="1" dirty="0">
                <a:latin typeface="Calibri"/>
                <a:cs typeface="Calibri"/>
              </a:rPr>
              <a:t>Ví</a:t>
            </a:r>
            <a:r>
              <a:rPr sz="3200" b="1" spc="-40" dirty="0">
                <a:latin typeface="Calibri"/>
                <a:cs typeface="Calibri"/>
              </a:rPr>
              <a:t> </a:t>
            </a:r>
            <a:r>
              <a:rPr sz="3200" b="1" dirty="0">
                <a:latin typeface="Calibri"/>
                <a:cs typeface="Calibri"/>
              </a:rPr>
              <a:t>dụ</a:t>
            </a:r>
            <a:r>
              <a:rPr sz="3200" b="1" spc="-40" dirty="0">
                <a:latin typeface="Calibri"/>
                <a:cs typeface="Calibri"/>
              </a:rPr>
              <a:t> </a:t>
            </a:r>
            <a:r>
              <a:rPr sz="3200" b="1" dirty="0">
                <a:latin typeface="Calibri"/>
                <a:cs typeface="Calibri"/>
              </a:rPr>
              <a:t>4:</a:t>
            </a:r>
            <a:r>
              <a:rPr sz="3200" b="1" spc="-25" dirty="0">
                <a:latin typeface="Calibri"/>
                <a:cs typeface="Calibri"/>
              </a:rPr>
              <a:t> </a:t>
            </a:r>
            <a:r>
              <a:rPr sz="3200" dirty="0">
                <a:latin typeface="Calibri"/>
                <a:cs typeface="Calibri"/>
              </a:rPr>
              <a:t>X</a:t>
            </a:r>
            <a:r>
              <a:rPr sz="3200" spc="-25" dirty="0">
                <a:latin typeface="Calibri"/>
                <a:cs typeface="Calibri"/>
              </a:rPr>
              <a:t> </a:t>
            </a:r>
            <a:r>
              <a:rPr sz="3200" dirty="0">
                <a:latin typeface="Calibri"/>
                <a:cs typeface="Calibri"/>
              </a:rPr>
              <a:t>là</a:t>
            </a:r>
            <a:r>
              <a:rPr sz="3200" spc="-30" dirty="0">
                <a:latin typeface="Calibri"/>
                <a:cs typeface="Calibri"/>
              </a:rPr>
              <a:t> </a:t>
            </a:r>
            <a:r>
              <a:rPr sz="3200" dirty="0">
                <a:latin typeface="Calibri"/>
                <a:cs typeface="Calibri"/>
              </a:rPr>
              <a:t>tập</a:t>
            </a:r>
            <a:r>
              <a:rPr sz="3200" spc="-30" dirty="0">
                <a:latin typeface="Calibri"/>
                <a:cs typeface="Calibri"/>
              </a:rPr>
              <a:t> </a:t>
            </a:r>
            <a:r>
              <a:rPr sz="3200" dirty="0">
                <a:latin typeface="Calibri"/>
                <a:cs typeface="Calibri"/>
              </a:rPr>
              <a:t>các</a:t>
            </a:r>
            <a:r>
              <a:rPr sz="3200" spc="-25" dirty="0">
                <a:latin typeface="Calibri"/>
                <a:cs typeface="Calibri"/>
              </a:rPr>
              <a:t> </a:t>
            </a:r>
            <a:r>
              <a:rPr sz="3200" dirty="0">
                <a:latin typeface="Calibri"/>
                <a:cs typeface="Calibri"/>
              </a:rPr>
              <a:t>chuỗi</a:t>
            </a:r>
            <a:r>
              <a:rPr sz="3200" spc="-30" dirty="0">
                <a:latin typeface="Calibri"/>
                <a:cs typeface="Calibri"/>
              </a:rPr>
              <a:t> </a:t>
            </a:r>
            <a:r>
              <a:rPr sz="3200" dirty="0">
                <a:latin typeface="Calibri"/>
                <a:cs typeface="Calibri"/>
              </a:rPr>
              <a:t>4</a:t>
            </a:r>
            <a:r>
              <a:rPr sz="3200" spc="-25" dirty="0">
                <a:latin typeface="Calibri"/>
                <a:cs typeface="Calibri"/>
              </a:rPr>
              <a:t> </a:t>
            </a:r>
            <a:r>
              <a:rPr sz="3200" spc="-20" dirty="0">
                <a:latin typeface="Calibri"/>
                <a:cs typeface="Calibri"/>
              </a:rPr>
              <a:t>bit.</a:t>
            </a:r>
            <a:endParaRPr sz="3200">
              <a:latin typeface="Calibri"/>
              <a:cs typeface="Calibri"/>
            </a:endParaRPr>
          </a:p>
          <a:p>
            <a:pPr marL="12700">
              <a:lnSpc>
                <a:spcPct val="100000"/>
              </a:lnSpc>
              <a:spcBef>
                <a:spcPts val="409"/>
              </a:spcBef>
            </a:pPr>
            <a:r>
              <a:rPr sz="3200" dirty="0">
                <a:latin typeface="Calibri"/>
                <a:cs typeface="Calibri"/>
              </a:rPr>
              <a:t>(x,</a:t>
            </a:r>
            <a:r>
              <a:rPr sz="3200" spc="-25" dirty="0">
                <a:latin typeface="Calibri"/>
                <a:cs typeface="Calibri"/>
              </a:rPr>
              <a:t> </a:t>
            </a:r>
            <a:r>
              <a:rPr sz="3200" dirty="0">
                <a:latin typeface="Calibri"/>
                <a:cs typeface="Calibri"/>
              </a:rPr>
              <a:t>y)</a:t>
            </a:r>
            <a:r>
              <a:rPr sz="3200" spc="-20" dirty="0">
                <a:latin typeface="Calibri"/>
                <a:cs typeface="Calibri"/>
              </a:rPr>
              <a:t> </a:t>
            </a:r>
            <a:r>
              <a:rPr sz="3200" dirty="0">
                <a:latin typeface="Symbol"/>
                <a:cs typeface="Symbol"/>
              </a:rPr>
              <a:t></a:t>
            </a:r>
            <a:r>
              <a:rPr sz="3200" spc="-95" dirty="0">
                <a:latin typeface="Times New Roman"/>
                <a:cs typeface="Times New Roman"/>
              </a:rPr>
              <a:t> </a:t>
            </a:r>
            <a:r>
              <a:rPr sz="3200" dirty="0">
                <a:latin typeface="Calibri"/>
                <a:cs typeface="Calibri"/>
              </a:rPr>
              <a:t>R</a:t>
            </a:r>
            <a:r>
              <a:rPr sz="3200" spc="-20" dirty="0">
                <a:latin typeface="Calibri"/>
                <a:cs typeface="Calibri"/>
              </a:rPr>
              <a:t> </a:t>
            </a:r>
            <a:r>
              <a:rPr sz="3200" dirty="0">
                <a:solidFill>
                  <a:srgbClr val="FF0000"/>
                </a:solidFill>
                <a:latin typeface="Symbol"/>
                <a:cs typeface="Symbol"/>
              </a:rPr>
              <a:t></a:t>
            </a:r>
            <a:r>
              <a:rPr sz="3200" spc="-105" dirty="0">
                <a:solidFill>
                  <a:srgbClr val="FF0000"/>
                </a:solidFill>
                <a:latin typeface="Times New Roman"/>
                <a:cs typeface="Times New Roman"/>
              </a:rPr>
              <a:t> </a:t>
            </a:r>
            <a:r>
              <a:rPr sz="3200" dirty="0">
                <a:latin typeface="Calibri"/>
                <a:cs typeface="Calibri"/>
              </a:rPr>
              <a:t>Số</a:t>
            </a:r>
            <a:r>
              <a:rPr sz="3200" spc="-15" dirty="0">
                <a:latin typeface="Calibri"/>
                <a:cs typeface="Calibri"/>
              </a:rPr>
              <a:t> </a:t>
            </a:r>
            <a:r>
              <a:rPr sz="3200" dirty="0">
                <a:latin typeface="Calibri"/>
                <a:cs typeface="Calibri"/>
              </a:rPr>
              <a:t>bit</a:t>
            </a:r>
            <a:r>
              <a:rPr sz="3200" spc="-20" dirty="0">
                <a:latin typeface="Calibri"/>
                <a:cs typeface="Calibri"/>
              </a:rPr>
              <a:t> </a:t>
            </a:r>
            <a:r>
              <a:rPr sz="3200" dirty="0">
                <a:latin typeface="Calibri"/>
                <a:cs typeface="Calibri"/>
              </a:rPr>
              <a:t>1</a:t>
            </a:r>
            <a:r>
              <a:rPr sz="3200" spc="-25" dirty="0">
                <a:latin typeface="Calibri"/>
                <a:cs typeface="Calibri"/>
              </a:rPr>
              <a:t> </a:t>
            </a:r>
            <a:r>
              <a:rPr sz="3200" dirty="0">
                <a:latin typeface="Calibri"/>
                <a:cs typeface="Calibri"/>
              </a:rPr>
              <a:t>của</a:t>
            </a:r>
            <a:r>
              <a:rPr sz="3200" spc="-10" dirty="0">
                <a:latin typeface="Calibri"/>
                <a:cs typeface="Calibri"/>
              </a:rPr>
              <a:t> </a:t>
            </a:r>
            <a:r>
              <a:rPr sz="3200" dirty="0">
                <a:latin typeface="Calibri"/>
                <a:cs typeface="Calibri"/>
              </a:rPr>
              <a:t>x</a:t>
            </a:r>
            <a:r>
              <a:rPr sz="3200" spc="-10" dirty="0">
                <a:latin typeface="Calibri"/>
                <a:cs typeface="Calibri"/>
              </a:rPr>
              <a:t> </a:t>
            </a:r>
            <a:r>
              <a:rPr sz="3200" dirty="0">
                <a:latin typeface="Calibri"/>
                <a:cs typeface="Calibri"/>
              </a:rPr>
              <a:t>+</a:t>
            </a:r>
            <a:r>
              <a:rPr sz="3200" spc="-20" dirty="0">
                <a:latin typeface="Calibri"/>
                <a:cs typeface="Calibri"/>
              </a:rPr>
              <a:t> </a:t>
            </a:r>
            <a:r>
              <a:rPr sz="3200" dirty="0">
                <a:latin typeface="Calibri"/>
                <a:cs typeface="Calibri"/>
              </a:rPr>
              <a:t>Số</a:t>
            </a:r>
            <a:r>
              <a:rPr sz="3200" spc="-30" dirty="0">
                <a:latin typeface="Calibri"/>
                <a:cs typeface="Calibri"/>
              </a:rPr>
              <a:t> </a:t>
            </a:r>
            <a:r>
              <a:rPr sz="3200" dirty="0">
                <a:latin typeface="Calibri"/>
                <a:cs typeface="Calibri"/>
              </a:rPr>
              <a:t>bit</a:t>
            </a:r>
            <a:r>
              <a:rPr sz="3200" spc="-10" dirty="0">
                <a:latin typeface="Calibri"/>
                <a:cs typeface="Calibri"/>
              </a:rPr>
              <a:t> </a:t>
            </a:r>
            <a:r>
              <a:rPr sz="3200" dirty="0">
                <a:latin typeface="Calibri"/>
                <a:cs typeface="Calibri"/>
              </a:rPr>
              <a:t>1</a:t>
            </a:r>
            <a:r>
              <a:rPr sz="3200" spc="-20" dirty="0">
                <a:latin typeface="Calibri"/>
                <a:cs typeface="Calibri"/>
              </a:rPr>
              <a:t> </a:t>
            </a:r>
            <a:r>
              <a:rPr sz="3200" dirty="0">
                <a:latin typeface="Calibri"/>
                <a:cs typeface="Calibri"/>
              </a:rPr>
              <a:t>của</a:t>
            </a:r>
            <a:r>
              <a:rPr sz="3200" spc="-20" dirty="0">
                <a:latin typeface="Calibri"/>
                <a:cs typeface="Calibri"/>
              </a:rPr>
              <a:t> </a:t>
            </a:r>
            <a:r>
              <a:rPr sz="3200" dirty="0">
                <a:latin typeface="Calibri"/>
                <a:cs typeface="Calibri"/>
              </a:rPr>
              <a:t>y</a:t>
            </a:r>
            <a:r>
              <a:rPr sz="3200" spc="-15" dirty="0">
                <a:latin typeface="Calibri"/>
                <a:cs typeface="Calibri"/>
              </a:rPr>
              <a:t> </a:t>
            </a:r>
            <a:r>
              <a:rPr sz="3200" dirty="0">
                <a:latin typeface="Calibri"/>
                <a:cs typeface="Calibri"/>
              </a:rPr>
              <a:t>là</a:t>
            </a:r>
            <a:r>
              <a:rPr sz="3200" spc="-20" dirty="0">
                <a:latin typeface="Calibri"/>
                <a:cs typeface="Calibri"/>
              </a:rPr>
              <a:t> </a:t>
            </a:r>
            <a:r>
              <a:rPr sz="3200" spc="-10" dirty="0">
                <a:latin typeface="Calibri"/>
                <a:cs typeface="Calibri"/>
              </a:rPr>
              <a:t>chẵn.</a:t>
            </a:r>
            <a:endParaRPr sz="3200">
              <a:latin typeface="Calibri"/>
              <a:cs typeface="Calibri"/>
            </a:endParaRPr>
          </a:p>
          <a:p>
            <a:pPr marL="12700">
              <a:lnSpc>
                <a:spcPct val="100000"/>
              </a:lnSpc>
              <a:spcBef>
                <a:spcPts val="360"/>
              </a:spcBef>
            </a:pPr>
            <a:r>
              <a:rPr sz="3200" b="1" dirty="0">
                <a:latin typeface="Calibri"/>
                <a:cs typeface="Calibri"/>
              </a:rPr>
              <a:t>R</a:t>
            </a:r>
            <a:r>
              <a:rPr sz="3200" b="1" spc="-35" dirty="0">
                <a:latin typeface="Calibri"/>
                <a:cs typeface="Calibri"/>
              </a:rPr>
              <a:t> </a:t>
            </a:r>
            <a:r>
              <a:rPr sz="3200" b="1" dirty="0">
                <a:latin typeface="Calibri"/>
                <a:cs typeface="Calibri"/>
              </a:rPr>
              <a:t>là</a:t>
            </a:r>
            <a:r>
              <a:rPr sz="3200" b="1" spc="-25" dirty="0">
                <a:latin typeface="Calibri"/>
                <a:cs typeface="Calibri"/>
              </a:rPr>
              <a:t> </a:t>
            </a:r>
            <a:r>
              <a:rPr sz="3200" b="1" dirty="0">
                <a:latin typeface="Calibri"/>
                <a:cs typeface="Calibri"/>
              </a:rPr>
              <a:t>đối</a:t>
            </a:r>
            <a:r>
              <a:rPr sz="3200" b="1" spc="-30" dirty="0">
                <a:latin typeface="Calibri"/>
                <a:cs typeface="Calibri"/>
              </a:rPr>
              <a:t> </a:t>
            </a:r>
            <a:r>
              <a:rPr sz="3200" b="1" dirty="0">
                <a:latin typeface="Calibri"/>
                <a:cs typeface="Calibri"/>
              </a:rPr>
              <a:t>xứng</a:t>
            </a:r>
            <a:r>
              <a:rPr sz="3200" b="1" spc="-35" dirty="0">
                <a:latin typeface="Calibri"/>
                <a:cs typeface="Calibri"/>
              </a:rPr>
              <a:t> </a:t>
            </a:r>
            <a:r>
              <a:rPr sz="3200" b="1" spc="-50" dirty="0">
                <a:latin typeface="Calibri"/>
                <a:cs typeface="Calibri"/>
              </a:rPr>
              <a:t>?</a:t>
            </a:r>
            <a:endParaRPr sz="3200">
              <a:latin typeface="Calibri"/>
              <a:cs typeface="Calibri"/>
            </a:endParaRPr>
          </a:p>
          <a:p>
            <a:pPr marL="12700" marR="333375">
              <a:lnSpc>
                <a:spcPts val="3429"/>
              </a:lnSpc>
              <a:spcBef>
                <a:spcPts val="865"/>
              </a:spcBef>
              <a:tabLst>
                <a:tab pos="1533525" algn="l"/>
              </a:tabLst>
            </a:pPr>
            <a:r>
              <a:rPr sz="3200" dirty="0">
                <a:latin typeface="Calibri"/>
                <a:cs typeface="Calibri"/>
              </a:rPr>
              <a:t>Quan</a:t>
            </a:r>
            <a:r>
              <a:rPr sz="3200" spc="-35" dirty="0">
                <a:latin typeface="Calibri"/>
                <a:cs typeface="Calibri"/>
              </a:rPr>
              <a:t> </a:t>
            </a:r>
            <a:r>
              <a:rPr sz="3200" dirty="0">
                <a:latin typeface="Calibri"/>
                <a:cs typeface="Calibri"/>
              </a:rPr>
              <a:t>hệ</a:t>
            </a:r>
            <a:r>
              <a:rPr sz="3200" spc="-30" dirty="0">
                <a:latin typeface="Calibri"/>
                <a:cs typeface="Calibri"/>
              </a:rPr>
              <a:t> </a:t>
            </a:r>
            <a:r>
              <a:rPr sz="3200" dirty="0">
                <a:latin typeface="Calibri"/>
                <a:cs typeface="Calibri"/>
              </a:rPr>
              <a:t>R</a:t>
            </a:r>
            <a:r>
              <a:rPr sz="3200" spc="-25" dirty="0">
                <a:latin typeface="Calibri"/>
                <a:cs typeface="Calibri"/>
              </a:rPr>
              <a:t> </a:t>
            </a:r>
            <a:r>
              <a:rPr sz="3200" dirty="0">
                <a:latin typeface="Calibri"/>
                <a:cs typeface="Calibri"/>
              </a:rPr>
              <a:t>là</a:t>
            </a:r>
            <a:r>
              <a:rPr sz="3200" spc="-30" dirty="0">
                <a:latin typeface="Calibri"/>
                <a:cs typeface="Calibri"/>
              </a:rPr>
              <a:t> </a:t>
            </a:r>
            <a:r>
              <a:rPr sz="3200" dirty="0">
                <a:latin typeface="Calibri"/>
                <a:cs typeface="Calibri"/>
              </a:rPr>
              <a:t>đối</a:t>
            </a:r>
            <a:r>
              <a:rPr sz="3200" spc="-30" dirty="0">
                <a:latin typeface="Calibri"/>
                <a:cs typeface="Calibri"/>
              </a:rPr>
              <a:t> </a:t>
            </a:r>
            <a:r>
              <a:rPr sz="3200" dirty="0">
                <a:latin typeface="Calibri"/>
                <a:cs typeface="Calibri"/>
              </a:rPr>
              <a:t>xứng.</a:t>
            </a:r>
            <a:r>
              <a:rPr sz="3200" spc="-20" dirty="0">
                <a:latin typeface="Calibri"/>
                <a:cs typeface="Calibri"/>
              </a:rPr>
              <a:t> </a:t>
            </a:r>
            <a:r>
              <a:rPr sz="3200" dirty="0">
                <a:solidFill>
                  <a:srgbClr val="FF0000"/>
                </a:solidFill>
                <a:latin typeface="Calibri"/>
                <a:cs typeface="Calibri"/>
              </a:rPr>
              <a:t>Giả</a:t>
            </a:r>
            <a:r>
              <a:rPr sz="3200" spc="-20" dirty="0">
                <a:solidFill>
                  <a:srgbClr val="FF0000"/>
                </a:solidFill>
                <a:latin typeface="Calibri"/>
                <a:cs typeface="Calibri"/>
              </a:rPr>
              <a:t> </a:t>
            </a:r>
            <a:r>
              <a:rPr sz="3200" dirty="0">
                <a:solidFill>
                  <a:srgbClr val="FF0000"/>
                </a:solidFill>
                <a:latin typeface="Calibri"/>
                <a:cs typeface="Calibri"/>
              </a:rPr>
              <a:t>sử</a:t>
            </a:r>
            <a:r>
              <a:rPr sz="3200" spc="-30" dirty="0">
                <a:solidFill>
                  <a:srgbClr val="FF0000"/>
                </a:solidFill>
                <a:latin typeface="Calibri"/>
                <a:cs typeface="Calibri"/>
              </a:rPr>
              <a:t> </a:t>
            </a:r>
            <a:r>
              <a:rPr sz="3200" dirty="0">
                <a:solidFill>
                  <a:srgbClr val="FF0000"/>
                </a:solidFill>
                <a:latin typeface="Calibri"/>
                <a:cs typeface="Calibri"/>
              </a:rPr>
              <a:t>(a,</a:t>
            </a:r>
            <a:r>
              <a:rPr sz="3200" spc="-30" dirty="0">
                <a:solidFill>
                  <a:srgbClr val="FF0000"/>
                </a:solidFill>
                <a:latin typeface="Calibri"/>
                <a:cs typeface="Calibri"/>
              </a:rPr>
              <a:t> </a:t>
            </a:r>
            <a:r>
              <a:rPr sz="3200" dirty="0">
                <a:solidFill>
                  <a:srgbClr val="FF0000"/>
                </a:solidFill>
                <a:latin typeface="Calibri"/>
                <a:cs typeface="Calibri"/>
              </a:rPr>
              <a:t>b)</a:t>
            </a:r>
            <a:r>
              <a:rPr sz="3200" spc="-20" dirty="0">
                <a:solidFill>
                  <a:srgbClr val="FF0000"/>
                </a:solidFill>
                <a:latin typeface="Calibri"/>
                <a:cs typeface="Calibri"/>
              </a:rPr>
              <a:t> </a:t>
            </a:r>
            <a:r>
              <a:rPr sz="3200" dirty="0">
                <a:solidFill>
                  <a:srgbClr val="FF0000"/>
                </a:solidFill>
                <a:latin typeface="Symbol"/>
                <a:cs typeface="Symbol"/>
              </a:rPr>
              <a:t></a:t>
            </a:r>
            <a:r>
              <a:rPr sz="3200" spc="-105" dirty="0">
                <a:solidFill>
                  <a:srgbClr val="FF0000"/>
                </a:solidFill>
                <a:latin typeface="Times New Roman"/>
                <a:cs typeface="Times New Roman"/>
              </a:rPr>
              <a:t> </a:t>
            </a:r>
            <a:r>
              <a:rPr sz="3200" b="1" dirty="0">
                <a:solidFill>
                  <a:srgbClr val="FF0000"/>
                </a:solidFill>
                <a:latin typeface="Calibri"/>
                <a:cs typeface="Calibri"/>
              </a:rPr>
              <a:t>R</a:t>
            </a:r>
            <a:r>
              <a:rPr sz="3200" b="1" spc="-30" dirty="0">
                <a:solidFill>
                  <a:srgbClr val="FF0000"/>
                </a:solidFill>
                <a:latin typeface="Calibri"/>
                <a:cs typeface="Calibri"/>
              </a:rPr>
              <a:t> </a:t>
            </a:r>
            <a:r>
              <a:rPr sz="3200" b="1" dirty="0">
                <a:solidFill>
                  <a:srgbClr val="FF0000"/>
                </a:solidFill>
                <a:latin typeface="Calibri"/>
                <a:cs typeface="Calibri"/>
              </a:rPr>
              <a:t>có</a:t>
            </a:r>
            <a:r>
              <a:rPr sz="3200" b="1" spc="-45" dirty="0">
                <a:solidFill>
                  <a:srgbClr val="FF0000"/>
                </a:solidFill>
                <a:latin typeface="Calibri"/>
                <a:cs typeface="Calibri"/>
              </a:rPr>
              <a:t> </a:t>
            </a:r>
            <a:r>
              <a:rPr sz="3200" b="1" spc="-20" dirty="0">
                <a:solidFill>
                  <a:srgbClr val="FF0000"/>
                </a:solidFill>
                <a:latin typeface="Calibri"/>
                <a:cs typeface="Calibri"/>
              </a:rPr>
              <a:t>chân </a:t>
            </a:r>
            <a:r>
              <a:rPr sz="3200" b="1" dirty="0">
                <a:solidFill>
                  <a:srgbClr val="FF0000"/>
                </a:solidFill>
                <a:latin typeface="Calibri"/>
                <a:cs typeface="Calibri"/>
              </a:rPr>
              <a:t>trị</a:t>
            </a:r>
            <a:r>
              <a:rPr sz="3200" b="1" spc="-30" dirty="0">
                <a:solidFill>
                  <a:srgbClr val="FF0000"/>
                </a:solidFill>
                <a:latin typeface="Calibri"/>
                <a:cs typeface="Calibri"/>
              </a:rPr>
              <a:t> </a:t>
            </a:r>
            <a:r>
              <a:rPr sz="3200" b="1" spc="-20" dirty="0">
                <a:solidFill>
                  <a:srgbClr val="FF0000"/>
                </a:solidFill>
                <a:latin typeface="Calibri"/>
                <a:cs typeface="Calibri"/>
              </a:rPr>
              <a:t>đúng</a:t>
            </a:r>
            <a:r>
              <a:rPr sz="3200" b="1" dirty="0">
                <a:solidFill>
                  <a:srgbClr val="FF0000"/>
                </a:solidFill>
                <a:latin typeface="Calibri"/>
                <a:cs typeface="Calibri"/>
              </a:rPr>
              <a:t>	</a:t>
            </a:r>
            <a:r>
              <a:rPr sz="3200" dirty="0">
                <a:latin typeface="Calibri"/>
                <a:cs typeface="Calibri"/>
              </a:rPr>
              <a:t>,</a:t>
            </a:r>
            <a:r>
              <a:rPr sz="3200" spc="-45" dirty="0">
                <a:latin typeface="Calibri"/>
                <a:cs typeface="Calibri"/>
              </a:rPr>
              <a:t> </a:t>
            </a:r>
            <a:r>
              <a:rPr sz="3200" dirty="0">
                <a:latin typeface="Calibri"/>
                <a:cs typeface="Calibri"/>
              </a:rPr>
              <a:t>theo</a:t>
            </a:r>
            <a:r>
              <a:rPr sz="3200" spc="-50" dirty="0">
                <a:latin typeface="Calibri"/>
                <a:cs typeface="Calibri"/>
              </a:rPr>
              <a:t> </a:t>
            </a:r>
            <a:r>
              <a:rPr sz="3200" dirty="0">
                <a:latin typeface="Calibri"/>
                <a:cs typeface="Calibri"/>
              </a:rPr>
              <a:t>ĐỊNH</a:t>
            </a:r>
            <a:r>
              <a:rPr sz="3200" spc="-45" dirty="0">
                <a:latin typeface="Calibri"/>
                <a:cs typeface="Calibri"/>
              </a:rPr>
              <a:t> </a:t>
            </a:r>
            <a:r>
              <a:rPr sz="3200" dirty="0">
                <a:latin typeface="Calibri"/>
                <a:cs typeface="Calibri"/>
              </a:rPr>
              <a:t>NGHĨA</a:t>
            </a:r>
            <a:r>
              <a:rPr sz="3200" spc="-45" dirty="0">
                <a:latin typeface="Calibri"/>
                <a:cs typeface="Calibri"/>
              </a:rPr>
              <a:t> </a:t>
            </a:r>
            <a:r>
              <a:rPr sz="3200" dirty="0">
                <a:latin typeface="Calibri"/>
                <a:cs typeface="Calibri"/>
              </a:rPr>
              <a:t>CỦA</a:t>
            </a:r>
            <a:r>
              <a:rPr sz="3200" spc="-35" dirty="0">
                <a:latin typeface="Calibri"/>
                <a:cs typeface="Calibri"/>
              </a:rPr>
              <a:t> </a:t>
            </a:r>
            <a:r>
              <a:rPr sz="3200" dirty="0">
                <a:latin typeface="Calibri"/>
                <a:cs typeface="Calibri"/>
              </a:rPr>
              <a:t>R</a:t>
            </a:r>
            <a:r>
              <a:rPr sz="3200" spc="-45" dirty="0">
                <a:latin typeface="Calibri"/>
                <a:cs typeface="Calibri"/>
              </a:rPr>
              <a:t> </a:t>
            </a:r>
            <a:r>
              <a:rPr sz="3200" dirty="0">
                <a:latin typeface="Calibri"/>
                <a:cs typeface="Calibri"/>
              </a:rPr>
              <a:t>ta</a:t>
            </a:r>
            <a:r>
              <a:rPr sz="3200" spc="-45" dirty="0">
                <a:latin typeface="Calibri"/>
                <a:cs typeface="Calibri"/>
              </a:rPr>
              <a:t> </a:t>
            </a:r>
            <a:r>
              <a:rPr sz="3200" spc="-25" dirty="0">
                <a:latin typeface="Calibri"/>
                <a:cs typeface="Calibri"/>
              </a:rPr>
              <a:t>có</a:t>
            </a:r>
            <a:endParaRPr sz="3200">
              <a:latin typeface="Calibri"/>
              <a:cs typeface="Calibri"/>
            </a:endParaRPr>
          </a:p>
          <a:p>
            <a:pPr marL="832485">
              <a:lnSpc>
                <a:spcPct val="100000"/>
              </a:lnSpc>
              <a:spcBef>
                <a:spcPts val="345"/>
              </a:spcBef>
            </a:pPr>
            <a:r>
              <a:rPr sz="3200" b="1" dirty="0">
                <a:latin typeface="Calibri"/>
                <a:cs typeface="Calibri"/>
              </a:rPr>
              <a:t>Số</a:t>
            </a:r>
            <a:r>
              <a:rPr sz="3200" b="1" spc="-10" dirty="0">
                <a:latin typeface="Calibri"/>
                <a:cs typeface="Calibri"/>
              </a:rPr>
              <a:t> </a:t>
            </a:r>
            <a:r>
              <a:rPr sz="3200" b="1" dirty="0">
                <a:latin typeface="Calibri"/>
                <a:cs typeface="Calibri"/>
              </a:rPr>
              <a:t>bit</a:t>
            </a:r>
            <a:r>
              <a:rPr sz="3200" b="1" spc="-10" dirty="0">
                <a:latin typeface="Calibri"/>
                <a:cs typeface="Calibri"/>
              </a:rPr>
              <a:t> </a:t>
            </a:r>
            <a:r>
              <a:rPr sz="3200" b="1" dirty="0">
                <a:latin typeface="Calibri"/>
                <a:cs typeface="Calibri"/>
              </a:rPr>
              <a:t>1</a:t>
            </a:r>
            <a:r>
              <a:rPr sz="3200" b="1" spc="-20" dirty="0">
                <a:latin typeface="Calibri"/>
                <a:cs typeface="Calibri"/>
              </a:rPr>
              <a:t> </a:t>
            </a:r>
            <a:r>
              <a:rPr sz="3200" b="1" dirty="0">
                <a:latin typeface="Calibri"/>
                <a:cs typeface="Calibri"/>
              </a:rPr>
              <a:t>của</a:t>
            </a:r>
            <a:r>
              <a:rPr sz="3200" b="1" spc="-25" dirty="0">
                <a:latin typeface="Calibri"/>
                <a:cs typeface="Calibri"/>
              </a:rPr>
              <a:t> </a:t>
            </a:r>
            <a:r>
              <a:rPr sz="3200" b="1" dirty="0">
                <a:solidFill>
                  <a:srgbClr val="FF0000"/>
                </a:solidFill>
                <a:latin typeface="Calibri"/>
                <a:cs typeface="Calibri"/>
              </a:rPr>
              <a:t>a</a:t>
            </a:r>
            <a:r>
              <a:rPr sz="3200" b="1" spc="-15" dirty="0">
                <a:solidFill>
                  <a:srgbClr val="FF0000"/>
                </a:solidFill>
                <a:latin typeface="Calibri"/>
                <a:cs typeface="Calibri"/>
              </a:rPr>
              <a:t> </a:t>
            </a:r>
            <a:r>
              <a:rPr sz="3200" b="1" dirty="0">
                <a:latin typeface="Calibri"/>
                <a:cs typeface="Calibri"/>
              </a:rPr>
              <a:t>+</a:t>
            </a:r>
            <a:r>
              <a:rPr sz="3200" b="1" spc="-5" dirty="0">
                <a:latin typeface="Calibri"/>
                <a:cs typeface="Calibri"/>
              </a:rPr>
              <a:t> </a:t>
            </a:r>
            <a:r>
              <a:rPr sz="3200" b="1" dirty="0">
                <a:latin typeface="Calibri"/>
                <a:cs typeface="Calibri"/>
              </a:rPr>
              <a:t>Số</a:t>
            </a:r>
            <a:r>
              <a:rPr sz="3200" b="1" spc="-10" dirty="0">
                <a:latin typeface="Calibri"/>
                <a:cs typeface="Calibri"/>
              </a:rPr>
              <a:t> </a:t>
            </a:r>
            <a:r>
              <a:rPr sz="3200" b="1" dirty="0">
                <a:latin typeface="Calibri"/>
                <a:cs typeface="Calibri"/>
              </a:rPr>
              <a:t>bit</a:t>
            </a:r>
            <a:r>
              <a:rPr sz="3200" b="1" spc="-10" dirty="0">
                <a:latin typeface="Calibri"/>
                <a:cs typeface="Calibri"/>
              </a:rPr>
              <a:t> </a:t>
            </a:r>
            <a:r>
              <a:rPr sz="3200" b="1" dirty="0">
                <a:latin typeface="Calibri"/>
                <a:cs typeface="Calibri"/>
              </a:rPr>
              <a:t>1</a:t>
            </a:r>
            <a:r>
              <a:rPr sz="3200" b="1" spc="-20" dirty="0">
                <a:latin typeface="Calibri"/>
                <a:cs typeface="Calibri"/>
              </a:rPr>
              <a:t> </a:t>
            </a:r>
            <a:r>
              <a:rPr sz="3200" b="1" dirty="0">
                <a:latin typeface="Calibri"/>
                <a:cs typeface="Calibri"/>
              </a:rPr>
              <a:t>của</a:t>
            </a:r>
            <a:r>
              <a:rPr sz="3200" b="1" spc="-25" dirty="0">
                <a:latin typeface="Calibri"/>
                <a:cs typeface="Calibri"/>
              </a:rPr>
              <a:t> </a:t>
            </a:r>
            <a:r>
              <a:rPr sz="3200" b="1" dirty="0">
                <a:solidFill>
                  <a:srgbClr val="FF0000"/>
                </a:solidFill>
                <a:latin typeface="Calibri"/>
                <a:cs typeface="Calibri"/>
              </a:rPr>
              <a:t>b</a:t>
            </a:r>
            <a:r>
              <a:rPr sz="3200" b="1" spc="-15" dirty="0">
                <a:solidFill>
                  <a:srgbClr val="FF0000"/>
                </a:solidFill>
                <a:latin typeface="Calibri"/>
                <a:cs typeface="Calibri"/>
              </a:rPr>
              <a:t> </a:t>
            </a:r>
            <a:r>
              <a:rPr sz="3200" b="1" dirty="0">
                <a:latin typeface="Calibri"/>
                <a:cs typeface="Calibri"/>
              </a:rPr>
              <a:t>là</a:t>
            </a:r>
            <a:r>
              <a:rPr sz="3200" b="1" spc="-5" dirty="0">
                <a:latin typeface="Calibri"/>
                <a:cs typeface="Calibri"/>
              </a:rPr>
              <a:t> </a:t>
            </a:r>
            <a:r>
              <a:rPr sz="3200" b="1" dirty="0">
                <a:latin typeface="Calibri"/>
                <a:cs typeface="Calibri"/>
              </a:rPr>
              <a:t>số</a:t>
            </a:r>
            <a:r>
              <a:rPr sz="3200" b="1" spc="-20" dirty="0">
                <a:latin typeface="Calibri"/>
                <a:cs typeface="Calibri"/>
              </a:rPr>
              <a:t> chẵn</a:t>
            </a:r>
            <a:endParaRPr sz="3200">
              <a:latin typeface="Calibri"/>
              <a:cs typeface="Calibri"/>
            </a:endParaRPr>
          </a:p>
          <a:p>
            <a:pPr marL="12700">
              <a:lnSpc>
                <a:spcPct val="100000"/>
              </a:lnSpc>
              <a:spcBef>
                <a:spcPts val="380"/>
              </a:spcBef>
            </a:pPr>
            <a:r>
              <a:rPr sz="3200" dirty="0">
                <a:latin typeface="Calibri"/>
                <a:cs typeface="Calibri"/>
              </a:rPr>
              <a:t>Suy</a:t>
            </a:r>
            <a:r>
              <a:rPr sz="3200" spc="-40" dirty="0">
                <a:latin typeface="Calibri"/>
                <a:cs typeface="Calibri"/>
              </a:rPr>
              <a:t> </a:t>
            </a:r>
            <a:r>
              <a:rPr sz="3200" spc="-25" dirty="0">
                <a:latin typeface="Calibri"/>
                <a:cs typeface="Calibri"/>
              </a:rPr>
              <a:t>ra</a:t>
            </a:r>
            <a:endParaRPr sz="3200">
              <a:latin typeface="Calibri"/>
              <a:cs typeface="Calibri"/>
            </a:endParaRPr>
          </a:p>
          <a:p>
            <a:pPr marL="832485">
              <a:lnSpc>
                <a:spcPct val="100000"/>
              </a:lnSpc>
              <a:spcBef>
                <a:spcPts val="385"/>
              </a:spcBef>
            </a:pPr>
            <a:r>
              <a:rPr sz="3200" b="1" dirty="0">
                <a:latin typeface="Calibri"/>
                <a:cs typeface="Calibri"/>
              </a:rPr>
              <a:t>Số</a:t>
            </a:r>
            <a:r>
              <a:rPr sz="3200" b="1" spc="-5" dirty="0">
                <a:latin typeface="Calibri"/>
                <a:cs typeface="Calibri"/>
              </a:rPr>
              <a:t> </a:t>
            </a:r>
            <a:r>
              <a:rPr sz="3200" b="1" dirty="0">
                <a:latin typeface="Calibri"/>
                <a:cs typeface="Calibri"/>
              </a:rPr>
              <a:t>bit</a:t>
            </a:r>
            <a:r>
              <a:rPr sz="3200" b="1" spc="-5" dirty="0">
                <a:latin typeface="Calibri"/>
                <a:cs typeface="Calibri"/>
              </a:rPr>
              <a:t> </a:t>
            </a:r>
            <a:r>
              <a:rPr sz="3200" b="1" dirty="0">
                <a:latin typeface="Calibri"/>
                <a:cs typeface="Calibri"/>
              </a:rPr>
              <a:t>1</a:t>
            </a:r>
            <a:r>
              <a:rPr sz="3200" b="1" spc="-5" dirty="0">
                <a:latin typeface="Calibri"/>
                <a:cs typeface="Calibri"/>
              </a:rPr>
              <a:t> </a:t>
            </a:r>
            <a:r>
              <a:rPr sz="3200" b="1" dirty="0">
                <a:latin typeface="Calibri"/>
                <a:cs typeface="Calibri"/>
              </a:rPr>
              <a:t>của</a:t>
            </a:r>
            <a:r>
              <a:rPr sz="3200" b="1" spc="-20" dirty="0">
                <a:latin typeface="Calibri"/>
                <a:cs typeface="Calibri"/>
              </a:rPr>
              <a:t> </a:t>
            </a:r>
            <a:r>
              <a:rPr sz="3200" b="1" dirty="0">
                <a:solidFill>
                  <a:srgbClr val="FF0000"/>
                </a:solidFill>
                <a:latin typeface="Calibri"/>
                <a:cs typeface="Calibri"/>
              </a:rPr>
              <a:t>b</a:t>
            </a:r>
            <a:r>
              <a:rPr sz="3200" b="1" spc="-15" dirty="0">
                <a:solidFill>
                  <a:srgbClr val="FF0000"/>
                </a:solidFill>
                <a:latin typeface="Calibri"/>
                <a:cs typeface="Calibri"/>
              </a:rPr>
              <a:t> </a:t>
            </a:r>
            <a:r>
              <a:rPr sz="3200" b="1" dirty="0">
                <a:latin typeface="Calibri"/>
                <a:cs typeface="Calibri"/>
              </a:rPr>
              <a:t>+</a:t>
            </a:r>
            <a:r>
              <a:rPr sz="3200" b="1" spc="-5" dirty="0">
                <a:latin typeface="Calibri"/>
                <a:cs typeface="Calibri"/>
              </a:rPr>
              <a:t> </a:t>
            </a:r>
            <a:r>
              <a:rPr sz="3200" b="1" dirty="0">
                <a:latin typeface="Calibri"/>
                <a:cs typeface="Calibri"/>
              </a:rPr>
              <a:t>Số</a:t>
            </a:r>
            <a:r>
              <a:rPr sz="3200" b="1" spc="-5" dirty="0">
                <a:latin typeface="Calibri"/>
                <a:cs typeface="Calibri"/>
              </a:rPr>
              <a:t> </a:t>
            </a:r>
            <a:r>
              <a:rPr sz="3200" b="1" dirty="0">
                <a:latin typeface="Calibri"/>
                <a:cs typeface="Calibri"/>
              </a:rPr>
              <a:t>bit</a:t>
            </a:r>
            <a:r>
              <a:rPr sz="3200" b="1" spc="-5" dirty="0">
                <a:latin typeface="Calibri"/>
                <a:cs typeface="Calibri"/>
              </a:rPr>
              <a:t> </a:t>
            </a:r>
            <a:r>
              <a:rPr sz="3200" b="1" dirty="0">
                <a:latin typeface="Calibri"/>
                <a:cs typeface="Calibri"/>
              </a:rPr>
              <a:t>1</a:t>
            </a:r>
            <a:r>
              <a:rPr sz="3200" b="1" spc="-5" dirty="0">
                <a:latin typeface="Calibri"/>
                <a:cs typeface="Calibri"/>
              </a:rPr>
              <a:t> </a:t>
            </a:r>
            <a:r>
              <a:rPr sz="3200" b="1" dirty="0">
                <a:latin typeface="Calibri"/>
                <a:cs typeface="Calibri"/>
              </a:rPr>
              <a:t>của</a:t>
            </a:r>
            <a:r>
              <a:rPr sz="3200" b="1" spc="-25" dirty="0">
                <a:latin typeface="Calibri"/>
                <a:cs typeface="Calibri"/>
              </a:rPr>
              <a:t> </a:t>
            </a:r>
            <a:r>
              <a:rPr sz="3200" b="1" dirty="0">
                <a:solidFill>
                  <a:srgbClr val="FF0000"/>
                </a:solidFill>
                <a:latin typeface="Calibri"/>
                <a:cs typeface="Calibri"/>
              </a:rPr>
              <a:t>a</a:t>
            </a:r>
            <a:r>
              <a:rPr sz="3200" b="1" spc="-20" dirty="0">
                <a:solidFill>
                  <a:srgbClr val="FF0000"/>
                </a:solidFill>
                <a:latin typeface="Calibri"/>
                <a:cs typeface="Calibri"/>
              </a:rPr>
              <a:t> </a:t>
            </a:r>
            <a:r>
              <a:rPr sz="3200" b="1" dirty="0">
                <a:latin typeface="Calibri"/>
                <a:cs typeface="Calibri"/>
              </a:rPr>
              <a:t>là</a:t>
            </a:r>
            <a:r>
              <a:rPr sz="3200" b="1" spc="-5" dirty="0">
                <a:latin typeface="Calibri"/>
                <a:cs typeface="Calibri"/>
              </a:rPr>
              <a:t> </a:t>
            </a:r>
            <a:r>
              <a:rPr sz="3200" b="1" dirty="0">
                <a:latin typeface="Calibri"/>
                <a:cs typeface="Calibri"/>
              </a:rPr>
              <a:t>số</a:t>
            </a:r>
            <a:r>
              <a:rPr sz="3200" b="1" spc="-10" dirty="0">
                <a:latin typeface="Calibri"/>
                <a:cs typeface="Calibri"/>
              </a:rPr>
              <a:t> </a:t>
            </a:r>
            <a:r>
              <a:rPr sz="3200" b="1" spc="-20" dirty="0">
                <a:latin typeface="Calibri"/>
                <a:cs typeface="Calibri"/>
              </a:rPr>
              <a:t>chẵn</a:t>
            </a:r>
            <a:endParaRPr sz="3200">
              <a:latin typeface="Calibri"/>
              <a:cs typeface="Calibri"/>
            </a:endParaRPr>
          </a:p>
          <a:p>
            <a:pPr marL="12700">
              <a:lnSpc>
                <a:spcPct val="100000"/>
              </a:lnSpc>
              <a:spcBef>
                <a:spcPts val="409"/>
              </a:spcBef>
            </a:pPr>
            <a:r>
              <a:rPr sz="3200" spc="-45" dirty="0">
                <a:latin typeface="Calibri"/>
                <a:cs typeface="Calibri"/>
              </a:rPr>
              <a:t>Vậy</a:t>
            </a:r>
            <a:r>
              <a:rPr sz="3200" spc="-50" dirty="0">
                <a:latin typeface="Calibri"/>
                <a:cs typeface="Calibri"/>
              </a:rPr>
              <a:t> </a:t>
            </a:r>
            <a:r>
              <a:rPr sz="3200" dirty="0">
                <a:latin typeface="Calibri"/>
                <a:cs typeface="Calibri"/>
              </a:rPr>
              <a:t>theo</a:t>
            </a:r>
            <a:r>
              <a:rPr sz="3200" spc="-55" dirty="0">
                <a:latin typeface="Calibri"/>
                <a:cs typeface="Calibri"/>
              </a:rPr>
              <a:t> </a:t>
            </a:r>
            <a:r>
              <a:rPr sz="3200" dirty="0">
                <a:latin typeface="Calibri"/>
                <a:cs typeface="Calibri"/>
              </a:rPr>
              <a:t>ĐỊNH</a:t>
            </a:r>
            <a:r>
              <a:rPr sz="3200" spc="-45" dirty="0">
                <a:latin typeface="Calibri"/>
                <a:cs typeface="Calibri"/>
              </a:rPr>
              <a:t> </a:t>
            </a:r>
            <a:r>
              <a:rPr sz="3200" dirty="0">
                <a:latin typeface="Calibri"/>
                <a:cs typeface="Calibri"/>
              </a:rPr>
              <a:t>NGHĨA</a:t>
            </a:r>
            <a:r>
              <a:rPr sz="3200" spc="-50" dirty="0">
                <a:latin typeface="Calibri"/>
                <a:cs typeface="Calibri"/>
              </a:rPr>
              <a:t> </a:t>
            </a:r>
            <a:r>
              <a:rPr sz="3200" dirty="0">
                <a:latin typeface="Calibri"/>
                <a:cs typeface="Calibri"/>
              </a:rPr>
              <a:t>CỦA</a:t>
            </a:r>
            <a:r>
              <a:rPr sz="3200" spc="-50" dirty="0">
                <a:latin typeface="Calibri"/>
                <a:cs typeface="Calibri"/>
              </a:rPr>
              <a:t> </a:t>
            </a:r>
            <a:r>
              <a:rPr sz="3200" dirty="0">
                <a:latin typeface="Calibri"/>
                <a:cs typeface="Calibri"/>
              </a:rPr>
              <a:t>R</a:t>
            </a:r>
            <a:r>
              <a:rPr sz="3200" spc="-50" dirty="0">
                <a:latin typeface="Calibri"/>
                <a:cs typeface="Calibri"/>
              </a:rPr>
              <a:t> </a:t>
            </a:r>
            <a:r>
              <a:rPr sz="3200" dirty="0">
                <a:latin typeface="Calibri"/>
                <a:cs typeface="Calibri"/>
              </a:rPr>
              <a:t>ta</a:t>
            </a:r>
            <a:r>
              <a:rPr sz="3200" spc="-50" dirty="0">
                <a:latin typeface="Calibri"/>
                <a:cs typeface="Calibri"/>
              </a:rPr>
              <a:t> </a:t>
            </a:r>
            <a:r>
              <a:rPr sz="3200" dirty="0">
                <a:latin typeface="Calibri"/>
                <a:cs typeface="Calibri"/>
              </a:rPr>
              <a:t>có</a:t>
            </a:r>
            <a:r>
              <a:rPr sz="3200" spc="-30" dirty="0">
                <a:latin typeface="Calibri"/>
                <a:cs typeface="Calibri"/>
              </a:rPr>
              <a:t> </a:t>
            </a:r>
            <a:r>
              <a:rPr sz="3200" dirty="0">
                <a:solidFill>
                  <a:srgbClr val="FF0000"/>
                </a:solidFill>
                <a:latin typeface="Calibri"/>
                <a:cs typeface="Calibri"/>
              </a:rPr>
              <a:t>(b,</a:t>
            </a:r>
            <a:r>
              <a:rPr sz="3200" spc="-45" dirty="0">
                <a:solidFill>
                  <a:srgbClr val="FF0000"/>
                </a:solidFill>
                <a:latin typeface="Calibri"/>
                <a:cs typeface="Calibri"/>
              </a:rPr>
              <a:t> </a:t>
            </a:r>
            <a:r>
              <a:rPr sz="3200" dirty="0">
                <a:solidFill>
                  <a:srgbClr val="FF0000"/>
                </a:solidFill>
                <a:latin typeface="Calibri"/>
                <a:cs typeface="Calibri"/>
              </a:rPr>
              <a:t>a)</a:t>
            </a:r>
            <a:r>
              <a:rPr sz="3200" spc="-45" dirty="0">
                <a:solidFill>
                  <a:srgbClr val="FF0000"/>
                </a:solidFill>
                <a:latin typeface="Calibri"/>
                <a:cs typeface="Calibri"/>
              </a:rPr>
              <a:t> </a:t>
            </a:r>
            <a:r>
              <a:rPr sz="3200" dirty="0">
                <a:solidFill>
                  <a:srgbClr val="FF0000"/>
                </a:solidFill>
                <a:latin typeface="Symbol"/>
                <a:cs typeface="Symbol"/>
              </a:rPr>
              <a:t></a:t>
            </a:r>
            <a:r>
              <a:rPr sz="3200" spc="-125" dirty="0">
                <a:solidFill>
                  <a:srgbClr val="FF0000"/>
                </a:solidFill>
                <a:latin typeface="Times New Roman"/>
                <a:cs typeface="Times New Roman"/>
              </a:rPr>
              <a:t> </a:t>
            </a:r>
            <a:r>
              <a:rPr sz="3200" spc="-25" dirty="0">
                <a:solidFill>
                  <a:srgbClr val="FF0000"/>
                </a:solidFill>
                <a:latin typeface="Calibri"/>
                <a:cs typeface="Calibri"/>
              </a:rPr>
              <a:t>R</a:t>
            </a:r>
            <a:r>
              <a:rPr sz="3200" spc="-25" dirty="0">
                <a:latin typeface="Calibri"/>
                <a:cs typeface="Calibri"/>
              </a:rPr>
              <a:t>.</a:t>
            </a:r>
            <a:endParaRPr sz="3200">
              <a:latin typeface="Calibri"/>
              <a:cs typeface="Calibri"/>
            </a:endParaRPr>
          </a:p>
          <a:p>
            <a:pPr marL="43180" algn="ctr">
              <a:lnSpc>
                <a:spcPct val="100000"/>
              </a:lnSpc>
              <a:spcBef>
                <a:spcPts val="360"/>
              </a:spcBef>
            </a:pPr>
            <a:r>
              <a:rPr sz="3200" dirty="0">
                <a:latin typeface="Calibri"/>
                <a:cs typeface="Calibri"/>
              </a:rPr>
              <a:t>(Mệnh</a:t>
            </a:r>
            <a:r>
              <a:rPr sz="3200" spc="-60" dirty="0">
                <a:latin typeface="Calibri"/>
                <a:cs typeface="Calibri"/>
              </a:rPr>
              <a:t> </a:t>
            </a:r>
            <a:r>
              <a:rPr sz="3200" dirty="0">
                <a:latin typeface="Calibri"/>
                <a:cs typeface="Calibri"/>
              </a:rPr>
              <a:t>đề</a:t>
            </a:r>
            <a:r>
              <a:rPr sz="3200" spc="-50" dirty="0">
                <a:latin typeface="Calibri"/>
                <a:cs typeface="Calibri"/>
              </a:rPr>
              <a:t> </a:t>
            </a:r>
            <a:r>
              <a:rPr sz="3200" dirty="0">
                <a:latin typeface="Calibri"/>
                <a:cs typeface="Calibri"/>
              </a:rPr>
              <a:t>(*)</a:t>
            </a:r>
            <a:r>
              <a:rPr sz="3200" spc="-50" dirty="0">
                <a:latin typeface="Calibri"/>
                <a:cs typeface="Calibri"/>
              </a:rPr>
              <a:t> </a:t>
            </a:r>
            <a:r>
              <a:rPr sz="3200" spc="-10" dirty="0">
                <a:latin typeface="Calibri"/>
                <a:cs typeface="Calibri"/>
              </a:rPr>
              <a:t>ĐÚNG)</a:t>
            </a:r>
            <a:endParaRPr sz="3200">
              <a:latin typeface="Calibri"/>
              <a:cs typeface="Calibri"/>
            </a:endParaRPr>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312165"/>
            <a:ext cx="7583805" cy="1520190"/>
          </a:xfrm>
          <a:prstGeom prst="rect">
            <a:avLst/>
          </a:prstGeom>
        </p:spPr>
        <p:txBody>
          <a:bodyPr vert="horz" wrap="square" lIns="0" tIns="12700" rIns="0" bIns="0" rtlCol="0">
            <a:spAutoFit/>
          </a:bodyPr>
          <a:lstStyle/>
          <a:p>
            <a:pPr marL="12700" marR="172720">
              <a:lnSpc>
                <a:spcPct val="100000"/>
              </a:lnSpc>
              <a:spcBef>
                <a:spcPts val="100"/>
              </a:spcBef>
            </a:pPr>
            <a:r>
              <a:rPr sz="3200" b="1" dirty="0">
                <a:latin typeface="Calibri"/>
                <a:cs typeface="Calibri"/>
              </a:rPr>
              <a:t>3.2.3</a:t>
            </a:r>
            <a:r>
              <a:rPr sz="3200" b="1" spc="-35" dirty="0">
                <a:latin typeface="Calibri"/>
                <a:cs typeface="Calibri"/>
              </a:rPr>
              <a:t> </a:t>
            </a:r>
            <a:r>
              <a:rPr sz="3200" b="1" dirty="0">
                <a:latin typeface="Calibri"/>
                <a:cs typeface="Calibri"/>
              </a:rPr>
              <a:t>Bắc</a:t>
            </a:r>
            <a:r>
              <a:rPr sz="3200" b="1" spc="-50" dirty="0">
                <a:latin typeface="Calibri"/>
                <a:cs typeface="Calibri"/>
              </a:rPr>
              <a:t> </a:t>
            </a:r>
            <a:r>
              <a:rPr sz="3200" b="1" dirty="0">
                <a:latin typeface="Calibri"/>
                <a:cs typeface="Calibri"/>
              </a:rPr>
              <a:t>cầu</a:t>
            </a:r>
            <a:r>
              <a:rPr sz="3200" b="1" spc="-30" dirty="0">
                <a:latin typeface="Calibri"/>
                <a:cs typeface="Calibri"/>
              </a:rPr>
              <a:t> </a:t>
            </a:r>
            <a:r>
              <a:rPr sz="3200" b="1" dirty="0">
                <a:latin typeface="Calibri"/>
                <a:cs typeface="Calibri"/>
              </a:rPr>
              <a:t>:</a:t>
            </a:r>
            <a:r>
              <a:rPr sz="3200" b="1" spc="-35" dirty="0">
                <a:latin typeface="Calibri"/>
                <a:cs typeface="Calibri"/>
              </a:rPr>
              <a:t> </a:t>
            </a:r>
            <a:r>
              <a:rPr sz="3200" dirty="0"/>
              <a:t>R</a:t>
            </a:r>
            <a:r>
              <a:rPr sz="3200" spc="-35" dirty="0"/>
              <a:t> </a:t>
            </a:r>
            <a:r>
              <a:rPr sz="3200" dirty="0"/>
              <a:t>là</a:t>
            </a:r>
            <a:r>
              <a:rPr sz="3200" spc="-35" dirty="0"/>
              <a:t> </a:t>
            </a:r>
            <a:r>
              <a:rPr sz="3200" dirty="0"/>
              <a:t>bắc</a:t>
            </a:r>
            <a:r>
              <a:rPr sz="3200" spc="-30" dirty="0"/>
              <a:t> </a:t>
            </a:r>
            <a:r>
              <a:rPr sz="3200" dirty="0"/>
              <a:t>cầu</a:t>
            </a:r>
            <a:r>
              <a:rPr sz="3200" spc="-40" dirty="0"/>
              <a:t> </a:t>
            </a:r>
            <a:r>
              <a:rPr sz="3200" dirty="0"/>
              <a:t>nếu</a:t>
            </a:r>
            <a:r>
              <a:rPr sz="3200" spc="-40" dirty="0"/>
              <a:t> </a:t>
            </a:r>
            <a:r>
              <a:rPr sz="3200" dirty="0"/>
              <a:t>mệnh</a:t>
            </a:r>
            <a:r>
              <a:rPr sz="3200" spc="-25" dirty="0"/>
              <a:t> </a:t>
            </a:r>
            <a:r>
              <a:rPr sz="3200" dirty="0"/>
              <a:t>đề</a:t>
            </a:r>
            <a:r>
              <a:rPr sz="3200" spc="-55" dirty="0"/>
              <a:t> </a:t>
            </a:r>
            <a:r>
              <a:rPr sz="3200" spc="-25" dirty="0"/>
              <a:t>sau </a:t>
            </a:r>
            <a:r>
              <a:rPr sz="3200" spc="-10" dirty="0"/>
              <a:t>ĐÚNG:</a:t>
            </a:r>
            <a:endParaRPr sz="3200">
              <a:latin typeface="Calibri"/>
              <a:cs typeface="Calibri"/>
            </a:endParaRPr>
          </a:p>
          <a:p>
            <a:pPr marL="12700">
              <a:lnSpc>
                <a:spcPct val="100000"/>
              </a:lnSpc>
              <a:spcBef>
                <a:spcPts val="725"/>
              </a:spcBef>
              <a:tabLst>
                <a:tab pos="7171690" algn="l"/>
              </a:tabLst>
            </a:pPr>
            <a:r>
              <a:rPr dirty="0">
                <a:latin typeface="Symbol"/>
                <a:cs typeface="Symbol"/>
              </a:rPr>
              <a:t></a:t>
            </a:r>
            <a:r>
              <a:rPr b="1" dirty="0">
                <a:latin typeface="Calibri"/>
                <a:cs typeface="Calibri"/>
              </a:rPr>
              <a:t>x,</a:t>
            </a:r>
            <a:r>
              <a:rPr b="1" spc="-40" dirty="0">
                <a:latin typeface="Calibri"/>
                <a:cs typeface="Calibri"/>
              </a:rPr>
              <a:t> </a:t>
            </a:r>
            <a:r>
              <a:rPr b="1" spc="-30" dirty="0">
                <a:latin typeface="Calibri"/>
                <a:cs typeface="Calibri"/>
              </a:rPr>
              <a:t>y,</a:t>
            </a:r>
            <a:r>
              <a:rPr b="1" spc="-25" dirty="0">
                <a:latin typeface="Calibri"/>
                <a:cs typeface="Calibri"/>
              </a:rPr>
              <a:t> </a:t>
            </a:r>
            <a:r>
              <a:rPr b="1" dirty="0">
                <a:latin typeface="Calibri"/>
                <a:cs typeface="Calibri"/>
              </a:rPr>
              <a:t>z</a:t>
            </a:r>
            <a:r>
              <a:rPr b="1" spc="-30" dirty="0">
                <a:latin typeface="Calibri"/>
                <a:cs typeface="Calibri"/>
              </a:rPr>
              <a:t> </a:t>
            </a:r>
            <a:r>
              <a:rPr dirty="0">
                <a:latin typeface="Symbol"/>
                <a:cs typeface="Symbol"/>
              </a:rPr>
              <a:t></a:t>
            </a:r>
            <a:r>
              <a:rPr spc="-90" dirty="0">
                <a:latin typeface="Times New Roman"/>
                <a:cs typeface="Times New Roman"/>
              </a:rPr>
              <a:t> </a:t>
            </a:r>
            <a:r>
              <a:rPr b="1" dirty="0">
                <a:latin typeface="Calibri"/>
                <a:cs typeface="Calibri"/>
              </a:rPr>
              <a:t>X,</a:t>
            </a:r>
            <a:r>
              <a:rPr b="1" spc="-30" dirty="0">
                <a:latin typeface="Calibri"/>
                <a:cs typeface="Calibri"/>
              </a:rPr>
              <a:t> </a:t>
            </a:r>
            <a:r>
              <a:rPr b="1" dirty="0">
                <a:latin typeface="Calibri"/>
                <a:cs typeface="Calibri"/>
              </a:rPr>
              <a:t>[(x,</a:t>
            </a:r>
            <a:r>
              <a:rPr b="1" spc="-30" dirty="0">
                <a:latin typeface="Calibri"/>
                <a:cs typeface="Calibri"/>
              </a:rPr>
              <a:t> </a:t>
            </a:r>
            <a:r>
              <a:rPr b="1" dirty="0">
                <a:latin typeface="Calibri"/>
                <a:cs typeface="Calibri"/>
              </a:rPr>
              <a:t>y)</a:t>
            </a:r>
            <a:r>
              <a:rPr b="1" spc="-15" dirty="0">
                <a:latin typeface="Calibri"/>
                <a:cs typeface="Calibri"/>
              </a:rPr>
              <a:t> </a:t>
            </a:r>
            <a:r>
              <a:rPr dirty="0">
                <a:latin typeface="Symbol"/>
                <a:cs typeface="Symbol"/>
              </a:rPr>
              <a:t></a:t>
            </a:r>
            <a:r>
              <a:rPr spc="-90" dirty="0">
                <a:latin typeface="Times New Roman"/>
                <a:cs typeface="Times New Roman"/>
              </a:rPr>
              <a:t> </a:t>
            </a:r>
            <a:r>
              <a:rPr b="1" dirty="0">
                <a:latin typeface="Calibri"/>
                <a:cs typeface="Calibri"/>
              </a:rPr>
              <a:t>R</a:t>
            </a:r>
            <a:r>
              <a:rPr b="1" spc="-35" dirty="0">
                <a:latin typeface="Calibri"/>
                <a:cs typeface="Calibri"/>
              </a:rPr>
              <a:t> </a:t>
            </a:r>
            <a:r>
              <a:rPr dirty="0">
                <a:latin typeface="Symbol"/>
                <a:cs typeface="Symbol"/>
              </a:rPr>
              <a:t></a:t>
            </a:r>
            <a:r>
              <a:rPr spc="-95" dirty="0">
                <a:latin typeface="Times New Roman"/>
                <a:cs typeface="Times New Roman"/>
              </a:rPr>
              <a:t> </a:t>
            </a:r>
            <a:r>
              <a:rPr b="1" spc="-20" dirty="0">
                <a:latin typeface="Calibri"/>
                <a:cs typeface="Calibri"/>
              </a:rPr>
              <a:t>(y,</a:t>
            </a:r>
            <a:r>
              <a:rPr b="1" spc="-25" dirty="0">
                <a:latin typeface="Calibri"/>
                <a:cs typeface="Calibri"/>
              </a:rPr>
              <a:t> </a:t>
            </a:r>
            <a:r>
              <a:rPr b="1" dirty="0">
                <a:latin typeface="Calibri"/>
                <a:cs typeface="Calibri"/>
              </a:rPr>
              <a:t>z)</a:t>
            </a:r>
            <a:r>
              <a:rPr b="1" spc="-30" dirty="0">
                <a:latin typeface="Calibri"/>
                <a:cs typeface="Calibri"/>
              </a:rPr>
              <a:t> </a:t>
            </a:r>
            <a:r>
              <a:rPr dirty="0">
                <a:latin typeface="Symbol"/>
                <a:cs typeface="Symbol"/>
              </a:rPr>
              <a:t></a:t>
            </a:r>
            <a:r>
              <a:rPr spc="-90" dirty="0">
                <a:latin typeface="Times New Roman"/>
                <a:cs typeface="Times New Roman"/>
              </a:rPr>
              <a:t> </a:t>
            </a:r>
            <a:r>
              <a:rPr b="1" dirty="0">
                <a:latin typeface="Calibri"/>
                <a:cs typeface="Calibri"/>
              </a:rPr>
              <a:t>R]</a:t>
            </a:r>
            <a:r>
              <a:rPr b="1" spc="-20" dirty="0">
                <a:latin typeface="Calibri"/>
                <a:cs typeface="Calibri"/>
              </a:rPr>
              <a:t> </a:t>
            </a:r>
            <a:r>
              <a:rPr dirty="0">
                <a:latin typeface="Symbol"/>
                <a:cs typeface="Symbol"/>
              </a:rPr>
              <a:t></a:t>
            </a:r>
            <a:r>
              <a:rPr spc="-100" dirty="0">
                <a:latin typeface="Times New Roman"/>
                <a:cs typeface="Times New Roman"/>
              </a:rPr>
              <a:t> </a:t>
            </a:r>
            <a:r>
              <a:rPr b="1" dirty="0">
                <a:latin typeface="Calibri"/>
                <a:cs typeface="Calibri"/>
              </a:rPr>
              <a:t>(x,</a:t>
            </a:r>
            <a:r>
              <a:rPr b="1" spc="-25" dirty="0">
                <a:latin typeface="Calibri"/>
                <a:cs typeface="Calibri"/>
              </a:rPr>
              <a:t> </a:t>
            </a:r>
            <a:r>
              <a:rPr b="1" dirty="0">
                <a:latin typeface="Calibri"/>
                <a:cs typeface="Calibri"/>
              </a:rPr>
              <a:t>z)</a:t>
            </a:r>
            <a:r>
              <a:rPr b="1" spc="-30" dirty="0">
                <a:latin typeface="Calibri"/>
                <a:cs typeface="Calibri"/>
              </a:rPr>
              <a:t> </a:t>
            </a:r>
            <a:r>
              <a:rPr dirty="0">
                <a:latin typeface="Symbol"/>
                <a:cs typeface="Symbol"/>
              </a:rPr>
              <a:t></a:t>
            </a:r>
            <a:r>
              <a:rPr spc="-90" dirty="0">
                <a:latin typeface="Times New Roman"/>
                <a:cs typeface="Times New Roman"/>
              </a:rPr>
              <a:t> </a:t>
            </a:r>
            <a:r>
              <a:rPr b="1" spc="-50" dirty="0">
                <a:latin typeface="Calibri"/>
                <a:cs typeface="Calibri"/>
              </a:rPr>
              <a:t>R</a:t>
            </a:r>
            <a:r>
              <a:rPr b="1" dirty="0">
                <a:latin typeface="Calibri"/>
                <a:cs typeface="Calibri"/>
              </a:rPr>
              <a:t>	</a:t>
            </a:r>
            <a:r>
              <a:rPr b="1" spc="-25" dirty="0">
                <a:latin typeface="Calibri"/>
                <a:cs typeface="Calibri"/>
              </a:rPr>
              <a:t>(*)</a:t>
            </a:r>
          </a:p>
        </p:txBody>
      </p:sp>
      <p:sp>
        <p:nvSpPr>
          <p:cNvPr id="3" name="object 3"/>
          <p:cNvSpPr txBox="1"/>
          <p:nvPr/>
        </p:nvSpPr>
        <p:spPr>
          <a:xfrm>
            <a:off x="383540" y="2326325"/>
            <a:ext cx="8201025" cy="3416300"/>
          </a:xfrm>
          <a:prstGeom prst="rect">
            <a:avLst/>
          </a:prstGeom>
        </p:spPr>
        <p:txBody>
          <a:bodyPr vert="horz" wrap="square" lIns="0" tIns="90805" rIns="0" bIns="0" rtlCol="0">
            <a:spAutoFit/>
          </a:bodyPr>
          <a:lstStyle/>
          <a:p>
            <a:pPr marL="12700">
              <a:lnSpc>
                <a:spcPct val="100000"/>
              </a:lnSpc>
              <a:spcBef>
                <a:spcPts val="715"/>
              </a:spcBef>
            </a:pPr>
            <a:r>
              <a:rPr sz="2800" b="1" dirty="0">
                <a:solidFill>
                  <a:srgbClr val="FF0000"/>
                </a:solidFill>
                <a:latin typeface="Calibri"/>
                <a:cs typeface="Calibri"/>
              </a:rPr>
              <a:t>p(x,</a:t>
            </a:r>
            <a:r>
              <a:rPr sz="2800" b="1" spc="-30" dirty="0">
                <a:solidFill>
                  <a:srgbClr val="FF0000"/>
                </a:solidFill>
                <a:latin typeface="Calibri"/>
                <a:cs typeface="Calibri"/>
              </a:rPr>
              <a:t> y,</a:t>
            </a:r>
            <a:r>
              <a:rPr sz="2800" b="1" spc="-25" dirty="0">
                <a:solidFill>
                  <a:srgbClr val="FF0000"/>
                </a:solidFill>
                <a:latin typeface="Calibri"/>
                <a:cs typeface="Calibri"/>
              </a:rPr>
              <a:t> </a:t>
            </a:r>
            <a:r>
              <a:rPr sz="2800" b="1" dirty="0">
                <a:solidFill>
                  <a:srgbClr val="FF0000"/>
                </a:solidFill>
                <a:latin typeface="Calibri"/>
                <a:cs typeface="Calibri"/>
              </a:rPr>
              <a:t>z)</a:t>
            </a:r>
            <a:r>
              <a:rPr sz="2800" b="1" spc="-30" dirty="0">
                <a:solidFill>
                  <a:srgbClr val="FF0000"/>
                </a:solidFill>
                <a:latin typeface="Calibri"/>
                <a:cs typeface="Calibri"/>
              </a:rPr>
              <a:t> </a:t>
            </a:r>
            <a:r>
              <a:rPr sz="2800" b="1" dirty="0">
                <a:latin typeface="Calibri"/>
                <a:cs typeface="Calibri"/>
              </a:rPr>
              <a:t>:</a:t>
            </a:r>
            <a:r>
              <a:rPr sz="2800" b="1" spc="-30" dirty="0">
                <a:latin typeface="Calibri"/>
                <a:cs typeface="Calibri"/>
              </a:rPr>
              <a:t> </a:t>
            </a:r>
            <a:r>
              <a:rPr sz="2800" b="1" dirty="0">
                <a:latin typeface="Calibri"/>
                <a:cs typeface="Calibri"/>
              </a:rPr>
              <a:t>[(x,</a:t>
            </a:r>
            <a:r>
              <a:rPr sz="2800" b="1" spc="-20" dirty="0">
                <a:latin typeface="Calibri"/>
                <a:cs typeface="Calibri"/>
              </a:rPr>
              <a:t> </a:t>
            </a:r>
            <a:r>
              <a:rPr sz="2800" b="1" dirty="0">
                <a:latin typeface="Calibri"/>
                <a:cs typeface="Calibri"/>
              </a:rPr>
              <a:t>y)</a:t>
            </a:r>
            <a:r>
              <a:rPr sz="2800" b="1" spc="-30" dirty="0">
                <a:latin typeface="Calibri"/>
                <a:cs typeface="Calibri"/>
              </a:rPr>
              <a:t> </a:t>
            </a:r>
            <a:r>
              <a:rPr sz="2800" dirty="0">
                <a:latin typeface="Symbol"/>
                <a:cs typeface="Symbol"/>
              </a:rPr>
              <a:t></a:t>
            </a:r>
            <a:r>
              <a:rPr sz="2800" spc="-95" dirty="0">
                <a:latin typeface="Times New Roman"/>
                <a:cs typeface="Times New Roman"/>
              </a:rPr>
              <a:t> </a:t>
            </a:r>
            <a:r>
              <a:rPr sz="2800" b="1" dirty="0">
                <a:latin typeface="Calibri"/>
                <a:cs typeface="Calibri"/>
              </a:rPr>
              <a:t>R</a:t>
            </a:r>
            <a:r>
              <a:rPr sz="2800" b="1" spc="-35" dirty="0">
                <a:latin typeface="Calibri"/>
                <a:cs typeface="Calibri"/>
              </a:rPr>
              <a:t> </a:t>
            </a:r>
            <a:r>
              <a:rPr sz="2800" dirty="0">
                <a:latin typeface="Symbol"/>
                <a:cs typeface="Symbol"/>
              </a:rPr>
              <a:t></a:t>
            </a:r>
            <a:r>
              <a:rPr sz="2800" spc="-95" dirty="0">
                <a:latin typeface="Times New Roman"/>
                <a:cs typeface="Times New Roman"/>
              </a:rPr>
              <a:t> </a:t>
            </a:r>
            <a:r>
              <a:rPr sz="2800" b="1" spc="-20" dirty="0">
                <a:latin typeface="Calibri"/>
                <a:cs typeface="Calibri"/>
              </a:rPr>
              <a:t>(y,</a:t>
            </a:r>
            <a:r>
              <a:rPr sz="2800" b="1" spc="-25" dirty="0">
                <a:latin typeface="Calibri"/>
                <a:cs typeface="Calibri"/>
              </a:rPr>
              <a:t> </a:t>
            </a:r>
            <a:r>
              <a:rPr sz="2800" b="1" dirty="0">
                <a:latin typeface="Calibri"/>
                <a:cs typeface="Calibri"/>
              </a:rPr>
              <a:t>z)</a:t>
            </a:r>
            <a:r>
              <a:rPr sz="2800" b="1" spc="-25" dirty="0">
                <a:latin typeface="Calibri"/>
                <a:cs typeface="Calibri"/>
              </a:rPr>
              <a:t> </a:t>
            </a:r>
            <a:r>
              <a:rPr sz="2800" dirty="0">
                <a:latin typeface="Symbol"/>
                <a:cs typeface="Symbol"/>
              </a:rPr>
              <a:t></a:t>
            </a:r>
            <a:r>
              <a:rPr sz="2800" spc="-90" dirty="0">
                <a:latin typeface="Times New Roman"/>
                <a:cs typeface="Times New Roman"/>
              </a:rPr>
              <a:t> </a:t>
            </a:r>
            <a:r>
              <a:rPr sz="2800" b="1" dirty="0">
                <a:latin typeface="Calibri"/>
                <a:cs typeface="Calibri"/>
              </a:rPr>
              <a:t>R]</a:t>
            </a:r>
            <a:r>
              <a:rPr sz="2800" b="1" spc="-35" dirty="0">
                <a:latin typeface="Calibri"/>
                <a:cs typeface="Calibri"/>
              </a:rPr>
              <a:t> </a:t>
            </a:r>
            <a:r>
              <a:rPr sz="2800" dirty="0">
                <a:latin typeface="Symbol"/>
                <a:cs typeface="Symbol"/>
              </a:rPr>
              <a:t></a:t>
            </a:r>
            <a:r>
              <a:rPr sz="2800" spc="-100" dirty="0">
                <a:latin typeface="Times New Roman"/>
                <a:cs typeface="Times New Roman"/>
              </a:rPr>
              <a:t> </a:t>
            </a:r>
            <a:r>
              <a:rPr sz="2800" b="1" dirty="0">
                <a:latin typeface="Calibri"/>
                <a:cs typeface="Calibri"/>
              </a:rPr>
              <a:t>(x,</a:t>
            </a:r>
            <a:r>
              <a:rPr sz="2800" b="1" spc="-25" dirty="0">
                <a:latin typeface="Calibri"/>
                <a:cs typeface="Calibri"/>
              </a:rPr>
              <a:t> </a:t>
            </a:r>
            <a:r>
              <a:rPr sz="2800" b="1" dirty="0">
                <a:latin typeface="Calibri"/>
                <a:cs typeface="Calibri"/>
              </a:rPr>
              <a:t>z)</a:t>
            </a:r>
            <a:r>
              <a:rPr sz="2800" b="1" spc="-20" dirty="0">
                <a:latin typeface="Calibri"/>
                <a:cs typeface="Calibri"/>
              </a:rPr>
              <a:t> </a:t>
            </a:r>
            <a:r>
              <a:rPr sz="2800" dirty="0">
                <a:latin typeface="Symbol"/>
                <a:cs typeface="Symbol"/>
              </a:rPr>
              <a:t></a:t>
            </a:r>
            <a:r>
              <a:rPr sz="2800" spc="-90" dirty="0">
                <a:latin typeface="Times New Roman"/>
                <a:cs typeface="Times New Roman"/>
              </a:rPr>
              <a:t> </a:t>
            </a:r>
            <a:r>
              <a:rPr sz="2800" b="1" spc="-25" dirty="0">
                <a:latin typeface="Calibri"/>
                <a:cs typeface="Calibri"/>
              </a:rPr>
              <a:t>R.</a:t>
            </a:r>
            <a:endParaRPr sz="2800">
              <a:latin typeface="Calibri"/>
              <a:cs typeface="Calibri"/>
            </a:endParaRPr>
          </a:p>
          <a:p>
            <a:pPr marL="12700">
              <a:lnSpc>
                <a:spcPct val="100000"/>
              </a:lnSpc>
              <a:spcBef>
                <a:spcPts val="715"/>
              </a:spcBef>
            </a:pPr>
            <a:r>
              <a:rPr sz="3200" b="1" spc="-10" dirty="0">
                <a:latin typeface="Calibri"/>
                <a:cs typeface="Calibri"/>
              </a:rPr>
              <a:t>---</a:t>
            </a:r>
            <a:r>
              <a:rPr sz="3200" b="1" dirty="0">
                <a:latin typeface="Calibri"/>
                <a:cs typeface="Calibri"/>
              </a:rPr>
              <a:t>-</a:t>
            </a:r>
            <a:r>
              <a:rPr sz="3200" b="1" spc="-10" dirty="0">
                <a:latin typeface="Calibri"/>
                <a:cs typeface="Calibri"/>
              </a:rPr>
              <a:t>-</a:t>
            </a:r>
            <a:r>
              <a:rPr sz="3200" b="1" spc="-20" dirty="0">
                <a:latin typeface="Calibri"/>
                <a:cs typeface="Calibri"/>
              </a:rPr>
              <a:t>-</a:t>
            </a:r>
            <a:r>
              <a:rPr sz="3200" b="1" spc="-10" dirty="0">
                <a:latin typeface="Calibri"/>
                <a:cs typeface="Calibri"/>
              </a:rPr>
              <a:t>--</a:t>
            </a:r>
            <a:r>
              <a:rPr sz="3200" b="1" spc="-20" dirty="0">
                <a:latin typeface="Calibri"/>
                <a:cs typeface="Calibri"/>
              </a:rPr>
              <a:t>-</a:t>
            </a:r>
            <a:r>
              <a:rPr sz="3200" b="1" spc="-10" dirty="0">
                <a:latin typeface="Calibri"/>
                <a:cs typeface="Calibri"/>
              </a:rPr>
              <a:t>--</a:t>
            </a:r>
            <a:r>
              <a:rPr sz="3200" b="1" spc="-20" dirty="0">
                <a:latin typeface="Calibri"/>
                <a:cs typeface="Calibri"/>
              </a:rPr>
              <a:t>-</a:t>
            </a:r>
            <a:r>
              <a:rPr sz="3200" b="1" spc="-10" dirty="0">
                <a:latin typeface="Calibri"/>
                <a:cs typeface="Calibri"/>
              </a:rPr>
              <a:t>--</a:t>
            </a:r>
            <a:r>
              <a:rPr sz="3200" b="1" spc="-20" dirty="0">
                <a:latin typeface="Calibri"/>
                <a:cs typeface="Calibri"/>
              </a:rPr>
              <a:t>-</a:t>
            </a:r>
            <a:r>
              <a:rPr sz="3200" b="1" spc="-10" dirty="0">
                <a:latin typeface="Calibri"/>
                <a:cs typeface="Calibri"/>
              </a:rPr>
              <a:t>-</a:t>
            </a:r>
            <a:r>
              <a:rPr sz="3200" b="1" spc="-20" dirty="0">
                <a:latin typeface="Calibri"/>
                <a:cs typeface="Calibri"/>
              </a:rPr>
              <a:t>-</a:t>
            </a:r>
            <a:r>
              <a:rPr sz="3200" b="1" spc="-10" dirty="0">
                <a:latin typeface="Calibri"/>
                <a:cs typeface="Calibri"/>
              </a:rPr>
              <a:t>--</a:t>
            </a:r>
            <a:r>
              <a:rPr sz="3200" b="1" spc="-20" dirty="0">
                <a:latin typeface="Calibri"/>
                <a:cs typeface="Calibri"/>
              </a:rPr>
              <a:t>-</a:t>
            </a:r>
            <a:r>
              <a:rPr sz="3200" b="1" spc="-10" dirty="0">
                <a:latin typeface="Calibri"/>
                <a:cs typeface="Calibri"/>
              </a:rPr>
              <a:t>--</a:t>
            </a:r>
            <a:r>
              <a:rPr sz="3200" b="1" spc="-20" dirty="0">
                <a:latin typeface="Calibri"/>
                <a:cs typeface="Calibri"/>
              </a:rPr>
              <a:t>-</a:t>
            </a:r>
            <a:r>
              <a:rPr sz="3200" b="1" spc="-10" dirty="0">
                <a:latin typeface="Calibri"/>
                <a:cs typeface="Calibri"/>
              </a:rPr>
              <a:t>-</a:t>
            </a:r>
            <a:r>
              <a:rPr sz="3200" b="1" spc="-20" dirty="0">
                <a:latin typeface="Calibri"/>
                <a:cs typeface="Calibri"/>
              </a:rPr>
              <a:t>-</a:t>
            </a:r>
            <a:r>
              <a:rPr sz="3200" b="1" spc="-10" dirty="0">
                <a:latin typeface="Calibri"/>
                <a:cs typeface="Calibri"/>
              </a:rPr>
              <a:t>--</a:t>
            </a:r>
            <a:r>
              <a:rPr sz="3200" b="1" spc="-20" dirty="0">
                <a:latin typeface="Calibri"/>
                <a:cs typeface="Calibri"/>
              </a:rPr>
              <a:t>-</a:t>
            </a:r>
            <a:r>
              <a:rPr sz="3200" b="1" spc="-10" dirty="0">
                <a:latin typeface="Calibri"/>
                <a:cs typeface="Calibri"/>
              </a:rPr>
              <a:t>--</a:t>
            </a:r>
            <a:r>
              <a:rPr sz="3200" b="1" spc="-20" dirty="0">
                <a:latin typeface="Calibri"/>
                <a:cs typeface="Calibri"/>
              </a:rPr>
              <a:t>-</a:t>
            </a:r>
            <a:r>
              <a:rPr sz="3200" b="1" spc="-10" dirty="0">
                <a:latin typeface="Calibri"/>
                <a:cs typeface="Calibri"/>
              </a:rPr>
              <a:t>-</a:t>
            </a:r>
            <a:r>
              <a:rPr sz="3200" b="1" spc="-20" dirty="0">
                <a:latin typeface="Calibri"/>
                <a:cs typeface="Calibri"/>
              </a:rPr>
              <a:t>-</a:t>
            </a:r>
            <a:r>
              <a:rPr sz="3200" b="1" spc="-10" dirty="0">
                <a:latin typeface="Calibri"/>
                <a:cs typeface="Calibri"/>
              </a:rPr>
              <a:t>--</a:t>
            </a:r>
            <a:r>
              <a:rPr sz="3200" b="1" spc="-20" dirty="0">
                <a:latin typeface="Calibri"/>
                <a:cs typeface="Calibri"/>
              </a:rPr>
              <a:t>-</a:t>
            </a:r>
            <a:r>
              <a:rPr sz="3200" b="1" spc="-10" dirty="0">
                <a:latin typeface="Calibri"/>
                <a:cs typeface="Calibri"/>
              </a:rPr>
              <a:t>--</a:t>
            </a:r>
            <a:r>
              <a:rPr sz="3200" b="1" spc="-20" dirty="0">
                <a:latin typeface="Calibri"/>
                <a:cs typeface="Calibri"/>
              </a:rPr>
              <a:t>-</a:t>
            </a:r>
            <a:r>
              <a:rPr sz="3200" b="1" spc="-10" dirty="0">
                <a:latin typeface="Calibri"/>
                <a:cs typeface="Calibri"/>
              </a:rPr>
              <a:t>-</a:t>
            </a:r>
            <a:r>
              <a:rPr sz="3200" b="1" spc="-20" dirty="0">
                <a:latin typeface="Calibri"/>
                <a:cs typeface="Calibri"/>
              </a:rPr>
              <a:t>-</a:t>
            </a:r>
            <a:r>
              <a:rPr sz="3200" b="1" spc="-10" dirty="0">
                <a:latin typeface="Calibri"/>
                <a:cs typeface="Calibri"/>
              </a:rPr>
              <a:t>--</a:t>
            </a:r>
            <a:r>
              <a:rPr sz="3200" b="1" spc="-20" dirty="0">
                <a:latin typeface="Calibri"/>
                <a:cs typeface="Calibri"/>
              </a:rPr>
              <a:t>-</a:t>
            </a:r>
            <a:r>
              <a:rPr sz="3200" b="1" spc="-10" dirty="0">
                <a:latin typeface="Calibri"/>
                <a:cs typeface="Calibri"/>
              </a:rPr>
              <a:t>--</a:t>
            </a:r>
            <a:r>
              <a:rPr sz="3200" b="1" spc="-20" dirty="0">
                <a:latin typeface="Calibri"/>
                <a:cs typeface="Calibri"/>
              </a:rPr>
              <a:t>-</a:t>
            </a:r>
            <a:r>
              <a:rPr sz="3200" b="1" spc="-10" dirty="0">
                <a:latin typeface="Calibri"/>
                <a:cs typeface="Calibri"/>
              </a:rPr>
              <a:t>-</a:t>
            </a:r>
            <a:r>
              <a:rPr sz="3200" b="1" spc="-20" dirty="0">
                <a:latin typeface="Calibri"/>
                <a:cs typeface="Calibri"/>
              </a:rPr>
              <a:t>-</a:t>
            </a:r>
            <a:r>
              <a:rPr sz="3200" b="1" spc="-10" dirty="0">
                <a:latin typeface="Calibri"/>
                <a:cs typeface="Calibri"/>
              </a:rPr>
              <a:t>--</a:t>
            </a:r>
            <a:r>
              <a:rPr sz="3200" b="1" spc="-20" dirty="0">
                <a:latin typeface="Calibri"/>
                <a:cs typeface="Calibri"/>
              </a:rPr>
              <a:t>-</a:t>
            </a:r>
            <a:r>
              <a:rPr sz="3200" b="1" spc="-10" dirty="0">
                <a:latin typeface="Calibri"/>
                <a:cs typeface="Calibri"/>
              </a:rPr>
              <a:t>--</a:t>
            </a:r>
            <a:r>
              <a:rPr sz="3200" b="1" spc="-20" dirty="0">
                <a:latin typeface="Calibri"/>
                <a:cs typeface="Calibri"/>
              </a:rPr>
              <a:t>-</a:t>
            </a:r>
            <a:r>
              <a:rPr sz="3200" b="1" spc="-10" dirty="0">
                <a:latin typeface="Calibri"/>
                <a:cs typeface="Calibri"/>
              </a:rPr>
              <a:t>-</a:t>
            </a:r>
            <a:r>
              <a:rPr sz="3200" b="1" spc="-20" dirty="0">
                <a:latin typeface="Calibri"/>
                <a:cs typeface="Calibri"/>
              </a:rPr>
              <a:t>-</a:t>
            </a:r>
            <a:r>
              <a:rPr sz="3200" b="1" spc="-10" dirty="0">
                <a:latin typeface="Calibri"/>
                <a:cs typeface="Calibri"/>
              </a:rPr>
              <a:t>--</a:t>
            </a:r>
            <a:r>
              <a:rPr sz="3200" b="1" spc="-20" dirty="0">
                <a:latin typeface="Calibri"/>
                <a:cs typeface="Calibri"/>
              </a:rPr>
              <a:t>-</a:t>
            </a:r>
            <a:r>
              <a:rPr sz="3200" b="1" spc="-10" dirty="0">
                <a:latin typeface="Calibri"/>
                <a:cs typeface="Calibri"/>
              </a:rPr>
              <a:t>--</a:t>
            </a:r>
            <a:r>
              <a:rPr sz="3200" b="1" spc="-20" dirty="0">
                <a:latin typeface="Calibri"/>
                <a:cs typeface="Calibri"/>
              </a:rPr>
              <a:t>-</a:t>
            </a:r>
            <a:r>
              <a:rPr sz="3200" b="1" spc="-10" dirty="0">
                <a:latin typeface="Calibri"/>
                <a:cs typeface="Calibri"/>
              </a:rPr>
              <a:t>-</a:t>
            </a:r>
            <a:r>
              <a:rPr sz="3200" b="1" spc="-20" dirty="0">
                <a:latin typeface="Calibri"/>
                <a:cs typeface="Calibri"/>
              </a:rPr>
              <a:t>-</a:t>
            </a:r>
            <a:r>
              <a:rPr sz="3200" b="1" spc="-50" dirty="0">
                <a:latin typeface="Calibri"/>
                <a:cs typeface="Calibri"/>
              </a:rPr>
              <a:t>-</a:t>
            </a:r>
            <a:endParaRPr sz="3200">
              <a:latin typeface="Calibri"/>
              <a:cs typeface="Calibri"/>
            </a:endParaRPr>
          </a:p>
          <a:p>
            <a:pPr marL="12700" marR="274320" indent="190500">
              <a:lnSpc>
                <a:spcPct val="100000"/>
              </a:lnSpc>
              <a:spcBef>
                <a:spcPts val="690"/>
              </a:spcBef>
              <a:buChar char="-"/>
              <a:tabLst>
                <a:tab pos="203200" algn="l"/>
              </a:tabLst>
            </a:pPr>
            <a:r>
              <a:rPr sz="2800" b="1" dirty="0">
                <a:solidFill>
                  <a:srgbClr val="FF0000"/>
                </a:solidFill>
                <a:latin typeface="Calibri"/>
                <a:cs typeface="Calibri"/>
              </a:rPr>
              <a:t>Mệnh</a:t>
            </a:r>
            <a:r>
              <a:rPr sz="2800" b="1" spc="-40" dirty="0">
                <a:solidFill>
                  <a:srgbClr val="FF0000"/>
                </a:solidFill>
                <a:latin typeface="Calibri"/>
                <a:cs typeface="Calibri"/>
              </a:rPr>
              <a:t> </a:t>
            </a:r>
            <a:r>
              <a:rPr sz="2800" b="1" dirty="0">
                <a:solidFill>
                  <a:srgbClr val="FF0000"/>
                </a:solidFill>
                <a:latin typeface="Calibri"/>
                <a:cs typeface="Calibri"/>
              </a:rPr>
              <a:t>đề</a:t>
            </a:r>
            <a:r>
              <a:rPr sz="2800" b="1" spc="-55" dirty="0">
                <a:solidFill>
                  <a:srgbClr val="FF0000"/>
                </a:solidFill>
                <a:latin typeface="Calibri"/>
                <a:cs typeface="Calibri"/>
              </a:rPr>
              <a:t> </a:t>
            </a:r>
            <a:r>
              <a:rPr sz="2800" b="1" dirty="0">
                <a:solidFill>
                  <a:srgbClr val="FF0000"/>
                </a:solidFill>
                <a:latin typeface="Calibri"/>
                <a:cs typeface="Calibri"/>
              </a:rPr>
              <a:t>(*)</a:t>
            </a:r>
            <a:r>
              <a:rPr sz="2800" b="1" spc="-35" dirty="0">
                <a:solidFill>
                  <a:srgbClr val="FF0000"/>
                </a:solidFill>
                <a:latin typeface="Calibri"/>
                <a:cs typeface="Calibri"/>
              </a:rPr>
              <a:t> </a:t>
            </a:r>
            <a:r>
              <a:rPr sz="2800" b="1" dirty="0">
                <a:solidFill>
                  <a:srgbClr val="FF0000"/>
                </a:solidFill>
                <a:latin typeface="Calibri"/>
                <a:cs typeface="Calibri"/>
              </a:rPr>
              <a:t>ĐÚNG</a:t>
            </a:r>
            <a:r>
              <a:rPr sz="2800" b="1" spc="-40" dirty="0">
                <a:solidFill>
                  <a:srgbClr val="FF0000"/>
                </a:solidFill>
                <a:latin typeface="Calibri"/>
                <a:cs typeface="Calibri"/>
              </a:rPr>
              <a:t> </a:t>
            </a:r>
            <a:r>
              <a:rPr sz="2800" b="1" dirty="0">
                <a:solidFill>
                  <a:srgbClr val="FF0000"/>
                </a:solidFill>
                <a:latin typeface="Calibri"/>
                <a:cs typeface="Calibri"/>
              </a:rPr>
              <a:t>nếu</a:t>
            </a:r>
            <a:r>
              <a:rPr sz="2800" b="1" spc="-45" dirty="0">
                <a:solidFill>
                  <a:srgbClr val="FF0000"/>
                </a:solidFill>
                <a:latin typeface="Calibri"/>
                <a:cs typeface="Calibri"/>
              </a:rPr>
              <a:t> </a:t>
            </a:r>
            <a:r>
              <a:rPr sz="2800" b="1" dirty="0">
                <a:solidFill>
                  <a:srgbClr val="FF0000"/>
                </a:solidFill>
                <a:latin typeface="Calibri"/>
                <a:cs typeface="Calibri"/>
              </a:rPr>
              <a:t>thay</a:t>
            </a:r>
            <a:r>
              <a:rPr sz="2800" b="1" spc="-45" dirty="0">
                <a:solidFill>
                  <a:srgbClr val="FF0000"/>
                </a:solidFill>
                <a:latin typeface="Calibri"/>
                <a:cs typeface="Calibri"/>
              </a:rPr>
              <a:t> </a:t>
            </a:r>
            <a:r>
              <a:rPr sz="2800" b="1" dirty="0">
                <a:solidFill>
                  <a:srgbClr val="FF0000"/>
                </a:solidFill>
                <a:latin typeface="Calibri"/>
                <a:cs typeface="Calibri"/>
              </a:rPr>
              <a:t>x</a:t>
            </a:r>
            <a:r>
              <a:rPr sz="2800" b="1" spc="-40" dirty="0">
                <a:solidFill>
                  <a:srgbClr val="FF0000"/>
                </a:solidFill>
                <a:latin typeface="Calibri"/>
                <a:cs typeface="Calibri"/>
              </a:rPr>
              <a:t> </a:t>
            </a:r>
            <a:r>
              <a:rPr sz="2800" b="1" dirty="0">
                <a:solidFill>
                  <a:srgbClr val="FF0000"/>
                </a:solidFill>
                <a:latin typeface="Calibri"/>
                <a:cs typeface="Calibri"/>
              </a:rPr>
              <a:t>bằng</a:t>
            </a:r>
            <a:r>
              <a:rPr sz="2800" b="1" spc="-50" dirty="0">
                <a:solidFill>
                  <a:srgbClr val="FF0000"/>
                </a:solidFill>
                <a:latin typeface="Calibri"/>
                <a:cs typeface="Calibri"/>
              </a:rPr>
              <a:t> </a:t>
            </a:r>
            <a:r>
              <a:rPr sz="2800" b="1" dirty="0">
                <a:solidFill>
                  <a:srgbClr val="FF0000"/>
                </a:solidFill>
                <a:latin typeface="Calibri"/>
                <a:cs typeface="Calibri"/>
              </a:rPr>
              <a:t>giá</a:t>
            </a:r>
            <a:r>
              <a:rPr sz="2800" b="1" spc="-40" dirty="0">
                <a:solidFill>
                  <a:srgbClr val="FF0000"/>
                </a:solidFill>
                <a:latin typeface="Calibri"/>
                <a:cs typeface="Calibri"/>
              </a:rPr>
              <a:t> </a:t>
            </a:r>
            <a:r>
              <a:rPr sz="2800" b="1" dirty="0">
                <a:solidFill>
                  <a:srgbClr val="FF0000"/>
                </a:solidFill>
                <a:latin typeface="Calibri"/>
                <a:cs typeface="Calibri"/>
              </a:rPr>
              <a:t>trị</a:t>
            </a:r>
            <a:r>
              <a:rPr sz="2800" b="1" spc="-35" dirty="0">
                <a:solidFill>
                  <a:srgbClr val="FF0000"/>
                </a:solidFill>
                <a:latin typeface="Calibri"/>
                <a:cs typeface="Calibri"/>
              </a:rPr>
              <a:t> </a:t>
            </a:r>
            <a:r>
              <a:rPr sz="2800" b="1" dirty="0">
                <a:solidFill>
                  <a:srgbClr val="FF0000"/>
                </a:solidFill>
                <a:latin typeface="Calibri"/>
                <a:cs typeface="Calibri"/>
              </a:rPr>
              <a:t>bất</a:t>
            </a:r>
            <a:r>
              <a:rPr sz="2800" b="1" spc="-40" dirty="0">
                <a:solidFill>
                  <a:srgbClr val="FF0000"/>
                </a:solidFill>
                <a:latin typeface="Calibri"/>
                <a:cs typeface="Calibri"/>
              </a:rPr>
              <a:t> </a:t>
            </a:r>
            <a:r>
              <a:rPr sz="2800" b="1" dirty="0">
                <a:solidFill>
                  <a:srgbClr val="FF0000"/>
                </a:solidFill>
                <a:latin typeface="Calibri"/>
                <a:cs typeface="Calibri"/>
              </a:rPr>
              <a:t>kỳ</a:t>
            </a:r>
            <a:r>
              <a:rPr sz="2800" b="1" spc="-40" dirty="0">
                <a:solidFill>
                  <a:srgbClr val="FF0000"/>
                </a:solidFill>
                <a:latin typeface="Calibri"/>
                <a:cs typeface="Calibri"/>
              </a:rPr>
              <a:t> </a:t>
            </a:r>
            <a:r>
              <a:rPr sz="2800" b="1" spc="-25" dirty="0">
                <a:solidFill>
                  <a:srgbClr val="FF0000"/>
                </a:solidFill>
                <a:latin typeface="Calibri"/>
                <a:cs typeface="Calibri"/>
              </a:rPr>
              <a:t>a, </a:t>
            </a:r>
            <a:r>
              <a:rPr sz="2800" b="1" dirty="0">
                <a:solidFill>
                  <a:srgbClr val="FF0000"/>
                </a:solidFill>
                <a:latin typeface="Calibri"/>
                <a:cs typeface="Calibri"/>
              </a:rPr>
              <a:t>thay</a:t>
            </a:r>
            <a:r>
              <a:rPr sz="2800" b="1" spc="-40" dirty="0">
                <a:solidFill>
                  <a:srgbClr val="FF0000"/>
                </a:solidFill>
                <a:latin typeface="Calibri"/>
                <a:cs typeface="Calibri"/>
              </a:rPr>
              <a:t> </a:t>
            </a:r>
            <a:r>
              <a:rPr sz="2800" b="1" dirty="0">
                <a:solidFill>
                  <a:srgbClr val="FF0000"/>
                </a:solidFill>
                <a:latin typeface="Calibri"/>
                <a:cs typeface="Calibri"/>
              </a:rPr>
              <a:t>y</a:t>
            </a:r>
            <a:r>
              <a:rPr sz="2800" b="1" spc="-35" dirty="0">
                <a:solidFill>
                  <a:srgbClr val="FF0000"/>
                </a:solidFill>
                <a:latin typeface="Calibri"/>
                <a:cs typeface="Calibri"/>
              </a:rPr>
              <a:t> </a:t>
            </a:r>
            <a:r>
              <a:rPr sz="2800" b="1" dirty="0">
                <a:solidFill>
                  <a:srgbClr val="FF0000"/>
                </a:solidFill>
                <a:latin typeface="Calibri"/>
                <a:cs typeface="Calibri"/>
              </a:rPr>
              <a:t>bằng</a:t>
            </a:r>
            <a:r>
              <a:rPr sz="2800" b="1" spc="-45" dirty="0">
                <a:solidFill>
                  <a:srgbClr val="FF0000"/>
                </a:solidFill>
                <a:latin typeface="Calibri"/>
                <a:cs typeface="Calibri"/>
              </a:rPr>
              <a:t> </a:t>
            </a:r>
            <a:r>
              <a:rPr sz="2800" b="1" dirty="0">
                <a:solidFill>
                  <a:srgbClr val="FF0000"/>
                </a:solidFill>
                <a:latin typeface="Calibri"/>
                <a:cs typeface="Calibri"/>
              </a:rPr>
              <a:t>giá</a:t>
            </a:r>
            <a:r>
              <a:rPr sz="2800" b="1" spc="-35" dirty="0">
                <a:solidFill>
                  <a:srgbClr val="FF0000"/>
                </a:solidFill>
                <a:latin typeface="Calibri"/>
                <a:cs typeface="Calibri"/>
              </a:rPr>
              <a:t> </a:t>
            </a:r>
            <a:r>
              <a:rPr sz="2800" b="1" dirty="0">
                <a:solidFill>
                  <a:srgbClr val="FF0000"/>
                </a:solidFill>
                <a:latin typeface="Calibri"/>
                <a:cs typeface="Calibri"/>
              </a:rPr>
              <a:t>trị</a:t>
            </a:r>
            <a:r>
              <a:rPr sz="2800" b="1" spc="-35" dirty="0">
                <a:solidFill>
                  <a:srgbClr val="FF0000"/>
                </a:solidFill>
                <a:latin typeface="Calibri"/>
                <a:cs typeface="Calibri"/>
              </a:rPr>
              <a:t> </a:t>
            </a:r>
            <a:r>
              <a:rPr sz="2800" b="1" dirty="0">
                <a:solidFill>
                  <a:srgbClr val="FF0000"/>
                </a:solidFill>
                <a:latin typeface="Calibri"/>
                <a:cs typeface="Calibri"/>
              </a:rPr>
              <a:t>bất</a:t>
            </a:r>
            <a:r>
              <a:rPr sz="2800" b="1" spc="-20" dirty="0">
                <a:solidFill>
                  <a:srgbClr val="FF0000"/>
                </a:solidFill>
                <a:latin typeface="Calibri"/>
                <a:cs typeface="Calibri"/>
              </a:rPr>
              <a:t> </a:t>
            </a:r>
            <a:r>
              <a:rPr sz="2800" b="1" dirty="0">
                <a:solidFill>
                  <a:srgbClr val="FF0000"/>
                </a:solidFill>
                <a:latin typeface="Calibri"/>
                <a:cs typeface="Calibri"/>
              </a:rPr>
              <a:t>kỳ</a:t>
            </a:r>
            <a:r>
              <a:rPr sz="2800" b="1" spc="-40" dirty="0">
                <a:solidFill>
                  <a:srgbClr val="FF0000"/>
                </a:solidFill>
                <a:latin typeface="Calibri"/>
                <a:cs typeface="Calibri"/>
              </a:rPr>
              <a:t> </a:t>
            </a:r>
            <a:r>
              <a:rPr sz="2800" b="1" dirty="0">
                <a:solidFill>
                  <a:srgbClr val="FF0000"/>
                </a:solidFill>
                <a:latin typeface="Calibri"/>
                <a:cs typeface="Calibri"/>
              </a:rPr>
              <a:t>b,</a:t>
            </a:r>
            <a:r>
              <a:rPr sz="2800" b="1" spc="-30" dirty="0">
                <a:solidFill>
                  <a:srgbClr val="FF0000"/>
                </a:solidFill>
                <a:latin typeface="Calibri"/>
                <a:cs typeface="Calibri"/>
              </a:rPr>
              <a:t> </a:t>
            </a:r>
            <a:r>
              <a:rPr sz="2800" b="1" dirty="0">
                <a:solidFill>
                  <a:srgbClr val="FF0000"/>
                </a:solidFill>
                <a:latin typeface="Calibri"/>
                <a:cs typeface="Calibri"/>
              </a:rPr>
              <a:t>thay</a:t>
            </a:r>
            <a:r>
              <a:rPr sz="2800" b="1" spc="-40" dirty="0">
                <a:solidFill>
                  <a:srgbClr val="FF0000"/>
                </a:solidFill>
                <a:latin typeface="Calibri"/>
                <a:cs typeface="Calibri"/>
              </a:rPr>
              <a:t> </a:t>
            </a:r>
            <a:r>
              <a:rPr sz="2800" b="1" dirty="0">
                <a:solidFill>
                  <a:srgbClr val="FF0000"/>
                </a:solidFill>
                <a:latin typeface="Calibri"/>
                <a:cs typeface="Calibri"/>
              </a:rPr>
              <a:t>z</a:t>
            </a:r>
            <a:r>
              <a:rPr sz="2800" b="1" spc="-40" dirty="0">
                <a:solidFill>
                  <a:srgbClr val="FF0000"/>
                </a:solidFill>
                <a:latin typeface="Calibri"/>
                <a:cs typeface="Calibri"/>
              </a:rPr>
              <a:t> </a:t>
            </a:r>
            <a:r>
              <a:rPr sz="2800" b="1" dirty="0">
                <a:solidFill>
                  <a:srgbClr val="FF0000"/>
                </a:solidFill>
                <a:latin typeface="Calibri"/>
                <a:cs typeface="Calibri"/>
              </a:rPr>
              <a:t>bằng</a:t>
            </a:r>
            <a:r>
              <a:rPr sz="2800" b="1" spc="-45" dirty="0">
                <a:solidFill>
                  <a:srgbClr val="FF0000"/>
                </a:solidFill>
                <a:latin typeface="Calibri"/>
                <a:cs typeface="Calibri"/>
              </a:rPr>
              <a:t> </a:t>
            </a:r>
            <a:r>
              <a:rPr sz="2800" b="1" dirty="0">
                <a:solidFill>
                  <a:srgbClr val="FF0000"/>
                </a:solidFill>
                <a:latin typeface="Calibri"/>
                <a:cs typeface="Calibri"/>
              </a:rPr>
              <a:t>giá</a:t>
            </a:r>
            <a:r>
              <a:rPr sz="2800" b="1" spc="-35" dirty="0">
                <a:solidFill>
                  <a:srgbClr val="FF0000"/>
                </a:solidFill>
                <a:latin typeface="Calibri"/>
                <a:cs typeface="Calibri"/>
              </a:rPr>
              <a:t> </a:t>
            </a:r>
            <a:r>
              <a:rPr sz="2800" b="1" dirty="0">
                <a:solidFill>
                  <a:srgbClr val="FF0000"/>
                </a:solidFill>
                <a:latin typeface="Calibri"/>
                <a:cs typeface="Calibri"/>
              </a:rPr>
              <a:t>trị</a:t>
            </a:r>
            <a:r>
              <a:rPr sz="2800" b="1" spc="-35" dirty="0">
                <a:solidFill>
                  <a:srgbClr val="FF0000"/>
                </a:solidFill>
                <a:latin typeface="Calibri"/>
                <a:cs typeface="Calibri"/>
              </a:rPr>
              <a:t> </a:t>
            </a:r>
            <a:r>
              <a:rPr sz="2800" b="1" dirty="0">
                <a:solidFill>
                  <a:srgbClr val="FF0000"/>
                </a:solidFill>
                <a:latin typeface="Calibri"/>
                <a:cs typeface="Calibri"/>
              </a:rPr>
              <a:t>bất</a:t>
            </a:r>
            <a:r>
              <a:rPr sz="2800" b="1" spc="-20" dirty="0">
                <a:solidFill>
                  <a:srgbClr val="FF0000"/>
                </a:solidFill>
                <a:latin typeface="Calibri"/>
                <a:cs typeface="Calibri"/>
              </a:rPr>
              <a:t> </a:t>
            </a:r>
            <a:r>
              <a:rPr sz="2800" b="1" dirty="0">
                <a:solidFill>
                  <a:srgbClr val="FF0000"/>
                </a:solidFill>
                <a:latin typeface="Calibri"/>
                <a:cs typeface="Calibri"/>
              </a:rPr>
              <a:t>kỳ</a:t>
            </a:r>
            <a:r>
              <a:rPr sz="2800" b="1" spc="-35" dirty="0">
                <a:solidFill>
                  <a:srgbClr val="FF0000"/>
                </a:solidFill>
                <a:latin typeface="Calibri"/>
                <a:cs typeface="Calibri"/>
              </a:rPr>
              <a:t> </a:t>
            </a:r>
            <a:r>
              <a:rPr sz="2800" b="1" spc="-50" dirty="0">
                <a:solidFill>
                  <a:srgbClr val="FF0000"/>
                </a:solidFill>
                <a:latin typeface="Calibri"/>
                <a:cs typeface="Calibri"/>
              </a:rPr>
              <a:t>c </a:t>
            </a:r>
            <a:r>
              <a:rPr sz="2800" b="1" dirty="0">
                <a:solidFill>
                  <a:srgbClr val="FF0000"/>
                </a:solidFill>
                <a:latin typeface="Calibri"/>
                <a:cs typeface="Calibri"/>
              </a:rPr>
              <a:t>ta</a:t>
            </a:r>
            <a:r>
              <a:rPr sz="2800" b="1" spc="-25" dirty="0">
                <a:solidFill>
                  <a:srgbClr val="FF0000"/>
                </a:solidFill>
                <a:latin typeface="Calibri"/>
                <a:cs typeface="Calibri"/>
              </a:rPr>
              <a:t> </a:t>
            </a:r>
            <a:r>
              <a:rPr sz="2800" b="1" dirty="0">
                <a:solidFill>
                  <a:srgbClr val="FF0000"/>
                </a:solidFill>
                <a:latin typeface="Calibri"/>
                <a:cs typeface="Calibri"/>
              </a:rPr>
              <a:t>có</a:t>
            </a:r>
            <a:r>
              <a:rPr sz="2800" b="1" spc="-45" dirty="0">
                <a:solidFill>
                  <a:srgbClr val="FF0000"/>
                </a:solidFill>
                <a:latin typeface="Calibri"/>
                <a:cs typeface="Calibri"/>
              </a:rPr>
              <a:t> </a:t>
            </a:r>
            <a:r>
              <a:rPr sz="2800" b="1" dirty="0">
                <a:solidFill>
                  <a:srgbClr val="FF0000"/>
                </a:solidFill>
                <a:latin typeface="Calibri"/>
                <a:cs typeface="Calibri"/>
              </a:rPr>
              <a:t>p(a,</a:t>
            </a:r>
            <a:r>
              <a:rPr sz="2800" b="1" spc="-20" dirty="0">
                <a:solidFill>
                  <a:srgbClr val="FF0000"/>
                </a:solidFill>
                <a:latin typeface="Calibri"/>
                <a:cs typeface="Calibri"/>
              </a:rPr>
              <a:t> </a:t>
            </a:r>
            <a:r>
              <a:rPr sz="2800" b="1" dirty="0">
                <a:solidFill>
                  <a:srgbClr val="FF0000"/>
                </a:solidFill>
                <a:latin typeface="Calibri"/>
                <a:cs typeface="Calibri"/>
              </a:rPr>
              <a:t>b,</a:t>
            </a:r>
            <a:r>
              <a:rPr sz="2800" b="1" spc="-35" dirty="0">
                <a:solidFill>
                  <a:srgbClr val="FF0000"/>
                </a:solidFill>
                <a:latin typeface="Calibri"/>
                <a:cs typeface="Calibri"/>
              </a:rPr>
              <a:t> </a:t>
            </a:r>
            <a:r>
              <a:rPr sz="2800" b="1" dirty="0">
                <a:solidFill>
                  <a:srgbClr val="FF0000"/>
                </a:solidFill>
                <a:latin typeface="Calibri"/>
                <a:cs typeface="Calibri"/>
              </a:rPr>
              <a:t>c)</a:t>
            </a:r>
            <a:r>
              <a:rPr sz="2800" b="1" spc="-35" dirty="0">
                <a:solidFill>
                  <a:srgbClr val="FF0000"/>
                </a:solidFill>
                <a:latin typeface="Calibri"/>
                <a:cs typeface="Calibri"/>
              </a:rPr>
              <a:t> </a:t>
            </a:r>
            <a:r>
              <a:rPr sz="2800" b="1" dirty="0">
                <a:solidFill>
                  <a:srgbClr val="FF0000"/>
                </a:solidFill>
                <a:latin typeface="Calibri"/>
                <a:cs typeface="Calibri"/>
              </a:rPr>
              <a:t>có</a:t>
            </a:r>
            <a:r>
              <a:rPr sz="2800" b="1" spc="-30" dirty="0">
                <a:solidFill>
                  <a:srgbClr val="FF0000"/>
                </a:solidFill>
                <a:latin typeface="Calibri"/>
                <a:cs typeface="Calibri"/>
              </a:rPr>
              <a:t> </a:t>
            </a:r>
            <a:r>
              <a:rPr sz="2800" b="1" dirty="0">
                <a:solidFill>
                  <a:srgbClr val="FF0000"/>
                </a:solidFill>
                <a:latin typeface="Calibri"/>
                <a:cs typeface="Calibri"/>
              </a:rPr>
              <a:t>chân</a:t>
            </a:r>
            <a:r>
              <a:rPr sz="2800" b="1" spc="-30" dirty="0">
                <a:solidFill>
                  <a:srgbClr val="FF0000"/>
                </a:solidFill>
                <a:latin typeface="Calibri"/>
                <a:cs typeface="Calibri"/>
              </a:rPr>
              <a:t> </a:t>
            </a:r>
            <a:r>
              <a:rPr sz="2800" b="1" dirty="0">
                <a:solidFill>
                  <a:srgbClr val="FF0000"/>
                </a:solidFill>
                <a:latin typeface="Calibri"/>
                <a:cs typeface="Calibri"/>
              </a:rPr>
              <a:t>trị</a:t>
            </a:r>
            <a:r>
              <a:rPr sz="2800" b="1" spc="-25" dirty="0">
                <a:solidFill>
                  <a:srgbClr val="FF0000"/>
                </a:solidFill>
                <a:latin typeface="Calibri"/>
                <a:cs typeface="Calibri"/>
              </a:rPr>
              <a:t> </a:t>
            </a:r>
            <a:r>
              <a:rPr sz="2800" b="1" spc="-10" dirty="0">
                <a:solidFill>
                  <a:srgbClr val="FF0000"/>
                </a:solidFill>
                <a:latin typeface="Calibri"/>
                <a:cs typeface="Calibri"/>
              </a:rPr>
              <a:t>ĐÚNG.</a:t>
            </a:r>
            <a:endParaRPr sz="2800">
              <a:latin typeface="Calibri"/>
              <a:cs typeface="Calibri"/>
            </a:endParaRPr>
          </a:p>
          <a:p>
            <a:pPr marL="12700" marR="212725" indent="190500">
              <a:lnSpc>
                <a:spcPct val="100000"/>
              </a:lnSpc>
              <a:spcBef>
                <a:spcPts val="675"/>
              </a:spcBef>
              <a:buChar char="-"/>
              <a:tabLst>
                <a:tab pos="203200" algn="l"/>
              </a:tabLst>
            </a:pPr>
            <a:r>
              <a:rPr sz="2800" b="1" dirty="0">
                <a:solidFill>
                  <a:srgbClr val="FF0000"/>
                </a:solidFill>
                <a:latin typeface="Calibri"/>
                <a:cs typeface="Calibri"/>
              </a:rPr>
              <a:t>Mệnh</a:t>
            </a:r>
            <a:r>
              <a:rPr sz="2800" b="1" spc="-25" dirty="0">
                <a:solidFill>
                  <a:srgbClr val="FF0000"/>
                </a:solidFill>
                <a:latin typeface="Calibri"/>
                <a:cs typeface="Calibri"/>
              </a:rPr>
              <a:t> </a:t>
            </a:r>
            <a:r>
              <a:rPr sz="2800" b="1" dirty="0">
                <a:solidFill>
                  <a:srgbClr val="FF0000"/>
                </a:solidFill>
                <a:latin typeface="Calibri"/>
                <a:cs typeface="Calibri"/>
              </a:rPr>
              <a:t>đề</a:t>
            </a:r>
            <a:r>
              <a:rPr sz="2800" b="1" spc="-40" dirty="0">
                <a:solidFill>
                  <a:srgbClr val="FF0000"/>
                </a:solidFill>
                <a:latin typeface="Calibri"/>
                <a:cs typeface="Calibri"/>
              </a:rPr>
              <a:t> </a:t>
            </a:r>
            <a:r>
              <a:rPr sz="2800" b="1" dirty="0">
                <a:solidFill>
                  <a:srgbClr val="FF0000"/>
                </a:solidFill>
                <a:latin typeface="Calibri"/>
                <a:cs typeface="Calibri"/>
              </a:rPr>
              <a:t>(*)</a:t>
            </a:r>
            <a:r>
              <a:rPr sz="2800" b="1" spc="-15" dirty="0">
                <a:solidFill>
                  <a:srgbClr val="FF0000"/>
                </a:solidFill>
                <a:latin typeface="Calibri"/>
                <a:cs typeface="Calibri"/>
              </a:rPr>
              <a:t> </a:t>
            </a:r>
            <a:r>
              <a:rPr sz="2800" b="1" dirty="0">
                <a:solidFill>
                  <a:srgbClr val="FF0000"/>
                </a:solidFill>
                <a:latin typeface="Calibri"/>
                <a:cs typeface="Calibri"/>
              </a:rPr>
              <a:t>SAI</a:t>
            </a:r>
            <a:r>
              <a:rPr sz="2800" b="1" spc="-15" dirty="0">
                <a:solidFill>
                  <a:srgbClr val="FF0000"/>
                </a:solidFill>
                <a:latin typeface="Calibri"/>
                <a:cs typeface="Calibri"/>
              </a:rPr>
              <a:t> </a:t>
            </a:r>
            <a:r>
              <a:rPr sz="2800" b="1" dirty="0">
                <a:solidFill>
                  <a:srgbClr val="FF0000"/>
                </a:solidFill>
                <a:latin typeface="Calibri"/>
                <a:cs typeface="Calibri"/>
              </a:rPr>
              <a:t>nếu</a:t>
            </a:r>
            <a:r>
              <a:rPr sz="2800" b="1" spc="-40" dirty="0">
                <a:solidFill>
                  <a:srgbClr val="FF0000"/>
                </a:solidFill>
                <a:latin typeface="Calibri"/>
                <a:cs typeface="Calibri"/>
              </a:rPr>
              <a:t> </a:t>
            </a:r>
            <a:r>
              <a:rPr sz="2800" b="1" dirty="0">
                <a:solidFill>
                  <a:srgbClr val="FF0000"/>
                </a:solidFill>
                <a:latin typeface="Calibri"/>
                <a:cs typeface="Calibri"/>
              </a:rPr>
              <a:t>có</a:t>
            </a:r>
            <a:r>
              <a:rPr sz="2800" b="1" spc="-40" dirty="0">
                <a:solidFill>
                  <a:srgbClr val="FF0000"/>
                </a:solidFill>
                <a:latin typeface="Calibri"/>
                <a:cs typeface="Calibri"/>
              </a:rPr>
              <a:t> </a:t>
            </a:r>
            <a:r>
              <a:rPr sz="2800" b="1" dirty="0">
                <a:solidFill>
                  <a:srgbClr val="FF0000"/>
                </a:solidFill>
                <a:latin typeface="Calibri"/>
                <a:cs typeface="Calibri"/>
              </a:rPr>
              <a:t>giá</a:t>
            </a:r>
            <a:r>
              <a:rPr sz="2800" b="1" spc="-10" dirty="0">
                <a:solidFill>
                  <a:srgbClr val="FF0000"/>
                </a:solidFill>
                <a:latin typeface="Calibri"/>
                <a:cs typeface="Calibri"/>
              </a:rPr>
              <a:t> </a:t>
            </a:r>
            <a:r>
              <a:rPr sz="2800" b="1" dirty="0">
                <a:solidFill>
                  <a:srgbClr val="FF0000"/>
                </a:solidFill>
                <a:latin typeface="Calibri"/>
                <a:cs typeface="Calibri"/>
              </a:rPr>
              <a:t>trị</a:t>
            </a:r>
            <a:r>
              <a:rPr sz="2800" b="1" spc="-20" dirty="0">
                <a:solidFill>
                  <a:srgbClr val="FF0000"/>
                </a:solidFill>
                <a:latin typeface="Calibri"/>
                <a:cs typeface="Calibri"/>
              </a:rPr>
              <a:t> </a:t>
            </a:r>
            <a:r>
              <a:rPr sz="2800" b="1" dirty="0">
                <a:solidFill>
                  <a:srgbClr val="FF0000"/>
                </a:solidFill>
                <a:latin typeface="Calibri"/>
                <a:cs typeface="Calibri"/>
              </a:rPr>
              <a:t>a,</a:t>
            </a:r>
            <a:r>
              <a:rPr sz="2800" b="1" spc="-25" dirty="0">
                <a:solidFill>
                  <a:srgbClr val="FF0000"/>
                </a:solidFill>
                <a:latin typeface="Calibri"/>
                <a:cs typeface="Calibri"/>
              </a:rPr>
              <a:t> </a:t>
            </a:r>
            <a:r>
              <a:rPr sz="2800" b="1" dirty="0">
                <a:solidFill>
                  <a:srgbClr val="FF0000"/>
                </a:solidFill>
                <a:latin typeface="Calibri"/>
                <a:cs typeface="Calibri"/>
              </a:rPr>
              <a:t>có</a:t>
            </a:r>
            <a:r>
              <a:rPr sz="2800" b="1" spc="-40" dirty="0">
                <a:solidFill>
                  <a:srgbClr val="FF0000"/>
                </a:solidFill>
                <a:latin typeface="Calibri"/>
                <a:cs typeface="Calibri"/>
              </a:rPr>
              <a:t> </a:t>
            </a:r>
            <a:r>
              <a:rPr sz="2800" b="1" dirty="0">
                <a:solidFill>
                  <a:srgbClr val="FF0000"/>
                </a:solidFill>
                <a:latin typeface="Calibri"/>
                <a:cs typeface="Calibri"/>
              </a:rPr>
              <a:t>giá</a:t>
            </a:r>
            <a:r>
              <a:rPr sz="2800" b="1" spc="-25" dirty="0">
                <a:solidFill>
                  <a:srgbClr val="FF0000"/>
                </a:solidFill>
                <a:latin typeface="Calibri"/>
                <a:cs typeface="Calibri"/>
              </a:rPr>
              <a:t> </a:t>
            </a:r>
            <a:r>
              <a:rPr sz="2800" b="1" dirty="0">
                <a:solidFill>
                  <a:srgbClr val="FF0000"/>
                </a:solidFill>
                <a:latin typeface="Calibri"/>
                <a:cs typeface="Calibri"/>
              </a:rPr>
              <a:t>trị</a:t>
            </a:r>
            <a:r>
              <a:rPr sz="2800" b="1" spc="-20" dirty="0">
                <a:solidFill>
                  <a:srgbClr val="FF0000"/>
                </a:solidFill>
                <a:latin typeface="Calibri"/>
                <a:cs typeface="Calibri"/>
              </a:rPr>
              <a:t> </a:t>
            </a:r>
            <a:r>
              <a:rPr sz="2800" b="1" dirty="0">
                <a:solidFill>
                  <a:srgbClr val="FF0000"/>
                </a:solidFill>
                <a:latin typeface="Calibri"/>
                <a:cs typeface="Calibri"/>
              </a:rPr>
              <a:t>b,</a:t>
            </a:r>
            <a:r>
              <a:rPr sz="2800" b="1" spc="-25" dirty="0">
                <a:solidFill>
                  <a:srgbClr val="FF0000"/>
                </a:solidFill>
                <a:latin typeface="Calibri"/>
                <a:cs typeface="Calibri"/>
              </a:rPr>
              <a:t> </a:t>
            </a:r>
            <a:r>
              <a:rPr sz="2800" b="1" dirty="0">
                <a:solidFill>
                  <a:srgbClr val="FF0000"/>
                </a:solidFill>
                <a:latin typeface="Calibri"/>
                <a:cs typeface="Calibri"/>
              </a:rPr>
              <a:t>có</a:t>
            </a:r>
            <a:r>
              <a:rPr sz="2800" b="1" spc="-40" dirty="0">
                <a:solidFill>
                  <a:srgbClr val="FF0000"/>
                </a:solidFill>
                <a:latin typeface="Calibri"/>
                <a:cs typeface="Calibri"/>
              </a:rPr>
              <a:t> </a:t>
            </a:r>
            <a:r>
              <a:rPr sz="2800" b="1" dirty="0">
                <a:solidFill>
                  <a:srgbClr val="FF0000"/>
                </a:solidFill>
                <a:latin typeface="Calibri"/>
                <a:cs typeface="Calibri"/>
              </a:rPr>
              <a:t>giá</a:t>
            </a:r>
            <a:r>
              <a:rPr sz="2800" b="1" spc="-25" dirty="0">
                <a:solidFill>
                  <a:srgbClr val="FF0000"/>
                </a:solidFill>
                <a:latin typeface="Calibri"/>
                <a:cs typeface="Calibri"/>
              </a:rPr>
              <a:t> trị </a:t>
            </a:r>
            <a:r>
              <a:rPr sz="2800" b="1" dirty="0">
                <a:solidFill>
                  <a:srgbClr val="FF0000"/>
                </a:solidFill>
                <a:latin typeface="Calibri"/>
                <a:cs typeface="Calibri"/>
              </a:rPr>
              <a:t>c</a:t>
            </a:r>
            <a:r>
              <a:rPr sz="2800" b="1" spc="-30" dirty="0">
                <a:solidFill>
                  <a:srgbClr val="FF0000"/>
                </a:solidFill>
                <a:latin typeface="Calibri"/>
                <a:cs typeface="Calibri"/>
              </a:rPr>
              <a:t> </a:t>
            </a:r>
            <a:r>
              <a:rPr sz="2800" b="1" dirty="0">
                <a:solidFill>
                  <a:srgbClr val="FF0000"/>
                </a:solidFill>
                <a:latin typeface="Calibri"/>
                <a:cs typeface="Calibri"/>
              </a:rPr>
              <a:t>và</a:t>
            </a:r>
            <a:r>
              <a:rPr sz="2800" b="1" spc="-20" dirty="0">
                <a:solidFill>
                  <a:srgbClr val="FF0000"/>
                </a:solidFill>
                <a:latin typeface="Calibri"/>
                <a:cs typeface="Calibri"/>
              </a:rPr>
              <a:t> </a:t>
            </a:r>
            <a:r>
              <a:rPr sz="2800" b="1" dirty="0">
                <a:solidFill>
                  <a:srgbClr val="FF0000"/>
                </a:solidFill>
                <a:latin typeface="Calibri"/>
                <a:cs typeface="Calibri"/>
              </a:rPr>
              <a:t>p(a,</a:t>
            </a:r>
            <a:r>
              <a:rPr sz="2800" b="1" spc="-25" dirty="0">
                <a:solidFill>
                  <a:srgbClr val="FF0000"/>
                </a:solidFill>
                <a:latin typeface="Calibri"/>
                <a:cs typeface="Calibri"/>
              </a:rPr>
              <a:t> </a:t>
            </a:r>
            <a:r>
              <a:rPr sz="2800" b="1" dirty="0">
                <a:solidFill>
                  <a:srgbClr val="FF0000"/>
                </a:solidFill>
                <a:latin typeface="Calibri"/>
                <a:cs typeface="Calibri"/>
              </a:rPr>
              <a:t>b,</a:t>
            </a:r>
            <a:r>
              <a:rPr sz="2800" b="1" spc="-40" dirty="0">
                <a:solidFill>
                  <a:srgbClr val="FF0000"/>
                </a:solidFill>
                <a:latin typeface="Calibri"/>
                <a:cs typeface="Calibri"/>
              </a:rPr>
              <a:t> </a:t>
            </a:r>
            <a:r>
              <a:rPr sz="2800" b="1" dirty="0">
                <a:solidFill>
                  <a:srgbClr val="FF0000"/>
                </a:solidFill>
                <a:latin typeface="Calibri"/>
                <a:cs typeface="Calibri"/>
              </a:rPr>
              <a:t>c)</a:t>
            </a:r>
            <a:r>
              <a:rPr sz="2800" b="1" spc="-30" dirty="0">
                <a:solidFill>
                  <a:srgbClr val="FF0000"/>
                </a:solidFill>
                <a:latin typeface="Calibri"/>
                <a:cs typeface="Calibri"/>
              </a:rPr>
              <a:t> </a:t>
            </a:r>
            <a:r>
              <a:rPr sz="2800" b="1" dirty="0">
                <a:solidFill>
                  <a:srgbClr val="FF0000"/>
                </a:solidFill>
                <a:latin typeface="Calibri"/>
                <a:cs typeface="Calibri"/>
              </a:rPr>
              <a:t>có</a:t>
            </a:r>
            <a:r>
              <a:rPr sz="2800" b="1" spc="-35" dirty="0">
                <a:solidFill>
                  <a:srgbClr val="FF0000"/>
                </a:solidFill>
                <a:latin typeface="Calibri"/>
                <a:cs typeface="Calibri"/>
              </a:rPr>
              <a:t> </a:t>
            </a:r>
            <a:r>
              <a:rPr sz="2800" b="1" dirty="0">
                <a:solidFill>
                  <a:srgbClr val="FF0000"/>
                </a:solidFill>
                <a:latin typeface="Calibri"/>
                <a:cs typeface="Calibri"/>
              </a:rPr>
              <a:t>chân</a:t>
            </a:r>
            <a:r>
              <a:rPr sz="2800" b="1" spc="-30" dirty="0">
                <a:solidFill>
                  <a:srgbClr val="FF0000"/>
                </a:solidFill>
                <a:latin typeface="Calibri"/>
                <a:cs typeface="Calibri"/>
              </a:rPr>
              <a:t> </a:t>
            </a:r>
            <a:r>
              <a:rPr sz="2800" b="1" dirty="0">
                <a:solidFill>
                  <a:srgbClr val="FF0000"/>
                </a:solidFill>
                <a:latin typeface="Calibri"/>
                <a:cs typeface="Calibri"/>
              </a:rPr>
              <a:t>trị</a:t>
            </a:r>
            <a:r>
              <a:rPr sz="2800" b="1" spc="-10" dirty="0">
                <a:solidFill>
                  <a:srgbClr val="FF0000"/>
                </a:solidFill>
                <a:latin typeface="Calibri"/>
                <a:cs typeface="Calibri"/>
              </a:rPr>
              <a:t> </a:t>
            </a:r>
            <a:r>
              <a:rPr sz="2800" b="1" spc="-20" dirty="0">
                <a:solidFill>
                  <a:srgbClr val="FF0000"/>
                </a:solidFill>
                <a:latin typeface="Calibri"/>
                <a:cs typeface="Calibri"/>
              </a:rPr>
              <a:t>SAI.</a:t>
            </a:r>
            <a:endParaRPr sz="2800">
              <a:latin typeface="Calibri"/>
              <a:cs typeface="Calibri"/>
            </a:endParaRPr>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z="3200" b="1" dirty="0">
                <a:latin typeface="Calibri"/>
                <a:cs typeface="Calibri"/>
              </a:rPr>
              <a:t>Nhận</a:t>
            </a:r>
            <a:r>
              <a:rPr sz="3200" b="1" spc="-90" dirty="0">
                <a:latin typeface="Calibri"/>
                <a:cs typeface="Calibri"/>
              </a:rPr>
              <a:t> </a:t>
            </a:r>
            <a:r>
              <a:rPr sz="3200" b="1" dirty="0">
                <a:latin typeface="Calibri"/>
                <a:cs typeface="Calibri"/>
              </a:rPr>
              <a:t>xét</a:t>
            </a:r>
            <a:r>
              <a:rPr sz="3200" b="1" spc="-55" dirty="0">
                <a:latin typeface="Calibri"/>
                <a:cs typeface="Calibri"/>
              </a:rPr>
              <a:t> </a:t>
            </a:r>
            <a:r>
              <a:rPr sz="3200" b="1" dirty="0">
                <a:latin typeface="Calibri"/>
                <a:cs typeface="Calibri"/>
              </a:rPr>
              <a:t>:</a:t>
            </a:r>
            <a:r>
              <a:rPr sz="3200" b="1" spc="-40" dirty="0">
                <a:latin typeface="Calibri"/>
                <a:cs typeface="Calibri"/>
              </a:rPr>
              <a:t> </a:t>
            </a:r>
            <a:r>
              <a:rPr sz="3200" spc="-50" dirty="0"/>
              <a:t>Từ </a:t>
            </a:r>
            <a:r>
              <a:rPr sz="3200" dirty="0"/>
              <a:t>định</a:t>
            </a:r>
            <a:r>
              <a:rPr sz="3200" spc="-45" dirty="0"/>
              <a:t> </a:t>
            </a:r>
            <a:r>
              <a:rPr sz="3200" dirty="0"/>
              <a:t>nghĩa</a:t>
            </a:r>
            <a:r>
              <a:rPr sz="3200" spc="-35" dirty="0"/>
              <a:t> </a:t>
            </a:r>
            <a:r>
              <a:rPr sz="3200" dirty="0"/>
              <a:t>của</a:t>
            </a:r>
            <a:r>
              <a:rPr sz="3200" spc="-55" dirty="0"/>
              <a:t> </a:t>
            </a:r>
            <a:r>
              <a:rPr sz="3200" dirty="0"/>
              <a:t>mệnh</a:t>
            </a:r>
            <a:r>
              <a:rPr sz="3200" spc="-40" dirty="0"/>
              <a:t> </a:t>
            </a:r>
            <a:r>
              <a:rPr sz="3200" dirty="0"/>
              <a:t>đề</a:t>
            </a:r>
            <a:r>
              <a:rPr sz="3200" spc="-75" dirty="0"/>
              <a:t> </a:t>
            </a:r>
            <a:r>
              <a:rPr sz="3200" dirty="0"/>
              <a:t>(*)</a:t>
            </a:r>
            <a:r>
              <a:rPr sz="3200" spc="-40" dirty="0"/>
              <a:t> </a:t>
            </a:r>
            <a:r>
              <a:rPr sz="3200" dirty="0"/>
              <a:t>ta</a:t>
            </a:r>
            <a:r>
              <a:rPr sz="3200" spc="-50" dirty="0"/>
              <a:t> </a:t>
            </a:r>
            <a:r>
              <a:rPr sz="3200" spc="-20" dirty="0"/>
              <a:t>thấy</a:t>
            </a:r>
            <a:endParaRPr sz="3200">
              <a:latin typeface="Calibri"/>
              <a:cs typeface="Calibri"/>
            </a:endParaRPr>
          </a:p>
        </p:txBody>
      </p:sp>
      <p:sp>
        <p:nvSpPr>
          <p:cNvPr id="3" name="object 3"/>
          <p:cNvSpPr txBox="1"/>
          <p:nvPr/>
        </p:nvSpPr>
        <p:spPr>
          <a:xfrm>
            <a:off x="383540" y="888237"/>
            <a:ext cx="8226425" cy="2244725"/>
          </a:xfrm>
          <a:prstGeom prst="rect">
            <a:avLst/>
          </a:prstGeom>
        </p:spPr>
        <p:txBody>
          <a:bodyPr vert="horz" wrap="square" lIns="0" tIns="10160" rIns="0" bIns="0" rtlCol="0">
            <a:spAutoFit/>
          </a:bodyPr>
          <a:lstStyle/>
          <a:p>
            <a:pPr marL="469900" marR="5080" indent="-457834" algn="just">
              <a:lnSpc>
                <a:spcPct val="100499"/>
              </a:lnSpc>
              <a:spcBef>
                <a:spcPts val="80"/>
              </a:spcBef>
              <a:buFont typeface="Wingdings"/>
              <a:buChar char=""/>
              <a:tabLst>
                <a:tab pos="469900" algn="l"/>
              </a:tabLst>
            </a:pPr>
            <a:r>
              <a:rPr sz="2800" dirty="0">
                <a:latin typeface="Calibri"/>
                <a:cs typeface="Calibri"/>
              </a:rPr>
              <a:t>Chỉ</a:t>
            </a:r>
            <a:r>
              <a:rPr sz="2800" spc="-50" dirty="0">
                <a:latin typeface="Calibri"/>
                <a:cs typeface="Calibri"/>
              </a:rPr>
              <a:t> </a:t>
            </a:r>
            <a:r>
              <a:rPr sz="2800" dirty="0">
                <a:latin typeface="Calibri"/>
                <a:cs typeface="Calibri"/>
              </a:rPr>
              <a:t>cần</a:t>
            </a:r>
            <a:r>
              <a:rPr sz="2800" spc="-35" dirty="0">
                <a:latin typeface="Calibri"/>
                <a:cs typeface="Calibri"/>
              </a:rPr>
              <a:t> </a:t>
            </a:r>
            <a:r>
              <a:rPr sz="2800" dirty="0">
                <a:latin typeface="Calibri"/>
                <a:cs typeface="Calibri"/>
              </a:rPr>
              <a:t>kiểm</a:t>
            </a:r>
            <a:r>
              <a:rPr sz="2800" spc="-55" dirty="0">
                <a:latin typeface="Calibri"/>
                <a:cs typeface="Calibri"/>
              </a:rPr>
              <a:t> </a:t>
            </a:r>
            <a:r>
              <a:rPr sz="2800" dirty="0">
                <a:latin typeface="Calibri"/>
                <a:cs typeface="Calibri"/>
              </a:rPr>
              <a:t>tra</a:t>
            </a:r>
            <a:r>
              <a:rPr sz="2800" spc="-45" dirty="0">
                <a:latin typeface="Calibri"/>
                <a:cs typeface="Calibri"/>
              </a:rPr>
              <a:t> </a:t>
            </a:r>
            <a:r>
              <a:rPr sz="2800" dirty="0">
                <a:latin typeface="Calibri"/>
                <a:cs typeface="Calibri"/>
              </a:rPr>
              <a:t>mệnh</a:t>
            </a:r>
            <a:r>
              <a:rPr sz="2800" spc="-40" dirty="0">
                <a:latin typeface="Calibri"/>
                <a:cs typeface="Calibri"/>
              </a:rPr>
              <a:t> </a:t>
            </a:r>
            <a:r>
              <a:rPr sz="2800" dirty="0">
                <a:latin typeface="Calibri"/>
                <a:cs typeface="Calibri"/>
              </a:rPr>
              <a:t>đề</a:t>
            </a:r>
            <a:r>
              <a:rPr sz="2800" spc="-45" dirty="0">
                <a:latin typeface="Calibri"/>
                <a:cs typeface="Calibri"/>
              </a:rPr>
              <a:t> </a:t>
            </a:r>
            <a:r>
              <a:rPr sz="2800" dirty="0">
                <a:latin typeface="Calibri"/>
                <a:cs typeface="Calibri"/>
              </a:rPr>
              <a:t>(*)</a:t>
            </a:r>
            <a:r>
              <a:rPr sz="2800" spc="-30" dirty="0">
                <a:latin typeface="Calibri"/>
                <a:cs typeface="Calibri"/>
              </a:rPr>
              <a:t> </a:t>
            </a:r>
            <a:r>
              <a:rPr sz="2800" dirty="0">
                <a:latin typeface="Calibri"/>
                <a:cs typeface="Calibri"/>
              </a:rPr>
              <a:t>với</a:t>
            </a:r>
            <a:r>
              <a:rPr sz="2800" spc="-40" dirty="0">
                <a:latin typeface="Calibri"/>
                <a:cs typeface="Calibri"/>
              </a:rPr>
              <a:t> </a:t>
            </a:r>
            <a:r>
              <a:rPr sz="2800" dirty="0">
                <a:latin typeface="Calibri"/>
                <a:cs typeface="Calibri"/>
              </a:rPr>
              <a:t>các</a:t>
            </a:r>
            <a:r>
              <a:rPr sz="2800" spc="-40" dirty="0">
                <a:latin typeface="Calibri"/>
                <a:cs typeface="Calibri"/>
              </a:rPr>
              <a:t> </a:t>
            </a:r>
            <a:r>
              <a:rPr sz="2800" dirty="0">
                <a:latin typeface="Calibri"/>
                <a:cs typeface="Calibri"/>
              </a:rPr>
              <a:t>cặp</a:t>
            </a:r>
            <a:r>
              <a:rPr sz="2800" spc="-35" dirty="0">
                <a:latin typeface="Calibri"/>
                <a:cs typeface="Calibri"/>
              </a:rPr>
              <a:t> </a:t>
            </a:r>
            <a:r>
              <a:rPr sz="2800" dirty="0">
                <a:latin typeface="Calibri"/>
                <a:cs typeface="Calibri"/>
              </a:rPr>
              <a:t>(x,</a:t>
            </a:r>
            <a:r>
              <a:rPr sz="2800" spc="-45" dirty="0">
                <a:latin typeface="Calibri"/>
                <a:cs typeface="Calibri"/>
              </a:rPr>
              <a:t> </a:t>
            </a:r>
            <a:r>
              <a:rPr sz="2800" dirty="0">
                <a:latin typeface="Calibri"/>
                <a:cs typeface="Calibri"/>
              </a:rPr>
              <a:t>y)</a:t>
            </a:r>
            <a:r>
              <a:rPr sz="2800" spc="-50" dirty="0">
                <a:latin typeface="Calibri"/>
                <a:cs typeface="Calibri"/>
              </a:rPr>
              <a:t> </a:t>
            </a:r>
            <a:r>
              <a:rPr sz="2800" dirty="0">
                <a:latin typeface="Calibri"/>
                <a:cs typeface="Calibri"/>
              </a:rPr>
              <a:t>và</a:t>
            </a:r>
            <a:r>
              <a:rPr sz="2800" spc="-45" dirty="0">
                <a:latin typeface="Calibri"/>
                <a:cs typeface="Calibri"/>
              </a:rPr>
              <a:t> </a:t>
            </a:r>
            <a:r>
              <a:rPr sz="2800" spc="-40" dirty="0">
                <a:latin typeface="Calibri"/>
                <a:cs typeface="Calibri"/>
              </a:rPr>
              <a:t>(y,</a:t>
            </a:r>
            <a:r>
              <a:rPr sz="2800" spc="-45" dirty="0">
                <a:latin typeface="Calibri"/>
                <a:cs typeface="Calibri"/>
              </a:rPr>
              <a:t> </a:t>
            </a:r>
            <a:r>
              <a:rPr sz="2800" spc="-25" dirty="0">
                <a:latin typeface="Calibri"/>
                <a:cs typeface="Calibri"/>
              </a:rPr>
              <a:t>z) </a:t>
            </a:r>
            <a:r>
              <a:rPr sz="2800" dirty="0">
                <a:latin typeface="Calibri"/>
                <a:cs typeface="Calibri"/>
              </a:rPr>
              <a:t>mà</a:t>
            </a:r>
            <a:r>
              <a:rPr sz="2800" spc="-35" dirty="0">
                <a:latin typeface="Calibri"/>
                <a:cs typeface="Calibri"/>
              </a:rPr>
              <a:t> </a:t>
            </a:r>
            <a:r>
              <a:rPr sz="2800" b="1" dirty="0">
                <a:latin typeface="Calibri"/>
                <a:cs typeface="Calibri"/>
              </a:rPr>
              <a:t>[(x,</a:t>
            </a:r>
            <a:r>
              <a:rPr sz="2800" b="1" spc="-25" dirty="0">
                <a:latin typeface="Calibri"/>
                <a:cs typeface="Calibri"/>
              </a:rPr>
              <a:t> </a:t>
            </a:r>
            <a:r>
              <a:rPr sz="2800" b="1" dirty="0">
                <a:latin typeface="Calibri"/>
                <a:cs typeface="Calibri"/>
              </a:rPr>
              <a:t>y)</a:t>
            </a:r>
            <a:r>
              <a:rPr sz="2800" b="1" spc="-35" dirty="0">
                <a:latin typeface="Calibri"/>
                <a:cs typeface="Calibri"/>
              </a:rPr>
              <a:t> </a:t>
            </a:r>
            <a:r>
              <a:rPr sz="2800" dirty="0">
                <a:latin typeface="Symbol"/>
                <a:cs typeface="Symbol"/>
              </a:rPr>
              <a:t></a:t>
            </a:r>
            <a:r>
              <a:rPr sz="2800" spc="-95" dirty="0">
                <a:latin typeface="Times New Roman"/>
                <a:cs typeface="Times New Roman"/>
              </a:rPr>
              <a:t> </a:t>
            </a:r>
            <a:r>
              <a:rPr sz="2800" b="1" dirty="0">
                <a:latin typeface="Calibri"/>
                <a:cs typeface="Calibri"/>
              </a:rPr>
              <a:t>R</a:t>
            </a:r>
            <a:r>
              <a:rPr sz="2800" b="1" spc="-40" dirty="0">
                <a:latin typeface="Calibri"/>
                <a:cs typeface="Calibri"/>
              </a:rPr>
              <a:t> </a:t>
            </a:r>
            <a:r>
              <a:rPr sz="2800" dirty="0">
                <a:latin typeface="Symbol"/>
                <a:cs typeface="Symbol"/>
              </a:rPr>
              <a:t></a:t>
            </a:r>
            <a:r>
              <a:rPr sz="2800" spc="-95" dirty="0">
                <a:latin typeface="Times New Roman"/>
                <a:cs typeface="Times New Roman"/>
              </a:rPr>
              <a:t> </a:t>
            </a:r>
            <a:r>
              <a:rPr sz="2800" b="1" spc="-20" dirty="0">
                <a:latin typeface="Calibri"/>
                <a:cs typeface="Calibri"/>
              </a:rPr>
              <a:t>(y,</a:t>
            </a:r>
            <a:r>
              <a:rPr sz="2800" b="1" spc="-30" dirty="0">
                <a:latin typeface="Calibri"/>
                <a:cs typeface="Calibri"/>
              </a:rPr>
              <a:t> </a:t>
            </a:r>
            <a:r>
              <a:rPr sz="2800" b="1" dirty="0">
                <a:latin typeface="Calibri"/>
                <a:cs typeface="Calibri"/>
              </a:rPr>
              <a:t>z)</a:t>
            </a:r>
            <a:r>
              <a:rPr sz="2800" b="1" spc="-25" dirty="0">
                <a:latin typeface="Calibri"/>
                <a:cs typeface="Calibri"/>
              </a:rPr>
              <a:t> </a:t>
            </a:r>
            <a:r>
              <a:rPr sz="2800" dirty="0">
                <a:latin typeface="Symbol"/>
                <a:cs typeface="Symbol"/>
              </a:rPr>
              <a:t></a:t>
            </a:r>
            <a:r>
              <a:rPr sz="2800" spc="-90" dirty="0">
                <a:latin typeface="Times New Roman"/>
                <a:cs typeface="Times New Roman"/>
              </a:rPr>
              <a:t> </a:t>
            </a:r>
            <a:r>
              <a:rPr sz="2800" b="1" dirty="0">
                <a:latin typeface="Calibri"/>
                <a:cs typeface="Calibri"/>
              </a:rPr>
              <a:t>R]</a:t>
            </a:r>
            <a:r>
              <a:rPr sz="2800" b="1" spc="560" dirty="0">
                <a:latin typeface="Calibri"/>
                <a:cs typeface="Calibri"/>
              </a:rPr>
              <a:t> </a:t>
            </a:r>
            <a:r>
              <a:rPr sz="2800" b="1" dirty="0">
                <a:latin typeface="Calibri"/>
                <a:cs typeface="Calibri"/>
              </a:rPr>
              <a:t>có</a:t>
            </a:r>
            <a:r>
              <a:rPr sz="2800" b="1" spc="-45" dirty="0">
                <a:latin typeface="Calibri"/>
                <a:cs typeface="Calibri"/>
              </a:rPr>
              <a:t> </a:t>
            </a:r>
            <a:r>
              <a:rPr sz="2800" b="1" dirty="0">
                <a:latin typeface="Calibri"/>
                <a:cs typeface="Calibri"/>
              </a:rPr>
              <a:t>chân</a:t>
            </a:r>
            <a:r>
              <a:rPr sz="2800" b="1" spc="-35" dirty="0">
                <a:latin typeface="Calibri"/>
                <a:cs typeface="Calibri"/>
              </a:rPr>
              <a:t> </a:t>
            </a:r>
            <a:r>
              <a:rPr sz="2800" b="1" dirty="0">
                <a:latin typeface="Calibri"/>
                <a:cs typeface="Calibri"/>
              </a:rPr>
              <a:t>trị</a:t>
            </a:r>
            <a:r>
              <a:rPr sz="2800" b="1" spc="-25" dirty="0">
                <a:latin typeface="Calibri"/>
                <a:cs typeface="Calibri"/>
              </a:rPr>
              <a:t> </a:t>
            </a:r>
            <a:r>
              <a:rPr sz="2800" b="1" dirty="0">
                <a:latin typeface="Calibri"/>
                <a:cs typeface="Calibri"/>
              </a:rPr>
              <a:t>ĐÚNG</a:t>
            </a:r>
            <a:r>
              <a:rPr sz="2800" dirty="0">
                <a:latin typeface="Calibri"/>
                <a:cs typeface="Calibri"/>
              </a:rPr>
              <a:t>.</a:t>
            </a:r>
            <a:r>
              <a:rPr sz="2800" spc="-15" dirty="0">
                <a:latin typeface="Calibri"/>
                <a:cs typeface="Calibri"/>
              </a:rPr>
              <a:t> </a:t>
            </a:r>
            <a:r>
              <a:rPr sz="2800" dirty="0">
                <a:latin typeface="Calibri"/>
                <a:cs typeface="Calibri"/>
              </a:rPr>
              <a:t>Nếu</a:t>
            </a:r>
            <a:r>
              <a:rPr sz="2800" spc="-15" dirty="0">
                <a:latin typeface="Calibri"/>
                <a:cs typeface="Calibri"/>
              </a:rPr>
              <a:t> </a:t>
            </a:r>
            <a:r>
              <a:rPr sz="2800" b="1" spc="-25" dirty="0">
                <a:latin typeface="Calibri"/>
                <a:cs typeface="Calibri"/>
              </a:rPr>
              <a:t>(x, </a:t>
            </a:r>
            <a:r>
              <a:rPr sz="2800" b="1" dirty="0">
                <a:latin typeface="Calibri"/>
                <a:cs typeface="Calibri"/>
              </a:rPr>
              <a:t>z)</a:t>
            </a:r>
            <a:r>
              <a:rPr sz="2800" b="1" spc="-45" dirty="0">
                <a:latin typeface="Calibri"/>
                <a:cs typeface="Calibri"/>
              </a:rPr>
              <a:t> </a:t>
            </a:r>
            <a:r>
              <a:rPr sz="2800" dirty="0">
                <a:latin typeface="Symbol"/>
                <a:cs typeface="Symbol"/>
              </a:rPr>
              <a:t></a:t>
            </a:r>
            <a:r>
              <a:rPr sz="2800" spc="-110" dirty="0">
                <a:latin typeface="Times New Roman"/>
                <a:cs typeface="Times New Roman"/>
              </a:rPr>
              <a:t> </a:t>
            </a:r>
            <a:r>
              <a:rPr sz="2800" b="1" dirty="0">
                <a:latin typeface="Calibri"/>
                <a:cs typeface="Calibri"/>
              </a:rPr>
              <a:t>R</a:t>
            </a:r>
            <a:r>
              <a:rPr sz="2800" b="1" spc="-55" dirty="0">
                <a:latin typeface="Calibri"/>
                <a:cs typeface="Calibri"/>
              </a:rPr>
              <a:t> </a:t>
            </a:r>
            <a:r>
              <a:rPr sz="2800" dirty="0">
                <a:latin typeface="Calibri"/>
                <a:cs typeface="Calibri"/>
              </a:rPr>
              <a:t>cũng</a:t>
            </a:r>
            <a:r>
              <a:rPr sz="2800" spc="-40" dirty="0">
                <a:latin typeface="Calibri"/>
                <a:cs typeface="Calibri"/>
              </a:rPr>
              <a:t> </a:t>
            </a:r>
            <a:r>
              <a:rPr sz="2800" dirty="0">
                <a:latin typeface="Calibri"/>
                <a:cs typeface="Calibri"/>
              </a:rPr>
              <a:t>ĐÚNG</a:t>
            </a:r>
            <a:r>
              <a:rPr sz="2800" spc="-45" dirty="0">
                <a:latin typeface="Calibri"/>
                <a:cs typeface="Calibri"/>
              </a:rPr>
              <a:t> </a:t>
            </a:r>
            <a:r>
              <a:rPr sz="2800" dirty="0">
                <a:latin typeface="Calibri"/>
                <a:cs typeface="Calibri"/>
              </a:rPr>
              <a:t>với</a:t>
            </a:r>
            <a:r>
              <a:rPr sz="2800" spc="-45" dirty="0">
                <a:latin typeface="Calibri"/>
                <a:cs typeface="Calibri"/>
              </a:rPr>
              <a:t> </a:t>
            </a:r>
            <a:r>
              <a:rPr sz="2800" dirty="0">
                <a:latin typeface="Calibri"/>
                <a:cs typeface="Calibri"/>
              </a:rPr>
              <a:t>các</a:t>
            </a:r>
            <a:r>
              <a:rPr sz="2800" spc="-55" dirty="0">
                <a:latin typeface="Calibri"/>
                <a:cs typeface="Calibri"/>
              </a:rPr>
              <a:t> </a:t>
            </a:r>
            <a:r>
              <a:rPr sz="2800" dirty="0">
                <a:latin typeface="Calibri"/>
                <a:cs typeface="Calibri"/>
              </a:rPr>
              <a:t>cặp</a:t>
            </a:r>
            <a:r>
              <a:rPr sz="2800" spc="-40" dirty="0">
                <a:latin typeface="Calibri"/>
                <a:cs typeface="Calibri"/>
              </a:rPr>
              <a:t> </a:t>
            </a:r>
            <a:r>
              <a:rPr sz="2800" dirty="0">
                <a:latin typeface="Calibri"/>
                <a:cs typeface="Calibri"/>
              </a:rPr>
              <a:t>này</a:t>
            </a:r>
            <a:r>
              <a:rPr sz="2800" spc="-50" dirty="0">
                <a:latin typeface="Calibri"/>
                <a:cs typeface="Calibri"/>
              </a:rPr>
              <a:t> </a:t>
            </a:r>
            <a:r>
              <a:rPr sz="2800" dirty="0">
                <a:latin typeface="Calibri"/>
                <a:cs typeface="Calibri"/>
              </a:rPr>
              <a:t>thì</a:t>
            </a:r>
            <a:r>
              <a:rPr sz="2800" spc="-15" dirty="0">
                <a:latin typeface="Calibri"/>
                <a:cs typeface="Calibri"/>
              </a:rPr>
              <a:t> </a:t>
            </a:r>
            <a:r>
              <a:rPr sz="2800" dirty="0">
                <a:latin typeface="Calibri"/>
                <a:cs typeface="Calibri"/>
              </a:rPr>
              <a:t>mệnh</a:t>
            </a:r>
            <a:r>
              <a:rPr sz="2800" spc="-35" dirty="0">
                <a:latin typeface="Calibri"/>
                <a:cs typeface="Calibri"/>
              </a:rPr>
              <a:t> </a:t>
            </a:r>
            <a:r>
              <a:rPr sz="2800" dirty="0">
                <a:latin typeface="Calibri"/>
                <a:cs typeface="Calibri"/>
              </a:rPr>
              <a:t>đề</a:t>
            </a:r>
            <a:r>
              <a:rPr sz="2800" spc="-50" dirty="0">
                <a:latin typeface="Calibri"/>
                <a:cs typeface="Calibri"/>
              </a:rPr>
              <a:t> </a:t>
            </a:r>
            <a:r>
              <a:rPr sz="2800" spc="-25" dirty="0">
                <a:latin typeface="Calibri"/>
                <a:cs typeface="Calibri"/>
              </a:rPr>
              <a:t>(*)</a:t>
            </a:r>
            <a:endParaRPr sz="2800">
              <a:latin typeface="Calibri"/>
              <a:cs typeface="Calibri"/>
            </a:endParaRPr>
          </a:p>
          <a:p>
            <a:pPr marL="469900">
              <a:lnSpc>
                <a:spcPts val="3325"/>
              </a:lnSpc>
            </a:pPr>
            <a:r>
              <a:rPr sz="2800" spc="-10" dirty="0">
                <a:latin typeface="Calibri"/>
                <a:cs typeface="Calibri"/>
              </a:rPr>
              <a:t>ĐÚNG.</a:t>
            </a:r>
            <a:endParaRPr sz="2800">
              <a:latin typeface="Calibri"/>
              <a:cs typeface="Calibri"/>
            </a:endParaRPr>
          </a:p>
          <a:p>
            <a:pPr marL="469900" indent="-457200">
              <a:lnSpc>
                <a:spcPct val="100000"/>
              </a:lnSpc>
              <a:spcBef>
                <a:spcPts val="670"/>
              </a:spcBef>
              <a:buFont typeface="Wingdings"/>
              <a:buChar char=""/>
              <a:tabLst>
                <a:tab pos="469900" algn="l"/>
              </a:tabLst>
            </a:pPr>
            <a:r>
              <a:rPr sz="2800" dirty="0">
                <a:latin typeface="Calibri"/>
                <a:cs typeface="Calibri"/>
              </a:rPr>
              <a:t>Với</a:t>
            </a:r>
            <a:r>
              <a:rPr sz="2800" spc="-70" dirty="0">
                <a:latin typeface="Calibri"/>
                <a:cs typeface="Calibri"/>
              </a:rPr>
              <a:t> </a:t>
            </a:r>
            <a:r>
              <a:rPr sz="2800" dirty="0">
                <a:latin typeface="Calibri"/>
                <a:cs typeface="Calibri"/>
              </a:rPr>
              <a:t>x=y=z</a:t>
            </a:r>
            <a:r>
              <a:rPr sz="2800" spc="-60" dirty="0">
                <a:latin typeface="Calibri"/>
                <a:cs typeface="Calibri"/>
              </a:rPr>
              <a:t> </a:t>
            </a:r>
            <a:r>
              <a:rPr sz="2800" dirty="0">
                <a:latin typeface="Calibri"/>
                <a:cs typeface="Calibri"/>
              </a:rPr>
              <a:t>mệnh</a:t>
            </a:r>
            <a:r>
              <a:rPr sz="2800" spc="-65" dirty="0">
                <a:latin typeface="Calibri"/>
                <a:cs typeface="Calibri"/>
              </a:rPr>
              <a:t> </a:t>
            </a:r>
            <a:r>
              <a:rPr sz="2800" dirty="0">
                <a:latin typeface="Calibri"/>
                <a:cs typeface="Calibri"/>
              </a:rPr>
              <a:t>đề</a:t>
            </a:r>
            <a:r>
              <a:rPr sz="2800" spc="-75" dirty="0">
                <a:latin typeface="Calibri"/>
                <a:cs typeface="Calibri"/>
              </a:rPr>
              <a:t> </a:t>
            </a:r>
            <a:r>
              <a:rPr sz="2800" dirty="0">
                <a:latin typeface="Calibri"/>
                <a:cs typeface="Calibri"/>
              </a:rPr>
              <a:t>(*)</a:t>
            </a:r>
            <a:r>
              <a:rPr sz="2800" spc="-75" dirty="0">
                <a:latin typeface="Calibri"/>
                <a:cs typeface="Calibri"/>
              </a:rPr>
              <a:t> </a:t>
            </a:r>
            <a:r>
              <a:rPr sz="2800" dirty="0">
                <a:latin typeface="Calibri"/>
                <a:cs typeface="Calibri"/>
              </a:rPr>
              <a:t>luôn</a:t>
            </a:r>
            <a:r>
              <a:rPr sz="2800" spc="-55" dirty="0">
                <a:latin typeface="Calibri"/>
                <a:cs typeface="Calibri"/>
              </a:rPr>
              <a:t> </a:t>
            </a:r>
            <a:r>
              <a:rPr sz="2800" spc="-10" dirty="0">
                <a:latin typeface="Calibri"/>
                <a:cs typeface="Calibri"/>
              </a:rPr>
              <a:t>đúng.</a:t>
            </a:r>
            <a:endParaRPr sz="2800">
              <a:latin typeface="Calibri"/>
              <a:cs typeface="Calibri"/>
            </a:endParaRPr>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84123" y="241503"/>
            <a:ext cx="8098790" cy="483234"/>
          </a:xfrm>
          <a:prstGeom prst="rect">
            <a:avLst/>
          </a:prstGeom>
        </p:spPr>
        <p:txBody>
          <a:bodyPr vert="horz" wrap="square" lIns="0" tIns="12700" rIns="0" bIns="0" rtlCol="0">
            <a:spAutoFit/>
          </a:bodyPr>
          <a:lstStyle/>
          <a:p>
            <a:pPr marL="12700">
              <a:lnSpc>
                <a:spcPct val="100000"/>
              </a:lnSpc>
              <a:spcBef>
                <a:spcPts val="100"/>
              </a:spcBef>
              <a:tabLst>
                <a:tab pos="7657465" algn="l"/>
              </a:tabLst>
            </a:pPr>
            <a:r>
              <a:rPr sz="3000" dirty="0">
                <a:latin typeface="Symbol"/>
                <a:cs typeface="Symbol"/>
              </a:rPr>
              <a:t></a:t>
            </a:r>
            <a:r>
              <a:rPr sz="3000" b="1" dirty="0">
                <a:latin typeface="Calibri"/>
                <a:cs typeface="Calibri"/>
              </a:rPr>
              <a:t>x,</a:t>
            </a:r>
            <a:r>
              <a:rPr sz="3000" b="1" spc="-20" dirty="0">
                <a:latin typeface="Calibri"/>
                <a:cs typeface="Calibri"/>
              </a:rPr>
              <a:t> </a:t>
            </a:r>
            <a:r>
              <a:rPr sz="3000" b="1" spc="-50" dirty="0">
                <a:latin typeface="Calibri"/>
                <a:cs typeface="Calibri"/>
              </a:rPr>
              <a:t>y,</a:t>
            </a:r>
            <a:r>
              <a:rPr sz="3000" b="1" spc="-20" dirty="0">
                <a:latin typeface="Calibri"/>
                <a:cs typeface="Calibri"/>
              </a:rPr>
              <a:t> </a:t>
            </a:r>
            <a:r>
              <a:rPr sz="3000" b="1" dirty="0">
                <a:latin typeface="Calibri"/>
                <a:cs typeface="Calibri"/>
              </a:rPr>
              <a:t>z</a:t>
            </a:r>
            <a:r>
              <a:rPr sz="3000" b="1" spc="-35" dirty="0">
                <a:latin typeface="Calibri"/>
                <a:cs typeface="Calibri"/>
              </a:rPr>
              <a:t> </a:t>
            </a:r>
            <a:r>
              <a:rPr sz="3000" dirty="0">
                <a:latin typeface="Symbol"/>
                <a:cs typeface="Symbol"/>
              </a:rPr>
              <a:t></a:t>
            </a:r>
            <a:r>
              <a:rPr sz="3000" spc="-95" dirty="0">
                <a:latin typeface="Times New Roman"/>
                <a:cs typeface="Times New Roman"/>
              </a:rPr>
              <a:t> </a:t>
            </a:r>
            <a:r>
              <a:rPr sz="3000" b="1" dirty="0">
                <a:latin typeface="Calibri"/>
                <a:cs typeface="Calibri"/>
              </a:rPr>
              <a:t>X,</a:t>
            </a:r>
            <a:r>
              <a:rPr sz="3000" b="1" spc="-30" dirty="0">
                <a:latin typeface="Calibri"/>
                <a:cs typeface="Calibri"/>
              </a:rPr>
              <a:t> </a:t>
            </a:r>
            <a:r>
              <a:rPr sz="3000" b="1" dirty="0">
                <a:latin typeface="Calibri"/>
                <a:cs typeface="Calibri"/>
              </a:rPr>
              <a:t>[(x,</a:t>
            </a:r>
            <a:r>
              <a:rPr sz="3000" b="1" spc="-20" dirty="0">
                <a:latin typeface="Calibri"/>
                <a:cs typeface="Calibri"/>
              </a:rPr>
              <a:t> </a:t>
            </a:r>
            <a:r>
              <a:rPr sz="3000" b="1" dirty="0">
                <a:latin typeface="Calibri"/>
                <a:cs typeface="Calibri"/>
              </a:rPr>
              <a:t>y)</a:t>
            </a:r>
            <a:r>
              <a:rPr sz="3000" b="1" spc="-20" dirty="0">
                <a:latin typeface="Calibri"/>
                <a:cs typeface="Calibri"/>
              </a:rPr>
              <a:t> </a:t>
            </a:r>
            <a:r>
              <a:rPr sz="3000" dirty="0">
                <a:latin typeface="Symbol"/>
                <a:cs typeface="Symbol"/>
              </a:rPr>
              <a:t></a:t>
            </a:r>
            <a:r>
              <a:rPr sz="3000" spc="-105" dirty="0">
                <a:latin typeface="Times New Roman"/>
                <a:cs typeface="Times New Roman"/>
              </a:rPr>
              <a:t> </a:t>
            </a:r>
            <a:r>
              <a:rPr sz="3000" b="1" dirty="0">
                <a:latin typeface="Calibri"/>
                <a:cs typeface="Calibri"/>
              </a:rPr>
              <a:t>R</a:t>
            </a:r>
            <a:r>
              <a:rPr sz="3000" b="1" spc="-20" dirty="0">
                <a:latin typeface="Calibri"/>
                <a:cs typeface="Calibri"/>
              </a:rPr>
              <a:t> </a:t>
            </a:r>
            <a:r>
              <a:rPr sz="3000" dirty="0">
                <a:latin typeface="Symbol"/>
                <a:cs typeface="Symbol"/>
              </a:rPr>
              <a:t></a:t>
            </a:r>
            <a:r>
              <a:rPr sz="3000" spc="-95" dirty="0">
                <a:latin typeface="Times New Roman"/>
                <a:cs typeface="Times New Roman"/>
              </a:rPr>
              <a:t> </a:t>
            </a:r>
            <a:r>
              <a:rPr sz="3000" b="1" spc="-25" dirty="0">
                <a:latin typeface="Calibri"/>
                <a:cs typeface="Calibri"/>
              </a:rPr>
              <a:t>(y,</a:t>
            </a:r>
            <a:r>
              <a:rPr sz="3000" b="1" spc="-15" dirty="0">
                <a:latin typeface="Calibri"/>
                <a:cs typeface="Calibri"/>
              </a:rPr>
              <a:t> </a:t>
            </a:r>
            <a:r>
              <a:rPr sz="3000" b="1" dirty="0">
                <a:latin typeface="Calibri"/>
                <a:cs typeface="Calibri"/>
              </a:rPr>
              <a:t>z)</a:t>
            </a:r>
            <a:r>
              <a:rPr sz="3000" b="1" spc="-25" dirty="0">
                <a:latin typeface="Calibri"/>
                <a:cs typeface="Calibri"/>
              </a:rPr>
              <a:t> </a:t>
            </a:r>
            <a:r>
              <a:rPr sz="3000" dirty="0">
                <a:latin typeface="Symbol"/>
                <a:cs typeface="Symbol"/>
              </a:rPr>
              <a:t></a:t>
            </a:r>
            <a:r>
              <a:rPr sz="3000" spc="-95" dirty="0">
                <a:latin typeface="Times New Roman"/>
                <a:cs typeface="Times New Roman"/>
              </a:rPr>
              <a:t> </a:t>
            </a:r>
            <a:r>
              <a:rPr sz="3000" b="1" dirty="0">
                <a:latin typeface="Calibri"/>
                <a:cs typeface="Calibri"/>
              </a:rPr>
              <a:t>R]</a:t>
            </a:r>
            <a:r>
              <a:rPr sz="3000" b="1" spc="-25" dirty="0">
                <a:latin typeface="Calibri"/>
                <a:cs typeface="Calibri"/>
              </a:rPr>
              <a:t> </a:t>
            </a:r>
            <a:r>
              <a:rPr sz="3000" dirty="0">
                <a:latin typeface="Symbol"/>
                <a:cs typeface="Symbol"/>
              </a:rPr>
              <a:t></a:t>
            </a:r>
            <a:r>
              <a:rPr sz="3000" spc="-100" dirty="0">
                <a:latin typeface="Times New Roman"/>
                <a:cs typeface="Times New Roman"/>
              </a:rPr>
              <a:t> </a:t>
            </a:r>
            <a:r>
              <a:rPr sz="3000" b="1" dirty="0">
                <a:latin typeface="Calibri"/>
                <a:cs typeface="Calibri"/>
              </a:rPr>
              <a:t>(x,</a:t>
            </a:r>
            <a:r>
              <a:rPr sz="3000" b="1" spc="-30" dirty="0">
                <a:latin typeface="Calibri"/>
                <a:cs typeface="Calibri"/>
              </a:rPr>
              <a:t> </a:t>
            </a:r>
            <a:r>
              <a:rPr sz="3000" b="1" dirty="0">
                <a:latin typeface="Calibri"/>
                <a:cs typeface="Calibri"/>
              </a:rPr>
              <a:t>z)</a:t>
            </a:r>
            <a:r>
              <a:rPr sz="3000" b="1" spc="-25" dirty="0">
                <a:latin typeface="Calibri"/>
                <a:cs typeface="Calibri"/>
              </a:rPr>
              <a:t> </a:t>
            </a:r>
            <a:r>
              <a:rPr sz="3000" dirty="0">
                <a:latin typeface="Symbol"/>
                <a:cs typeface="Symbol"/>
              </a:rPr>
              <a:t></a:t>
            </a:r>
            <a:r>
              <a:rPr sz="3000" spc="-100" dirty="0">
                <a:latin typeface="Times New Roman"/>
                <a:cs typeface="Times New Roman"/>
              </a:rPr>
              <a:t> </a:t>
            </a:r>
            <a:r>
              <a:rPr sz="3000" b="1" spc="-50" dirty="0">
                <a:latin typeface="Calibri"/>
                <a:cs typeface="Calibri"/>
              </a:rPr>
              <a:t>R</a:t>
            </a:r>
            <a:r>
              <a:rPr sz="3000" b="1" dirty="0">
                <a:latin typeface="Calibri"/>
                <a:cs typeface="Calibri"/>
              </a:rPr>
              <a:t>	</a:t>
            </a:r>
            <a:r>
              <a:rPr sz="3000" b="1" spc="-25" dirty="0">
                <a:latin typeface="Calibri"/>
                <a:cs typeface="Calibri"/>
              </a:rPr>
              <a:t>(*)</a:t>
            </a:r>
            <a:endParaRPr sz="3000">
              <a:latin typeface="Calibri"/>
              <a:cs typeface="Calibri"/>
            </a:endParaRPr>
          </a:p>
        </p:txBody>
      </p:sp>
      <p:sp>
        <p:nvSpPr>
          <p:cNvPr id="3" name="object 3"/>
          <p:cNvSpPr txBox="1"/>
          <p:nvPr/>
        </p:nvSpPr>
        <p:spPr>
          <a:xfrm>
            <a:off x="383540" y="1202715"/>
            <a:ext cx="8058784" cy="3022600"/>
          </a:xfrm>
          <a:prstGeom prst="rect">
            <a:avLst/>
          </a:prstGeom>
        </p:spPr>
        <p:txBody>
          <a:bodyPr vert="horz" wrap="square" lIns="0" tIns="102870" rIns="0" bIns="0" rtlCol="0">
            <a:spAutoFit/>
          </a:bodyPr>
          <a:lstStyle/>
          <a:p>
            <a:pPr marL="12700">
              <a:lnSpc>
                <a:spcPct val="100000"/>
              </a:lnSpc>
              <a:spcBef>
                <a:spcPts val="810"/>
              </a:spcBef>
            </a:pPr>
            <a:r>
              <a:rPr sz="2800" b="1" dirty="0">
                <a:latin typeface="Calibri"/>
                <a:cs typeface="Calibri"/>
              </a:rPr>
              <a:t>Ví</a:t>
            </a:r>
            <a:r>
              <a:rPr sz="2800" b="1" spc="-20" dirty="0">
                <a:latin typeface="Calibri"/>
                <a:cs typeface="Calibri"/>
              </a:rPr>
              <a:t> </a:t>
            </a:r>
            <a:r>
              <a:rPr sz="2800" b="1" dirty="0">
                <a:latin typeface="Calibri"/>
                <a:cs typeface="Calibri"/>
              </a:rPr>
              <a:t>dụ</a:t>
            </a:r>
            <a:r>
              <a:rPr sz="2800" b="1" spc="-20" dirty="0">
                <a:latin typeface="Calibri"/>
                <a:cs typeface="Calibri"/>
              </a:rPr>
              <a:t> </a:t>
            </a:r>
            <a:r>
              <a:rPr sz="2800" b="1" dirty="0">
                <a:latin typeface="Calibri"/>
                <a:cs typeface="Calibri"/>
              </a:rPr>
              <a:t>1:</a:t>
            </a:r>
            <a:r>
              <a:rPr sz="2800" b="1" spc="-5" dirty="0">
                <a:latin typeface="Calibri"/>
                <a:cs typeface="Calibri"/>
              </a:rPr>
              <a:t> </a:t>
            </a:r>
            <a:r>
              <a:rPr sz="2800" dirty="0">
                <a:latin typeface="Calibri"/>
                <a:cs typeface="Calibri"/>
              </a:rPr>
              <a:t>Cho</a:t>
            </a:r>
            <a:r>
              <a:rPr sz="2800" spc="-15" dirty="0">
                <a:latin typeface="Calibri"/>
                <a:cs typeface="Calibri"/>
              </a:rPr>
              <a:t> </a:t>
            </a:r>
            <a:r>
              <a:rPr sz="2800" dirty="0">
                <a:latin typeface="Calibri"/>
                <a:cs typeface="Calibri"/>
              </a:rPr>
              <a:t>X</a:t>
            </a:r>
            <a:r>
              <a:rPr sz="2800" spc="-20"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{1,</a:t>
            </a:r>
            <a:r>
              <a:rPr sz="2800" spc="-15" dirty="0">
                <a:latin typeface="Calibri"/>
                <a:cs typeface="Calibri"/>
              </a:rPr>
              <a:t> </a:t>
            </a:r>
            <a:r>
              <a:rPr sz="2800" dirty="0">
                <a:latin typeface="Calibri"/>
                <a:cs typeface="Calibri"/>
              </a:rPr>
              <a:t>2,</a:t>
            </a:r>
            <a:r>
              <a:rPr sz="2800" spc="-5" dirty="0">
                <a:latin typeface="Calibri"/>
                <a:cs typeface="Calibri"/>
              </a:rPr>
              <a:t> </a:t>
            </a:r>
            <a:r>
              <a:rPr sz="2800" dirty="0">
                <a:latin typeface="Calibri"/>
                <a:cs typeface="Calibri"/>
              </a:rPr>
              <a:t>3,</a:t>
            </a:r>
            <a:r>
              <a:rPr sz="2800" spc="-15" dirty="0">
                <a:latin typeface="Calibri"/>
                <a:cs typeface="Calibri"/>
              </a:rPr>
              <a:t> </a:t>
            </a:r>
            <a:r>
              <a:rPr sz="2800" dirty="0">
                <a:latin typeface="Calibri"/>
                <a:cs typeface="Calibri"/>
              </a:rPr>
              <a:t>4}</a:t>
            </a:r>
            <a:r>
              <a:rPr sz="2800" spc="-15" dirty="0">
                <a:latin typeface="Calibri"/>
                <a:cs typeface="Calibri"/>
              </a:rPr>
              <a:t> </a:t>
            </a:r>
            <a:r>
              <a:rPr sz="2800" spc="-50" dirty="0">
                <a:latin typeface="Calibri"/>
                <a:cs typeface="Calibri"/>
              </a:rPr>
              <a:t>.</a:t>
            </a:r>
            <a:endParaRPr sz="2800">
              <a:latin typeface="Calibri"/>
              <a:cs typeface="Calibri"/>
            </a:endParaRPr>
          </a:p>
          <a:p>
            <a:pPr marL="12700">
              <a:lnSpc>
                <a:spcPct val="100000"/>
              </a:lnSpc>
              <a:spcBef>
                <a:spcPts val="710"/>
              </a:spcBef>
            </a:pPr>
            <a:r>
              <a:rPr sz="2800" dirty="0">
                <a:latin typeface="Calibri"/>
                <a:cs typeface="Calibri"/>
              </a:rPr>
              <a:t>R</a:t>
            </a:r>
            <a:r>
              <a:rPr sz="2800" spc="-25" dirty="0">
                <a:latin typeface="Calibri"/>
                <a:cs typeface="Calibri"/>
              </a:rPr>
              <a:t> </a:t>
            </a:r>
            <a:r>
              <a:rPr sz="2800" dirty="0">
                <a:latin typeface="Calibri"/>
                <a:cs typeface="Calibri"/>
              </a:rPr>
              <a:t>=</a:t>
            </a:r>
            <a:r>
              <a:rPr sz="2800" spc="-20" dirty="0">
                <a:latin typeface="Calibri"/>
                <a:cs typeface="Calibri"/>
              </a:rPr>
              <a:t> </a:t>
            </a:r>
            <a:r>
              <a:rPr sz="2800" dirty="0">
                <a:latin typeface="Calibri"/>
                <a:cs typeface="Calibri"/>
              </a:rPr>
              <a:t>{(1,</a:t>
            </a:r>
            <a:r>
              <a:rPr sz="2800" spc="-20" dirty="0">
                <a:latin typeface="Calibri"/>
                <a:cs typeface="Calibri"/>
              </a:rPr>
              <a:t> </a:t>
            </a:r>
            <a:r>
              <a:rPr sz="2800" dirty="0">
                <a:latin typeface="Calibri"/>
                <a:cs typeface="Calibri"/>
              </a:rPr>
              <a:t>1),</a:t>
            </a:r>
            <a:r>
              <a:rPr sz="2800" spc="-20" dirty="0">
                <a:latin typeface="Calibri"/>
                <a:cs typeface="Calibri"/>
              </a:rPr>
              <a:t> </a:t>
            </a:r>
            <a:r>
              <a:rPr sz="2800" dirty="0">
                <a:latin typeface="Calibri"/>
                <a:cs typeface="Calibri"/>
              </a:rPr>
              <a:t>(2,</a:t>
            </a:r>
            <a:r>
              <a:rPr sz="2800" spc="-20" dirty="0">
                <a:latin typeface="Calibri"/>
                <a:cs typeface="Calibri"/>
              </a:rPr>
              <a:t> </a:t>
            </a:r>
            <a:r>
              <a:rPr sz="2800" dirty="0">
                <a:latin typeface="Calibri"/>
                <a:cs typeface="Calibri"/>
              </a:rPr>
              <a:t>3),</a:t>
            </a:r>
            <a:r>
              <a:rPr sz="2800" spc="-20" dirty="0">
                <a:latin typeface="Calibri"/>
                <a:cs typeface="Calibri"/>
              </a:rPr>
              <a:t> </a:t>
            </a:r>
            <a:r>
              <a:rPr sz="2800" dirty="0">
                <a:latin typeface="Calibri"/>
                <a:cs typeface="Calibri"/>
              </a:rPr>
              <a:t>(3,</a:t>
            </a:r>
            <a:r>
              <a:rPr sz="2800" spc="-15" dirty="0">
                <a:latin typeface="Calibri"/>
                <a:cs typeface="Calibri"/>
              </a:rPr>
              <a:t> </a:t>
            </a:r>
            <a:r>
              <a:rPr sz="2800" dirty="0">
                <a:latin typeface="Calibri"/>
                <a:cs typeface="Calibri"/>
              </a:rPr>
              <a:t>4)</a:t>
            </a:r>
            <a:r>
              <a:rPr sz="2800" spc="-15" dirty="0">
                <a:latin typeface="Calibri"/>
                <a:cs typeface="Calibri"/>
              </a:rPr>
              <a:t> </a:t>
            </a:r>
            <a:r>
              <a:rPr sz="2800" dirty="0">
                <a:latin typeface="Calibri"/>
                <a:cs typeface="Calibri"/>
              </a:rPr>
              <a:t>,</a:t>
            </a:r>
            <a:r>
              <a:rPr sz="2800" spc="-30" dirty="0">
                <a:latin typeface="Calibri"/>
                <a:cs typeface="Calibri"/>
              </a:rPr>
              <a:t> </a:t>
            </a:r>
            <a:r>
              <a:rPr sz="2800" dirty="0">
                <a:latin typeface="Calibri"/>
                <a:cs typeface="Calibri"/>
              </a:rPr>
              <a:t>(2,4)}</a:t>
            </a:r>
            <a:r>
              <a:rPr sz="2800" spc="10" dirty="0">
                <a:latin typeface="Calibri"/>
                <a:cs typeface="Calibri"/>
              </a:rPr>
              <a:t> </a:t>
            </a:r>
            <a:r>
              <a:rPr sz="2800" dirty="0">
                <a:latin typeface="Symbol"/>
                <a:cs typeface="Symbol"/>
              </a:rPr>
              <a:t></a:t>
            </a:r>
            <a:r>
              <a:rPr sz="2800" spc="-85" dirty="0">
                <a:latin typeface="Times New Roman"/>
                <a:cs typeface="Times New Roman"/>
              </a:rPr>
              <a:t> </a:t>
            </a:r>
            <a:r>
              <a:rPr sz="2800" spc="-20" dirty="0">
                <a:latin typeface="Calibri"/>
                <a:cs typeface="Calibri"/>
              </a:rPr>
              <a:t>XxX.</a:t>
            </a:r>
            <a:endParaRPr sz="2800">
              <a:latin typeface="Calibri"/>
              <a:cs typeface="Calibri"/>
            </a:endParaRPr>
          </a:p>
          <a:p>
            <a:pPr marL="12700">
              <a:lnSpc>
                <a:spcPct val="100000"/>
              </a:lnSpc>
              <a:spcBef>
                <a:spcPts val="635"/>
              </a:spcBef>
            </a:pPr>
            <a:r>
              <a:rPr sz="2800" dirty="0">
                <a:latin typeface="Calibri"/>
                <a:cs typeface="Calibri"/>
              </a:rPr>
              <a:t>R</a:t>
            </a:r>
            <a:r>
              <a:rPr sz="2800" spc="-30" dirty="0">
                <a:latin typeface="Calibri"/>
                <a:cs typeface="Calibri"/>
              </a:rPr>
              <a:t> </a:t>
            </a:r>
            <a:r>
              <a:rPr sz="2800" dirty="0">
                <a:latin typeface="Calibri"/>
                <a:cs typeface="Calibri"/>
              </a:rPr>
              <a:t>là</a:t>
            </a:r>
            <a:r>
              <a:rPr sz="2800" spc="-30" dirty="0">
                <a:latin typeface="Calibri"/>
                <a:cs typeface="Calibri"/>
              </a:rPr>
              <a:t> </a:t>
            </a:r>
            <a:r>
              <a:rPr sz="2800" dirty="0">
                <a:latin typeface="Calibri"/>
                <a:cs typeface="Calibri"/>
              </a:rPr>
              <a:t>bắc</a:t>
            </a:r>
            <a:r>
              <a:rPr sz="2800" spc="-25" dirty="0">
                <a:latin typeface="Calibri"/>
                <a:cs typeface="Calibri"/>
              </a:rPr>
              <a:t> </a:t>
            </a:r>
            <a:r>
              <a:rPr sz="2800" dirty="0">
                <a:latin typeface="Calibri"/>
                <a:cs typeface="Calibri"/>
              </a:rPr>
              <a:t>cầu</a:t>
            </a:r>
            <a:r>
              <a:rPr sz="2800" spc="-25" dirty="0">
                <a:latin typeface="Calibri"/>
                <a:cs typeface="Calibri"/>
              </a:rPr>
              <a:t> vì</a:t>
            </a:r>
            <a:endParaRPr sz="2800">
              <a:latin typeface="Calibri"/>
              <a:cs typeface="Calibri"/>
            </a:endParaRPr>
          </a:p>
          <a:p>
            <a:pPr marL="12700">
              <a:lnSpc>
                <a:spcPts val="3510"/>
              </a:lnSpc>
              <a:spcBef>
                <a:spcPts val="560"/>
              </a:spcBef>
            </a:pPr>
            <a:r>
              <a:rPr sz="2800" dirty="0">
                <a:latin typeface="Calibri"/>
                <a:cs typeface="Calibri"/>
              </a:rPr>
              <a:t>-</a:t>
            </a:r>
            <a:r>
              <a:rPr sz="2800" spc="-150" dirty="0">
                <a:latin typeface="Calibri"/>
                <a:cs typeface="Calibri"/>
              </a:rPr>
              <a:t> </a:t>
            </a:r>
            <a:r>
              <a:rPr sz="2800" b="1" i="1" dirty="0">
                <a:latin typeface="Calibri"/>
                <a:cs typeface="Calibri"/>
              </a:rPr>
              <a:t>[(x=2,y=3)</a:t>
            </a:r>
            <a:r>
              <a:rPr sz="2800" b="1" i="1" spc="5" dirty="0">
                <a:latin typeface="Calibri"/>
                <a:cs typeface="Calibri"/>
              </a:rPr>
              <a:t> </a:t>
            </a:r>
            <a:r>
              <a:rPr sz="2950" spc="-135" dirty="0">
                <a:latin typeface="Symbol"/>
                <a:cs typeface="Symbol"/>
              </a:rPr>
              <a:t></a:t>
            </a:r>
            <a:r>
              <a:rPr sz="2950" spc="-95" dirty="0">
                <a:latin typeface="Times New Roman"/>
                <a:cs typeface="Times New Roman"/>
              </a:rPr>
              <a:t> </a:t>
            </a:r>
            <a:r>
              <a:rPr sz="2800" b="1" i="1" dirty="0">
                <a:latin typeface="Calibri"/>
                <a:cs typeface="Calibri"/>
              </a:rPr>
              <a:t>R</a:t>
            </a:r>
            <a:r>
              <a:rPr sz="2800" b="1" i="1" spc="-40" dirty="0">
                <a:latin typeface="Calibri"/>
                <a:cs typeface="Calibri"/>
              </a:rPr>
              <a:t> </a:t>
            </a:r>
            <a:r>
              <a:rPr sz="2950" spc="-110" dirty="0">
                <a:latin typeface="Symbol"/>
                <a:cs typeface="Symbol"/>
              </a:rPr>
              <a:t></a:t>
            </a:r>
            <a:r>
              <a:rPr sz="2950" spc="-100" dirty="0">
                <a:latin typeface="Times New Roman"/>
                <a:cs typeface="Times New Roman"/>
              </a:rPr>
              <a:t> </a:t>
            </a:r>
            <a:r>
              <a:rPr sz="2800" b="1" i="1" dirty="0">
                <a:latin typeface="Calibri"/>
                <a:cs typeface="Calibri"/>
              </a:rPr>
              <a:t>(y=3,</a:t>
            </a:r>
            <a:r>
              <a:rPr sz="2800" b="1" i="1" spc="-25" dirty="0">
                <a:latin typeface="Calibri"/>
                <a:cs typeface="Calibri"/>
              </a:rPr>
              <a:t> </a:t>
            </a:r>
            <a:r>
              <a:rPr sz="2800" b="1" i="1" dirty="0">
                <a:latin typeface="Calibri"/>
                <a:cs typeface="Calibri"/>
              </a:rPr>
              <a:t>z=4)</a:t>
            </a:r>
            <a:r>
              <a:rPr sz="2800" b="1" i="1" spc="-20" dirty="0">
                <a:latin typeface="Calibri"/>
                <a:cs typeface="Calibri"/>
              </a:rPr>
              <a:t> </a:t>
            </a:r>
            <a:r>
              <a:rPr sz="2950" spc="-135" dirty="0">
                <a:latin typeface="Symbol"/>
                <a:cs typeface="Symbol"/>
              </a:rPr>
              <a:t></a:t>
            </a:r>
            <a:r>
              <a:rPr sz="2950" spc="-95" dirty="0">
                <a:latin typeface="Times New Roman"/>
                <a:cs typeface="Times New Roman"/>
              </a:rPr>
              <a:t> </a:t>
            </a:r>
            <a:r>
              <a:rPr sz="2800" b="1" i="1" dirty="0">
                <a:latin typeface="Calibri"/>
                <a:cs typeface="Calibri"/>
              </a:rPr>
              <a:t>R]</a:t>
            </a:r>
            <a:r>
              <a:rPr sz="2800" b="1" i="1" spc="-45" dirty="0">
                <a:latin typeface="Calibri"/>
                <a:cs typeface="Calibri"/>
              </a:rPr>
              <a:t> </a:t>
            </a:r>
            <a:r>
              <a:rPr sz="2800" b="1" i="1" dirty="0">
                <a:latin typeface="Calibri"/>
                <a:cs typeface="Calibri"/>
              </a:rPr>
              <a:t>ĐÚNG</a:t>
            </a:r>
            <a:r>
              <a:rPr sz="2800" b="1" i="1" spc="-10" dirty="0">
                <a:latin typeface="Calibri"/>
                <a:cs typeface="Calibri"/>
              </a:rPr>
              <a:t> </a:t>
            </a:r>
            <a:r>
              <a:rPr sz="2800" dirty="0">
                <a:latin typeface="Calibri"/>
                <a:cs typeface="Calibri"/>
              </a:rPr>
              <a:t>và</a:t>
            </a:r>
            <a:r>
              <a:rPr sz="2800" spc="-45" dirty="0">
                <a:latin typeface="Calibri"/>
                <a:cs typeface="Calibri"/>
              </a:rPr>
              <a:t> </a:t>
            </a:r>
            <a:r>
              <a:rPr sz="2800" dirty="0">
                <a:latin typeface="Calibri"/>
                <a:cs typeface="Calibri"/>
              </a:rPr>
              <a:t>(x=2,</a:t>
            </a:r>
            <a:r>
              <a:rPr sz="2800" spc="-20" dirty="0">
                <a:latin typeface="Calibri"/>
                <a:cs typeface="Calibri"/>
              </a:rPr>
              <a:t> </a:t>
            </a:r>
            <a:r>
              <a:rPr sz="2800" dirty="0">
                <a:latin typeface="Calibri"/>
                <a:cs typeface="Calibri"/>
              </a:rPr>
              <a:t>z=4)</a:t>
            </a:r>
            <a:r>
              <a:rPr sz="2800" spc="-25" dirty="0">
                <a:latin typeface="Calibri"/>
                <a:cs typeface="Calibri"/>
              </a:rPr>
              <a:t> </a:t>
            </a:r>
            <a:r>
              <a:rPr sz="2800" spc="-50" dirty="0">
                <a:latin typeface="Symbol"/>
                <a:cs typeface="Symbol"/>
              </a:rPr>
              <a:t></a:t>
            </a:r>
            <a:endParaRPr sz="2800">
              <a:latin typeface="Symbol"/>
              <a:cs typeface="Symbol"/>
            </a:endParaRPr>
          </a:p>
          <a:p>
            <a:pPr marL="12700">
              <a:lnSpc>
                <a:spcPts val="3329"/>
              </a:lnSpc>
            </a:pPr>
            <a:r>
              <a:rPr sz="2800" dirty="0">
                <a:latin typeface="Calibri"/>
                <a:cs typeface="Calibri"/>
              </a:rPr>
              <a:t>R</a:t>
            </a:r>
            <a:r>
              <a:rPr sz="2800" spc="-45" dirty="0">
                <a:latin typeface="Calibri"/>
                <a:cs typeface="Calibri"/>
              </a:rPr>
              <a:t> </a:t>
            </a:r>
            <a:r>
              <a:rPr sz="2800" dirty="0">
                <a:latin typeface="Calibri"/>
                <a:cs typeface="Calibri"/>
              </a:rPr>
              <a:t>ĐÚNG.</a:t>
            </a:r>
            <a:r>
              <a:rPr sz="2800" spc="-35" dirty="0">
                <a:latin typeface="Calibri"/>
                <a:cs typeface="Calibri"/>
              </a:rPr>
              <a:t> </a:t>
            </a:r>
            <a:r>
              <a:rPr sz="2800" spc="-25" dirty="0">
                <a:latin typeface="Calibri"/>
                <a:cs typeface="Calibri"/>
              </a:rPr>
              <a:t>Nên</a:t>
            </a:r>
            <a:endParaRPr sz="2800">
              <a:latin typeface="Calibri"/>
              <a:cs typeface="Calibri"/>
            </a:endParaRPr>
          </a:p>
          <a:p>
            <a:pPr marL="239395" algn="ctr">
              <a:lnSpc>
                <a:spcPct val="100000"/>
              </a:lnSpc>
              <a:spcBef>
                <a:spcPts val="710"/>
              </a:spcBef>
            </a:pPr>
            <a:r>
              <a:rPr sz="2800" dirty="0">
                <a:latin typeface="Calibri"/>
                <a:cs typeface="Calibri"/>
              </a:rPr>
              <a:t>[(2,3)</a:t>
            </a:r>
            <a:r>
              <a:rPr sz="2800" spc="-10" dirty="0">
                <a:latin typeface="Calibri"/>
                <a:cs typeface="Calibri"/>
              </a:rPr>
              <a:t> </a:t>
            </a:r>
            <a:r>
              <a:rPr sz="2800" dirty="0">
                <a:latin typeface="Symbol"/>
                <a:cs typeface="Symbol"/>
              </a:rPr>
              <a:t></a:t>
            </a:r>
            <a:r>
              <a:rPr sz="2800" spc="-85" dirty="0">
                <a:latin typeface="Times New Roman"/>
                <a:cs typeface="Times New Roman"/>
              </a:rPr>
              <a:t> </a:t>
            </a:r>
            <a:r>
              <a:rPr sz="2800" dirty="0">
                <a:latin typeface="Calibri"/>
                <a:cs typeface="Calibri"/>
              </a:rPr>
              <a:t>R</a:t>
            </a:r>
            <a:r>
              <a:rPr sz="2800" spc="-25" dirty="0">
                <a:latin typeface="Calibri"/>
                <a:cs typeface="Calibri"/>
              </a:rPr>
              <a:t> </a:t>
            </a:r>
            <a:r>
              <a:rPr sz="2800" dirty="0">
                <a:latin typeface="Symbol"/>
                <a:cs typeface="Symbol"/>
              </a:rPr>
              <a:t></a:t>
            </a:r>
            <a:r>
              <a:rPr sz="2800" spc="-90" dirty="0">
                <a:latin typeface="Times New Roman"/>
                <a:cs typeface="Times New Roman"/>
              </a:rPr>
              <a:t> </a:t>
            </a:r>
            <a:r>
              <a:rPr sz="2800" dirty="0">
                <a:latin typeface="Calibri"/>
                <a:cs typeface="Calibri"/>
              </a:rPr>
              <a:t>(3,</a:t>
            </a:r>
            <a:r>
              <a:rPr sz="2800" spc="-25" dirty="0">
                <a:latin typeface="Calibri"/>
                <a:cs typeface="Calibri"/>
              </a:rPr>
              <a:t> </a:t>
            </a:r>
            <a:r>
              <a:rPr sz="2800" dirty="0">
                <a:latin typeface="Calibri"/>
                <a:cs typeface="Calibri"/>
              </a:rPr>
              <a:t>4)</a:t>
            </a:r>
            <a:r>
              <a:rPr sz="2800" spc="-15" dirty="0">
                <a:latin typeface="Calibri"/>
                <a:cs typeface="Calibri"/>
              </a:rPr>
              <a:t> </a:t>
            </a:r>
            <a:r>
              <a:rPr sz="2800" dirty="0">
                <a:latin typeface="Symbol"/>
                <a:cs typeface="Symbol"/>
              </a:rPr>
              <a:t></a:t>
            </a:r>
            <a:r>
              <a:rPr sz="2800" spc="-85" dirty="0">
                <a:latin typeface="Times New Roman"/>
                <a:cs typeface="Times New Roman"/>
              </a:rPr>
              <a:t> </a:t>
            </a:r>
            <a:r>
              <a:rPr sz="2800" dirty="0">
                <a:latin typeface="Calibri"/>
                <a:cs typeface="Calibri"/>
              </a:rPr>
              <a:t>R]</a:t>
            </a:r>
            <a:r>
              <a:rPr sz="2800" spc="-20" dirty="0">
                <a:latin typeface="Calibri"/>
                <a:cs typeface="Calibri"/>
              </a:rPr>
              <a:t> </a:t>
            </a:r>
            <a:r>
              <a:rPr sz="2800" dirty="0">
                <a:latin typeface="Symbol"/>
                <a:cs typeface="Symbol"/>
              </a:rPr>
              <a:t></a:t>
            </a:r>
            <a:r>
              <a:rPr sz="2800" spc="-100" dirty="0">
                <a:latin typeface="Times New Roman"/>
                <a:cs typeface="Times New Roman"/>
              </a:rPr>
              <a:t> </a:t>
            </a:r>
            <a:r>
              <a:rPr sz="2800" dirty="0">
                <a:latin typeface="Calibri"/>
                <a:cs typeface="Calibri"/>
              </a:rPr>
              <a:t>(2,4) </a:t>
            </a:r>
            <a:r>
              <a:rPr sz="2800" dirty="0">
                <a:latin typeface="Symbol"/>
                <a:cs typeface="Symbol"/>
              </a:rPr>
              <a:t></a:t>
            </a:r>
            <a:r>
              <a:rPr sz="2800" spc="-85" dirty="0">
                <a:latin typeface="Times New Roman"/>
                <a:cs typeface="Times New Roman"/>
              </a:rPr>
              <a:t> </a:t>
            </a:r>
            <a:r>
              <a:rPr sz="2800" dirty="0">
                <a:latin typeface="Calibri"/>
                <a:cs typeface="Calibri"/>
              </a:rPr>
              <a:t>R</a:t>
            </a:r>
            <a:r>
              <a:rPr sz="2800" spc="-25" dirty="0">
                <a:latin typeface="Calibri"/>
                <a:cs typeface="Calibri"/>
              </a:rPr>
              <a:t> </a:t>
            </a:r>
            <a:r>
              <a:rPr sz="2800" spc="-10" dirty="0">
                <a:latin typeface="Calibri"/>
                <a:cs typeface="Calibri"/>
              </a:rPr>
              <a:t>ĐÚNG.</a:t>
            </a:r>
            <a:endParaRPr sz="2800">
              <a:latin typeface="Calibri"/>
              <a:cs typeface="Calibri"/>
            </a:endParaRPr>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84123" y="318261"/>
            <a:ext cx="8098155" cy="482600"/>
          </a:xfrm>
          <a:prstGeom prst="rect">
            <a:avLst/>
          </a:prstGeom>
        </p:spPr>
        <p:txBody>
          <a:bodyPr vert="horz" wrap="square" lIns="0" tIns="12700" rIns="0" bIns="0" rtlCol="0">
            <a:spAutoFit/>
          </a:bodyPr>
          <a:lstStyle/>
          <a:p>
            <a:pPr marL="12700">
              <a:lnSpc>
                <a:spcPct val="100000"/>
              </a:lnSpc>
              <a:spcBef>
                <a:spcPts val="100"/>
              </a:spcBef>
              <a:tabLst>
                <a:tab pos="7656830" algn="l"/>
              </a:tabLst>
            </a:pPr>
            <a:r>
              <a:rPr sz="3000" dirty="0">
                <a:latin typeface="Symbol"/>
                <a:cs typeface="Symbol"/>
              </a:rPr>
              <a:t></a:t>
            </a:r>
            <a:r>
              <a:rPr sz="3000" b="1" dirty="0">
                <a:latin typeface="Calibri"/>
                <a:cs typeface="Calibri"/>
              </a:rPr>
              <a:t>x,</a:t>
            </a:r>
            <a:r>
              <a:rPr sz="3000" b="1" spc="-20" dirty="0">
                <a:latin typeface="Calibri"/>
                <a:cs typeface="Calibri"/>
              </a:rPr>
              <a:t> </a:t>
            </a:r>
            <a:r>
              <a:rPr sz="3000" b="1" spc="-50" dirty="0">
                <a:latin typeface="Calibri"/>
                <a:cs typeface="Calibri"/>
              </a:rPr>
              <a:t>y,</a:t>
            </a:r>
            <a:r>
              <a:rPr sz="3000" b="1" spc="-20" dirty="0">
                <a:latin typeface="Calibri"/>
                <a:cs typeface="Calibri"/>
              </a:rPr>
              <a:t> </a:t>
            </a:r>
            <a:r>
              <a:rPr sz="3000" b="1" dirty="0">
                <a:latin typeface="Calibri"/>
                <a:cs typeface="Calibri"/>
              </a:rPr>
              <a:t>z</a:t>
            </a:r>
            <a:r>
              <a:rPr sz="3000" b="1" spc="-40" dirty="0">
                <a:latin typeface="Calibri"/>
                <a:cs typeface="Calibri"/>
              </a:rPr>
              <a:t> </a:t>
            </a:r>
            <a:r>
              <a:rPr sz="3000" dirty="0">
                <a:latin typeface="Symbol"/>
                <a:cs typeface="Symbol"/>
              </a:rPr>
              <a:t></a:t>
            </a:r>
            <a:r>
              <a:rPr sz="3000" spc="-90" dirty="0">
                <a:latin typeface="Times New Roman"/>
                <a:cs typeface="Times New Roman"/>
              </a:rPr>
              <a:t> </a:t>
            </a:r>
            <a:r>
              <a:rPr sz="3000" b="1" dirty="0">
                <a:latin typeface="Calibri"/>
                <a:cs typeface="Calibri"/>
              </a:rPr>
              <a:t>X,</a:t>
            </a:r>
            <a:r>
              <a:rPr sz="3000" b="1" spc="-30" dirty="0">
                <a:latin typeface="Calibri"/>
                <a:cs typeface="Calibri"/>
              </a:rPr>
              <a:t> </a:t>
            </a:r>
            <a:r>
              <a:rPr sz="3000" b="1" dirty="0">
                <a:latin typeface="Calibri"/>
                <a:cs typeface="Calibri"/>
              </a:rPr>
              <a:t>[(x,</a:t>
            </a:r>
            <a:r>
              <a:rPr sz="3000" b="1" spc="-20" dirty="0">
                <a:latin typeface="Calibri"/>
                <a:cs typeface="Calibri"/>
              </a:rPr>
              <a:t> </a:t>
            </a:r>
            <a:r>
              <a:rPr sz="3000" b="1" dirty="0">
                <a:latin typeface="Calibri"/>
                <a:cs typeface="Calibri"/>
              </a:rPr>
              <a:t>y)</a:t>
            </a:r>
            <a:r>
              <a:rPr sz="3000" b="1" spc="-20" dirty="0">
                <a:latin typeface="Calibri"/>
                <a:cs typeface="Calibri"/>
              </a:rPr>
              <a:t> </a:t>
            </a:r>
            <a:r>
              <a:rPr sz="3000" dirty="0">
                <a:latin typeface="Symbol"/>
                <a:cs typeface="Symbol"/>
              </a:rPr>
              <a:t></a:t>
            </a:r>
            <a:r>
              <a:rPr sz="3000" spc="-105" dirty="0">
                <a:latin typeface="Times New Roman"/>
                <a:cs typeface="Times New Roman"/>
              </a:rPr>
              <a:t> </a:t>
            </a:r>
            <a:r>
              <a:rPr sz="3000" b="1" dirty="0">
                <a:latin typeface="Calibri"/>
                <a:cs typeface="Calibri"/>
              </a:rPr>
              <a:t>R</a:t>
            </a:r>
            <a:r>
              <a:rPr sz="3000" b="1" spc="-25" dirty="0">
                <a:latin typeface="Calibri"/>
                <a:cs typeface="Calibri"/>
              </a:rPr>
              <a:t> </a:t>
            </a:r>
            <a:r>
              <a:rPr sz="3000" dirty="0">
                <a:latin typeface="Symbol"/>
                <a:cs typeface="Symbol"/>
              </a:rPr>
              <a:t></a:t>
            </a:r>
            <a:r>
              <a:rPr sz="3000" spc="-95" dirty="0">
                <a:latin typeface="Times New Roman"/>
                <a:cs typeface="Times New Roman"/>
              </a:rPr>
              <a:t> </a:t>
            </a:r>
            <a:r>
              <a:rPr sz="3000" b="1" spc="-30" dirty="0">
                <a:latin typeface="Calibri"/>
                <a:cs typeface="Calibri"/>
              </a:rPr>
              <a:t>(y,</a:t>
            </a:r>
            <a:r>
              <a:rPr sz="3000" b="1" spc="-15" dirty="0">
                <a:latin typeface="Calibri"/>
                <a:cs typeface="Calibri"/>
              </a:rPr>
              <a:t> </a:t>
            </a:r>
            <a:r>
              <a:rPr sz="3000" b="1" dirty="0">
                <a:latin typeface="Calibri"/>
                <a:cs typeface="Calibri"/>
              </a:rPr>
              <a:t>z)</a:t>
            </a:r>
            <a:r>
              <a:rPr sz="3000" b="1" spc="-30" dirty="0">
                <a:latin typeface="Calibri"/>
                <a:cs typeface="Calibri"/>
              </a:rPr>
              <a:t> </a:t>
            </a:r>
            <a:r>
              <a:rPr sz="3000" dirty="0">
                <a:latin typeface="Symbol"/>
                <a:cs typeface="Symbol"/>
              </a:rPr>
              <a:t></a:t>
            </a:r>
            <a:r>
              <a:rPr sz="3000" spc="-90" dirty="0">
                <a:latin typeface="Times New Roman"/>
                <a:cs typeface="Times New Roman"/>
              </a:rPr>
              <a:t> </a:t>
            </a:r>
            <a:r>
              <a:rPr sz="3000" b="1" dirty="0">
                <a:latin typeface="Calibri"/>
                <a:cs typeface="Calibri"/>
              </a:rPr>
              <a:t>R]</a:t>
            </a:r>
            <a:r>
              <a:rPr sz="3000" b="1" spc="-25" dirty="0">
                <a:latin typeface="Calibri"/>
                <a:cs typeface="Calibri"/>
              </a:rPr>
              <a:t> </a:t>
            </a:r>
            <a:r>
              <a:rPr sz="3000" dirty="0">
                <a:latin typeface="Symbol"/>
                <a:cs typeface="Symbol"/>
              </a:rPr>
              <a:t></a:t>
            </a:r>
            <a:r>
              <a:rPr sz="3000" spc="-95" dirty="0">
                <a:latin typeface="Times New Roman"/>
                <a:cs typeface="Times New Roman"/>
              </a:rPr>
              <a:t> </a:t>
            </a:r>
            <a:r>
              <a:rPr sz="3000" b="1" dirty="0">
                <a:latin typeface="Calibri"/>
                <a:cs typeface="Calibri"/>
              </a:rPr>
              <a:t>(x,</a:t>
            </a:r>
            <a:r>
              <a:rPr sz="3000" b="1" spc="-30" dirty="0">
                <a:latin typeface="Calibri"/>
                <a:cs typeface="Calibri"/>
              </a:rPr>
              <a:t> </a:t>
            </a:r>
            <a:r>
              <a:rPr sz="3000" b="1" dirty="0">
                <a:latin typeface="Calibri"/>
                <a:cs typeface="Calibri"/>
              </a:rPr>
              <a:t>z)</a:t>
            </a:r>
            <a:r>
              <a:rPr sz="3000" b="1" spc="-20" dirty="0">
                <a:latin typeface="Calibri"/>
                <a:cs typeface="Calibri"/>
              </a:rPr>
              <a:t> </a:t>
            </a:r>
            <a:r>
              <a:rPr sz="3000" dirty="0">
                <a:latin typeface="Symbol"/>
                <a:cs typeface="Symbol"/>
              </a:rPr>
              <a:t></a:t>
            </a:r>
            <a:r>
              <a:rPr sz="3000" spc="-100" dirty="0">
                <a:latin typeface="Times New Roman"/>
                <a:cs typeface="Times New Roman"/>
              </a:rPr>
              <a:t> </a:t>
            </a:r>
            <a:r>
              <a:rPr sz="3000" b="1" spc="-50" dirty="0">
                <a:latin typeface="Calibri"/>
                <a:cs typeface="Calibri"/>
              </a:rPr>
              <a:t>R</a:t>
            </a:r>
            <a:r>
              <a:rPr sz="3000" b="1" dirty="0">
                <a:latin typeface="Calibri"/>
                <a:cs typeface="Calibri"/>
              </a:rPr>
              <a:t>	</a:t>
            </a:r>
            <a:r>
              <a:rPr sz="3000" b="1" spc="-25" dirty="0">
                <a:latin typeface="Calibri"/>
                <a:cs typeface="Calibri"/>
              </a:rPr>
              <a:t>(*)</a:t>
            </a:r>
            <a:endParaRPr sz="3000">
              <a:latin typeface="Calibri"/>
              <a:cs typeface="Calibri"/>
            </a:endParaRPr>
          </a:p>
        </p:txBody>
      </p:sp>
      <p:sp>
        <p:nvSpPr>
          <p:cNvPr id="3" name="object 3"/>
          <p:cNvSpPr txBox="1"/>
          <p:nvPr/>
        </p:nvSpPr>
        <p:spPr>
          <a:xfrm>
            <a:off x="383540" y="1278915"/>
            <a:ext cx="8036559" cy="4554855"/>
          </a:xfrm>
          <a:prstGeom prst="rect">
            <a:avLst/>
          </a:prstGeom>
        </p:spPr>
        <p:txBody>
          <a:bodyPr vert="horz" wrap="square" lIns="0" tIns="102870" rIns="0" bIns="0" rtlCol="0">
            <a:spAutoFit/>
          </a:bodyPr>
          <a:lstStyle/>
          <a:p>
            <a:pPr marL="12700">
              <a:lnSpc>
                <a:spcPct val="100000"/>
              </a:lnSpc>
              <a:spcBef>
                <a:spcPts val="810"/>
              </a:spcBef>
            </a:pPr>
            <a:r>
              <a:rPr sz="2800" b="1" dirty="0">
                <a:latin typeface="Calibri"/>
                <a:cs typeface="Calibri"/>
              </a:rPr>
              <a:t>Ví</a:t>
            </a:r>
            <a:r>
              <a:rPr sz="2800" b="1" spc="-20" dirty="0">
                <a:latin typeface="Calibri"/>
                <a:cs typeface="Calibri"/>
              </a:rPr>
              <a:t> </a:t>
            </a:r>
            <a:r>
              <a:rPr sz="2800" b="1" dirty="0">
                <a:latin typeface="Calibri"/>
                <a:cs typeface="Calibri"/>
              </a:rPr>
              <a:t>dụ</a:t>
            </a:r>
            <a:r>
              <a:rPr sz="2800" b="1" spc="-15" dirty="0">
                <a:latin typeface="Calibri"/>
                <a:cs typeface="Calibri"/>
              </a:rPr>
              <a:t> </a:t>
            </a:r>
            <a:r>
              <a:rPr sz="2800" b="1" dirty="0">
                <a:latin typeface="Calibri"/>
                <a:cs typeface="Calibri"/>
              </a:rPr>
              <a:t>2</a:t>
            </a:r>
            <a:r>
              <a:rPr sz="2800" b="1" spc="-5" dirty="0">
                <a:latin typeface="Calibri"/>
                <a:cs typeface="Calibri"/>
              </a:rPr>
              <a:t> </a:t>
            </a:r>
            <a:r>
              <a:rPr sz="2800" b="1" dirty="0">
                <a:latin typeface="Calibri"/>
                <a:cs typeface="Calibri"/>
              </a:rPr>
              <a:t>:</a:t>
            </a:r>
            <a:r>
              <a:rPr sz="2800" b="1" spc="-5" dirty="0">
                <a:latin typeface="Calibri"/>
                <a:cs typeface="Calibri"/>
              </a:rPr>
              <a:t> </a:t>
            </a:r>
            <a:r>
              <a:rPr sz="2800" dirty="0">
                <a:latin typeface="Calibri"/>
                <a:cs typeface="Calibri"/>
              </a:rPr>
              <a:t>Cho</a:t>
            </a:r>
            <a:r>
              <a:rPr sz="2800" spc="-15" dirty="0">
                <a:latin typeface="Calibri"/>
                <a:cs typeface="Calibri"/>
              </a:rPr>
              <a:t> </a:t>
            </a:r>
            <a:r>
              <a:rPr sz="2800" dirty="0">
                <a:latin typeface="Calibri"/>
                <a:cs typeface="Calibri"/>
              </a:rPr>
              <a:t>X</a:t>
            </a:r>
            <a:r>
              <a:rPr sz="2800" spc="-20" dirty="0">
                <a:latin typeface="Calibri"/>
                <a:cs typeface="Calibri"/>
              </a:rPr>
              <a:t> </a:t>
            </a:r>
            <a:r>
              <a:rPr sz="2800" dirty="0">
                <a:latin typeface="Calibri"/>
                <a:cs typeface="Calibri"/>
              </a:rPr>
              <a:t>=</a:t>
            </a:r>
            <a:r>
              <a:rPr sz="2800" spc="-20" dirty="0">
                <a:latin typeface="Calibri"/>
                <a:cs typeface="Calibri"/>
              </a:rPr>
              <a:t> </a:t>
            </a:r>
            <a:r>
              <a:rPr sz="2800" dirty="0">
                <a:latin typeface="Calibri"/>
                <a:cs typeface="Calibri"/>
              </a:rPr>
              <a:t>{1,</a:t>
            </a:r>
            <a:r>
              <a:rPr sz="2800" spc="-10" dirty="0">
                <a:latin typeface="Calibri"/>
                <a:cs typeface="Calibri"/>
              </a:rPr>
              <a:t> </a:t>
            </a:r>
            <a:r>
              <a:rPr sz="2800" dirty="0">
                <a:latin typeface="Calibri"/>
                <a:cs typeface="Calibri"/>
              </a:rPr>
              <a:t>2,</a:t>
            </a:r>
            <a:r>
              <a:rPr sz="2800" spc="-5" dirty="0">
                <a:latin typeface="Calibri"/>
                <a:cs typeface="Calibri"/>
              </a:rPr>
              <a:t> </a:t>
            </a:r>
            <a:r>
              <a:rPr sz="2800" dirty="0">
                <a:latin typeface="Calibri"/>
                <a:cs typeface="Calibri"/>
              </a:rPr>
              <a:t>3,</a:t>
            </a:r>
            <a:r>
              <a:rPr sz="2800" spc="-10" dirty="0">
                <a:latin typeface="Calibri"/>
                <a:cs typeface="Calibri"/>
              </a:rPr>
              <a:t> </a:t>
            </a:r>
            <a:r>
              <a:rPr sz="2800" dirty="0">
                <a:latin typeface="Calibri"/>
                <a:cs typeface="Calibri"/>
              </a:rPr>
              <a:t>4}</a:t>
            </a:r>
            <a:r>
              <a:rPr sz="2800" spc="-15" dirty="0">
                <a:latin typeface="Calibri"/>
                <a:cs typeface="Calibri"/>
              </a:rPr>
              <a:t> </a:t>
            </a:r>
            <a:r>
              <a:rPr sz="2800" spc="-50" dirty="0">
                <a:latin typeface="Calibri"/>
                <a:cs typeface="Calibri"/>
              </a:rPr>
              <a:t>.</a:t>
            </a:r>
            <a:endParaRPr sz="2800">
              <a:latin typeface="Calibri"/>
              <a:cs typeface="Calibri"/>
            </a:endParaRPr>
          </a:p>
          <a:p>
            <a:pPr marL="12700">
              <a:lnSpc>
                <a:spcPct val="100000"/>
              </a:lnSpc>
              <a:spcBef>
                <a:spcPts val="710"/>
              </a:spcBef>
            </a:pPr>
            <a:r>
              <a:rPr sz="2800" dirty="0">
                <a:latin typeface="Calibri"/>
                <a:cs typeface="Calibri"/>
              </a:rPr>
              <a:t>R</a:t>
            </a:r>
            <a:r>
              <a:rPr sz="2800" spc="-25" dirty="0">
                <a:latin typeface="Calibri"/>
                <a:cs typeface="Calibri"/>
              </a:rPr>
              <a:t> </a:t>
            </a:r>
            <a:r>
              <a:rPr sz="2800" dirty="0">
                <a:latin typeface="Calibri"/>
                <a:cs typeface="Calibri"/>
              </a:rPr>
              <a:t>=</a:t>
            </a:r>
            <a:r>
              <a:rPr sz="2800" spc="-20" dirty="0">
                <a:latin typeface="Calibri"/>
                <a:cs typeface="Calibri"/>
              </a:rPr>
              <a:t> </a:t>
            </a:r>
            <a:r>
              <a:rPr sz="2800" dirty="0">
                <a:latin typeface="Calibri"/>
                <a:cs typeface="Calibri"/>
              </a:rPr>
              <a:t>{(1,</a:t>
            </a:r>
            <a:r>
              <a:rPr sz="2800" spc="-15" dirty="0">
                <a:latin typeface="Calibri"/>
                <a:cs typeface="Calibri"/>
              </a:rPr>
              <a:t> </a:t>
            </a:r>
            <a:r>
              <a:rPr sz="2800" dirty="0">
                <a:latin typeface="Calibri"/>
                <a:cs typeface="Calibri"/>
              </a:rPr>
              <a:t>2),</a:t>
            </a:r>
            <a:r>
              <a:rPr sz="2800" spc="-20" dirty="0">
                <a:latin typeface="Calibri"/>
                <a:cs typeface="Calibri"/>
              </a:rPr>
              <a:t> </a:t>
            </a:r>
            <a:r>
              <a:rPr sz="2800" dirty="0">
                <a:latin typeface="Calibri"/>
                <a:cs typeface="Calibri"/>
              </a:rPr>
              <a:t>(2,</a:t>
            </a:r>
            <a:r>
              <a:rPr sz="2800" spc="-15" dirty="0">
                <a:latin typeface="Calibri"/>
                <a:cs typeface="Calibri"/>
              </a:rPr>
              <a:t> </a:t>
            </a:r>
            <a:r>
              <a:rPr sz="2800" dirty="0">
                <a:latin typeface="Calibri"/>
                <a:cs typeface="Calibri"/>
              </a:rPr>
              <a:t>3),</a:t>
            </a:r>
            <a:r>
              <a:rPr sz="2800" spc="-20" dirty="0">
                <a:latin typeface="Calibri"/>
                <a:cs typeface="Calibri"/>
              </a:rPr>
              <a:t> </a:t>
            </a:r>
            <a:r>
              <a:rPr sz="2800" dirty="0">
                <a:latin typeface="Calibri"/>
                <a:cs typeface="Calibri"/>
              </a:rPr>
              <a:t>(4,</a:t>
            </a:r>
            <a:r>
              <a:rPr sz="2800" spc="-20" dirty="0">
                <a:latin typeface="Calibri"/>
                <a:cs typeface="Calibri"/>
              </a:rPr>
              <a:t> </a:t>
            </a:r>
            <a:r>
              <a:rPr sz="2800" dirty="0">
                <a:latin typeface="Calibri"/>
                <a:cs typeface="Calibri"/>
              </a:rPr>
              <a:t>3),</a:t>
            </a:r>
            <a:r>
              <a:rPr sz="2800" spc="-15" dirty="0">
                <a:latin typeface="Calibri"/>
                <a:cs typeface="Calibri"/>
              </a:rPr>
              <a:t> </a:t>
            </a:r>
            <a:r>
              <a:rPr sz="2800" dirty="0">
                <a:latin typeface="Calibri"/>
                <a:cs typeface="Calibri"/>
              </a:rPr>
              <a:t>(4,</a:t>
            </a:r>
            <a:r>
              <a:rPr sz="2800" spc="-20" dirty="0">
                <a:latin typeface="Calibri"/>
                <a:cs typeface="Calibri"/>
              </a:rPr>
              <a:t> </a:t>
            </a:r>
            <a:r>
              <a:rPr sz="2800" dirty="0">
                <a:latin typeface="Calibri"/>
                <a:cs typeface="Calibri"/>
              </a:rPr>
              <a:t>4)}</a:t>
            </a:r>
            <a:r>
              <a:rPr sz="2800" spc="-5" dirty="0">
                <a:latin typeface="Calibri"/>
                <a:cs typeface="Calibri"/>
              </a:rPr>
              <a:t> </a:t>
            </a:r>
            <a:r>
              <a:rPr sz="2800" dirty="0">
                <a:latin typeface="Symbol"/>
                <a:cs typeface="Symbol"/>
              </a:rPr>
              <a:t></a:t>
            </a:r>
            <a:r>
              <a:rPr sz="2800" spc="-85" dirty="0">
                <a:latin typeface="Times New Roman"/>
                <a:cs typeface="Times New Roman"/>
              </a:rPr>
              <a:t> </a:t>
            </a:r>
            <a:r>
              <a:rPr sz="2800" spc="-20" dirty="0">
                <a:latin typeface="Calibri"/>
                <a:cs typeface="Calibri"/>
              </a:rPr>
              <a:t>XxX.</a:t>
            </a:r>
            <a:endParaRPr sz="2800">
              <a:latin typeface="Calibri"/>
              <a:cs typeface="Calibri"/>
            </a:endParaRPr>
          </a:p>
          <a:p>
            <a:pPr marL="12700">
              <a:lnSpc>
                <a:spcPct val="100000"/>
              </a:lnSpc>
              <a:spcBef>
                <a:spcPts val="635"/>
              </a:spcBef>
            </a:pPr>
            <a:r>
              <a:rPr sz="2800" dirty="0">
                <a:latin typeface="Calibri"/>
                <a:cs typeface="Calibri"/>
              </a:rPr>
              <a:t>R</a:t>
            </a:r>
            <a:r>
              <a:rPr sz="2800" spc="-30" dirty="0">
                <a:latin typeface="Calibri"/>
                <a:cs typeface="Calibri"/>
              </a:rPr>
              <a:t> </a:t>
            </a:r>
            <a:r>
              <a:rPr sz="2800" dirty="0">
                <a:latin typeface="Calibri"/>
                <a:cs typeface="Calibri"/>
              </a:rPr>
              <a:t>là</a:t>
            </a:r>
            <a:r>
              <a:rPr sz="2800" spc="-30" dirty="0">
                <a:latin typeface="Calibri"/>
                <a:cs typeface="Calibri"/>
              </a:rPr>
              <a:t> </a:t>
            </a:r>
            <a:r>
              <a:rPr sz="2800" dirty="0">
                <a:latin typeface="Calibri"/>
                <a:cs typeface="Calibri"/>
              </a:rPr>
              <a:t>bắc</a:t>
            </a:r>
            <a:r>
              <a:rPr sz="2800" spc="-25" dirty="0">
                <a:latin typeface="Calibri"/>
                <a:cs typeface="Calibri"/>
              </a:rPr>
              <a:t> </a:t>
            </a:r>
            <a:r>
              <a:rPr sz="2800" dirty="0">
                <a:latin typeface="Calibri"/>
                <a:cs typeface="Calibri"/>
              </a:rPr>
              <a:t>cầu</a:t>
            </a:r>
            <a:r>
              <a:rPr sz="2800" spc="-25" dirty="0">
                <a:latin typeface="Calibri"/>
                <a:cs typeface="Calibri"/>
              </a:rPr>
              <a:t> ?.</a:t>
            </a:r>
            <a:endParaRPr sz="2800">
              <a:latin typeface="Calibri"/>
              <a:cs typeface="Calibri"/>
            </a:endParaRPr>
          </a:p>
          <a:p>
            <a:pPr marL="12700">
              <a:lnSpc>
                <a:spcPct val="100000"/>
              </a:lnSpc>
              <a:spcBef>
                <a:spcPts val="675"/>
              </a:spcBef>
            </a:pPr>
            <a:r>
              <a:rPr sz="2800" dirty="0">
                <a:latin typeface="Calibri"/>
                <a:cs typeface="Calibri"/>
              </a:rPr>
              <a:t>R</a:t>
            </a:r>
            <a:r>
              <a:rPr sz="2800" spc="-40" dirty="0">
                <a:latin typeface="Calibri"/>
                <a:cs typeface="Calibri"/>
              </a:rPr>
              <a:t> </a:t>
            </a:r>
            <a:r>
              <a:rPr sz="2800" dirty="0">
                <a:latin typeface="Calibri"/>
                <a:cs typeface="Calibri"/>
              </a:rPr>
              <a:t>KHÔNG</a:t>
            </a:r>
            <a:r>
              <a:rPr sz="2800" spc="-20" dirty="0">
                <a:latin typeface="Calibri"/>
                <a:cs typeface="Calibri"/>
              </a:rPr>
              <a:t> </a:t>
            </a:r>
            <a:r>
              <a:rPr sz="2800" dirty="0">
                <a:latin typeface="Calibri"/>
                <a:cs typeface="Calibri"/>
              </a:rPr>
              <a:t>là</a:t>
            </a:r>
            <a:r>
              <a:rPr sz="2800" spc="-45" dirty="0">
                <a:latin typeface="Calibri"/>
                <a:cs typeface="Calibri"/>
              </a:rPr>
              <a:t> </a:t>
            </a:r>
            <a:r>
              <a:rPr sz="2800" dirty="0">
                <a:latin typeface="Calibri"/>
                <a:cs typeface="Calibri"/>
              </a:rPr>
              <a:t>bắc</a:t>
            </a:r>
            <a:r>
              <a:rPr sz="2800" spc="-35" dirty="0">
                <a:latin typeface="Calibri"/>
                <a:cs typeface="Calibri"/>
              </a:rPr>
              <a:t> </a:t>
            </a:r>
            <a:r>
              <a:rPr sz="2800" dirty="0">
                <a:latin typeface="Calibri"/>
                <a:cs typeface="Calibri"/>
              </a:rPr>
              <a:t>cầu</a:t>
            </a:r>
            <a:r>
              <a:rPr sz="2800" spc="-30" dirty="0">
                <a:latin typeface="Calibri"/>
                <a:cs typeface="Calibri"/>
              </a:rPr>
              <a:t> </a:t>
            </a:r>
            <a:r>
              <a:rPr sz="2800" spc="-35" dirty="0">
                <a:latin typeface="Calibri"/>
                <a:cs typeface="Calibri"/>
              </a:rPr>
              <a:t>vì</a:t>
            </a:r>
            <a:endParaRPr sz="2800">
              <a:latin typeface="Calibri"/>
              <a:cs typeface="Calibri"/>
            </a:endParaRPr>
          </a:p>
          <a:p>
            <a:pPr marL="12700" marR="5080">
              <a:lnSpc>
                <a:spcPts val="3360"/>
              </a:lnSpc>
              <a:spcBef>
                <a:spcPts val="819"/>
              </a:spcBef>
            </a:pPr>
            <a:r>
              <a:rPr sz="2800" dirty="0">
                <a:latin typeface="Calibri"/>
                <a:cs typeface="Calibri"/>
              </a:rPr>
              <a:t>-</a:t>
            </a:r>
            <a:r>
              <a:rPr sz="2800" spc="-110" dirty="0">
                <a:latin typeface="Calibri"/>
                <a:cs typeface="Calibri"/>
              </a:rPr>
              <a:t> </a:t>
            </a:r>
            <a:r>
              <a:rPr sz="2800" b="1" i="1" dirty="0">
                <a:latin typeface="Calibri"/>
                <a:cs typeface="Calibri"/>
              </a:rPr>
              <a:t>[(x=1,</a:t>
            </a:r>
            <a:r>
              <a:rPr sz="2800" b="1" i="1" spc="-5" dirty="0">
                <a:latin typeface="Calibri"/>
                <a:cs typeface="Calibri"/>
              </a:rPr>
              <a:t> </a:t>
            </a:r>
            <a:r>
              <a:rPr sz="2800" b="1" i="1" dirty="0">
                <a:latin typeface="Calibri"/>
                <a:cs typeface="Calibri"/>
              </a:rPr>
              <a:t>y=</a:t>
            </a:r>
            <a:r>
              <a:rPr sz="2800" b="1" i="1" spc="-25" dirty="0">
                <a:latin typeface="Calibri"/>
                <a:cs typeface="Calibri"/>
              </a:rPr>
              <a:t> </a:t>
            </a:r>
            <a:r>
              <a:rPr sz="2800" b="1" i="1" dirty="0">
                <a:latin typeface="Calibri"/>
                <a:cs typeface="Calibri"/>
              </a:rPr>
              <a:t>2)</a:t>
            </a:r>
            <a:r>
              <a:rPr sz="2800" b="1" i="1" spc="-15" dirty="0">
                <a:latin typeface="Calibri"/>
                <a:cs typeface="Calibri"/>
              </a:rPr>
              <a:t> </a:t>
            </a:r>
            <a:r>
              <a:rPr sz="2950" spc="-130" dirty="0">
                <a:latin typeface="Symbol"/>
                <a:cs typeface="Symbol"/>
              </a:rPr>
              <a:t></a:t>
            </a:r>
            <a:r>
              <a:rPr sz="2950" spc="-90" dirty="0">
                <a:latin typeface="Times New Roman"/>
                <a:cs typeface="Times New Roman"/>
              </a:rPr>
              <a:t> </a:t>
            </a:r>
            <a:r>
              <a:rPr sz="2800" b="1" i="1" dirty="0">
                <a:latin typeface="Calibri"/>
                <a:cs typeface="Calibri"/>
              </a:rPr>
              <a:t>R</a:t>
            </a:r>
            <a:r>
              <a:rPr sz="2800" b="1" i="1" spc="-25" dirty="0">
                <a:latin typeface="Calibri"/>
                <a:cs typeface="Calibri"/>
              </a:rPr>
              <a:t> </a:t>
            </a:r>
            <a:r>
              <a:rPr sz="2950" spc="-110" dirty="0">
                <a:latin typeface="Symbol"/>
                <a:cs typeface="Symbol"/>
              </a:rPr>
              <a:t></a:t>
            </a:r>
            <a:r>
              <a:rPr sz="2950" spc="-100" dirty="0">
                <a:latin typeface="Times New Roman"/>
                <a:cs typeface="Times New Roman"/>
              </a:rPr>
              <a:t> </a:t>
            </a:r>
            <a:r>
              <a:rPr sz="2800" b="1" i="1" dirty="0">
                <a:latin typeface="Calibri"/>
                <a:cs typeface="Calibri"/>
              </a:rPr>
              <a:t>(y=2,</a:t>
            </a:r>
            <a:r>
              <a:rPr sz="2800" b="1" i="1" spc="-20" dirty="0">
                <a:latin typeface="Calibri"/>
                <a:cs typeface="Calibri"/>
              </a:rPr>
              <a:t> </a:t>
            </a:r>
            <a:r>
              <a:rPr sz="2800" b="1" i="1" dirty="0">
                <a:latin typeface="Calibri"/>
                <a:cs typeface="Calibri"/>
              </a:rPr>
              <a:t>z=3) </a:t>
            </a:r>
            <a:r>
              <a:rPr sz="2950" spc="-135" dirty="0">
                <a:latin typeface="Symbol"/>
                <a:cs typeface="Symbol"/>
              </a:rPr>
              <a:t></a:t>
            </a:r>
            <a:r>
              <a:rPr sz="2950" spc="-105" dirty="0">
                <a:latin typeface="Times New Roman"/>
                <a:cs typeface="Times New Roman"/>
              </a:rPr>
              <a:t> </a:t>
            </a:r>
            <a:r>
              <a:rPr sz="2800" b="1" i="1" dirty="0">
                <a:latin typeface="Calibri"/>
                <a:cs typeface="Calibri"/>
              </a:rPr>
              <a:t>R]</a:t>
            </a:r>
            <a:r>
              <a:rPr sz="2800" b="1" i="1" spc="-15" dirty="0">
                <a:latin typeface="Calibri"/>
                <a:cs typeface="Calibri"/>
              </a:rPr>
              <a:t> </a:t>
            </a:r>
            <a:r>
              <a:rPr sz="2800" b="1" dirty="0">
                <a:latin typeface="Calibri"/>
                <a:cs typeface="Calibri"/>
              </a:rPr>
              <a:t>có</a:t>
            </a:r>
            <a:r>
              <a:rPr sz="2800" b="1" spc="-40" dirty="0">
                <a:latin typeface="Calibri"/>
                <a:cs typeface="Calibri"/>
              </a:rPr>
              <a:t> </a:t>
            </a:r>
            <a:r>
              <a:rPr sz="2800" b="1" dirty="0">
                <a:latin typeface="Calibri"/>
                <a:cs typeface="Calibri"/>
              </a:rPr>
              <a:t>chân</a:t>
            </a:r>
            <a:r>
              <a:rPr sz="2800" b="1" spc="-30" dirty="0">
                <a:latin typeface="Calibri"/>
                <a:cs typeface="Calibri"/>
              </a:rPr>
              <a:t> </a:t>
            </a:r>
            <a:r>
              <a:rPr sz="2800" b="1" dirty="0">
                <a:latin typeface="Calibri"/>
                <a:cs typeface="Calibri"/>
              </a:rPr>
              <a:t>trị</a:t>
            </a:r>
            <a:r>
              <a:rPr sz="2800" b="1" spc="-20" dirty="0">
                <a:latin typeface="Calibri"/>
                <a:cs typeface="Calibri"/>
              </a:rPr>
              <a:t> </a:t>
            </a:r>
            <a:r>
              <a:rPr sz="2800" b="1" dirty="0">
                <a:latin typeface="Calibri"/>
                <a:cs typeface="Calibri"/>
              </a:rPr>
              <a:t>ĐÚNG </a:t>
            </a:r>
            <a:r>
              <a:rPr sz="2800" spc="-25" dirty="0">
                <a:latin typeface="Calibri"/>
                <a:cs typeface="Calibri"/>
              </a:rPr>
              <a:t>và </a:t>
            </a:r>
            <a:r>
              <a:rPr sz="2800" dirty="0">
                <a:latin typeface="Calibri"/>
                <a:cs typeface="Calibri"/>
              </a:rPr>
              <a:t>(1,</a:t>
            </a:r>
            <a:r>
              <a:rPr sz="2800" spc="-20" dirty="0">
                <a:latin typeface="Calibri"/>
                <a:cs typeface="Calibri"/>
              </a:rPr>
              <a:t> </a:t>
            </a:r>
            <a:r>
              <a:rPr sz="2800" dirty="0">
                <a:latin typeface="Calibri"/>
                <a:cs typeface="Calibri"/>
              </a:rPr>
              <a:t>3)</a:t>
            </a:r>
            <a:r>
              <a:rPr sz="2800" spc="-20" dirty="0">
                <a:latin typeface="Calibri"/>
                <a:cs typeface="Calibri"/>
              </a:rPr>
              <a:t> </a:t>
            </a:r>
            <a:r>
              <a:rPr sz="2800" dirty="0">
                <a:latin typeface="Symbol"/>
                <a:cs typeface="Symbol"/>
              </a:rPr>
              <a:t></a:t>
            </a:r>
            <a:r>
              <a:rPr sz="2800" spc="-90" dirty="0">
                <a:latin typeface="Times New Roman"/>
                <a:cs typeface="Times New Roman"/>
              </a:rPr>
              <a:t> </a:t>
            </a:r>
            <a:r>
              <a:rPr sz="2800" dirty="0">
                <a:latin typeface="Calibri"/>
                <a:cs typeface="Calibri"/>
              </a:rPr>
              <a:t>R</a:t>
            </a:r>
            <a:r>
              <a:rPr sz="2800" spc="-30" dirty="0">
                <a:latin typeface="Calibri"/>
                <a:cs typeface="Calibri"/>
              </a:rPr>
              <a:t> </a:t>
            </a:r>
            <a:r>
              <a:rPr sz="2800" dirty="0">
                <a:latin typeface="Calibri"/>
                <a:cs typeface="Calibri"/>
              </a:rPr>
              <a:t>SAI.</a:t>
            </a:r>
            <a:r>
              <a:rPr sz="2800" spc="-15" dirty="0">
                <a:latin typeface="Calibri"/>
                <a:cs typeface="Calibri"/>
              </a:rPr>
              <a:t> </a:t>
            </a:r>
            <a:r>
              <a:rPr sz="2800" spc="-25" dirty="0">
                <a:latin typeface="Calibri"/>
                <a:cs typeface="Calibri"/>
              </a:rPr>
              <a:t>Nên</a:t>
            </a:r>
            <a:endParaRPr sz="2800">
              <a:latin typeface="Calibri"/>
              <a:cs typeface="Calibri"/>
            </a:endParaRPr>
          </a:p>
          <a:p>
            <a:pPr marL="260985" algn="ctr">
              <a:lnSpc>
                <a:spcPct val="100000"/>
              </a:lnSpc>
              <a:spcBef>
                <a:spcPts val="560"/>
              </a:spcBef>
            </a:pPr>
            <a:r>
              <a:rPr sz="2800" dirty="0">
                <a:latin typeface="Calibri"/>
                <a:cs typeface="Calibri"/>
              </a:rPr>
              <a:t>[(1,</a:t>
            </a:r>
            <a:r>
              <a:rPr sz="2800" spc="-10" dirty="0">
                <a:latin typeface="Calibri"/>
                <a:cs typeface="Calibri"/>
              </a:rPr>
              <a:t> </a:t>
            </a:r>
            <a:r>
              <a:rPr sz="2800" dirty="0">
                <a:latin typeface="Calibri"/>
                <a:cs typeface="Calibri"/>
              </a:rPr>
              <a:t>2)</a:t>
            </a:r>
            <a:r>
              <a:rPr sz="2800" spc="-5" dirty="0">
                <a:latin typeface="Calibri"/>
                <a:cs typeface="Calibri"/>
              </a:rPr>
              <a:t> </a:t>
            </a:r>
            <a:r>
              <a:rPr sz="2800" dirty="0">
                <a:latin typeface="Symbol"/>
                <a:cs typeface="Symbol"/>
              </a:rPr>
              <a:t></a:t>
            </a:r>
            <a:r>
              <a:rPr sz="2800" spc="-95" dirty="0">
                <a:latin typeface="Times New Roman"/>
                <a:cs typeface="Times New Roman"/>
              </a:rPr>
              <a:t> </a:t>
            </a:r>
            <a:r>
              <a:rPr sz="2800" dirty="0">
                <a:latin typeface="Calibri"/>
                <a:cs typeface="Calibri"/>
              </a:rPr>
              <a:t>R</a:t>
            </a:r>
            <a:r>
              <a:rPr sz="2800" spc="-5" dirty="0">
                <a:latin typeface="Calibri"/>
                <a:cs typeface="Calibri"/>
              </a:rPr>
              <a:t> </a:t>
            </a:r>
            <a:r>
              <a:rPr sz="2800" dirty="0">
                <a:latin typeface="Symbol"/>
                <a:cs typeface="Symbol"/>
              </a:rPr>
              <a:t></a:t>
            </a:r>
            <a:r>
              <a:rPr sz="2800" spc="-100" dirty="0">
                <a:latin typeface="Times New Roman"/>
                <a:cs typeface="Times New Roman"/>
              </a:rPr>
              <a:t> </a:t>
            </a:r>
            <a:r>
              <a:rPr sz="2800" dirty="0">
                <a:latin typeface="Calibri"/>
                <a:cs typeface="Calibri"/>
              </a:rPr>
              <a:t>(2,</a:t>
            </a:r>
            <a:r>
              <a:rPr sz="2800" spc="-15" dirty="0">
                <a:latin typeface="Calibri"/>
                <a:cs typeface="Calibri"/>
              </a:rPr>
              <a:t> </a:t>
            </a:r>
            <a:r>
              <a:rPr sz="2800" dirty="0">
                <a:latin typeface="Calibri"/>
                <a:cs typeface="Calibri"/>
              </a:rPr>
              <a:t>3)</a:t>
            </a:r>
            <a:r>
              <a:rPr sz="2800" spc="-5" dirty="0">
                <a:latin typeface="Calibri"/>
                <a:cs typeface="Calibri"/>
              </a:rPr>
              <a:t> </a:t>
            </a:r>
            <a:r>
              <a:rPr sz="2800" dirty="0">
                <a:latin typeface="Symbol"/>
                <a:cs typeface="Symbol"/>
              </a:rPr>
              <a:t></a:t>
            </a:r>
            <a:r>
              <a:rPr sz="2800" spc="-75" dirty="0">
                <a:latin typeface="Times New Roman"/>
                <a:cs typeface="Times New Roman"/>
              </a:rPr>
              <a:t> </a:t>
            </a:r>
            <a:r>
              <a:rPr sz="2800" dirty="0">
                <a:latin typeface="Calibri"/>
                <a:cs typeface="Calibri"/>
              </a:rPr>
              <a:t>R]</a:t>
            </a:r>
            <a:r>
              <a:rPr sz="2800" spc="-15" dirty="0">
                <a:latin typeface="Calibri"/>
                <a:cs typeface="Calibri"/>
              </a:rPr>
              <a:t> </a:t>
            </a:r>
            <a:r>
              <a:rPr sz="2800" dirty="0">
                <a:latin typeface="Symbol"/>
                <a:cs typeface="Symbol"/>
              </a:rPr>
              <a:t></a:t>
            </a:r>
            <a:r>
              <a:rPr sz="2800" spc="-90" dirty="0">
                <a:latin typeface="Times New Roman"/>
                <a:cs typeface="Times New Roman"/>
              </a:rPr>
              <a:t> </a:t>
            </a:r>
            <a:r>
              <a:rPr sz="2800" dirty="0">
                <a:latin typeface="Calibri"/>
                <a:cs typeface="Calibri"/>
              </a:rPr>
              <a:t>(1,</a:t>
            </a:r>
            <a:r>
              <a:rPr sz="2800" spc="-15" dirty="0">
                <a:latin typeface="Calibri"/>
                <a:cs typeface="Calibri"/>
              </a:rPr>
              <a:t> </a:t>
            </a:r>
            <a:r>
              <a:rPr sz="2800" dirty="0">
                <a:latin typeface="Calibri"/>
                <a:cs typeface="Calibri"/>
              </a:rPr>
              <a:t>3)</a:t>
            </a:r>
            <a:r>
              <a:rPr sz="2800" spc="-5" dirty="0">
                <a:latin typeface="Calibri"/>
                <a:cs typeface="Calibri"/>
              </a:rPr>
              <a:t> </a:t>
            </a:r>
            <a:r>
              <a:rPr sz="2800" dirty="0">
                <a:latin typeface="Symbol"/>
                <a:cs typeface="Symbol"/>
              </a:rPr>
              <a:t></a:t>
            </a:r>
            <a:r>
              <a:rPr sz="2800" spc="-80" dirty="0">
                <a:latin typeface="Times New Roman"/>
                <a:cs typeface="Times New Roman"/>
              </a:rPr>
              <a:t> </a:t>
            </a:r>
            <a:r>
              <a:rPr sz="2800" dirty="0">
                <a:latin typeface="Calibri"/>
                <a:cs typeface="Calibri"/>
              </a:rPr>
              <a:t>R</a:t>
            </a:r>
            <a:r>
              <a:rPr sz="2800" spc="-15" dirty="0">
                <a:latin typeface="Calibri"/>
                <a:cs typeface="Calibri"/>
              </a:rPr>
              <a:t> </a:t>
            </a:r>
            <a:r>
              <a:rPr sz="2800" spc="-20" dirty="0">
                <a:latin typeface="Calibri"/>
                <a:cs typeface="Calibri"/>
              </a:rPr>
              <a:t>SAI.</a:t>
            </a:r>
            <a:endParaRPr sz="2800">
              <a:latin typeface="Calibri"/>
              <a:cs typeface="Calibri"/>
            </a:endParaRPr>
          </a:p>
          <a:p>
            <a:pPr>
              <a:lnSpc>
                <a:spcPct val="100000"/>
              </a:lnSpc>
              <a:spcBef>
                <a:spcPts val="1255"/>
              </a:spcBef>
            </a:pPr>
            <a:endParaRPr sz="2800">
              <a:latin typeface="Calibri"/>
              <a:cs typeface="Calibri"/>
            </a:endParaRPr>
          </a:p>
          <a:p>
            <a:pPr marL="12700">
              <a:lnSpc>
                <a:spcPct val="100000"/>
              </a:lnSpc>
            </a:pPr>
            <a:r>
              <a:rPr sz="2800" b="1" spc="-35" dirty="0">
                <a:latin typeface="Calibri"/>
                <a:cs typeface="Calibri"/>
              </a:rPr>
              <a:t>Vậy</a:t>
            </a:r>
            <a:r>
              <a:rPr sz="2800" b="1" spc="-40" dirty="0">
                <a:latin typeface="Calibri"/>
                <a:cs typeface="Calibri"/>
              </a:rPr>
              <a:t> </a:t>
            </a:r>
            <a:r>
              <a:rPr sz="2800" dirty="0">
                <a:latin typeface="Calibri"/>
                <a:cs typeface="Calibri"/>
              </a:rPr>
              <a:t>:</a:t>
            </a:r>
            <a:r>
              <a:rPr sz="2800" spc="-55" dirty="0">
                <a:latin typeface="Calibri"/>
                <a:cs typeface="Calibri"/>
              </a:rPr>
              <a:t> </a:t>
            </a:r>
            <a:r>
              <a:rPr sz="2800" dirty="0">
                <a:latin typeface="Calibri"/>
                <a:cs typeface="Calibri"/>
              </a:rPr>
              <a:t>mệnh</a:t>
            </a:r>
            <a:r>
              <a:rPr sz="2800" spc="-45" dirty="0">
                <a:latin typeface="Calibri"/>
                <a:cs typeface="Calibri"/>
              </a:rPr>
              <a:t> </a:t>
            </a:r>
            <a:r>
              <a:rPr sz="2800" dirty="0">
                <a:latin typeface="Calibri"/>
                <a:cs typeface="Calibri"/>
              </a:rPr>
              <a:t>đề</a:t>
            </a:r>
            <a:r>
              <a:rPr sz="2800" spc="-55" dirty="0">
                <a:latin typeface="Calibri"/>
                <a:cs typeface="Calibri"/>
              </a:rPr>
              <a:t> </a:t>
            </a:r>
            <a:r>
              <a:rPr sz="2800" dirty="0">
                <a:latin typeface="Calibri"/>
                <a:cs typeface="Calibri"/>
              </a:rPr>
              <a:t>(*)</a:t>
            </a:r>
            <a:r>
              <a:rPr sz="2800" spc="-40" dirty="0">
                <a:latin typeface="Calibri"/>
                <a:cs typeface="Calibri"/>
              </a:rPr>
              <a:t> </a:t>
            </a:r>
            <a:r>
              <a:rPr sz="2800" spc="-20" dirty="0">
                <a:latin typeface="Calibri"/>
                <a:cs typeface="Calibri"/>
              </a:rPr>
              <a:t>SAI.</a:t>
            </a:r>
            <a:endParaRPr sz="2800">
              <a:latin typeface="Calibri"/>
              <a:cs typeface="Calibri"/>
            </a:endParaRPr>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831849"/>
            <a:ext cx="7976234" cy="3439795"/>
          </a:xfrm>
          <a:prstGeom prst="rect">
            <a:avLst/>
          </a:prstGeom>
        </p:spPr>
        <p:txBody>
          <a:bodyPr vert="horz" wrap="square" lIns="0" tIns="12065" rIns="0" bIns="0" rtlCol="0">
            <a:spAutoFit/>
          </a:bodyPr>
          <a:lstStyle/>
          <a:p>
            <a:pPr marL="692150">
              <a:lnSpc>
                <a:spcPct val="100000"/>
              </a:lnSpc>
              <a:spcBef>
                <a:spcPts val="95"/>
              </a:spcBef>
            </a:pPr>
            <a:r>
              <a:rPr sz="2800" dirty="0">
                <a:latin typeface="Symbol"/>
                <a:cs typeface="Symbol"/>
              </a:rPr>
              <a:t></a:t>
            </a:r>
            <a:r>
              <a:rPr sz="2800" b="1" dirty="0">
                <a:latin typeface="Calibri"/>
                <a:cs typeface="Calibri"/>
              </a:rPr>
              <a:t>x,</a:t>
            </a:r>
            <a:r>
              <a:rPr sz="2800" b="1" spc="-40" dirty="0">
                <a:latin typeface="Calibri"/>
                <a:cs typeface="Calibri"/>
              </a:rPr>
              <a:t> </a:t>
            </a:r>
            <a:r>
              <a:rPr sz="2800" b="1" spc="-30" dirty="0">
                <a:latin typeface="Calibri"/>
                <a:cs typeface="Calibri"/>
              </a:rPr>
              <a:t>y,</a:t>
            </a:r>
            <a:r>
              <a:rPr sz="2800" b="1" spc="-25" dirty="0">
                <a:latin typeface="Calibri"/>
                <a:cs typeface="Calibri"/>
              </a:rPr>
              <a:t> </a:t>
            </a:r>
            <a:r>
              <a:rPr sz="2800" b="1" dirty="0">
                <a:latin typeface="Calibri"/>
                <a:cs typeface="Calibri"/>
              </a:rPr>
              <a:t>z</a:t>
            </a:r>
            <a:r>
              <a:rPr sz="2800" b="1" spc="-25" dirty="0">
                <a:latin typeface="Calibri"/>
                <a:cs typeface="Calibri"/>
              </a:rPr>
              <a:t> </a:t>
            </a:r>
            <a:r>
              <a:rPr sz="2800" dirty="0">
                <a:latin typeface="Symbol"/>
                <a:cs typeface="Symbol"/>
              </a:rPr>
              <a:t></a:t>
            </a:r>
            <a:r>
              <a:rPr sz="2800" spc="-90" dirty="0">
                <a:latin typeface="Times New Roman"/>
                <a:cs typeface="Times New Roman"/>
              </a:rPr>
              <a:t> </a:t>
            </a:r>
            <a:r>
              <a:rPr sz="2800" b="1" dirty="0">
                <a:latin typeface="Calibri"/>
                <a:cs typeface="Calibri"/>
              </a:rPr>
              <a:t>X,</a:t>
            </a:r>
            <a:r>
              <a:rPr sz="2800" b="1" spc="-30" dirty="0">
                <a:latin typeface="Calibri"/>
                <a:cs typeface="Calibri"/>
              </a:rPr>
              <a:t> </a:t>
            </a:r>
            <a:r>
              <a:rPr sz="2800" b="1" dirty="0">
                <a:latin typeface="Calibri"/>
                <a:cs typeface="Calibri"/>
              </a:rPr>
              <a:t>[(x,</a:t>
            </a:r>
            <a:r>
              <a:rPr sz="2800" b="1" spc="-30" dirty="0">
                <a:latin typeface="Calibri"/>
                <a:cs typeface="Calibri"/>
              </a:rPr>
              <a:t> </a:t>
            </a:r>
            <a:r>
              <a:rPr sz="2800" b="1" dirty="0">
                <a:latin typeface="Calibri"/>
                <a:cs typeface="Calibri"/>
              </a:rPr>
              <a:t>y)</a:t>
            </a:r>
            <a:r>
              <a:rPr sz="2800" b="1" spc="-20" dirty="0">
                <a:latin typeface="Calibri"/>
                <a:cs typeface="Calibri"/>
              </a:rPr>
              <a:t> </a:t>
            </a:r>
            <a:r>
              <a:rPr sz="2800" dirty="0">
                <a:latin typeface="Symbol"/>
                <a:cs typeface="Symbol"/>
              </a:rPr>
              <a:t></a:t>
            </a:r>
            <a:r>
              <a:rPr sz="2800" spc="-90" dirty="0">
                <a:latin typeface="Times New Roman"/>
                <a:cs typeface="Times New Roman"/>
              </a:rPr>
              <a:t> </a:t>
            </a:r>
            <a:r>
              <a:rPr sz="2800" b="1" dirty="0">
                <a:latin typeface="Calibri"/>
                <a:cs typeface="Calibri"/>
              </a:rPr>
              <a:t>R</a:t>
            </a:r>
            <a:r>
              <a:rPr sz="2800" b="1" spc="-35" dirty="0">
                <a:latin typeface="Calibri"/>
                <a:cs typeface="Calibri"/>
              </a:rPr>
              <a:t> </a:t>
            </a:r>
            <a:r>
              <a:rPr sz="2800" dirty="0">
                <a:latin typeface="Symbol"/>
                <a:cs typeface="Symbol"/>
              </a:rPr>
              <a:t></a:t>
            </a:r>
            <a:r>
              <a:rPr sz="2800" spc="-95" dirty="0">
                <a:latin typeface="Times New Roman"/>
                <a:cs typeface="Times New Roman"/>
              </a:rPr>
              <a:t> </a:t>
            </a:r>
            <a:r>
              <a:rPr sz="2800" b="1" spc="-20" dirty="0">
                <a:latin typeface="Calibri"/>
                <a:cs typeface="Calibri"/>
              </a:rPr>
              <a:t>(y,</a:t>
            </a:r>
            <a:r>
              <a:rPr sz="2800" b="1" spc="-25" dirty="0">
                <a:latin typeface="Calibri"/>
                <a:cs typeface="Calibri"/>
              </a:rPr>
              <a:t> </a:t>
            </a:r>
            <a:r>
              <a:rPr sz="2800" b="1" dirty="0">
                <a:latin typeface="Calibri"/>
                <a:cs typeface="Calibri"/>
              </a:rPr>
              <a:t>z)</a:t>
            </a:r>
            <a:r>
              <a:rPr sz="2800" b="1" spc="-35" dirty="0">
                <a:latin typeface="Calibri"/>
                <a:cs typeface="Calibri"/>
              </a:rPr>
              <a:t> </a:t>
            </a:r>
            <a:r>
              <a:rPr sz="2800" dirty="0">
                <a:latin typeface="Symbol"/>
                <a:cs typeface="Symbol"/>
              </a:rPr>
              <a:t></a:t>
            </a:r>
            <a:r>
              <a:rPr sz="2800" spc="-90" dirty="0">
                <a:latin typeface="Times New Roman"/>
                <a:cs typeface="Times New Roman"/>
              </a:rPr>
              <a:t> </a:t>
            </a:r>
            <a:r>
              <a:rPr sz="2800" b="1" dirty="0">
                <a:latin typeface="Calibri"/>
                <a:cs typeface="Calibri"/>
              </a:rPr>
              <a:t>R]</a:t>
            </a:r>
            <a:r>
              <a:rPr sz="2800" b="1" spc="-20" dirty="0">
                <a:latin typeface="Calibri"/>
                <a:cs typeface="Calibri"/>
              </a:rPr>
              <a:t> </a:t>
            </a:r>
            <a:r>
              <a:rPr sz="2800" dirty="0">
                <a:latin typeface="Symbol"/>
                <a:cs typeface="Symbol"/>
              </a:rPr>
              <a:t></a:t>
            </a:r>
            <a:r>
              <a:rPr sz="2800" spc="-100" dirty="0">
                <a:latin typeface="Times New Roman"/>
                <a:cs typeface="Times New Roman"/>
              </a:rPr>
              <a:t> </a:t>
            </a:r>
            <a:r>
              <a:rPr sz="2800" b="1" dirty="0">
                <a:latin typeface="Calibri"/>
                <a:cs typeface="Calibri"/>
              </a:rPr>
              <a:t>(x,</a:t>
            </a:r>
            <a:r>
              <a:rPr sz="2800" b="1" spc="-20" dirty="0">
                <a:latin typeface="Calibri"/>
                <a:cs typeface="Calibri"/>
              </a:rPr>
              <a:t> </a:t>
            </a:r>
            <a:r>
              <a:rPr sz="2800" b="1" dirty="0">
                <a:latin typeface="Calibri"/>
                <a:cs typeface="Calibri"/>
              </a:rPr>
              <a:t>z)</a:t>
            </a:r>
            <a:r>
              <a:rPr sz="2800" b="1" spc="-35" dirty="0">
                <a:latin typeface="Calibri"/>
                <a:cs typeface="Calibri"/>
              </a:rPr>
              <a:t> </a:t>
            </a:r>
            <a:r>
              <a:rPr sz="2800" dirty="0">
                <a:latin typeface="Symbol"/>
                <a:cs typeface="Symbol"/>
              </a:rPr>
              <a:t></a:t>
            </a:r>
            <a:r>
              <a:rPr sz="2800" spc="-90" dirty="0">
                <a:latin typeface="Times New Roman"/>
                <a:cs typeface="Times New Roman"/>
              </a:rPr>
              <a:t> </a:t>
            </a:r>
            <a:r>
              <a:rPr sz="2800" b="1" spc="-50" dirty="0">
                <a:latin typeface="Calibri"/>
                <a:cs typeface="Calibri"/>
              </a:rPr>
              <a:t>R</a:t>
            </a:r>
            <a:endParaRPr sz="2800">
              <a:latin typeface="Calibri"/>
              <a:cs typeface="Calibri"/>
            </a:endParaRPr>
          </a:p>
          <a:p>
            <a:pPr>
              <a:lnSpc>
                <a:spcPct val="100000"/>
              </a:lnSpc>
              <a:spcBef>
                <a:spcPts val="1290"/>
              </a:spcBef>
            </a:pPr>
            <a:endParaRPr sz="2800">
              <a:latin typeface="Calibri"/>
              <a:cs typeface="Calibri"/>
            </a:endParaRPr>
          </a:p>
          <a:p>
            <a:pPr marL="12700">
              <a:lnSpc>
                <a:spcPct val="100000"/>
              </a:lnSpc>
              <a:tabLst>
                <a:tab pos="2331085" algn="l"/>
              </a:tabLst>
            </a:pPr>
            <a:r>
              <a:rPr sz="2800" b="1" dirty="0">
                <a:latin typeface="Calibri"/>
                <a:cs typeface="Calibri"/>
              </a:rPr>
              <a:t>Ví</a:t>
            </a:r>
            <a:r>
              <a:rPr sz="2800" b="1" spc="-10" dirty="0">
                <a:latin typeface="Calibri"/>
                <a:cs typeface="Calibri"/>
              </a:rPr>
              <a:t> </a:t>
            </a:r>
            <a:r>
              <a:rPr sz="2800" b="1" dirty="0">
                <a:latin typeface="Calibri"/>
                <a:cs typeface="Calibri"/>
              </a:rPr>
              <a:t>dụ</a:t>
            </a:r>
            <a:r>
              <a:rPr sz="2800" b="1" spc="-5" dirty="0">
                <a:latin typeface="Calibri"/>
                <a:cs typeface="Calibri"/>
              </a:rPr>
              <a:t> </a:t>
            </a:r>
            <a:r>
              <a:rPr sz="2800" b="1" dirty="0">
                <a:latin typeface="Calibri"/>
                <a:cs typeface="Calibri"/>
              </a:rPr>
              <a:t>3</a:t>
            </a:r>
            <a:r>
              <a:rPr sz="2800" b="1" spc="10" dirty="0">
                <a:latin typeface="Calibri"/>
                <a:cs typeface="Calibri"/>
              </a:rPr>
              <a:t> </a:t>
            </a:r>
            <a:r>
              <a:rPr sz="2800" b="1" dirty="0">
                <a:latin typeface="Calibri"/>
                <a:cs typeface="Calibri"/>
              </a:rPr>
              <a:t>:</a:t>
            </a:r>
            <a:r>
              <a:rPr sz="2800" b="1" spc="5" dirty="0">
                <a:latin typeface="Calibri"/>
                <a:cs typeface="Calibri"/>
              </a:rPr>
              <a:t> </a:t>
            </a:r>
            <a:r>
              <a:rPr sz="2800" dirty="0">
                <a:latin typeface="Calibri"/>
                <a:cs typeface="Calibri"/>
              </a:rPr>
              <a:t>X</a:t>
            </a:r>
            <a:r>
              <a:rPr sz="2800" spc="-10" dirty="0">
                <a:latin typeface="Calibri"/>
                <a:cs typeface="Calibri"/>
              </a:rPr>
              <a:t> </a:t>
            </a:r>
            <a:r>
              <a:rPr sz="2800" dirty="0">
                <a:latin typeface="Calibri"/>
                <a:cs typeface="Calibri"/>
              </a:rPr>
              <a:t>=</a:t>
            </a:r>
            <a:r>
              <a:rPr sz="2800" spc="-5" dirty="0">
                <a:latin typeface="Calibri"/>
                <a:cs typeface="Calibri"/>
              </a:rPr>
              <a:t> </a:t>
            </a:r>
            <a:r>
              <a:rPr sz="2800" spc="-25" dirty="0">
                <a:latin typeface="Cambria Math"/>
                <a:cs typeface="Cambria Math"/>
              </a:rPr>
              <a:t>ℕ</a:t>
            </a:r>
            <a:r>
              <a:rPr sz="2800" b="1" spc="-25" dirty="0">
                <a:latin typeface="Calibri"/>
                <a:cs typeface="Calibri"/>
              </a:rPr>
              <a:t>.</a:t>
            </a:r>
            <a:r>
              <a:rPr sz="2800" b="1" dirty="0">
                <a:latin typeface="Calibri"/>
                <a:cs typeface="Calibri"/>
              </a:rPr>
              <a:t>	</a:t>
            </a:r>
            <a:r>
              <a:rPr sz="2800" dirty="0">
                <a:latin typeface="Calibri"/>
                <a:cs typeface="Calibri"/>
              </a:rPr>
              <a:t>x</a:t>
            </a:r>
            <a:r>
              <a:rPr sz="2800" spc="-15" dirty="0">
                <a:latin typeface="Calibri"/>
                <a:cs typeface="Calibri"/>
              </a:rPr>
              <a:t> </a:t>
            </a:r>
            <a:r>
              <a:rPr sz="2800" dirty="0">
                <a:latin typeface="Calibri"/>
                <a:cs typeface="Calibri"/>
              </a:rPr>
              <a:t>R</a:t>
            </a:r>
            <a:r>
              <a:rPr sz="2800" spc="10" dirty="0">
                <a:latin typeface="Calibri"/>
                <a:cs typeface="Calibri"/>
              </a:rPr>
              <a:t> </a:t>
            </a:r>
            <a:r>
              <a:rPr sz="2800" dirty="0">
                <a:latin typeface="Calibri"/>
                <a:cs typeface="Calibri"/>
              </a:rPr>
              <a:t>y</a:t>
            </a:r>
            <a:r>
              <a:rPr sz="2800" spc="-10" dirty="0">
                <a:latin typeface="Calibri"/>
                <a:cs typeface="Calibri"/>
              </a:rPr>
              <a:t> </a:t>
            </a:r>
            <a:r>
              <a:rPr sz="2800" dirty="0">
                <a:latin typeface="Symbol"/>
                <a:cs typeface="Symbol"/>
              </a:rPr>
              <a:t></a:t>
            </a:r>
            <a:r>
              <a:rPr sz="2800" spc="-75" dirty="0">
                <a:latin typeface="Times New Roman"/>
                <a:cs typeface="Times New Roman"/>
              </a:rPr>
              <a:t> </a:t>
            </a:r>
            <a:r>
              <a:rPr sz="2800" dirty="0">
                <a:latin typeface="Calibri"/>
                <a:cs typeface="Calibri"/>
              </a:rPr>
              <a:t>x</a:t>
            </a:r>
            <a:r>
              <a:rPr sz="2800" spc="-10" dirty="0">
                <a:latin typeface="Calibri"/>
                <a:cs typeface="Calibri"/>
              </a:rPr>
              <a:t> </a:t>
            </a:r>
            <a:r>
              <a:rPr sz="2800" dirty="0">
                <a:latin typeface="Calibri"/>
                <a:cs typeface="Calibri"/>
              </a:rPr>
              <a:t>=</a:t>
            </a:r>
            <a:r>
              <a:rPr sz="2800" spc="5" dirty="0">
                <a:latin typeface="Calibri"/>
                <a:cs typeface="Calibri"/>
              </a:rPr>
              <a:t> </a:t>
            </a:r>
            <a:r>
              <a:rPr sz="2800" spc="-25" dirty="0">
                <a:latin typeface="Calibri"/>
                <a:cs typeface="Calibri"/>
              </a:rPr>
              <a:t>y.</a:t>
            </a:r>
            <a:endParaRPr sz="2800">
              <a:latin typeface="Calibri"/>
              <a:cs typeface="Calibri"/>
            </a:endParaRPr>
          </a:p>
          <a:p>
            <a:pPr marL="12700">
              <a:lnSpc>
                <a:spcPct val="100000"/>
              </a:lnSpc>
              <a:spcBef>
                <a:spcPts val="635"/>
              </a:spcBef>
            </a:pPr>
            <a:r>
              <a:rPr sz="2800" b="1" dirty="0">
                <a:latin typeface="Calibri"/>
                <a:cs typeface="Calibri"/>
              </a:rPr>
              <a:t>Bắc</a:t>
            </a:r>
            <a:r>
              <a:rPr sz="2800" b="1" spc="-35" dirty="0">
                <a:latin typeface="Calibri"/>
                <a:cs typeface="Calibri"/>
              </a:rPr>
              <a:t> </a:t>
            </a:r>
            <a:r>
              <a:rPr sz="2800" b="1" dirty="0">
                <a:latin typeface="Calibri"/>
                <a:cs typeface="Calibri"/>
              </a:rPr>
              <a:t>cầu</a:t>
            </a:r>
            <a:r>
              <a:rPr sz="2800" b="1" spc="-40" dirty="0">
                <a:latin typeface="Calibri"/>
                <a:cs typeface="Calibri"/>
              </a:rPr>
              <a:t> </a:t>
            </a:r>
            <a:r>
              <a:rPr sz="2800" spc="-50" dirty="0">
                <a:latin typeface="Calibri"/>
                <a:cs typeface="Calibri"/>
              </a:rPr>
              <a:t>:</a:t>
            </a:r>
            <a:endParaRPr sz="2800">
              <a:latin typeface="Calibri"/>
              <a:cs typeface="Calibri"/>
            </a:endParaRPr>
          </a:p>
          <a:p>
            <a:pPr marL="12700" marR="5080">
              <a:lnSpc>
                <a:spcPct val="110000"/>
              </a:lnSpc>
              <a:spcBef>
                <a:spcPts val="370"/>
              </a:spcBef>
              <a:tabLst>
                <a:tab pos="1082675" algn="l"/>
              </a:tabLst>
            </a:pPr>
            <a:r>
              <a:rPr sz="2800" dirty="0">
                <a:latin typeface="Calibri"/>
                <a:cs typeface="Calibri"/>
              </a:rPr>
              <a:t>Giả</a:t>
            </a:r>
            <a:r>
              <a:rPr sz="2800" spc="-5" dirty="0">
                <a:latin typeface="Calibri"/>
                <a:cs typeface="Calibri"/>
              </a:rPr>
              <a:t> </a:t>
            </a:r>
            <a:r>
              <a:rPr sz="2800" spc="-25" dirty="0">
                <a:latin typeface="Calibri"/>
                <a:cs typeface="Calibri"/>
              </a:rPr>
              <a:t>sử</a:t>
            </a:r>
            <a:r>
              <a:rPr sz="2800" dirty="0">
                <a:latin typeface="Calibri"/>
                <a:cs typeface="Calibri"/>
              </a:rPr>
              <a:t>	(a,</a:t>
            </a:r>
            <a:r>
              <a:rPr sz="2800" spc="-30" dirty="0">
                <a:latin typeface="Calibri"/>
                <a:cs typeface="Calibri"/>
              </a:rPr>
              <a:t> </a:t>
            </a:r>
            <a:r>
              <a:rPr sz="2800" dirty="0">
                <a:latin typeface="Calibri"/>
                <a:cs typeface="Calibri"/>
              </a:rPr>
              <a:t>b)</a:t>
            </a:r>
            <a:r>
              <a:rPr sz="2800" spc="-10" dirty="0">
                <a:latin typeface="Calibri"/>
                <a:cs typeface="Calibri"/>
              </a:rPr>
              <a:t> </a:t>
            </a:r>
            <a:r>
              <a:rPr sz="2800" dirty="0">
                <a:latin typeface="Symbol"/>
                <a:cs typeface="Symbol"/>
              </a:rPr>
              <a:t></a:t>
            </a:r>
            <a:r>
              <a:rPr sz="2800" spc="-85" dirty="0">
                <a:latin typeface="Times New Roman"/>
                <a:cs typeface="Times New Roman"/>
              </a:rPr>
              <a:t> </a:t>
            </a:r>
            <a:r>
              <a:rPr sz="2800" dirty="0">
                <a:latin typeface="Calibri"/>
                <a:cs typeface="Calibri"/>
              </a:rPr>
              <a:t>R</a:t>
            </a:r>
            <a:r>
              <a:rPr sz="2800" spc="-25" dirty="0">
                <a:latin typeface="Calibri"/>
                <a:cs typeface="Calibri"/>
              </a:rPr>
              <a:t> </a:t>
            </a:r>
            <a:r>
              <a:rPr sz="2800" dirty="0">
                <a:latin typeface="Symbol"/>
                <a:cs typeface="Symbol"/>
              </a:rPr>
              <a:t></a:t>
            </a:r>
            <a:r>
              <a:rPr sz="2800" spc="-90" dirty="0">
                <a:latin typeface="Times New Roman"/>
                <a:cs typeface="Times New Roman"/>
              </a:rPr>
              <a:t> </a:t>
            </a:r>
            <a:r>
              <a:rPr sz="2800" dirty="0">
                <a:latin typeface="Calibri"/>
                <a:cs typeface="Calibri"/>
              </a:rPr>
              <a:t>(b,</a:t>
            </a:r>
            <a:r>
              <a:rPr sz="2800" spc="-20" dirty="0">
                <a:latin typeface="Calibri"/>
                <a:cs typeface="Calibri"/>
              </a:rPr>
              <a:t> </a:t>
            </a:r>
            <a:r>
              <a:rPr sz="2800" dirty="0">
                <a:latin typeface="Calibri"/>
                <a:cs typeface="Calibri"/>
              </a:rPr>
              <a:t>c)</a:t>
            </a:r>
            <a:r>
              <a:rPr sz="2800" spc="-20" dirty="0">
                <a:latin typeface="Calibri"/>
                <a:cs typeface="Calibri"/>
              </a:rPr>
              <a:t> </a:t>
            </a:r>
            <a:r>
              <a:rPr sz="2800" dirty="0">
                <a:latin typeface="Symbol"/>
                <a:cs typeface="Symbol"/>
              </a:rPr>
              <a:t></a:t>
            </a:r>
            <a:r>
              <a:rPr sz="2800" spc="-90" dirty="0">
                <a:latin typeface="Times New Roman"/>
                <a:cs typeface="Times New Roman"/>
              </a:rPr>
              <a:t> </a:t>
            </a:r>
            <a:r>
              <a:rPr sz="2800" dirty="0">
                <a:latin typeface="Calibri"/>
                <a:cs typeface="Calibri"/>
              </a:rPr>
              <a:t>R</a:t>
            </a:r>
            <a:r>
              <a:rPr sz="2800" spc="-15" dirty="0">
                <a:latin typeface="Calibri"/>
                <a:cs typeface="Calibri"/>
              </a:rPr>
              <a:t> </a:t>
            </a:r>
            <a:r>
              <a:rPr sz="2800" dirty="0">
                <a:latin typeface="Calibri"/>
                <a:cs typeface="Calibri"/>
              </a:rPr>
              <a:t>có</a:t>
            </a:r>
            <a:r>
              <a:rPr sz="2800" spc="-30" dirty="0">
                <a:latin typeface="Calibri"/>
                <a:cs typeface="Calibri"/>
              </a:rPr>
              <a:t> </a:t>
            </a:r>
            <a:r>
              <a:rPr sz="2800" dirty="0">
                <a:latin typeface="Calibri"/>
                <a:cs typeface="Calibri"/>
              </a:rPr>
              <a:t>chân</a:t>
            </a:r>
            <a:r>
              <a:rPr sz="2800" spc="-25" dirty="0">
                <a:latin typeface="Calibri"/>
                <a:cs typeface="Calibri"/>
              </a:rPr>
              <a:t> </a:t>
            </a:r>
            <a:r>
              <a:rPr sz="2800" dirty="0">
                <a:latin typeface="Calibri"/>
                <a:cs typeface="Calibri"/>
              </a:rPr>
              <a:t>trị</a:t>
            </a:r>
            <a:r>
              <a:rPr sz="2800" spc="-20" dirty="0">
                <a:latin typeface="Calibri"/>
                <a:cs typeface="Calibri"/>
              </a:rPr>
              <a:t> </a:t>
            </a:r>
            <a:r>
              <a:rPr sz="2800" dirty="0">
                <a:latin typeface="Calibri"/>
                <a:cs typeface="Calibri"/>
              </a:rPr>
              <a:t>ĐÚNG.</a:t>
            </a:r>
            <a:r>
              <a:rPr sz="2800" spc="-20" dirty="0">
                <a:latin typeface="Calibri"/>
                <a:cs typeface="Calibri"/>
              </a:rPr>
              <a:t> Theo </a:t>
            </a:r>
            <a:r>
              <a:rPr sz="2800" dirty="0">
                <a:latin typeface="Calibri"/>
                <a:cs typeface="Calibri"/>
              </a:rPr>
              <a:t>định</a:t>
            </a:r>
            <a:r>
              <a:rPr sz="2800" spc="-30" dirty="0">
                <a:latin typeface="Calibri"/>
                <a:cs typeface="Calibri"/>
              </a:rPr>
              <a:t> </a:t>
            </a:r>
            <a:r>
              <a:rPr sz="2800" dirty="0">
                <a:latin typeface="Calibri"/>
                <a:cs typeface="Calibri"/>
              </a:rPr>
              <a:t>nghĩa</a:t>
            </a:r>
            <a:r>
              <a:rPr sz="2800" spc="-25" dirty="0">
                <a:latin typeface="Calibri"/>
                <a:cs typeface="Calibri"/>
              </a:rPr>
              <a:t> </a:t>
            </a:r>
            <a:r>
              <a:rPr sz="2800" dirty="0">
                <a:latin typeface="Calibri"/>
                <a:cs typeface="Calibri"/>
              </a:rPr>
              <a:t>a=b</a:t>
            </a:r>
            <a:r>
              <a:rPr sz="2800" spc="-30" dirty="0">
                <a:latin typeface="Calibri"/>
                <a:cs typeface="Calibri"/>
              </a:rPr>
              <a:t> </a:t>
            </a:r>
            <a:r>
              <a:rPr sz="2800" dirty="0">
                <a:latin typeface="Calibri"/>
                <a:cs typeface="Calibri"/>
              </a:rPr>
              <a:t>và</a:t>
            </a:r>
            <a:r>
              <a:rPr sz="2800" spc="-40" dirty="0">
                <a:latin typeface="Calibri"/>
                <a:cs typeface="Calibri"/>
              </a:rPr>
              <a:t> </a:t>
            </a:r>
            <a:r>
              <a:rPr sz="2800" dirty="0">
                <a:latin typeface="Calibri"/>
                <a:cs typeface="Calibri"/>
              </a:rPr>
              <a:t>b=c.</a:t>
            </a:r>
            <a:r>
              <a:rPr sz="2800" spc="-15" dirty="0">
                <a:latin typeface="Calibri"/>
                <a:cs typeface="Calibri"/>
              </a:rPr>
              <a:t> </a:t>
            </a:r>
            <a:r>
              <a:rPr sz="2800" dirty="0">
                <a:latin typeface="Calibri"/>
                <a:cs typeface="Calibri"/>
              </a:rPr>
              <a:t>Do</a:t>
            </a:r>
            <a:r>
              <a:rPr sz="2800" spc="-35" dirty="0">
                <a:latin typeface="Calibri"/>
                <a:cs typeface="Calibri"/>
              </a:rPr>
              <a:t> </a:t>
            </a:r>
            <a:r>
              <a:rPr sz="2800" dirty="0">
                <a:latin typeface="Calibri"/>
                <a:cs typeface="Calibri"/>
              </a:rPr>
              <a:t>đó</a:t>
            </a:r>
            <a:r>
              <a:rPr sz="2800" spc="-35" dirty="0">
                <a:latin typeface="Calibri"/>
                <a:cs typeface="Calibri"/>
              </a:rPr>
              <a:t> </a:t>
            </a:r>
            <a:r>
              <a:rPr sz="2800" dirty="0">
                <a:latin typeface="Calibri"/>
                <a:cs typeface="Calibri"/>
              </a:rPr>
              <a:t>a=c</a:t>
            </a:r>
            <a:r>
              <a:rPr sz="2800" spc="-40" dirty="0">
                <a:latin typeface="Calibri"/>
                <a:cs typeface="Calibri"/>
              </a:rPr>
              <a:t> </a:t>
            </a:r>
            <a:r>
              <a:rPr sz="2800" dirty="0">
                <a:latin typeface="Calibri"/>
                <a:cs typeface="Calibri"/>
              </a:rPr>
              <a:t>,</a:t>
            </a:r>
            <a:r>
              <a:rPr sz="2800" spc="-35" dirty="0">
                <a:latin typeface="Calibri"/>
                <a:cs typeface="Calibri"/>
              </a:rPr>
              <a:t> </a:t>
            </a:r>
            <a:r>
              <a:rPr sz="2800" dirty="0">
                <a:latin typeface="Calibri"/>
                <a:cs typeface="Calibri"/>
              </a:rPr>
              <a:t>suy</a:t>
            </a:r>
            <a:r>
              <a:rPr sz="2800" spc="-25" dirty="0">
                <a:latin typeface="Calibri"/>
                <a:cs typeface="Calibri"/>
              </a:rPr>
              <a:t> </a:t>
            </a:r>
            <a:r>
              <a:rPr sz="2800" dirty="0">
                <a:latin typeface="Calibri"/>
                <a:cs typeface="Calibri"/>
              </a:rPr>
              <a:t>ra</a:t>
            </a:r>
            <a:r>
              <a:rPr sz="2800" spc="-40" dirty="0">
                <a:latin typeface="Calibri"/>
                <a:cs typeface="Calibri"/>
              </a:rPr>
              <a:t> </a:t>
            </a:r>
            <a:r>
              <a:rPr sz="2800" dirty="0">
                <a:latin typeface="Calibri"/>
                <a:cs typeface="Calibri"/>
              </a:rPr>
              <a:t>(a,</a:t>
            </a:r>
            <a:r>
              <a:rPr sz="2800" spc="-40" dirty="0">
                <a:latin typeface="Calibri"/>
                <a:cs typeface="Calibri"/>
              </a:rPr>
              <a:t> </a:t>
            </a:r>
            <a:r>
              <a:rPr sz="2800" dirty="0">
                <a:latin typeface="Calibri"/>
                <a:cs typeface="Calibri"/>
              </a:rPr>
              <a:t>c)</a:t>
            </a:r>
            <a:r>
              <a:rPr sz="2800" spc="15" dirty="0">
                <a:latin typeface="Calibri"/>
                <a:cs typeface="Calibri"/>
              </a:rPr>
              <a:t> </a:t>
            </a:r>
            <a:r>
              <a:rPr sz="2800" dirty="0">
                <a:latin typeface="Symbol"/>
                <a:cs typeface="Symbol"/>
              </a:rPr>
              <a:t></a:t>
            </a:r>
            <a:r>
              <a:rPr sz="2800" spc="-95" dirty="0">
                <a:latin typeface="Times New Roman"/>
                <a:cs typeface="Times New Roman"/>
              </a:rPr>
              <a:t> </a:t>
            </a:r>
            <a:r>
              <a:rPr sz="2800" dirty="0">
                <a:latin typeface="Calibri"/>
                <a:cs typeface="Calibri"/>
              </a:rPr>
              <a:t>R.</a:t>
            </a:r>
            <a:r>
              <a:rPr sz="2800" spc="-30" dirty="0">
                <a:latin typeface="Calibri"/>
                <a:cs typeface="Calibri"/>
              </a:rPr>
              <a:t> </a:t>
            </a:r>
            <a:r>
              <a:rPr sz="2800" spc="-25" dirty="0">
                <a:latin typeface="Calibri"/>
                <a:cs typeface="Calibri"/>
              </a:rPr>
              <a:t>Vậy </a:t>
            </a:r>
            <a:r>
              <a:rPr sz="2800" dirty="0">
                <a:latin typeface="Calibri"/>
                <a:cs typeface="Calibri"/>
              </a:rPr>
              <a:t>[(a,</a:t>
            </a:r>
            <a:r>
              <a:rPr sz="2800" spc="-20" dirty="0">
                <a:latin typeface="Calibri"/>
                <a:cs typeface="Calibri"/>
              </a:rPr>
              <a:t> </a:t>
            </a:r>
            <a:r>
              <a:rPr sz="2800" dirty="0">
                <a:latin typeface="Calibri"/>
                <a:cs typeface="Calibri"/>
              </a:rPr>
              <a:t>b)</a:t>
            </a:r>
            <a:r>
              <a:rPr sz="2800" spc="-15" dirty="0">
                <a:latin typeface="Calibri"/>
                <a:cs typeface="Calibri"/>
              </a:rPr>
              <a:t> </a:t>
            </a:r>
            <a:r>
              <a:rPr sz="2800" dirty="0">
                <a:latin typeface="Symbol"/>
                <a:cs typeface="Symbol"/>
              </a:rPr>
              <a:t></a:t>
            </a:r>
            <a:r>
              <a:rPr sz="2800" spc="-80" dirty="0">
                <a:latin typeface="Times New Roman"/>
                <a:cs typeface="Times New Roman"/>
              </a:rPr>
              <a:t> </a:t>
            </a:r>
            <a:r>
              <a:rPr sz="2800" dirty="0">
                <a:latin typeface="Calibri"/>
                <a:cs typeface="Calibri"/>
              </a:rPr>
              <a:t>R</a:t>
            </a:r>
            <a:r>
              <a:rPr sz="2800" spc="-20" dirty="0">
                <a:latin typeface="Calibri"/>
                <a:cs typeface="Calibri"/>
              </a:rPr>
              <a:t> </a:t>
            </a:r>
            <a:r>
              <a:rPr sz="2800" dirty="0">
                <a:latin typeface="Symbol"/>
                <a:cs typeface="Symbol"/>
              </a:rPr>
              <a:t></a:t>
            </a:r>
            <a:r>
              <a:rPr sz="2800" spc="-85" dirty="0">
                <a:latin typeface="Times New Roman"/>
                <a:cs typeface="Times New Roman"/>
              </a:rPr>
              <a:t> </a:t>
            </a:r>
            <a:r>
              <a:rPr sz="2800" dirty="0">
                <a:latin typeface="Calibri"/>
                <a:cs typeface="Calibri"/>
              </a:rPr>
              <a:t>(b,</a:t>
            </a:r>
            <a:r>
              <a:rPr sz="2800" spc="-15" dirty="0">
                <a:latin typeface="Calibri"/>
                <a:cs typeface="Calibri"/>
              </a:rPr>
              <a:t> </a:t>
            </a:r>
            <a:r>
              <a:rPr sz="2800" dirty="0">
                <a:latin typeface="Calibri"/>
                <a:cs typeface="Calibri"/>
              </a:rPr>
              <a:t>c)</a:t>
            </a:r>
            <a:r>
              <a:rPr sz="2800" spc="-20" dirty="0">
                <a:latin typeface="Calibri"/>
                <a:cs typeface="Calibri"/>
              </a:rPr>
              <a:t> </a:t>
            </a:r>
            <a:r>
              <a:rPr sz="2800" dirty="0">
                <a:latin typeface="Symbol"/>
                <a:cs typeface="Symbol"/>
              </a:rPr>
              <a:t></a:t>
            </a:r>
            <a:r>
              <a:rPr sz="2800" spc="-80" dirty="0">
                <a:latin typeface="Times New Roman"/>
                <a:cs typeface="Times New Roman"/>
              </a:rPr>
              <a:t> </a:t>
            </a:r>
            <a:r>
              <a:rPr sz="2800" dirty="0">
                <a:latin typeface="Calibri"/>
                <a:cs typeface="Calibri"/>
              </a:rPr>
              <a:t>R]</a:t>
            </a:r>
            <a:r>
              <a:rPr sz="2800" spc="-15" dirty="0">
                <a:latin typeface="Calibri"/>
                <a:cs typeface="Calibri"/>
              </a:rPr>
              <a:t> </a:t>
            </a:r>
            <a:r>
              <a:rPr sz="2800" dirty="0">
                <a:latin typeface="Symbol"/>
                <a:cs typeface="Symbol"/>
              </a:rPr>
              <a:t></a:t>
            </a:r>
            <a:r>
              <a:rPr sz="2800" spc="-80" dirty="0">
                <a:latin typeface="Times New Roman"/>
                <a:cs typeface="Times New Roman"/>
              </a:rPr>
              <a:t> </a:t>
            </a:r>
            <a:r>
              <a:rPr sz="2800" dirty="0">
                <a:latin typeface="Calibri"/>
                <a:cs typeface="Calibri"/>
              </a:rPr>
              <a:t>(a,</a:t>
            </a:r>
            <a:r>
              <a:rPr sz="2800" spc="-40" dirty="0">
                <a:latin typeface="Calibri"/>
                <a:cs typeface="Calibri"/>
              </a:rPr>
              <a:t> </a:t>
            </a:r>
            <a:r>
              <a:rPr sz="2800" dirty="0">
                <a:latin typeface="Calibri"/>
                <a:cs typeface="Calibri"/>
              </a:rPr>
              <a:t>c)</a:t>
            </a:r>
            <a:r>
              <a:rPr sz="2800" spc="-15" dirty="0">
                <a:latin typeface="Calibri"/>
                <a:cs typeface="Calibri"/>
              </a:rPr>
              <a:t> </a:t>
            </a:r>
            <a:r>
              <a:rPr sz="2800" dirty="0">
                <a:latin typeface="Symbol"/>
                <a:cs typeface="Symbol"/>
              </a:rPr>
              <a:t></a:t>
            </a:r>
            <a:r>
              <a:rPr sz="2800" spc="-80" dirty="0">
                <a:latin typeface="Times New Roman"/>
                <a:cs typeface="Times New Roman"/>
              </a:rPr>
              <a:t> </a:t>
            </a:r>
            <a:r>
              <a:rPr sz="2800" dirty="0">
                <a:latin typeface="Calibri"/>
                <a:cs typeface="Calibri"/>
              </a:rPr>
              <a:t>R</a:t>
            </a:r>
            <a:r>
              <a:rPr sz="2800" spc="-20" dirty="0">
                <a:latin typeface="Calibri"/>
                <a:cs typeface="Calibri"/>
              </a:rPr>
              <a:t> </a:t>
            </a:r>
            <a:r>
              <a:rPr sz="2800" dirty="0">
                <a:latin typeface="Calibri"/>
                <a:cs typeface="Calibri"/>
              </a:rPr>
              <a:t>có</a:t>
            </a:r>
            <a:r>
              <a:rPr sz="2800" spc="-30" dirty="0">
                <a:latin typeface="Calibri"/>
                <a:cs typeface="Calibri"/>
              </a:rPr>
              <a:t> </a:t>
            </a:r>
            <a:r>
              <a:rPr sz="2800" dirty="0">
                <a:latin typeface="Calibri"/>
                <a:cs typeface="Calibri"/>
              </a:rPr>
              <a:t>chân</a:t>
            </a:r>
            <a:r>
              <a:rPr sz="2800" spc="-10" dirty="0">
                <a:latin typeface="Calibri"/>
                <a:cs typeface="Calibri"/>
              </a:rPr>
              <a:t> </a:t>
            </a:r>
            <a:r>
              <a:rPr sz="2800" dirty="0">
                <a:latin typeface="Calibri"/>
                <a:cs typeface="Calibri"/>
              </a:rPr>
              <a:t>trị</a:t>
            </a:r>
            <a:r>
              <a:rPr sz="2800" spc="-40" dirty="0">
                <a:latin typeface="Calibri"/>
                <a:cs typeface="Calibri"/>
              </a:rPr>
              <a:t> </a:t>
            </a:r>
            <a:r>
              <a:rPr sz="2800" spc="-10" dirty="0">
                <a:latin typeface="Calibri"/>
                <a:cs typeface="Calibri"/>
              </a:rPr>
              <a:t>đúng.</a:t>
            </a:r>
            <a:endParaRPr sz="2800">
              <a:latin typeface="Calibri"/>
              <a:cs typeface="Calibri"/>
            </a:endParaRPr>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172923"/>
            <a:ext cx="8128634" cy="5970270"/>
          </a:xfrm>
          <a:prstGeom prst="rect">
            <a:avLst/>
          </a:prstGeom>
        </p:spPr>
        <p:txBody>
          <a:bodyPr vert="horz" wrap="square" lIns="0" tIns="12065" rIns="0" bIns="0" rtlCol="0">
            <a:spAutoFit/>
          </a:bodyPr>
          <a:lstStyle/>
          <a:p>
            <a:pPr marL="12700" marR="605155" indent="770890">
              <a:lnSpc>
                <a:spcPct val="100000"/>
              </a:lnSpc>
              <a:spcBef>
                <a:spcPts val="95"/>
              </a:spcBef>
              <a:tabLst>
                <a:tab pos="7158990" algn="l"/>
              </a:tabLst>
            </a:pPr>
            <a:r>
              <a:rPr sz="2500" dirty="0">
                <a:latin typeface="Symbol"/>
                <a:cs typeface="Symbol"/>
              </a:rPr>
              <a:t></a:t>
            </a:r>
            <a:r>
              <a:rPr sz="2500" b="1" dirty="0">
                <a:latin typeface="Calibri"/>
                <a:cs typeface="Calibri"/>
              </a:rPr>
              <a:t>x,</a:t>
            </a:r>
            <a:r>
              <a:rPr sz="2500" b="1" spc="-25" dirty="0">
                <a:latin typeface="Calibri"/>
                <a:cs typeface="Calibri"/>
              </a:rPr>
              <a:t> </a:t>
            </a:r>
            <a:r>
              <a:rPr sz="2500" b="1" spc="-45" dirty="0">
                <a:latin typeface="Calibri"/>
                <a:cs typeface="Calibri"/>
              </a:rPr>
              <a:t>y,</a:t>
            </a:r>
            <a:r>
              <a:rPr sz="2500" b="1" spc="-30" dirty="0">
                <a:latin typeface="Calibri"/>
                <a:cs typeface="Calibri"/>
              </a:rPr>
              <a:t> </a:t>
            </a:r>
            <a:r>
              <a:rPr sz="2500" b="1" dirty="0">
                <a:latin typeface="Calibri"/>
                <a:cs typeface="Calibri"/>
              </a:rPr>
              <a:t>z</a:t>
            </a:r>
            <a:r>
              <a:rPr sz="2500" b="1" spc="-35" dirty="0">
                <a:latin typeface="Calibri"/>
                <a:cs typeface="Calibri"/>
              </a:rPr>
              <a:t> </a:t>
            </a:r>
            <a:r>
              <a:rPr sz="2500" dirty="0">
                <a:latin typeface="Symbol"/>
                <a:cs typeface="Symbol"/>
              </a:rPr>
              <a:t></a:t>
            </a:r>
            <a:r>
              <a:rPr sz="2500" spc="-75" dirty="0">
                <a:latin typeface="Times New Roman"/>
                <a:cs typeface="Times New Roman"/>
              </a:rPr>
              <a:t> </a:t>
            </a:r>
            <a:r>
              <a:rPr sz="2500" b="1" dirty="0">
                <a:latin typeface="Calibri"/>
                <a:cs typeface="Calibri"/>
              </a:rPr>
              <a:t>X,</a:t>
            </a:r>
            <a:r>
              <a:rPr sz="2500" b="1" spc="-20" dirty="0">
                <a:latin typeface="Calibri"/>
                <a:cs typeface="Calibri"/>
              </a:rPr>
              <a:t> </a:t>
            </a:r>
            <a:r>
              <a:rPr sz="2500" b="1" dirty="0">
                <a:latin typeface="Calibri"/>
                <a:cs typeface="Calibri"/>
              </a:rPr>
              <a:t>[(x,</a:t>
            </a:r>
            <a:r>
              <a:rPr sz="2500" b="1" spc="-40" dirty="0">
                <a:latin typeface="Calibri"/>
                <a:cs typeface="Calibri"/>
              </a:rPr>
              <a:t> </a:t>
            </a:r>
            <a:r>
              <a:rPr sz="2500" b="1" dirty="0">
                <a:latin typeface="Calibri"/>
                <a:cs typeface="Calibri"/>
              </a:rPr>
              <a:t>y)</a:t>
            </a:r>
            <a:r>
              <a:rPr sz="2500" b="1" spc="-30" dirty="0">
                <a:latin typeface="Calibri"/>
                <a:cs typeface="Calibri"/>
              </a:rPr>
              <a:t> </a:t>
            </a:r>
            <a:r>
              <a:rPr sz="2500" dirty="0">
                <a:latin typeface="Symbol"/>
                <a:cs typeface="Symbol"/>
              </a:rPr>
              <a:t></a:t>
            </a:r>
            <a:r>
              <a:rPr sz="2500" spc="-75" dirty="0">
                <a:latin typeface="Times New Roman"/>
                <a:cs typeface="Times New Roman"/>
              </a:rPr>
              <a:t> </a:t>
            </a:r>
            <a:r>
              <a:rPr sz="2500" b="1" dirty="0">
                <a:latin typeface="Calibri"/>
                <a:cs typeface="Calibri"/>
              </a:rPr>
              <a:t>R</a:t>
            </a:r>
            <a:r>
              <a:rPr sz="2500" b="1" spc="-20" dirty="0">
                <a:latin typeface="Calibri"/>
                <a:cs typeface="Calibri"/>
              </a:rPr>
              <a:t> </a:t>
            </a:r>
            <a:r>
              <a:rPr sz="2500" dirty="0">
                <a:latin typeface="Symbol"/>
                <a:cs typeface="Symbol"/>
              </a:rPr>
              <a:t></a:t>
            </a:r>
            <a:r>
              <a:rPr sz="2500" spc="-80" dirty="0">
                <a:latin typeface="Times New Roman"/>
                <a:cs typeface="Times New Roman"/>
              </a:rPr>
              <a:t> </a:t>
            </a:r>
            <a:r>
              <a:rPr sz="2500" b="1" spc="-20" dirty="0">
                <a:latin typeface="Calibri"/>
                <a:cs typeface="Calibri"/>
              </a:rPr>
              <a:t>(y,</a:t>
            </a:r>
            <a:r>
              <a:rPr sz="2500" b="1" spc="-30" dirty="0">
                <a:latin typeface="Calibri"/>
                <a:cs typeface="Calibri"/>
              </a:rPr>
              <a:t> </a:t>
            </a:r>
            <a:r>
              <a:rPr sz="2500" b="1" dirty="0">
                <a:latin typeface="Calibri"/>
                <a:cs typeface="Calibri"/>
              </a:rPr>
              <a:t>z)</a:t>
            </a:r>
            <a:r>
              <a:rPr sz="2500" b="1" spc="-40" dirty="0">
                <a:latin typeface="Calibri"/>
                <a:cs typeface="Calibri"/>
              </a:rPr>
              <a:t> </a:t>
            </a:r>
            <a:r>
              <a:rPr sz="2500" dirty="0">
                <a:latin typeface="Symbol"/>
                <a:cs typeface="Symbol"/>
              </a:rPr>
              <a:t></a:t>
            </a:r>
            <a:r>
              <a:rPr sz="2500" spc="-80" dirty="0">
                <a:latin typeface="Times New Roman"/>
                <a:cs typeface="Times New Roman"/>
              </a:rPr>
              <a:t> </a:t>
            </a:r>
            <a:r>
              <a:rPr sz="2500" b="1" dirty="0">
                <a:latin typeface="Calibri"/>
                <a:cs typeface="Calibri"/>
              </a:rPr>
              <a:t>R]</a:t>
            </a:r>
            <a:r>
              <a:rPr sz="2500" b="1" spc="-15" dirty="0">
                <a:latin typeface="Calibri"/>
                <a:cs typeface="Calibri"/>
              </a:rPr>
              <a:t> </a:t>
            </a:r>
            <a:r>
              <a:rPr sz="2500" dirty="0">
                <a:latin typeface="Symbol"/>
                <a:cs typeface="Symbol"/>
              </a:rPr>
              <a:t></a:t>
            </a:r>
            <a:r>
              <a:rPr sz="2500" spc="-90" dirty="0">
                <a:latin typeface="Times New Roman"/>
                <a:cs typeface="Times New Roman"/>
              </a:rPr>
              <a:t> </a:t>
            </a:r>
            <a:r>
              <a:rPr sz="2500" b="1" dirty="0">
                <a:latin typeface="Calibri"/>
                <a:cs typeface="Calibri"/>
              </a:rPr>
              <a:t>(x,</a:t>
            </a:r>
            <a:r>
              <a:rPr sz="2500" b="1" spc="-35" dirty="0">
                <a:latin typeface="Calibri"/>
                <a:cs typeface="Calibri"/>
              </a:rPr>
              <a:t> </a:t>
            </a:r>
            <a:r>
              <a:rPr sz="2500" b="1" dirty="0">
                <a:latin typeface="Calibri"/>
                <a:cs typeface="Calibri"/>
              </a:rPr>
              <a:t>z)</a:t>
            </a:r>
            <a:r>
              <a:rPr sz="2500" b="1" spc="-30" dirty="0">
                <a:latin typeface="Calibri"/>
                <a:cs typeface="Calibri"/>
              </a:rPr>
              <a:t> </a:t>
            </a:r>
            <a:r>
              <a:rPr sz="2500" dirty="0">
                <a:latin typeface="Symbol"/>
                <a:cs typeface="Symbol"/>
              </a:rPr>
              <a:t></a:t>
            </a:r>
            <a:r>
              <a:rPr sz="2500" spc="-80" dirty="0">
                <a:latin typeface="Times New Roman"/>
                <a:cs typeface="Times New Roman"/>
              </a:rPr>
              <a:t> </a:t>
            </a:r>
            <a:r>
              <a:rPr sz="2500" b="1" spc="-50" dirty="0">
                <a:latin typeface="Calibri"/>
                <a:cs typeface="Calibri"/>
              </a:rPr>
              <a:t>R</a:t>
            </a:r>
            <a:r>
              <a:rPr sz="2500" b="1" dirty="0">
                <a:latin typeface="Calibri"/>
                <a:cs typeface="Calibri"/>
              </a:rPr>
              <a:t>	</a:t>
            </a:r>
            <a:r>
              <a:rPr sz="2500" b="1" spc="-25" dirty="0">
                <a:latin typeface="Calibri"/>
                <a:cs typeface="Calibri"/>
              </a:rPr>
              <a:t>(*) </a:t>
            </a:r>
            <a:r>
              <a:rPr sz="2500" b="1" dirty="0">
                <a:latin typeface="Calibri"/>
                <a:cs typeface="Calibri"/>
              </a:rPr>
              <a:t>Ví</a:t>
            </a:r>
            <a:r>
              <a:rPr sz="2500" b="1" spc="-30" dirty="0">
                <a:latin typeface="Calibri"/>
                <a:cs typeface="Calibri"/>
              </a:rPr>
              <a:t> </a:t>
            </a:r>
            <a:r>
              <a:rPr sz="2500" b="1" dirty="0">
                <a:latin typeface="Calibri"/>
                <a:cs typeface="Calibri"/>
              </a:rPr>
              <a:t>dụ</a:t>
            </a:r>
            <a:r>
              <a:rPr sz="2500" b="1" spc="-30" dirty="0">
                <a:latin typeface="Calibri"/>
                <a:cs typeface="Calibri"/>
              </a:rPr>
              <a:t> </a:t>
            </a:r>
            <a:r>
              <a:rPr sz="2500" b="1" dirty="0">
                <a:latin typeface="Calibri"/>
                <a:cs typeface="Calibri"/>
              </a:rPr>
              <a:t>4:</a:t>
            </a:r>
            <a:r>
              <a:rPr sz="2500" b="1" spc="-30" dirty="0">
                <a:latin typeface="Calibri"/>
                <a:cs typeface="Calibri"/>
              </a:rPr>
              <a:t> </a:t>
            </a:r>
            <a:r>
              <a:rPr sz="2500" dirty="0">
                <a:latin typeface="Calibri"/>
                <a:cs typeface="Calibri"/>
              </a:rPr>
              <a:t>X</a:t>
            </a:r>
            <a:r>
              <a:rPr sz="2500" spc="-30" dirty="0">
                <a:latin typeface="Calibri"/>
                <a:cs typeface="Calibri"/>
              </a:rPr>
              <a:t> </a:t>
            </a:r>
            <a:r>
              <a:rPr sz="2500" dirty="0">
                <a:latin typeface="Calibri"/>
                <a:cs typeface="Calibri"/>
              </a:rPr>
              <a:t>là</a:t>
            </a:r>
            <a:r>
              <a:rPr sz="2500" spc="-30" dirty="0">
                <a:latin typeface="Calibri"/>
                <a:cs typeface="Calibri"/>
              </a:rPr>
              <a:t> </a:t>
            </a:r>
            <a:r>
              <a:rPr sz="2500" dirty="0">
                <a:latin typeface="Calibri"/>
                <a:cs typeface="Calibri"/>
              </a:rPr>
              <a:t>tập</a:t>
            </a:r>
            <a:r>
              <a:rPr sz="2500" spc="-15" dirty="0">
                <a:latin typeface="Calibri"/>
                <a:cs typeface="Calibri"/>
              </a:rPr>
              <a:t> </a:t>
            </a:r>
            <a:r>
              <a:rPr sz="2500" dirty="0">
                <a:latin typeface="Calibri"/>
                <a:cs typeface="Calibri"/>
              </a:rPr>
              <a:t>các</a:t>
            </a:r>
            <a:r>
              <a:rPr sz="2500" spc="-15" dirty="0">
                <a:latin typeface="Calibri"/>
                <a:cs typeface="Calibri"/>
              </a:rPr>
              <a:t> </a:t>
            </a:r>
            <a:r>
              <a:rPr sz="2500" dirty="0">
                <a:latin typeface="Calibri"/>
                <a:cs typeface="Calibri"/>
              </a:rPr>
              <a:t>chuỗi</a:t>
            </a:r>
            <a:r>
              <a:rPr sz="2500" spc="-25" dirty="0">
                <a:latin typeface="Calibri"/>
                <a:cs typeface="Calibri"/>
              </a:rPr>
              <a:t> </a:t>
            </a:r>
            <a:r>
              <a:rPr sz="2500" dirty="0">
                <a:latin typeface="Calibri"/>
                <a:cs typeface="Calibri"/>
              </a:rPr>
              <a:t>4</a:t>
            </a:r>
            <a:r>
              <a:rPr sz="2500" spc="-30" dirty="0">
                <a:latin typeface="Calibri"/>
                <a:cs typeface="Calibri"/>
              </a:rPr>
              <a:t> </a:t>
            </a:r>
            <a:r>
              <a:rPr sz="2500" spc="-20" dirty="0">
                <a:latin typeface="Calibri"/>
                <a:cs typeface="Calibri"/>
              </a:rPr>
              <a:t>bit.</a:t>
            </a:r>
            <a:endParaRPr sz="2500">
              <a:latin typeface="Calibri"/>
              <a:cs typeface="Calibri"/>
            </a:endParaRPr>
          </a:p>
          <a:p>
            <a:pPr marL="942340">
              <a:lnSpc>
                <a:spcPct val="100000"/>
              </a:lnSpc>
              <a:spcBef>
                <a:spcPts val="5"/>
              </a:spcBef>
            </a:pPr>
            <a:r>
              <a:rPr sz="2500" dirty="0">
                <a:latin typeface="Calibri"/>
                <a:cs typeface="Calibri"/>
              </a:rPr>
              <a:t>(x,</a:t>
            </a:r>
            <a:r>
              <a:rPr sz="2500" spc="-15" dirty="0">
                <a:latin typeface="Calibri"/>
                <a:cs typeface="Calibri"/>
              </a:rPr>
              <a:t> </a:t>
            </a:r>
            <a:r>
              <a:rPr sz="2500" dirty="0">
                <a:latin typeface="Calibri"/>
                <a:cs typeface="Calibri"/>
              </a:rPr>
              <a:t>y)</a:t>
            </a:r>
            <a:r>
              <a:rPr sz="2500" spc="-10" dirty="0">
                <a:latin typeface="Calibri"/>
                <a:cs typeface="Calibri"/>
              </a:rPr>
              <a:t> </a:t>
            </a:r>
            <a:r>
              <a:rPr sz="2500" dirty="0">
                <a:latin typeface="Symbol"/>
                <a:cs typeface="Symbol"/>
              </a:rPr>
              <a:t></a:t>
            </a:r>
            <a:r>
              <a:rPr sz="2500" spc="-75" dirty="0">
                <a:latin typeface="Times New Roman"/>
                <a:cs typeface="Times New Roman"/>
              </a:rPr>
              <a:t> </a:t>
            </a:r>
            <a:r>
              <a:rPr sz="2500" dirty="0">
                <a:latin typeface="Calibri"/>
                <a:cs typeface="Calibri"/>
              </a:rPr>
              <a:t>R</a:t>
            </a:r>
            <a:r>
              <a:rPr sz="2500" spc="-5" dirty="0">
                <a:latin typeface="Calibri"/>
                <a:cs typeface="Calibri"/>
              </a:rPr>
              <a:t> </a:t>
            </a:r>
            <a:r>
              <a:rPr sz="2500" dirty="0">
                <a:solidFill>
                  <a:srgbClr val="FF0000"/>
                </a:solidFill>
                <a:latin typeface="Symbol"/>
                <a:cs typeface="Symbol"/>
              </a:rPr>
              <a:t></a:t>
            </a:r>
            <a:r>
              <a:rPr sz="2500" spc="-85" dirty="0">
                <a:solidFill>
                  <a:srgbClr val="FF0000"/>
                </a:solidFill>
                <a:latin typeface="Times New Roman"/>
                <a:cs typeface="Times New Roman"/>
              </a:rPr>
              <a:t> </a:t>
            </a:r>
            <a:r>
              <a:rPr sz="2500" dirty="0">
                <a:latin typeface="Calibri"/>
                <a:cs typeface="Calibri"/>
              </a:rPr>
              <a:t>Số</a:t>
            </a:r>
            <a:r>
              <a:rPr sz="2500" spc="-30" dirty="0">
                <a:latin typeface="Calibri"/>
                <a:cs typeface="Calibri"/>
              </a:rPr>
              <a:t> </a:t>
            </a:r>
            <a:r>
              <a:rPr sz="2500" dirty="0">
                <a:latin typeface="Calibri"/>
                <a:cs typeface="Calibri"/>
              </a:rPr>
              <a:t>bit</a:t>
            </a:r>
            <a:r>
              <a:rPr sz="2500" spc="-20" dirty="0">
                <a:latin typeface="Calibri"/>
                <a:cs typeface="Calibri"/>
              </a:rPr>
              <a:t> </a:t>
            </a:r>
            <a:r>
              <a:rPr sz="2500" dirty="0">
                <a:latin typeface="Calibri"/>
                <a:cs typeface="Calibri"/>
              </a:rPr>
              <a:t>1</a:t>
            </a:r>
            <a:r>
              <a:rPr sz="2500" spc="-20" dirty="0">
                <a:latin typeface="Calibri"/>
                <a:cs typeface="Calibri"/>
              </a:rPr>
              <a:t> </a:t>
            </a:r>
            <a:r>
              <a:rPr sz="2500" dirty="0">
                <a:latin typeface="Calibri"/>
                <a:cs typeface="Calibri"/>
              </a:rPr>
              <a:t>của</a:t>
            </a:r>
            <a:r>
              <a:rPr sz="2500" spc="-15" dirty="0">
                <a:latin typeface="Calibri"/>
                <a:cs typeface="Calibri"/>
              </a:rPr>
              <a:t> </a:t>
            </a:r>
            <a:r>
              <a:rPr sz="2500" dirty="0">
                <a:latin typeface="Calibri"/>
                <a:cs typeface="Calibri"/>
              </a:rPr>
              <a:t>x</a:t>
            </a:r>
            <a:r>
              <a:rPr sz="2500" spc="-10" dirty="0">
                <a:latin typeface="Calibri"/>
                <a:cs typeface="Calibri"/>
              </a:rPr>
              <a:t> </a:t>
            </a:r>
            <a:r>
              <a:rPr sz="2500" dirty="0">
                <a:latin typeface="Calibri"/>
                <a:cs typeface="Calibri"/>
              </a:rPr>
              <a:t>+</a:t>
            </a:r>
            <a:r>
              <a:rPr sz="2500" spc="-20" dirty="0">
                <a:latin typeface="Calibri"/>
                <a:cs typeface="Calibri"/>
              </a:rPr>
              <a:t> </a:t>
            </a:r>
            <a:r>
              <a:rPr sz="2500" dirty="0">
                <a:latin typeface="Calibri"/>
                <a:cs typeface="Calibri"/>
              </a:rPr>
              <a:t>Số</a:t>
            </a:r>
            <a:r>
              <a:rPr sz="2500" spc="-25" dirty="0">
                <a:latin typeface="Calibri"/>
                <a:cs typeface="Calibri"/>
              </a:rPr>
              <a:t> </a:t>
            </a:r>
            <a:r>
              <a:rPr sz="2500" dirty="0">
                <a:latin typeface="Calibri"/>
                <a:cs typeface="Calibri"/>
              </a:rPr>
              <a:t>bit</a:t>
            </a:r>
            <a:r>
              <a:rPr sz="2500" spc="-20" dirty="0">
                <a:latin typeface="Calibri"/>
                <a:cs typeface="Calibri"/>
              </a:rPr>
              <a:t> </a:t>
            </a:r>
            <a:r>
              <a:rPr sz="2500" dirty="0">
                <a:latin typeface="Calibri"/>
                <a:cs typeface="Calibri"/>
              </a:rPr>
              <a:t>1</a:t>
            </a:r>
            <a:r>
              <a:rPr sz="2500" spc="-20" dirty="0">
                <a:latin typeface="Calibri"/>
                <a:cs typeface="Calibri"/>
              </a:rPr>
              <a:t> </a:t>
            </a:r>
            <a:r>
              <a:rPr sz="2500" dirty="0">
                <a:latin typeface="Calibri"/>
                <a:cs typeface="Calibri"/>
              </a:rPr>
              <a:t>của</a:t>
            </a:r>
            <a:r>
              <a:rPr sz="2500" spc="-10" dirty="0">
                <a:latin typeface="Calibri"/>
                <a:cs typeface="Calibri"/>
              </a:rPr>
              <a:t> </a:t>
            </a:r>
            <a:r>
              <a:rPr sz="2500" dirty="0">
                <a:latin typeface="Calibri"/>
                <a:cs typeface="Calibri"/>
              </a:rPr>
              <a:t>y</a:t>
            </a:r>
            <a:r>
              <a:rPr sz="2500" spc="-20" dirty="0">
                <a:latin typeface="Calibri"/>
                <a:cs typeface="Calibri"/>
              </a:rPr>
              <a:t> </a:t>
            </a:r>
            <a:r>
              <a:rPr sz="2500" dirty="0">
                <a:latin typeface="Calibri"/>
                <a:cs typeface="Calibri"/>
              </a:rPr>
              <a:t>là</a:t>
            </a:r>
            <a:r>
              <a:rPr sz="2500" spc="-25" dirty="0">
                <a:latin typeface="Calibri"/>
                <a:cs typeface="Calibri"/>
              </a:rPr>
              <a:t> </a:t>
            </a:r>
            <a:r>
              <a:rPr sz="2500" spc="-10" dirty="0">
                <a:latin typeface="Calibri"/>
                <a:cs typeface="Calibri"/>
              </a:rPr>
              <a:t>chẵn.</a:t>
            </a:r>
            <a:endParaRPr sz="2500">
              <a:latin typeface="Calibri"/>
              <a:cs typeface="Calibri"/>
            </a:endParaRPr>
          </a:p>
          <a:p>
            <a:pPr marL="83820">
              <a:lnSpc>
                <a:spcPct val="100000"/>
              </a:lnSpc>
            </a:pPr>
            <a:r>
              <a:rPr sz="2500" dirty="0">
                <a:latin typeface="Calibri"/>
                <a:cs typeface="Calibri"/>
              </a:rPr>
              <a:t>Quan</a:t>
            </a:r>
            <a:r>
              <a:rPr sz="2500" spc="-30" dirty="0">
                <a:latin typeface="Calibri"/>
                <a:cs typeface="Calibri"/>
              </a:rPr>
              <a:t> </a:t>
            </a:r>
            <a:r>
              <a:rPr sz="2500" dirty="0">
                <a:latin typeface="Calibri"/>
                <a:cs typeface="Calibri"/>
              </a:rPr>
              <a:t>hệ</a:t>
            </a:r>
            <a:r>
              <a:rPr sz="2500" spc="-20" dirty="0">
                <a:latin typeface="Calibri"/>
                <a:cs typeface="Calibri"/>
              </a:rPr>
              <a:t> </a:t>
            </a:r>
            <a:r>
              <a:rPr sz="2500" dirty="0">
                <a:latin typeface="Calibri"/>
                <a:cs typeface="Calibri"/>
              </a:rPr>
              <a:t>R</a:t>
            </a:r>
            <a:r>
              <a:rPr sz="2500" spc="-35" dirty="0">
                <a:latin typeface="Calibri"/>
                <a:cs typeface="Calibri"/>
              </a:rPr>
              <a:t> </a:t>
            </a:r>
            <a:r>
              <a:rPr sz="2500" dirty="0">
                <a:latin typeface="Calibri"/>
                <a:cs typeface="Calibri"/>
              </a:rPr>
              <a:t>là</a:t>
            </a:r>
            <a:r>
              <a:rPr sz="2500" spc="-40" dirty="0">
                <a:latin typeface="Calibri"/>
                <a:cs typeface="Calibri"/>
              </a:rPr>
              <a:t> </a:t>
            </a:r>
            <a:r>
              <a:rPr sz="2500" dirty="0">
                <a:latin typeface="Calibri"/>
                <a:cs typeface="Calibri"/>
              </a:rPr>
              <a:t>bắc</a:t>
            </a:r>
            <a:r>
              <a:rPr sz="2500" spc="-25" dirty="0">
                <a:latin typeface="Calibri"/>
                <a:cs typeface="Calibri"/>
              </a:rPr>
              <a:t> </a:t>
            </a:r>
            <a:r>
              <a:rPr sz="2500" spc="-20" dirty="0">
                <a:latin typeface="Calibri"/>
                <a:cs typeface="Calibri"/>
              </a:rPr>
              <a:t>cầu.</a:t>
            </a:r>
            <a:endParaRPr sz="2500">
              <a:latin typeface="Calibri"/>
              <a:cs typeface="Calibri"/>
            </a:endParaRPr>
          </a:p>
          <a:p>
            <a:pPr marL="12700" marR="623570">
              <a:lnSpc>
                <a:spcPts val="2400"/>
              </a:lnSpc>
              <a:spcBef>
                <a:spcPts val="580"/>
              </a:spcBef>
            </a:pPr>
            <a:r>
              <a:rPr sz="2500" dirty="0">
                <a:solidFill>
                  <a:srgbClr val="FF0000"/>
                </a:solidFill>
                <a:latin typeface="Calibri"/>
                <a:cs typeface="Calibri"/>
              </a:rPr>
              <a:t>Giả</a:t>
            </a:r>
            <a:r>
              <a:rPr sz="2500" spc="-35" dirty="0">
                <a:solidFill>
                  <a:srgbClr val="FF0000"/>
                </a:solidFill>
                <a:latin typeface="Calibri"/>
                <a:cs typeface="Calibri"/>
              </a:rPr>
              <a:t> </a:t>
            </a:r>
            <a:r>
              <a:rPr sz="2500" dirty="0">
                <a:solidFill>
                  <a:srgbClr val="FF0000"/>
                </a:solidFill>
                <a:latin typeface="Calibri"/>
                <a:cs typeface="Calibri"/>
              </a:rPr>
              <a:t>sử</a:t>
            </a:r>
            <a:r>
              <a:rPr sz="2500" spc="-30" dirty="0">
                <a:solidFill>
                  <a:srgbClr val="FF0000"/>
                </a:solidFill>
                <a:latin typeface="Calibri"/>
                <a:cs typeface="Calibri"/>
              </a:rPr>
              <a:t> </a:t>
            </a:r>
            <a:r>
              <a:rPr sz="2500" dirty="0">
                <a:solidFill>
                  <a:srgbClr val="FF0000"/>
                </a:solidFill>
                <a:latin typeface="Calibri"/>
                <a:cs typeface="Calibri"/>
              </a:rPr>
              <a:t>(a,</a:t>
            </a:r>
            <a:r>
              <a:rPr sz="2500" spc="-15" dirty="0">
                <a:solidFill>
                  <a:srgbClr val="FF0000"/>
                </a:solidFill>
                <a:latin typeface="Calibri"/>
                <a:cs typeface="Calibri"/>
              </a:rPr>
              <a:t> </a:t>
            </a:r>
            <a:r>
              <a:rPr sz="2500" dirty="0">
                <a:solidFill>
                  <a:srgbClr val="FF0000"/>
                </a:solidFill>
                <a:latin typeface="Calibri"/>
                <a:cs typeface="Calibri"/>
              </a:rPr>
              <a:t>b)</a:t>
            </a:r>
            <a:r>
              <a:rPr sz="2500" spc="-20" dirty="0">
                <a:solidFill>
                  <a:srgbClr val="FF0000"/>
                </a:solidFill>
                <a:latin typeface="Calibri"/>
                <a:cs typeface="Calibri"/>
              </a:rPr>
              <a:t> </a:t>
            </a:r>
            <a:r>
              <a:rPr sz="2500" dirty="0">
                <a:solidFill>
                  <a:srgbClr val="FF0000"/>
                </a:solidFill>
                <a:latin typeface="Symbol"/>
                <a:cs typeface="Symbol"/>
              </a:rPr>
              <a:t></a:t>
            </a:r>
            <a:r>
              <a:rPr sz="2500" spc="-95" dirty="0">
                <a:solidFill>
                  <a:srgbClr val="FF0000"/>
                </a:solidFill>
                <a:latin typeface="Times New Roman"/>
                <a:cs typeface="Times New Roman"/>
              </a:rPr>
              <a:t> </a:t>
            </a:r>
            <a:r>
              <a:rPr sz="2500" b="1" dirty="0">
                <a:solidFill>
                  <a:srgbClr val="FF0000"/>
                </a:solidFill>
                <a:latin typeface="Calibri"/>
                <a:cs typeface="Calibri"/>
              </a:rPr>
              <a:t>R</a:t>
            </a:r>
            <a:r>
              <a:rPr sz="2500" b="1" spc="-20" dirty="0">
                <a:solidFill>
                  <a:srgbClr val="FF0000"/>
                </a:solidFill>
                <a:latin typeface="Calibri"/>
                <a:cs typeface="Calibri"/>
              </a:rPr>
              <a:t> </a:t>
            </a:r>
            <a:r>
              <a:rPr sz="2500" dirty="0">
                <a:solidFill>
                  <a:srgbClr val="FF0000"/>
                </a:solidFill>
                <a:latin typeface="Symbol"/>
                <a:cs typeface="Symbol"/>
              </a:rPr>
              <a:t></a:t>
            </a:r>
            <a:r>
              <a:rPr sz="2500" spc="-85" dirty="0">
                <a:solidFill>
                  <a:srgbClr val="FF0000"/>
                </a:solidFill>
                <a:latin typeface="Times New Roman"/>
                <a:cs typeface="Times New Roman"/>
              </a:rPr>
              <a:t> </a:t>
            </a:r>
            <a:r>
              <a:rPr sz="2500" dirty="0">
                <a:solidFill>
                  <a:srgbClr val="FF0000"/>
                </a:solidFill>
                <a:latin typeface="Calibri"/>
                <a:cs typeface="Calibri"/>
              </a:rPr>
              <a:t>(b,</a:t>
            </a:r>
            <a:r>
              <a:rPr sz="2500" spc="-25" dirty="0">
                <a:solidFill>
                  <a:srgbClr val="FF0000"/>
                </a:solidFill>
                <a:latin typeface="Calibri"/>
                <a:cs typeface="Calibri"/>
              </a:rPr>
              <a:t> </a:t>
            </a:r>
            <a:r>
              <a:rPr sz="2500" dirty="0">
                <a:solidFill>
                  <a:srgbClr val="FF0000"/>
                </a:solidFill>
                <a:latin typeface="Calibri"/>
                <a:cs typeface="Calibri"/>
              </a:rPr>
              <a:t>c)</a:t>
            </a:r>
            <a:r>
              <a:rPr sz="2500" spc="-20" dirty="0">
                <a:solidFill>
                  <a:srgbClr val="FF0000"/>
                </a:solidFill>
                <a:latin typeface="Calibri"/>
                <a:cs typeface="Calibri"/>
              </a:rPr>
              <a:t> </a:t>
            </a:r>
            <a:r>
              <a:rPr sz="2500" dirty="0">
                <a:solidFill>
                  <a:srgbClr val="FF0000"/>
                </a:solidFill>
                <a:latin typeface="Symbol"/>
                <a:cs typeface="Symbol"/>
              </a:rPr>
              <a:t></a:t>
            </a:r>
            <a:r>
              <a:rPr sz="2500" spc="-80" dirty="0">
                <a:solidFill>
                  <a:srgbClr val="FF0000"/>
                </a:solidFill>
                <a:latin typeface="Times New Roman"/>
                <a:cs typeface="Times New Roman"/>
              </a:rPr>
              <a:t> </a:t>
            </a:r>
            <a:r>
              <a:rPr sz="2500" b="1" dirty="0">
                <a:solidFill>
                  <a:srgbClr val="FF0000"/>
                </a:solidFill>
                <a:latin typeface="Calibri"/>
                <a:cs typeface="Calibri"/>
              </a:rPr>
              <a:t>R</a:t>
            </a:r>
            <a:r>
              <a:rPr sz="2500" b="1" spc="-30" dirty="0">
                <a:solidFill>
                  <a:srgbClr val="FF0000"/>
                </a:solidFill>
                <a:latin typeface="Calibri"/>
                <a:cs typeface="Calibri"/>
              </a:rPr>
              <a:t> </a:t>
            </a:r>
            <a:r>
              <a:rPr sz="2500" dirty="0">
                <a:solidFill>
                  <a:srgbClr val="FF0000"/>
                </a:solidFill>
                <a:latin typeface="Calibri"/>
                <a:cs typeface="Calibri"/>
              </a:rPr>
              <a:t>có</a:t>
            </a:r>
            <a:r>
              <a:rPr sz="2500" spc="-30" dirty="0">
                <a:solidFill>
                  <a:srgbClr val="FF0000"/>
                </a:solidFill>
                <a:latin typeface="Calibri"/>
                <a:cs typeface="Calibri"/>
              </a:rPr>
              <a:t> </a:t>
            </a:r>
            <a:r>
              <a:rPr sz="2500" dirty="0">
                <a:solidFill>
                  <a:srgbClr val="FF0000"/>
                </a:solidFill>
                <a:latin typeface="Calibri"/>
                <a:cs typeface="Calibri"/>
              </a:rPr>
              <a:t>chân</a:t>
            </a:r>
            <a:r>
              <a:rPr sz="2500" spc="-20" dirty="0">
                <a:solidFill>
                  <a:srgbClr val="FF0000"/>
                </a:solidFill>
                <a:latin typeface="Calibri"/>
                <a:cs typeface="Calibri"/>
              </a:rPr>
              <a:t> </a:t>
            </a:r>
            <a:r>
              <a:rPr sz="2500" dirty="0">
                <a:solidFill>
                  <a:srgbClr val="FF0000"/>
                </a:solidFill>
                <a:latin typeface="Calibri"/>
                <a:cs typeface="Calibri"/>
              </a:rPr>
              <a:t>trị</a:t>
            </a:r>
            <a:r>
              <a:rPr sz="2500" spc="-25" dirty="0">
                <a:solidFill>
                  <a:srgbClr val="FF0000"/>
                </a:solidFill>
                <a:latin typeface="Calibri"/>
                <a:cs typeface="Calibri"/>
              </a:rPr>
              <a:t> </a:t>
            </a:r>
            <a:r>
              <a:rPr sz="2500" dirty="0">
                <a:solidFill>
                  <a:srgbClr val="FF0000"/>
                </a:solidFill>
                <a:latin typeface="Calibri"/>
                <a:cs typeface="Calibri"/>
              </a:rPr>
              <a:t>ĐÚNG</a:t>
            </a:r>
            <a:r>
              <a:rPr sz="2500" b="1" dirty="0">
                <a:latin typeface="Calibri"/>
                <a:cs typeface="Calibri"/>
              </a:rPr>
              <a:t>.</a:t>
            </a:r>
            <a:r>
              <a:rPr sz="2500" b="1" spc="-25" dirty="0">
                <a:latin typeface="Calibri"/>
                <a:cs typeface="Calibri"/>
              </a:rPr>
              <a:t> </a:t>
            </a:r>
            <a:r>
              <a:rPr sz="2500" dirty="0">
                <a:latin typeface="Calibri"/>
                <a:cs typeface="Calibri"/>
              </a:rPr>
              <a:t>Theo</a:t>
            </a:r>
            <a:r>
              <a:rPr sz="2500" spc="-30" dirty="0">
                <a:latin typeface="Calibri"/>
                <a:cs typeface="Calibri"/>
              </a:rPr>
              <a:t> </a:t>
            </a:r>
            <a:r>
              <a:rPr sz="2500" spc="-20" dirty="0">
                <a:latin typeface="Calibri"/>
                <a:cs typeface="Calibri"/>
              </a:rPr>
              <a:t>ĐỊNH </a:t>
            </a:r>
            <a:r>
              <a:rPr sz="2500" dirty="0">
                <a:latin typeface="Calibri"/>
                <a:cs typeface="Calibri"/>
              </a:rPr>
              <a:t>NGHĨA</a:t>
            </a:r>
            <a:r>
              <a:rPr sz="2500" spc="-60" dirty="0">
                <a:latin typeface="Calibri"/>
                <a:cs typeface="Calibri"/>
              </a:rPr>
              <a:t> </a:t>
            </a:r>
            <a:r>
              <a:rPr sz="2500" dirty="0">
                <a:latin typeface="Calibri"/>
                <a:cs typeface="Calibri"/>
              </a:rPr>
              <a:t>CỦA</a:t>
            </a:r>
            <a:r>
              <a:rPr sz="2500" spc="-45" dirty="0">
                <a:latin typeface="Calibri"/>
                <a:cs typeface="Calibri"/>
              </a:rPr>
              <a:t> </a:t>
            </a:r>
            <a:r>
              <a:rPr sz="2500" dirty="0">
                <a:latin typeface="Calibri"/>
                <a:cs typeface="Calibri"/>
              </a:rPr>
              <a:t>R</a:t>
            </a:r>
            <a:r>
              <a:rPr sz="2500" spc="-70" dirty="0">
                <a:latin typeface="Calibri"/>
                <a:cs typeface="Calibri"/>
              </a:rPr>
              <a:t> </a:t>
            </a:r>
            <a:r>
              <a:rPr sz="2500" dirty="0">
                <a:latin typeface="Calibri"/>
                <a:cs typeface="Calibri"/>
              </a:rPr>
              <a:t>ta</a:t>
            </a:r>
            <a:r>
              <a:rPr sz="2500" spc="-65" dirty="0">
                <a:latin typeface="Calibri"/>
                <a:cs typeface="Calibri"/>
              </a:rPr>
              <a:t> </a:t>
            </a:r>
            <a:r>
              <a:rPr sz="2500" spc="-25" dirty="0">
                <a:latin typeface="Calibri"/>
                <a:cs typeface="Calibri"/>
              </a:rPr>
              <a:t>có</a:t>
            </a:r>
            <a:endParaRPr sz="2500">
              <a:latin typeface="Calibri"/>
              <a:cs typeface="Calibri"/>
            </a:endParaRPr>
          </a:p>
          <a:p>
            <a:pPr marL="170180" algn="ctr">
              <a:lnSpc>
                <a:spcPct val="100000"/>
              </a:lnSpc>
              <a:spcBef>
                <a:spcPts val="20"/>
              </a:spcBef>
            </a:pPr>
            <a:r>
              <a:rPr sz="2500" b="1" dirty="0">
                <a:latin typeface="Calibri"/>
                <a:cs typeface="Calibri"/>
              </a:rPr>
              <a:t>Số</a:t>
            </a:r>
            <a:r>
              <a:rPr sz="2500" b="1" spc="-15" dirty="0">
                <a:latin typeface="Calibri"/>
                <a:cs typeface="Calibri"/>
              </a:rPr>
              <a:t> </a:t>
            </a:r>
            <a:r>
              <a:rPr sz="2500" b="1" dirty="0">
                <a:latin typeface="Calibri"/>
                <a:cs typeface="Calibri"/>
              </a:rPr>
              <a:t>bit</a:t>
            </a:r>
            <a:r>
              <a:rPr sz="2500" b="1" spc="-20" dirty="0">
                <a:latin typeface="Calibri"/>
                <a:cs typeface="Calibri"/>
              </a:rPr>
              <a:t> </a:t>
            </a:r>
            <a:r>
              <a:rPr sz="2500" b="1" dirty="0">
                <a:latin typeface="Calibri"/>
                <a:cs typeface="Calibri"/>
              </a:rPr>
              <a:t>1</a:t>
            </a:r>
            <a:r>
              <a:rPr sz="2500" b="1" spc="-20" dirty="0">
                <a:latin typeface="Calibri"/>
                <a:cs typeface="Calibri"/>
              </a:rPr>
              <a:t> </a:t>
            </a:r>
            <a:r>
              <a:rPr sz="2500" b="1" dirty="0">
                <a:latin typeface="Calibri"/>
                <a:cs typeface="Calibri"/>
              </a:rPr>
              <a:t>của</a:t>
            </a:r>
            <a:r>
              <a:rPr sz="2500" b="1" spc="-10" dirty="0">
                <a:latin typeface="Calibri"/>
                <a:cs typeface="Calibri"/>
              </a:rPr>
              <a:t> </a:t>
            </a:r>
            <a:r>
              <a:rPr sz="2500" b="1" dirty="0">
                <a:solidFill>
                  <a:srgbClr val="FF0000"/>
                </a:solidFill>
                <a:latin typeface="Calibri"/>
                <a:cs typeface="Calibri"/>
              </a:rPr>
              <a:t>a</a:t>
            </a:r>
            <a:r>
              <a:rPr sz="2500" b="1" spc="-15" dirty="0">
                <a:solidFill>
                  <a:srgbClr val="FF0000"/>
                </a:solidFill>
                <a:latin typeface="Calibri"/>
                <a:cs typeface="Calibri"/>
              </a:rPr>
              <a:t> </a:t>
            </a:r>
            <a:r>
              <a:rPr sz="2500" b="1" dirty="0">
                <a:latin typeface="Calibri"/>
                <a:cs typeface="Calibri"/>
              </a:rPr>
              <a:t>+</a:t>
            </a:r>
            <a:r>
              <a:rPr sz="2500" b="1" spc="-20" dirty="0">
                <a:latin typeface="Calibri"/>
                <a:cs typeface="Calibri"/>
              </a:rPr>
              <a:t> </a:t>
            </a:r>
            <a:r>
              <a:rPr sz="2500" b="1" dirty="0">
                <a:latin typeface="Calibri"/>
                <a:cs typeface="Calibri"/>
              </a:rPr>
              <a:t>Số</a:t>
            </a:r>
            <a:r>
              <a:rPr sz="2500" b="1" spc="-10" dirty="0">
                <a:latin typeface="Calibri"/>
                <a:cs typeface="Calibri"/>
              </a:rPr>
              <a:t> </a:t>
            </a:r>
            <a:r>
              <a:rPr sz="2500" b="1" dirty="0">
                <a:latin typeface="Calibri"/>
                <a:cs typeface="Calibri"/>
              </a:rPr>
              <a:t>bit</a:t>
            </a:r>
            <a:r>
              <a:rPr sz="2500" b="1" spc="-30" dirty="0">
                <a:latin typeface="Calibri"/>
                <a:cs typeface="Calibri"/>
              </a:rPr>
              <a:t> </a:t>
            </a:r>
            <a:r>
              <a:rPr sz="2500" b="1" dirty="0">
                <a:latin typeface="Calibri"/>
                <a:cs typeface="Calibri"/>
              </a:rPr>
              <a:t>1</a:t>
            </a:r>
            <a:r>
              <a:rPr sz="2500" b="1" spc="-20" dirty="0">
                <a:latin typeface="Calibri"/>
                <a:cs typeface="Calibri"/>
              </a:rPr>
              <a:t> </a:t>
            </a:r>
            <a:r>
              <a:rPr sz="2500" b="1" dirty="0">
                <a:latin typeface="Calibri"/>
                <a:cs typeface="Calibri"/>
              </a:rPr>
              <a:t>của</a:t>
            </a:r>
            <a:r>
              <a:rPr sz="2500" b="1" spc="-15" dirty="0">
                <a:latin typeface="Calibri"/>
                <a:cs typeface="Calibri"/>
              </a:rPr>
              <a:t> </a:t>
            </a:r>
            <a:r>
              <a:rPr sz="2500" b="1" dirty="0">
                <a:solidFill>
                  <a:srgbClr val="FF0000"/>
                </a:solidFill>
                <a:latin typeface="Calibri"/>
                <a:cs typeface="Calibri"/>
              </a:rPr>
              <a:t>b</a:t>
            </a:r>
            <a:r>
              <a:rPr sz="2500" b="1" spc="-15" dirty="0">
                <a:solidFill>
                  <a:srgbClr val="FF0000"/>
                </a:solidFill>
                <a:latin typeface="Calibri"/>
                <a:cs typeface="Calibri"/>
              </a:rPr>
              <a:t> </a:t>
            </a:r>
            <a:r>
              <a:rPr sz="2500" b="1" dirty="0">
                <a:latin typeface="Calibri"/>
                <a:cs typeface="Calibri"/>
              </a:rPr>
              <a:t>là</a:t>
            </a:r>
            <a:r>
              <a:rPr sz="2500" b="1" spc="-15" dirty="0">
                <a:latin typeface="Calibri"/>
                <a:cs typeface="Calibri"/>
              </a:rPr>
              <a:t> </a:t>
            </a:r>
            <a:r>
              <a:rPr sz="2500" b="1" dirty="0">
                <a:latin typeface="Calibri"/>
                <a:cs typeface="Calibri"/>
              </a:rPr>
              <a:t>số</a:t>
            </a:r>
            <a:r>
              <a:rPr sz="2500" b="1" spc="-20" dirty="0">
                <a:latin typeface="Calibri"/>
                <a:cs typeface="Calibri"/>
              </a:rPr>
              <a:t> chẵn</a:t>
            </a:r>
            <a:endParaRPr sz="2500">
              <a:latin typeface="Calibri"/>
              <a:cs typeface="Calibri"/>
            </a:endParaRPr>
          </a:p>
          <a:p>
            <a:pPr marR="7804150" algn="ctr">
              <a:lnSpc>
                <a:spcPct val="100000"/>
              </a:lnSpc>
            </a:pPr>
            <a:r>
              <a:rPr sz="2500" spc="-25" dirty="0">
                <a:latin typeface="Calibri"/>
                <a:cs typeface="Calibri"/>
              </a:rPr>
              <a:t>và</a:t>
            </a:r>
            <a:endParaRPr sz="2500">
              <a:latin typeface="Calibri"/>
              <a:cs typeface="Calibri"/>
            </a:endParaRPr>
          </a:p>
          <a:p>
            <a:pPr marL="171450" algn="ctr">
              <a:lnSpc>
                <a:spcPct val="100000"/>
              </a:lnSpc>
            </a:pPr>
            <a:r>
              <a:rPr sz="2500" b="1" dirty="0">
                <a:latin typeface="Calibri"/>
                <a:cs typeface="Calibri"/>
              </a:rPr>
              <a:t>Số</a:t>
            </a:r>
            <a:r>
              <a:rPr sz="2500" b="1" spc="-15" dirty="0">
                <a:latin typeface="Calibri"/>
                <a:cs typeface="Calibri"/>
              </a:rPr>
              <a:t> </a:t>
            </a:r>
            <a:r>
              <a:rPr sz="2500" b="1" dirty="0">
                <a:latin typeface="Calibri"/>
                <a:cs typeface="Calibri"/>
              </a:rPr>
              <a:t>bit</a:t>
            </a:r>
            <a:r>
              <a:rPr sz="2500" b="1" spc="-15" dirty="0">
                <a:latin typeface="Calibri"/>
                <a:cs typeface="Calibri"/>
              </a:rPr>
              <a:t> </a:t>
            </a:r>
            <a:r>
              <a:rPr sz="2500" b="1" dirty="0">
                <a:latin typeface="Calibri"/>
                <a:cs typeface="Calibri"/>
              </a:rPr>
              <a:t>1</a:t>
            </a:r>
            <a:r>
              <a:rPr sz="2500" b="1" spc="-30" dirty="0">
                <a:latin typeface="Calibri"/>
                <a:cs typeface="Calibri"/>
              </a:rPr>
              <a:t> </a:t>
            </a:r>
            <a:r>
              <a:rPr sz="2500" b="1" dirty="0">
                <a:latin typeface="Calibri"/>
                <a:cs typeface="Calibri"/>
              </a:rPr>
              <a:t>của</a:t>
            </a:r>
            <a:r>
              <a:rPr sz="2500" b="1" spc="-10" dirty="0">
                <a:latin typeface="Calibri"/>
                <a:cs typeface="Calibri"/>
              </a:rPr>
              <a:t> </a:t>
            </a:r>
            <a:r>
              <a:rPr sz="2500" b="1" dirty="0">
                <a:solidFill>
                  <a:srgbClr val="FF0000"/>
                </a:solidFill>
                <a:latin typeface="Calibri"/>
                <a:cs typeface="Calibri"/>
              </a:rPr>
              <a:t>b</a:t>
            </a:r>
            <a:r>
              <a:rPr sz="2500" b="1" spc="-25" dirty="0">
                <a:solidFill>
                  <a:srgbClr val="FF0000"/>
                </a:solidFill>
                <a:latin typeface="Calibri"/>
                <a:cs typeface="Calibri"/>
              </a:rPr>
              <a:t> </a:t>
            </a:r>
            <a:r>
              <a:rPr sz="2500" b="1" dirty="0">
                <a:latin typeface="Calibri"/>
                <a:cs typeface="Calibri"/>
              </a:rPr>
              <a:t>+</a:t>
            </a:r>
            <a:r>
              <a:rPr sz="2500" b="1" spc="-15" dirty="0">
                <a:latin typeface="Calibri"/>
                <a:cs typeface="Calibri"/>
              </a:rPr>
              <a:t> </a:t>
            </a:r>
            <a:r>
              <a:rPr sz="2500" b="1" dirty="0">
                <a:latin typeface="Calibri"/>
                <a:cs typeface="Calibri"/>
              </a:rPr>
              <a:t>Số</a:t>
            </a:r>
            <a:r>
              <a:rPr sz="2500" b="1" spc="-10" dirty="0">
                <a:latin typeface="Calibri"/>
                <a:cs typeface="Calibri"/>
              </a:rPr>
              <a:t> </a:t>
            </a:r>
            <a:r>
              <a:rPr sz="2500" b="1" dirty="0">
                <a:latin typeface="Calibri"/>
                <a:cs typeface="Calibri"/>
              </a:rPr>
              <a:t>bit</a:t>
            </a:r>
            <a:r>
              <a:rPr sz="2500" b="1" spc="-15" dirty="0">
                <a:latin typeface="Calibri"/>
                <a:cs typeface="Calibri"/>
              </a:rPr>
              <a:t> </a:t>
            </a:r>
            <a:r>
              <a:rPr sz="2500" b="1" dirty="0">
                <a:latin typeface="Calibri"/>
                <a:cs typeface="Calibri"/>
              </a:rPr>
              <a:t>1</a:t>
            </a:r>
            <a:r>
              <a:rPr sz="2500" b="1" spc="-30" dirty="0">
                <a:latin typeface="Calibri"/>
                <a:cs typeface="Calibri"/>
              </a:rPr>
              <a:t> </a:t>
            </a:r>
            <a:r>
              <a:rPr sz="2500" b="1" dirty="0">
                <a:latin typeface="Calibri"/>
                <a:cs typeface="Calibri"/>
              </a:rPr>
              <a:t>của</a:t>
            </a:r>
            <a:r>
              <a:rPr sz="2500" b="1" spc="-10" dirty="0">
                <a:latin typeface="Calibri"/>
                <a:cs typeface="Calibri"/>
              </a:rPr>
              <a:t> </a:t>
            </a:r>
            <a:r>
              <a:rPr sz="2500" b="1" dirty="0">
                <a:solidFill>
                  <a:srgbClr val="FF0000"/>
                </a:solidFill>
                <a:latin typeface="Calibri"/>
                <a:cs typeface="Calibri"/>
              </a:rPr>
              <a:t>c</a:t>
            </a:r>
            <a:r>
              <a:rPr sz="2500" b="1" spc="-15" dirty="0">
                <a:solidFill>
                  <a:srgbClr val="FF0000"/>
                </a:solidFill>
                <a:latin typeface="Calibri"/>
                <a:cs typeface="Calibri"/>
              </a:rPr>
              <a:t> </a:t>
            </a:r>
            <a:r>
              <a:rPr sz="2500" b="1" dirty="0">
                <a:latin typeface="Calibri"/>
                <a:cs typeface="Calibri"/>
              </a:rPr>
              <a:t>là</a:t>
            </a:r>
            <a:r>
              <a:rPr sz="2500" b="1" spc="-15" dirty="0">
                <a:latin typeface="Calibri"/>
                <a:cs typeface="Calibri"/>
              </a:rPr>
              <a:t> </a:t>
            </a:r>
            <a:r>
              <a:rPr sz="2500" b="1" dirty="0">
                <a:latin typeface="Calibri"/>
                <a:cs typeface="Calibri"/>
              </a:rPr>
              <a:t>số</a:t>
            </a:r>
            <a:r>
              <a:rPr sz="2500" b="1" spc="-5" dirty="0">
                <a:latin typeface="Calibri"/>
                <a:cs typeface="Calibri"/>
              </a:rPr>
              <a:t> </a:t>
            </a:r>
            <a:r>
              <a:rPr sz="2500" b="1" spc="-20" dirty="0">
                <a:latin typeface="Calibri"/>
                <a:cs typeface="Calibri"/>
              </a:rPr>
              <a:t>chẵn</a:t>
            </a:r>
            <a:endParaRPr sz="2500">
              <a:latin typeface="Calibri"/>
              <a:cs typeface="Calibri"/>
            </a:endParaRPr>
          </a:p>
          <a:p>
            <a:pPr marL="12700">
              <a:lnSpc>
                <a:spcPct val="100000"/>
              </a:lnSpc>
              <a:spcBef>
                <a:spcPts val="5"/>
              </a:spcBef>
            </a:pPr>
            <a:r>
              <a:rPr sz="2500" spc="-25" dirty="0">
                <a:latin typeface="Calibri"/>
                <a:cs typeface="Calibri"/>
              </a:rPr>
              <a:t>Vậy</a:t>
            </a:r>
            <a:endParaRPr sz="2500">
              <a:latin typeface="Calibri"/>
              <a:cs typeface="Calibri"/>
            </a:endParaRPr>
          </a:p>
          <a:p>
            <a:pPr marL="12700" marR="5080">
              <a:lnSpc>
                <a:spcPts val="2400"/>
              </a:lnSpc>
              <a:spcBef>
                <a:spcPts val="580"/>
              </a:spcBef>
            </a:pPr>
            <a:r>
              <a:rPr sz="2500" dirty="0">
                <a:latin typeface="Calibri"/>
                <a:cs typeface="Calibri"/>
              </a:rPr>
              <a:t>số</a:t>
            </a:r>
            <a:r>
              <a:rPr sz="2500" spc="-40" dirty="0">
                <a:latin typeface="Calibri"/>
                <a:cs typeface="Calibri"/>
              </a:rPr>
              <a:t> </a:t>
            </a:r>
            <a:r>
              <a:rPr sz="2500" dirty="0">
                <a:latin typeface="Calibri"/>
                <a:cs typeface="Calibri"/>
              </a:rPr>
              <a:t>bit</a:t>
            </a:r>
            <a:r>
              <a:rPr sz="2500" spc="-35" dirty="0">
                <a:latin typeface="Calibri"/>
                <a:cs typeface="Calibri"/>
              </a:rPr>
              <a:t> </a:t>
            </a:r>
            <a:r>
              <a:rPr sz="2500" dirty="0">
                <a:latin typeface="Calibri"/>
                <a:cs typeface="Calibri"/>
              </a:rPr>
              <a:t>1</a:t>
            </a:r>
            <a:r>
              <a:rPr sz="2500" spc="-20" dirty="0">
                <a:latin typeface="Calibri"/>
                <a:cs typeface="Calibri"/>
              </a:rPr>
              <a:t> </a:t>
            </a:r>
            <a:r>
              <a:rPr sz="2500" dirty="0">
                <a:latin typeface="Calibri"/>
                <a:cs typeface="Calibri"/>
              </a:rPr>
              <a:t>của</a:t>
            </a:r>
            <a:r>
              <a:rPr sz="2500" spc="-30" dirty="0">
                <a:latin typeface="Calibri"/>
                <a:cs typeface="Calibri"/>
              </a:rPr>
              <a:t> </a:t>
            </a:r>
            <a:r>
              <a:rPr sz="2500" dirty="0">
                <a:solidFill>
                  <a:srgbClr val="FF0000"/>
                </a:solidFill>
                <a:latin typeface="Calibri"/>
                <a:cs typeface="Calibri"/>
              </a:rPr>
              <a:t>a</a:t>
            </a:r>
            <a:r>
              <a:rPr sz="2500" spc="-30" dirty="0">
                <a:solidFill>
                  <a:srgbClr val="FF0000"/>
                </a:solidFill>
                <a:latin typeface="Calibri"/>
                <a:cs typeface="Calibri"/>
              </a:rPr>
              <a:t> </a:t>
            </a:r>
            <a:r>
              <a:rPr sz="2500" dirty="0">
                <a:latin typeface="Calibri"/>
                <a:cs typeface="Calibri"/>
              </a:rPr>
              <a:t>và</a:t>
            </a:r>
            <a:r>
              <a:rPr sz="2500" spc="-35" dirty="0">
                <a:latin typeface="Calibri"/>
                <a:cs typeface="Calibri"/>
              </a:rPr>
              <a:t> </a:t>
            </a:r>
            <a:r>
              <a:rPr sz="2500" dirty="0">
                <a:latin typeface="Calibri"/>
                <a:cs typeface="Calibri"/>
              </a:rPr>
              <a:t>số</a:t>
            </a:r>
            <a:r>
              <a:rPr sz="2500" spc="-35" dirty="0">
                <a:latin typeface="Calibri"/>
                <a:cs typeface="Calibri"/>
              </a:rPr>
              <a:t> </a:t>
            </a:r>
            <a:r>
              <a:rPr sz="2500" dirty="0">
                <a:latin typeface="Calibri"/>
                <a:cs typeface="Calibri"/>
              </a:rPr>
              <a:t>bit</a:t>
            </a:r>
            <a:r>
              <a:rPr sz="2500" spc="-35" dirty="0">
                <a:latin typeface="Calibri"/>
                <a:cs typeface="Calibri"/>
              </a:rPr>
              <a:t> </a:t>
            </a:r>
            <a:r>
              <a:rPr sz="2500" dirty="0">
                <a:latin typeface="Calibri"/>
                <a:cs typeface="Calibri"/>
              </a:rPr>
              <a:t>1</a:t>
            </a:r>
            <a:r>
              <a:rPr sz="2500" spc="-35" dirty="0">
                <a:latin typeface="Calibri"/>
                <a:cs typeface="Calibri"/>
              </a:rPr>
              <a:t> </a:t>
            </a:r>
            <a:r>
              <a:rPr sz="2500" dirty="0">
                <a:latin typeface="Calibri"/>
                <a:cs typeface="Calibri"/>
              </a:rPr>
              <a:t>của</a:t>
            </a:r>
            <a:r>
              <a:rPr sz="2500" spc="-20" dirty="0">
                <a:latin typeface="Calibri"/>
                <a:cs typeface="Calibri"/>
              </a:rPr>
              <a:t> </a:t>
            </a:r>
            <a:r>
              <a:rPr sz="2500" dirty="0">
                <a:solidFill>
                  <a:srgbClr val="FF0000"/>
                </a:solidFill>
                <a:latin typeface="Calibri"/>
                <a:cs typeface="Calibri"/>
              </a:rPr>
              <a:t>b</a:t>
            </a:r>
            <a:r>
              <a:rPr sz="2500" spc="-30" dirty="0">
                <a:solidFill>
                  <a:srgbClr val="FF0000"/>
                </a:solidFill>
                <a:latin typeface="Calibri"/>
                <a:cs typeface="Calibri"/>
              </a:rPr>
              <a:t> </a:t>
            </a:r>
            <a:r>
              <a:rPr sz="2500" dirty="0">
                <a:latin typeface="Calibri"/>
                <a:cs typeface="Calibri"/>
              </a:rPr>
              <a:t>cùng</a:t>
            </a:r>
            <a:r>
              <a:rPr sz="2500" spc="-30" dirty="0">
                <a:latin typeface="Calibri"/>
                <a:cs typeface="Calibri"/>
              </a:rPr>
              <a:t> </a:t>
            </a:r>
            <a:r>
              <a:rPr sz="2500" dirty="0">
                <a:latin typeface="Calibri"/>
                <a:cs typeface="Calibri"/>
              </a:rPr>
              <a:t>chẵn</a:t>
            </a:r>
            <a:r>
              <a:rPr sz="2500" spc="-10" dirty="0">
                <a:latin typeface="Calibri"/>
                <a:cs typeface="Calibri"/>
              </a:rPr>
              <a:t> </a:t>
            </a:r>
            <a:r>
              <a:rPr sz="2500" dirty="0">
                <a:latin typeface="Calibri"/>
                <a:cs typeface="Calibri"/>
              </a:rPr>
              <a:t>hay</a:t>
            </a:r>
            <a:r>
              <a:rPr sz="2500" spc="-25" dirty="0">
                <a:latin typeface="Calibri"/>
                <a:cs typeface="Calibri"/>
              </a:rPr>
              <a:t> </a:t>
            </a:r>
            <a:r>
              <a:rPr sz="2500" dirty="0">
                <a:latin typeface="Calibri"/>
                <a:cs typeface="Calibri"/>
              </a:rPr>
              <a:t>cùng</a:t>
            </a:r>
            <a:r>
              <a:rPr sz="2500" spc="-25" dirty="0">
                <a:latin typeface="Calibri"/>
                <a:cs typeface="Calibri"/>
              </a:rPr>
              <a:t> </a:t>
            </a:r>
            <a:r>
              <a:rPr sz="2500" dirty="0">
                <a:latin typeface="Calibri"/>
                <a:cs typeface="Calibri"/>
              </a:rPr>
              <a:t>lẻ</a:t>
            </a:r>
            <a:r>
              <a:rPr sz="2500" spc="-30" dirty="0">
                <a:latin typeface="Calibri"/>
                <a:cs typeface="Calibri"/>
              </a:rPr>
              <a:t> </a:t>
            </a:r>
            <a:r>
              <a:rPr sz="2500" dirty="0">
                <a:latin typeface="Calibri"/>
                <a:cs typeface="Calibri"/>
              </a:rPr>
              <a:t>và</a:t>
            </a:r>
            <a:r>
              <a:rPr sz="2500" spc="-35" dirty="0">
                <a:latin typeface="Calibri"/>
                <a:cs typeface="Calibri"/>
              </a:rPr>
              <a:t> </a:t>
            </a:r>
            <a:r>
              <a:rPr sz="2500" dirty="0">
                <a:latin typeface="Calibri"/>
                <a:cs typeface="Calibri"/>
              </a:rPr>
              <a:t>số</a:t>
            </a:r>
            <a:r>
              <a:rPr sz="2500" spc="-30" dirty="0">
                <a:latin typeface="Calibri"/>
                <a:cs typeface="Calibri"/>
              </a:rPr>
              <a:t> </a:t>
            </a:r>
            <a:r>
              <a:rPr sz="2500" dirty="0">
                <a:latin typeface="Calibri"/>
                <a:cs typeface="Calibri"/>
              </a:rPr>
              <a:t>bit</a:t>
            </a:r>
            <a:r>
              <a:rPr sz="2500" spc="-35" dirty="0">
                <a:latin typeface="Calibri"/>
                <a:cs typeface="Calibri"/>
              </a:rPr>
              <a:t> </a:t>
            </a:r>
            <a:r>
              <a:rPr sz="2500" spc="-50" dirty="0">
                <a:latin typeface="Calibri"/>
                <a:cs typeface="Calibri"/>
              </a:rPr>
              <a:t>1 </a:t>
            </a:r>
            <a:r>
              <a:rPr sz="2500" dirty="0">
                <a:latin typeface="Calibri"/>
                <a:cs typeface="Calibri"/>
              </a:rPr>
              <a:t>của</a:t>
            </a:r>
            <a:r>
              <a:rPr sz="2500" spc="-30" dirty="0">
                <a:latin typeface="Calibri"/>
                <a:cs typeface="Calibri"/>
              </a:rPr>
              <a:t> </a:t>
            </a:r>
            <a:r>
              <a:rPr sz="2500" dirty="0">
                <a:solidFill>
                  <a:srgbClr val="FF0000"/>
                </a:solidFill>
                <a:latin typeface="Calibri"/>
                <a:cs typeface="Calibri"/>
              </a:rPr>
              <a:t>b</a:t>
            </a:r>
            <a:r>
              <a:rPr sz="2500" spc="-40" dirty="0">
                <a:solidFill>
                  <a:srgbClr val="FF0000"/>
                </a:solidFill>
                <a:latin typeface="Calibri"/>
                <a:cs typeface="Calibri"/>
              </a:rPr>
              <a:t> </a:t>
            </a:r>
            <a:r>
              <a:rPr sz="2500" dirty="0">
                <a:latin typeface="Calibri"/>
                <a:cs typeface="Calibri"/>
              </a:rPr>
              <a:t>và</a:t>
            </a:r>
            <a:r>
              <a:rPr sz="2500" spc="-40" dirty="0">
                <a:latin typeface="Calibri"/>
                <a:cs typeface="Calibri"/>
              </a:rPr>
              <a:t> </a:t>
            </a:r>
            <a:r>
              <a:rPr sz="2500" dirty="0">
                <a:latin typeface="Calibri"/>
                <a:cs typeface="Calibri"/>
              </a:rPr>
              <a:t>số</a:t>
            </a:r>
            <a:r>
              <a:rPr sz="2500" spc="-40" dirty="0">
                <a:latin typeface="Calibri"/>
                <a:cs typeface="Calibri"/>
              </a:rPr>
              <a:t> </a:t>
            </a:r>
            <a:r>
              <a:rPr sz="2500" dirty="0">
                <a:latin typeface="Calibri"/>
                <a:cs typeface="Calibri"/>
              </a:rPr>
              <a:t>bit</a:t>
            </a:r>
            <a:r>
              <a:rPr sz="2500" spc="-40" dirty="0">
                <a:latin typeface="Calibri"/>
                <a:cs typeface="Calibri"/>
              </a:rPr>
              <a:t> </a:t>
            </a:r>
            <a:r>
              <a:rPr sz="2500" dirty="0">
                <a:latin typeface="Calibri"/>
                <a:cs typeface="Calibri"/>
              </a:rPr>
              <a:t>1</a:t>
            </a:r>
            <a:r>
              <a:rPr sz="2500" spc="-40" dirty="0">
                <a:latin typeface="Calibri"/>
                <a:cs typeface="Calibri"/>
              </a:rPr>
              <a:t> </a:t>
            </a:r>
            <a:r>
              <a:rPr sz="2500" dirty="0">
                <a:latin typeface="Calibri"/>
                <a:cs typeface="Calibri"/>
              </a:rPr>
              <a:t>của</a:t>
            </a:r>
            <a:r>
              <a:rPr sz="2500" spc="-25" dirty="0">
                <a:latin typeface="Calibri"/>
                <a:cs typeface="Calibri"/>
              </a:rPr>
              <a:t> </a:t>
            </a:r>
            <a:r>
              <a:rPr sz="2500" dirty="0">
                <a:solidFill>
                  <a:srgbClr val="FF0000"/>
                </a:solidFill>
                <a:latin typeface="Calibri"/>
                <a:cs typeface="Calibri"/>
              </a:rPr>
              <a:t>c</a:t>
            </a:r>
            <a:r>
              <a:rPr sz="2500" spc="-40" dirty="0">
                <a:solidFill>
                  <a:srgbClr val="FF0000"/>
                </a:solidFill>
                <a:latin typeface="Calibri"/>
                <a:cs typeface="Calibri"/>
              </a:rPr>
              <a:t> </a:t>
            </a:r>
            <a:r>
              <a:rPr sz="2500" dirty="0">
                <a:latin typeface="Calibri"/>
                <a:cs typeface="Calibri"/>
              </a:rPr>
              <a:t>cùng</a:t>
            </a:r>
            <a:r>
              <a:rPr sz="2500" spc="-35" dirty="0">
                <a:latin typeface="Calibri"/>
                <a:cs typeface="Calibri"/>
              </a:rPr>
              <a:t> </a:t>
            </a:r>
            <a:r>
              <a:rPr sz="2500" dirty="0">
                <a:latin typeface="Calibri"/>
                <a:cs typeface="Calibri"/>
              </a:rPr>
              <a:t>chẵn</a:t>
            </a:r>
            <a:r>
              <a:rPr sz="2500" spc="-15" dirty="0">
                <a:latin typeface="Calibri"/>
                <a:cs typeface="Calibri"/>
              </a:rPr>
              <a:t> </a:t>
            </a:r>
            <a:r>
              <a:rPr sz="2500" dirty="0">
                <a:latin typeface="Calibri"/>
                <a:cs typeface="Calibri"/>
              </a:rPr>
              <a:t>hay</a:t>
            </a:r>
            <a:r>
              <a:rPr sz="2500" spc="-35" dirty="0">
                <a:latin typeface="Calibri"/>
                <a:cs typeface="Calibri"/>
              </a:rPr>
              <a:t> </a:t>
            </a:r>
            <a:r>
              <a:rPr sz="2500" dirty="0">
                <a:latin typeface="Calibri"/>
                <a:cs typeface="Calibri"/>
              </a:rPr>
              <a:t>cùng</a:t>
            </a:r>
            <a:r>
              <a:rPr sz="2500" spc="-30" dirty="0">
                <a:latin typeface="Calibri"/>
                <a:cs typeface="Calibri"/>
              </a:rPr>
              <a:t> </a:t>
            </a:r>
            <a:r>
              <a:rPr sz="2500" spc="-25" dirty="0">
                <a:latin typeface="Calibri"/>
                <a:cs typeface="Calibri"/>
              </a:rPr>
              <a:t>lẻ.</a:t>
            </a:r>
            <a:endParaRPr sz="2500">
              <a:latin typeface="Calibri"/>
              <a:cs typeface="Calibri"/>
            </a:endParaRPr>
          </a:p>
          <a:p>
            <a:pPr marL="12700" marR="455295">
              <a:lnSpc>
                <a:spcPct val="100000"/>
              </a:lnSpc>
              <a:spcBef>
                <a:spcPts val="20"/>
              </a:spcBef>
            </a:pPr>
            <a:r>
              <a:rPr sz="2500" b="1" dirty="0">
                <a:latin typeface="Calibri"/>
                <a:cs typeface="Calibri"/>
              </a:rPr>
              <a:t>Suy</a:t>
            </a:r>
            <a:r>
              <a:rPr sz="2500" b="1" spc="-35" dirty="0">
                <a:latin typeface="Calibri"/>
                <a:cs typeface="Calibri"/>
              </a:rPr>
              <a:t> </a:t>
            </a:r>
            <a:r>
              <a:rPr sz="2500" b="1" dirty="0">
                <a:latin typeface="Calibri"/>
                <a:cs typeface="Calibri"/>
              </a:rPr>
              <a:t>ra</a:t>
            </a:r>
            <a:r>
              <a:rPr sz="2500" b="1" spc="-25" dirty="0">
                <a:latin typeface="Calibri"/>
                <a:cs typeface="Calibri"/>
              </a:rPr>
              <a:t> </a:t>
            </a:r>
            <a:r>
              <a:rPr sz="2500" dirty="0">
                <a:latin typeface="Calibri"/>
                <a:cs typeface="Calibri"/>
              </a:rPr>
              <a:t>số</a:t>
            </a:r>
            <a:r>
              <a:rPr sz="2500" spc="-50" dirty="0">
                <a:latin typeface="Calibri"/>
                <a:cs typeface="Calibri"/>
              </a:rPr>
              <a:t> </a:t>
            </a:r>
            <a:r>
              <a:rPr sz="2500" dirty="0">
                <a:latin typeface="Calibri"/>
                <a:cs typeface="Calibri"/>
              </a:rPr>
              <a:t>bit</a:t>
            </a:r>
            <a:r>
              <a:rPr sz="2500" spc="-40" dirty="0">
                <a:latin typeface="Calibri"/>
                <a:cs typeface="Calibri"/>
              </a:rPr>
              <a:t> </a:t>
            </a:r>
            <a:r>
              <a:rPr sz="2500" dirty="0">
                <a:latin typeface="Calibri"/>
                <a:cs typeface="Calibri"/>
              </a:rPr>
              <a:t>1</a:t>
            </a:r>
            <a:r>
              <a:rPr sz="2500" spc="-40" dirty="0">
                <a:latin typeface="Calibri"/>
                <a:cs typeface="Calibri"/>
              </a:rPr>
              <a:t> </a:t>
            </a:r>
            <a:r>
              <a:rPr sz="2500" dirty="0">
                <a:latin typeface="Calibri"/>
                <a:cs typeface="Calibri"/>
              </a:rPr>
              <a:t>của</a:t>
            </a:r>
            <a:r>
              <a:rPr sz="2500" spc="-25" dirty="0">
                <a:latin typeface="Calibri"/>
                <a:cs typeface="Calibri"/>
              </a:rPr>
              <a:t> </a:t>
            </a:r>
            <a:r>
              <a:rPr sz="2500" dirty="0">
                <a:solidFill>
                  <a:srgbClr val="FF0000"/>
                </a:solidFill>
                <a:latin typeface="Calibri"/>
                <a:cs typeface="Calibri"/>
              </a:rPr>
              <a:t>a</a:t>
            </a:r>
            <a:r>
              <a:rPr sz="2500" spc="-35" dirty="0">
                <a:solidFill>
                  <a:srgbClr val="FF0000"/>
                </a:solidFill>
                <a:latin typeface="Calibri"/>
                <a:cs typeface="Calibri"/>
              </a:rPr>
              <a:t> </a:t>
            </a:r>
            <a:r>
              <a:rPr sz="2500" dirty="0">
                <a:latin typeface="Calibri"/>
                <a:cs typeface="Calibri"/>
              </a:rPr>
              <a:t>và</a:t>
            </a:r>
            <a:r>
              <a:rPr sz="2500" spc="-50" dirty="0">
                <a:latin typeface="Calibri"/>
                <a:cs typeface="Calibri"/>
              </a:rPr>
              <a:t> </a:t>
            </a:r>
            <a:r>
              <a:rPr sz="2500" dirty="0">
                <a:latin typeface="Calibri"/>
                <a:cs typeface="Calibri"/>
              </a:rPr>
              <a:t>số</a:t>
            </a:r>
            <a:r>
              <a:rPr sz="2500" spc="-40" dirty="0">
                <a:latin typeface="Calibri"/>
                <a:cs typeface="Calibri"/>
              </a:rPr>
              <a:t> </a:t>
            </a:r>
            <a:r>
              <a:rPr sz="2500" dirty="0">
                <a:latin typeface="Calibri"/>
                <a:cs typeface="Calibri"/>
              </a:rPr>
              <a:t>bit</a:t>
            </a:r>
            <a:r>
              <a:rPr sz="2500" spc="-40" dirty="0">
                <a:latin typeface="Calibri"/>
                <a:cs typeface="Calibri"/>
              </a:rPr>
              <a:t> </a:t>
            </a:r>
            <a:r>
              <a:rPr sz="2500" dirty="0">
                <a:latin typeface="Calibri"/>
                <a:cs typeface="Calibri"/>
              </a:rPr>
              <a:t>1</a:t>
            </a:r>
            <a:r>
              <a:rPr sz="2500" spc="-50" dirty="0">
                <a:latin typeface="Calibri"/>
                <a:cs typeface="Calibri"/>
              </a:rPr>
              <a:t> </a:t>
            </a:r>
            <a:r>
              <a:rPr sz="2500" dirty="0">
                <a:latin typeface="Calibri"/>
                <a:cs typeface="Calibri"/>
              </a:rPr>
              <a:t>của</a:t>
            </a:r>
            <a:r>
              <a:rPr sz="2500" spc="-25" dirty="0">
                <a:latin typeface="Calibri"/>
                <a:cs typeface="Calibri"/>
              </a:rPr>
              <a:t> </a:t>
            </a:r>
            <a:r>
              <a:rPr sz="2500" dirty="0">
                <a:solidFill>
                  <a:srgbClr val="FF0000"/>
                </a:solidFill>
                <a:latin typeface="Calibri"/>
                <a:cs typeface="Calibri"/>
              </a:rPr>
              <a:t>c</a:t>
            </a:r>
            <a:r>
              <a:rPr sz="2500" spc="-40" dirty="0">
                <a:solidFill>
                  <a:srgbClr val="FF0000"/>
                </a:solidFill>
                <a:latin typeface="Calibri"/>
                <a:cs typeface="Calibri"/>
              </a:rPr>
              <a:t> </a:t>
            </a:r>
            <a:r>
              <a:rPr sz="2500" dirty="0">
                <a:latin typeface="Calibri"/>
                <a:cs typeface="Calibri"/>
              </a:rPr>
              <a:t>cùng</a:t>
            </a:r>
            <a:r>
              <a:rPr sz="2500" spc="-30" dirty="0">
                <a:latin typeface="Calibri"/>
                <a:cs typeface="Calibri"/>
              </a:rPr>
              <a:t> </a:t>
            </a:r>
            <a:r>
              <a:rPr sz="2500" dirty="0">
                <a:latin typeface="Calibri"/>
                <a:cs typeface="Calibri"/>
              </a:rPr>
              <a:t>chẵn</a:t>
            </a:r>
            <a:r>
              <a:rPr sz="2500" spc="-40" dirty="0">
                <a:latin typeface="Calibri"/>
                <a:cs typeface="Calibri"/>
              </a:rPr>
              <a:t> </a:t>
            </a:r>
            <a:r>
              <a:rPr sz="2500" dirty="0">
                <a:latin typeface="Calibri"/>
                <a:cs typeface="Calibri"/>
              </a:rPr>
              <a:t>hay</a:t>
            </a:r>
            <a:r>
              <a:rPr sz="2500" spc="-20" dirty="0">
                <a:latin typeface="Calibri"/>
                <a:cs typeface="Calibri"/>
              </a:rPr>
              <a:t> </a:t>
            </a:r>
            <a:r>
              <a:rPr sz="2500" dirty="0">
                <a:latin typeface="Calibri"/>
                <a:cs typeface="Calibri"/>
              </a:rPr>
              <a:t>cùng</a:t>
            </a:r>
            <a:r>
              <a:rPr sz="2500" spc="-30" dirty="0">
                <a:latin typeface="Calibri"/>
                <a:cs typeface="Calibri"/>
              </a:rPr>
              <a:t> </a:t>
            </a:r>
            <a:r>
              <a:rPr sz="2500" spc="-25" dirty="0">
                <a:latin typeface="Calibri"/>
                <a:cs typeface="Calibri"/>
              </a:rPr>
              <a:t>lẻ. </a:t>
            </a:r>
            <a:r>
              <a:rPr sz="2500" spc="-40" dirty="0">
                <a:latin typeface="Calibri"/>
                <a:cs typeface="Calibri"/>
              </a:rPr>
              <a:t>Vậy</a:t>
            </a:r>
            <a:r>
              <a:rPr sz="2500" spc="-50" dirty="0">
                <a:latin typeface="Calibri"/>
                <a:cs typeface="Calibri"/>
              </a:rPr>
              <a:t> </a:t>
            </a:r>
            <a:r>
              <a:rPr sz="2500" dirty="0">
                <a:latin typeface="Calibri"/>
                <a:cs typeface="Calibri"/>
              </a:rPr>
              <a:t>theo</a:t>
            </a:r>
            <a:r>
              <a:rPr sz="2500" spc="-60" dirty="0">
                <a:latin typeface="Calibri"/>
                <a:cs typeface="Calibri"/>
              </a:rPr>
              <a:t> </a:t>
            </a:r>
            <a:r>
              <a:rPr sz="2500" dirty="0">
                <a:latin typeface="Calibri"/>
                <a:cs typeface="Calibri"/>
              </a:rPr>
              <a:t>ĐỊNH</a:t>
            </a:r>
            <a:r>
              <a:rPr sz="2500" spc="-40" dirty="0">
                <a:latin typeface="Calibri"/>
                <a:cs typeface="Calibri"/>
              </a:rPr>
              <a:t> </a:t>
            </a:r>
            <a:r>
              <a:rPr sz="2500" dirty="0">
                <a:latin typeface="Calibri"/>
                <a:cs typeface="Calibri"/>
              </a:rPr>
              <a:t>NGHĨA</a:t>
            </a:r>
            <a:r>
              <a:rPr sz="2500" spc="-45" dirty="0">
                <a:latin typeface="Calibri"/>
                <a:cs typeface="Calibri"/>
              </a:rPr>
              <a:t> </a:t>
            </a:r>
            <a:r>
              <a:rPr sz="2500" dirty="0">
                <a:latin typeface="Calibri"/>
                <a:cs typeface="Calibri"/>
              </a:rPr>
              <a:t>CỦA</a:t>
            </a:r>
            <a:r>
              <a:rPr sz="2500" spc="-40" dirty="0">
                <a:latin typeface="Calibri"/>
                <a:cs typeface="Calibri"/>
              </a:rPr>
              <a:t> </a:t>
            </a:r>
            <a:r>
              <a:rPr sz="2500" dirty="0">
                <a:latin typeface="Calibri"/>
                <a:cs typeface="Calibri"/>
              </a:rPr>
              <a:t>R</a:t>
            </a:r>
            <a:r>
              <a:rPr sz="2500" spc="-55" dirty="0">
                <a:latin typeface="Calibri"/>
                <a:cs typeface="Calibri"/>
              </a:rPr>
              <a:t> </a:t>
            </a:r>
            <a:r>
              <a:rPr sz="2500" dirty="0">
                <a:latin typeface="Calibri"/>
                <a:cs typeface="Calibri"/>
              </a:rPr>
              <a:t>ta</a:t>
            </a:r>
            <a:r>
              <a:rPr sz="2500" spc="-55" dirty="0">
                <a:latin typeface="Calibri"/>
                <a:cs typeface="Calibri"/>
              </a:rPr>
              <a:t> </a:t>
            </a:r>
            <a:r>
              <a:rPr sz="2500" dirty="0">
                <a:latin typeface="Calibri"/>
                <a:cs typeface="Calibri"/>
              </a:rPr>
              <a:t>có</a:t>
            </a:r>
            <a:r>
              <a:rPr sz="2500" spc="-35" dirty="0">
                <a:latin typeface="Calibri"/>
                <a:cs typeface="Calibri"/>
              </a:rPr>
              <a:t> </a:t>
            </a:r>
            <a:r>
              <a:rPr sz="2500" dirty="0">
                <a:solidFill>
                  <a:srgbClr val="FF0000"/>
                </a:solidFill>
                <a:latin typeface="Calibri"/>
                <a:cs typeface="Calibri"/>
              </a:rPr>
              <a:t>(a,</a:t>
            </a:r>
            <a:r>
              <a:rPr sz="2500" spc="-40" dirty="0">
                <a:solidFill>
                  <a:srgbClr val="FF0000"/>
                </a:solidFill>
                <a:latin typeface="Calibri"/>
                <a:cs typeface="Calibri"/>
              </a:rPr>
              <a:t> </a:t>
            </a:r>
            <a:r>
              <a:rPr sz="2500" dirty="0">
                <a:solidFill>
                  <a:srgbClr val="FF0000"/>
                </a:solidFill>
                <a:latin typeface="Calibri"/>
                <a:cs typeface="Calibri"/>
              </a:rPr>
              <a:t>c)</a:t>
            </a:r>
            <a:r>
              <a:rPr sz="2500" spc="-45" dirty="0">
                <a:solidFill>
                  <a:srgbClr val="FF0000"/>
                </a:solidFill>
                <a:latin typeface="Calibri"/>
                <a:cs typeface="Calibri"/>
              </a:rPr>
              <a:t> </a:t>
            </a:r>
            <a:r>
              <a:rPr sz="2500" dirty="0">
                <a:solidFill>
                  <a:srgbClr val="FF0000"/>
                </a:solidFill>
                <a:latin typeface="Symbol"/>
                <a:cs typeface="Symbol"/>
              </a:rPr>
              <a:t></a:t>
            </a:r>
            <a:r>
              <a:rPr sz="2500" spc="-105" dirty="0">
                <a:solidFill>
                  <a:srgbClr val="FF0000"/>
                </a:solidFill>
                <a:latin typeface="Times New Roman"/>
                <a:cs typeface="Times New Roman"/>
              </a:rPr>
              <a:t> </a:t>
            </a:r>
            <a:r>
              <a:rPr sz="2500" spc="-25" dirty="0">
                <a:solidFill>
                  <a:srgbClr val="FF0000"/>
                </a:solidFill>
                <a:latin typeface="Calibri"/>
                <a:cs typeface="Calibri"/>
              </a:rPr>
              <a:t>R</a:t>
            </a:r>
            <a:r>
              <a:rPr sz="2500" spc="-25" dirty="0">
                <a:latin typeface="Calibri"/>
                <a:cs typeface="Calibri"/>
              </a:rPr>
              <a:t>.</a:t>
            </a:r>
            <a:endParaRPr sz="2500">
              <a:latin typeface="Calibri"/>
              <a:cs typeface="Calibri"/>
            </a:endParaRPr>
          </a:p>
          <a:p>
            <a:pPr marL="12700">
              <a:lnSpc>
                <a:spcPct val="100000"/>
              </a:lnSpc>
              <a:spcBef>
                <a:spcPts val="3000"/>
              </a:spcBef>
            </a:pPr>
            <a:r>
              <a:rPr sz="2500" b="1" spc="-40" dirty="0">
                <a:latin typeface="Calibri"/>
                <a:cs typeface="Calibri"/>
              </a:rPr>
              <a:t>Vậy</a:t>
            </a:r>
            <a:r>
              <a:rPr sz="2500" b="1" spc="-50" dirty="0">
                <a:latin typeface="Calibri"/>
                <a:cs typeface="Calibri"/>
              </a:rPr>
              <a:t> </a:t>
            </a:r>
            <a:r>
              <a:rPr sz="2500" b="1" dirty="0">
                <a:latin typeface="Calibri"/>
                <a:cs typeface="Calibri"/>
              </a:rPr>
              <a:t>:</a:t>
            </a:r>
            <a:r>
              <a:rPr sz="2500" b="1" spc="-45" dirty="0">
                <a:latin typeface="Calibri"/>
                <a:cs typeface="Calibri"/>
              </a:rPr>
              <a:t> </a:t>
            </a:r>
            <a:r>
              <a:rPr sz="2500" dirty="0">
                <a:latin typeface="Calibri"/>
                <a:cs typeface="Calibri"/>
              </a:rPr>
              <a:t>Mệnh</a:t>
            </a:r>
            <a:r>
              <a:rPr sz="2500" spc="-35" dirty="0">
                <a:latin typeface="Calibri"/>
                <a:cs typeface="Calibri"/>
              </a:rPr>
              <a:t> </a:t>
            </a:r>
            <a:r>
              <a:rPr sz="2500" dirty="0">
                <a:latin typeface="Calibri"/>
                <a:cs typeface="Calibri"/>
              </a:rPr>
              <a:t>đề</a:t>
            </a:r>
            <a:r>
              <a:rPr sz="2500" spc="-45" dirty="0">
                <a:latin typeface="Calibri"/>
                <a:cs typeface="Calibri"/>
              </a:rPr>
              <a:t> </a:t>
            </a:r>
            <a:r>
              <a:rPr sz="2500" dirty="0">
                <a:latin typeface="Calibri"/>
                <a:cs typeface="Calibri"/>
              </a:rPr>
              <a:t>(*)</a:t>
            </a:r>
            <a:r>
              <a:rPr sz="2500" spc="-40" dirty="0">
                <a:latin typeface="Calibri"/>
                <a:cs typeface="Calibri"/>
              </a:rPr>
              <a:t> </a:t>
            </a:r>
            <a:r>
              <a:rPr sz="2500" spc="-20" dirty="0">
                <a:latin typeface="Calibri"/>
                <a:cs typeface="Calibri"/>
              </a:rPr>
              <a:t>ĐÚNG.</a:t>
            </a:r>
            <a:endParaRPr sz="2500">
              <a:latin typeface="Calibri"/>
              <a:cs typeface="Calibri"/>
            </a:endParaRPr>
          </a:p>
        </p:txBody>
      </p:sp>
      <p:sp>
        <p:nvSpPr>
          <p:cNvPr id="5" name="object 5"/>
          <p:cNvSpPr/>
          <p:nvPr/>
        </p:nvSpPr>
        <p:spPr>
          <a:xfrm>
            <a:off x="153161" y="1753361"/>
            <a:ext cx="8686800" cy="4648200"/>
          </a:xfrm>
          <a:custGeom>
            <a:avLst/>
            <a:gdLst/>
            <a:ahLst/>
            <a:cxnLst/>
            <a:rect l="l" t="t" r="r" b="b"/>
            <a:pathLst>
              <a:path w="8686800" h="4648200">
                <a:moveTo>
                  <a:pt x="0" y="4648200"/>
                </a:moveTo>
                <a:lnTo>
                  <a:pt x="8686800" y="4648200"/>
                </a:lnTo>
                <a:lnTo>
                  <a:pt x="8686800" y="0"/>
                </a:lnTo>
                <a:lnTo>
                  <a:pt x="0" y="0"/>
                </a:lnTo>
                <a:lnTo>
                  <a:pt x="0" y="4648200"/>
                </a:lnTo>
                <a:close/>
              </a:path>
            </a:pathLst>
          </a:custGeom>
          <a:ln w="25908">
            <a:solidFill>
              <a:schemeClr val="tx2"/>
            </a:solidFill>
          </a:ln>
        </p:spPr>
        <p:txBody>
          <a:bodyPr wrap="square" lIns="0" tIns="0" rIns="0" bIns="0" rtlCol="0"/>
          <a:lstStyle/>
          <a:p>
            <a:endParaRPr/>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312165"/>
            <a:ext cx="7783830" cy="1520190"/>
          </a:xfrm>
          <a:prstGeom prst="rect">
            <a:avLst/>
          </a:prstGeom>
        </p:spPr>
        <p:txBody>
          <a:bodyPr vert="horz" wrap="square" lIns="0" tIns="12700" rIns="0" bIns="0" rtlCol="0">
            <a:spAutoFit/>
          </a:bodyPr>
          <a:lstStyle/>
          <a:p>
            <a:pPr marL="12700" marR="5080">
              <a:lnSpc>
                <a:spcPct val="100000"/>
              </a:lnSpc>
              <a:spcBef>
                <a:spcPts val="100"/>
              </a:spcBef>
            </a:pPr>
            <a:r>
              <a:rPr sz="3200" b="1" dirty="0">
                <a:latin typeface="Calibri"/>
                <a:cs typeface="Calibri"/>
              </a:rPr>
              <a:t>3.2.4</a:t>
            </a:r>
            <a:r>
              <a:rPr sz="3200" b="1" spc="-50" dirty="0">
                <a:latin typeface="Calibri"/>
                <a:cs typeface="Calibri"/>
              </a:rPr>
              <a:t> </a:t>
            </a:r>
            <a:r>
              <a:rPr sz="3200" b="1" dirty="0">
                <a:latin typeface="Calibri"/>
                <a:cs typeface="Calibri"/>
              </a:rPr>
              <a:t>Phản</a:t>
            </a:r>
            <a:r>
              <a:rPr sz="3200" b="1" spc="-60" dirty="0">
                <a:latin typeface="Calibri"/>
                <a:cs typeface="Calibri"/>
              </a:rPr>
              <a:t> </a:t>
            </a:r>
            <a:r>
              <a:rPr sz="3200" b="1" dirty="0">
                <a:latin typeface="Calibri"/>
                <a:cs typeface="Calibri"/>
              </a:rPr>
              <a:t>xứng</a:t>
            </a:r>
            <a:r>
              <a:rPr sz="3200" b="1" spc="-50" dirty="0">
                <a:latin typeface="Calibri"/>
                <a:cs typeface="Calibri"/>
              </a:rPr>
              <a:t> </a:t>
            </a:r>
            <a:r>
              <a:rPr sz="3200" b="1" dirty="0">
                <a:latin typeface="Calibri"/>
                <a:cs typeface="Calibri"/>
              </a:rPr>
              <a:t>:</a:t>
            </a:r>
            <a:r>
              <a:rPr sz="3200" b="1" spc="-50" dirty="0">
                <a:latin typeface="Calibri"/>
                <a:cs typeface="Calibri"/>
              </a:rPr>
              <a:t> </a:t>
            </a:r>
            <a:r>
              <a:rPr sz="3200" dirty="0">
                <a:latin typeface="Calibri"/>
                <a:cs typeface="Calibri"/>
              </a:rPr>
              <a:t>R</a:t>
            </a:r>
            <a:r>
              <a:rPr sz="3200" spc="-45" dirty="0">
                <a:latin typeface="Calibri"/>
                <a:cs typeface="Calibri"/>
              </a:rPr>
              <a:t> </a:t>
            </a:r>
            <a:r>
              <a:rPr sz="3200" dirty="0">
                <a:latin typeface="Calibri"/>
                <a:cs typeface="Calibri"/>
              </a:rPr>
              <a:t>là</a:t>
            </a:r>
            <a:r>
              <a:rPr sz="3200" spc="-50" dirty="0">
                <a:latin typeface="Calibri"/>
                <a:cs typeface="Calibri"/>
              </a:rPr>
              <a:t> </a:t>
            </a:r>
            <a:r>
              <a:rPr sz="3200" dirty="0">
                <a:latin typeface="Calibri"/>
                <a:cs typeface="Calibri"/>
              </a:rPr>
              <a:t>phản</a:t>
            </a:r>
            <a:r>
              <a:rPr sz="3200" spc="-35" dirty="0">
                <a:latin typeface="Calibri"/>
                <a:cs typeface="Calibri"/>
              </a:rPr>
              <a:t> </a:t>
            </a:r>
            <a:r>
              <a:rPr sz="3200" dirty="0">
                <a:latin typeface="Calibri"/>
                <a:cs typeface="Calibri"/>
              </a:rPr>
              <a:t>xứng</a:t>
            </a:r>
            <a:r>
              <a:rPr sz="3200" spc="-50" dirty="0">
                <a:latin typeface="Calibri"/>
                <a:cs typeface="Calibri"/>
              </a:rPr>
              <a:t> </a:t>
            </a:r>
            <a:r>
              <a:rPr sz="3200" dirty="0">
                <a:latin typeface="Calibri"/>
                <a:cs typeface="Calibri"/>
              </a:rPr>
              <a:t>nếu</a:t>
            </a:r>
            <a:r>
              <a:rPr sz="3200" spc="-40" dirty="0">
                <a:latin typeface="Calibri"/>
                <a:cs typeface="Calibri"/>
              </a:rPr>
              <a:t> </a:t>
            </a:r>
            <a:r>
              <a:rPr sz="3200" dirty="0">
                <a:latin typeface="Calibri"/>
                <a:cs typeface="Calibri"/>
              </a:rPr>
              <a:t>mệnh</a:t>
            </a:r>
            <a:r>
              <a:rPr sz="3200" spc="-55" dirty="0">
                <a:latin typeface="Calibri"/>
                <a:cs typeface="Calibri"/>
              </a:rPr>
              <a:t> </a:t>
            </a:r>
            <a:r>
              <a:rPr sz="3200" spc="-25" dirty="0">
                <a:latin typeface="Calibri"/>
                <a:cs typeface="Calibri"/>
              </a:rPr>
              <a:t>đề </a:t>
            </a:r>
            <a:r>
              <a:rPr sz="3200" dirty="0">
                <a:latin typeface="Calibri"/>
                <a:cs typeface="Calibri"/>
              </a:rPr>
              <a:t>sau</a:t>
            </a:r>
            <a:r>
              <a:rPr sz="3200" spc="-60" dirty="0">
                <a:latin typeface="Calibri"/>
                <a:cs typeface="Calibri"/>
              </a:rPr>
              <a:t> </a:t>
            </a:r>
            <a:r>
              <a:rPr sz="3200" spc="-10" dirty="0">
                <a:latin typeface="Calibri"/>
                <a:cs typeface="Calibri"/>
              </a:rPr>
              <a:t>ĐÚNG:</a:t>
            </a:r>
            <a:endParaRPr sz="3200">
              <a:latin typeface="Calibri"/>
              <a:cs typeface="Calibri"/>
            </a:endParaRPr>
          </a:p>
          <a:p>
            <a:pPr marL="716915">
              <a:lnSpc>
                <a:spcPct val="100000"/>
              </a:lnSpc>
              <a:spcBef>
                <a:spcPts val="725"/>
              </a:spcBef>
              <a:tabLst>
                <a:tab pos="7182484" algn="l"/>
              </a:tabLst>
            </a:pPr>
            <a:r>
              <a:rPr sz="2800" dirty="0">
                <a:latin typeface="Symbol"/>
                <a:cs typeface="Symbol"/>
              </a:rPr>
              <a:t></a:t>
            </a:r>
            <a:r>
              <a:rPr sz="2800" b="1" dirty="0">
                <a:latin typeface="Calibri"/>
                <a:cs typeface="Calibri"/>
              </a:rPr>
              <a:t>x,</a:t>
            </a:r>
            <a:r>
              <a:rPr sz="2800" b="1" spc="-35" dirty="0">
                <a:latin typeface="Calibri"/>
                <a:cs typeface="Calibri"/>
              </a:rPr>
              <a:t> </a:t>
            </a:r>
            <a:r>
              <a:rPr sz="2800" b="1" dirty="0">
                <a:latin typeface="Calibri"/>
                <a:cs typeface="Calibri"/>
              </a:rPr>
              <a:t>y</a:t>
            </a:r>
            <a:r>
              <a:rPr sz="2800" b="1" spc="-20" dirty="0">
                <a:latin typeface="Calibri"/>
                <a:cs typeface="Calibri"/>
              </a:rPr>
              <a:t> </a:t>
            </a:r>
            <a:r>
              <a:rPr sz="2800" dirty="0">
                <a:latin typeface="Symbol"/>
                <a:cs typeface="Symbol"/>
              </a:rPr>
              <a:t></a:t>
            </a:r>
            <a:r>
              <a:rPr sz="2800" spc="-85" dirty="0">
                <a:latin typeface="Times New Roman"/>
                <a:cs typeface="Times New Roman"/>
              </a:rPr>
              <a:t> </a:t>
            </a:r>
            <a:r>
              <a:rPr sz="2800" b="1" dirty="0">
                <a:latin typeface="Calibri"/>
                <a:cs typeface="Calibri"/>
              </a:rPr>
              <a:t>X,</a:t>
            </a:r>
            <a:r>
              <a:rPr sz="2800" b="1" spc="-25" dirty="0">
                <a:latin typeface="Calibri"/>
                <a:cs typeface="Calibri"/>
              </a:rPr>
              <a:t> </a:t>
            </a:r>
            <a:r>
              <a:rPr sz="2800" b="1" dirty="0">
                <a:solidFill>
                  <a:srgbClr val="FF0000"/>
                </a:solidFill>
                <a:latin typeface="Calibri"/>
                <a:cs typeface="Calibri"/>
              </a:rPr>
              <a:t>[(x,</a:t>
            </a:r>
            <a:r>
              <a:rPr sz="2800" b="1" spc="-15" dirty="0">
                <a:solidFill>
                  <a:srgbClr val="FF0000"/>
                </a:solidFill>
                <a:latin typeface="Calibri"/>
                <a:cs typeface="Calibri"/>
              </a:rPr>
              <a:t> </a:t>
            </a:r>
            <a:r>
              <a:rPr sz="2800" b="1" dirty="0">
                <a:solidFill>
                  <a:srgbClr val="FF0000"/>
                </a:solidFill>
                <a:latin typeface="Calibri"/>
                <a:cs typeface="Calibri"/>
              </a:rPr>
              <a:t>y)</a:t>
            </a:r>
            <a:r>
              <a:rPr sz="2800" b="1" spc="-15" dirty="0">
                <a:solidFill>
                  <a:srgbClr val="FF0000"/>
                </a:solidFill>
                <a:latin typeface="Calibri"/>
                <a:cs typeface="Calibri"/>
              </a:rPr>
              <a:t> </a:t>
            </a:r>
            <a:r>
              <a:rPr sz="2800" dirty="0">
                <a:solidFill>
                  <a:srgbClr val="FF0000"/>
                </a:solidFill>
                <a:latin typeface="Symbol"/>
                <a:cs typeface="Symbol"/>
              </a:rPr>
              <a:t></a:t>
            </a:r>
            <a:r>
              <a:rPr sz="2800" spc="-85" dirty="0">
                <a:solidFill>
                  <a:srgbClr val="FF0000"/>
                </a:solidFill>
                <a:latin typeface="Times New Roman"/>
                <a:cs typeface="Times New Roman"/>
              </a:rPr>
              <a:t> </a:t>
            </a:r>
            <a:r>
              <a:rPr sz="2800" b="1" dirty="0">
                <a:solidFill>
                  <a:srgbClr val="FF0000"/>
                </a:solidFill>
                <a:latin typeface="Calibri"/>
                <a:cs typeface="Calibri"/>
              </a:rPr>
              <a:t>R</a:t>
            </a:r>
            <a:r>
              <a:rPr sz="2800" b="1" spc="-25" dirty="0">
                <a:solidFill>
                  <a:srgbClr val="FF0000"/>
                </a:solidFill>
                <a:latin typeface="Calibri"/>
                <a:cs typeface="Calibri"/>
              </a:rPr>
              <a:t> </a:t>
            </a:r>
            <a:r>
              <a:rPr sz="2800" dirty="0">
                <a:solidFill>
                  <a:srgbClr val="FF0000"/>
                </a:solidFill>
                <a:latin typeface="Symbol"/>
                <a:cs typeface="Symbol"/>
              </a:rPr>
              <a:t></a:t>
            </a:r>
            <a:r>
              <a:rPr sz="2800" spc="-90" dirty="0">
                <a:solidFill>
                  <a:srgbClr val="FF0000"/>
                </a:solidFill>
                <a:latin typeface="Times New Roman"/>
                <a:cs typeface="Times New Roman"/>
              </a:rPr>
              <a:t> </a:t>
            </a:r>
            <a:r>
              <a:rPr sz="2800" b="1" spc="-25" dirty="0">
                <a:solidFill>
                  <a:srgbClr val="FF0000"/>
                </a:solidFill>
                <a:latin typeface="Calibri"/>
                <a:cs typeface="Calibri"/>
              </a:rPr>
              <a:t>(y,</a:t>
            </a:r>
            <a:r>
              <a:rPr sz="2800" b="1" spc="-35" dirty="0">
                <a:solidFill>
                  <a:srgbClr val="FF0000"/>
                </a:solidFill>
                <a:latin typeface="Calibri"/>
                <a:cs typeface="Calibri"/>
              </a:rPr>
              <a:t> </a:t>
            </a:r>
            <a:r>
              <a:rPr sz="2800" b="1" dirty="0">
                <a:solidFill>
                  <a:srgbClr val="FF0000"/>
                </a:solidFill>
                <a:latin typeface="Calibri"/>
                <a:cs typeface="Calibri"/>
              </a:rPr>
              <a:t>x)</a:t>
            </a:r>
            <a:r>
              <a:rPr sz="2800" b="1" spc="-10" dirty="0">
                <a:solidFill>
                  <a:srgbClr val="FF0000"/>
                </a:solidFill>
                <a:latin typeface="Calibri"/>
                <a:cs typeface="Calibri"/>
              </a:rPr>
              <a:t> </a:t>
            </a:r>
            <a:r>
              <a:rPr sz="2800" dirty="0">
                <a:solidFill>
                  <a:srgbClr val="FF0000"/>
                </a:solidFill>
                <a:latin typeface="Symbol"/>
                <a:cs typeface="Symbol"/>
              </a:rPr>
              <a:t></a:t>
            </a:r>
            <a:r>
              <a:rPr sz="2800" spc="-80" dirty="0">
                <a:solidFill>
                  <a:srgbClr val="FF0000"/>
                </a:solidFill>
                <a:latin typeface="Times New Roman"/>
                <a:cs typeface="Times New Roman"/>
              </a:rPr>
              <a:t> </a:t>
            </a:r>
            <a:r>
              <a:rPr sz="2800" b="1" dirty="0">
                <a:solidFill>
                  <a:srgbClr val="FF0000"/>
                </a:solidFill>
                <a:latin typeface="Calibri"/>
                <a:cs typeface="Calibri"/>
              </a:rPr>
              <a:t>R]</a:t>
            </a:r>
            <a:r>
              <a:rPr sz="2800" b="1" spc="-30" dirty="0">
                <a:solidFill>
                  <a:srgbClr val="FF0000"/>
                </a:solidFill>
                <a:latin typeface="Calibri"/>
                <a:cs typeface="Calibri"/>
              </a:rPr>
              <a:t> </a:t>
            </a:r>
            <a:r>
              <a:rPr sz="2800" dirty="0">
                <a:solidFill>
                  <a:srgbClr val="FF0000"/>
                </a:solidFill>
                <a:latin typeface="Symbol"/>
                <a:cs typeface="Symbol"/>
              </a:rPr>
              <a:t></a:t>
            </a:r>
            <a:r>
              <a:rPr sz="2800" spc="-95" dirty="0">
                <a:solidFill>
                  <a:srgbClr val="FF0000"/>
                </a:solidFill>
                <a:latin typeface="Times New Roman"/>
                <a:cs typeface="Times New Roman"/>
              </a:rPr>
              <a:t> </a:t>
            </a:r>
            <a:r>
              <a:rPr sz="2800" b="1" dirty="0">
                <a:solidFill>
                  <a:srgbClr val="FF0000"/>
                </a:solidFill>
                <a:latin typeface="Calibri"/>
                <a:cs typeface="Calibri"/>
              </a:rPr>
              <a:t>(x</a:t>
            </a:r>
            <a:r>
              <a:rPr sz="2800" b="1" spc="-15" dirty="0">
                <a:solidFill>
                  <a:srgbClr val="FF0000"/>
                </a:solidFill>
                <a:latin typeface="Calibri"/>
                <a:cs typeface="Calibri"/>
              </a:rPr>
              <a:t> </a:t>
            </a:r>
            <a:r>
              <a:rPr sz="2800" b="1" dirty="0">
                <a:solidFill>
                  <a:srgbClr val="FF0000"/>
                </a:solidFill>
                <a:latin typeface="Calibri"/>
                <a:cs typeface="Calibri"/>
              </a:rPr>
              <a:t>=</a:t>
            </a:r>
            <a:r>
              <a:rPr sz="2800" b="1" spc="-35" dirty="0">
                <a:solidFill>
                  <a:srgbClr val="FF0000"/>
                </a:solidFill>
                <a:latin typeface="Calibri"/>
                <a:cs typeface="Calibri"/>
              </a:rPr>
              <a:t> </a:t>
            </a:r>
            <a:r>
              <a:rPr sz="2800" b="1" spc="-25" dirty="0">
                <a:solidFill>
                  <a:srgbClr val="FF0000"/>
                </a:solidFill>
                <a:latin typeface="Calibri"/>
                <a:cs typeface="Calibri"/>
              </a:rPr>
              <a:t>y)</a:t>
            </a:r>
            <a:r>
              <a:rPr sz="2800" b="1" dirty="0">
                <a:solidFill>
                  <a:srgbClr val="FF0000"/>
                </a:solidFill>
                <a:latin typeface="Calibri"/>
                <a:cs typeface="Calibri"/>
              </a:rPr>
              <a:t>	</a:t>
            </a:r>
            <a:r>
              <a:rPr sz="2800" b="1" spc="-25" dirty="0">
                <a:latin typeface="Calibri"/>
                <a:cs typeface="Calibri"/>
              </a:rPr>
              <a:t>(*)</a:t>
            </a:r>
            <a:endParaRPr sz="2800">
              <a:latin typeface="Calibri"/>
              <a:cs typeface="Calibri"/>
            </a:endParaRPr>
          </a:p>
        </p:txBody>
      </p:sp>
      <p:sp>
        <p:nvSpPr>
          <p:cNvPr id="3" name="object 3"/>
          <p:cNvSpPr txBox="1"/>
          <p:nvPr/>
        </p:nvSpPr>
        <p:spPr>
          <a:xfrm>
            <a:off x="1545082" y="2917062"/>
            <a:ext cx="5977890" cy="452120"/>
          </a:xfrm>
          <a:prstGeom prst="rect">
            <a:avLst/>
          </a:prstGeom>
        </p:spPr>
        <p:txBody>
          <a:bodyPr vert="horz" wrap="square" lIns="0" tIns="12065" rIns="0" bIns="0" rtlCol="0">
            <a:spAutoFit/>
          </a:bodyPr>
          <a:lstStyle/>
          <a:p>
            <a:pPr marL="12700">
              <a:lnSpc>
                <a:spcPct val="100000"/>
              </a:lnSpc>
              <a:spcBef>
                <a:spcPts val="95"/>
              </a:spcBef>
            </a:pPr>
            <a:r>
              <a:rPr sz="2800" b="1" dirty="0">
                <a:latin typeface="Calibri"/>
                <a:cs typeface="Calibri"/>
              </a:rPr>
              <a:t>p(x,</a:t>
            </a:r>
            <a:r>
              <a:rPr sz="2800" b="1" spc="-25" dirty="0">
                <a:latin typeface="Calibri"/>
                <a:cs typeface="Calibri"/>
              </a:rPr>
              <a:t> </a:t>
            </a:r>
            <a:r>
              <a:rPr sz="2800" b="1" dirty="0">
                <a:latin typeface="Calibri"/>
                <a:cs typeface="Calibri"/>
              </a:rPr>
              <a:t>y)</a:t>
            </a:r>
            <a:r>
              <a:rPr sz="2800" b="1" spc="-30" dirty="0">
                <a:latin typeface="Calibri"/>
                <a:cs typeface="Calibri"/>
              </a:rPr>
              <a:t> </a:t>
            </a:r>
            <a:r>
              <a:rPr sz="2800" b="1" dirty="0">
                <a:latin typeface="Calibri"/>
                <a:cs typeface="Calibri"/>
              </a:rPr>
              <a:t>:</a:t>
            </a:r>
            <a:r>
              <a:rPr sz="2800" b="1" spc="-15" dirty="0">
                <a:latin typeface="Calibri"/>
                <a:cs typeface="Calibri"/>
              </a:rPr>
              <a:t> </a:t>
            </a:r>
            <a:r>
              <a:rPr sz="2800" b="1" dirty="0">
                <a:latin typeface="Calibri"/>
                <a:cs typeface="Calibri"/>
              </a:rPr>
              <a:t>[(x,</a:t>
            </a:r>
            <a:r>
              <a:rPr sz="2800" b="1" spc="-15" dirty="0">
                <a:latin typeface="Calibri"/>
                <a:cs typeface="Calibri"/>
              </a:rPr>
              <a:t> </a:t>
            </a:r>
            <a:r>
              <a:rPr sz="2800" b="1" dirty="0">
                <a:latin typeface="Calibri"/>
                <a:cs typeface="Calibri"/>
              </a:rPr>
              <a:t>y)</a:t>
            </a:r>
            <a:r>
              <a:rPr sz="2800" b="1" spc="-30" dirty="0">
                <a:latin typeface="Calibri"/>
                <a:cs typeface="Calibri"/>
              </a:rPr>
              <a:t> </a:t>
            </a:r>
            <a:r>
              <a:rPr sz="2800" dirty="0">
                <a:latin typeface="Symbol"/>
                <a:cs typeface="Symbol"/>
              </a:rPr>
              <a:t></a:t>
            </a:r>
            <a:r>
              <a:rPr sz="2800" spc="-85" dirty="0">
                <a:latin typeface="Times New Roman"/>
                <a:cs typeface="Times New Roman"/>
              </a:rPr>
              <a:t> </a:t>
            </a:r>
            <a:r>
              <a:rPr sz="2800" b="1" dirty="0">
                <a:latin typeface="Calibri"/>
                <a:cs typeface="Calibri"/>
              </a:rPr>
              <a:t>R</a:t>
            </a:r>
            <a:r>
              <a:rPr sz="2800" b="1" spc="-30" dirty="0">
                <a:latin typeface="Calibri"/>
                <a:cs typeface="Calibri"/>
              </a:rPr>
              <a:t> </a:t>
            </a:r>
            <a:r>
              <a:rPr sz="2800" dirty="0">
                <a:latin typeface="Symbol"/>
                <a:cs typeface="Symbol"/>
              </a:rPr>
              <a:t></a:t>
            </a:r>
            <a:r>
              <a:rPr sz="2800" spc="-95" dirty="0">
                <a:latin typeface="Times New Roman"/>
                <a:cs typeface="Times New Roman"/>
              </a:rPr>
              <a:t> </a:t>
            </a:r>
            <a:r>
              <a:rPr sz="2800" b="1" spc="-20" dirty="0">
                <a:latin typeface="Calibri"/>
                <a:cs typeface="Calibri"/>
              </a:rPr>
              <a:t>(y, </a:t>
            </a:r>
            <a:r>
              <a:rPr sz="2800" b="1" dirty="0">
                <a:latin typeface="Calibri"/>
                <a:cs typeface="Calibri"/>
              </a:rPr>
              <a:t>x)</a:t>
            </a:r>
            <a:r>
              <a:rPr sz="2800" b="1" spc="-20" dirty="0">
                <a:latin typeface="Calibri"/>
                <a:cs typeface="Calibri"/>
              </a:rPr>
              <a:t> </a:t>
            </a:r>
            <a:r>
              <a:rPr sz="2800" dirty="0">
                <a:latin typeface="Symbol"/>
                <a:cs typeface="Symbol"/>
              </a:rPr>
              <a:t></a:t>
            </a:r>
            <a:r>
              <a:rPr sz="2800" spc="-85" dirty="0">
                <a:latin typeface="Times New Roman"/>
                <a:cs typeface="Times New Roman"/>
              </a:rPr>
              <a:t> </a:t>
            </a:r>
            <a:r>
              <a:rPr sz="2800" b="1" dirty="0">
                <a:latin typeface="Calibri"/>
                <a:cs typeface="Calibri"/>
              </a:rPr>
              <a:t>R]</a:t>
            </a:r>
            <a:r>
              <a:rPr sz="2800" b="1" spc="-25" dirty="0">
                <a:latin typeface="Calibri"/>
                <a:cs typeface="Calibri"/>
              </a:rPr>
              <a:t> </a:t>
            </a:r>
            <a:r>
              <a:rPr sz="2800" dirty="0">
                <a:latin typeface="Symbol"/>
                <a:cs typeface="Symbol"/>
              </a:rPr>
              <a:t></a:t>
            </a:r>
            <a:r>
              <a:rPr sz="2800" spc="-85" dirty="0">
                <a:latin typeface="Times New Roman"/>
                <a:cs typeface="Times New Roman"/>
              </a:rPr>
              <a:t> </a:t>
            </a:r>
            <a:r>
              <a:rPr sz="2800" b="1" dirty="0">
                <a:latin typeface="Calibri"/>
                <a:cs typeface="Calibri"/>
              </a:rPr>
              <a:t>(x</a:t>
            </a:r>
            <a:r>
              <a:rPr sz="2800" b="1" spc="-25" dirty="0">
                <a:latin typeface="Calibri"/>
                <a:cs typeface="Calibri"/>
              </a:rPr>
              <a:t> </a:t>
            </a:r>
            <a:r>
              <a:rPr sz="2800" b="1" dirty="0">
                <a:latin typeface="Calibri"/>
                <a:cs typeface="Calibri"/>
              </a:rPr>
              <a:t>=</a:t>
            </a:r>
            <a:r>
              <a:rPr sz="2800" b="1" spc="-25" dirty="0">
                <a:latin typeface="Calibri"/>
                <a:cs typeface="Calibri"/>
              </a:rPr>
              <a:t> y).</a:t>
            </a:r>
            <a:endParaRPr sz="2800">
              <a:latin typeface="Calibri"/>
              <a:cs typeface="Calibri"/>
            </a:endParaRPr>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z="3200" b="1" dirty="0">
                <a:latin typeface="Calibri"/>
                <a:cs typeface="Calibri"/>
              </a:rPr>
              <a:t>Nhận</a:t>
            </a:r>
            <a:r>
              <a:rPr sz="3200" b="1" spc="-90" dirty="0">
                <a:latin typeface="Calibri"/>
                <a:cs typeface="Calibri"/>
              </a:rPr>
              <a:t> </a:t>
            </a:r>
            <a:r>
              <a:rPr sz="3200" b="1" dirty="0">
                <a:latin typeface="Calibri"/>
                <a:cs typeface="Calibri"/>
              </a:rPr>
              <a:t>xét</a:t>
            </a:r>
            <a:r>
              <a:rPr sz="3200" b="1" spc="-55" dirty="0">
                <a:latin typeface="Calibri"/>
                <a:cs typeface="Calibri"/>
              </a:rPr>
              <a:t> </a:t>
            </a:r>
            <a:r>
              <a:rPr sz="3200" b="1" dirty="0">
                <a:latin typeface="Calibri"/>
                <a:cs typeface="Calibri"/>
              </a:rPr>
              <a:t>:</a:t>
            </a:r>
            <a:r>
              <a:rPr sz="3200" b="1" spc="-40" dirty="0">
                <a:latin typeface="Calibri"/>
                <a:cs typeface="Calibri"/>
              </a:rPr>
              <a:t> </a:t>
            </a:r>
            <a:r>
              <a:rPr sz="3200" spc="-50" dirty="0"/>
              <a:t>Từ </a:t>
            </a:r>
            <a:r>
              <a:rPr sz="3200" dirty="0"/>
              <a:t>định</a:t>
            </a:r>
            <a:r>
              <a:rPr sz="3200" spc="-45" dirty="0"/>
              <a:t> </a:t>
            </a:r>
            <a:r>
              <a:rPr sz="3200" dirty="0"/>
              <a:t>nghĩa</a:t>
            </a:r>
            <a:r>
              <a:rPr sz="3200" spc="-35" dirty="0"/>
              <a:t> </a:t>
            </a:r>
            <a:r>
              <a:rPr sz="3200" dirty="0"/>
              <a:t>của</a:t>
            </a:r>
            <a:r>
              <a:rPr sz="3200" spc="-55" dirty="0"/>
              <a:t> </a:t>
            </a:r>
            <a:r>
              <a:rPr sz="3200" dirty="0"/>
              <a:t>mệnh</a:t>
            </a:r>
            <a:r>
              <a:rPr sz="3200" spc="-40" dirty="0"/>
              <a:t> </a:t>
            </a:r>
            <a:r>
              <a:rPr sz="3200" dirty="0"/>
              <a:t>đề</a:t>
            </a:r>
            <a:r>
              <a:rPr sz="3200" spc="-75" dirty="0"/>
              <a:t> </a:t>
            </a:r>
            <a:r>
              <a:rPr sz="3200" dirty="0"/>
              <a:t>(*)</a:t>
            </a:r>
            <a:r>
              <a:rPr sz="3200" spc="-40" dirty="0"/>
              <a:t> </a:t>
            </a:r>
            <a:r>
              <a:rPr sz="3200" dirty="0"/>
              <a:t>ta</a:t>
            </a:r>
            <a:r>
              <a:rPr sz="3200" spc="-50" dirty="0"/>
              <a:t> </a:t>
            </a:r>
            <a:r>
              <a:rPr sz="3200" spc="-20" dirty="0"/>
              <a:t>thấy</a:t>
            </a:r>
            <a:endParaRPr sz="3200">
              <a:latin typeface="Calibri"/>
              <a:cs typeface="Calibri"/>
            </a:endParaRPr>
          </a:p>
        </p:txBody>
      </p:sp>
      <p:sp>
        <p:nvSpPr>
          <p:cNvPr id="3" name="object 3"/>
          <p:cNvSpPr txBox="1"/>
          <p:nvPr/>
        </p:nvSpPr>
        <p:spPr>
          <a:xfrm>
            <a:off x="383540" y="888237"/>
            <a:ext cx="8251190" cy="1818005"/>
          </a:xfrm>
          <a:prstGeom prst="rect">
            <a:avLst/>
          </a:prstGeom>
        </p:spPr>
        <p:txBody>
          <a:bodyPr vert="horz" wrap="square" lIns="0" tIns="12065" rIns="0" bIns="0" rtlCol="0">
            <a:spAutoFit/>
          </a:bodyPr>
          <a:lstStyle/>
          <a:p>
            <a:pPr marL="469900" marR="5080" indent="-457834" algn="just">
              <a:lnSpc>
                <a:spcPct val="100000"/>
              </a:lnSpc>
              <a:spcBef>
                <a:spcPts val="95"/>
              </a:spcBef>
              <a:buFont typeface="Wingdings"/>
              <a:buChar char=""/>
              <a:tabLst>
                <a:tab pos="469900" algn="l"/>
              </a:tabLst>
            </a:pPr>
            <a:r>
              <a:rPr sz="2800" dirty="0">
                <a:latin typeface="Calibri"/>
                <a:cs typeface="Calibri"/>
              </a:rPr>
              <a:t>Chỉ</a:t>
            </a:r>
            <a:r>
              <a:rPr sz="2800" spc="-45" dirty="0">
                <a:latin typeface="Calibri"/>
                <a:cs typeface="Calibri"/>
              </a:rPr>
              <a:t> </a:t>
            </a:r>
            <a:r>
              <a:rPr sz="2800" dirty="0">
                <a:latin typeface="Calibri"/>
                <a:cs typeface="Calibri"/>
              </a:rPr>
              <a:t>cần</a:t>
            </a:r>
            <a:r>
              <a:rPr sz="2800" spc="-30" dirty="0">
                <a:latin typeface="Calibri"/>
                <a:cs typeface="Calibri"/>
              </a:rPr>
              <a:t> </a:t>
            </a:r>
            <a:r>
              <a:rPr sz="2800" dirty="0">
                <a:latin typeface="Calibri"/>
                <a:cs typeface="Calibri"/>
              </a:rPr>
              <a:t>kiểm</a:t>
            </a:r>
            <a:r>
              <a:rPr sz="2800" spc="-50" dirty="0">
                <a:latin typeface="Calibri"/>
                <a:cs typeface="Calibri"/>
              </a:rPr>
              <a:t> </a:t>
            </a:r>
            <a:r>
              <a:rPr sz="2800" dirty="0">
                <a:latin typeface="Calibri"/>
                <a:cs typeface="Calibri"/>
              </a:rPr>
              <a:t>tra</a:t>
            </a:r>
            <a:r>
              <a:rPr sz="2800" spc="-40" dirty="0">
                <a:latin typeface="Calibri"/>
                <a:cs typeface="Calibri"/>
              </a:rPr>
              <a:t> </a:t>
            </a:r>
            <a:r>
              <a:rPr sz="2800" dirty="0">
                <a:latin typeface="Calibri"/>
                <a:cs typeface="Calibri"/>
              </a:rPr>
              <a:t>mệnh</a:t>
            </a:r>
            <a:r>
              <a:rPr sz="2800" spc="-35" dirty="0">
                <a:latin typeface="Calibri"/>
                <a:cs typeface="Calibri"/>
              </a:rPr>
              <a:t> </a:t>
            </a:r>
            <a:r>
              <a:rPr sz="2800" dirty="0">
                <a:latin typeface="Calibri"/>
                <a:cs typeface="Calibri"/>
              </a:rPr>
              <a:t>đề</a:t>
            </a:r>
            <a:r>
              <a:rPr sz="2800" spc="-40"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với</a:t>
            </a:r>
            <a:r>
              <a:rPr sz="2800" spc="-30" dirty="0">
                <a:latin typeface="Calibri"/>
                <a:cs typeface="Calibri"/>
              </a:rPr>
              <a:t> </a:t>
            </a:r>
            <a:r>
              <a:rPr sz="2800" dirty="0">
                <a:latin typeface="Calibri"/>
                <a:cs typeface="Calibri"/>
              </a:rPr>
              <a:t>các</a:t>
            </a:r>
            <a:r>
              <a:rPr sz="2800" spc="-40" dirty="0">
                <a:latin typeface="Calibri"/>
                <a:cs typeface="Calibri"/>
              </a:rPr>
              <a:t> </a:t>
            </a:r>
            <a:r>
              <a:rPr sz="2800" dirty="0">
                <a:latin typeface="Calibri"/>
                <a:cs typeface="Calibri"/>
              </a:rPr>
              <a:t>cặp</a:t>
            </a:r>
            <a:r>
              <a:rPr sz="2800" spc="-30" dirty="0">
                <a:latin typeface="Calibri"/>
                <a:cs typeface="Calibri"/>
              </a:rPr>
              <a:t> </a:t>
            </a:r>
            <a:r>
              <a:rPr sz="2800" dirty="0">
                <a:latin typeface="Calibri"/>
                <a:cs typeface="Calibri"/>
              </a:rPr>
              <a:t>(x,</a:t>
            </a:r>
            <a:r>
              <a:rPr sz="2800" spc="-40" dirty="0">
                <a:latin typeface="Calibri"/>
                <a:cs typeface="Calibri"/>
              </a:rPr>
              <a:t> </a:t>
            </a:r>
            <a:r>
              <a:rPr sz="2800" dirty="0">
                <a:latin typeface="Calibri"/>
                <a:cs typeface="Calibri"/>
              </a:rPr>
              <a:t>y)</a:t>
            </a:r>
            <a:r>
              <a:rPr sz="2800" spc="-40" dirty="0">
                <a:latin typeface="Calibri"/>
                <a:cs typeface="Calibri"/>
              </a:rPr>
              <a:t> </a:t>
            </a:r>
            <a:r>
              <a:rPr sz="2800" dirty="0">
                <a:latin typeface="Calibri"/>
                <a:cs typeface="Calibri"/>
              </a:rPr>
              <a:t>mà </a:t>
            </a:r>
            <a:r>
              <a:rPr sz="2800" b="1" spc="-20" dirty="0">
                <a:latin typeface="Calibri"/>
                <a:cs typeface="Calibri"/>
              </a:rPr>
              <a:t>[(x, </a:t>
            </a:r>
            <a:r>
              <a:rPr sz="2800" b="1" dirty="0">
                <a:latin typeface="Calibri"/>
                <a:cs typeface="Calibri"/>
              </a:rPr>
              <a:t>y)</a:t>
            </a:r>
            <a:r>
              <a:rPr sz="2800" b="1" spc="-40" dirty="0">
                <a:latin typeface="Calibri"/>
                <a:cs typeface="Calibri"/>
              </a:rPr>
              <a:t> </a:t>
            </a:r>
            <a:r>
              <a:rPr sz="2800" dirty="0">
                <a:latin typeface="Symbol"/>
                <a:cs typeface="Symbol"/>
              </a:rPr>
              <a:t></a:t>
            </a:r>
            <a:r>
              <a:rPr sz="2800" spc="-95" dirty="0">
                <a:latin typeface="Times New Roman"/>
                <a:cs typeface="Times New Roman"/>
              </a:rPr>
              <a:t> </a:t>
            </a:r>
            <a:r>
              <a:rPr sz="2800" b="1" dirty="0">
                <a:latin typeface="Calibri"/>
                <a:cs typeface="Calibri"/>
              </a:rPr>
              <a:t>R</a:t>
            </a:r>
            <a:r>
              <a:rPr sz="2800" b="1" spc="-30" dirty="0">
                <a:latin typeface="Calibri"/>
                <a:cs typeface="Calibri"/>
              </a:rPr>
              <a:t> </a:t>
            </a:r>
            <a:r>
              <a:rPr sz="2800" dirty="0">
                <a:latin typeface="Symbol"/>
                <a:cs typeface="Symbol"/>
              </a:rPr>
              <a:t></a:t>
            </a:r>
            <a:r>
              <a:rPr sz="2800" spc="-114" dirty="0">
                <a:latin typeface="Times New Roman"/>
                <a:cs typeface="Times New Roman"/>
              </a:rPr>
              <a:t> </a:t>
            </a:r>
            <a:r>
              <a:rPr sz="2800" b="1" spc="-20" dirty="0">
                <a:latin typeface="Calibri"/>
                <a:cs typeface="Calibri"/>
              </a:rPr>
              <a:t>(y,</a:t>
            </a:r>
            <a:r>
              <a:rPr sz="2800" b="1" spc="-25" dirty="0">
                <a:latin typeface="Calibri"/>
                <a:cs typeface="Calibri"/>
              </a:rPr>
              <a:t> </a:t>
            </a:r>
            <a:r>
              <a:rPr sz="2800" b="1" dirty="0">
                <a:latin typeface="Calibri"/>
                <a:cs typeface="Calibri"/>
              </a:rPr>
              <a:t>x)</a:t>
            </a:r>
            <a:r>
              <a:rPr sz="2800" b="1" spc="-35" dirty="0">
                <a:latin typeface="Calibri"/>
                <a:cs typeface="Calibri"/>
              </a:rPr>
              <a:t> </a:t>
            </a:r>
            <a:r>
              <a:rPr sz="2800" dirty="0">
                <a:latin typeface="Symbol"/>
                <a:cs typeface="Symbol"/>
              </a:rPr>
              <a:t></a:t>
            </a:r>
            <a:r>
              <a:rPr sz="2800" spc="-95" dirty="0">
                <a:latin typeface="Times New Roman"/>
                <a:cs typeface="Times New Roman"/>
              </a:rPr>
              <a:t> </a:t>
            </a:r>
            <a:r>
              <a:rPr sz="2800" b="1" dirty="0">
                <a:latin typeface="Calibri"/>
                <a:cs typeface="Calibri"/>
              </a:rPr>
              <a:t>R]</a:t>
            </a:r>
            <a:r>
              <a:rPr sz="2800" b="1" spc="570" dirty="0">
                <a:latin typeface="Calibri"/>
                <a:cs typeface="Calibri"/>
              </a:rPr>
              <a:t> </a:t>
            </a:r>
            <a:r>
              <a:rPr sz="2800" b="1" dirty="0">
                <a:latin typeface="Calibri"/>
                <a:cs typeface="Calibri"/>
              </a:rPr>
              <a:t>có</a:t>
            </a:r>
            <a:r>
              <a:rPr sz="2800" b="1" spc="-50" dirty="0">
                <a:latin typeface="Calibri"/>
                <a:cs typeface="Calibri"/>
              </a:rPr>
              <a:t> </a:t>
            </a:r>
            <a:r>
              <a:rPr sz="2800" b="1" dirty="0">
                <a:latin typeface="Calibri"/>
                <a:cs typeface="Calibri"/>
              </a:rPr>
              <a:t>chân</a:t>
            </a:r>
            <a:r>
              <a:rPr sz="2800" b="1" spc="-40" dirty="0">
                <a:latin typeface="Calibri"/>
                <a:cs typeface="Calibri"/>
              </a:rPr>
              <a:t> </a:t>
            </a:r>
            <a:r>
              <a:rPr sz="2800" b="1" dirty="0">
                <a:latin typeface="Calibri"/>
                <a:cs typeface="Calibri"/>
              </a:rPr>
              <a:t>trị</a:t>
            </a:r>
            <a:r>
              <a:rPr sz="2800" b="1" spc="-30" dirty="0">
                <a:latin typeface="Calibri"/>
                <a:cs typeface="Calibri"/>
              </a:rPr>
              <a:t> </a:t>
            </a:r>
            <a:r>
              <a:rPr sz="2800" b="1" dirty="0">
                <a:latin typeface="Calibri"/>
                <a:cs typeface="Calibri"/>
              </a:rPr>
              <a:t>ĐÚNG</a:t>
            </a:r>
            <a:r>
              <a:rPr sz="2800" dirty="0">
                <a:latin typeface="Calibri"/>
                <a:cs typeface="Calibri"/>
              </a:rPr>
              <a:t>.</a:t>
            </a:r>
            <a:r>
              <a:rPr sz="2800" spc="-5" dirty="0">
                <a:latin typeface="Calibri"/>
                <a:cs typeface="Calibri"/>
              </a:rPr>
              <a:t> </a:t>
            </a:r>
            <a:r>
              <a:rPr sz="2800" dirty="0">
                <a:latin typeface="Calibri"/>
                <a:cs typeface="Calibri"/>
              </a:rPr>
              <a:t>Nếu</a:t>
            </a:r>
            <a:r>
              <a:rPr sz="2800" spc="-20" dirty="0">
                <a:latin typeface="Calibri"/>
                <a:cs typeface="Calibri"/>
              </a:rPr>
              <a:t> </a:t>
            </a:r>
            <a:r>
              <a:rPr sz="2800" b="1" dirty="0">
                <a:latin typeface="Calibri"/>
                <a:cs typeface="Calibri"/>
              </a:rPr>
              <a:t>(x=y)</a:t>
            </a:r>
            <a:r>
              <a:rPr sz="2800" b="1" spc="-25" dirty="0">
                <a:latin typeface="Calibri"/>
                <a:cs typeface="Calibri"/>
              </a:rPr>
              <a:t> </a:t>
            </a:r>
            <a:r>
              <a:rPr sz="2800" spc="-20" dirty="0">
                <a:latin typeface="Calibri"/>
                <a:cs typeface="Calibri"/>
              </a:rPr>
              <a:t>cũng </a:t>
            </a:r>
            <a:r>
              <a:rPr sz="2800" dirty="0">
                <a:latin typeface="Calibri"/>
                <a:cs typeface="Calibri"/>
              </a:rPr>
              <a:t>ĐÚNG</a:t>
            </a:r>
            <a:r>
              <a:rPr sz="2800" spc="-55" dirty="0">
                <a:latin typeface="Calibri"/>
                <a:cs typeface="Calibri"/>
              </a:rPr>
              <a:t> </a:t>
            </a:r>
            <a:r>
              <a:rPr sz="2800" dirty="0">
                <a:latin typeface="Calibri"/>
                <a:cs typeface="Calibri"/>
              </a:rPr>
              <a:t>với</a:t>
            </a:r>
            <a:r>
              <a:rPr sz="2800" spc="-55" dirty="0">
                <a:latin typeface="Calibri"/>
                <a:cs typeface="Calibri"/>
              </a:rPr>
              <a:t> </a:t>
            </a:r>
            <a:r>
              <a:rPr sz="2800" dirty="0">
                <a:latin typeface="Calibri"/>
                <a:cs typeface="Calibri"/>
              </a:rPr>
              <a:t>các</a:t>
            </a:r>
            <a:r>
              <a:rPr sz="2800" spc="-60" dirty="0">
                <a:latin typeface="Calibri"/>
                <a:cs typeface="Calibri"/>
              </a:rPr>
              <a:t> </a:t>
            </a:r>
            <a:r>
              <a:rPr sz="2800" dirty="0">
                <a:latin typeface="Calibri"/>
                <a:cs typeface="Calibri"/>
              </a:rPr>
              <a:t>cặp</a:t>
            </a:r>
            <a:r>
              <a:rPr sz="2800" spc="-55" dirty="0">
                <a:latin typeface="Calibri"/>
                <a:cs typeface="Calibri"/>
              </a:rPr>
              <a:t> </a:t>
            </a:r>
            <a:r>
              <a:rPr sz="2800" dirty="0">
                <a:latin typeface="Calibri"/>
                <a:cs typeface="Calibri"/>
              </a:rPr>
              <a:t>này</a:t>
            </a:r>
            <a:r>
              <a:rPr sz="2800" spc="-55" dirty="0">
                <a:latin typeface="Calibri"/>
                <a:cs typeface="Calibri"/>
              </a:rPr>
              <a:t> </a:t>
            </a:r>
            <a:r>
              <a:rPr sz="2800" dirty="0">
                <a:latin typeface="Calibri"/>
                <a:cs typeface="Calibri"/>
              </a:rPr>
              <a:t>thì</a:t>
            </a:r>
            <a:r>
              <a:rPr sz="2800" spc="-40" dirty="0">
                <a:latin typeface="Calibri"/>
                <a:cs typeface="Calibri"/>
              </a:rPr>
              <a:t> </a:t>
            </a:r>
            <a:r>
              <a:rPr sz="2800" dirty="0">
                <a:latin typeface="Calibri"/>
                <a:cs typeface="Calibri"/>
              </a:rPr>
              <a:t>mệnh</a:t>
            </a:r>
            <a:r>
              <a:rPr sz="2800" spc="-45" dirty="0">
                <a:latin typeface="Calibri"/>
                <a:cs typeface="Calibri"/>
              </a:rPr>
              <a:t> </a:t>
            </a:r>
            <a:r>
              <a:rPr sz="2800" dirty="0">
                <a:latin typeface="Calibri"/>
                <a:cs typeface="Calibri"/>
              </a:rPr>
              <a:t>đề</a:t>
            </a:r>
            <a:r>
              <a:rPr sz="2800" spc="-55" dirty="0">
                <a:latin typeface="Calibri"/>
                <a:cs typeface="Calibri"/>
              </a:rPr>
              <a:t> </a:t>
            </a:r>
            <a:r>
              <a:rPr sz="2800" dirty="0">
                <a:latin typeface="Calibri"/>
                <a:cs typeface="Calibri"/>
              </a:rPr>
              <a:t>(*)</a:t>
            </a:r>
            <a:r>
              <a:rPr sz="2800" spc="-30" dirty="0">
                <a:latin typeface="Calibri"/>
                <a:cs typeface="Calibri"/>
              </a:rPr>
              <a:t> </a:t>
            </a:r>
            <a:r>
              <a:rPr sz="2800" spc="-10" dirty="0">
                <a:latin typeface="Calibri"/>
                <a:cs typeface="Calibri"/>
              </a:rPr>
              <a:t>ĐÚNG.</a:t>
            </a:r>
            <a:endParaRPr sz="2800">
              <a:latin typeface="Calibri"/>
              <a:cs typeface="Calibri"/>
            </a:endParaRPr>
          </a:p>
          <a:p>
            <a:pPr marL="469900" indent="-457200" algn="just">
              <a:lnSpc>
                <a:spcPct val="100000"/>
              </a:lnSpc>
              <a:spcBef>
                <a:spcPts val="675"/>
              </a:spcBef>
              <a:buFont typeface="Wingdings"/>
              <a:buChar char=""/>
              <a:tabLst>
                <a:tab pos="469900" algn="l"/>
              </a:tabLst>
            </a:pPr>
            <a:r>
              <a:rPr sz="2800" dirty="0">
                <a:latin typeface="Calibri"/>
                <a:cs typeface="Calibri"/>
              </a:rPr>
              <a:t>Với</a:t>
            </a:r>
            <a:r>
              <a:rPr sz="2800" spc="-60" dirty="0">
                <a:latin typeface="Calibri"/>
                <a:cs typeface="Calibri"/>
              </a:rPr>
              <a:t> </a:t>
            </a:r>
            <a:r>
              <a:rPr sz="2800" dirty="0">
                <a:latin typeface="Calibri"/>
                <a:cs typeface="Calibri"/>
              </a:rPr>
              <a:t>x=y</a:t>
            </a:r>
            <a:r>
              <a:rPr sz="2800" spc="-65" dirty="0">
                <a:latin typeface="Calibri"/>
                <a:cs typeface="Calibri"/>
              </a:rPr>
              <a:t> </a:t>
            </a:r>
            <a:r>
              <a:rPr sz="2800" dirty="0">
                <a:latin typeface="Calibri"/>
                <a:cs typeface="Calibri"/>
              </a:rPr>
              <a:t>mệnh</a:t>
            </a:r>
            <a:r>
              <a:rPr sz="2800" spc="-55" dirty="0">
                <a:latin typeface="Calibri"/>
                <a:cs typeface="Calibri"/>
              </a:rPr>
              <a:t> </a:t>
            </a:r>
            <a:r>
              <a:rPr sz="2800" dirty="0">
                <a:latin typeface="Calibri"/>
                <a:cs typeface="Calibri"/>
              </a:rPr>
              <a:t>đề</a:t>
            </a:r>
            <a:r>
              <a:rPr sz="2800" spc="-70" dirty="0">
                <a:latin typeface="Calibri"/>
                <a:cs typeface="Calibri"/>
              </a:rPr>
              <a:t> </a:t>
            </a:r>
            <a:r>
              <a:rPr sz="2800" dirty="0">
                <a:latin typeface="Calibri"/>
                <a:cs typeface="Calibri"/>
              </a:rPr>
              <a:t>(*)</a:t>
            </a:r>
            <a:r>
              <a:rPr sz="2800" spc="-50" dirty="0">
                <a:latin typeface="Calibri"/>
                <a:cs typeface="Calibri"/>
              </a:rPr>
              <a:t> </a:t>
            </a:r>
            <a:r>
              <a:rPr sz="2800" dirty="0">
                <a:latin typeface="Calibri"/>
                <a:cs typeface="Calibri"/>
              </a:rPr>
              <a:t>luôn</a:t>
            </a:r>
            <a:r>
              <a:rPr sz="2800" spc="-50" dirty="0">
                <a:latin typeface="Calibri"/>
                <a:cs typeface="Calibri"/>
              </a:rPr>
              <a:t> </a:t>
            </a:r>
            <a:r>
              <a:rPr sz="2800" spc="-10" dirty="0">
                <a:latin typeface="Calibri"/>
                <a:cs typeface="Calibri"/>
              </a:rPr>
              <a:t>đúng.</a:t>
            </a:r>
            <a:endParaRPr sz="2800">
              <a:latin typeface="Calibri"/>
              <a:cs typeface="Calibri"/>
            </a:endParaRPr>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319786"/>
            <a:ext cx="7881620" cy="5313045"/>
          </a:xfrm>
          <a:prstGeom prst="rect">
            <a:avLst/>
          </a:prstGeom>
        </p:spPr>
        <p:txBody>
          <a:bodyPr vert="horz" wrap="square" lIns="0" tIns="12065" rIns="0" bIns="0" rtlCol="0">
            <a:spAutoFit/>
          </a:bodyPr>
          <a:lstStyle/>
          <a:p>
            <a:pPr marL="716915">
              <a:lnSpc>
                <a:spcPct val="100000"/>
              </a:lnSpc>
              <a:spcBef>
                <a:spcPts val="95"/>
              </a:spcBef>
              <a:tabLst>
                <a:tab pos="7182484" algn="l"/>
              </a:tabLst>
            </a:pPr>
            <a:r>
              <a:rPr sz="2800" dirty="0">
                <a:latin typeface="Symbol"/>
                <a:cs typeface="Symbol"/>
              </a:rPr>
              <a:t></a:t>
            </a:r>
            <a:r>
              <a:rPr sz="2800" b="1" dirty="0">
                <a:latin typeface="Calibri"/>
                <a:cs typeface="Calibri"/>
              </a:rPr>
              <a:t>x,</a:t>
            </a:r>
            <a:r>
              <a:rPr sz="2800" b="1" spc="-35" dirty="0">
                <a:latin typeface="Calibri"/>
                <a:cs typeface="Calibri"/>
              </a:rPr>
              <a:t> </a:t>
            </a:r>
            <a:r>
              <a:rPr sz="2800" b="1" dirty="0">
                <a:latin typeface="Calibri"/>
                <a:cs typeface="Calibri"/>
              </a:rPr>
              <a:t>y</a:t>
            </a:r>
            <a:r>
              <a:rPr sz="2800" b="1" spc="-20" dirty="0">
                <a:latin typeface="Calibri"/>
                <a:cs typeface="Calibri"/>
              </a:rPr>
              <a:t> </a:t>
            </a:r>
            <a:r>
              <a:rPr sz="2800" dirty="0">
                <a:latin typeface="Symbol"/>
                <a:cs typeface="Symbol"/>
              </a:rPr>
              <a:t></a:t>
            </a:r>
            <a:r>
              <a:rPr sz="2800" spc="-85" dirty="0">
                <a:latin typeface="Times New Roman"/>
                <a:cs typeface="Times New Roman"/>
              </a:rPr>
              <a:t> </a:t>
            </a:r>
            <a:r>
              <a:rPr sz="2800" b="1" dirty="0">
                <a:latin typeface="Calibri"/>
                <a:cs typeface="Calibri"/>
              </a:rPr>
              <a:t>X,</a:t>
            </a:r>
            <a:r>
              <a:rPr sz="2800" b="1" spc="-30" dirty="0">
                <a:latin typeface="Calibri"/>
                <a:cs typeface="Calibri"/>
              </a:rPr>
              <a:t> </a:t>
            </a:r>
            <a:r>
              <a:rPr sz="2800" b="1" dirty="0">
                <a:latin typeface="Calibri"/>
                <a:cs typeface="Calibri"/>
              </a:rPr>
              <a:t>[(x,</a:t>
            </a:r>
            <a:r>
              <a:rPr sz="2800" b="1" spc="-15" dirty="0">
                <a:latin typeface="Calibri"/>
                <a:cs typeface="Calibri"/>
              </a:rPr>
              <a:t> </a:t>
            </a:r>
            <a:r>
              <a:rPr sz="2800" b="1" dirty="0">
                <a:latin typeface="Calibri"/>
                <a:cs typeface="Calibri"/>
              </a:rPr>
              <a:t>y)</a:t>
            </a:r>
            <a:r>
              <a:rPr sz="2800" b="1" spc="-10" dirty="0">
                <a:latin typeface="Calibri"/>
                <a:cs typeface="Calibri"/>
              </a:rPr>
              <a:t> </a:t>
            </a:r>
            <a:r>
              <a:rPr sz="2800" dirty="0">
                <a:latin typeface="Symbol"/>
                <a:cs typeface="Symbol"/>
              </a:rPr>
              <a:t></a:t>
            </a:r>
            <a:r>
              <a:rPr sz="2800" spc="-85" dirty="0">
                <a:latin typeface="Times New Roman"/>
                <a:cs typeface="Times New Roman"/>
              </a:rPr>
              <a:t> </a:t>
            </a:r>
            <a:r>
              <a:rPr sz="2800" b="1" dirty="0">
                <a:latin typeface="Calibri"/>
                <a:cs typeface="Calibri"/>
              </a:rPr>
              <a:t>R</a:t>
            </a:r>
            <a:r>
              <a:rPr sz="2800" b="1" spc="-25" dirty="0">
                <a:latin typeface="Calibri"/>
                <a:cs typeface="Calibri"/>
              </a:rPr>
              <a:t> </a:t>
            </a:r>
            <a:r>
              <a:rPr sz="2800" dirty="0">
                <a:latin typeface="Symbol"/>
                <a:cs typeface="Symbol"/>
              </a:rPr>
              <a:t></a:t>
            </a:r>
            <a:r>
              <a:rPr sz="2800" spc="-90" dirty="0">
                <a:latin typeface="Times New Roman"/>
                <a:cs typeface="Times New Roman"/>
              </a:rPr>
              <a:t> </a:t>
            </a:r>
            <a:r>
              <a:rPr sz="2800" b="1" spc="-25" dirty="0">
                <a:latin typeface="Calibri"/>
                <a:cs typeface="Calibri"/>
              </a:rPr>
              <a:t>(y,</a:t>
            </a:r>
            <a:r>
              <a:rPr sz="2800" b="1" spc="-35" dirty="0">
                <a:latin typeface="Calibri"/>
                <a:cs typeface="Calibri"/>
              </a:rPr>
              <a:t> </a:t>
            </a:r>
            <a:r>
              <a:rPr sz="2800" b="1" dirty="0">
                <a:latin typeface="Calibri"/>
                <a:cs typeface="Calibri"/>
              </a:rPr>
              <a:t>x)</a:t>
            </a:r>
            <a:r>
              <a:rPr sz="2800" b="1" spc="-5" dirty="0">
                <a:latin typeface="Calibri"/>
                <a:cs typeface="Calibri"/>
              </a:rPr>
              <a:t> </a:t>
            </a:r>
            <a:r>
              <a:rPr sz="2800" dirty="0">
                <a:latin typeface="Symbol"/>
                <a:cs typeface="Symbol"/>
              </a:rPr>
              <a:t></a:t>
            </a:r>
            <a:r>
              <a:rPr sz="2800" spc="-85" dirty="0">
                <a:latin typeface="Times New Roman"/>
                <a:cs typeface="Times New Roman"/>
              </a:rPr>
              <a:t> </a:t>
            </a:r>
            <a:r>
              <a:rPr sz="2800" b="1" dirty="0">
                <a:latin typeface="Calibri"/>
                <a:cs typeface="Calibri"/>
              </a:rPr>
              <a:t>R]</a:t>
            </a:r>
            <a:r>
              <a:rPr sz="2800" b="1" spc="-30" dirty="0">
                <a:latin typeface="Calibri"/>
                <a:cs typeface="Calibri"/>
              </a:rPr>
              <a:t> </a:t>
            </a:r>
            <a:r>
              <a:rPr sz="2800" dirty="0">
                <a:latin typeface="Symbol"/>
                <a:cs typeface="Symbol"/>
              </a:rPr>
              <a:t></a:t>
            </a:r>
            <a:r>
              <a:rPr sz="2800" spc="-90" dirty="0">
                <a:latin typeface="Times New Roman"/>
                <a:cs typeface="Times New Roman"/>
              </a:rPr>
              <a:t> </a:t>
            </a:r>
            <a:r>
              <a:rPr sz="2800" b="1" dirty="0">
                <a:latin typeface="Calibri"/>
                <a:cs typeface="Calibri"/>
              </a:rPr>
              <a:t>(x</a:t>
            </a:r>
            <a:r>
              <a:rPr sz="2800" b="1" spc="-10" dirty="0">
                <a:latin typeface="Calibri"/>
                <a:cs typeface="Calibri"/>
              </a:rPr>
              <a:t> </a:t>
            </a:r>
            <a:r>
              <a:rPr sz="2800" b="1" dirty="0">
                <a:latin typeface="Calibri"/>
                <a:cs typeface="Calibri"/>
              </a:rPr>
              <a:t>=</a:t>
            </a:r>
            <a:r>
              <a:rPr sz="2800" b="1" spc="-30" dirty="0">
                <a:latin typeface="Calibri"/>
                <a:cs typeface="Calibri"/>
              </a:rPr>
              <a:t> </a:t>
            </a:r>
            <a:r>
              <a:rPr sz="2800" b="1" spc="-25" dirty="0">
                <a:latin typeface="Calibri"/>
                <a:cs typeface="Calibri"/>
              </a:rPr>
              <a:t>y)</a:t>
            </a:r>
            <a:r>
              <a:rPr sz="2800" b="1" dirty="0">
                <a:latin typeface="Calibri"/>
                <a:cs typeface="Calibri"/>
              </a:rPr>
              <a:t>	</a:t>
            </a:r>
            <a:r>
              <a:rPr sz="2800" b="1" spc="-25" dirty="0">
                <a:latin typeface="Calibri"/>
                <a:cs typeface="Calibri"/>
              </a:rPr>
              <a:t>(*)</a:t>
            </a:r>
            <a:endParaRPr sz="2800">
              <a:latin typeface="Calibri"/>
              <a:cs typeface="Calibri"/>
            </a:endParaRPr>
          </a:p>
          <a:p>
            <a:pPr>
              <a:lnSpc>
                <a:spcPct val="100000"/>
              </a:lnSpc>
              <a:spcBef>
                <a:spcPts val="1250"/>
              </a:spcBef>
            </a:pPr>
            <a:endParaRPr sz="2800">
              <a:latin typeface="Calibri"/>
              <a:cs typeface="Calibri"/>
            </a:endParaRPr>
          </a:p>
          <a:p>
            <a:pPr marL="12700">
              <a:lnSpc>
                <a:spcPct val="100000"/>
              </a:lnSpc>
            </a:pPr>
            <a:r>
              <a:rPr sz="2800" b="1" dirty="0">
                <a:latin typeface="Calibri"/>
                <a:cs typeface="Calibri"/>
              </a:rPr>
              <a:t>Ví</a:t>
            </a:r>
            <a:r>
              <a:rPr sz="2800" b="1" spc="-20" dirty="0">
                <a:latin typeface="Calibri"/>
                <a:cs typeface="Calibri"/>
              </a:rPr>
              <a:t> </a:t>
            </a:r>
            <a:r>
              <a:rPr sz="2800" b="1" dirty="0">
                <a:latin typeface="Calibri"/>
                <a:cs typeface="Calibri"/>
              </a:rPr>
              <a:t>dụ</a:t>
            </a:r>
            <a:r>
              <a:rPr sz="2800" b="1" spc="-20" dirty="0">
                <a:latin typeface="Calibri"/>
                <a:cs typeface="Calibri"/>
              </a:rPr>
              <a:t> </a:t>
            </a:r>
            <a:r>
              <a:rPr sz="2800" b="1" dirty="0">
                <a:latin typeface="Calibri"/>
                <a:cs typeface="Calibri"/>
              </a:rPr>
              <a:t>1:</a:t>
            </a:r>
            <a:r>
              <a:rPr sz="2800" b="1" spc="-5" dirty="0">
                <a:latin typeface="Calibri"/>
                <a:cs typeface="Calibri"/>
              </a:rPr>
              <a:t> </a:t>
            </a:r>
            <a:r>
              <a:rPr sz="2800" dirty="0">
                <a:latin typeface="Calibri"/>
                <a:cs typeface="Calibri"/>
              </a:rPr>
              <a:t>Cho</a:t>
            </a:r>
            <a:r>
              <a:rPr sz="2800" spc="-15" dirty="0">
                <a:latin typeface="Calibri"/>
                <a:cs typeface="Calibri"/>
              </a:rPr>
              <a:t> </a:t>
            </a:r>
            <a:r>
              <a:rPr sz="2800" dirty="0">
                <a:latin typeface="Calibri"/>
                <a:cs typeface="Calibri"/>
              </a:rPr>
              <a:t>X</a:t>
            </a:r>
            <a:r>
              <a:rPr sz="2800" spc="-20"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{1,</a:t>
            </a:r>
            <a:r>
              <a:rPr sz="2800" spc="-15" dirty="0">
                <a:latin typeface="Calibri"/>
                <a:cs typeface="Calibri"/>
              </a:rPr>
              <a:t> </a:t>
            </a:r>
            <a:r>
              <a:rPr sz="2800" dirty="0">
                <a:latin typeface="Calibri"/>
                <a:cs typeface="Calibri"/>
              </a:rPr>
              <a:t>2,</a:t>
            </a:r>
            <a:r>
              <a:rPr sz="2800" spc="-5" dirty="0">
                <a:latin typeface="Calibri"/>
                <a:cs typeface="Calibri"/>
              </a:rPr>
              <a:t> </a:t>
            </a:r>
            <a:r>
              <a:rPr sz="2800" dirty="0">
                <a:latin typeface="Calibri"/>
                <a:cs typeface="Calibri"/>
              </a:rPr>
              <a:t>3,</a:t>
            </a:r>
            <a:r>
              <a:rPr sz="2800" spc="-15" dirty="0">
                <a:latin typeface="Calibri"/>
                <a:cs typeface="Calibri"/>
              </a:rPr>
              <a:t> </a:t>
            </a:r>
            <a:r>
              <a:rPr sz="2800" dirty="0">
                <a:latin typeface="Calibri"/>
                <a:cs typeface="Calibri"/>
              </a:rPr>
              <a:t>4}</a:t>
            </a:r>
            <a:r>
              <a:rPr sz="2800" spc="-15" dirty="0">
                <a:latin typeface="Calibri"/>
                <a:cs typeface="Calibri"/>
              </a:rPr>
              <a:t> </a:t>
            </a:r>
            <a:r>
              <a:rPr sz="2800" spc="-50" dirty="0">
                <a:latin typeface="Calibri"/>
                <a:cs typeface="Calibri"/>
              </a:rPr>
              <a:t>.</a:t>
            </a:r>
            <a:endParaRPr sz="2800">
              <a:latin typeface="Calibri"/>
              <a:cs typeface="Calibri"/>
            </a:endParaRPr>
          </a:p>
          <a:p>
            <a:pPr marL="12700">
              <a:lnSpc>
                <a:spcPct val="100000"/>
              </a:lnSpc>
              <a:spcBef>
                <a:spcPts val="710"/>
              </a:spcBef>
            </a:pPr>
            <a:r>
              <a:rPr sz="2800" dirty="0">
                <a:latin typeface="Calibri"/>
                <a:cs typeface="Calibri"/>
              </a:rPr>
              <a:t>R</a:t>
            </a:r>
            <a:r>
              <a:rPr sz="2800" spc="-25" dirty="0">
                <a:latin typeface="Calibri"/>
                <a:cs typeface="Calibri"/>
              </a:rPr>
              <a:t> </a:t>
            </a:r>
            <a:r>
              <a:rPr sz="2800" dirty="0">
                <a:latin typeface="Calibri"/>
                <a:cs typeface="Calibri"/>
              </a:rPr>
              <a:t>=</a:t>
            </a:r>
            <a:r>
              <a:rPr sz="2800" spc="-20" dirty="0">
                <a:latin typeface="Calibri"/>
                <a:cs typeface="Calibri"/>
              </a:rPr>
              <a:t> </a:t>
            </a:r>
            <a:r>
              <a:rPr sz="2800" dirty="0">
                <a:latin typeface="Calibri"/>
                <a:cs typeface="Calibri"/>
              </a:rPr>
              <a:t>{(1,</a:t>
            </a:r>
            <a:r>
              <a:rPr sz="2800" spc="-15" dirty="0">
                <a:latin typeface="Calibri"/>
                <a:cs typeface="Calibri"/>
              </a:rPr>
              <a:t> </a:t>
            </a:r>
            <a:r>
              <a:rPr sz="2800" dirty="0">
                <a:latin typeface="Calibri"/>
                <a:cs typeface="Calibri"/>
              </a:rPr>
              <a:t>2),</a:t>
            </a:r>
            <a:r>
              <a:rPr sz="2800" spc="-20" dirty="0">
                <a:latin typeface="Calibri"/>
                <a:cs typeface="Calibri"/>
              </a:rPr>
              <a:t> </a:t>
            </a:r>
            <a:r>
              <a:rPr sz="2800" dirty="0">
                <a:latin typeface="Calibri"/>
                <a:cs typeface="Calibri"/>
              </a:rPr>
              <a:t>(1,</a:t>
            </a:r>
            <a:r>
              <a:rPr sz="2800" spc="-15" dirty="0">
                <a:latin typeface="Calibri"/>
                <a:cs typeface="Calibri"/>
              </a:rPr>
              <a:t> </a:t>
            </a:r>
            <a:r>
              <a:rPr sz="2800" dirty="0">
                <a:latin typeface="Calibri"/>
                <a:cs typeface="Calibri"/>
              </a:rPr>
              <a:t>3),</a:t>
            </a:r>
            <a:r>
              <a:rPr sz="2800" spc="-20" dirty="0">
                <a:latin typeface="Calibri"/>
                <a:cs typeface="Calibri"/>
              </a:rPr>
              <a:t> </a:t>
            </a:r>
            <a:r>
              <a:rPr sz="2800" dirty="0">
                <a:latin typeface="Calibri"/>
                <a:cs typeface="Calibri"/>
              </a:rPr>
              <a:t>(3,</a:t>
            </a:r>
            <a:r>
              <a:rPr sz="2800" spc="-20" dirty="0">
                <a:latin typeface="Calibri"/>
                <a:cs typeface="Calibri"/>
              </a:rPr>
              <a:t> </a:t>
            </a:r>
            <a:r>
              <a:rPr sz="2800" dirty="0">
                <a:latin typeface="Calibri"/>
                <a:cs typeface="Calibri"/>
              </a:rPr>
              <a:t>3),</a:t>
            </a:r>
            <a:r>
              <a:rPr sz="2800" spc="-15" dirty="0">
                <a:latin typeface="Calibri"/>
                <a:cs typeface="Calibri"/>
              </a:rPr>
              <a:t> </a:t>
            </a:r>
            <a:r>
              <a:rPr sz="2800" dirty="0">
                <a:latin typeface="Calibri"/>
                <a:cs typeface="Calibri"/>
              </a:rPr>
              <a:t>(4,</a:t>
            </a:r>
            <a:r>
              <a:rPr sz="2800" spc="-20" dirty="0">
                <a:latin typeface="Calibri"/>
                <a:cs typeface="Calibri"/>
              </a:rPr>
              <a:t> </a:t>
            </a:r>
            <a:r>
              <a:rPr sz="2800" dirty="0">
                <a:latin typeface="Calibri"/>
                <a:cs typeface="Calibri"/>
              </a:rPr>
              <a:t>4)}</a:t>
            </a:r>
            <a:r>
              <a:rPr sz="2800" spc="-5" dirty="0">
                <a:latin typeface="Calibri"/>
                <a:cs typeface="Calibri"/>
              </a:rPr>
              <a:t> </a:t>
            </a:r>
            <a:r>
              <a:rPr sz="2800" dirty="0">
                <a:latin typeface="Symbol"/>
                <a:cs typeface="Symbol"/>
              </a:rPr>
              <a:t></a:t>
            </a:r>
            <a:r>
              <a:rPr sz="2800" spc="-85" dirty="0">
                <a:latin typeface="Times New Roman"/>
                <a:cs typeface="Times New Roman"/>
              </a:rPr>
              <a:t> </a:t>
            </a:r>
            <a:r>
              <a:rPr sz="2800" spc="-20" dirty="0">
                <a:latin typeface="Calibri"/>
                <a:cs typeface="Calibri"/>
              </a:rPr>
              <a:t>XxX.</a:t>
            </a:r>
            <a:endParaRPr sz="2800">
              <a:latin typeface="Calibri"/>
              <a:cs typeface="Calibri"/>
            </a:endParaRPr>
          </a:p>
          <a:p>
            <a:pPr marL="12700">
              <a:lnSpc>
                <a:spcPct val="100000"/>
              </a:lnSpc>
              <a:spcBef>
                <a:spcPts val="635"/>
              </a:spcBef>
            </a:pPr>
            <a:r>
              <a:rPr sz="2800" dirty="0">
                <a:latin typeface="Calibri"/>
                <a:cs typeface="Calibri"/>
              </a:rPr>
              <a:t>R</a:t>
            </a:r>
            <a:r>
              <a:rPr sz="2800" spc="-40" dirty="0">
                <a:latin typeface="Calibri"/>
                <a:cs typeface="Calibri"/>
              </a:rPr>
              <a:t> </a:t>
            </a:r>
            <a:r>
              <a:rPr sz="2800" dirty="0">
                <a:latin typeface="Calibri"/>
                <a:cs typeface="Calibri"/>
              </a:rPr>
              <a:t>là</a:t>
            </a:r>
            <a:r>
              <a:rPr sz="2800" spc="-50" dirty="0">
                <a:latin typeface="Calibri"/>
                <a:cs typeface="Calibri"/>
              </a:rPr>
              <a:t> </a:t>
            </a:r>
            <a:r>
              <a:rPr sz="2800" dirty="0">
                <a:latin typeface="Calibri"/>
                <a:cs typeface="Calibri"/>
              </a:rPr>
              <a:t>phản</a:t>
            </a:r>
            <a:r>
              <a:rPr sz="2800" spc="-30" dirty="0">
                <a:latin typeface="Calibri"/>
                <a:cs typeface="Calibri"/>
              </a:rPr>
              <a:t> </a:t>
            </a:r>
            <a:r>
              <a:rPr sz="2800" dirty="0">
                <a:latin typeface="Calibri"/>
                <a:cs typeface="Calibri"/>
              </a:rPr>
              <a:t>xứng</a:t>
            </a:r>
            <a:r>
              <a:rPr sz="2800" spc="-30" dirty="0">
                <a:latin typeface="Calibri"/>
                <a:cs typeface="Calibri"/>
              </a:rPr>
              <a:t> </a:t>
            </a:r>
            <a:r>
              <a:rPr sz="2800" spc="-25" dirty="0">
                <a:latin typeface="Calibri"/>
                <a:cs typeface="Calibri"/>
              </a:rPr>
              <a:t>vì</a:t>
            </a:r>
            <a:endParaRPr sz="2800">
              <a:latin typeface="Calibri"/>
              <a:cs typeface="Calibri"/>
            </a:endParaRPr>
          </a:p>
          <a:p>
            <a:pPr marL="469900" marR="5080" indent="-457834">
              <a:lnSpc>
                <a:spcPct val="100000"/>
              </a:lnSpc>
              <a:spcBef>
                <a:spcPts val="675"/>
              </a:spcBef>
              <a:buChar char="-"/>
              <a:tabLst>
                <a:tab pos="469900" algn="l"/>
              </a:tabLst>
            </a:pPr>
            <a:r>
              <a:rPr sz="2800" dirty="0">
                <a:latin typeface="Calibri"/>
                <a:cs typeface="Calibri"/>
              </a:rPr>
              <a:t>với</a:t>
            </a:r>
            <a:r>
              <a:rPr sz="2800" spc="-40" dirty="0">
                <a:latin typeface="Calibri"/>
                <a:cs typeface="Calibri"/>
              </a:rPr>
              <a:t> </a:t>
            </a:r>
            <a:r>
              <a:rPr sz="2800" dirty="0">
                <a:latin typeface="Calibri"/>
                <a:cs typeface="Calibri"/>
              </a:rPr>
              <a:t>tất</a:t>
            </a:r>
            <a:r>
              <a:rPr sz="2800" spc="-50" dirty="0">
                <a:latin typeface="Calibri"/>
                <a:cs typeface="Calibri"/>
              </a:rPr>
              <a:t> </a:t>
            </a:r>
            <a:r>
              <a:rPr sz="2800" dirty="0">
                <a:latin typeface="Calibri"/>
                <a:cs typeface="Calibri"/>
              </a:rPr>
              <a:t>cả</a:t>
            </a:r>
            <a:r>
              <a:rPr sz="2800" spc="-55" dirty="0">
                <a:latin typeface="Calibri"/>
                <a:cs typeface="Calibri"/>
              </a:rPr>
              <a:t> </a:t>
            </a:r>
            <a:r>
              <a:rPr sz="2800" dirty="0">
                <a:latin typeface="Calibri"/>
                <a:cs typeface="Calibri"/>
              </a:rPr>
              <a:t>các</a:t>
            </a:r>
            <a:r>
              <a:rPr sz="2800" spc="-40" dirty="0">
                <a:latin typeface="Calibri"/>
                <a:cs typeface="Calibri"/>
              </a:rPr>
              <a:t> </a:t>
            </a:r>
            <a:r>
              <a:rPr sz="2800" dirty="0">
                <a:latin typeface="Calibri"/>
                <a:cs typeface="Calibri"/>
              </a:rPr>
              <a:t>cặp</a:t>
            </a:r>
            <a:r>
              <a:rPr sz="2800" spc="-55" dirty="0">
                <a:latin typeface="Calibri"/>
                <a:cs typeface="Calibri"/>
              </a:rPr>
              <a:t> </a:t>
            </a:r>
            <a:r>
              <a:rPr sz="2800" dirty="0">
                <a:latin typeface="Calibri"/>
                <a:cs typeface="Calibri"/>
              </a:rPr>
              <a:t>x,</a:t>
            </a:r>
            <a:r>
              <a:rPr sz="2800" spc="-30" dirty="0">
                <a:latin typeface="Calibri"/>
                <a:cs typeface="Calibri"/>
              </a:rPr>
              <a:t> </a:t>
            </a:r>
            <a:r>
              <a:rPr sz="2800" dirty="0">
                <a:latin typeface="Calibri"/>
                <a:cs typeface="Calibri"/>
              </a:rPr>
              <a:t>y</a:t>
            </a:r>
            <a:r>
              <a:rPr sz="2800" spc="-55" dirty="0">
                <a:latin typeface="Calibri"/>
                <a:cs typeface="Calibri"/>
              </a:rPr>
              <a:t> </a:t>
            </a:r>
            <a:r>
              <a:rPr sz="2800" dirty="0">
                <a:latin typeface="Calibri"/>
                <a:cs typeface="Calibri"/>
              </a:rPr>
              <a:t>mà</a:t>
            </a:r>
            <a:r>
              <a:rPr sz="2800" spc="-50" dirty="0">
                <a:latin typeface="Calibri"/>
                <a:cs typeface="Calibri"/>
              </a:rPr>
              <a:t> </a:t>
            </a:r>
            <a:r>
              <a:rPr sz="2800" dirty="0">
                <a:latin typeface="Calibri"/>
                <a:cs typeface="Calibri"/>
              </a:rPr>
              <a:t>vế</a:t>
            </a:r>
            <a:r>
              <a:rPr sz="2800" spc="-45" dirty="0">
                <a:latin typeface="Calibri"/>
                <a:cs typeface="Calibri"/>
              </a:rPr>
              <a:t> </a:t>
            </a:r>
            <a:r>
              <a:rPr sz="2800" dirty="0">
                <a:latin typeface="Calibri"/>
                <a:cs typeface="Calibri"/>
              </a:rPr>
              <a:t>trái</a:t>
            </a:r>
            <a:r>
              <a:rPr sz="2800" spc="-50" dirty="0">
                <a:latin typeface="Calibri"/>
                <a:cs typeface="Calibri"/>
              </a:rPr>
              <a:t> </a:t>
            </a:r>
            <a:r>
              <a:rPr sz="2800" dirty="0">
                <a:latin typeface="Calibri"/>
                <a:cs typeface="Calibri"/>
              </a:rPr>
              <a:t>của</a:t>
            </a:r>
            <a:r>
              <a:rPr sz="2800" spc="-25" dirty="0">
                <a:latin typeface="Calibri"/>
                <a:cs typeface="Calibri"/>
              </a:rPr>
              <a:t> </a:t>
            </a:r>
            <a:r>
              <a:rPr sz="2800" dirty="0">
                <a:latin typeface="Calibri"/>
                <a:cs typeface="Calibri"/>
              </a:rPr>
              <a:t>P(x,y)</a:t>
            </a:r>
            <a:r>
              <a:rPr sz="2800" spc="-35" dirty="0">
                <a:latin typeface="Calibri"/>
                <a:cs typeface="Calibri"/>
              </a:rPr>
              <a:t> </a:t>
            </a:r>
            <a:r>
              <a:rPr sz="2800" dirty="0">
                <a:latin typeface="Calibri"/>
                <a:cs typeface="Calibri"/>
              </a:rPr>
              <a:t>đúng</a:t>
            </a:r>
            <a:r>
              <a:rPr sz="2800" spc="-40" dirty="0">
                <a:latin typeface="Calibri"/>
                <a:cs typeface="Calibri"/>
              </a:rPr>
              <a:t> </a:t>
            </a:r>
            <a:r>
              <a:rPr sz="2800" spc="-25" dirty="0">
                <a:latin typeface="Calibri"/>
                <a:cs typeface="Calibri"/>
              </a:rPr>
              <a:t>ta </a:t>
            </a:r>
            <a:r>
              <a:rPr sz="2800" dirty="0">
                <a:latin typeface="Calibri"/>
                <a:cs typeface="Calibri"/>
              </a:rPr>
              <a:t>luôn</a:t>
            </a:r>
            <a:r>
              <a:rPr sz="2800" spc="-40" dirty="0">
                <a:latin typeface="Calibri"/>
                <a:cs typeface="Calibri"/>
              </a:rPr>
              <a:t> </a:t>
            </a:r>
            <a:r>
              <a:rPr sz="2800" dirty="0">
                <a:latin typeface="Calibri"/>
                <a:cs typeface="Calibri"/>
              </a:rPr>
              <a:t>có</a:t>
            </a:r>
            <a:r>
              <a:rPr sz="2800" spc="-55" dirty="0">
                <a:latin typeface="Calibri"/>
                <a:cs typeface="Calibri"/>
              </a:rPr>
              <a:t> </a:t>
            </a:r>
            <a:r>
              <a:rPr sz="2800" dirty="0">
                <a:latin typeface="Calibri"/>
                <a:cs typeface="Calibri"/>
              </a:rPr>
              <a:t>vế</a:t>
            </a:r>
            <a:r>
              <a:rPr sz="2800" spc="-55" dirty="0">
                <a:latin typeface="Calibri"/>
                <a:cs typeface="Calibri"/>
              </a:rPr>
              <a:t> </a:t>
            </a:r>
            <a:r>
              <a:rPr sz="2800" dirty="0">
                <a:latin typeface="Calibri"/>
                <a:cs typeface="Calibri"/>
              </a:rPr>
              <a:t>phải</a:t>
            </a:r>
            <a:r>
              <a:rPr sz="2800" spc="-50" dirty="0">
                <a:latin typeface="Calibri"/>
                <a:cs typeface="Calibri"/>
              </a:rPr>
              <a:t> </a:t>
            </a:r>
            <a:r>
              <a:rPr sz="2800" dirty="0">
                <a:latin typeface="Calibri"/>
                <a:cs typeface="Calibri"/>
              </a:rPr>
              <a:t>của</a:t>
            </a:r>
            <a:r>
              <a:rPr sz="2800" spc="-40" dirty="0">
                <a:latin typeface="Calibri"/>
                <a:cs typeface="Calibri"/>
              </a:rPr>
              <a:t> </a:t>
            </a:r>
            <a:r>
              <a:rPr sz="2800" dirty="0">
                <a:latin typeface="Calibri"/>
                <a:cs typeface="Calibri"/>
              </a:rPr>
              <a:t>P(x,y)</a:t>
            </a:r>
            <a:r>
              <a:rPr sz="2800" spc="-45" dirty="0">
                <a:latin typeface="Calibri"/>
                <a:cs typeface="Calibri"/>
              </a:rPr>
              <a:t> </a:t>
            </a:r>
            <a:r>
              <a:rPr sz="2800" dirty="0">
                <a:latin typeface="Calibri"/>
                <a:cs typeface="Calibri"/>
              </a:rPr>
              <a:t>đúng,</a:t>
            </a:r>
            <a:r>
              <a:rPr sz="2800" spc="-45" dirty="0">
                <a:latin typeface="Calibri"/>
                <a:cs typeface="Calibri"/>
              </a:rPr>
              <a:t> </a:t>
            </a:r>
            <a:r>
              <a:rPr sz="2800" dirty="0">
                <a:latin typeface="Calibri"/>
                <a:cs typeface="Calibri"/>
              </a:rPr>
              <a:t>nên</a:t>
            </a:r>
            <a:r>
              <a:rPr sz="2800" spc="-45" dirty="0">
                <a:latin typeface="Calibri"/>
                <a:cs typeface="Calibri"/>
              </a:rPr>
              <a:t> </a:t>
            </a:r>
            <a:r>
              <a:rPr sz="2800" dirty="0">
                <a:latin typeface="Calibri"/>
                <a:cs typeface="Calibri"/>
              </a:rPr>
              <a:t>kéo</a:t>
            </a:r>
            <a:r>
              <a:rPr sz="2800" spc="-55" dirty="0">
                <a:latin typeface="Calibri"/>
                <a:cs typeface="Calibri"/>
              </a:rPr>
              <a:t> </a:t>
            </a:r>
            <a:r>
              <a:rPr sz="2800" dirty="0">
                <a:latin typeface="Calibri"/>
                <a:cs typeface="Calibri"/>
              </a:rPr>
              <a:t>theo</a:t>
            </a:r>
            <a:r>
              <a:rPr sz="2800" spc="-50" dirty="0">
                <a:latin typeface="Calibri"/>
                <a:cs typeface="Calibri"/>
              </a:rPr>
              <a:t> </a:t>
            </a:r>
            <a:r>
              <a:rPr sz="2800" spc="-10" dirty="0">
                <a:latin typeface="Calibri"/>
                <a:cs typeface="Calibri"/>
              </a:rPr>
              <a:t>trong </a:t>
            </a:r>
            <a:r>
              <a:rPr sz="2800" dirty="0">
                <a:latin typeface="Calibri"/>
                <a:cs typeface="Calibri"/>
              </a:rPr>
              <a:t>P(x,y)</a:t>
            </a:r>
            <a:r>
              <a:rPr sz="2800" spc="-35" dirty="0">
                <a:latin typeface="Calibri"/>
                <a:cs typeface="Calibri"/>
              </a:rPr>
              <a:t> </a:t>
            </a:r>
            <a:r>
              <a:rPr sz="2800" dirty="0">
                <a:latin typeface="Calibri"/>
                <a:cs typeface="Calibri"/>
              </a:rPr>
              <a:t>có</a:t>
            </a:r>
            <a:r>
              <a:rPr sz="2800" spc="-50" dirty="0">
                <a:latin typeface="Calibri"/>
                <a:cs typeface="Calibri"/>
              </a:rPr>
              <a:t> </a:t>
            </a:r>
            <a:r>
              <a:rPr sz="2800" dirty="0">
                <a:latin typeface="Calibri"/>
                <a:cs typeface="Calibri"/>
              </a:rPr>
              <a:t>cho</a:t>
            </a:r>
            <a:r>
              <a:rPr sz="2800" spc="-40" dirty="0">
                <a:latin typeface="Calibri"/>
                <a:cs typeface="Calibri"/>
              </a:rPr>
              <a:t> </a:t>
            </a:r>
            <a:r>
              <a:rPr sz="2800" dirty="0">
                <a:latin typeface="Calibri"/>
                <a:cs typeface="Calibri"/>
              </a:rPr>
              <a:t>chân</a:t>
            </a:r>
            <a:r>
              <a:rPr sz="2800" spc="-25" dirty="0">
                <a:latin typeface="Calibri"/>
                <a:cs typeface="Calibri"/>
              </a:rPr>
              <a:t> </a:t>
            </a:r>
            <a:r>
              <a:rPr sz="2800" dirty="0">
                <a:latin typeface="Calibri"/>
                <a:cs typeface="Calibri"/>
              </a:rPr>
              <a:t>trị</a:t>
            </a:r>
            <a:r>
              <a:rPr sz="2800" spc="-60" dirty="0">
                <a:latin typeface="Calibri"/>
                <a:cs typeface="Calibri"/>
              </a:rPr>
              <a:t> </a:t>
            </a:r>
            <a:r>
              <a:rPr sz="2800" spc="-10" dirty="0">
                <a:latin typeface="Calibri"/>
                <a:cs typeface="Calibri"/>
              </a:rPr>
              <a:t>đúng.</a:t>
            </a:r>
            <a:endParaRPr sz="2800">
              <a:latin typeface="Calibri"/>
              <a:cs typeface="Calibri"/>
            </a:endParaRPr>
          </a:p>
          <a:p>
            <a:pPr marL="469900" marR="48260" indent="-457834">
              <a:lnSpc>
                <a:spcPct val="100000"/>
              </a:lnSpc>
              <a:spcBef>
                <a:spcPts val="675"/>
              </a:spcBef>
              <a:buChar char="-"/>
              <a:tabLst>
                <a:tab pos="469900" algn="l"/>
              </a:tabLst>
            </a:pPr>
            <a:r>
              <a:rPr sz="2800" dirty="0">
                <a:latin typeface="Calibri"/>
                <a:cs typeface="Calibri"/>
              </a:rPr>
              <a:t>Các</a:t>
            </a:r>
            <a:r>
              <a:rPr sz="2800" spc="-50" dirty="0">
                <a:latin typeface="Calibri"/>
                <a:cs typeface="Calibri"/>
              </a:rPr>
              <a:t> </a:t>
            </a:r>
            <a:r>
              <a:rPr sz="2800" dirty="0">
                <a:latin typeface="Calibri"/>
                <a:cs typeface="Calibri"/>
              </a:rPr>
              <a:t>cặp</a:t>
            </a:r>
            <a:r>
              <a:rPr sz="2800" spc="-35" dirty="0">
                <a:latin typeface="Calibri"/>
                <a:cs typeface="Calibri"/>
              </a:rPr>
              <a:t> </a:t>
            </a:r>
            <a:r>
              <a:rPr sz="2800" dirty="0">
                <a:latin typeface="Calibri"/>
                <a:cs typeface="Calibri"/>
              </a:rPr>
              <a:t>còn</a:t>
            </a:r>
            <a:r>
              <a:rPr sz="2800" spc="-35" dirty="0">
                <a:latin typeface="Calibri"/>
                <a:cs typeface="Calibri"/>
              </a:rPr>
              <a:t> </a:t>
            </a:r>
            <a:r>
              <a:rPr sz="2800" dirty="0">
                <a:latin typeface="Calibri"/>
                <a:cs typeface="Calibri"/>
              </a:rPr>
              <a:t>lại</a:t>
            </a:r>
            <a:r>
              <a:rPr sz="2800" spc="-55" dirty="0">
                <a:latin typeface="Calibri"/>
                <a:cs typeface="Calibri"/>
              </a:rPr>
              <a:t> </a:t>
            </a:r>
            <a:r>
              <a:rPr sz="2800" dirty="0">
                <a:latin typeface="Calibri"/>
                <a:cs typeface="Calibri"/>
              </a:rPr>
              <a:t>,</a:t>
            </a:r>
            <a:r>
              <a:rPr sz="2800" spc="-30" dirty="0">
                <a:latin typeface="Calibri"/>
                <a:cs typeface="Calibri"/>
              </a:rPr>
              <a:t> </a:t>
            </a:r>
            <a:r>
              <a:rPr sz="2800" dirty="0">
                <a:latin typeface="Calibri"/>
                <a:cs typeface="Calibri"/>
              </a:rPr>
              <a:t>vế</a:t>
            </a:r>
            <a:r>
              <a:rPr sz="2800" spc="-45" dirty="0">
                <a:latin typeface="Calibri"/>
                <a:cs typeface="Calibri"/>
              </a:rPr>
              <a:t> </a:t>
            </a:r>
            <a:r>
              <a:rPr sz="2800" dirty="0">
                <a:latin typeface="Calibri"/>
                <a:cs typeface="Calibri"/>
              </a:rPr>
              <a:t>trái</a:t>
            </a:r>
            <a:r>
              <a:rPr sz="2800" spc="-40" dirty="0">
                <a:latin typeface="Calibri"/>
                <a:cs typeface="Calibri"/>
              </a:rPr>
              <a:t> </a:t>
            </a:r>
            <a:r>
              <a:rPr sz="2800" dirty="0">
                <a:latin typeface="Calibri"/>
                <a:cs typeface="Calibri"/>
              </a:rPr>
              <a:t>của</a:t>
            </a:r>
            <a:r>
              <a:rPr sz="2800" spc="-25" dirty="0">
                <a:latin typeface="Calibri"/>
                <a:cs typeface="Calibri"/>
              </a:rPr>
              <a:t> </a:t>
            </a:r>
            <a:r>
              <a:rPr sz="2800" dirty="0">
                <a:latin typeface="Calibri"/>
                <a:cs typeface="Calibri"/>
              </a:rPr>
              <a:t>P(x,y)</a:t>
            </a:r>
            <a:r>
              <a:rPr sz="2800" spc="-30" dirty="0">
                <a:latin typeface="Calibri"/>
                <a:cs typeface="Calibri"/>
              </a:rPr>
              <a:t> </a:t>
            </a:r>
            <a:r>
              <a:rPr sz="2800" dirty="0">
                <a:latin typeface="Calibri"/>
                <a:cs typeface="Calibri"/>
              </a:rPr>
              <a:t>sai</a:t>
            </a:r>
            <a:r>
              <a:rPr sz="2800" spc="-45" dirty="0">
                <a:latin typeface="Calibri"/>
                <a:cs typeface="Calibri"/>
              </a:rPr>
              <a:t> </a:t>
            </a:r>
            <a:r>
              <a:rPr sz="2800" dirty="0">
                <a:latin typeface="Calibri"/>
                <a:cs typeface="Calibri"/>
              </a:rPr>
              <a:t>,</a:t>
            </a:r>
            <a:r>
              <a:rPr sz="2800" spc="-30" dirty="0">
                <a:latin typeface="Calibri"/>
                <a:cs typeface="Calibri"/>
              </a:rPr>
              <a:t> </a:t>
            </a:r>
            <a:r>
              <a:rPr sz="2800" dirty="0">
                <a:latin typeface="Calibri"/>
                <a:cs typeface="Calibri"/>
              </a:rPr>
              <a:t>nên</a:t>
            </a:r>
            <a:r>
              <a:rPr sz="2800" spc="-35" dirty="0">
                <a:latin typeface="Calibri"/>
                <a:cs typeface="Calibri"/>
              </a:rPr>
              <a:t> </a:t>
            </a:r>
            <a:r>
              <a:rPr sz="2800" dirty="0">
                <a:latin typeface="Calibri"/>
                <a:cs typeface="Calibri"/>
              </a:rPr>
              <a:t>kéo</a:t>
            </a:r>
            <a:r>
              <a:rPr sz="2800" spc="-45" dirty="0">
                <a:latin typeface="Calibri"/>
                <a:cs typeface="Calibri"/>
              </a:rPr>
              <a:t> </a:t>
            </a:r>
            <a:r>
              <a:rPr sz="2800" spc="-20" dirty="0">
                <a:latin typeface="Calibri"/>
                <a:cs typeface="Calibri"/>
              </a:rPr>
              <a:t>theo </a:t>
            </a:r>
            <a:r>
              <a:rPr sz="2800" dirty="0">
                <a:latin typeface="Calibri"/>
                <a:cs typeface="Calibri"/>
              </a:rPr>
              <a:t>trong</a:t>
            </a:r>
            <a:r>
              <a:rPr sz="2800" spc="-40" dirty="0">
                <a:latin typeface="Calibri"/>
                <a:cs typeface="Calibri"/>
              </a:rPr>
              <a:t> </a:t>
            </a:r>
            <a:r>
              <a:rPr sz="2800" dirty="0">
                <a:latin typeface="Calibri"/>
                <a:cs typeface="Calibri"/>
              </a:rPr>
              <a:t>P(x,y)</a:t>
            </a:r>
            <a:r>
              <a:rPr sz="2800" spc="-30" dirty="0">
                <a:latin typeface="Calibri"/>
                <a:cs typeface="Calibri"/>
              </a:rPr>
              <a:t> </a:t>
            </a:r>
            <a:r>
              <a:rPr sz="2800" dirty="0">
                <a:latin typeface="Calibri"/>
                <a:cs typeface="Calibri"/>
              </a:rPr>
              <a:t>có</a:t>
            </a:r>
            <a:r>
              <a:rPr sz="2800" spc="-50" dirty="0">
                <a:latin typeface="Calibri"/>
                <a:cs typeface="Calibri"/>
              </a:rPr>
              <a:t> </a:t>
            </a:r>
            <a:r>
              <a:rPr sz="2800" dirty="0">
                <a:latin typeface="Calibri"/>
                <a:cs typeface="Calibri"/>
              </a:rPr>
              <a:t>cho</a:t>
            </a:r>
            <a:r>
              <a:rPr sz="2800" spc="-40" dirty="0">
                <a:latin typeface="Calibri"/>
                <a:cs typeface="Calibri"/>
              </a:rPr>
              <a:t> </a:t>
            </a:r>
            <a:r>
              <a:rPr sz="2800" dirty="0">
                <a:latin typeface="Calibri"/>
                <a:cs typeface="Calibri"/>
              </a:rPr>
              <a:t>chân</a:t>
            </a:r>
            <a:r>
              <a:rPr sz="2800" spc="-30" dirty="0">
                <a:latin typeface="Calibri"/>
                <a:cs typeface="Calibri"/>
              </a:rPr>
              <a:t> </a:t>
            </a:r>
            <a:r>
              <a:rPr sz="2800" dirty="0">
                <a:latin typeface="Calibri"/>
                <a:cs typeface="Calibri"/>
              </a:rPr>
              <a:t>trị</a:t>
            </a:r>
            <a:r>
              <a:rPr sz="2800" spc="-60" dirty="0">
                <a:latin typeface="Calibri"/>
                <a:cs typeface="Calibri"/>
              </a:rPr>
              <a:t> </a:t>
            </a:r>
            <a:r>
              <a:rPr sz="2800" spc="-10" dirty="0">
                <a:latin typeface="Calibri"/>
                <a:cs typeface="Calibri"/>
              </a:rPr>
              <a:t>đúng.</a:t>
            </a:r>
            <a:endParaRPr sz="2800">
              <a:latin typeface="Calibri"/>
              <a:cs typeface="Calibri"/>
            </a:endParaRPr>
          </a:p>
          <a:p>
            <a:pPr marL="12700">
              <a:lnSpc>
                <a:spcPct val="100000"/>
              </a:lnSpc>
              <a:spcBef>
                <a:spcPts val="675"/>
              </a:spcBef>
            </a:pPr>
            <a:r>
              <a:rPr sz="2800" spc="-40" dirty="0">
                <a:latin typeface="Calibri"/>
                <a:cs typeface="Calibri"/>
              </a:rPr>
              <a:t>Vậy</a:t>
            </a:r>
            <a:r>
              <a:rPr sz="2800" spc="-65" dirty="0">
                <a:latin typeface="Calibri"/>
                <a:cs typeface="Calibri"/>
              </a:rPr>
              <a:t> </a:t>
            </a:r>
            <a:r>
              <a:rPr sz="2800" dirty="0">
                <a:latin typeface="Calibri"/>
                <a:cs typeface="Calibri"/>
              </a:rPr>
              <a:t>mệnh</a:t>
            </a:r>
            <a:r>
              <a:rPr sz="2800" spc="-45" dirty="0">
                <a:latin typeface="Calibri"/>
                <a:cs typeface="Calibri"/>
              </a:rPr>
              <a:t> </a:t>
            </a:r>
            <a:r>
              <a:rPr sz="2800" dirty="0">
                <a:latin typeface="Calibri"/>
                <a:cs typeface="Calibri"/>
              </a:rPr>
              <a:t>để</a:t>
            </a:r>
            <a:r>
              <a:rPr sz="2800" spc="-60" dirty="0">
                <a:latin typeface="Calibri"/>
                <a:cs typeface="Calibri"/>
              </a:rPr>
              <a:t> </a:t>
            </a:r>
            <a:r>
              <a:rPr sz="2800" dirty="0">
                <a:latin typeface="Calibri"/>
                <a:cs typeface="Calibri"/>
              </a:rPr>
              <a:t>(*)</a:t>
            </a:r>
            <a:r>
              <a:rPr sz="2800" spc="-60" dirty="0">
                <a:latin typeface="Calibri"/>
                <a:cs typeface="Calibri"/>
              </a:rPr>
              <a:t> </a:t>
            </a:r>
            <a:r>
              <a:rPr sz="2800" spc="-10" dirty="0">
                <a:latin typeface="Calibri"/>
                <a:cs typeface="Calibri"/>
              </a:rPr>
              <a:t>đúng.</a:t>
            </a:r>
            <a:endParaRPr sz="2800">
              <a:latin typeface="Calibri"/>
              <a:cs typeface="Calibri"/>
            </a:endParaRPr>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319786"/>
            <a:ext cx="7896859" cy="4463415"/>
          </a:xfrm>
          <a:prstGeom prst="rect">
            <a:avLst/>
          </a:prstGeom>
        </p:spPr>
        <p:txBody>
          <a:bodyPr vert="horz" wrap="square" lIns="0" tIns="12065" rIns="0" bIns="0" rtlCol="0">
            <a:spAutoFit/>
          </a:bodyPr>
          <a:lstStyle/>
          <a:p>
            <a:pPr marL="401955" algn="ctr">
              <a:lnSpc>
                <a:spcPct val="100000"/>
              </a:lnSpc>
              <a:spcBef>
                <a:spcPts val="95"/>
              </a:spcBef>
              <a:tabLst>
                <a:tab pos="6867525" algn="l"/>
              </a:tabLst>
            </a:pPr>
            <a:r>
              <a:rPr sz="2800" dirty="0">
                <a:latin typeface="Symbol"/>
                <a:cs typeface="Symbol"/>
              </a:rPr>
              <a:t></a:t>
            </a:r>
            <a:r>
              <a:rPr sz="2800" b="1" dirty="0">
                <a:latin typeface="Calibri"/>
                <a:cs typeface="Calibri"/>
              </a:rPr>
              <a:t>x,</a:t>
            </a:r>
            <a:r>
              <a:rPr sz="2800" b="1" spc="-35" dirty="0">
                <a:latin typeface="Calibri"/>
                <a:cs typeface="Calibri"/>
              </a:rPr>
              <a:t> </a:t>
            </a:r>
            <a:r>
              <a:rPr sz="2800" b="1" dirty="0">
                <a:latin typeface="Calibri"/>
                <a:cs typeface="Calibri"/>
              </a:rPr>
              <a:t>y</a:t>
            </a:r>
            <a:r>
              <a:rPr sz="2800" b="1" spc="-20" dirty="0">
                <a:latin typeface="Calibri"/>
                <a:cs typeface="Calibri"/>
              </a:rPr>
              <a:t> </a:t>
            </a:r>
            <a:r>
              <a:rPr sz="2800" dirty="0">
                <a:latin typeface="Symbol"/>
                <a:cs typeface="Symbol"/>
              </a:rPr>
              <a:t></a:t>
            </a:r>
            <a:r>
              <a:rPr sz="2800" spc="-85" dirty="0">
                <a:latin typeface="Times New Roman"/>
                <a:cs typeface="Times New Roman"/>
              </a:rPr>
              <a:t> </a:t>
            </a:r>
            <a:r>
              <a:rPr sz="2800" b="1" dirty="0">
                <a:latin typeface="Calibri"/>
                <a:cs typeface="Calibri"/>
              </a:rPr>
              <a:t>X,</a:t>
            </a:r>
            <a:r>
              <a:rPr sz="2800" b="1" spc="-30" dirty="0">
                <a:latin typeface="Calibri"/>
                <a:cs typeface="Calibri"/>
              </a:rPr>
              <a:t> </a:t>
            </a:r>
            <a:r>
              <a:rPr sz="2800" b="1" dirty="0">
                <a:latin typeface="Calibri"/>
                <a:cs typeface="Calibri"/>
              </a:rPr>
              <a:t>[(x,</a:t>
            </a:r>
            <a:r>
              <a:rPr sz="2800" b="1" spc="-15" dirty="0">
                <a:latin typeface="Calibri"/>
                <a:cs typeface="Calibri"/>
              </a:rPr>
              <a:t> </a:t>
            </a:r>
            <a:r>
              <a:rPr sz="2800" b="1" dirty="0">
                <a:latin typeface="Calibri"/>
                <a:cs typeface="Calibri"/>
              </a:rPr>
              <a:t>y)</a:t>
            </a:r>
            <a:r>
              <a:rPr sz="2800" b="1" spc="-10" dirty="0">
                <a:latin typeface="Calibri"/>
                <a:cs typeface="Calibri"/>
              </a:rPr>
              <a:t> </a:t>
            </a:r>
            <a:r>
              <a:rPr sz="2800" dirty="0">
                <a:latin typeface="Symbol"/>
                <a:cs typeface="Symbol"/>
              </a:rPr>
              <a:t></a:t>
            </a:r>
            <a:r>
              <a:rPr sz="2800" spc="-85" dirty="0">
                <a:latin typeface="Times New Roman"/>
                <a:cs typeface="Times New Roman"/>
              </a:rPr>
              <a:t> </a:t>
            </a:r>
            <a:r>
              <a:rPr sz="2800" b="1" dirty="0">
                <a:latin typeface="Calibri"/>
                <a:cs typeface="Calibri"/>
              </a:rPr>
              <a:t>R</a:t>
            </a:r>
            <a:r>
              <a:rPr sz="2800" b="1" spc="-25" dirty="0">
                <a:latin typeface="Calibri"/>
                <a:cs typeface="Calibri"/>
              </a:rPr>
              <a:t> </a:t>
            </a:r>
            <a:r>
              <a:rPr sz="2800" dirty="0">
                <a:latin typeface="Symbol"/>
                <a:cs typeface="Symbol"/>
              </a:rPr>
              <a:t></a:t>
            </a:r>
            <a:r>
              <a:rPr sz="2800" spc="-90" dirty="0">
                <a:latin typeface="Times New Roman"/>
                <a:cs typeface="Times New Roman"/>
              </a:rPr>
              <a:t> </a:t>
            </a:r>
            <a:r>
              <a:rPr sz="2800" b="1" spc="-25" dirty="0">
                <a:latin typeface="Calibri"/>
                <a:cs typeface="Calibri"/>
              </a:rPr>
              <a:t>(y,</a:t>
            </a:r>
            <a:r>
              <a:rPr sz="2800" b="1" spc="-35" dirty="0">
                <a:latin typeface="Calibri"/>
                <a:cs typeface="Calibri"/>
              </a:rPr>
              <a:t> </a:t>
            </a:r>
            <a:r>
              <a:rPr sz="2800" b="1" dirty="0">
                <a:latin typeface="Calibri"/>
                <a:cs typeface="Calibri"/>
              </a:rPr>
              <a:t>x)</a:t>
            </a:r>
            <a:r>
              <a:rPr sz="2800" b="1" spc="-5" dirty="0">
                <a:latin typeface="Calibri"/>
                <a:cs typeface="Calibri"/>
              </a:rPr>
              <a:t> </a:t>
            </a:r>
            <a:r>
              <a:rPr sz="2800" dirty="0">
                <a:latin typeface="Symbol"/>
                <a:cs typeface="Symbol"/>
              </a:rPr>
              <a:t></a:t>
            </a:r>
            <a:r>
              <a:rPr sz="2800" spc="-85" dirty="0">
                <a:latin typeface="Times New Roman"/>
                <a:cs typeface="Times New Roman"/>
              </a:rPr>
              <a:t> </a:t>
            </a:r>
            <a:r>
              <a:rPr sz="2800" b="1" dirty="0">
                <a:latin typeface="Calibri"/>
                <a:cs typeface="Calibri"/>
              </a:rPr>
              <a:t>R]</a:t>
            </a:r>
            <a:r>
              <a:rPr sz="2800" b="1" spc="-30" dirty="0">
                <a:latin typeface="Calibri"/>
                <a:cs typeface="Calibri"/>
              </a:rPr>
              <a:t> </a:t>
            </a:r>
            <a:r>
              <a:rPr sz="2800" dirty="0">
                <a:latin typeface="Symbol"/>
                <a:cs typeface="Symbol"/>
              </a:rPr>
              <a:t></a:t>
            </a:r>
            <a:r>
              <a:rPr sz="2800" spc="-90" dirty="0">
                <a:latin typeface="Times New Roman"/>
                <a:cs typeface="Times New Roman"/>
              </a:rPr>
              <a:t> </a:t>
            </a:r>
            <a:r>
              <a:rPr sz="2800" b="1" dirty="0">
                <a:latin typeface="Calibri"/>
                <a:cs typeface="Calibri"/>
              </a:rPr>
              <a:t>(x</a:t>
            </a:r>
            <a:r>
              <a:rPr sz="2800" b="1" spc="-10" dirty="0">
                <a:latin typeface="Calibri"/>
                <a:cs typeface="Calibri"/>
              </a:rPr>
              <a:t> </a:t>
            </a:r>
            <a:r>
              <a:rPr sz="2800" b="1" dirty="0">
                <a:latin typeface="Calibri"/>
                <a:cs typeface="Calibri"/>
              </a:rPr>
              <a:t>=</a:t>
            </a:r>
            <a:r>
              <a:rPr sz="2800" b="1" spc="-30" dirty="0">
                <a:latin typeface="Calibri"/>
                <a:cs typeface="Calibri"/>
              </a:rPr>
              <a:t> </a:t>
            </a:r>
            <a:r>
              <a:rPr sz="2800" b="1" spc="-25" dirty="0">
                <a:latin typeface="Calibri"/>
                <a:cs typeface="Calibri"/>
              </a:rPr>
              <a:t>y)</a:t>
            </a:r>
            <a:r>
              <a:rPr sz="2800" b="1" dirty="0">
                <a:latin typeface="Calibri"/>
                <a:cs typeface="Calibri"/>
              </a:rPr>
              <a:t>	</a:t>
            </a:r>
            <a:r>
              <a:rPr sz="2800" b="1" spc="-25" dirty="0">
                <a:latin typeface="Calibri"/>
                <a:cs typeface="Calibri"/>
              </a:rPr>
              <a:t>(*)</a:t>
            </a:r>
            <a:endParaRPr sz="2800">
              <a:latin typeface="Calibri"/>
              <a:cs typeface="Calibri"/>
            </a:endParaRPr>
          </a:p>
          <a:p>
            <a:pPr>
              <a:lnSpc>
                <a:spcPct val="100000"/>
              </a:lnSpc>
              <a:spcBef>
                <a:spcPts val="1250"/>
              </a:spcBef>
            </a:pPr>
            <a:endParaRPr sz="2800">
              <a:latin typeface="Calibri"/>
              <a:cs typeface="Calibri"/>
            </a:endParaRPr>
          </a:p>
          <a:p>
            <a:pPr marL="12700">
              <a:lnSpc>
                <a:spcPct val="100000"/>
              </a:lnSpc>
            </a:pPr>
            <a:r>
              <a:rPr sz="2800" b="1" dirty="0">
                <a:latin typeface="Calibri"/>
                <a:cs typeface="Calibri"/>
              </a:rPr>
              <a:t>Ví</a:t>
            </a:r>
            <a:r>
              <a:rPr sz="2800" b="1" spc="-20" dirty="0">
                <a:latin typeface="Calibri"/>
                <a:cs typeface="Calibri"/>
              </a:rPr>
              <a:t> </a:t>
            </a:r>
            <a:r>
              <a:rPr sz="2800" b="1" dirty="0">
                <a:latin typeface="Calibri"/>
                <a:cs typeface="Calibri"/>
              </a:rPr>
              <a:t>dụ</a:t>
            </a:r>
            <a:r>
              <a:rPr sz="2800" b="1" spc="-20" dirty="0">
                <a:latin typeface="Calibri"/>
                <a:cs typeface="Calibri"/>
              </a:rPr>
              <a:t> </a:t>
            </a:r>
            <a:r>
              <a:rPr sz="2800" b="1" dirty="0">
                <a:latin typeface="Calibri"/>
                <a:cs typeface="Calibri"/>
              </a:rPr>
              <a:t>2:</a:t>
            </a:r>
            <a:r>
              <a:rPr sz="2800" b="1" spc="-5" dirty="0">
                <a:latin typeface="Calibri"/>
                <a:cs typeface="Calibri"/>
              </a:rPr>
              <a:t> </a:t>
            </a:r>
            <a:r>
              <a:rPr sz="2800" dirty="0">
                <a:latin typeface="Calibri"/>
                <a:cs typeface="Calibri"/>
              </a:rPr>
              <a:t>Cho</a:t>
            </a:r>
            <a:r>
              <a:rPr sz="2800" spc="-15" dirty="0">
                <a:latin typeface="Calibri"/>
                <a:cs typeface="Calibri"/>
              </a:rPr>
              <a:t> </a:t>
            </a:r>
            <a:r>
              <a:rPr sz="2800" dirty="0">
                <a:latin typeface="Calibri"/>
                <a:cs typeface="Calibri"/>
              </a:rPr>
              <a:t>X</a:t>
            </a:r>
            <a:r>
              <a:rPr sz="2800" spc="-20"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{1,</a:t>
            </a:r>
            <a:r>
              <a:rPr sz="2800" spc="-15" dirty="0">
                <a:latin typeface="Calibri"/>
                <a:cs typeface="Calibri"/>
              </a:rPr>
              <a:t> </a:t>
            </a:r>
            <a:r>
              <a:rPr sz="2800" dirty="0">
                <a:latin typeface="Calibri"/>
                <a:cs typeface="Calibri"/>
              </a:rPr>
              <a:t>2,</a:t>
            </a:r>
            <a:r>
              <a:rPr sz="2800" spc="-5" dirty="0">
                <a:latin typeface="Calibri"/>
                <a:cs typeface="Calibri"/>
              </a:rPr>
              <a:t> </a:t>
            </a:r>
            <a:r>
              <a:rPr sz="2800" dirty="0">
                <a:latin typeface="Calibri"/>
                <a:cs typeface="Calibri"/>
              </a:rPr>
              <a:t>3,</a:t>
            </a:r>
            <a:r>
              <a:rPr sz="2800" spc="-15" dirty="0">
                <a:latin typeface="Calibri"/>
                <a:cs typeface="Calibri"/>
              </a:rPr>
              <a:t> </a:t>
            </a:r>
            <a:r>
              <a:rPr sz="2800" dirty="0">
                <a:latin typeface="Calibri"/>
                <a:cs typeface="Calibri"/>
              </a:rPr>
              <a:t>4}</a:t>
            </a:r>
            <a:r>
              <a:rPr sz="2800" spc="-15" dirty="0">
                <a:latin typeface="Calibri"/>
                <a:cs typeface="Calibri"/>
              </a:rPr>
              <a:t> </a:t>
            </a:r>
            <a:r>
              <a:rPr sz="2800" spc="-50" dirty="0">
                <a:latin typeface="Calibri"/>
                <a:cs typeface="Calibri"/>
              </a:rPr>
              <a:t>.</a:t>
            </a:r>
            <a:endParaRPr sz="2800">
              <a:latin typeface="Calibri"/>
              <a:cs typeface="Calibri"/>
            </a:endParaRPr>
          </a:p>
          <a:p>
            <a:pPr marL="12700">
              <a:lnSpc>
                <a:spcPct val="100000"/>
              </a:lnSpc>
              <a:spcBef>
                <a:spcPts val="710"/>
              </a:spcBef>
            </a:pPr>
            <a:r>
              <a:rPr sz="2800" dirty="0">
                <a:latin typeface="Calibri"/>
                <a:cs typeface="Calibri"/>
              </a:rPr>
              <a:t>R</a:t>
            </a:r>
            <a:r>
              <a:rPr sz="2800" spc="-25" dirty="0">
                <a:latin typeface="Calibri"/>
                <a:cs typeface="Calibri"/>
              </a:rPr>
              <a:t> </a:t>
            </a:r>
            <a:r>
              <a:rPr sz="2800" dirty="0">
                <a:latin typeface="Calibri"/>
                <a:cs typeface="Calibri"/>
              </a:rPr>
              <a:t>=</a:t>
            </a:r>
            <a:r>
              <a:rPr sz="2800" spc="-20" dirty="0">
                <a:latin typeface="Calibri"/>
                <a:cs typeface="Calibri"/>
              </a:rPr>
              <a:t> </a:t>
            </a:r>
            <a:r>
              <a:rPr sz="2800" dirty="0">
                <a:latin typeface="Calibri"/>
                <a:cs typeface="Calibri"/>
              </a:rPr>
              <a:t>{(1,</a:t>
            </a:r>
            <a:r>
              <a:rPr sz="2800" spc="-15" dirty="0">
                <a:latin typeface="Calibri"/>
                <a:cs typeface="Calibri"/>
              </a:rPr>
              <a:t> </a:t>
            </a:r>
            <a:r>
              <a:rPr sz="2800" dirty="0">
                <a:latin typeface="Calibri"/>
                <a:cs typeface="Calibri"/>
              </a:rPr>
              <a:t>2),</a:t>
            </a:r>
            <a:r>
              <a:rPr sz="2800" spc="-20" dirty="0">
                <a:latin typeface="Calibri"/>
                <a:cs typeface="Calibri"/>
              </a:rPr>
              <a:t> </a:t>
            </a:r>
            <a:r>
              <a:rPr sz="2800" dirty="0">
                <a:latin typeface="Calibri"/>
                <a:cs typeface="Calibri"/>
              </a:rPr>
              <a:t>(2,</a:t>
            </a:r>
            <a:r>
              <a:rPr sz="2800" spc="-20" dirty="0">
                <a:latin typeface="Calibri"/>
                <a:cs typeface="Calibri"/>
              </a:rPr>
              <a:t> </a:t>
            </a:r>
            <a:r>
              <a:rPr sz="2800" dirty="0">
                <a:latin typeface="Calibri"/>
                <a:cs typeface="Calibri"/>
              </a:rPr>
              <a:t>1),</a:t>
            </a:r>
            <a:r>
              <a:rPr sz="2800" spc="-15" dirty="0">
                <a:latin typeface="Calibri"/>
                <a:cs typeface="Calibri"/>
              </a:rPr>
              <a:t> </a:t>
            </a:r>
            <a:r>
              <a:rPr sz="2800" dirty="0">
                <a:latin typeface="Calibri"/>
                <a:cs typeface="Calibri"/>
              </a:rPr>
              <a:t>(1,</a:t>
            </a:r>
            <a:r>
              <a:rPr sz="2800" spc="-20" dirty="0">
                <a:latin typeface="Calibri"/>
                <a:cs typeface="Calibri"/>
              </a:rPr>
              <a:t> </a:t>
            </a:r>
            <a:r>
              <a:rPr sz="2800" dirty="0">
                <a:latin typeface="Calibri"/>
                <a:cs typeface="Calibri"/>
              </a:rPr>
              <a:t>3),</a:t>
            </a:r>
            <a:r>
              <a:rPr sz="2800" spc="-20" dirty="0">
                <a:latin typeface="Calibri"/>
                <a:cs typeface="Calibri"/>
              </a:rPr>
              <a:t> </a:t>
            </a:r>
            <a:r>
              <a:rPr sz="2800" dirty="0">
                <a:latin typeface="Calibri"/>
                <a:cs typeface="Calibri"/>
              </a:rPr>
              <a:t>(3,</a:t>
            </a:r>
            <a:r>
              <a:rPr sz="2800" spc="-15" dirty="0">
                <a:latin typeface="Calibri"/>
                <a:cs typeface="Calibri"/>
              </a:rPr>
              <a:t> </a:t>
            </a:r>
            <a:r>
              <a:rPr sz="2800" dirty="0">
                <a:latin typeface="Calibri"/>
                <a:cs typeface="Calibri"/>
              </a:rPr>
              <a:t>3),</a:t>
            </a:r>
            <a:r>
              <a:rPr sz="2800" spc="-20" dirty="0">
                <a:latin typeface="Calibri"/>
                <a:cs typeface="Calibri"/>
              </a:rPr>
              <a:t> </a:t>
            </a:r>
            <a:r>
              <a:rPr sz="2800" dirty="0">
                <a:latin typeface="Calibri"/>
                <a:cs typeface="Calibri"/>
              </a:rPr>
              <a:t>(4,</a:t>
            </a:r>
            <a:r>
              <a:rPr sz="2800" spc="-20" dirty="0">
                <a:latin typeface="Calibri"/>
                <a:cs typeface="Calibri"/>
              </a:rPr>
              <a:t> </a:t>
            </a:r>
            <a:r>
              <a:rPr sz="2800" dirty="0">
                <a:latin typeface="Calibri"/>
                <a:cs typeface="Calibri"/>
              </a:rPr>
              <a:t>4)}</a:t>
            </a:r>
            <a:r>
              <a:rPr sz="2800" spc="-5" dirty="0">
                <a:latin typeface="Calibri"/>
                <a:cs typeface="Calibri"/>
              </a:rPr>
              <a:t> </a:t>
            </a:r>
            <a:r>
              <a:rPr sz="2800" dirty="0">
                <a:latin typeface="Symbol"/>
                <a:cs typeface="Symbol"/>
              </a:rPr>
              <a:t></a:t>
            </a:r>
            <a:r>
              <a:rPr sz="2800" spc="-85" dirty="0">
                <a:latin typeface="Times New Roman"/>
                <a:cs typeface="Times New Roman"/>
              </a:rPr>
              <a:t> </a:t>
            </a:r>
            <a:r>
              <a:rPr sz="2800" spc="-20" dirty="0">
                <a:latin typeface="Calibri"/>
                <a:cs typeface="Calibri"/>
              </a:rPr>
              <a:t>XxX.</a:t>
            </a:r>
            <a:endParaRPr sz="2800">
              <a:latin typeface="Calibri"/>
              <a:cs typeface="Calibri"/>
            </a:endParaRPr>
          </a:p>
          <a:p>
            <a:pPr marL="12700">
              <a:lnSpc>
                <a:spcPct val="100000"/>
              </a:lnSpc>
              <a:spcBef>
                <a:spcPts val="635"/>
              </a:spcBef>
            </a:pPr>
            <a:r>
              <a:rPr sz="2800" dirty="0">
                <a:latin typeface="Calibri"/>
                <a:cs typeface="Calibri"/>
              </a:rPr>
              <a:t>R</a:t>
            </a:r>
            <a:r>
              <a:rPr sz="2800" spc="-40" dirty="0">
                <a:latin typeface="Calibri"/>
                <a:cs typeface="Calibri"/>
              </a:rPr>
              <a:t> </a:t>
            </a:r>
            <a:r>
              <a:rPr sz="2800" dirty="0">
                <a:latin typeface="Calibri"/>
                <a:cs typeface="Calibri"/>
              </a:rPr>
              <a:t>là</a:t>
            </a:r>
            <a:r>
              <a:rPr sz="2800" spc="-50" dirty="0">
                <a:latin typeface="Calibri"/>
                <a:cs typeface="Calibri"/>
              </a:rPr>
              <a:t> </a:t>
            </a:r>
            <a:r>
              <a:rPr sz="2800" dirty="0">
                <a:latin typeface="Calibri"/>
                <a:cs typeface="Calibri"/>
              </a:rPr>
              <a:t>phản</a:t>
            </a:r>
            <a:r>
              <a:rPr sz="2800" spc="-30" dirty="0">
                <a:latin typeface="Calibri"/>
                <a:cs typeface="Calibri"/>
              </a:rPr>
              <a:t> </a:t>
            </a:r>
            <a:r>
              <a:rPr sz="2800" dirty="0">
                <a:latin typeface="Calibri"/>
                <a:cs typeface="Calibri"/>
              </a:rPr>
              <a:t>xứng</a:t>
            </a:r>
            <a:r>
              <a:rPr sz="2800" spc="-30" dirty="0">
                <a:latin typeface="Calibri"/>
                <a:cs typeface="Calibri"/>
              </a:rPr>
              <a:t> </a:t>
            </a:r>
            <a:r>
              <a:rPr sz="2800" spc="-50" dirty="0">
                <a:latin typeface="Calibri"/>
                <a:cs typeface="Calibri"/>
              </a:rPr>
              <a:t>?</a:t>
            </a:r>
            <a:endParaRPr sz="2800">
              <a:latin typeface="Calibri"/>
              <a:cs typeface="Calibri"/>
            </a:endParaRPr>
          </a:p>
          <a:p>
            <a:pPr>
              <a:lnSpc>
                <a:spcPct val="100000"/>
              </a:lnSpc>
              <a:spcBef>
                <a:spcPts val="1325"/>
              </a:spcBef>
            </a:pPr>
            <a:endParaRPr sz="2800">
              <a:latin typeface="Calibri"/>
              <a:cs typeface="Calibri"/>
            </a:endParaRPr>
          </a:p>
          <a:p>
            <a:pPr marL="12700" marR="5080">
              <a:lnSpc>
                <a:spcPct val="100000"/>
              </a:lnSpc>
              <a:tabLst>
                <a:tab pos="3576320" algn="l"/>
                <a:tab pos="4027804" algn="l"/>
              </a:tabLst>
            </a:pPr>
            <a:r>
              <a:rPr sz="2800" dirty="0">
                <a:latin typeface="Calibri"/>
                <a:cs typeface="Calibri"/>
              </a:rPr>
              <a:t>R</a:t>
            </a:r>
            <a:r>
              <a:rPr sz="2800" spc="-40" dirty="0">
                <a:latin typeface="Calibri"/>
                <a:cs typeface="Calibri"/>
              </a:rPr>
              <a:t> </a:t>
            </a:r>
            <a:r>
              <a:rPr sz="2800" dirty="0">
                <a:latin typeface="Calibri"/>
                <a:cs typeface="Calibri"/>
              </a:rPr>
              <a:t>là</a:t>
            </a:r>
            <a:r>
              <a:rPr sz="2800" spc="-45" dirty="0">
                <a:latin typeface="Calibri"/>
                <a:cs typeface="Calibri"/>
              </a:rPr>
              <a:t> </a:t>
            </a:r>
            <a:r>
              <a:rPr sz="2800" dirty="0">
                <a:latin typeface="Calibri"/>
                <a:cs typeface="Calibri"/>
              </a:rPr>
              <a:t>KHÔNG</a:t>
            </a:r>
            <a:r>
              <a:rPr sz="2800" spc="-20" dirty="0">
                <a:latin typeface="Calibri"/>
                <a:cs typeface="Calibri"/>
              </a:rPr>
              <a:t> </a:t>
            </a:r>
            <a:r>
              <a:rPr sz="2800" dirty="0">
                <a:latin typeface="Calibri"/>
                <a:cs typeface="Calibri"/>
              </a:rPr>
              <a:t>phản</a:t>
            </a:r>
            <a:r>
              <a:rPr sz="2800" spc="-30" dirty="0">
                <a:latin typeface="Calibri"/>
                <a:cs typeface="Calibri"/>
              </a:rPr>
              <a:t> </a:t>
            </a:r>
            <a:r>
              <a:rPr sz="2800" spc="-10" dirty="0">
                <a:latin typeface="Calibri"/>
                <a:cs typeface="Calibri"/>
              </a:rPr>
              <a:t>xứng.</a:t>
            </a:r>
            <a:r>
              <a:rPr sz="2800" dirty="0">
                <a:latin typeface="Calibri"/>
                <a:cs typeface="Calibri"/>
              </a:rPr>
              <a:t>	</a:t>
            </a:r>
            <a:r>
              <a:rPr sz="2800" spc="-25" dirty="0">
                <a:latin typeface="Calibri"/>
                <a:cs typeface="Calibri"/>
              </a:rPr>
              <a:t>Vì</a:t>
            </a:r>
            <a:r>
              <a:rPr sz="2800" dirty="0">
                <a:latin typeface="Calibri"/>
                <a:cs typeface="Calibri"/>
              </a:rPr>
              <a:t>	có</a:t>
            </a:r>
            <a:r>
              <a:rPr sz="2800" spc="10" dirty="0">
                <a:latin typeface="Calibri"/>
                <a:cs typeface="Calibri"/>
              </a:rPr>
              <a:t> </a:t>
            </a:r>
            <a:r>
              <a:rPr sz="2800" dirty="0">
                <a:latin typeface="Calibri"/>
                <a:cs typeface="Calibri"/>
              </a:rPr>
              <a:t>x</a:t>
            </a:r>
            <a:r>
              <a:rPr sz="2800" spc="-30"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1</a:t>
            </a:r>
            <a:r>
              <a:rPr sz="2800" spc="-25" dirty="0">
                <a:latin typeface="Calibri"/>
                <a:cs typeface="Calibri"/>
              </a:rPr>
              <a:t> </a:t>
            </a:r>
            <a:r>
              <a:rPr sz="2800" dirty="0">
                <a:latin typeface="Symbol"/>
                <a:cs typeface="Symbol"/>
              </a:rPr>
              <a:t></a:t>
            </a:r>
            <a:r>
              <a:rPr sz="2800" spc="-80" dirty="0">
                <a:latin typeface="Times New Roman"/>
                <a:cs typeface="Times New Roman"/>
              </a:rPr>
              <a:t> </a:t>
            </a:r>
            <a:r>
              <a:rPr sz="2800" dirty="0">
                <a:latin typeface="Calibri"/>
                <a:cs typeface="Calibri"/>
              </a:rPr>
              <a:t>X,</a:t>
            </a:r>
            <a:r>
              <a:rPr sz="2800" spc="-25" dirty="0">
                <a:latin typeface="Calibri"/>
                <a:cs typeface="Calibri"/>
              </a:rPr>
              <a:t> </a:t>
            </a:r>
            <a:r>
              <a:rPr sz="2800" dirty="0">
                <a:latin typeface="Calibri"/>
                <a:cs typeface="Calibri"/>
              </a:rPr>
              <a:t>y=2</a:t>
            </a:r>
            <a:r>
              <a:rPr sz="2800" spc="-10" dirty="0">
                <a:latin typeface="Calibri"/>
                <a:cs typeface="Calibri"/>
              </a:rPr>
              <a:t> </a:t>
            </a:r>
            <a:r>
              <a:rPr sz="2800" dirty="0">
                <a:latin typeface="Symbol"/>
                <a:cs typeface="Symbol"/>
              </a:rPr>
              <a:t></a:t>
            </a:r>
            <a:r>
              <a:rPr sz="2800" spc="-80" dirty="0">
                <a:latin typeface="Times New Roman"/>
                <a:cs typeface="Times New Roman"/>
              </a:rPr>
              <a:t> </a:t>
            </a:r>
            <a:r>
              <a:rPr sz="2800" dirty="0">
                <a:latin typeface="Calibri"/>
                <a:cs typeface="Calibri"/>
              </a:rPr>
              <a:t>X,</a:t>
            </a:r>
            <a:r>
              <a:rPr sz="2800" spc="-25" dirty="0">
                <a:latin typeface="Calibri"/>
                <a:cs typeface="Calibri"/>
              </a:rPr>
              <a:t> </a:t>
            </a:r>
            <a:r>
              <a:rPr sz="2800" dirty="0">
                <a:latin typeface="Calibri"/>
                <a:cs typeface="Calibri"/>
              </a:rPr>
              <a:t>ta</a:t>
            </a:r>
            <a:r>
              <a:rPr sz="2800" spc="-25" dirty="0">
                <a:latin typeface="Calibri"/>
                <a:cs typeface="Calibri"/>
              </a:rPr>
              <a:t> có </a:t>
            </a:r>
            <a:r>
              <a:rPr sz="2800" dirty="0">
                <a:latin typeface="Calibri"/>
                <a:cs typeface="Calibri"/>
              </a:rPr>
              <a:t>(1,</a:t>
            </a:r>
            <a:r>
              <a:rPr sz="2800" spc="-25" dirty="0">
                <a:latin typeface="Calibri"/>
                <a:cs typeface="Calibri"/>
              </a:rPr>
              <a:t> </a:t>
            </a:r>
            <a:r>
              <a:rPr sz="2800" dirty="0">
                <a:latin typeface="Calibri"/>
                <a:cs typeface="Calibri"/>
              </a:rPr>
              <a:t>2)</a:t>
            </a:r>
            <a:r>
              <a:rPr sz="2800" spc="-10" dirty="0">
                <a:latin typeface="Calibri"/>
                <a:cs typeface="Calibri"/>
              </a:rPr>
              <a:t> </a:t>
            </a:r>
            <a:r>
              <a:rPr sz="2800" dirty="0">
                <a:latin typeface="Symbol"/>
                <a:cs typeface="Symbol"/>
              </a:rPr>
              <a:t></a:t>
            </a:r>
            <a:r>
              <a:rPr sz="2800" spc="-85" dirty="0">
                <a:latin typeface="Times New Roman"/>
                <a:cs typeface="Times New Roman"/>
              </a:rPr>
              <a:t> </a:t>
            </a:r>
            <a:r>
              <a:rPr sz="2800" dirty="0">
                <a:latin typeface="Calibri"/>
                <a:cs typeface="Calibri"/>
              </a:rPr>
              <a:t>R</a:t>
            </a:r>
            <a:r>
              <a:rPr sz="2800" spc="-30" dirty="0">
                <a:latin typeface="Calibri"/>
                <a:cs typeface="Calibri"/>
              </a:rPr>
              <a:t> </a:t>
            </a:r>
            <a:r>
              <a:rPr sz="2800" dirty="0">
                <a:latin typeface="Calibri"/>
                <a:cs typeface="Calibri"/>
              </a:rPr>
              <a:t>ĐÚNG</a:t>
            </a:r>
            <a:r>
              <a:rPr sz="2800" spc="-30" dirty="0">
                <a:latin typeface="Calibri"/>
                <a:cs typeface="Calibri"/>
              </a:rPr>
              <a:t> </a:t>
            </a:r>
            <a:r>
              <a:rPr sz="2800" dirty="0">
                <a:latin typeface="Calibri"/>
                <a:cs typeface="Calibri"/>
              </a:rPr>
              <a:t>,</a:t>
            </a:r>
            <a:r>
              <a:rPr sz="2800" spc="-20" dirty="0">
                <a:latin typeface="Calibri"/>
                <a:cs typeface="Calibri"/>
              </a:rPr>
              <a:t> </a:t>
            </a:r>
            <a:r>
              <a:rPr sz="2800" dirty="0">
                <a:latin typeface="Calibri"/>
                <a:cs typeface="Calibri"/>
              </a:rPr>
              <a:t>(2,</a:t>
            </a:r>
            <a:r>
              <a:rPr sz="2800" spc="-20" dirty="0">
                <a:latin typeface="Calibri"/>
                <a:cs typeface="Calibri"/>
              </a:rPr>
              <a:t> </a:t>
            </a:r>
            <a:r>
              <a:rPr sz="2800" dirty="0">
                <a:latin typeface="Calibri"/>
                <a:cs typeface="Calibri"/>
              </a:rPr>
              <a:t>1)</a:t>
            </a:r>
            <a:r>
              <a:rPr sz="2800" spc="-20" dirty="0">
                <a:latin typeface="Calibri"/>
                <a:cs typeface="Calibri"/>
              </a:rPr>
              <a:t> </a:t>
            </a:r>
            <a:r>
              <a:rPr sz="2800" dirty="0">
                <a:latin typeface="Symbol"/>
                <a:cs typeface="Symbol"/>
              </a:rPr>
              <a:t></a:t>
            </a:r>
            <a:r>
              <a:rPr sz="2800" spc="-85" dirty="0">
                <a:latin typeface="Times New Roman"/>
                <a:cs typeface="Times New Roman"/>
              </a:rPr>
              <a:t> </a:t>
            </a:r>
            <a:r>
              <a:rPr sz="2800" dirty="0">
                <a:latin typeface="Calibri"/>
                <a:cs typeface="Calibri"/>
              </a:rPr>
              <a:t>R</a:t>
            </a:r>
            <a:r>
              <a:rPr sz="2800" spc="-20" dirty="0">
                <a:latin typeface="Calibri"/>
                <a:cs typeface="Calibri"/>
              </a:rPr>
              <a:t> </a:t>
            </a:r>
            <a:r>
              <a:rPr sz="2800" dirty="0">
                <a:latin typeface="Calibri"/>
                <a:cs typeface="Calibri"/>
              </a:rPr>
              <a:t>ĐÚNG</a:t>
            </a:r>
            <a:r>
              <a:rPr sz="2800" spc="-25" dirty="0">
                <a:latin typeface="Calibri"/>
                <a:cs typeface="Calibri"/>
              </a:rPr>
              <a:t> </a:t>
            </a:r>
            <a:r>
              <a:rPr sz="2800" dirty="0">
                <a:latin typeface="Calibri"/>
                <a:cs typeface="Calibri"/>
              </a:rPr>
              <a:t>và</a:t>
            </a:r>
            <a:r>
              <a:rPr sz="2800" spc="-35" dirty="0">
                <a:latin typeface="Calibri"/>
                <a:cs typeface="Calibri"/>
              </a:rPr>
              <a:t> </a:t>
            </a:r>
            <a:r>
              <a:rPr sz="2800" dirty="0">
                <a:latin typeface="Calibri"/>
                <a:cs typeface="Calibri"/>
              </a:rPr>
              <a:t>1=2</a:t>
            </a:r>
            <a:r>
              <a:rPr sz="2800" spc="-15" dirty="0">
                <a:latin typeface="Calibri"/>
                <a:cs typeface="Calibri"/>
              </a:rPr>
              <a:t> </a:t>
            </a:r>
            <a:r>
              <a:rPr sz="2800" spc="-25" dirty="0">
                <a:latin typeface="Calibri"/>
                <a:cs typeface="Calibri"/>
              </a:rPr>
              <a:t>SAI</a:t>
            </a:r>
            <a:endParaRPr sz="2800">
              <a:latin typeface="Calibri"/>
              <a:cs typeface="Calibri"/>
            </a:endParaRPr>
          </a:p>
          <a:p>
            <a:pPr marL="404495" algn="ctr">
              <a:lnSpc>
                <a:spcPct val="100000"/>
              </a:lnSpc>
              <a:spcBef>
                <a:spcPts val="675"/>
              </a:spcBef>
            </a:pPr>
            <a:r>
              <a:rPr sz="2800" b="1" dirty="0">
                <a:latin typeface="Calibri"/>
                <a:cs typeface="Calibri"/>
              </a:rPr>
              <a:t>[(x,</a:t>
            </a:r>
            <a:r>
              <a:rPr sz="2800" b="1" spc="-20" dirty="0">
                <a:latin typeface="Calibri"/>
                <a:cs typeface="Calibri"/>
              </a:rPr>
              <a:t> </a:t>
            </a:r>
            <a:r>
              <a:rPr sz="2800" b="1" dirty="0">
                <a:latin typeface="Calibri"/>
                <a:cs typeface="Calibri"/>
              </a:rPr>
              <a:t>y)</a:t>
            </a:r>
            <a:r>
              <a:rPr sz="2800" b="1" spc="-25" dirty="0">
                <a:latin typeface="Calibri"/>
                <a:cs typeface="Calibri"/>
              </a:rPr>
              <a:t> </a:t>
            </a:r>
            <a:r>
              <a:rPr sz="2800" dirty="0">
                <a:latin typeface="Symbol"/>
                <a:cs typeface="Symbol"/>
              </a:rPr>
              <a:t></a:t>
            </a:r>
            <a:r>
              <a:rPr sz="2800" spc="-85" dirty="0">
                <a:latin typeface="Times New Roman"/>
                <a:cs typeface="Times New Roman"/>
              </a:rPr>
              <a:t> </a:t>
            </a:r>
            <a:r>
              <a:rPr sz="2800" b="1" dirty="0">
                <a:latin typeface="Calibri"/>
                <a:cs typeface="Calibri"/>
              </a:rPr>
              <a:t>R</a:t>
            </a:r>
            <a:r>
              <a:rPr sz="2800" b="1" spc="-35" dirty="0">
                <a:latin typeface="Calibri"/>
                <a:cs typeface="Calibri"/>
              </a:rPr>
              <a:t> </a:t>
            </a:r>
            <a:r>
              <a:rPr sz="2800" dirty="0">
                <a:latin typeface="Symbol"/>
                <a:cs typeface="Symbol"/>
              </a:rPr>
              <a:t></a:t>
            </a:r>
            <a:r>
              <a:rPr sz="2800" spc="-90" dirty="0">
                <a:latin typeface="Times New Roman"/>
                <a:cs typeface="Times New Roman"/>
              </a:rPr>
              <a:t> </a:t>
            </a:r>
            <a:r>
              <a:rPr sz="2800" b="1" spc="-20" dirty="0">
                <a:latin typeface="Calibri"/>
                <a:cs typeface="Calibri"/>
              </a:rPr>
              <a:t>(y, </a:t>
            </a:r>
            <a:r>
              <a:rPr sz="2800" b="1" dirty="0">
                <a:latin typeface="Calibri"/>
                <a:cs typeface="Calibri"/>
              </a:rPr>
              <a:t>x)</a:t>
            </a:r>
            <a:r>
              <a:rPr sz="2800" b="1" spc="-25" dirty="0">
                <a:latin typeface="Calibri"/>
                <a:cs typeface="Calibri"/>
              </a:rPr>
              <a:t> </a:t>
            </a:r>
            <a:r>
              <a:rPr sz="2800" dirty="0">
                <a:latin typeface="Symbol"/>
                <a:cs typeface="Symbol"/>
              </a:rPr>
              <a:t></a:t>
            </a:r>
            <a:r>
              <a:rPr sz="2800" spc="-85" dirty="0">
                <a:latin typeface="Times New Roman"/>
                <a:cs typeface="Times New Roman"/>
              </a:rPr>
              <a:t> </a:t>
            </a:r>
            <a:r>
              <a:rPr sz="2800" b="1" dirty="0">
                <a:latin typeface="Calibri"/>
                <a:cs typeface="Calibri"/>
              </a:rPr>
              <a:t>R]</a:t>
            </a:r>
            <a:r>
              <a:rPr sz="2800" b="1" spc="-30" dirty="0">
                <a:latin typeface="Calibri"/>
                <a:cs typeface="Calibri"/>
              </a:rPr>
              <a:t> </a:t>
            </a:r>
            <a:r>
              <a:rPr sz="2800" dirty="0">
                <a:latin typeface="Symbol"/>
                <a:cs typeface="Symbol"/>
              </a:rPr>
              <a:t></a:t>
            </a:r>
            <a:r>
              <a:rPr sz="2800" spc="-85" dirty="0">
                <a:latin typeface="Times New Roman"/>
                <a:cs typeface="Times New Roman"/>
              </a:rPr>
              <a:t> </a:t>
            </a:r>
            <a:r>
              <a:rPr sz="2800" b="1" dirty="0">
                <a:latin typeface="Calibri"/>
                <a:cs typeface="Calibri"/>
              </a:rPr>
              <a:t>(x</a:t>
            </a:r>
            <a:r>
              <a:rPr sz="2800" b="1" spc="-25" dirty="0">
                <a:latin typeface="Calibri"/>
                <a:cs typeface="Calibri"/>
              </a:rPr>
              <a:t> </a:t>
            </a:r>
            <a:r>
              <a:rPr sz="2800" b="1" dirty="0">
                <a:latin typeface="Calibri"/>
                <a:cs typeface="Calibri"/>
              </a:rPr>
              <a:t>=</a:t>
            </a:r>
            <a:r>
              <a:rPr sz="2800" b="1" spc="-20" dirty="0">
                <a:latin typeface="Calibri"/>
                <a:cs typeface="Calibri"/>
              </a:rPr>
              <a:t> </a:t>
            </a:r>
            <a:r>
              <a:rPr sz="2800" b="1" dirty="0">
                <a:latin typeface="Calibri"/>
                <a:cs typeface="Calibri"/>
              </a:rPr>
              <a:t>y)</a:t>
            </a:r>
            <a:r>
              <a:rPr sz="2800" b="1" spc="-30" dirty="0">
                <a:latin typeface="Calibri"/>
                <a:cs typeface="Calibri"/>
              </a:rPr>
              <a:t> </a:t>
            </a:r>
            <a:r>
              <a:rPr sz="2800" b="1" spc="-20" dirty="0">
                <a:latin typeface="Calibri"/>
                <a:cs typeface="Calibri"/>
              </a:rPr>
              <a:t>SAI.</a:t>
            </a:r>
            <a:endParaRPr sz="2800">
              <a:latin typeface="Calibri"/>
              <a:cs typeface="Calibri"/>
            </a:endParaRPr>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20040" y="395986"/>
            <a:ext cx="8383270" cy="4890770"/>
          </a:xfrm>
          <a:prstGeom prst="rect">
            <a:avLst/>
          </a:prstGeom>
        </p:spPr>
        <p:txBody>
          <a:bodyPr vert="horz" wrap="square" lIns="0" tIns="12065" rIns="0" bIns="0" rtlCol="0">
            <a:spAutoFit/>
          </a:bodyPr>
          <a:lstStyle/>
          <a:p>
            <a:pPr marL="780415">
              <a:lnSpc>
                <a:spcPct val="100000"/>
              </a:lnSpc>
              <a:spcBef>
                <a:spcPts val="95"/>
              </a:spcBef>
              <a:tabLst>
                <a:tab pos="7245984" algn="l"/>
              </a:tabLst>
            </a:pPr>
            <a:r>
              <a:rPr sz="2800" dirty="0">
                <a:latin typeface="Symbol"/>
                <a:cs typeface="Symbol"/>
              </a:rPr>
              <a:t></a:t>
            </a:r>
            <a:r>
              <a:rPr sz="2800" b="1" dirty="0">
                <a:latin typeface="Calibri"/>
                <a:cs typeface="Calibri"/>
              </a:rPr>
              <a:t>x,</a:t>
            </a:r>
            <a:r>
              <a:rPr sz="2800" b="1" spc="-35" dirty="0">
                <a:latin typeface="Calibri"/>
                <a:cs typeface="Calibri"/>
              </a:rPr>
              <a:t> </a:t>
            </a:r>
            <a:r>
              <a:rPr sz="2800" b="1" dirty="0">
                <a:latin typeface="Calibri"/>
                <a:cs typeface="Calibri"/>
              </a:rPr>
              <a:t>y</a:t>
            </a:r>
            <a:r>
              <a:rPr sz="2800" b="1" spc="-20" dirty="0">
                <a:latin typeface="Calibri"/>
                <a:cs typeface="Calibri"/>
              </a:rPr>
              <a:t> </a:t>
            </a:r>
            <a:r>
              <a:rPr sz="2800" dirty="0">
                <a:latin typeface="Symbol"/>
                <a:cs typeface="Symbol"/>
              </a:rPr>
              <a:t></a:t>
            </a:r>
            <a:r>
              <a:rPr sz="2800" spc="-85" dirty="0">
                <a:latin typeface="Times New Roman"/>
                <a:cs typeface="Times New Roman"/>
              </a:rPr>
              <a:t> </a:t>
            </a:r>
            <a:r>
              <a:rPr sz="2800" b="1" dirty="0">
                <a:latin typeface="Calibri"/>
                <a:cs typeface="Calibri"/>
              </a:rPr>
              <a:t>X,</a:t>
            </a:r>
            <a:r>
              <a:rPr sz="2800" b="1" spc="-30" dirty="0">
                <a:latin typeface="Calibri"/>
                <a:cs typeface="Calibri"/>
              </a:rPr>
              <a:t> </a:t>
            </a:r>
            <a:r>
              <a:rPr sz="2800" b="1" dirty="0">
                <a:latin typeface="Calibri"/>
                <a:cs typeface="Calibri"/>
              </a:rPr>
              <a:t>[(x,</a:t>
            </a:r>
            <a:r>
              <a:rPr sz="2800" b="1" spc="-15" dirty="0">
                <a:latin typeface="Calibri"/>
                <a:cs typeface="Calibri"/>
              </a:rPr>
              <a:t> </a:t>
            </a:r>
            <a:r>
              <a:rPr sz="2800" b="1" dirty="0">
                <a:latin typeface="Calibri"/>
                <a:cs typeface="Calibri"/>
              </a:rPr>
              <a:t>y)</a:t>
            </a:r>
            <a:r>
              <a:rPr sz="2800" b="1" spc="-10" dirty="0">
                <a:latin typeface="Calibri"/>
                <a:cs typeface="Calibri"/>
              </a:rPr>
              <a:t> </a:t>
            </a:r>
            <a:r>
              <a:rPr sz="2800" dirty="0">
                <a:latin typeface="Symbol"/>
                <a:cs typeface="Symbol"/>
              </a:rPr>
              <a:t></a:t>
            </a:r>
            <a:r>
              <a:rPr sz="2800" spc="-85" dirty="0">
                <a:latin typeface="Times New Roman"/>
                <a:cs typeface="Times New Roman"/>
              </a:rPr>
              <a:t> </a:t>
            </a:r>
            <a:r>
              <a:rPr sz="2800" b="1" dirty="0">
                <a:latin typeface="Calibri"/>
                <a:cs typeface="Calibri"/>
              </a:rPr>
              <a:t>R</a:t>
            </a:r>
            <a:r>
              <a:rPr sz="2800" b="1" spc="-25" dirty="0">
                <a:latin typeface="Calibri"/>
                <a:cs typeface="Calibri"/>
              </a:rPr>
              <a:t> </a:t>
            </a:r>
            <a:r>
              <a:rPr sz="2800" dirty="0">
                <a:latin typeface="Symbol"/>
                <a:cs typeface="Symbol"/>
              </a:rPr>
              <a:t></a:t>
            </a:r>
            <a:r>
              <a:rPr sz="2800" spc="-90" dirty="0">
                <a:latin typeface="Times New Roman"/>
                <a:cs typeface="Times New Roman"/>
              </a:rPr>
              <a:t> </a:t>
            </a:r>
            <a:r>
              <a:rPr sz="2800" b="1" spc="-25" dirty="0">
                <a:latin typeface="Calibri"/>
                <a:cs typeface="Calibri"/>
              </a:rPr>
              <a:t>(y,</a:t>
            </a:r>
            <a:r>
              <a:rPr sz="2800" b="1" spc="-35" dirty="0">
                <a:latin typeface="Calibri"/>
                <a:cs typeface="Calibri"/>
              </a:rPr>
              <a:t> </a:t>
            </a:r>
            <a:r>
              <a:rPr sz="2800" b="1" dirty="0">
                <a:latin typeface="Calibri"/>
                <a:cs typeface="Calibri"/>
              </a:rPr>
              <a:t>x)</a:t>
            </a:r>
            <a:r>
              <a:rPr sz="2800" b="1" spc="-5" dirty="0">
                <a:latin typeface="Calibri"/>
                <a:cs typeface="Calibri"/>
              </a:rPr>
              <a:t> </a:t>
            </a:r>
            <a:r>
              <a:rPr sz="2800" dirty="0">
                <a:latin typeface="Symbol"/>
                <a:cs typeface="Symbol"/>
              </a:rPr>
              <a:t></a:t>
            </a:r>
            <a:r>
              <a:rPr sz="2800" spc="-85" dirty="0">
                <a:latin typeface="Times New Roman"/>
                <a:cs typeface="Times New Roman"/>
              </a:rPr>
              <a:t> </a:t>
            </a:r>
            <a:r>
              <a:rPr sz="2800" b="1" dirty="0">
                <a:latin typeface="Calibri"/>
                <a:cs typeface="Calibri"/>
              </a:rPr>
              <a:t>R]</a:t>
            </a:r>
            <a:r>
              <a:rPr sz="2800" b="1" spc="-30" dirty="0">
                <a:latin typeface="Calibri"/>
                <a:cs typeface="Calibri"/>
              </a:rPr>
              <a:t> </a:t>
            </a:r>
            <a:r>
              <a:rPr sz="2800" dirty="0">
                <a:latin typeface="Symbol"/>
                <a:cs typeface="Symbol"/>
              </a:rPr>
              <a:t></a:t>
            </a:r>
            <a:r>
              <a:rPr sz="2800" spc="-90" dirty="0">
                <a:latin typeface="Times New Roman"/>
                <a:cs typeface="Times New Roman"/>
              </a:rPr>
              <a:t> </a:t>
            </a:r>
            <a:r>
              <a:rPr sz="2800" b="1" dirty="0">
                <a:latin typeface="Calibri"/>
                <a:cs typeface="Calibri"/>
              </a:rPr>
              <a:t>(x</a:t>
            </a:r>
            <a:r>
              <a:rPr sz="2800" b="1" spc="-10" dirty="0">
                <a:latin typeface="Calibri"/>
                <a:cs typeface="Calibri"/>
              </a:rPr>
              <a:t> </a:t>
            </a:r>
            <a:r>
              <a:rPr sz="2800" b="1" dirty="0">
                <a:latin typeface="Calibri"/>
                <a:cs typeface="Calibri"/>
              </a:rPr>
              <a:t>=</a:t>
            </a:r>
            <a:r>
              <a:rPr sz="2800" b="1" spc="-30" dirty="0">
                <a:latin typeface="Calibri"/>
                <a:cs typeface="Calibri"/>
              </a:rPr>
              <a:t> </a:t>
            </a:r>
            <a:r>
              <a:rPr sz="2800" b="1" spc="-25" dirty="0">
                <a:latin typeface="Calibri"/>
                <a:cs typeface="Calibri"/>
              </a:rPr>
              <a:t>y)</a:t>
            </a:r>
            <a:r>
              <a:rPr sz="2800" b="1" dirty="0">
                <a:latin typeface="Calibri"/>
                <a:cs typeface="Calibri"/>
              </a:rPr>
              <a:t>	</a:t>
            </a:r>
            <a:r>
              <a:rPr sz="2800" b="1" spc="-25" dirty="0">
                <a:latin typeface="Calibri"/>
                <a:cs typeface="Calibri"/>
              </a:rPr>
              <a:t>(*)</a:t>
            </a:r>
            <a:endParaRPr sz="2800">
              <a:latin typeface="Calibri"/>
              <a:cs typeface="Calibri"/>
            </a:endParaRPr>
          </a:p>
          <a:p>
            <a:pPr>
              <a:lnSpc>
                <a:spcPct val="100000"/>
              </a:lnSpc>
              <a:spcBef>
                <a:spcPts val="1285"/>
              </a:spcBef>
            </a:pPr>
            <a:endParaRPr sz="2800">
              <a:latin typeface="Calibri"/>
              <a:cs typeface="Calibri"/>
            </a:endParaRPr>
          </a:p>
          <a:p>
            <a:pPr marL="76200" algn="just">
              <a:lnSpc>
                <a:spcPct val="100000"/>
              </a:lnSpc>
            </a:pPr>
            <a:r>
              <a:rPr sz="2800" b="1" dirty="0">
                <a:latin typeface="Calibri"/>
                <a:cs typeface="Calibri"/>
              </a:rPr>
              <a:t>Ví</a:t>
            </a:r>
            <a:r>
              <a:rPr sz="2800" b="1" spc="-15" dirty="0">
                <a:latin typeface="Calibri"/>
                <a:cs typeface="Calibri"/>
              </a:rPr>
              <a:t> </a:t>
            </a:r>
            <a:r>
              <a:rPr sz="2800" b="1" dirty="0">
                <a:latin typeface="Calibri"/>
                <a:cs typeface="Calibri"/>
              </a:rPr>
              <a:t>dụ</a:t>
            </a:r>
            <a:r>
              <a:rPr sz="2800" b="1" spc="-10" dirty="0">
                <a:latin typeface="Calibri"/>
                <a:cs typeface="Calibri"/>
              </a:rPr>
              <a:t> </a:t>
            </a:r>
            <a:r>
              <a:rPr sz="2800" b="1" dirty="0">
                <a:latin typeface="Calibri"/>
                <a:cs typeface="Calibri"/>
              </a:rPr>
              <a:t>3:</a:t>
            </a:r>
            <a:r>
              <a:rPr sz="2800" b="1" spc="5" dirty="0">
                <a:latin typeface="Calibri"/>
                <a:cs typeface="Calibri"/>
              </a:rPr>
              <a:t> </a:t>
            </a:r>
            <a:r>
              <a:rPr sz="2800" dirty="0">
                <a:latin typeface="Calibri"/>
                <a:cs typeface="Calibri"/>
              </a:rPr>
              <a:t>Cho</a:t>
            </a:r>
            <a:r>
              <a:rPr sz="2800" spc="-5" dirty="0">
                <a:latin typeface="Calibri"/>
                <a:cs typeface="Calibri"/>
              </a:rPr>
              <a:t> </a:t>
            </a:r>
            <a:r>
              <a:rPr sz="2800" dirty="0">
                <a:latin typeface="Calibri"/>
                <a:cs typeface="Calibri"/>
              </a:rPr>
              <a:t>X</a:t>
            </a:r>
            <a:r>
              <a:rPr sz="2800" spc="-15" dirty="0">
                <a:latin typeface="Calibri"/>
                <a:cs typeface="Calibri"/>
              </a:rPr>
              <a:t> </a:t>
            </a:r>
            <a:r>
              <a:rPr sz="2800" dirty="0">
                <a:latin typeface="Calibri"/>
                <a:cs typeface="Calibri"/>
              </a:rPr>
              <a:t>=</a:t>
            </a:r>
            <a:r>
              <a:rPr sz="2800" spc="15" dirty="0">
                <a:latin typeface="Calibri"/>
                <a:cs typeface="Calibri"/>
              </a:rPr>
              <a:t> </a:t>
            </a:r>
            <a:r>
              <a:rPr sz="2800" dirty="0">
                <a:latin typeface="Cambria Math"/>
                <a:cs typeface="Cambria Math"/>
              </a:rPr>
              <a:t>ℕ</a:t>
            </a:r>
            <a:r>
              <a:rPr sz="2800" spc="5" dirty="0">
                <a:latin typeface="Cambria Math"/>
                <a:cs typeface="Cambria Math"/>
              </a:rPr>
              <a:t> </a:t>
            </a:r>
            <a:r>
              <a:rPr sz="2800" dirty="0">
                <a:latin typeface="Calibri"/>
                <a:cs typeface="Calibri"/>
              </a:rPr>
              <a:t>. x</a:t>
            </a:r>
            <a:r>
              <a:rPr sz="2800" spc="-5" dirty="0">
                <a:latin typeface="Calibri"/>
                <a:cs typeface="Calibri"/>
              </a:rPr>
              <a:t> </a:t>
            </a:r>
            <a:r>
              <a:rPr sz="2800" dirty="0">
                <a:latin typeface="Calibri"/>
                <a:cs typeface="Calibri"/>
              </a:rPr>
              <a:t>R</a:t>
            </a:r>
            <a:r>
              <a:rPr sz="2800" spc="-5" dirty="0">
                <a:latin typeface="Calibri"/>
                <a:cs typeface="Calibri"/>
              </a:rPr>
              <a:t> </a:t>
            </a:r>
            <a:r>
              <a:rPr sz="2800" dirty="0">
                <a:latin typeface="Calibri"/>
                <a:cs typeface="Calibri"/>
              </a:rPr>
              <a:t>y </a:t>
            </a:r>
            <a:r>
              <a:rPr sz="2800" dirty="0">
                <a:latin typeface="Symbol"/>
                <a:cs typeface="Symbol"/>
              </a:rPr>
              <a:t></a:t>
            </a:r>
            <a:r>
              <a:rPr sz="2800" spc="-85" dirty="0">
                <a:latin typeface="Times New Roman"/>
                <a:cs typeface="Times New Roman"/>
              </a:rPr>
              <a:t> </a:t>
            </a:r>
            <a:r>
              <a:rPr sz="2800" dirty="0">
                <a:latin typeface="Calibri"/>
                <a:cs typeface="Calibri"/>
              </a:rPr>
              <a:t>x</a:t>
            </a:r>
            <a:r>
              <a:rPr sz="2800" spc="-5" dirty="0">
                <a:latin typeface="Calibri"/>
                <a:cs typeface="Calibri"/>
              </a:rPr>
              <a:t> </a:t>
            </a:r>
            <a:r>
              <a:rPr sz="2800" dirty="0">
                <a:latin typeface="Calibri"/>
                <a:cs typeface="Calibri"/>
              </a:rPr>
              <a:t>=</a:t>
            </a:r>
            <a:r>
              <a:rPr sz="2800" spc="-15" dirty="0">
                <a:latin typeface="Calibri"/>
                <a:cs typeface="Calibri"/>
              </a:rPr>
              <a:t> </a:t>
            </a:r>
            <a:r>
              <a:rPr sz="2800" spc="-25" dirty="0">
                <a:latin typeface="Calibri"/>
                <a:cs typeface="Calibri"/>
              </a:rPr>
              <a:t>y</a:t>
            </a:r>
            <a:r>
              <a:rPr sz="2775" spc="-37" baseline="25525" dirty="0">
                <a:latin typeface="Calibri"/>
                <a:cs typeface="Calibri"/>
              </a:rPr>
              <a:t>2</a:t>
            </a:r>
            <a:r>
              <a:rPr sz="2800" spc="-25" dirty="0">
                <a:latin typeface="Calibri"/>
                <a:cs typeface="Calibri"/>
              </a:rPr>
              <a:t>.</a:t>
            </a:r>
            <a:endParaRPr sz="2800">
              <a:latin typeface="Calibri"/>
              <a:cs typeface="Calibri"/>
            </a:endParaRPr>
          </a:p>
          <a:p>
            <a:pPr>
              <a:lnSpc>
                <a:spcPct val="100000"/>
              </a:lnSpc>
              <a:spcBef>
                <a:spcPts val="1255"/>
              </a:spcBef>
            </a:pPr>
            <a:endParaRPr sz="2800">
              <a:latin typeface="Calibri"/>
              <a:cs typeface="Calibri"/>
            </a:endParaRPr>
          </a:p>
          <a:p>
            <a:pPr marL="76200" algn="just">
              <a:lnSpc>
                <a:spcPct val="100000"/>
              </a:lnSpc>
            </a:pPr>
            <a:r>
              <a:rPr sz="2800" b="1" dirty="0">
                <a:latin typeface="Calibri"/>
                <a:cs typeface="Calibri"/>
              </a:rPr>
              <a:t>R</a:t>
            </a:r>
            <a:r>
              <a:rPr sz="2800" b="1" spc="-55" dirty="0">
                <a:latin typeface="Calibri"/>
                <a:cs typeface="Calibri"/>
              </a:rPr>
              <a:t> </a:t>
            </a:r>
            <a:r>
              <a:rPr sz="2800" b="1" dirty="0">
                <a:latin typeface="Calibri"/>
                <a:cs typeface="Calibri"/>
              </a:rPr>
              <a:t>là</a:t>
            </a:r>
            <a:r>
              <a:rPr sz="2800" b="1" spc="-35" dirty="0">
                <a:latin typeface="Calibri"/>
                <a:cs typeface="Calibri"/>
              </a:rPr>
              <a:t> </a:t>
            </a:r>
            <a:r>
              <a:rPr sz="2800" b="1" dirty="0">
                <a:latin typeface="Calibri"/>
                <a:cs typeface="Calibri"/>
              </a:rPr>
              <a:t>phản</a:t>
            </a:r>
            <a:r>
              <a:rPr sz="2800" b="1" spc="-40" dirty="0">
                <a:latin typeface="Calibri"/>
                <a:cs typeface="Calibri"/>
              </a:rPr>
              <a:t> </a:t>
            </a:r>
            <a:r>
              <a:rPr sz="2800" b="1" dirty="0">
                <a:latin typeface="Calibri"/>
                <a:cs typeface="Calibri"/>
              </a:rPr>
              <a:t>xứng</a:t>
            </a:r>
            <a:r>
              <a:rPr sz="2800" b="1" spc="-40" dirty="0">
                <a:latin typeface="Calibri"/>
                <a:cs typeface="Calibri"/>
              </a:rPr>
              <a:t> </a:t>
            </a:r>
            <a:r>
              <a:rPr sz="2800" b="1" spc="-50" dirty="0">
                <a:latin typeface="Calibri"/>
                <a:cs typeface="Calibri"/>
              </a:rPr>
              <a:t>?</a:t>
            </a:r>
            <a:endParaRPr sz="2800">
              <a:latin typeface="Calibri"/>
              <a:cs typeface="Calibri"/>
            </a:endParaRPr>
          </a:p>
          <a:p>
            <a:pPr>
              <a:lnSpc>
                <a:spcPct val="100000"/>
              </a:lnSpc>
              <a:spcBef>
                <a:spcPts val="1340"/>
              </a:spcBef>
            </a:pPr>
            <a:endParaRPr sz="2800">
              <a:latin typeface="Calibri"/>
              <a:cs typeface="Calibri"/>
            </a:endParaRPr>
          </a:p>
          <a:p>
            <a:pPr marL="76200" marR="43180" algn="just">
              <a:lnSpc>
                <a:spcPct val="99500"/>
              </a:lnSpc>
            </a:pPr>
            <a:r>
              <a:rPr sz="2800" dirty="0">
                <a:latin typeface="Calibri"/>
                <a:cs typeface="Calibri"/>
              </a:rPr>
              <a:t>R</a:t>
            </a:r>
            <a:r>
              <a:rPr sz="2800" spc="-30" dirty="0">
                <a:latin typeface="Calibri"/>
                <a:cs typeface="Calibri"/>
              </a:rPr>
              <a:t> </a:t>
            </a:r>
            <a:r>
              <a:rPr sz="2800" dirty="0">
                <a:latin typeface="Calibri"/>
                <a:cs typeface="Calibri"/>
              </a:rPr>
              <a:t>là</a:t>
            </a:r>
            <a:r>
              <a:rPr sz="2800" spc="560" dirty="0">
                <a:latin typeface="Calibri"/>
                <a:cs typeface="Calibri"/>
              </a:rPr>
              <a:t> </a:t>
            </a:r>
            <a:r>
              <a:rPr sz="2800" dirty="0">
                <a:latin typeface="Calibri"/>
                <a:cs typeface="Calibri"/>
              </a:rPr>
              <a:t>phản</a:t>
            </a:r>
            <a:r>
              <a:rPr sz="2800" spc="-15" dirty="0">
                <a:latin typeface="Calibri"/>
                <a:cs typeface="Calibri"/>
              </a:rPr>
              <a:t> </a:t>
            </a:r>
            <a:r>
              <a:rPr sz="2800" dirty="0">
                <a:latin typeface="Calibri"/>
                <a:cs typeface="Calibri"/>
              </a:rPr>
              <a:t>xứng.</a:t>
            </a:r>
            <a:r>
              <a:rPr sz="2800" spc="585" dirty="0">
                <a:latin typeface="Calibri"/>
                <a:cs typeface="Calibri"/>
              </a:rPr>
              <a:t> </a:t>
            </a:r>
            <a:r>
              <a:rPr sz="2800" dirty="0">
                <a:latin typeface="Calibri"/>
                <a:cs typeface="Calibri"/>
              </a:rPr>
              <a:t>Giả</a:t>
            </a:r>
            <a:r>
              <a:rPr sz="2800" spc="-35" dirty="0">
                <a:latin typeface="Calibri"/>
                <a:cs typeface="Calibri"/>
              </a:rPr>
              <a:t> </a:t>
            </a:r>
            <a:r>
              <a:rPr sz="2800" dirty="0">
                <a:latin typeface="Calibri"/>
                <a:cs typeface="Calibri"/>
              </a:rPr>
              <a:t>sử</a:t>
            </a:r>
            <a:r>
              <a:rPr sz="2800" spc="-10" dirty="0">
                <a:latin typeface="Calibri"/>
                <a:cs typeface="Calibri"/>
              </a:rPr>
              <a:t> </a:t>
            </a:r>
            <a:r>
              <a:rPr sz="2800" b="1" dirty="0">
                <a:latin typeface="Calibri"/>
                <a:cs typeface="Calibri"/>
              </a:rPr>
              <a:t>[(x,</a:t>
            </a:r>
            <a:r>
              <a:rPr sz="2800" b="1" spc="-40" dirty="0">
                <a:latin typeface="Calibri"/>
                <a:cs typeface="Calibri"/>
              </a:rPr>
              <a:t> </a:t>
            </a:r>
            <a:r>
              <a:rPr sz="2800" b="1" dirty="0">
                <a:latin typeface="Calibri"/>
                <a:cs typeface="Calibri"/>
              </a:rPr>
              <a:t>y)</a:t>
            </a:r>
            <a:r>
              <a:rPr sz="2800" b="1" spc="-20" dirty="0">
                <a:latin typeface="Calibri"/>
                <a:cs typeface="Calibri"/>
              </a:rPr>
              <a:t> </a:t>
            </a:r>
            <a:r>
              <a:rPr sz="2800" dirty="0">
                <a:latin typeface="Symbol"/>
                <a:cs typeface="Symbol"/>
              </a:rPr>
              <a:t></a:t>
            </a:r>
            <a:r>
              <a:rPr sz="2800" spc="-90" dirty="0">
                <a:latin typeface="Times New Roman"/>
                <a:cs typeface="Times New Roman"/>
              </a:rPr>
              <a:t> </a:t>
            </a:r>
            <a:r>
              <a:rPr sz="2800" b="1" dirty="0">
                <a:latin typeface="Calibri"/>
                <a:cs typeface="Calibri"/>
              </a:rPr>
              <a:t>R</a:t>
            </a:r>
            <a:r>
              <a:rPr sz="2800" b="1" spc="-35" dirty="0">
                <a:latin typeface="Calibri"/>
                <a:cs typeface="Calibri"/>
              </a:rPr>
              <a:t> </a:t>
            </a:r>
            <a:r>
              <a:rPr sz="2800" dirty="0">
                <a:latin typeface="Symbol"/>
                <a:cs typeface="Symbol"/>
              </a:rPr>
              <a:t></a:t>
            </a:r>
            <a:r>
              <a:rPr sz="2800" spc="-95" dirty="0">
                <a:latin typeface="Times New Roman"/>
                <a:cs typeface="Times New Roman"/>
              </a:rPr>
              <a:t> </a:t>
            </a:r>
            <a:r>
              <a:rPr sz="2800" b="1" spc="-20" dirty="0">
                <a:latin typeface="Calibri"/>
                <a:cs typeface="Calibri"/>
              </a:rPr>
              <a:t>(y,</a:t>
            </a:r>
            <a:r>
              <a:rPr sz="2800" b="1" spc="-25" dirty="0">
                <a:latin typeface="Calibri"/>
                <a:cs typeface="Calibri"/>
              </a:rPr>
              <a:t> </a:t>
            </a:r>
            <a:r>
              <a:rPr sz="2800" b="1" dirty="0">
                <a:latin typeface="Calibri"/>
                <a:cs typeface="Calibri"/>
              </a:rPr>
              <a:t>x)</a:t>
            </a:r>
            <a:r>
              <a:rPr sz="2800" b="1" spc="-25" dirty="0">
                <a:latin typeface="Calibri"/>
                <a:cs typeface="Calibri"/>
              </a:rPr>
              <a:t> </a:t>
            </a:r>
            <a:r>
              <a:rPr sz="2800" dirty="0">
                <a:latin typeface="Symbol"/>
                <a:cs typeface="Symbol"/>
              </a:rPr>
              <a:t></a:t>
            </a:r>
            <a:r>
              <a:rPr sz="2800" spc="-90" dirty="0">
                <a:latin typeface="Times New Roman"/>
                <a:cs typeface="Times New Roman"/>
              </a:rPr>
              <a:t> </a:t>
            </a:r>
            <a:r>
              <a:rPr sz="2800" b="1" dirty="0">
                <a:latin typeface="Calibri"/>
                <a:cs typeface="Calibri"/>
              </a:rPr>
              <a:t>R]</a:t>
            </a:r>
            <a:r>
              <a:rPr sz="2800" b="1" spc="-35" dirty="0">
                <a:latin typeface="Calibri"/>
                <a:cs typeface="Calibri"/>
              </a:rPr>
              <a:t> </a:t>
            </a:r>
            <a:r>
              <a:rPr sz="2800" b="1" dirty="0">
                <a:latin typeface="Calibri"/>
                <a:cs typeface="Calibri"/>
              </a:rPr>
              <a:t>ĐÚNG</a:t>
            </a:r>
            <a:r>
              <a:rPr sz="2800" b="1" spc="-20" dirty="0">
                <a:latin typeface="Calibri"/>
                <a:cs typeface="Calibri"/>
              </a:rPr>
              <a:t> </a:t>
            </a:r>
            <a:r>
              <a:rPr sz="2800" spc="-25" dirty="0">
                <a:latin typeface="Calibri"/>
                <a:cs typeface="Calibri"/>
              </a:rPr>
              <a:t>thì </a:t>
            </a:r>
            <a:r>
              <a:rPr sz="2800" dirty="0">
                <a:latin typeface="Calibri"/>
                <a:cs typeface="Calibri"/>
              </a:rPr>
              <a:t>theo</a:t>
            </a:r>
            <a:r>
              <a:rPr sz="2800" spc="-30" dirty="0">
                <a:latin typeface="Calibri"/>
                <a:cs typeface="Calibri"/>
              </a:rPr>
              <a:t> </a:t>
            </a:r>
            <a:r>
              <a:rPr sz="2800" dirty="0">
                <a:latin typeface="Calibri"/>
                <a:cs typeface="Calibri"/>
              </a:rPr>
              <a:t>định</a:t>
            </a:r>
            <a:r>
              <a:rPr sz="2800" spc="-20" dirty="0">
                <a:latin typeface="Calibri"/>
                <a:cs typeface="Calibri"/>
              </a:rPr>
              <a:t> </a:t>
            </a:r>
            <a:r>
              <a:rPr sz="2800" dirty="0">
                <a:latin typeface="Calibri"/>
                <a:cs typeface="Calibri"/>
              </a:rPr>
              <a:t>nghĩa</a:t>
            </a:r>
            <a:r>
              <a:rPr sz="2800" spc="-20" dirty="0">
                <a:latin typeface="Calibri"/>
                <a:cs typeface="Calibri"/>
              </a:rPr>
              <a:t> </a:t>
            </a:r>
            <a:r>
              <a:rPr sz="2800" dirty="0">
                <a:latin typeface="Calibri"/>
                <a:cs typeface="Calibri"/>
              </a:rPr>
              <a:t>R</a:t>
            </a:r>
            <a:r>
              <a:rPr sz="2800" spc="-25" dirty="0">
                <a:latin typeface="Calibri"/>
                <a:cs typeface="Calibri"/>
              </a:rPr>
              <a:t> </a:t>
            </a:r>
            <a:r>
              <a:rPr sz="2800" dirty="0">
                <a:latin typeface="Calibri"/>
                <a:cs typeface="Calibri"/>
              </a:rPr>
              <a:t>ta</a:t>
            </a:r>
            <a:r>
              <a:rPr sz="2800" spc="-35" dirty="0">
                <a:latin typeface="Calibri"/>
                <a:cs typeface="Calibri"/>
              </a:rPr>
              <a:t> </a:t>
            </a:r>
            <a:r>
              <a:rPr sz="2800" dirty="0">
                <a:latin typeface="Calibri"/>
                <a:cs typeface="Calibri"/>
              </a:rPr>
              <a:t>có</a:t>
            </a:r>
            <a:r>
              <a:rPr sz="2800" spc="-35" dirty="0">
                <a:latin typeface="Calibri"/>
                <a:cs typeface="Calibri"/>
              </a:rPr>
              <a:t> </a:t>
            </a:r>
            <a:r>
              <a:rPr sz="2800" dirty="0">
                <a:latin typeface="Calibri"/>
                <a:cs typeface="Calibri"/>
              </a:rPr>
              <a:t>x=y</a:t>
            </a:r>
            <a:r>
              <a:rPr sz="2775" baseline="25525" dirty="0">
                <a:latin typeface="Calibri"/>
                <a:cs typeface="Calibri"/>
              </a:rPr>
              <a:t>2</a:t>
            </a:r>
            <a:r>
              <a:rPr sz="2775" spc="284" baseline="25525" dirty="0">
                <a:latin typeface="Calibri"/>
                <a:cs typeface="Calibri"/>
              </a:rPr>
              <a:t> </a:t>
            </a:r>
            <a:r>
              <a:rPr sz="2800" dirty="0">
                <a:latin typeface="Calibri"/>
                <a:cs typeface="Calibri"/>
              </a:rPr>
              <a:t>và</a:t>
            </a:r>
            <a:r>
              <a:rPr sz="2800" spc="-35" dirty="0">
                <a:latin typeface="Calibri"/>
                <a:cs typeface="Calibri"/>
              </a:rPr>
              <a:t> </a:t>
            </a:r>
            <a:r>
              <a:rPr sz="2800" dirty="0">
                <a:latin typeface="Calibri"/>
                <a:cs typeface="Calibri"/>
              </a:rPr>
              <a:t>y</a:t>
            </a:r>
            <a:r>
              <a:rPr sz="2800" spc="-35" dirty="0">
                <a:latin typeface="Calibri"/>
                <a:cs typeface="Calibri"/>
              </a:rPr>
              <a:t> </a:t>
            </a:r>
            <a:r>
              <a:rPr sz="2800" dirty="0">
                <a:latin typeface="Calibri"/>
                <a:cs typeface="Calibri"/>
              </a:rPr>
              <a:t>=</a:t>
            </a:r>
            <a:r>
              <a:rPr sz="2800" spc="-30" dirty="0">
                <a:latin typeface="Calibri"/>
                <a:cs typeface="Calibri"/>
              </a:rPr>
              <a:t> </a:t>
            </a:r>
            <a:r>
              <a:rPr sz="2800" dirty="0">
                <a:latin typeface="Calibri"/>
                <a:cs typeface="Calibri"/>
              </a:rPr>
              <a:t>x</a:t>
            </a:r>
            <a:r>
              <a:rPr sz="2775" baseline="25525" dirty="0">
                <a:latin typeface="Calibri"/>
                <a:cs typeface="Calibri"/>
              </a:rPr>
              <a:t>2</a:t>
            </a:r>
            <a:r>
              <a:rPr sz="2800" b="1" dirty="0">
                <a:latin typeface="Calibri"/>
                <a:cs typeface="Calibri"/>
              </a:rPr>
              <a:t>.</a:t>
            </a:r>
            <a:r>
              <a:rPr sz="2800" b="1" spc="-20" dirty="0">
                <a:latin typeface="Calibri"/>
                <a:cs typeface="Calibri"/>
              </a:rPr>
              <a:t> </a:t>
            </a:r>
            <a:r>
              <a:rPr sz="2800" dirty="0">
                <a:latin typeface="Calibri"/>
                <a:cs typeface="Calibri"/>
              </a:rPr>
              <a:t>Suy</a:t>
            </a:r>
            <a:r>
              <a:rPr sz="2800" spc="-30" dirty="0">
                <a:latin typeface="Calibri"/>
                <a:cs typeface="Calibri"/>
              </a:rPr>
              <a:t> </a:t>
            </a:r>
            <a:r>
              <a:rPr sz="2800" dirty="0">
                <a:latin typeface="Calibri"/>
                <a:cs typeface="Calibri"/>
              </a:rPr>
              <a:t>ra</a:t>
            </a:r>
            <a:r>
              <a:rPr sz="2800" spc="-35" dirty="0">
                <a:latin typeface="Calibri"/>
                <a:cs typeface="Calibri"/>
              </a:rPr>
              <a:t> </a:t>
            </a:r>
            <a:r>
              <a:rPr sz="2800" dirty="0">
                <a:latin typeface="Calibri"/>
                <a:cs typeface="Calibri"/>
              </a:rPr>
              <a:t>y</a:t>
            </a:r>
            <a:r>
              <a:rPr sz="2800" spc="-25" dirty="0">
                <a:latin typeface="Calibri"/>
                <a:cs typeface="Calibri"/>
              </a:rPr>
              <a:t> </a:t>
            </a:r>
            <a:r>
              <a:rPr sz="2800" dirty="0">
                <a:latin typeface="Calibri"/>
                <a:cs typeface="Calibri"/>
              </a:rPr>
              <a:t>=</a:t>
            </a:r>
            <a:r>
              <a:rPr sz="2800" spc="-40" dirty="0">
                <a:latin typeface="Calibri"/>
                <a:cs typeface="Calibri"/>
              </a:rPr>
              <a:t> </a:t>
            </a:r>
            <a:r>
              <a:rPr sz="2800" dirty="0">
                <a:latin typeface="Calibri"/>
                <a:cs typeface="Calibri"/>
              </a:rPr>
              <a:t>y</a:t>
            </a:r>
            <a:r>
              <a:rPr sz="2775" baseline="25525" dirty="0">
                <a:latin typeface="Calibri"/>
                <a:cs typeface="Calibri"/>
              </a:rPr>
              <a:t>4</a:t>
            </a:r>
            <a:r>
              <a:rPr sz="2800" dirty="0">
                <a:latin typeface="Calibri"/>
                <a:cs typeface="Calibri"/>
              </a:rPr>
              <a:t>.</a:t>
            </a:r>
            <a:r>
              <a:rPr sz="2800" spc="-20" dirty="0">
                <a:latin typeface="Calibri"/>
                <a:cs typeface="Calibri"/>
              </a:rPr>
              <a:t> </a:t>
            </a:r>
            <a:r>
              <a:rPr sz="2800" dirty="0">
                <a:latin typeface="Calibri"/>
                <a:cs typeface="Calibri"/>
              </a:rPr>
              <a:t>Suy</a:t>
            </a:r>
            <a:r>
              <a:rPr sz="2800" spc="-20" dirty="0">
                <a:latin typeface="Calibri"/>
                <a:cs typeface="Calibri"/>
              </a:rPr>
              <a:t> </a:t>
            </a:r>
            <a:r>
              <a:rPr sz="2800" spc="-25" dirty="0">
                <a:latin typeface="Calibri"/>
                <a:cs typeface="Calibri"/>
              </a:rPr>
              <a:t>ra </a:t>
            </a:r>
            <a:r>
              <a:rPr sz="2800" dirty="0">
                <a:latin typeface="Calibri"/>
                <a:cs typeface="Calibri"/>
              </a:rPr>
              <a:t>y=0</a:t>
            </a:r>
            <a:r>
              <a:rPr sz="2800" spc="-25" dirty="0">
                <a:latin typeface="Calibri"/>
                <a:cs typeface="Calibri"/>
              </a:rPr>
              <a:t> </a:t>
            </a:r>
            <a:r>
              <a:rPr sz="2800" dirty="0">
                <a:latin typeface="Calibri"/>
                <a:cs typeface="Calibri"/>
              </a:rPr>
              <a:t>,x=0</a:t>
            </a:r>
            <a:r>
              <a:rPr sz="2800" spc="-25" dirty="0">
                <a:latin typeface="Calibri"/>
                <a:cs typeface="Calibri"/>
              </a:rPr>
              <a:t> </a:t>
            </a:r>
            <a:r>
              <a:rPr sz="2800" dirty="0">
                <a:latin typeface="Calibri"/>
                <a:cs typeface="Calibri"/>
              </a:rPr>
              <a:t>hay</a:t>
            </a:r>
            <a:r>
              <a:rPr sz="2800" spc="-45" dirty="0">
                <a:latin typeface="Calibri"/>
                <a:cs typeface="Calibri"/>
              </a:rPr>
              <a:t> </a:t>
            </a:r>
            <a:r>
              <a:rPr sz="2800" dirty="0">
                <a:latin typeface="Calibri"/>
                <a:cs typeface="Calibri"/>
              </a:rPr>
              <a:t>y</a:t>
            </a:r>
            <a:r>
              <a:rPr sz="2800" spc="-50" dirty="0">
                <a:latin typeface="Calibri"/>
                <a:cs typeface="Calibri"/>
              </a:rPr>
              <a:t> </a:t>
            </a:r>
            <a:r>
              <a:rPr sz="2800" dirty="0">
                <a:latin typeface="Calibri"/>
                <a:cs typeface="Calibri"/>
              </a:rPr>
              <a:t>=</a:t>
            </a:r>
            <a:r>
              <a:rPr sz="2800" spc="-30" dirty="0">
                <a:latin typeface="Calibri"/>
                <a:cs typeface="Calibri"/>
              </a:rPr>
              <a:t> </a:t>
            </a:r>
            <a:r>
              <a:rPr sz="2800" dirty="0">
                <a:latin typeface="Calibri"/>
                <a:cs typeface="Calibri"/>
              </a:rPr>
              <a:t>1</a:t>
            </a:r>
            <a:r>
              <a:rPr sz="2800" spc="-30" dirty="0">
                <a:latin typeface="Calibri"/>
                <a:cs typeface="Calibri"/>
              </a:rPr>
              <a:t> </a:t>
            </a:r>
            <a:r>
              <a:rPr sz="2800" dirty="0">
                <a:latin typeface="Calibri"/>
                <a:cs typeface="Calibri"/>
              </a:rPr>
              <a:t>,x=1.</a:t>
            </a:r>
            <a:r>
              <a:rPr sz="2800" spc="-20" dirty="0">
                <a:latin typeface="Calibri"/>
                <a:cs typeface="Calibri"/>
              </a:rPr>
              <a:t> </a:t>
            </a:r>
            <a:r>
              <a:rPr sz="2800" spc="-65" dirty="0">
                <a:latin typeface="Calibri"/>
                <a:cs typeface="Calibri"/>
              </a:rPr>
              <a:t>Ta</a:t>
            </a:r>
            <a:r>
              <a:rPr sz="2800" spc="-50" dirty="0">
                <a:latin typeface="Calibri"/>
                <a:cs typeface="Calibri"/>
              </a:rPr>
              <a:t> </a:t>
            </a:r>
            <a:r>
              <a:rPr sz="2800" dirty="0">
                <a:latin typeface="Calibri"/>
                <a:cs typeface="Calibri"/>
              </a:rPr>
              <a:t>có</a:t>
            </a:r>
            <a:r>
              <a:rPr sz="2800" spc="-45" dirty="0">
                <a:latin typeface="Calibri"/>
                <a:cs typeface="Calibri"/>
              </a:rPr>
              <a:t> </a:t>
            </a:r>
            <a:r>
              <a:rPr sz="2800" dirty="0">
                <a:latin typeface="Calibri"/>
                <a:cs typeface="Calibri"/>
              </a:rPr>
              <a:t>x=y</a:t>
            </a:r>
            <a:r>
              <a:rPr sz="2800" spc="-30" dirty="0">
                <a:latin typeface="Calibri"/>
                <a:cs typeface="Calibri"/>
              </a:rPr>
              <a:t> </a:t>
            </a:r>
            <a:r>
              <a:rPr sz="2800" dirty="0">
                <a:latin typeface="Calibri"/>
                <a:cs typeface="Calibri"/>
              </a:rPr>
              <a:t>có</a:t>
            </a:r>
            <a:r>
              <a:rPr sz="2800" spc="-50" dirty="0">
                <a:latin typeface="Calibri"/>
                <a:cs typeface="Calibri"/>
              </a:rPr>
              <a:t> </a:t>
            </a:r>
            <a:r>
              <a:rPr sz="2800" dirty="0">
                <a:latin typeface="Calibri"/>
                <a:cs typeface="Calibri"/>
              </a:rPr>
              <a:t>chân</a:t>
            </a:r>
            <a:r>
              <a:rPr sz="2800" spc="-20" dirty="0">
                <a:latin typeface="Calibri"/>
                <a:cs typeface="Calibri"/>
              </a:rPr>
              <a:t> </a:t>
            </a:r>
            <a:r>
              <a:rPr sz="2800" dirty="0">
                <a:latin typeface="Calibri"/>
                <a:cs typeface="Calibri"/>
              </a:rPr>
              <a:t>trị</a:t>
            </a:r>
            <a:r>
              <a:rPr sz="2800" spc="-60" dirty="0">
                <a:latin typeface="Calibri"/>
                <a:cs typeface="Calibri"/>
              </a:rPr>
              <a:t> </a:t>
            </a:r>
            <a:r>
              <a:rPr sz="2800" spc="-10" dirty="0">
                <a:latin typeface="Calibri"/>
                <a:cs typeface="Calibri"/>
              </a:rPr>
              <a:t>đúng.</a:t>
            </a:r>
            <a:endParaRPr sz="2800">
              <a:latin typeface="Calibri"/>
              <a:cs typeface="Calibri"/>
            </a:endParaRPr>
          </a:p>
          <a:p>
            <a:pPr marL="76200" algn="just">
              <a:lnSpc>
                <a:spcPct val="100000"/>
              </a:lnSpc>
              <a:spcBef>
                <a:spcPts val="710"/>
              </a:spcBef>
            </a:pPr>
            <a:r>
              <a:rPr sz="2800" dirty="0">
                <a:latin typeface="Calibri"/>
                <a:cs typeface="Calibri"/>
              </a:rPr>
              <a:t>(Các</a:t>
            </a:r>
            <a:r>
              <a:rPr sz="2800" spc="-40" dirty="0">
                <a:latin typeface="Calibri"/>
                <a:cs typeface="Calibri"/>
              </a:rPr>
              <a:t> </a:t>
            </a:r>
            <a:r>
              <a:rPr sz="2800" dirty="0">
                <a:latin typeface="Calibri"/>
                <a:cs typeface="Calibri"/>
              </a:rPr>
              <a:t>trường</a:t>
            </a:r>
            <a:r>
              <a:rPr sz="2800" spc="-15" dirty="0">
                <a:latin typeface="Calibri"/>
                <a:cs typeface="Calibri"/>
              </a:rPr>
              <a:t> </a:t>
            </a:r>
            <a:r>
              <a:rPr sz="2800" dirty="0">
                <a:latin typeface="Calibri"/>
                <a:cs typeface="Calibri"/>
              </a:rPr>
              <a:t>hợp</a:t>
            </a:r>
            <a:r>
              <a:rPr sz="2800" spc="-15" dirty="0">
                <a:latin typeface="Calibri"/>
                <a:cs typeface="Calibri"/>
              </a:rPr>
              <a:t> </a:t>
            </a:r>
            <a:r>
              <a:rPr sz="2800" dirty="0">
                <a:latin typeface="Calibri"/>
                <a:cs typeface="Calibri"/>
              </a:rPr>
              <a:t>còn</a:t>
            </a:r>
            <a:r>
              <a:rPr sz="2800" spc="-35" dirty="0">
                <a:latin typeface="Calibri"/>
                <a:cs typeface="Calibri"/>
              </a:rPr>
              <a:t> </a:t>
            </a:r>
            <a:r>
              <a:rPr sz="2800" dirty="0">
                <a:latin typeface="Calibri"/>
                <a:cs typeface="Calibri"/>
              </a:rPr>
              <a:t>lại</a:t>
            </a:r>
            <a:r>
              <a:rPr sz="2800" spc="-45" dirty="0">
                <a:latin typeface="Calibri"/>
                <a:cs typeface="Calibri"/>
              </a:rPr>
              <a:t> </a:t>
            </a:r>
            <a:r>
              <a:rPr sz="2800" b="1" dirty="0">
                <a:latin typeface="Calibri"/>
                <a:cs typeface="Calibri"/>
              </a:rPr>
              <a:t>[(x,</a:t>
            </a:r>
            <a:r>
              <a:rPr sz="2800" b="1" spc="-25" dirty="0">
                <a:latin typeface="Calibri"/>
                <a:cs typeface="Calibri"/>
              </a:rPr>
              <a:t> </a:t>
            </a:r>
            <a:r>
              <a:rPr sz="2800" b="1" dirty="0">
                <a:latin typeface="Calibri"/>
                <a:cs typeface="Calibri"/>
              </a:rPr>
              <a:t>y)</a:t>
            </a:r>
            <a:r>
              <a:rPr sz="2800" b="1" spc="-25" dirty="0">
                <a:latin typeface="Calibri"/>
                <a:cs typeface="Calibri"/>
              </a:rPr>
              <a:t> </a:t>
            </a:r>
            <a:r>
              <a:rPr sz="2800" dirty="0">
                <a:latin typeface="Symbol"/>
                <a:cs typeface="Symbol"/>
              </a:rPr>
              <a:t></a:t>
            </a:r>
            <a:r>
              <a:rPr sz="2800" spc="-110" dirty="0">
                <a:latin typeface="Times New Roman"/>
                <a:cs typeface="Times New Roman"/>
              </a:rPr>
              <a:t> </a:t>
            </a:r>
            <a:r>
              <a:rPr sz="2800" b="1" dirty="0">
                <a:latin typeface="Calibri"/>
                <a:cs typeface="Calibri"/>
              </a:rPr>
              <a:t>R</a:t>
            </a:r>
            <a:r>
              <a:rPr sz="2800" b="1" spc="-35" dirty="0">
                <a:latin typeface="Calibri"/>
                <a:cs typeface="Calibri"/>
              </a:rPr>
              <a:t> </a:t>
            </a:r>
            <a:r>
              <a:rPr sz="2800" dirty="0">
                <a:latin typeface="Symbol"/>
                <a:cs typeface="Symbol"/>
              </a:rPr>
              <a:t></a:t>
            </a:r>
            <a:r>
              <a:rPr sz="2800" spc="-100" dirty="0">
                <a:latin typeface="Times New Roman"/>
                <a:cs typeface="Times New Roman"/>
              </a:rPr>
              <a:t> </a:t>
            </a:r>
            <a:r>
              <a:rPr sz="2800" b="1" spc="-25" dirty="0">
                <a:latin typeface="Calibri"/>
                <a:cs typeface="Calibri"/>
              </a:rPr>
              <a:t>(y,</a:t>
            </a:r>
            <a:r>
              <a:rPr sz="2800" b="1" spc="-45" dirty="0">
                <a:latin typeface="Calibri"/>
                <a:cs typeface="Calibri"/>
              </a:rPr>
              <a:t> </a:t>
            </a:r>
            <a:r>
              <a:rPr sz="2800" b="1" dirty="0">
                <a:latin typeface="Calibri"/>
                <a:cs typeface="Calibri"/>
              </a:rPr>
              <a:t>x)</a:t>
            </a:r>
            <a:r>
              <a:rPr sz="2800" b="1" spc="-20" dirty="0">
                <a:latin typeface="Calibri"/>
                <a:cs typeface="Calibri"/>
              </a:rPr>
              <a:t> </a:t>
            </a:r>
            <a:r>
              <a:rPr sz="2800" dirty="0">
                <a:latin typeface="Symbol"/>
                <a:cs typeface="Symbol"/>
              </a:rPr>
              <a:t></a:t>
            </a:r>
            <a:r>
              <a:rPr sz="2800" spc="-110" dirty="0">
                <a:latin typeface="Times New Roman"/>
                <a:cs typeface="Times New Roman"/>
              </a:rPr>
              <a:t> </a:t>
            </a:r>
            <a:r>
              <a:rPr sz="2800" b="1" dirty="0">
                <a:latin typeface="Calibri"/>
                <a:cs typeface="Calibri"/>
              </a:rPr>
              <a:t>R]</a:t>
            </a:r>
            <a:r>
              <a:rPr sz="2800" b="1" spc="-25" dirty="0">
                <a:latin typeface="Calibri"/>
                <a:cs typeface="Calibri"/>
              </a:rPr>
              <a:t> </a:t>
            </a:r>
            <a:r>
              <a:rPr sz="2800" b="1" spc="-20" dirty="0">
                <a:latin typeface="Calibri"/>
                <a:cs typeface="Calibri"/>
              </a:rPr>
              <a:t>SAI</a:t>
            </a:r>
            <a:r>
              <a:rPr sz="2800" spc="-20" dirty="0">
                <a:latin typeface="Calibri"/>
                <a:cs typeface="Calibri"/>
              </a:rPr>
              <a:t>)</a:t>
            </a:r>
            <a:endParaRPr sz="2800">
              <a:latin typeface="Calibri"/>
              <a:cs typeface="Calibri"/>
            </a:endParaRPr>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227736"/>
            <a:ext cx="7984490" cy="2506980"/>
          </a:xfrm>
          <a:prstGeom prst="rect">
            <a:avLst/>
          </a:prstGeom>
        </p:spPr>
        <p:txBody>
          <a:bodyPr vert="horz" wrap="square" lIns="0" tIns="99695" rIns="0" bIns="0" rtlCol="0">
            <a:spAutoFit/>
          </a:bodyPr>
          <a:lstStyle/>
          <a:p>
            <a:pPr marL="12700">
              <a:lnSpc>
                <a:spcPct val="100000"/>
              </a:lnSpc>
              <a:spcBef>
                <a:spcPts val="785"/>
              </a:spcBef>
            </a:pPr>
            <a:r>
              <a:rPr sz="2800" b="1" dirty="0">
                <a:latin typeface="Calibri"/>
                <a:cs typeface="Calibri"/>
              </a:rPr>
              <a:t>Ví dụ </a:t>
            </a:r>
            <a:r>
              <a:rPr sz="2800" b="1" spc="-25" dirty="0">
                <a:latin typeface="Calibri"/>
                <a:cs typeface="Calibri"/>
              </a:rPr>
              <a:t>4:</a:t>
            </a:r>
            <a:endParaRPr sz="2800">
              <a:latin typeface="Calibri"/>
              <a:cs typeface="Calibri"/>
            </a:endParaRPr>
          </a:p>
          <a:p>
            <a:pPr marL="12700">
              <a:lnSpc>
                <a:spcPct val="100000"/>
              </a:lnSpc>
              <a:spcBef>
                <a:spcPts val="680"/>
              </a:spcBef>
              <a:tabLst>
                <a:tab pos="3207385" algn="l"/>
              </a:tabLst>
            </a:pPr>
            <a:r>
              <a:rPr sz="2800" spc="-40" dirty="0">
                <a:latin typeface="Calibri"/>
                <a:cs typeface="Calibri"/>
              </a:rPr>
              <a:t>Trên</a:t>
            </a:r>
            <a:r>
              <a:rPr sz="2800" spc="-90" dirty="0">
                <a:latin typeface="Calibri"/>
                <a:cs typeface="Calibri"/>
              </a:rPr>
              <a:t> </a:t>
            </a:r>
            <a:r>
              <a:rPr sz="2800" dirty="0">
                <a:latin typeface="Calibri"/>
                <a:cs typeface="Calibri"/>
              </a:rPr>
              <a:t>tập</a:t>
            </a:r>
            <a:r>
              <a:rPr sz="2800" spc="-75" dirty="0">
                <a:latin typeface="Calibri"/>
                <a:cs typeface="Calibri"/>
              </a:rPr>
              <a:t> </a:t>
            </a:r>
            <a:r>
              <a:rPr sz="2800" dirty="0">
                <a:latin typeface="Calibri"/>
                <a:cs typeface="Calibri"/>
              </a:rPr>
              <a:t>số</a:t>
            </a:r>
            <a:r>
              <a:rPr sz="2800" spc="-85" dirty="0">
                <a:latin typeface="Calibri"/>
                <a:cs typeface="Calibri"/>
              </a:rPr>
              <a:t> </a:t>
            </a:r>
            <a:r>
              <a:rPr sz="2800" dirty="0">
                <a:latin typeface="Calibri"/>
                <a:cs typeface="Calibri"/>
              </a:rPr>
              <a:t>nguyên</a:t>
            </a:r>
            <a:r>
              <a:rPr sz="2800" spc="-50" dirty="0">
                <a:latin typeface="Calibri"/>
                <a:cs typeface="Calibri"/>
              </a:rPr>
              <a:t> </a:t>
            </a:r>
            <a:r>
              <a:rPr sz="2800" spc="-50" dirty="0">
                <a:latin typeface="Cambria Math"/>
                <a:cs typeface="Cambria Math"/>
              </a:rPr>
              <a:t>ℤ</a:t>
            </a:r>
            <a:r>
              <a:rPr sz="2800" dirty="0">
                <a:latin typeface="Cambria Math"/>
                <a:cs typeface="Cambria Math"/>
              </a:rPr>
              <a:t>	</a:t>
            </a:r>
            <a:r>
              <a:rPr sz="2800" dirty="0">
                <a:latin typeface="Calibri"/>
                <a:cs typeface="Calibri"/>
              </a:rPr>
              <a:t>ta</a:t>
            </a:r>
            <a:r>
              <a:rPr sz="2800" spc="-50" dirty="0">
                <a:latin typeface="Calibri"/>
                <a:cs typeface="Calibri"/>
              </a:rPr>
              <a:t> </a:t>
            </a:r>
            <a:r>
              <a:rPr sz="2800" dirty="0">
                <a:latin typeface="Calibri"/>
                <a:cs typeface="Calibri"/>
              </a:rPr>
              <a:t>định</a:t>
            </a:r>
            <a:r>
              <a:rPr sz="2800" spc="-40" dirty="0">
                <a:latin typeface="Calibri"/>
                <a:cs typeface="Calibri"/>
              </a:rPr>
              <a:t> </a:t>
            </a:r>
            <a:r>
              <a:rPr sz="2800" dirty="0">
                <a:latin typeface="Calibri"/>
                <a:cs typeface="Calibri"/>
              </a:rPr>
              <a:t>nghĩa</a:t>
            </a:r>
            <a:r>
              <a:rPr sz="2800" spc="-30" dirty="0">
                <a:latin typeface="Calibri"/>
                <a:cs typeface="Calibri"/>
              </a:rPr>
              <a:t> </a:t>
            </a:r>
            <a:r>
              <a:rPr sz="2800" dirty="0">
                <a:latin typeface="Calibri"/>
                <a:cs typeface="Calibri"/>
              </a:rPr>
              <a:t>quan</a:t>
            </a:r>
            <a:r>
              <a:rPr sz="2800" spc="-35" dirty="0">
                <a:latin typeface="Calibri"/>
                <a:cs typeface="Calibri"/>
              </a:rPr>
              <a:t> </a:t>
            </a:r>
            <a:r>
              <a:rPr sz="2800" dirty="0">
                <a:latin typeface="Calibri"/>
                <a:cs typeface="Calibri"/>
              </a:rPr>
              <a:t>hệ</a:t>
            </a:r>
            <a:r>
              <a:rPr sz="2800" spc="-45" dirty="0">
                <a:latin typeface="Calibri"/>
                <a:cs typeface="Calibri"/>
              </a:rPr>
              <a:t> </a:t>
            </a:r>
            <a:r>
              <a:rPr sz="2800" dirty="0">
                <a:latin typeface="Calibri"/>
                <a:cs typeface="Calibri"/>
              </a:rPr>
              <a:t>R</a:t>
            </a:r>
            <a:r>
              <a:rPr sz="2800" spc="-40" dirty="0">
                <a:latin typeface="Calibri"/>
                <a:cs typeface="Calibri"/>
              </a:rPr>
              <a:t> </a:t>
            </a:r>
            <a:r>
              <a:rPr sz="2800" dirty="0">
                <a:latin typeface="Calibri"/>
                <a:cs typeface="Calibri"/>
              </a:rPr>
              <a:t>như</a:t>
            </a:r>
            <a:r>
              <a:rPr sz="2800" spc="-30" dirty="0">
                <a:latin typeface="Calibri"/>
                <a:cs typeface="Calibri"/>
              </a:rPr>
              <a:t> </a:t>
            </a:r>
            <a:r>
              <a:rPr sz="2800" spc="-20" dirty="0">
                <a:latin typeface="Calibri"/>
                <a:cs typeface="Calibri"/>
              </a:rPr>
              <a:t>sau:</a:t>
            </a:r>
            <a:endParaRPr sz="2800">
              <a:latin typeface="Calibri"/>
              <a:cs typeface="Calibri"/>
            </a:endParaRPr>
          </a:p>
          <a:p>
            <a:pPr marL="3180080">
              <a:lnSpc>
                <a:spcPct val="100000"/>
              </a:lnSpc>
              <a:spcBef>
                <a:spcPts val="700"/>
              </a:spcBef>
            </a:pPr>
            <a:r>
              <a:rPr sz="2800" dirty="0">
                <a:latin typeface="Calibri"/>
                <a:cs typeface="Calibri"/>
              </a:rPr>
              <a:t>x</a:t>
            </a:r>
            <a:r>
              <a:rPr sz="2800" spc="-15" dirty="0">
                <a:latin typeface="Calibri"/>
                <a:cs typeface="Calibri"/>
              </a:rPr>
              <a:t> </a:t>
            </a:r>
            <a:r>
              <a:rPr sz="2800" dirty="0">
                <a:latin typeface="Calibri"/>
                <a:cs typeface="Calibri"/>
              </a:rPr>
              <a:t>R</a:t>
            </a:r>
            <a:r>
              <a:rPr sz="2800" spc="-5" dirty="0">
                <a:latin typeface="Calibri"/>
                <a:cs typeface="Calibri"/>
              </a:rPr>
              <a:t> </a:t>
            </a:r>
            <a:r>
              <a:rPr sz="2800" dirty="0">
                <a:latin typeface="Calibri"/>
                <a:cs typeface="Calibri"/>
              </a:rPr>
              <a:t>y</a:t>
            </a:r>
            <a:r>
              <a:rPr sz="2800" spc="5" dirty="0">
                <a:latin typeface="Calibri"/>
                <a:cs typeface="Calibri"/>
              </a:rPr>
              <a:t> </a:t>
            </a:r>
            <a:r>
              <a:rPr sz="2800" dirty="0">
                <a:latin typeface="Symbol"/>
                <a:cs typeface="Symbol"/>
              </a:rPr>
              <a:t></a:t>
            </a:r>
            <a:r>
              <a:rPr sz="2800" spc="-75" dirty="0">
                <a:latin typeface="Times New Roman"/>
                <a:cs typeface="Times New Roman"/>
              </a:rPr>
              <a:t> </a:t>
            </a:r>
            <a:r>
              <a:rPr sz="2800" dirty="0">
                <a:latin typeface="Calibri"/>
                <a:cs typeface="Calibri"/>
              </a:rPr>
              <a:t>x</a:t>
            </a:r>
            <a:r>
              <a:rPr sz="2800" spc="-10" dirty="0">
                <a:latin typeface="Calibri"/>
                <a:cs typeface="Calibri"/>
              </a:rPr>
              <a:t> </a:t>
            </a:r>
            <a:r>
              <a:rPr sz="2800" dirty="0">
                <a:latin typeface="Symbol"/>
                <a:cs typeface="Symbol"/>
              </a:rPr>
              <a:t></a:t>
            </a:r>
            <a:r>
              <a:rPr sz="2800" spc="-70" dirty="0">
                <a:latin typeface="Times New Roman"/>
                <a:cs typeface="Times New Roman"/>
              </a:rPr>
              <a:t> </a:t>
            </a:r>
            <a:r>
              <a:rPr sz="2800" spc="-25" dirty="0">
                <a:latin typeface="Calibri"/>
                <a:cs typeface="Calibri"/>
              </a:rPr>
              <a:t>y.</a:t>
            </a:r>
            <a:endParaRPr sz="2800">
              <a:latin typeface="Calibri"/>
              <a:cs typeface="Calibri"/>
            </a:endParaRPr>
          </a:p>
          <a:p>
            <a:pPr marL="12700" marR="302260">
              <a:lnSpc>
                <a:spcPct val="100000"/>
              </a:lnSpc>
              <a:spcBef>
                <a:spcPts val="675"/>
              </a:spcBef>
            </a:pPr>
            <a:r>
              <a:rPr sz="2800" dirty="0">
                <a:latin typeface="Calibri"/>
                <a:cs typeface="Calibri"/>
              </a:rPr>
              <a:t>R</a:t>
            </a:r>
            <a:r>
              <a:rPr sz="2800" spc="-35" dirty="0">
                <a:latin typeface="Calibri"/>
                <a:cs typeface="Calibri"/>
              </a:rPr>
              <a:t> </a:t>
            </a:r>
            <a:r>
              <a:rPr sz="2800" dirty="0">
                <a:latin typeface="Calibri"/>
                <a:cs typeface="Calibri"/>
              </a:rPr>
              <a:t>là</a:t>
            </a:r>
            <a:r>
              <a:rPr sz="2800" spc="-40" dirty="0">
                <a:latin typeface="Calibri"/>
                <a:cs typeface="Calibri"/>
              </a:rPr>
              <a:t> </a:t>
            </a:r>
            <a:r>
              <a:rPr sz="2800" dirty="0">
                <a:latin typeface="Calibri"/>
                <a:cs typeface="Calibri"/>
              </a:rPr>
              <a:t>phản</a:t>
            </a:r>
            <a:r>
              <a:rPr sz="2800" spc="-20" dirty="0">
                <a:latin typeface="Calibri"/>
                <a:cs typeface="Calibri"/>
              </a:rPr>
              <a:t> </a:t>
            </a:r>
            <a:r>
              <a:rPr sz="2800" dirty="0">
                <a:latin typeface="Calibri"/>
                <a:cs typeface="Calibri"/>
              </a:rPr>
              <a:t>xứng.</a:t>
            </a:r>
            <a:r>
              <a:rPr sz="2800" spc="-20" dirty="0">
                <a:latin typeface="Calibri"/>
                <a:cs typeface="Calibri"/>
              </a:rPr>
              <a:t> </a:t>
            </a:r>
            <a:r>
              <a:rPr sz="2800" dirty="0">
                <a:latin typeface="Calibri"/>
                <a:cs typeface="Calibri"/>
              </a:rPr>
              <a:t>Giả</a:t>
            </a:r>
            <a:r>
              <a:rPr sz="2800" spc="-40" dirty="0">
                <a:latin typeface="Calibri"/>
                <a:cs typeface="Calibri"/>
              </a:rPr>
              <a:t> </a:t>
            </a:r>
            <a:r>
              <a:rPr sz="2800" dirty="0">
                <a:latin typeface="Calibri"/>
                <a:cs typeface="Calibri"/>
              </a:rPr>
              <a:t>sử</a:t>
            </a:r>
            <a:r>
              <a:rPr sz="2800" spc="-5" dirty="0">
                <a:latin typeface="Calibri"/>
                <a:cs typeface="Calibri"/>
              </a:rPr>
              <a:t> </a:t>
            </a:r>
            <a:r>
              <a:rPr sz="2800" b="1" dirty="0">
                <a:latin typeface="Calibri"/>
                <a:cs typeface="Calibri"/>
              </a:rPr>
              <a:t>[(x,</a:t>
            </a:r>
            <a:r>
              <a:rPr sz="2800" b="1" spc="-20" dirty="0">
                <a:latin typeface="Calibri"/>
                <a:cs typeface="Calibri"/>
              </a:rPr>
              <a:t> </a:t>
            </a:r>
            <a:r>
              <a:rPr sz="2800" b="1" dirty="0">
                <a:latin typeface="Calibri"/>
                <a:cs typeface="Calibri"/>
              </a:rPr>
              <a:t>y)</a:t>
            </a:r>
            <a:r>
              <a:rPr sz="2800" b="1" spc="-25" dirty="0">
                <a:latin typeface="Calibri"/>
                <a:cs typeface="Calibri"/>
              </a:rPr>
              <a:t> </a:t>
            </a:r>
            <a:r>
              <a:rPr sz="2800" dirty="0">
                <a:latin typeface="Symbol"/>
                <a:cs typeface="Symbol"/>
              </a:rPr>
              <a:t></a:t>
            </a:r>
            <a:r>
              <a:rPr sz="2800" spc="-105" dirty="0">
                <a:latin typeface="Times New Roman"/>
                <a:cs typeface="Times New Roman"/>
              </a:rPr>
              <a:t> </a:t>
            </a:r>
            <a:r>
              <a:rPr sz="2800" b="1" dirty="0">
                <a:latin typeface="Calibri"/>
                <a:cs typeface="Calibri"/>
              </a:rPr>
              <a:t>R</a:t>
            </a:r>
            <a:r>
              <a:rPr sz="2800" b="1" spc="-25" dirty="0">
                <a:latin typeface="Calibri"/>
                <a:cs typeface="Calibri"/>
              </a:rPr>
              <a:t> </a:t>
            </a:r>
            <a:r>
              <a:rPr sz="2800" dirty="0">
                <a:latin typeface="Symbol"/>
                <a:cs typeface="Symbol"/>
              </a:rPr>
              <a:t></a:t>
            </a:r>
            <a:r>
              <a:rPr sz="2800" spc="-95" dirty="0">
                <a:latin typeface="Times New Roman"/>
                <a:cs typeface="Times New Roman"/>
              </a:rPr>
              <a:t> </a:t>
            </a:r>
            <a:r>
              <a:rPr sz="2800" b="1" spc="-25" dirty="0">
                <a:latin typeface="Calibri"/>
                <a:cs typeface="Calibri"/>
              </a:rPr>
              <a:t>(y,</a:t>
            </a:r>
            <a:r>
              <a:rPr sz="2800" b="1" spc="-40" dirty="0">
                <a:latin typeface="Calibri"/>
                <a:cs typeface="Calibri"/>
              </a:rPr>
              <a:t> </a:t>
            </a:r>
            <a:r>
              <a:rPr sz="2800" b="1" dirty="0">
                <a:latin typeface="Calibri"/>
                <a:cs typeface="Calibri"/>
              </a:rPr>
              <a:t>x)</a:t>
            </a:r>
            <a:r>
              <a:rPr sz="2800" b="1" spc="-15" dirty="0">
                <a:latin typeface="Calibri"/>
                <a:cs typeface="Calibri"/>
              </a:rPr>
              <a:t> </a:t>
            </a:r>
            <a:r>
              <a:rPr sz="2800" dirty="0">
                <a:latin typeface="Symbol"/>
                <a:cs typeface="Symbol"/>
              </a:rPr>
              <a:t></a:t>
            </a:r>
            <a:r>
              <a:rPr sz="2800" spc="-105" dirty="0">
                <a:latin typeface="Times New Roman"/>
                <a:cs typeface="Times New Roman"/>
              </a:rPr>
              <a:t> </a:t>
            </a:r>
            <a:r>
              <a:rPr sz="2800" b="1" dirty="0">
                <a:latin typeface="Calibri"/>
                <a:cs typeface="Calibri"/>
              </a:rPr>
              <a:t>R]</a:t>
            </a:r>
            <a:r>
              <a:rPr sz="2800" b="1" spc="-20" dirty="0">
                <a:latin typeface="Calibri"/>
                <a:cs typeface="Calibri"/>
              </a:rPr>
              <a:t> </a:t>
            </a:r>
            <a:r>
              <a:rPr sz="2800" b="1" spc="-10" dirty="0">
                <a:latin typeface="Calibri"/>
                <a:cs typeface="Calibri"/>
              </a:rPr>
              <a:t>ĐÚNG</a:t>
            </a:r>
            <a:r>
              <a:rPr sz="2800" spc="-10" dirty="0">
                <a:latin typeface="Calibri"/>
                <a:cs typeface="Calibri"/>
              </a:rPr>
              <a:t>, </a:t>
            </a:r>
            <a:r>
              <a:rPr sz="2800" dirty="0">
                <a:latin typeface="Calibri"/>
                <a:cs typeface="Calibri"/>
              </a:rPr>
              <a:t>theo</a:t>
            </a:r>
            <a:r>
              <a:rPr sz="2800" spc="-35" dirty="0">
                <a:latin typeface="Calibri"/>
                <a:cs typeface="Calibri"/>
              </a:rPr>
              <a:t> </a:t>
            </a:r>
            <a:r>
              <a:rPr sz="2800" dirty="0">
                <a:latin typeface="Calibri"/>
                <a:cs typeface="Calibri"/>
              </a:rPr>
              <a:t>định</a:t>
            </a:r>
            <a:r>
              <a:rPr sz="2800" spc="-25" dirty="0">
                <a:latin typeface="Calibri"/>
                <a:cs typeface="Calibri"/>
              </a:rPr>
              <a:t> </a:t>
            </a:r>
            <a:r>
              <a:rPr sz="2800" dirty="0">
                <a:latin typeface="Calibri"/>
                <a:cs typeface="Calibri"/>
              </a:rPr>
              <a:t>nghĩa</a:t>
            </a:r>
            <a:r>
              <a:rPr sz="2800" spc="-20" dirty="0">
                <a:latin typeface="Calibri"/>
                <a:cs typeface="Calibri"/>
              </a:rPr>
              <a:t> </a:t>
            </a:r>
            <a:r>
              <a:rPr sz="2800" dirty="0">
                <a:latin typeface="Calibri"/>
                <a:cs typeface="Calibri"/>
              </a:rPr>
              <a:t>ta</a:t>
            </a:r>
            <a:r>
              <a:rPr sz="2800" spc="-35" dirty="0">
                <a:latin typeface="Calibri"/>
                <a:cs typeface="Calibri"/>
              </a:rPr>
              <a:t> </a:t>
            </a:r>
            <a:r>
              <a:rPr sz="2800" dirty="0">
                <a:latin typeface="Calibri"/>
                <a:cs typeface="Calibri"/>
              </a:rPr>
              <a:t>có</a:t>
            </a:r>
            <a:r>
              <a:rPr sz="2800" spc="-45" dirty="0">
                <a:latin typeface="Calibri"/>
                <a:cs typeface="Calibri"/>
              </a:rPr>
              <a:t> </a:t>
            </a:r>
            <a:r>
              <a:rPr sz="2800" dirty="0">
                <a:latin typeface="Calibri"/>
                <a:cs typeface="Calibri"/>
              </a:rPr>
              <a:t>x</a:t>
            </a:r>
            <a:r>
              <a:rPr sz="2800" spc="-5" dirty="0">
                <a:latin typeface="Calibri"/>
                <a:cs typeface="Calibri"/>
              </a:rPr>
              <a:t> </a:t>
            </a:r>
            <a:r>
              <a:rPr sz="2800" dirty="0">
                <a:latin typeface="Symbol"/>
                <a:cs typeface="Symbol"/>
              </a:rPr>
              <a:t></a:t>
            </a:r>
            <a:r>
              <a:rPr sz="2800" spc="-100" dirty="0">
                <a:latin typeface="Times New Roman"/>
                <a:cs typeface="Times New Roman"/>
              </a:rPr>
              <a:t> </a:t>
            </a:r>
            <a:r>
              <a:rPr sz="2800" dirty="0">
                <a:latin typeface="Calibri"/>
                <a:cs typeface="Calibri"/>
              </a:rPr>
              <a:t>y</a:t>
            </a:r>
            <a:r>
              <a:rPr sz="2800" spc="-30" dirty="0">
                <a:latin typeface="Calibri"/>
                <a:cs typeface="Calibri"/>
              </a:rPr>
              <a:t> </a:t>
            </a:r>
            <a:r>
              <a:rPr sz="2800" dirty="0">
                <a:latin typeface="Calibri"/>
                <a:cs typeface="Calibri"/>
              </a:rPr>
              <a:t>và</a:t>
            </a:r>
            <a:r>
              <a:rPr sz="2800" spc="-40" dirty="0">
                <a:latin typeface="Calibri"/>
                <a:cs typeface="Calibri"/>
              </a:rPr>
              <a:t> </a:t>
            </a:r>
            <a:r>
              <a:rPr sz="2800" dirty="0">
                <a:latin typeface="Calibri"/>
                <a:cs typeface="Calibri"/>
              </a:rPr>
              <a:t>y</a:t>
            </a:r>
            <a:r>
              <a:rPr sz="2800" spc="-40" dirty="0">
                <a:latin typeface="Calibri"/>
                <a:cs typeface="Calibri"/>
              </a:rPr>
              <a:t> </a:t>
            </a:r>
            <a:r>
              <a:rPr sz="2800" dirty="0">
                <a:latin typeface="Symbol"/>
                <a:cs typeface="Symbol"/>
              </a:rPr>
              <a:t></a:t>
            </a:r>
            <a:r>
              <a:rPr sz="2800" spc="-95" dirty="0">
                <a:latin typeface="Times New Roman"/>
                <a:cs typeface="Times New Roman"/>
              </a:rPr>
              <a:t> </a:t>
            </a:r>
            <a:r>
              <a:rPr sz="2800" dirty="0">
                <a:latin typeface="Calibri"/>
                <a:cs typeface="Calibri"/>
              </a:rPr>
              <a:t>x,</a:t>
            </a:r>
            <a:r>
              <a:rPr sz="2800" spc="-35" dirty="0">
                <a:latin typeface="Calibri"/>
                <a:cs typeface="Calibri"/>
              </a:rPr>
              <a:t> </a:t>
            </a:r>
            <a:r>
              <a:rPr sz="2800" dirty="0">
                <a:latin typeface="Calibri"/>
                <a:cs typeface="Calibri"/>
              </a:rPr>
              <a:t>suy</a:t>
            </a:r>
            <a:r>
              <a:rPr sz="2800" spc="-20" dirty="0">
                <a:latin typeface="Calibri"/>
                <a:cs typeface="Calibri"/>
              </a:rPr>
              <a:t> </a:t>
            </a:r>
            <a:r>
              <a:rPr sz="2800" dirty="0">
                <a:latin typeface="Calibri"/>
                <a:cs typeface="Calibri"/>
              </a:rPr>
              <a:t>ra</a:t>
            </a:r>
            <a:r>
              <a:rPr sz="2800" spc="-35" dirty="0">
                <a:latin typeface="Calibri"/>
                <a:cs typeface="Calibri"/>
              </a:rPr>
              <a:t> </a:t>
            </a:r>
            <a:r>
              <a:rPr sz="2800" spc="-20" dirty="0">
                <a:latin typeface="Calibri"/>
                <a:cs typeface="Calibri"/>
              </a:rPr>
              <a:t>x=y.</a:t>
            </a:r>
            <a:endParaRPr sz="2800">
              <a:latin typeface="Calibri"/>
              <a:cs typeface="Calibri"/>
            </a:endParaRPr>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87932" y="319786"/>
            <a:ext cx="6890384" cy="452120"/>
          </a:xfrm>
          <a:prstGeom prst="rect">
            <a:avLst/>
          </a:prstGeom>
        </p:spPr>
        <p:txBody>
          <a:bodyPr vert="horz" wrap="square" lIns="0" tIns="12065" rIns="0" bIns="0" rtlCol="0">
            <a:spAutoFit/>
          </a:bodyPr>
          <a:lstStyle/>
          <a:p>
            <a:pPr marL="12700">
              <a:lnSpc>
                <a:spcPct val="100000"/>
              </a:lnSpc>
              <a:spcBef>
                <a:spcPts val="95"/>
              </a:spcBef>
              <a:tabLst>
                <a:tab pos="6478270" algn="l"/>
              </a:tabLst>
            </a:pPr>
            <a:r>
              <a:rPr dirty="0">
                <a:latin typeface="Symbol"/>
                <a:cs typeface="Symbol"/>
              </a:rPr>
              <a:t></a:t>
            </a:r>
            <a:r>
              <a:rPr b="1" dirty="0">
                <a:latin typeface="Calibri"/>
                <a:cs typeface="Calibri"/>
              </a:rPr>
              <a:t>x,</a:t>
            </a:r>
            <a:r>
              <a:rPr b="1" spc="-35" dirty="0">
                <a:latin typeface="Calibri"/>
                <a:cs typeface="Calibri"/>
              </a:rPr>
              <a:t> </a:t>
            </a:r>
            <a:r>
              <a:rPr b="1" dirty="0">
                <a:latin typeface="Calibri"/>
                <a:cs typeface="Calibri"/>
              </a:rPr>
              <a:t>y</a:t>
            </a:r>
            <a:r>
              <a:rPr b="1" spc="-20" dirty="0">
                <a:latin typeface="Calibri"/>
                <a:cs typeface="Calibri"/>
              </a:rPr>
              <a:t> </a:t>
            </a:r>
            <a:r>
              <a:rPr dirty="0">
                <a:latin typeface="Symbol"/>
                <a:cs typeface="Symbol"/>
              </a:rPr>
              <a:t></a:t>
            </a:r>
            <a:r>
              <a:rPr spc="-85" dirty="0">
                <a:latin typeface="Times New Roman"/>
                <a:cs typeface="Times New Roman"/>
              </a:rPr>
              <a:t> </a:t>
            </a:r>
            <a:r>
              <a:rPr b="1" dirty="0">
                <a:latin typeface="Calibri"/>
                <a:cs typeface="Calibri"/>
              </a:rPr>
              <a:t>X,</a:t>
            </a:r>
            <a:r>
              <a:rPr b="1" spc="-30" dirty="0">
                <a:latin typeface="Calibri"/>
                <a:cs typeface="Calibri"/>
              </a:rPr>
              <a:t> </a:t>
            </a:r>
            <a:r>
              <a:rPr b="1" dirty="0">
                <a:latin typeface="Calibri"/>
                <a:cs typeface="Calibri"/>
              </a:rPr>
              <a:t>[(x,</a:t>
            </a:r>
            <a:r>
              <a:rPr b="1" spc="-15" dirty="0">
                <a:latin typeface="Calibri"/>
                <a:cs typeface="Calibri"/>
              </a:rPr>
              <a:t> </a:t>
            </a:r>
            <a:r>
              <a:rPr b="1" dirty="0">
                <a:latin typeface="Calibri"/>
                <a:cs typeface="Calibri"/>
              </a:rPr>
              <a:t>y)</a:t>
            </a:r>
            <a:r>
              <a:rPr b="1" spc="-10" dirty="0">
                <a:latin typeface="Calibri"/>
                <a:cs typeface="Calibri"/>
              </a:rPr>
              <a:t> </a:t>
            </a:r>
            <a:r>
              <a:rPr dirty="0">
                <a:latin typeface="Symbol"/>
                <a:cs typeface="Symbol"/>
              </a:rPr>
              <a:t></a:t>
            </a:r>
            <a:r>
              <a:rPr spc="-85" dirty="0">
                <a:latin typeface="Times New Roman"/>
                <a:cs typeface="Times New Roman"/>
              </a:rPr>
              <a:t> </a:t>
            </a:r>
            <a:r>
              <a:rPr b="1" dirty="0">
                <a:latin typeface="Calibri"/>
                <a:cs typeface="Calibri"/>
              </a:rPr>
              <a:t>R</a:t>
            </a:r>
            <a:r>
              <a:rPr b="1" spc="-25" dirty="0">
                <a:latin typeface="Calibri"/>
                <a:cs typeface="Calibri"/>
              </a:rPr>
              <a:t> </a:t>
            </a:r>
            <a:r>
              <a:rPr dirty="0">
                <a:latin typeface="Symbol"/>
                <a:cs typeface="Symbol"/>
              </a:rPr>
              <a:t></a:t>
            </a:r>
            <a:r>
              <a:rPr spc="-90" dirty="0">
                <a:latin typeface="Times New Roman"/>
                <a:cs typeface="Times New Roman"/>
              </a:rPr>
              <a:t> </a:t>
            </a:r>
            <a:r>
              <a:rPr b="1" spc="-25" dirty="0">
                <a:latin typeface="Calibri"/>
                <a:cs typeface="Calibri"/>
              </a:rPr>
              <a:t>(y,</a:t>
            </a:r>
            <a:r>
              <a:rPr b="1" spc="-35" dirty="0">
                <a:latin typeface="Calibri"/>
                <a:cs typeface="Calibri"/>
              </a:rPr>
              <a:t> </a:t>
            </a:r>
            <a:r>
              <a:rPr b="1" dirty="0">
                <a:latin typeface="Calibri"/>
                <a:cs typeface="Calibri"/>
              </a:rPr>
              <a:t>x)</a:t>
            </a:r>
            <a:r>
              <a:rPr b="1" spc="-5" dirty="0">
                <a:latin typeface="Calibri"/>
                <a:cs typeface="Calibri"/>
              </a:rPr>
              <a:t> </a:t>
            </a:r>
            <a:r>
              <a:rPr dirty="0">
                <a:latin typeface="Symbol"/>
                <a:cs typeface="Symbol"/>
              </a:rPr>
              <a:t></a:t>
            </a:r>
            <a:r>
              <a:rPr spc="-85" dirty="0">
                <a:latin typeface="Times New Roman"/>
                <a:cs typeface="Times New Roman"/>
              </a:rPr>
              <a:t> </a:t>
            </a:r>
            <a:r>
              <a:rPr b="1" dirty="0">
                <a:latin typeface="Calibri"/>
                <a:cs typeface="Calibri"/>
              </a:rPr>
              <a:t>R]</a:t>
            </a:r>
            <a:r>
              <a:rPr b="1" spc="-30" dirty="0">
                <a:latin typeface="Calibri"/>
                <a:cs typeface="Calibri"/>
              </a:rPr>
              <a:t> </a:t>
            </a:r>
            <a:r>
              <a:rPr dirty="0">
                <a:latin typeface="Symbol"/>
                <a:cs typeface="Symbol"/>
              </a:rPr>
              <a:t></a:t>
            </a:r>
            <a:r>
              <a:rPr spc="-90" dirty="0">
                <a:latin typeface="Times New Roman"/>
                <a:cs typeface="Times New Roman"/>
              </a:rPr>
              <a:t> </a:t>
            </a:r>
            <a:r>
              <a:rPr b="1" dirty="0">
                <a:latin typeface="Calibri"/>
                <a:cs typeface="Calibri"/>
              </a:rPr>
              <a:t>(x</a:t>
            </a:r>
            <a:r>
              <a:rPr b="1" spc="-10" dirty="0">
                <a:latin typeface="Calibri"/>
                <a:cs typeface="Calibri"/>
              </a:rPr>
              <a:t> </a:t>
            </a:r>
            <a:r>
              <a:rPr b="1" dirty="0">
                <a:latin typeface="Calibri"/>
                <a:cs typeface="Calibri"/>
              </a:rPr>
              <a:t>=</a:t>
            </a:r>
            <a:r>
              <a:rPr b="1" spc="-30" dirty="0">
                <a:latin typeface="Calibri"/>
                <a:cs typeface="Calibri"/>
              </a:rPr>
              <a:t> </a:t>
            </a:r>
            <a:r>
              <a:rPr b="1" spc="-25" dirty="0">
                <a:latin typeface="Calibri"/>
                <a:cs typeface="Calibri"/>
              </a:rPr>
              <a:t>y)</a:t>
            </a:r>
            <a:r>
              <a:rPr b="1" dirty="0">
                <a:latin typeface="Calibri"/>
                <a:cs typeface="Calibri"/>
              </a:rPr>
              <a:t>	</a:t>
            </a:r>
            <a:r>
              <a:rPr b="1" spc="-25" dirty="0">
                <a:latin typeface="Calibri"/>
                <a:cs typeface="Calibri"/>
              </a:rPr>
              <a:t>(*)</a:t>
            </a:r>
          </a:p>
        </p:txBody>
      </p:sp>
      <p:sp>
        <p:nvSpPr>
          <p:cNvPr id="3" name="object 3"/>
          <p:cNvSpPr txBox="1"/>
          <p:nvPr/>
        </p:nvSpPr>
        <p:spPr>
          <a:xfrm>
            <a:off x="383540" y="1340866"/>
            <a:ext cx="5149215" cy="1475105"/>
          </a:xfrm>
          <a:prstGeom prst="rect">
            <a:avLst/>
          </a:prstGeom>
        </p:spPr>
        <p:txBody>
          <a:bodyPr vert="horz" wrap="square" lIns="0" tIns="12065" rIns="0" bIns="0" rtlCol="0">
            <a:spAutoFit/>
          </a:bodyPr>
          <a:lstStyle/>
          <a:p>
            <a:pPr marL="12700">
              <a:lnSpc>
                <a:spcPct val="100000"/>
              </a:lnSpc>
              <a:spcBef>
                <a:spcPts val="95"/>
              </a:spcBef>
            </a:pPr>
            <a:r>
              <a:rPr sz="2800" b="1" dirty="0">
                <a:latin typeface="Calibri"/>
                <a:cs typeface="Calibri"/>
              </a:rPr>
              <a:t>Ví</a:t>
            </a:r>
            <a:r>
              <a:rPr sz="2800" b="1" spc="-20" dirty="0">
                <a:latin typeface="Calibri"/>
                <a:cs typeface="Calibri"/>
              </a:rPr>
              <a:t> </a:t>
            </a:r>
            <a:r>
              <a:rPr sz="2800" b="1" dirty="0">
                <a:latin typeface="Calibri"/>
                <a:cs typeface="Calibri"/>
              </a:rPr>
              <a:t>dụ</a:t>
            </a:r>
            <a:r>
              <a:rPr sz="2800" b="1" spc="-15" dirty="0">
                <a:latin typeface="Calibri"/>
                <a:cs typeface="Calibri"/>
              </a:rPr>
              <a:t> </a:t>
            </a:r>
            <a:r>
              <a:rPr sz="2800" b="1" dirty="0">
                <a:latin typeface="Calibri"/>
                <a:cs typeface="Calibri"/>
              </a:rPr>
              <a:t>5:</a:t>
            </a:r>
            <a:r>
              <a:rPr sz="2800" b="1" spc="-5" dirty="0">
                <a:latin typeface="Calibri"/>
                <a:cs typeface="Calibri"/>
              </a:rPr>
              <a:t> </a:t>
            </a:r>
            <a:r>
              <a:rPr sz="2800" dirty="0">
                <a:latin typeface="Calibri"/>
                <a:cs typeface="Calibri"/>
              </a:rPr>
              <a:t>Cho</a:t>
            </a:r>
            <a:r>
              <a:rPr sz="2800" spc="-10" dirty="0">
                <a:latin typeface="Calibri"/>
                <a:cs typeface="Calibri"/>
              </a:rPr>
              <a:t> </a:t>
            </a:r>
            <a:r>
              <a:rPr sz="2800" dirty="0">
                <a:latin typeface="Calibri"/>
                <a:cs typeface="Calibri"/>
              </a:rPr>
              <a:t>X</a:t>
            </a:r>
            <a:r>
              <a:rPr sz="2800" spc="-20" dirty="0">
                <a:latin typeface="Calibri"/>
                <a:cs typeface="Calibri"/>
              </a:rPr>
              <a:t> </a:t>
            </a:r>
            <a:r>
              <a:rPr sz="2800" dirty="0">
                <a:latin typeface="Calibri"/>
                <a:cs typeface="Calibri"/>
              </a:rPr>
              <a:t>=</a:t>
            </a:r>
            <a:r>
              <a:rPr sz="2800" spc="5" dirty="0">
                <a:latin typeface="Calibri"/>
                <a:cs typeface="Calibri"/>
              </a:rPr>
              <a:t> </a:t>
            </a:r>
            <a:r>
              <a:rPr sz="2800" dirty="0">
                <a:latin typeface="Cambria Math"/>
                <a:cs typeface="Cambria Math"/>
              </a:rPr>
              <a:t>ℤ</a:t>
            </a:r>
            <a:r>
              <a:rPr sz="2800" spc="10" dirty="0">
                <a:latin typeface="Cambria Math"/>
                <a:cs typeface="Cambria Math"/>
              </a:rPr>
              <a:t> </a:t>
            </a:r>
            <a:r>
              <a:rPr sz="2800" dirty="0">
                <a:latin typeface="Calibri"/>
                <a:cs typeface="Calibri"/>
              </a:rPr>
              <a:t>. R</a:t>
            </a:r>
            <a:r>
              <a:rPr sz="2800" spc="-15"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{(x,</a:t>
            </a:r>
            <a:r>
              <a:rPr sz="2800" spc="-15" dirty="0">
                <a:latin typeface="Calibri"/>
                <a:cs typeface="Calibri"/>
              </a:rPr>
              <a:t> </a:t>
            </a:r>
            <a:r>
              <a:rPr sz="2800" dirty="0">
                <a:latin typeface="Calibri"/>
                <a:cs typeface="Calibri"/>
              </a:rPr>
              <a:t>y):</a:t>
            </a:r>
            <a:r>
              <a:rPr sz="2800" spc="-10" dirty="0">
                <a:latin typeface="Calibri"/>
                <a:cs typeface="Calibri"/>
              </a:rPr>
              <a:t> </a:t>
            </a:r>
            <a:r>
              <a:rPr sz="2800" dirty="0">
                <a:latin typeface="Calibri"/>
                <a:cs typeface="Calibri"/>
              </a:rPr>
              <a:t>x</a:t>
            </a:r>
            <a:r>
              <a:rPr sz="2800" spc="-20" dirty="0">
                <a:latin typeface="Calibri"/>
                <a:cs typeface="Calibri"/>
              </a:rPr>
              <a:t> </a:t>
            </a:r>
            <a:r>
              <a:rPr sz="2800" dirty="0">
                <a:latin typeface="Calibri"/>
                <a:cs typeface="Calibri"/>
              </a:rPr>
              <a:t>&lt; </a:t>
            </a:r>
            <a:r>
              <a:rPr sz="2800" spc="-25" dirty="0">
                <a:latin typeface="Calibri"/>
                <a:cs typeface="Calibri"/>
              </a:rPr>
              <a:t>y}</a:t>
            </a:r>
            <a:endParaRPr sz="2800">
              <a:latin typeface="Calibri"/>
              <a:cs typeface="Calibri"/>
            </a:endParaRPr>
          </a:p>
          <a:p>
            <a:pPr>
              <a:lnSpc>
                <a:spcPct val="100000"/>
              </a:lnSpc>
              <a:spcBef>
                <a:spcPts val="1275"/>
              </a:spcBef>
            </a:pPr>
            <a:endParaRPr sz="2800">
              <a:latin typeface="Calibri"/>
              <a:cs typeface="Calibri"/>
            </a:endParaRPr>
          </a:p>
          <a:p>
            <a:pPr marL="12700">
              <a:lnSpc>
                <a:spcPct val="100000"/>
              </a:lnSpc>
            </a:pPr>
            <a:r>
              <a:rPr sz="2800" b="1" dirty="0">
                <a:latin typeface="Calibri"/>
                <a:cs typeface="Calibri"/>
              </a:rPr>
              <a:t>R</a:t>
            </a:r>
            <a:r>
              <a:rPr sz="2800" b="1" spc="-55" dirty="0">
                <a:latin typeface="Calibri"/>
                <a:cs typeface="Calibri"/>
              </a:rPr>
              <a:t> </a:t>
            </a:r>
            <a:r>
              <a:rPr sz="2800" b="1" dirty="0">
                <a:latin typeface="Calibri"/>
                <a:cs typeface="Calibri"/>
              </a:rPr>
              <a:t>là</a:t>
            </a:r>
            <a:r>
              <a:rPr sz="2800" b="1" spc="-35" dirty="0">
                <a:latin typeface="Calibri"/>
                <a:cs typeface="Calibri"/>
              </a:rPr>
              <a:t> </a:t>
            </a:r>
            <a:r>
              <a:rPr sz="2800" b="1" dirty="0">
                <a:latin typeface="Calibri"/>
                <a:cs typeface="Calibri"/>
              </a:rPr>
              <a:t>phản</a:t>
            </a:r>
            <a:r>
              <a:rPr sz="2800" b="1" spc="-40" dirty="0">
                <a:latin typeface="Calibri"/>
                <a:cs typeface="Calibri"/>
              </a:rPr>
              <a:t> </a:t>
            </a:r>
            <a:r>
              <a:rPr sz="2800" b="1" dirty="0">
                <a:latin typeface="Calibri"/>
                <a:cs typeface="Calibri"/>
              </a:rPr>
              <a:t>xứng</a:t>
            </a:r>
            <a:r>
              <a:rPr sz="2800" b="1" spc="-40" dirty="0">
                <a:latin typeface="Calibri"/>
                <a:cs typeface="Calibri"/>
              </a:rPr>
              <a:t> </a:t>
            </a:r>
            <a:r>
              <a:rPr sz="2800" b="1" spc="-50" dirty="0">
                <a:latin typeface="Calibri"/>
                <a:cs typeface="Calibri"/>
              </a:rPr>
              <a:t>?</a:t>
            </a:r>
            <a:endParaRPr sz="2800">
              <a:latin typeface="Calibri"/>
              <a:cs typeface="Calibri"/>
            </a:endParaRPr>
          </a:p>
        </p:txBody>
      </p:sp>
      <p:sp>
        <p:nvSpPr>
          <p:cNvPr id="6" name="Hình chữ nhật 5">
            <a:extLst>
              <a:ext uri="{FF2B5EF4-FFF2-40B4-BE49-F238E27FC236}">
                <a16:creationId xmlns:a16="http://schemas.microsoft.com/office/drawing/2014/main" id="{E3933C19-8B66-F2D5-524A-A1E340D71507}"/>
              </a:ext>
            </a:extLst>
          </p:cNvPr>
          <p:cNvSpPr/>
          <p:nvPr/>
        </p:nvSpPr>
        <p:spPr>
          <a:xfrm>
            <a:off x="228600" y="3048000"/>
            <a:ext cx="8610600" cy="1981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bject 4"/>
          <p:cNvSpPr txBox="1"/>
          <p:nvPr/>
        </p:nvSpPr>
        <p:spPr>
          <a:xfrm>
            <a:off x="396240" y="3403597"/>
            <a:ext cx="8044180" cy="868044"/>
          </a:xfrm>
          <a:prstGeom prst="rect">
            <a:avLst/>
          </a:prstGeom>
        </p:spPr>
        <p:txBody>
          <a:bodyPr vert="horz" wrap="square" lIns="0" tIns="19685" rIns="0" bIns="0" rtlCol="0">
            <a:spAutoFit/>
          </a:bodyPr>
          <a:lstStyle/>
          <a:p>
            <a:pPr>
              <a:lnSpc>
                <a:spcPts val="3320"/>
              </a:lnSpc>
              <a:spcBef>
                <a:spcPts val="155"/>
              </a:spcBef>
              <a:tabLst>
                <a:tab pos="2391410" algn="l"/>
                <a:tab pos="5334000" algn="l"/>
              </a:tabLst>
            </a:pPr>
            <a:r>
              <a:rPr sz="2800" dirty="0">
                <a:latin typeface="Calibri"/>
                <a:cs typeface="Calibri"/>
              </a:rPr>
              <a:t>R</a:t>
            </a:r>
            <a:r>
              <a:rPr sz="2800" spc="-25" dirty="0">
                <a:latin typeface="Calibri"/>
                <a:cs typeface="Calibri"/>
              </a:rPr>
              <a:t> </a:t>
            </a:r>
            <a:r>
              <a:rPr sz="2800" dirty="0">
                <a:latin typeface="Calibri"/>
                <a:cs typeface="Calibri"/>
              </a:rPr>
              <a:t>là</a:t>
            </a:r>
            <a:r>
              <a:rPr sz="2800" spc="-35" dirty="0">
                <a:latin typeface="Calibri"/>
                <a:cs typeface="Calibri"/>
              </a:rPr>
              <a:t> </a:t>
            </a:r>
            <a:r>
              <a:rPr sz="2800" dirty="0">
                <a:latin typeface="Calibri"/>
                <a:cs typeface="Calibri"/>
              </a:rPr>
              <a:t>phản</a:t>
            </a:r>
            <a:r>
              <a:rPr sz="2800" spc="-15" dirty="0">
                <a:latin typeface="Calibri"/>
                <a:cs typeface="Calibri"/>
              </a:rPr>
              <a:t> </a:t>
            </a:r>
            <a:r>
              <a:rPr sz="2800" spc="-20" dirty="0">
                <a:latin typeface="Calibri"/>
                <a:cs typeface="Calibri"/>
              </a:rPr>
              <a:t>xứng.</a:t>
            </a:r>
            <a:r>
              <a:rPr sz="2800" dirty="0">
                <a:latin typeface="Calibri"/>
                <a:cs typeface="Calibri"/>
              </a:rPr>
              <a:t>	Vì</a:t>
            </a:r>
            <a:r>
              <a:rPr sz="2800" spc="-15" dirty="0">
                <a:latin typeface="Calibri"/>
                <a:cs typeface="Calibri"/>
              </a:rPr>
              <a:t> </a:t>
            </a:r>
            <a:r>
              <a:rPr sz="2800" dirty="0">
                <a:latin typeface="Calibri"/>
                <a:cs typeface="Calibri"/>
              </a:rPr>
              <a:t>nếu</a:t>
            </a:r>
            <a:r>
              <a:rPr sz="2800" spc="-5" dirty="0">
                <a:latin typeface="Calibri"/>
                <a:cs typeface="Calibri"/>
              </a:rPr>
              <a:t> </a:t>
            </a:r>
            <a:r>
              <a:rPr sz="2800" dirty="0">
                <a:latin typeface="Calibri"/>
                <a:cs typeface="Calibri"/>
              </a:rPr>
              <a:t>(x,</a:t>
            </a:r>
            <a:r>
              <a:rPr sz="2800" spc="-15" dirty="0">
                <a:latin typeface="Calibri"/>
                <a:cs typeface="Calibri"/>
              </a:rPr>
              <a:t> </a:t>
            </a:r>
            <a:r>
              <a:rPr sz="2800" dirty="0">
                <a:latin typeface="Calibri"/>
                <a:cs typeface="Calibri"/>
              </a:rPr>
              <a:t>y)</a:t>
            </a:r>
            <a:r>
              <a:rPr sz="2800" spc="10" dirty="0">
                <a:latin typeface="Calibri"/>
                <a:cs typeface="Calibri"/>
              </a:rPr>
              <a:t> </a:t>
            </a:r>
            <a:r>
              <a:rPr sz="2800" dirty="0">
                <a:latin typeface="Symbol"/>
                <a:cs typeface="Symbol"/>
              </a:rPr>
              <a:t></a:t>
            </a:r>
            <a:r>
              <a:rPr sz="2800" spc="-85" dirty="0">
                <a:latin typeface="Times New Roman"/>
                <a:cs typeface="Times New Roman"/>
              </a:rPr>
              <a:t> </a:t>
            </a:r>
            <a:r>
              <a:rPr sz="2800" dirty="0">
                <a:latin typeface="Calibri"/>
                <a:cs typeface="Calibri"/>
              </a:rPr>
              <a:t>R </a:t>
            </a:r>
            <a:r>
              <a:rPr sz="2800" spc="-25" dirty="0">
                <a:latin typeface="Calibri"/>
                <a:cs typeface="Calibri"/>
              </a:rPr>
              <a:t>thì</a:t>
            </a:r>
            <a:r>
              <a:rPr sz="2800" dirty="0">
                <a:latin typeface="Calibri"/>
                <a:cs typeface="Calibri"/>
              </a:rPr>
              <a:t>	</a:t>
            </a:r>
            <a:r>
              <a:rPr sz="2800" spc="-35" dirty="0">
                <a:latin typeface="Calibri"/>
                <a:cs typeface="Calibri"/>
              </a:rPr>
              <a:t>(y, </a:t>
            </a:r>
            <a:r>
              <a:rPr sz="2800" dirty="0">
                <a:latin typeface="Calibri"/>
                <a:cs typeface="Calibri"/>
              </a:rPr>
              <a:t>x)</a:t>
            </a:r>
            <a:r>
              <a:rPr sz="2800" spc="-25" dirty="0">
                <a:latin typeface="Calibri"/>
                <a:cs typeface="Calibri"/>
              </a:rPr>
              <a:t> </a:t>
            </a:r>
            <a:r>
              <a:rPr sz="2800" dirty="0">
                <a:latin typeface="Symbol"/>
                <a:cs typeface="Symbol"/>
              </a:rPr>
              <a:t></a:t>
            </a:r>
            <a:r>
              <a:rPr sz="2800" spc="-95" dirty="0">
                <a:latin typeface="Times New Roman"/>
                <a:cs typeface="Times New Roman"/>
              </a:rPr>
              <a:t> </a:t>
            </a:r>
            <a:r>
              <a:rPr sz="2800" dirty="0">
                <a:latin typeface="Calibri"/>
                <a:cs typeface="Calibri"/>
              </a:rPr>
              <a:t>R</a:t>
            </a:r>
            <a:r>
              <a:rPr sz="2800" spc="-40" dirty="0">
                <a:latin typeface="Calibri"/>
                <a:cs typeface="Calibri"/>
              </a:rPr>
              <a:t> </a:t>
            </a:r>
            <a:r>
              <a:rPr sz="2800" dirty="0">
                <a:latin typeface="Calibri"/>
                <a:cs typeface="Calibri"/>
              </a:rPr>
              <a:t>Do</a:t>
            </a:r>
            <a:r>
              <a:rPr sz="2800" spc="-35" dirty="0">
                <a:latin typeface="Calibri"/>
                <a:cs typeface="Calibri"/>
              </a:rPr>
              <a:t> </a:t>
            </a:r>
            <a:r>
              <a:rPr sz="2800" dirty="0">
                <a:latin typeface="Calibri"/>
                <a:cs typeface="Calibri"/>
              </a:rPr>
              <a:t>đó</a:t>
            </a:r>
            <a:r>
              <a:rPr sz="2800" spc="-35" dirty="0">
                <a:latin typeface="Calibri"/>
                <a:cs typeface="Calibri"/>
              </a:rPr>
              <a:t> </a:t>
            </a:r>
            <a:r>
              <a:rPr sz="2800" spc="-25" dirty="0">
                <a:latin typeface="Calibri"/>
                <a:cs typeface="Calibri"/>
              </a:rPr>
              <a:t>(*) </a:t>
            </a:r>
            <a:r>
              <a:rPr sz="2800" spc="-10" dirty="0">
                <a:latin typeface="Calibri"/>
                <a:cs typeface="Calibri"/>
              </a:rPr>
              <a:t>ĐÚNG.</a:t>
            </a:r>
            <a:endParaRPr sz="2800">
              <a:latin typeface="Calibri"/>
              <a:cs typeface="Calibri"/>
            </a:endParaRPr>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229260"/>
            <a:ext cx="8121650" cy="3525520"/>
          </a:xfrm>
          <a:prstGeom prst="rect">
            <a:avLst/>
          </a:prstGeom>
        </p:spPr>
        <p:txBody>
          <a:bodyPr vert="horz" wrap="square" lIns="0" tIns="97790" rIns="0" bIns="0" rtlCol="0">
            <a:spAutoFit/>
          </a:bodyPr>
          <a:lstStyle/>
          <a:p>
            <a:pPr marL="12700">
              <a:lnSpc>
                <a:spcPct val="100000"/>
              </a:lnSpc>
              <a:spcBef>
                <a:spcPts val="770"/>
              </a:spcBef>
            </a:pPr>
            <a:r>
              <a:rPr sz="2800" b="1" dirty="0">
                <a:latin typeface="Calibri"/>
                <a:cs typeface="Calibri"/>
              </a:rPr>
              <a:t>Bài</a:t>
            </a:r>
            <a:r>
              <a:rPr sz="2800" b="1" spc="-40" dirty="0">
                <a:latin typeface="Calibri"/>
                <a:cs typeface="Calibri"/>
              </a:rPr>
              <a:t> </a:t>
            </a:r>
            <a:r>
              <a:rPr sz="2800" b="1" dirty="0">
                <a:latin typeface="Calibri"/>
                <a:cs typeface="Calibri"/>
              </a:rPr>
              <a:t>tập</a:t>
            </a:r>
            <a:r>
              <a:rPr sz="2800" b="1" spc="-40" dirty="0">
                <a:latin typeface="Calibri"/>
                <a:cs typeface="Calibri"/>
              </a:rPr>
              <a:t> </a:t>
            </a:r>
            <a:r>
              <a:rPr sz="2800" b="1" dirty="0">
                <a:latin typeface="Calibri"/>
                <a:cs typeface="Calibri"/>
              </a:rPr>
              <a:t>tại</a:t>
            </a:r>
            <a:r>
              <a:rPr sz="2800" b="1" spc="-40" dirty="0">
                <a:latin typeface="Calibri"/>
                <a:cs typeface="Calibri"/>
              </a:rPr>
              <a:t> </a:t>
            </a:r>
            <a:r>
              <a:rPr sz="2800" b="1" dirty="0">
                <a:latin typeface="Calibri"/>
                <a:cs typeface="Calibri"/>
              </a:rPr>
              <a:t>lớp</a:t>
            </a:r>
            <a:r>
              <a:rPr sz="2800" b="1" spc="-40" dirty="0">
                <a:latin typeface="Calibri"/>
                <a:cs typeface="Calibri"/>
              </a:rPr>
              <a:t> </a:t>
            </a:r>
            <a:r>
              <a:rPr sz="2800" b="1" spc="-50" dirty="0">
                <a:latin typeface="Calibri"/>
                <a:cs typeface="Calibri"/>
              </a:rPr>
              <a:t>:</a:t>
            </a:r>
            <a:endParaRPr sz="2800">
              <a:latin typeface="Calibri"/>
              <a:cs typeface="Calibri"/>
            </a:endParaRPr>
          </a:p>
          <a:p>
            <a:pPr marL="12700" marR="5080">
              <a:lnSpc>
                <a:spcPct val="100000"/>
              </a:lnSpc>
              <a:spcBef>
                <a:spcPts val="675"/>
              </a:spcBef>
            </a:pPr>
            <a:r>
              <a:rPr sz="2800" dirty="0">
                <a:latin typeface="Calibri"/>
                <a:cs typeface="Calibri"/>
              </a:rPr>
              <a:t>Kiểm</a:t>
            </a:r>
            <a:r>
              <a:rPr sz="2800" spc="-70" dirty="0">
                <a:latin typeface="Calibri"/>
                <a:cs typeface="Calibri"/>
              </a:rPr>
              <a:t> </a:t>
            </a:r>
            <a:r>
              <a:rPr sz="2800" dirty="0">
                <a:latin typeface="Calibri"/>
                <a:cs typeface="Calibri"/>
              </a:rPr>
              <a:t>tra</a:t>
            </a:r>
            <a:r>
              <a:rPr sz="2800" spc="-55" dirty="0">
                <a:latin typeface="Calibri"/>
                <a:cs typeface="Calibri"/>
              </a:rPr>
              <a:t> </a:t>
            </a:r>
            <a:r>
              <a:rPr sz="2800" dirty="0">
                <a:latin typeface="Calibri"/>
                <a:cs typeface="Calibri"/>
              </a:rPr>
              <a:t>các</a:t>
            </a:r>
            <a:r>
              <a:rPr sz="2800" spc="-50" dirty="0">
                <a:latin typeface="Calibri"/>
                <a:cs typeface="Calibri"/>
              </a:rPr>
              <a:t> </a:t>
            </a:r>
            <a:r>
              <a:rPr sz="2800" dirty="0">
                <a:latin typeface="Calibri"/>
                <a:cs typeface="Calibri"/>
              </a:rPr>
              <a:t>tính</a:t>
            </a:r>
            <a:r>
              <a:rPr sz="2800" spc="-45" dirty="0">
                <a:latin typeface="Calibri"/>
                <a:cs typeface="Calibri"/>
              </a:rPr>
              <a:t> </a:t>
            </a:r>
            <a:r>
              <a:rPr sz="2800" dirty="0">
                <a:latin typeface="Calibri"/>
                <a:cs typeface="Calibri"/>
              </a:rPr>
              <a:t>chất</a:t>
            </a:r>
            <a:r>
              <a:rPr sz="2800" spc="-40" dirty="0">
                <a:latin typeface="Calibri"/>
                <a:cs typeface="Calibri"/>
              </a:rPr>
              <a:t> </a:t>
            </a:r>
            <a:r>
              <a:rPr sz="2800" dirty="0">
                <a:latin typeface="Calibri"/>
                <a:cs typeface="Calibri"/>
              </a:rPr>
              <a:t>của</a:t>
            </a:r>
            <a:r>
              <a:rPr sz="2800" spc="-50" dirty="0">
                <a:latin typeface="Calibri"/>
                <a:cs typeface="Calibri"/>
              </a:rPr>
              <a:t> </a:t>
            </a:r>
            <a:r>
              <a:rPr sz="2800" dirty="0">
                <a:latin typeface="Calibri"/>
                <a:cs typeface="Calibri"/>
              </a:rPr>
              <a:t>các</a:t>
            </a:r>
            <a:r>
              <a:rPr sz="2800" spc="-50" dirty="0">
                <a:latin typeface="Calibri"/>
                <a:cs typeface="Calibri"/>
              </a:rPr>
              <a:t> </a:t>
            </a:r>
            <a:r>
              <a:rPr sz="2800" dirty="0">
                <a:latin typeface="Calibri"/>
                <a:cs typeface="Calibri"/>
              </a:rPr>
              <a:t>quan</a:t>
            </a:r>
            <a:r>
              <a:rPr sz="2800" spc="-35" dirty="0">
                <a:latin typeface="Calibri"/>
                <a:cs typeface="Calibri"/>
              </a:rPr>
              <a:t> </a:t>
            </a:r>
            <a:r>
              <a:rPr sz="2800" dirty="0">
                <a:latin typeface="Calibri"/>
                <a:cs typeface="Calibri"/>
              </a:rPr>
              <a:t>hệ</a:t>
            </a:r>
            <a:r>
              <a:rPr sz="2800" spc="-50" dirty="0">
                <a:latin typeface="Calibri"/>
                <a:cs typeface="Calibri"/>
              </a:rPr>
              <a:t> </a:t>
            </a:r>
            <a:r>
              <a:rPr sz="2800" dirty="0">
                <a:latin typeface="Calibri"/>
                <a:cs typeface="Calibri"/>
              </a:rPr>
              <a:t>trên</a:t>
            </a:r>
            <a:r>
              <a:rPr sz="2800" spc="-50" dirty="0">
                <a:latin typeface="Calibri"/>
                <a:cs typeface="Calibri"/>
              </a:rPr>
              <a:t> </a:t>
            </a:r>
            <a:r>
              <a:rPr sz="2800" dirty="0">
                <a:latin typeface="Calibri"/>
                <a:cs typeface="Calibri"/>
              </a:rPr>
              <a:t>X={1,</a:t>
            </a:r>
            <a:r>
              <a:rPr sz="2800" spc="-50" dirty="0">
                <a:latin typeface="Calibri"/>
                <a:cs typeface="Calibri"/>
              </a:rPr>
              <a:t> </a:t>
            </a:r>
            <a:r>
              <a:rPr sz="2800" dirty="0">
                <a:latin typeface="Calibri"/>
                <a:cs typeface="Calibri"/>
              </a:rPr>
              <a:t>2,</a:t>
            </a:r>
            <a:r>
              <a:rPr sz="2800" spc="-50" dirty="0">
                <a:latin typeface="Calibri"/>
                <a:cs typeface="Calibri"/>
              </a:rPr>
              <a:t> </a:t>
            </a:r>
            <a:r>
              <a:rPr sz="2800" dirty="0">
                <a:latin typeface="Calibri"/>
                <a:cs typeface="Calibri"/>
              </a:rPr>
              <a:t>3,</a:t>
            </a:r>
            <a:r>
              <a:rPr sz="2800" spc="-40" dirty="0">
                <a:latin typeface="Calibri"/>
                <a:cs typeface="Calibri"/>
              </a:rPr>
              <a:t> </a:t>
            </a:r>
            <a:r>
              <a:rPr sz="2800" spc="-25" dirty="0">
                <a:latin typeface="Calibri"/>
                <a:cs typeface="Calibri"/>
              </a:rPr>
              <a:t>4} </a:t>
            </a:r>
            <a:r>
              <a:rPr sz="2800" dirty="0">
                <a:latin typeface="Calibri"/>
                <a:cs typeface="Calibri"/>
              </a:rPr>
              <a:t>dưới</a:t>
            </a:r>
            <a:r>
              <a:rPr sz="2800" spc="-50" dirty="0">
                <a:latin typeface="Calibri"/>
                <a:cs typeface="Calibri"/>
              </a:rPr>
              <a:t> </a:t>
            </a:r>
            <a:r>
              <a:rPr sz="2800" dirty="0">
                <a:latin typeface="Calibri"/>
                <a:cs typeface="Calibri"/>
              </a:rPr>
              <a:t>đây</a:t>
            </a:r>
            <a:r>
              <a:rPr sz="2800" spc="-70" dirty="0">
                <a:latin typeface="Calibri"/>
                <a:cs typeface="Calibri"/>
              </a:rPr>
              <a:t> </a:t>
            </a:r>
            <a:r>
              <a:rPr sz="2800" spc="-50" dirty="0">
                <a:latin typeface="Calibri"/>
                <a:cs typeface="Calibri"/>
              </a:rPr>
              <a:t>:</a:t>
            </a:r>
            <a:endParaRPr sz="2800">
              <a:latin typeface="Calibri"/>
              <a:cs typeface="Calibri"/>
            </a:endParaRPr>
          </a:p>
          <a:p>
            <a:pPr marL="12700">
              <a:lnSpc>
                <a:spcPct val="100000"/>
              </a:lnSpc>
              <a:spcBef>
                <a:spcPts val="670"/>
              </a:spcBef>
            </a:pPr>
            <a:r>
              <a:rPr sz="2800" dirty="0">
                <a:latin typeface="Calibri"/>
                <a:cs typeface="Calibri"/>
              </a:rPr>
              <a:t>1</a:t>
            </a:r>
            <a:r>
              <a:rPr sz="2800" spc="-40" dirty="0">
                <a:latin typeface="Calibri"/>
                <a:cs typeface="Calibri"/>
              </a:rPr>
              <a:t> </a:t>
            </a:r>
            <a:r>
              <a:rPr sz="2800" dirty="0">
                <a:latin typeface="Calibri"/>
                <a:cs typeface="Calibri"/>
              </a:rPr>
              <a:t>)</a:t>
            </a:r>
            <a:r>
              <a:rPr sz="2800" spc="-50" dirty="0">
                <a:latin typeface="Calibri"/>
                <a:cs typeface="Calibri"/>
              </a:rPr>
              <a:t> </a:t>
            </a:r>
            <a:r>
              <a:rPr sz="2800" dirty="0">
                <a:latin typeface="Calibri"/>
                <a:cs typeface="Calibri"/>
              </a:rPr>
              <a:t>R={</a:t>
            </a:r>
            <a:r>
              <a:rPr sz="2800" spc="-40" dirty="0">
                <a:latin typeface="Calibri"/>
                <a:cs typeface="Calibri"/>
              </a:rPr>
              <a:t> </a:t>
            </a:r>
            <a:r>
              <a:rPr sz="2800" dirty="0">
                <a:latin typeface="Calibri"/>
                <a:cs typeface="Calibri"/>
              </a:rPr>
              <a:t>(1,1),</a:t>
            </a:r>
            <a:r>
              <a:rPr sz="2800" spc="-25" dirty="0">
                <a:latin typeface="Calibri"/>
                <a:cs typeface="Calibri"/>
              </a:rPr>
              <a:t> </a:t>
            </a:r>
            <a:r>
              <a:rPr sz="2800" dirty="0">
                <a:latin typeface="Calibri"/>
                <a:cs typeface="Calibri"/>
              </a:rPr>
              <a:t>(2,2),</a:t>
            </a:r>
            <a:r>
              <a:rPr sz="2800" spc="-30" dirty="0">
                <a:latin typeface="Calibri"/>
                <a:cs typeface="Calibri"/>
              </a:rPr>
              <a:t> </a:t>
            </a:r>
            <a:r>
              <a:rPr sz="2800" dirty="0">
                <a:latin typeface="Calibri"/>
                <a:cs typeface="Calibri"/>
              </a:rPr>
              <a:t>(3,3),</a:t>
            </a:r>
            <a:r>
              <a:rPr sz="2800" spc="-25" dirty="0">
                <a:latin typeface="Calibri"/>
                <a:cs typeface="Calibri"/>
              </a:rPr>
              <a:t> </a:t>
            </a:r>
            <a:r>
              <a:rPr sz="2800" dirty="0">
                <a:latin typeface="Calibri"/>
                <a:cs typeface="Calibri"/>
              </a:rPr>
              <a:t>(4,4),</a:t>
            </a:r>
            <a:r>
              <a:rPr sz="2800" spc="-40" dirty="0">
                <a:latin typeface="Calibri"/>
                <a:cs typeface="Calibri"/>
              </a:rPr>
              <a:t> </a:t>
            </a:r>
            <a:r>
              <a:rPr sz="2800" dirty="0">
                <a:latin typeface="Calibri"/>
                <a:cs typeface="Calibri"/>
              </a:rPr>
              <a:t>(1,2),</a:t>
            </a:r>
            <a:r>
              <a:rPr sz="2800" spc="-30" dirty="0">
                <a:latin typeface="Calibri"/>
                <a:cs typeface="Calibri"/>
              </a:rPr>
              <a:t> </a:t>
            </a:r>
            <a:r>
              <a:rPr sz="2800" dirty="0">
                <a:latin typeface="Calibri"/>
                <a:cs typeface="Calibri"/>
              </a:rPr>
              <a:t>(2,1),</a:t>
            </a:r>
            <a:r>
              <a:rPr sz="2800" spc="-25" dirty="0">
                <a:latin typeface="Calibri"/>
                <a:cs typeface="Calibri"/>
              </a:rPr>
              <a:t> </a:t>
            </a:r>
            <a:r>
              <a:rPr sz="2800" spc="-10" dirty="0">
                <a:latin typeface="Calibri"/>
                <a:cs typeface="Calibri"/>
              </a:rPr>
              <a:t>(1,3)}</a:t>
            </a:r>
            <a:endParaRPr sz="2800">
              <a:latin typeface="Calibri"/>
              <a:cs typeface="Calibri"/>
            </a:endParaRPr>
          </a:p>
          <a:p>
            <a:pPr marL="12700">
              <a:lnSpc>
                <a:spcPct val="100000"/>
              </a:lnSpc>
              <a:spcBef>
                <a:spcPts val="675"/>
              </a:spcBef>
            </a:pPr>
            <a:r>
              <a:rPr sz="2800" dirty="0">
                <a:latin typeface="Calibri"/>
                <a:cs typeface="Calibri"/>
              </a:rPr>
              <a:t>2</a:t>
            </a:r>
            <a:r>
              <a:rPr sz="2800" spc="-40" dirty="0">
                <a:latin typeface="Calibri"/>
                <a:cs typeface="Calibri"/>
              </a:rPr>
              <a:t> </a:t>
            </a:r>
            <a:r>
              <a:rPr sz="2800" dirty="0">
                <a:latin typeface="Calibri"/>
                <a:cs typeface="Calibri"/>
              </a:rPr>
              <a:t>)</a:t>
            </a:r>
            <a:r>
              <a:rPr sz="2800" spc="-45" dirty="0">
                <a:latin typeface="Calibri"/>
                <a:cs typeface="Calibri"/>
              </a:rPr>
              <a:t> </a:t>
            </a:r>
            <a:r>
              <a:rPr sz="2800" dirty="0">
                <a:latin typeface="Calibri"/>
                <a:cs typeface="Calibri"/>
              </a:rPr>
              <a:t>R={</a:t>
            </a:r>
            <a:r>
              <a:rPr sz="2800" spc="-35" dirty="0">
                <a:latin typeface="Calibri"/>
                <a:cs typeface="Calibri"/>
              </a:rPr>
              <a:t> </a:t>
            </a:r>
            <a:r>
              <a:rPr sz="2800" dirty="0">
                <a:latin typeface="Calibri"/>
                <a:cs typeface="Calibri"/>
              </a:rPr>
              <a:t>(1,1),</a:t>
            </a:r>
            <a:r>
              <a:rPr sz="2800" spc="-25" dirty="0">
                <a:latin typeface="Calibri"/>
                <a:cs typeface="Calibri"/>
              </a:rPr>
              <a:t> </a:t>
            </a:r>
            <a:r>
              <a:rPr sz="2800" dirty="0">
                <a:latin typeface="Calibri"/>
                <a:cs typeface="Calibri"/>
              </a:rPr>
              <a:t>(2,2),</a:t>
            </a:r>
            <a:r>
              <a:rPr sz="2800" spc="-20" dirty="0">
                <a:latin typeface="Calibri"/>
                <a:cs typeface="Calibri"/>
              </a:rPr>
              <a:t> </a:t>
            </a:r>
            <a:r>
              <a:rPr sz="2800" dirty="0">
                <a:latin typeface="Calibri"/>
                <a:cs typeface="Calibri"/>
              </a:rPr>
              <a:t>(4,4),</a:t>
            </a:r>
            <a:r>
              <a:rPr sz="2800" spc="-25" dirty="0">
                <a:latin typeface="Calibri"/>
                <a:cs typeface="Calibri"/>
              </a:rPr>
              <a:t> </a:t>
            </a:r>
            <a:r>
              <a:rPr sz="2800" dirty="0">
                <a:latin typeface="Calibri"/>
                <a:cs typeface="Calibri"/>
              </a:rPr>
              <a:t>(1,2),</a:t>
            </a:r>
            <a:r>
              <a:rPr sz="2800" spc="-35" dirty="0">
                <a:latin typeface="Calibri"/>
                <a:cs typeface="Calibri"/>
              </a:rPr>
              <a:t> </a:t>
            </a:r>
            <a:r>
              <a:rPr sz="2800" dirty="0">
                <a:latin typeface="Calibri"/>
                <a:cs typeface="Calibri"/>
              </a:rPr>
              <a:t>(4,1),</a:t>
            </a:r>
            <a:r>
              <a:rPr sz="2800" spc="-25" dirty="0">
                <a:latin typeface="Calibri"/>
                <a:cs typeface="Calibri"/>
              </a:rPr>
              <a:t> </a:t>
            </a:r>
            <a:r>
              <a:rPr sz="2800" dirty="0">
                <a:latin typeface="Calibri"/>
                <a:cs typeface="Calibri"/>
              </a:rPr>
              <a:t>(1,3),</a:t>
            </a:r>
            <a:r>
              <a:rPr sz="2800" spc="-20" dirty="0">
                <a:latin typeface="Calibri"/>
                <a:cs typeface="Calibri"/>
              </a:rPr>
              <a:t> </a:t>
            </a:r>
            <a:r>
              <a:rPr sz="2800" spc="-10" dirty="0">
                <a:latin typeface="Calibri"/>
                <a:cs typeface="Calibri"/>
              </a:rPr>
              <a:t>(3,1)}</a:t>
            </a:r>
            <a:endParaRPr sz="2800">
              <a:latin typeface="Calibri"/>
              <a:cs typeface="Calibri"/>
            </a:endParaRPr>
          </a:p>
          <a:p>
            <a:pPr marL="12700">
              <a:lnSpc>
                <a:spcPct val="100000"/>
              </a:lnSpc>
              <a:spcBef>
                <a:spcPts val="670"/>
              </a:spcBef>
            </a:pPr>
            <a:r>
              <a:rPr sz="2800" dirty="0">
                <a:latin typeface="Calibri"/>
                <a:cs typeface="Calibri"/>
              </a:rPr>
              <a:t>3</a:t>
            </a:r>
            <a:r>
              <a:rPr sz="2800" spc="-35" dirty="0">
                <a:latin typeface="Calibri"/>
                <a:cs typeface="Calibri"/>
              </a:rPr>
              <a:t> </a:t>
            </a:r>
            <a:r>
              <a:rPr sz="2800" dirty="0">
                <a:latin typeface="Calibri"/>
                <a:cs typeface="Calibri"/>
              </a:rPr>
              <a:t>)</a:t>
            </a:r>
            <a:r>
              <a:rPr sz="2800" spc="-30" dirty="0">
                <a:latin typeface="Calibri"/>
                <a:cs typeface="Calibri"/>
              </a:rPr>
              <a:t> </a:t>
            </a:r>
            <a:r>
              <a:rPr sz="2800" dirty="0">
                <a:latin typeface="Calibri"/>
                <a:cs typeface="Calibri"/>
              </a:rPr>
              <a:t>R={</a:t>
            </a:r>
            <a:r>
              <a:rPr sz="2800" spc="-35" dirty="0">
                <a:latin typeface="Calibri"/>
                <a:cs typeface="Calibri"/>
              </a:rPr>
              <a:t> </a:t>
            </a:r>
            <a:r>
              <a:rPr sz="2800" dirty="0">
                <a:latin typeface="Calibri"/>
                <a:cs typeface="Calibri"/>
              </a:rPr>
              <a:t>(1,1),</a:t>
            </a:r>
            <a:r>
              <a:rPr sz="2800" spc="-20" dirty="0">
                <a:latin typeface="Calibri"/>
                <a:cs typeface="Calibri"/>
              </a:rPr>
              <a:t> </a:t>
            </a:r>
            <a:r>
              <a:rPr sz="2800" dirty="0">
                <a:latin typeface="Calibri"/>
                <a:cs typeface="Calibri"/>
              </a:rPr>
              <a:t>(2,2),</a:t>
            </a:r>
            <a:r>
              <a:rPr sz="2800" spc="-15" dirty="0">
                <a:latin typeface="Calibri"/>
                <a:cs typeface="Calibri"/>
              </a:rPr>
              <a:t> </a:t>
            </a:r>
            <a:r>
              <a:rPr sz="2800" dirty="0">
                <a:latin typeface="Calibri"/>
                <a:cs typeface="Calibri"/>
              </a:rPr>
              <a:t>(3,3),</a:t>
            </a:r>
            <a:r>
              <a:rPr sz="2800" spc="-20" dirty="0">
                <a:latin typeface="Calibri"/>
                <a:cs typeface="Calibri"/>
              </a:rPr>
              <a:t> </a:t>
            </a:r>
            <a:r>
              <a:rPr sz="2800" dirty="0">
                <a:latin typeface="Calibri"/>
                <a:cs typeface="Calibri"/>
              </a:rPr>
              <a:t>(4,</a:t>
            </a:r>
            <a:r>
              <a:rPr sz="2800" spc="-30" dirty="0">
                <a:latin typeface="Calibri"/>
                <a:cs typeface="Calibri"/>
              </a:rPr>
              <a:t> </a:t>
            </a:r>
            <a:r>
              <a:rPr sz="2800" dirty="0">
                <a:latin typeface="Calibri"/>
                <a:cs typeface="Calibri"/>
              </a:rPr>
              <a:t>1),</a:t>
            </a:r>
            <a:r>
              <a:rPr sz="2800" spc="-30" dirty="0">
                <a:latin typeface="Calibri"/>
                <a:cs typeface="Calibri"/>
              </a:rPr>
              <a:t> </a:t>
            </a:r>
            <a:r>
              <a:rPr sz="2800" dirty="0">
                <a:latin typeface="Calibri"/>
                <a:cs typeface="Calibri"/>
              </a:rPr>
              <a:t>(1,2),</a:t>
            </a:r>
            <a:r>
              <a:rPr sz="2800" spc="-20" dirty="0">
                <a:latin typeface="Calibri"/>
                <a:cs typeface="Calibri"/>
              </a:rPr>
              <a:t> </a:t>
            </a:r>
            <a:r>
              <a:rPr sz="2800" dirty="0">
                <a:latin typeface="Calibri"/>
                <a:cs typeface="Calibri"/>
              </a:rPr>
              <a:t>(2,3),</a:t>
            </a:r>
            <a:r>
              <a:rPr sz="2800" spc="-20" dirty="0">
                <a:latin typeface="Calibri"/>
                <a:cs typeface="Calibri"/>
              </a:rPr>
              <a:t> </a:t>
            </a:r>
            <a:r>
              <a:rPr sz="2800" spc="-10" dirty="0">
                <a:latin typeface="Calibri"/>
                <a:cs typeface="Calibri"/>
              </a:rPr>
              <a:t>(3,4)}</a:t>
            </a:r>
            <a:endParaRPr sz="2800">
              <a:latin typeface="Calibri"/>
              <a:cs typeface="Calibri"/>
            </a:endParaRPr>
          </a:p>
          <a:p>
            <a:pPr marL="12700">
              <a:lnSpc>
                <a:spcPct val="100000"/>
              </a:lnSpc>
              <a:spcBef>
                <a:spcPts val="675"/>
              </a:spcBef>
            </a:pPr>
            <a:r>
              <a:rPr sz="2800" dirty="0">
                <a:latin typeface="Calibri"/>
                <a:cs typeface="Calibri"/>
              </a:rPr>
              <a:t>4</a:t>
            </a:r>
            <a:r>
              <a:rPr sz="2800" spc="-40" dirty="0">
                <a:latin typeface="Calibri"/>
                <a:cs typeface="Calibri"/>
              </a:rPr>
              <a:t> </a:t>
            </a:r>
            <a:r>
              <a:rPr sz="2800" dirty="0">
                <a:latin typeface="Calibri"/>
                <a:cs typeface="Calibri"/>
              </a:rPr>
              <a:t>)</a:t>
            </a:r>
            <a:r>
              <a:rPr sz="2800" spc="-45" dirty="0">
                <a:latin typeface="Calibri"/>
                <a:cs typeface="Calibri"/>
              </a:rPr>
              <a:t> </a:t>
            </a:r>
            <a:r>
              <a:rPr sz="2800" dirty="0">
                <a:latin typeface="Calibri"/>
                <a:cs typeface="Calibri"/>
              </a:rPr>
              <a:t>R={</a:t>
            </a:r>
            <a:r>
              <a:rPr sz="2800" spc="-35" dirty="0">
                <a:latin typeface="Calibri"/>
                <a:cs typeface="Calibri"/>
              </a:rPr>
              <a:t> </a:t>
            </a:r>
            <a:r>
              <a:rPr sz="2800" dirty="0">
                <a:latin typeface="Calibri"/>
                <a:cs typeface="Calibri"/>
              </a:rPr>
              <a:t>(1,1),</a:t>
            </a:r>
            <a:r>
              <a:rPr sz="2800" spc="-25" dirty="0">
                <a:latin typeface="Calibri"/>
                <a:cs typeface="Calibri"/>
              </a:rPr>
              <a:t> </a:t>
            </a:r>
            <a:r>
              <a:rPr sz="2800" dirty="0">
                <a:latin typeface="Calibri"/>
                <a:cs typeface="Calibri"/>
              </a:rPr>
              <a:t>(2,2),</a:t>
            </a:r>
            <a:r>
              <a:rPr sz="2800" spc="-20" dirty="0">
                <a:latin typeface="Calibri"/>
                <a:cs typeface="Calibri"/>
              </a:rPr>
              <a:t> </a:t>
            </a:r>
            <a:r>
              <a:rPr sz="2800" dirty="0">
                <a:latin typeface="Calibri"/>
                <a:cs typeface="Calibri"/>
              </a:rPr>
              <a:t>(3,3),</a:t>
            </a:r>
            <a:r>
              <a:rPr sz="2800" spc="-25" dirty="0">
                <a:latin typeface="Calibri"/>
                <a:cs typeface="Calibri"/>
              </a:rPr>
              <a:t> </a:t>
            </a:r>
            <a:r>
              <a:rPr sz="2800" dirty="0">
                <a:latin typeface="Calibri"/>
                <a:cs typeface="Calibri"/>
              </a:rPr>
              <a:t>(4,4),</a:t>
            </a:r>
            <a:r>
              <a:rPr sz="2800" spc="-35" dirty="0">
                <a:latin typeface="Calibri"/>
                <a:cs typeface="Calibri"/>
              </a:rPr>
              <a:t> </a:t>
            </a:r>
            <a:r>
              <a:rPr sz="2800" dirty="0">
                <a:latin typeface="Calibri"/>
                <a:cs typeface="Calibri"/>
              </a:rPr>
              <a:t>(1,2),</a:t>
            </a:r>
            <a:r>
              <a:rPr sz="2800" spc="-25" dirty="0">
                <a:latin typeface="Calibri"/>
                <a:cs typeface="Calibri"/>
              </a:rPr>
              <a:t> </a:t>
            </a:r>
            <a:r>
              <a:rPr sz="2800" dirty="0">
                <a:latin typeface="Calibri"/>
                <a:cs typeface="Calibri"/>
              </a:rPr>
              <a:t>(2,3),</a:t>
            </a:r>
            <a:r>
              <a:rPr sz="2800" spc="-25" dirty="0">
                <a:latin typeface="Calibri"/>
                <a:cs typeface="Calibri"/>
              </a:rPr>
              <a:t> </a:t>
            </a:r>
            <a:r>
              <a:rPr sz="2800" spc="-10" dirty="0">
                <a:latin typeface="Calibri"/>
                <a:cs typeface="Calibri"/>
              </a:rPr>
              <a:t>(1,3)}</a:t>
            </a:r>
            <a:endParaRPr sz="2800">
              <a:latin typeface="Calibri"/>
              <a:cs typeface="Calibri"/>
            </a:endParaRPr>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228471"/>
            <a:ext cx="8230870" cy="5958840"/>
          </a:xfrm>
          <a:prstGeom prst="rect">
            <a:avLst/>
          </a:prstGeom>
        </p:spPr>
        <p:txBody>
          <a:bodyPr vert="horz" wrap="square" lIns="0" tIns="55880" rIns="0" bIns="0" rtlCol="0">
            <a:spAutoFit/>
          </a:bodyPr>
          <a:lstStyle/>
          <a:p>
            <a:pPr marL="549910" lvl="1" indent="-537210">
              <a:lnSpc>
                <a:spcPct val="100000"/>
              </a:lnSpc>
              <a:spcBef>
                <a:spcPts val="440"/>
              </a:spcBef>
              <a:buAutoNum type="arabicPeriod" startAt="3"/>
              <a:tabLst>
                <a:tab pos="549910" algn="l"/>
              </a:tabLst>
            </a:pPr>
            <a:r>
              <a:rPr sz="2800" b="1" dirty="0">
                <a:latin typeface="Calibri"/>
                <a:cs typeface="Calibri"/>
              </a:rPr>
              <a:t>Quan</a:t>
            </a:r>
            <a:r>
              <a:rPr sz="2800" b="1" spc="-55" dirty="0">
                <a:latin typeface="Calibri"/>
                <a:cs typeface="Calibri"/>
              </a:rPr>
              <a:t> </a:t>
            </a:r>
            <a:r>
              <a:rPr sz="2800" b="1" dirty="0">
                <a:latin typeface="Calibri"/>
                <a:cs typeface="Calibri"/>
              </a:rPr>
              <a:t>hệ</a:t>
            </a:r>
            <a:r>
              <a:rPr sz="2800" b="1" spc="-45" dirty="0">
                <a:latin typeface="Calibri"/>
                <a:cs typeface="Calibri"/>
              </a:rPr>
              <a:t> </a:t>
            </a:r>
            <a:r>
              <a:rPr sz="2800" b="1" dirty="0">
                <a:latin typeface="Calibri"/>
                <a:cs typeface="Calibri"/>
              </a:rPr>
              <a:t>tương</a:t>
            </a:r>
            <a:r>
              <a:rPr sz="2800" b="1" spc="-40" dirty="0">
                <a:latin typeface="Calibri"/>
                <a:cs typeface="Calibri"/>
              </a:rPr>
              <a:t> </a:t>
            </a:r>
            <a:r>
              <a:rPr sz="2800" b="1" dirty="0">
                <a:latin typeface="Calibri"/>
                <a:cs typeface="Calibri"/>
              </a:rPr>
              <a:t>đương</a:t>
            </a:r>
            <a:r>
              <a:rPr sz="2800" b="1" spc="-55" dirty="0">
                <a:latin typeface="Calibri"/>
                <a:cs typeface="Calibri"/>
              </a:rPr>
              <a:t> </a:t>
            </a:r>
            <a:r>
              <a:rPr sz="2800" b="1" spc="-50" dirty="0">
                <a:latin typeface="Calibri"/>
                <a:cs typeface="Calibri"/>
              </a:rPr>
              <a:t>:</a:t>
            </a:r>
            <a:endParaRPr sz="2800">
              <a:latin typeface="Calibri"/>
              <a:cs typeface="Calibri"/>
            </a:endParaRPr>
          </a:p>
          <a:p>
            <a:pPr marL="12700" marR="5080" lvl="2" indent="812800">
              <a:lnSpc>
                <a:spcPts val="3020"/>
              </a:lnSpc>
              <a:spcBef>
                <a:spcPts val="720"/>
              </a:spcBef>
              <a:buAutoNum type="arabicPeriod"/>
              <a:tabLst>
                <a:tab pos="825500" algn="l"/>
              </a:tabLst>
            </a:pPr>
            <a:r>
              <a:rPr sz="2800" b="1" dirty="0">
                <a:latin typeface="Calibri"/>
                <a:cs typeface="Calibri"/>
              </a:rPr>
              <a:t>Định</a:t>
            </a:r>
            <a:r>
              <a:rPr sz="2800" b="1" spc="-30" dirty="0">
                <a:latin typeface="Calibri"/>
                <a:cs typeface="Calibri"/>
              </a:rPr>
              <a:t> </a:t>
            </a:r>
            <a:r>
              <a:rPr sz="2800" b="1" dirty="0">
                <a:latin typeface="Calibri"/>
                <a:cs typeface="Calibri"/>
              </a:rPr>
              <a:t>nghĩa</a:t>
            </a:r>
            <a:r>
              <a:rPr sz="2800" b="1" spc="-25" dirty="0">
                <a:latin typeface="Calibri"/>
                <a:cs typeface="Calibri"/>
              </a:rPr>
              <a:t> </a:t>
            </a:r>
            <a:r>
              <a:rPr sz="2800" b="1" dirty="0">
                <a:latin typeface="Calibri"/>
                <a:cs typeface="Calibri"/>
              </a:rPr>
              <a:t>:</a:t>
            </a:r>
            <a:r>
              <a:rPr sz="2800" b="1" spc="-15" dirty="0">
                <a:latin typeface="Calibri"/>
                <a:cs typeface="Calibri"/>
              </a:rPr>
              <a:t> </a:t>
            </a:r>
            <a:r>
              <a:rPr sz="2800" dirty="0">
                <a:latin typeface="Calibri"/>
                <a:cs typeface="Calibri"/>
              </a:rPr>
              <a:t>Cho</a:t>
            </a:r>
            <a:r>
              <a:rPr sz="2800" spc="-25" dirty="0">
                <a:latin typeface="Calibri"/>
                <a:cs typeface="Calibri"/>
              </a:rPr>
              <a:t> </a:t>
            </a:r>
            <a:r>
              <a:rPr sz="2800" dirty="0">
                <a:latin typeface="Calibri"/>
                <a:cs typeface="Calibri"/>
              </a:rPr>
              <a:t>R</a:t>
            </a:r>
            <a:r>
              <a:rPr sz="2800" spc="-30" dirty="0">
                <a:latin typeface="Calibri"/>
                <a:cs typeface="Calibri"/>
              </a:rPr>
              <a:t> </a:t>
            </a:r>
            <a:r>
              <a:rPr sz="2800" dirty="0">
                <a:latin typeface="Calibri"/>
                <a:cs typeface="Calibri"/>
              </a:rPr>
              <a:t>là</a:t>
            </a:r>
            <a:r>
              <a:rPr sz="2800" spc="-35" dirty="0">
                <a:latin typeface="Calibri"/>
                <a:cs typeface="Calibri"/>
              </a:rPr>
              <a:t> </a:t>
            </a:r>
            <a:r>
              <a:rPr sz="2800" dirty="0">
                <a:latin typeface="Calibri"/>
                <a:cs typeface="Calibri"/>
              </a:rPr>
              <a:t>quan</a:t>
            </a:r>
            <a:r>
              <a:rPr sz="2800" spc="-20" dirty="0">
                <a:latin typeface="Calibri"/>
                <a:cs typeface="Calibri"/>
              </a:rPr>
              <a:t> </a:t>
            </a:r>
            <a:r>
              <a:rPr sz="2800" dirty="0">
                <a:latin typeface="Calibri"/>
                <a:cs typeface="Calibri"/>
              </a:rPr>
              <a:t>hệ</a:t>
            </a:r>
            <a:r>
              <a:rPr sz="2800" spc="-30" dirty="0">
                <a:latin typeface="Calibri"/>
                <a:cs typeface="Calibri"/>
              </a:rPr>
              <a:t> </a:t>
            </a:r>
            <a:r>
              <a:rPr sz="2800" dirty="0">
                <a:latin typeface="Calibri"/>
                <a:cs typeface="Calibri"/>
              </a:rPr>
              <a:t>trên</a:t>
            </a:r>
            <a:r>
              <a:rPr sz="2800" spc="-25" dirty="0">
                <a:latin typeface="Calibri"/>
                <a:cs typeface="Calibri"/>
              </a:rPr>
              <a:t> </a:t>
            </a:r>
            <a:r>
              <a:rPr sz="2800" dirty="0">
                <a:latin typeface="Calibri"/>
                <a:cs typeface="Calibri"/>
              </a:rPr>
              <a:t>X.</a:t>
            </a:r>
            <a:r>
              <a:rPr sz="2800" spc="-40" dirty="0">
                <a:latin typeface="Calibri"/>
                <a:cs typeface="Calibri"/>
              </a:rPr>
              <a:t> </a:t>
            </a:r>
            <a:r>
              <a:rPr sz="2800" dirty="0">
                <a:latin typeface="Calibri"/>
                <a:cs typeface="Calibri"/>
              </a:rPr>
              <a:t>R</a:t>
            </a:r>
            <a:r>
              <a:rPr sz="2800" spc="-25" dirty="0">
                <a:latin typeface="Calibri"/>
                <a:cs typeface="Calibri"/>
              </a:rPr>
              <a:t> </a:t>
            </a:r>
            <a:r>
              <a:rPr sz="2800" dirty="0">
                <a:latin typeface="Calibri"/>
                <a:cs typeface="Calibri"/>
              </a:rPr>
              <a:t>được</a:t>
            </a:r>
            <a:r>
              <a:rPr sz="2800" spc="-10" dirty="0">
                <a:latin typeface="Calibri"/>
                <a:cs typeface="Calibri"/>
              </a:rPr>
              <a:t> </a:t>
            </a:r>
            <a:r>
              <a:rPr sz="2800" dirty="0">
                <a:latin typeface="Calibri"/>
                <a:cs typeface="Calibri"/>
              </a:rPr>
              <a:t>nói</a:t>
            </a:r>
            <a:r>
              <a:rPr sz="2800" spc="-25" dirty="0">
                <a:latin typeface="Calibri"/>
                <a:cs typeface="Calibri"/>
              </a:rPr>
              <a:t> là </a:t>
            </a:r>
            <a:r>
              <a:rPr sz="2800" dirty="0">
                <a:latin typeface="Calibri"/>
                <a:cs typeface="Calibri"/>
              </a:rPr>
              <a:t>quan</a:t>
            </a:r>
            <a:r>
              <a:rPr sz="2800" spc="-45" dirty="0">
                <a:latin typeface="Calibri"/>
                <a:cs typeface="Calibri"/>
              </a:rPr>
              <a:t> </a:t>
            </a:r>
            <a:r>
              <a:rPr sz="2800" dirty="0">
                <a:latin typeface="Calibri"/>
                <a:cs typeface="Calibri"/>
              </a:rPr>
              <a:t>hệ</a:t>
            </a:r>
            <a:r>
              <a:rPr sz="2800" spc="-50" dirty="0">
                <a:latin typeface="Calibri"/>
                <a:cs typeface="Calibri"/>
              </a:rPr>
              <a:t> </a:t>
            </a:r>
            <a:r>
              <a:rPr sz="2800" dirty="0">
                <a:latin typeface="Calibri"/>
                <a:cs typeface="Calibri"/>
              </a:rPr>
              <a:t>tương</a:t>
            </a:r>
            <a:r>
              <a:rPr sz="2800" spc="-35" dirty="0">
                <a:latin typeface="Calibri"/>
                <a:cs typeface="Calibri"/>
              </a:rPr>
              <a:t> </a:t>
            </a:r>
            <a:r>
              <a:rPr sz="2800" dirty="0">
                <a:latin typeface="Calibri"/>
                <a:cs typeface="Calibri"/>
              </a:rPr>
              <a:t>đương</a:t>
            </a:r>
            <a:r>
              <a:rPr sz="2800" spc="-45" dirty="0">
                <a:latin typeface="Calibri"/>
                <a:cs typeface="Calibri"/>
              </a:rPr>
              <a:t> </a:t>
            </a:r>
            <a:r>
              <a:rPr sz="2800" dirty="0">
                <a:latin typeface="Calibri"/>
                <a:cs typeface="Calibri"/>
              </a:rPr>
              <a:t>nếu</a:t>
            </a:r>
            <a:r>
              <a:rPr sz="2800" spc="-50" dirty="0">
                <a:latin typeface="Calibri"/>
                <a:cs typeface="Calibri"/>
              </a:rPr>
              <a:t> </a:t>
            </a:r>
            <a:r>
              <a:rPr sz="2800" dirty="0">
                <a:latin typeface="Calibri"/>
                <a:cs typeface="Calibri"/>
              </a:rPr>
              <a:t>R</a:t>
            </a:r>
            <a:r>
              <a:rPr sz="2800" spc="-35" dirty="0">
                <a:latin typeface="Calibri"/>
                <a:cs typeface="Calibri"/>
              </a:rPr>
              <a:t> </a:t>
            </a:r>
            <a:r>
              <a:rPr sz="2800" b="1" dirty="0">
                <a:latin typeface="Calibri"/>
                <a:cs typeface="Calibri"/>
              </a:rPr>
              <a:t>phản</a:t>
            </a:r>
            <a:r>
              <a:rPr sz="2800" b="1" spc="-50" dirty="0">
                <a:latin typeface="Calibri"/>
                <a:cs typeface="Calibri"/>
              </a:rPr>
              <a:t> </a:t>
            </a:r>
            <a:r>
              <a:rPr sz="2800" b="1" dirty="0">
                <a:latin typeface="Calibri"/>
                <a:cs typeface="Calibri"/>
              </a:rPr>
              <a:t>xạ</a:t>
            </a:r>
            <a:r>
              <a:rPr sz="2800" dirty="0">
                <a:latin typeface="Calibri"/>
                <a:cs typeface="Calibri"/>
              </a:rPr>
              <a:t>,</a:t>
            </a:r>
            <a:r>
              <a:rPr sz="2800" spc="-45" dirty="0">
                <a:latin typeface="Calibri"/>
                <a:cs typeface="Calibri"/>
              </a:rPr>
              <a:t> </a:t>
            </a:r>
            <a:r>
              <a:rPr sz="2800" b="1" dirty="0">
                <a:latin typeface="Calibri"/>
                <a:cs typeface="Calibri"/>
              </a:rPr>
              <a:t>đối</a:t>
            </a:r>
            <a:r>
              <a:rPr sz="2800" b="1" spc="-55" dirty="0">
                <a:latin typeface="Calibri"/>
                <a:cs typeface="Calibri"/>
              </a:rPr>
              <a:t> </a:t>
            </a:r>
            <a:r>
              <a:rPr sz="2800" b="1" dirty="0">
                <a:latin typeface="Calibri"/>
                <a:cs typeface="Calibri"/>
              </a:rPr>
              <a:t>xứng</a:t>
            </a:r>
            <a:r>
              <a:rPr sz="2800" dirty="0">
                <a:latin typeface="Calibri"/>
                <a:cs typeface="Calibri"/>
              </a:rPr>
              <a:t>,</a:t>
            </a:r>
            <a:r>
              <a:rPr sz="2800" spc="-50" dirty="0">
                <a:latin typeface="Calibri"/>
                <a:cs typeface="Calibri"/>
              </a:rPr>
              <a:t> </a:t>
            </a:r>
            <a:r>
              <a:rPr sz="2800" b="1" dirty="0">
                <a:latin typeface="Calibri"/>
                <a:cs typeface="Calibri"/>
              </a:rPr>
              <a:t>bắc</a:t>
            </a:r>
            <a:r>
              <a:rPr sz="2800" b="1" spc="-45" dirty="0">
                <a:latin typeface="Calibri"/>
                <a:cs typeface="Calibri"/>
              </a:rPr>
              <a:t> </a:t>
            </a:r>
            <a:r>
              <a:rPr sz="2800" b="1" spc="-20" dirty="0">
                <a:latin typeface="Calibri"/>
                <a:cs typeface="Calibri"/>
              </a:rPr>
              <a:t>cầu</a:t>
            </a:r>
            <a:r>
              <a:rPr sz="2800" spc="-20" dirty="0">
                <a:latin typeface="Calibri"/>
                <a:cs typeface="Calibri"/>
              </a:rPr>
              <a:t>.</a:t>
            </a:r>
            <a:endParaRPr sz="2800">
              <a:latin typeface="Calibri"/>
              <a:cs typeface="Calibri"/>
            </a:endParaRPr>
          </a:p>
          <a:p>
            <a:pPr marL="12700">
              <a:lnSpc>
                <a:spcPct val="100000"/>
              </a:lnSpc>
              <a:spcBef>
                <a:spcPts val="300"/>
              </a:spcBef>
              <a:tabLst>
                <a:tab pos="1249680" algn="l"/>
              </a:tabLst>
            </a:pPr>
            <a:r>
              <a:rPr sz="2800" dirty="0">
                <a:latin typeface="Calibri"/>
                <a:cs typeface="Calibri"/>
              </a:rPr>
              <a:t>Ví</a:t>
            </a:r>
            <a:r>
              <a:rPr sz="2800" spc="-20" dirty="0">
                <a:latin typeface="Calibri"/>
                <a:cs typeface="Calibri"/>
              </a:rPr>
              <a:t> </a:t>
            </a:r>
            <a:r>
              <a:rPr sz="2800" dirty="0">
                <a:latin typeface="Calibri"/>
                <a:cs typeface="Calibri"/>
              </a:rPr>
              <a:t>dụ</a:t>
            </a:r>
            <a:r>
              <a:rPr sz="2800" spc="-10" dirty="0">
                <a:latin typeface="Calibri"/>
                <a:cs typeface="Calibri"/>
              </a:rPr>
              <a:t> </a:t>
            </a:r>
            <a:r>
              <a:rPr sz="2800" spc="-50" dirty="0">
                <a:latin typeface="Calibri"/>
                <a:cs typeface="Calibri"/>
              </a:rPr>
              <a:t>:</a:t>
            </a:r>
            <a:r>
              <a:rPr sz="2800" dirty="0">
                <a:latin typeface="Calibri"/>
                <a:cs typeface="Calibri"/>
              </a:rPr>
              <a:t>	X</a:t>
            </a:r>
            <a:r>
              <a:rPr sz="2800" spc="-25" dirty="0">
                <a:latin typeface="Calibri"/>
                <a:cs typeface="Calibri"/>
              </a:rPr>
              <a:t> </a:t>
            </a:r>
            <a:r>
              <a:rPr sz="2800" dirty="0">
                <a:latin typeface="Calibri"/>
                <a:cs typeface="Calibri"/>
              </a:rPr>
              <a:t>= {1,</a:t>
            </a:r>
            <a:r>
              <a:rPr sz="2800" spc="-10" dirty="0">
                <a:latin typeface="Calibri"/>
                <a:cs typeface="Calibri"/>
              </a:rPr>
              <a:t> </a:t>
            </a:r>
            <a:r>
              <a:rPr sz="2800" dirty="0">
                <a:latin typeface="Calibri"/>
                <a:cs typeface="Calibri"/>
              </a:rPr>
              <a:t>2, </a:t>
            </a:r>
            <a:r>
              <a:rPr sz="2800" spc="-25" dirty="0">
                <a:latin typeface="Calibri"/>
                <a:cs typeface="Calibri"/>
              </a:rPr>
              <a:t>3}</a:t>
            </a:r>
            <a:endParaRPr sz="2800">
              <a:latin typeface="Calibri"/>
              <a:cs typeface="Calibri"/>
            </a:endParaRPr>
          </a:p>
          <a:p>
            <a:pPr marL="12700">
              <a:lnSpc>
                <a:spcPct val="100000"/>
              </a:lnSpc>
              <a:spcBef>
                <a:spcPts val="335"/>
              </a:spcBef>
            </a:pPr>
            <a:r>
              <a:rPr sz="2800" b="1" dirty="0">
                <a:latin typeface="Calibri"/>
                <a:cs typeface="Calibri"/>
              </a:rPr>
              <a:t>Quan</a:t>
            </a:r>
            <a:r>
              <a:rPr sz="2800" b="1" spc="-65" dirty="0">
                <a:latin typeface="Calibri"/>
                <a:cs typeface="Calibri"/>
              </a:rPr>
              <a:t> </a:t>
            </a:r>
            <a:r>
              <a:rPr sz="2800" b="1" dirty="0">
                <a:latin typeface="Calibri"/>
                <a:cs typeface="Calibri"/>
              </a:rPr>
              <a:t>hệ</a:t>
            </a:r>
            <a:r>
              <a:rPr sz="2800" b="1" spc="-70" dirty="0">
                <a:latin typeface="Calibri"/>
                <a:cs typeface="Calibri"/>
              </a:rPr>
              <a:t> </a:t>
            </a:r>
            <a:r>
              <a:rPr sz="2800" b="1" dirty="0">
                <a:latin typeface="Calibri"/>
                <a:cs typeface="Calibri"/>
              </a:rPr>
              <a:t>tương</a:t>
            </a:r>
            <a:r>
              <a:rPr sz="2800" b="1" spc="-55" dirty="0">
                <a:latin typeface="Calibri"/>
                <a:cs typeface="Calibri"/>
              </a:rPr>
              <a:t> </a:t>
            </a:r>
            <a:r>
              <a:rPr sz="2800" b="1" dirty="0">
                <a:latin typeface="Calibri"/>
                <a:cs typeface="Calibri"/>
              </a:rPr>
              <a:t>đương</a:t>
            </a:r>
            <a:r>
              <a:rPr sz="2800" b="1" spc="-70" dirty="0">
                <a:latin typeface="Calibri"/>
                <a:cs typeface="Calibri"/>
              </a:rPr>
              <a:t> </a:t>
            </a:r>
            <a:r>
              <a:rPr sz="2800" b="1" spc="-50" dirty="0">
                <a:latin typeface="Calibri"/>
                <a:cs typeface="Calibri"/>
              </a:rPr>
              <a:t>:</a:t>
            </a:r>
            <a:endParaRPr sz="2800">
              <a:latin typeface="Calibri"/>
              <a:cs typeface="Calibri"/>
            </a:endParaRPr>
          </a:p>
          <a:p>
            <a:pPr marL="12700">
              <a:lnSpc>
                <a:spcPct val="100000"/>
              </a:lnSpc>
              <a:spcBef>
                <a:spcPts val="340"/>
              </a:spcBef>
            </a:pPr>
            <a:r>
              <a:rPr sz="2800" dirty="0">
                <a:latin typeface="Calibri"/>
                <a:cs typeface="Calibri"/>
              </a:rPr>
              <a:t>R1</a:t>
            </a:r>
            <a:r>
              <a:rPr sz="2800" spc="-25" dirty="0">
                <a:latin typeface="Calibri"/>
                <a:cs typeface="Calibri"/>
              </a:rPr>
              <a:t> </a:t>
            </a:r>
            <a:r>
              <a:rPr sz="2800" dirty="0">
                <a:latin typeface="Calibri"/>
                <a:cs typeface="Calibri"/>
              </a:rPr>
              <a:t>=</a:t>
            </a:r>
            <a:r>
              <a:rPr sz="2800" spc="-30" dirty="0">
                <a:latin typeface="Calibri"/>
                <a:cs typeface="Calibri"/>
              </a:rPr>
              <a:t> </a:t>
            </a:r>
            <a:r>
              <a:rPr sz="2800" dirty="0">
                <a:latin typeface="Calibri"/>
                <a:cs typeface="Calibri"/>
              </a:rPr>
              <a:t>{(1,1),</a:t>
            </a:r>
            <a:r>
              <a:rPr sz="2800" spc="-20" dirty="0">
                <a:latin typeface="Calibri"/>
                <a:cs typeface="Calibri"/>
              </a:rPr>
              <a:t> </a:t>
            </a:r>
            <a:r>
              <a:rPr sz="2800" dirty="0">
                <a:latin typeface="Calibri"/>
                <a:cs typeface="Calibri"/>
              </a:rPr>
              <a:t>(2,2),</a:t>
            </a:r>
            <a:r>
              <a:rPr sz="2800" spc="-20" dirty="0">
                <a:latin typeface="Calibri"/>
                <a:cs typeface="Calibri"/>
              </a:rPr>
              <a:t> </a:t>
            </a:r>
            <a:r>
              <a:rPr sz="2800" spc="-10" dirty="0">
                <a:latin typeface="Calibri"/>
                <a:cs typeface="Calibri"/>
              </a:rPr>
              <a:t>(3,3)}</a:t>
            </a:r>
            <a:endParaRPr sz="2800">
              <a:latin typeface="Calibri"/>
              <a:cs typeface="Calibri"/>
            </a:endParaRPr>
          </a:p>
          <a:p>
            <a:pPr marL="12700">
              <a:lnSpc>
                <a:spcPct val="100000"/>
              </a:lnSpc>
              <a:spcBef>
                <a:spcPts val="335"/>
              </a:spcBef>
            </a:pPr>
            <a:r>
              <a:rPr sz="2800" dirty="0">
                <a:latin typeface="Calibri"/>
                <a:cs typeface="Calibri"/>
              </a:rPr>
              <a:t>R2</a:t>
            </a:r>
            <a:r>
              <a:rPr sz="2800" spc="-40" dirty="0">
                <a:latin typeface="Calibri"/>
                <a:cs typeface="Calibri"/>
              </a:rPr>
              <a:t> </a:t>
            </a:r>
            <a:r>
              <a:rPr sz="2800" dirty="0">
                <a:latin typeface="Calibri"/>
                <a:cs typeface="Calibri"/>
              </a:rPr>
              <a:t>=</a:t>
            </a:r>
            <a:r>
              <a:rPr sz="2800" spc="-40" dirty="0">
                <a:latin typeface="Calibri"/>
                <a:cs typeface="Calibri"/>
              </a:rPr>
              <a:t> </a:t>
            </a:r>
            <a:r>
              <a:rPr sz="2800" dirty="0">
                <a:latin typeface="Calibri"/>
                <a:cs typeface="Calibri"/>
              </a:rPr>
              <a:t>{(1,1),</a:t>
            </a:r>
            <a:r>
              <a:rPr sz="2800" spc="-30" dirty="0">
                <a:latin typeface="Calibri"/>
                <a:cs typeface="Calibri"/>
              </a:rPr>
              <a:t> </a:t>
            </a:r>
            <a:r>
              <a:rPr sz="2800" dirty="0">
                <a:latin typeface="Calibri"/>
                <a:cs typeface="Calibri"/>
              </a:rPr>
              <a:t>(2,2),</a:t>
            </a:r>
            <a:r>
              <a:rPr sz="2800" spc="-30" dirty="0">
                <a:latin typeface="Calibri"/>
                <a:cs typeface="Calibri"/>
              </a:rPr>
              <a:t> </a:t>
            </a:r>
            <a:r>
              <a:rPr sz="2800" dirty="0">
                <a:latin typeface="Calibri"/>
                <a:cs typeface="Calibri"/>
              </a:rPr>
              <a:t>(3,3),</a:t>
            </a:r>
            <a:r>
              <a:rPr sz="2800" spc="-30" dirty="0">
                <a:latin typeface="Calibri"/>
                <a:cs typeface="Calibri"/>
              </a:rPr>
              <a:t> </a:t>
            </a:r>
            <a:r>
              <a:rPr sz="2800" dirty="0">
                <a:latin typeface="Calibri"/>
                <a:cs typeface="Calibri"/>
              </a:rPr>
              <a:t>(1,2),</a:t>
            </a:r>
            <a:r>
              <a:rPr sz="2800" spc="-30" dirty="0">
                <a:latin typeface="Calibri"/>
                <a:cs typeface="Calibri"/>
              </a:rPr>
              <a:t> </a:t>
            </a:r>
            <a:r>
              <a:rPr sz="2800" spc="-10" dirty="0">
                <a:latin typeface="Calibri"/>
                <a:cs typeface="Calibri"/>
              </a:rPr>
              <a:t>(2,1)}</a:t>
            </a:r>
            <a:endParaRPr sz="2800">
              <a:latin typeface="Calibri"/>
              <a:cs typeface="Calibri"/>
            </a:endParaRPr>
          </a:p>
          <a:p>
            <a:pPr marL="12700">
              <a:lnSpc>
                <a:spcPts val="3190"/>
              </a:lnSpc>
              <a:spcBef>
                <a:spcPts val="335"/>
              </a:spcBef>
            </a:pPr>
            <a:r>
              <a:rPr sz="2800" dirty="0">
                <a:latin typeface="Calibri"/>
                <a:cs typeface="Calibri"/>
              </a:rPr>
              <a:t>R3</a:t>
            </a:r>
            <a:r>
              <a:rPr sz="2800" spc="-35" dirty="0">
                <a:latin typeface="Calibri"/>
                <a:cs typeface="Calibri"/>
              </a:rPr>
              <a:t> </a:t>
            </a:r>
            <a:r>
              <a:rPr sz="2800" dirty="0">
                <a:latin typeface="Calibri"/>
                <a:cs typeface="Calibri"/>
              </a:rPr>
              <a:t>=</a:t>
            </a:r>
            <a:r>
              <a:rPr sz="2800" spc="-40" dirty="0">
                <a:latin typeface="Calibri"/>
                <a:cs typeface="Calibri"/>
              </a:rPr>
              <a:t> </a:t>
            </a:r>
            <a:r>
              <a:rPr sz="2800" dirty="0">
                <a:latin typeface="Calibri"/>
                <a:cs typeface="Calibri"/>
              </a:rPr>
              <a:t>{(1,1),</a:t>
            </a:r>
            <a:r>
              <a:rPr sz="2800" spc="-25" dirty="0">
                <a:latin typeface="Calibri"/>
                <a:cs typeface="Calibri"/>
              </a:rPr>
              <a:t> </a:t>
            </a:r>
            <a:r>
              <a:rPr sz="2800" dirty="0">
                <a:latin typeface="Calibri"/>
                <a:cs typeface="Calibri"/>
              </a:rPr>
              <a:t>(2,2),</a:t>
            </a:r>
            <a:r>
              <a:rPr sz="2800" spc="-20" dirty="0">
                <a:latin typeface="Calibri"/>
                <a:cs typeface="Calibri"/>
              </a:rPr>
              <a:t> </a:t>
            </a:r>
            <a:r>
              <a:rPr sz="2800" dirty="0">
                <a:latin typeface="Calibri"/>
                <a:cs typeface="Calibri"/>
              </a:rPr>
              <a:t>(3,3),</a:t>
            </a:r>
            <a:r>
              <a:rPr sz="2800" spc="-25" dirty="0">
                <a:latin typeface="Calibri"/>
                <a:cs typeface="Calibri"/>
              </a:rPr>
              <a:t> </a:t>
            </a:r>
            <a:r>
              <a:rPr sz="2800" dirty="0">
                <a:latin typeface="Calibri"/>
                <a:cs typeface="Calibri"/>
              </a:rPr>
              <a:t>(1,2),</a:t>
            </a:r>
            <a:r>
              <a:rPr sz="2800" spc="-25" dirty="0">
                <a:latin typeface="Calibri"/>
                <a:cs typeface="Calibri"/>
              </a:rPr>
              <a:t> </a:t>
            </a:r>
            <a:r>
              <a:rPr sz="2800" dirty="0">
                <a:latin typeface="Calibri"/>
                <a:cs typeface="Calibri"/>
              </a:rPr>
              <a:t>(2,1),</a:t>
            </a:r>
            <a:r>
              <a:rPr sz="2800" spc="-40" dirty="0">
                <a:latin typeface="Calibri"/>
                <a:cs typeface="Calibri"/>
              </a:rPr>
              <a:t> </a:t>
            </a:r>
            <a:r>
              <a:rPr sz="2800" dirty="0">
                <a:latin typeface="Calibri"/>
                <a:cs typeface="Calibri"/>
              </a:rPr>
              <a:t>(3,1),</a:t>
            </a:r>
            <a:r>
              <a:rPr sz="2800" spc="-25" dirty="0">
                <a:latin typeface="Calibri"/>
                <a:cs typeface="Calibri"/>
              </a:rPr>
              <a:t> </a:t>
            </a:r>
            <a:r>
              <a:rPr sz="2800" dirty="0">
                <a:latin typeface="Calibri"/>
                <a:cs typeface="Calibri"/>
              </a:rPr>
              <a:t>(1,3),</a:t>
            </a:r>
            <a:r>
              <a:rPr sz="2800" spc="-25" dirty="0">
                <a:latin typeface="Calibri"/>
                <a:cs typeface="Calibri"/>
              </a:rPr>
              <a:t> </a:t>
            </a:r>
            <a:r>
              <a:rPr sz="2800" dirty="0">
                <a:latin typeface="Calibri"/>
                <a:cs typeface="Calibri"/>
              </a:rPr>
              <a:t>(2,</a:t>
            </a:r>
            <a:r>
              <a:rPr sz="2800" spc="-40" dirty="0">
                <a:latin typeface="Calibri"/>
                <a:cs typeface="Calibri"/>
              </a:rPr>
              <a:t> </a:t>
            </a:r>
            <a:r>
              <a:rPr sz="2800" dirty="0">
                <a:latin typeface="Calibri"/>
                <a:cs typeface="Calibri"/>
              </a:rPr>
              <a:t>3),</a:t>
            </a:r>
            <a:r>
              <a:rPr sz="2800" spc="-35" dirty="0">
                <a:latin typeface="Calibri"/>
                <a:cs typeface="Calibri"/>
              </a:rPr>
              <a:t> </a:t>
            </a:r>
            <a:r>
              <a:rPr sz="2800" spc="-25" dirty="0">
                <a:latin typeface="Calibri"/>
                <a:cs typeface="Calibri"/>
              </a:rPr>
              <a:t>(3,</a:t>
            </a:r>
            <a:endParaRPr sz="2800">
              <a:latin typeface="Calibri"/>
              <a:cs typeface="Calibri"/>
            </a:endParaRPr>
          </a:p>
          <a:p>
            <a:pPr marL="12700">
              <a:lnSpc>
                <a:spcPts val="3190"/>
              </a:lnSpc>
            </a:pPr>
            <a:r>
              <a:rPr sz="2800" spc="-25" dirty="0">
                <a:latin typeface="Calibri"/>
                <a:cs typeface="Calibri"/>
              </a:rPr>
              <a:t>2)}</a:t>
            </a:r>
            <a:endParaRPr sz="2800">
              <a:latin typeface="Calibri"/>
              <a:cs typeface="Calibri"/>
            </a:endParaRPr>
          </a:p>
          <a:p>
            <a:pPr marL="12700">
              <a:lnSpc>
                <a:spcPct val="100000"/>
              </a:lnSpc>
              <a:spcBef>
                <a:spcPts val="340"/>
              </a:spcBef>
            </a:pPr>
            <a:r>
              <a:rPr sz="2800" b="1" dirty="0">
                <a:latin typeface="Calibri"/>
                <a:cs typeface="Calibri"/>
              </a:rPr>
              <a:t>Không</a:t>
            </a:r>
            <a:r>
              <a:rPr sz="2800" b="1" spc="-50" dirty="0">
                <a:latin typeface="Calibri"/>
                <a:cs typeface="Calibri"/>
              </a:rPr>
              <a:t> </a:t>
            </a:r>
            <a:r>
              <a:rPr sz="2800" b="1" dirty="0">
                <a:latin typeface="Calibri"/>
                <a:cs typeface="Calibri"/>
              </a:rPr>
              <a:t>là</a:t>
            </a:r>
            <a:r>
              <a:rPr sz="2800" b="1" spc="-55" dirty="0">
                <a:latin typeface="Calibri"/>
                <a:cs typeface="Calibri"/>
              </a:rPr>
              <a:t> </a:t>
            </a:r>
            <a:r>
              <a:rPr sz="2800" b="1" dirty="0">
                <a:latin typeface="Calibri"/>
                <a:cs typeface="Calibri"/>
              </a:rPr>
              <a:t>quan</a:t>
            </a:r>
            <a:r>
              <a:rPr sz="2800" b="1" spc="-65" dirty="0">
                <a:latin typeface="Calibri"/>
                <a:cs typeface="Calibri"/>
              </a:rPr>
              <a:t> </a:t>
            </a:r>
            <a:r>
              <a:rPr sz="2800" b="1" dirty="0">
                <a:latin typeface="Calibri"/>
                <a:cs typeface="Calibri"/>
              </a:rPr>
              <a:t>hệ</a:t>
            </a:r>
            <a:r>
              <a:rPr sz="2800" b="1" spc="-55" dirty="0">
                <a:latin typeface="Calibri"/>
                <a:cs typeface="Calibri"/>
              </a:rPr>
              <a:t> </a:t>
            </a:r>
            <a:r>
              <a:rPr sz="2800" b="1" dirty="0">
                <a:latin typeface="Calibri"/>
                <a:cs typeface="Calibri"/>
              </a:rPr>
              <a:t>tương</a:t>
            </a:r>
            <a:r>
              <a:rPr sz="2800" b="1" spc="-50" dirty="0">
                <a:latin typeface="Calibri"/>
                <a:cs typeface="Calibri"/>
              </a:rPr>
              <a:t> </a:t>
            </a:r>
            <a:r>
              <a:rPr sz="2800" b="1" dirty="0">
                <a:latin typeface="Calibri"/>
                <a:cs typeface="Calibri"/>
              </a:rPr>
              <a:t>đương</a:t>
            </a:r>
            <a:r>
              <a:rPr sz="2800" b="1" spc="-55" dirty="0">
                <a:latin typeface="Calibri"/>
                <a:cs typeface="Calibri"/>
              </a:rPr>
              <a:t> </a:t>
            </a:r>
            <a:r>
              <a:rPr sz="2800" b="1" spc="-50" dirty="0">
                <a:latin typeface="Calibri"/>
                <a:cs typeface="Calibri"/>
              </a:rPr>
              <a:t>:</a:t>
            </a:r>
            <a:endParaRPr sz="2800">
              <a:latin typeface="Calibri"/>
              <a:cs typeface="Calibri"/>
            </a:endParaRPr>
          </a:p>
          <a:p>
            <a:pPr marL="12700">
              <a:lnSpc>
                <a:spcPct val="100000"/>
              </a:lnSpc>
              <a:spcBef>
                <a:spcPts val="335"/>
              </a:spcBef>
              <a:tabLst>
                <a:tab pos="2693670" algn="l"/>
              </a:tabLst>
            </a:pPr>
            <a:r>
              <a:rPr sz="2800" dirty="0">
                <a:latin typeface="Calibri"/>
                <a:cs typeface="Calibri"/>
              </a:rPr>
              <a:t>R4</a:t>
            </a:r>
            <a:r>
              <a:rPr sz="2800" spc="-25"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{(1,1),</a:t>
            </a:r>
            <a:r>
              <a:rPr sz="2800" spc="-15" dirty="0">
                <a:latin typeface="Calibri"/>
                <a:cs typeface="Calibri"/>
              </a:rPr>
              <a:t> </a:t>
            </a:r>
            <a:r>
              <a:rPr sz="2800" spc="-10" dirty="0">
                <a:latin typeface="Calibri"/>
                <a:cs typeface="Calibri"/>
              </a:rPr>
              <a:t>(3,3)}</a:t>
            </a:r>
            <a:r>
              <a:rPr sz="2800" dirty="0">
                <a:latin typeface="Calibri"/>
                <a:cs typeface="Calibri"/>
              </a:rPr>
              <a:t>	,</a:t>
            </a:r>
            <a:r>
              <a:rPr sz="2800" spc="-35" dirty="0">
                <a:latin typeface="Calibri"/>
                <a:cs typeface="Calibri"/>
              </a:rPr>
              <a:t> </a:t>
            </a:r>
            <a:r>
              <a:rPr sz="2800" dirty="0">
                <a:latin typeface="Calibri"/>
                <a:cs typeface="Calibri"/>
              </a:rPr>
              <a:t>không</a:t>
            </a:r>
            <a:r>
              <a:rPr sz="2800" spc="-40" dirty="0">
                <a:latin typeface="Calibri"/>
                <a:cs typeface="Calibri"/>
              </a:rPr>
              <a:t> </a:t>
            </a:r>
            <a:r>
              <a:rPr sz="2800" dirty="0">
                <a:latin typeface="Calibri"/>
                <a:cs typeface="Calibri"/>
              </a:rPr>
              <a:t>phản</a:t>
            </a:r>
            <a:r>
              <a:rPr sz="2800" spc="-25" dirty="0">
                <a:latin typeface="Calibri"/>
                <a:cs typeface="Calibri"/>
              </a:rPr>
              <a:t> xạ.</a:t>
            </a:r>
            <a:endParaRPr sz="2800">
              <a:latin typeface="Calibri"/>
              <a:cs typeface="Calibri"/>
            </a:endParaRPr>
          </a:p>
          <a:p>
            <a:pPr marL="12700">
              <a:lnSpc>
                <a:spcPct val="100000"/>
              </a:lnSpc>
              <a:spcBef>
                <a:spcPts val="335"/>
              </a:spcBef>
            </a:pPr>
            <a:r>
              <a:rPr sz="2800" dirty="0">
                <a:latin typeface="Calibri"/>
                <a:cs typeface="Calibri"/>
              </a:rPr>
              <a:t>R5</a:t>
            </a:r>
            <a:r>
              <a:rPr sz="2800" spc="-35" dirty="0">
                <a:latin typeface="Calibri"/>
                <a:cs typeface="Calibri"/>
              </a:rPr>
              <a:t> </a:t>
            </a:r>
            <a:r>
              <a:rPr sz="2800" dirty="0">
                <a:latin typeface="Calibri"/>
                <a:cs typeface="Calibri"/>
              </a:rPr>
              <a:t>=</a:t>
            </a:r>
            <a:r>
              <a:rPr sz="2800" spc="-40" dirty="0">
                <a:latin typeface="Calibri"/>
                <a:cs typeface="Calibri"/>
              </a:rPr>
              <a:t> </a:t>
            </a:r>
            <a:r>
              <a:rPr sz="2800" dirty="0">
                <a:latin typeface="Calibri"/>
                <a:cs typeface="Calibri"/>
              </a:rPr>
              <a:t>{(1,1),</a:t>
            </a:r>
            <a:r>
              <a:rPr sz="2800" spc="-25" dirty="0">
                <a:latin typeface="Calibri"/>
                <a:cs typeface="Calibri"/>
              </a:rPr>
              <a:t> </a:t>
            </a:r>
            <a:r>
              <a:rPr sz="2800" dirty="0">
                <a:latin typeface="Calibri"/>
                <a:cs typeface="Calibri"/>
              </a:rPr>
              <a:t>(2,2),</a:t>
            </a:r>
            <a:r>
              <a:rPr sz="2800" spc="-25" dirty="0">
                <a:latin typeface="Calibri"/>
                <a:cs typeface="Calibri"/>
              </a:rPr>
              <a:t> </a:t>
            </a:r>
            <a:r>
              <a:rPr sz="2800" dirty="0">
                <a:latin typeface="Calibri"/>
                <a:cs typeface="Calibri"/>
              </a:rPr>
              <a:t>(3,3),</a:t>
            </a:r>
            <a:r>
              <a:rPr sz="2800" spc="-30" dirty="0">
                <a:latin typeface="Calibri"/>
                <a:cs typeface="Calibri"/>
              </a:rPr>
              <a:t> </a:t>
            </a:r>
            <a:r>
              <a:rPr sz="2800" dirty="0">
                <a:solidFill>
                  <a:srgbClr val="FF0000"/>
                </a:solidFill>
                <a:latin typeface="Calibri"/>
                <a:cs typeface="Calibri"/>
              </a:rPr>
              <a:t>(1,2)</a:t>
            </a:r>
            <a:r>
              <a:rPr sz="2800" dirty="0">
                <a:latin typeface="Calibri"/>
                <a:cs typeface="Calibri"/>
              </a:rPr>
              <a:t>},</a:t>
            </a:r>
            <a:r>
              <a:rPr sz="2800" spc="-40" dirty="0">
                <a:latin typeface="Calibri"/>
                <a:cs typeface="Calibri"/>
              </a:rPr>
              <a:t> </a:t>
            </a:r>
            <a:r>
              <a:rPr sz="2800" dirty="0">
                <a:latin typeface="Calibri"/>
                <a:cs typeface="Calibri"/>
              </a:rPr>
              <a:t>không</a:t>
            </a:r>
            <a:r>
              <a:rPr sz="2800" spc="-30" dirty="0">
                <a:latin typeface="Calibri"/>
                <a:cs typeface="Calibri"/>
              </a:rPr>
              <a:t> </a:t>
            </a:r>
            <a:r>
              <a:rPr sz="2800" dirty="0">
                <a:latin typeface="Calibri"/>
                <a:cs typeface="Calibri"/>
              </a:rPr>
              <a:t>đối</a:t>
            </a:r>
            <a:r>
              <a:rPr sz="2800" spc="-45" dirty="0">
                <a:latin typeface="Calibri"/>
                <a:cs typeface="Calibri"/>
              </a:rPr>
              <a:t> </a:t>
            </a:r>
            <a:r>
              <a:rPr sz="2800" spc="-10" dirty="0">
                <a:latin typeface="Calibri"/>
                <a:cs typeface="Calibri"/>
              </a:rPr>
              <a:t>xứng.</a:t>
            </a:r>
            <a:endParaRPr sz="2800">
              <a:latin typeface="Calibri"/>
              <a:cs typeface="Calibri"/>
            </a:endParaRPr>
          </a:p>
          <a:p>
            <a:pPr marL="12700">
              <a:lnSpc>
                <a:spcPct val="100000"/>
              </a:lnSpc>
              <a:spcBef>
                <a:spcPts val="340"/>
              </a:spcBef>
            </a:pPr>
            <a:r>
              <a:rPr sz="2800" dirty="0">
                <a:latin typeface="Calibri"/>
                <a:cs typeface="Calibri"/>
              </a:rPr>
              <a:t>R6</a:t>
            </a:r>
            <a:r>
              <a:rPr sz="2800" spc="-40" dirty="0">
                <a:latin typeface="Calibri"/>
                <a:cs typeface="Calibri"/>
              </a:rPr>
              <a:t> </a:t>
            </a:r>
            <a:r>
              <a:rPr sz="2800" dirty="0">
                <a:latin typeface="Calibri"/>
                <a:cs typeface="Calibri"/>
              </a:rPr>
              <a:t>=</a:t>
            </a:r>
            <a:r>
              <a:rPr sz="2800" spc="-40" dirty="0">
                <a:latin typeface="Calibri"/>
                <a:cs typeface="Calibri"/>
              </a:rPr>
              <a:t> </a:t>
            </a:r>
            <a:r>
              <a:rPr sz="2800" dirty="0">
                <a:latin typeface="Calibri"/>
                <a:cs typeface="Calibri"/>
              </a:rPr>
              <a:t>{(1,1),</a:t>
            </a:r>
            <a:r>
              <a:rPr sz="2800" spc="-30" dirty="0">
                <a:latin typeface="Calibri"/>
                <a:cs typeface="Calibri"/>
              </a:rPr>
              <a:t> </a:t>
            </a:r>
            <a:r>
              <a:rPr sz="2800" dirty="0">
                <a:latin typeface="Calibri"/>
                <a:cs typeface="Calibri"/>
              </a:rPr>
              <a:t>(2,2),</a:t>
            </a:r>
            <a:r>
              <a:rPr sz="2800" spc="-30" dirty="0">
                <a:latin typeface="Calibri"/>
                <a:cs typeface="Calibri"/>
              </a:rPr>
              <a:t> </a:t>
            </a:r>
            <a:r>
              <a:rPr sz="2800" dirty="0">
                <a:latin typeface="Calibri"/>
                <a:cs typeface="Calibri"/>
              </a:rPr>
              <a:t>(3,3),</a:t>
            </a:r>
            <a:r>
              <a:rPr sz="2800" spc="-30" dirty="0">
                <a:latin typeface="Calibri"/>
                <a:cs typeface="Calibri"/>
              </a:rPr>
              <a:t> </a:t>
            </a:r>
            <a:r>
              <a:rPr sz="2800" dirty="0">
                <a:solidFill>
                  <a:srgbClr val="FF0000"/>
                </a:solidFill>
                <a:latin typeface="Calibri"/>
                <a:cs typeface="Calibri"/>
              </a:rPr>
              <a:t>(1,2)</a:t>
            </a:r>
            <a:r>
              <a:rPr sz="2800" dirty="0">
                <a:latin typeface="Calibri"/>
                <a:cs typeface="Calibri"/>
              </a:rPr>
              <a:t>,</a:t>
            </a:r>
            <a:r>
              <a:rPr sz="2800" spc="-35" dirty="0">
                <a:latin typeface="Calibri"/>
                <a:cs typeface="Calibri"/>
              </a:rPr>
              <a:t> </a:t>
            </a:r>
            <a:r>
              <a:rPr sz="2800" dirty="0">
                <a:latin typeface="Calibri"/>
                <a:cs typeface="Calibri"/>
              </a:rPr>
              <a:t>(2,1),</a:t>
            </a:r>
            <a:r>
              <a:rPr sz="2800" spc="-40" dirty="0">
                <a:latin typeface="Calibri"/>
                <a:cs typeface="Calibri"/>
              </a:rPr>
              <a:t> </a:t>
            </a:r>
            <a:r>
              <a:rPr sz="2800" dirty="0">
                <a:solidFill>
                  <a:srgbClr val="FF0000"/>
                </a:solidFill>
                <a:latin typeface="Calibri"/>
                <a:cs typeface="Calibri"/>
              </a:rPr>
              <a:t>(2,3)</a:t>
            </a:r>
            <a:r>
              <a:rPr sz="2800" dirty="0">
                <a:latin typeface="Calibri"/>
                <a:cs typeface="Calibri"/>
              </a:rPr>
              <a:t>},</a:t>
            </a:r>
            <a:r>
              <a:rPr sz="2800" spc="-40" dirty="0">
                <a:latin typeface="Calibri"/>
                <a:cs typeface="Calibri"/>
              </a:rPr>
              <a:t> </a:t>
            </a:r>
            <a:r>
              <a:rPr sz="2800" dirty="0">
                <a:latin typeface="Calibri"/>
                <a:cs typeface="Calibri"/>
              </a:rPr>
              <a:t>không</a:t>
            </a:r>
            <a:r>
              <a:rPr sz="2800" spc="-35" dirty="0">
                <a:latin typeface="Calibri"/>
                <a:cs typeface="Calibri"/>
              </a:rPr>
              <a:t> </a:t>
            </a:r>
            <a:r>
              <a:rPr sz="2800" dirty="0">
                <a:latin typeface="Calibri"/>
                <a:cs typeface="Calibri"/>
              </a:rPr>
              <a:t>bắc</a:t>
            </a:r>
            <a:r>
              <a:rPr sz="2800" spc="-45" dirty="0">
                <a:latin typeface="Calibri"/>
                <a:cs typeface="Calibri"/>
              </a:rPr>
              <a:t> </a:t>
            </a:r>
            <a:r>
              <a:rPr sz="2800" spc="-20" dirty="0">
                <a:latin typeface="Calibri"/>
                <a:cs typeface="Calibri"/>
              </a:rPr>
              <a:t>cầu.</a:t>
            </a:r>
            <a:endParaRPr sz="2800">
              <a:latin typeface="Calibri"/>
              <a:cs typeface="Calibri"/>
            </a:endParaRPr>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828802"/>
            <a:ext cx="8134350" cy="3864610"/>
          </a:xfrm>
          <a:prstGeom prst="rect">
            <a:avLst/>
          </a:prstGeom>
        </p:spPr>
        <p:txBody>
          <a:bodyPr vert="horz" wrap="square" lIns="0" tIns="27305" rIns="0" bIns="0" rtlCol="0">
            <a:spAutoFit/>
          </a:bodyPr>
          <a:lstStyle/>
          <a:p>
            <a:pPr marL="12700" marR="330200">
              <a:lnSpc>
                <a:spcPts val="3350"/>
              </a:lnSpc>
              <a:spcBef>
                <a:spcPts val="215"/>
              </a:spcBef>
            </a:pPr>
            <a:r>
              <a:rPr sz="2800" b="1" dirty="0">
                <a:latin typeface="Calibri"/>
                <a:cs typeface="Calibri"/>
              </a:rPr>
              <a:t>Ví</a:t>
            </a:r>
            <a:r>
              <a:rPr sz="2800" b="1" spc="-35" dirty="0">
                <a:latin typeface="Calibri"/>
                <a:cs typeface="Calibri"/>
              </a:rPr>
              <a:t> </a:t>
            </a:r>
            <a:r>
              <a:rPr sz="2800" b="1" dirty="0">
                <a:latin typeface="Calibri"/>
                <a:cs typeface="Calibri"/>
              </a:rPr>
              <a:t>dụ</a:t>
            </a:r>
            <a:r>
              <a:rPr sz="2800" b="1" spc="-35" dirty="0">
                <a:latin typeface="Calibri"/>
                <a:cs typeface="Calibri"/>
              </a:rPr>
              <a:t> </a:t>
            </a:r>
            <a:r>
              <a:rPr sz="2800" b="1" dirty="0">
                <a:latin typeface="Calibri"/>
                <a:cs typeface="Calibri"/>
              </a:rPr>
              <a:t>1:</a:t>
            </a:r>
            <a:r>
              <a:rPr sz="2800" dirty="0">
                <a:latin typeface="Calibri"/>
                <a:cs typeface="Calibri"/>
              </a:rPr>
              <a:t>Cho</a:t>
            </a:r>
            <a:r>
              <a:rPr sz="2800" spc="-15" dirty="0">
                <a:latin typeface="Calibri"/>
                <a:cs typeface="Calibri"/>
              </a:rPr>
              <a:t> </a:t>
            </a:r>
            <a:r>
              <a:rPr sz="2800" dirty="0">
                <a:latin typeface="Calibri"/>
                <a:cs typeface="Calibri"/>
              </a:rPr>
              <a:t>X</a:t>
            </a:r>
            <a:r>
              <a:rPr sz="2800" spc="-40" dirty="0">
                <a:latin typeface="Calibri"/>
                <a:cs typeface="Calibri"/>
              </a:rPr>
              <a:t> </a:t>
            </a:r>
            <a:r>
              <a:rPr sz="2800" dirty="0">
                <a:latin typeface="Calibri"/>
                <a:cs typeface="Calibri"/>
              </a:rPr>
              <a:t>=</a:t>
            </a:r>
            <a:r>
              <a:rPr sz="2800" spc="-15" dirty="0">
                <a:latin typeface="Calibri"/>
                <a:cs typeface="Calibri"/>
              </a:rPr>
              <a:t> </a:t>
            </a:r>
            <a:r>
              <a:rPr sz="2800" dirty="0">
                <a:latin typeface="Cambria Math"/>
                <a:cs typeface="Cambria Math"/>
              </a:rPr>
              <a:t>ℕ</a:t>
            </a:r>
            <a:r>
              <a:rPr sz="2800" dirty="0">
                <a:latin typeface="Calibri"/>
                <a:cs typeface="Calibri"/>
              </a:rPr>
              <a:t>.</a:t>
            </a:r>
            <a:r>
              <a:rPr sz="2800" spc="-25" dirty="0">
                <a:latin typeface="Calibri"/>
                <a:cs typeface="Calibri"/>
              </a:rPr>
              <a:t> </a:t>
            </a:r>
            <a:r>
              <a:rPr sz="2800" spc="-85" dirty="0">
                <a:latin typeface="Calibri"/>
                <a:cs typeface="Calibri"/>
              </a:rPr>
              <a:t>Ta</a:t>
            </a:r>
            <a:r>
              <a:rPr sz="2800" spc="-55" dirty="0">
                <a:latin typeface="Calibri"/>
                <a:cs typeface="Calibri"/>
              </a:rPr>
              <a:t> </a:t>
            </a:r>
            <a:r>
              <a:rPr sz="2800" dirty="0">
                <a:latin typeface="Calibri"/>
                <a:cs typeface="Calibri"/>
              </a:rPr>
              <a:t>định</a:t>
            </a:r>
            <a:r>
              <a:rPr sz="2800" spc="-15" dirty="0">
                <a:latin typeface="Calibri"/>
                <a:cs typeface="Calibri"/>
              </a:rPr>
              <a:t> </a:t>
            </a:r>
            <a:r>
              <a:rPr sz="2800" dirty="0">
                <a:latin typeface="Calibri"/>
                <a:cs typeface="Calibri"/>
              </a:rPr>
              <a:t>nghĩa</a:t>
            </a:r>
            <a:r>
              <a:rPr sz="2800" spc="-20" dirty="0">
                <a:latin typeface="Calibri"/>
                <a:cs typeface="Calibri"/>
              </a:rPr>
              <a:t> </a:t>
            </a:r>
            <a:r>
              <a:rPr sz="2800" dirty="0">
                <a:latin typeface="Calibri"/>
                <a:cs typeface="Calibri"/>
              </a:rPr>
              <a:t>quan</a:t>
            </a:r>
            <a:r>
              <a:rPr sz="2800" spc="-20" dirty="0">
                <a:latin typeface="Calibri"/>
                <a:cs typeface="Calibri"/>
              </a:rPr>
              <a:t> </a:t>
            </a:r>
            <a:r>
              <a:rPr sz="2800" dirty="0">
                <a:latin typeface="Calibri"/>
                <a:cs typeface="Calibri"/>
              </a:rPr>
              <a:t>hệ</a:t>
            </a:r>
            <a:r>
              <a:rPr sz="2800" spc="-30" dirty="0">
                <a:latin typeface="Calibri"/>
                <a:cs typeface="Calibri"/>
              </a:rPr>
              <a:t> </a:t>
            </a:r>
            <a:r>
              <a:rPr sz="2800" dirty="0">
                <a:latin typeface="Calibri"/>
                <a:cs typeface="Calibri"/>
              </a:rPr>
              <a:t>R</a:t>
            </a:r>
            <a:r>
              <a:rPr sz="2800" spc="-30" dirty="0">
                <a:latin typeface="Calibri"/>
                <a:cs typeface="Calibri"/>
              </a:rPr>
              <a:t> </a:t>
            </a:r>
            <a:r>
              <a:rPr sz="2800" dirty="0">
                <a:latin typeface="Calibri"/>
                <a:cs typeface="Calibri"/>
              </a:rPr>
              <a:t>trên</a:t>
            </a:r>
            <a:r>
              <a:rPr sz="2800" spc="-30" dirty="0">
                <a:latin typeface="Calibri"/>
                <a:cs typeface="Calibri"/>
              </a:rPr>
              <a:t> </a:t>
            </a:r>
            <a:r>
              <a:rPr sz="2800" dirty="0">
                <a:latin typeface="Calibri"/>
                <a:cs typeface="Calibri"/>
              </a:rPr>
              <a:t>X</a:t>
            </a:r>
            <a:r>
              <a:rPr sz="2800" spc="-40" dirty="0">
                <a:latin typeface="Calibri"/>
                <a:cs typeface="Calibri"/>
              </a:rPr>
              <a:t> </a:t>
            </a:r>
            <a:r>
              <a:rPr sz="2800" spc="-25" dirty="0">
                <a:latin typeface="Calibri"/>
                <a:cs typeface="Calibri"/>
              </a:rPr>
              <a:t>như </a:t>
            </a:r>
            <a:r>
              <a:rPr sz="2800" spc="-20" dirty="0">
                <a:latin typeface="Calibri"/>
                <a:cs typeface="Calibri"/>
              </a:rPr>
              <a:t>sau:</a:t>
            </a:r>
            <a:endParaRPr sz="2800">
              <a:latin typeface="Calibri"/>
              <a:cs typeface="Calibri"/>
            </a:endParaRPr>
          </a:p>
          <a:p>
            <a:pPr marL="166370" algn="ctr">
              <a:lnSpc>
                <a:spcPct val="100000"/>
              </a:lnSpc>
              <a:spcBef>
                <a:spcPts val="600"/>
              </a:spcBef>
            </a:pPr>
            <a:r>
              <a:rPr sz="2800" dirty="0">
                <a:latin typeface="Calibri"/>
                <a:cs typeface="Calibri"/>
              </a:rPr>
              <a:t>(x,</a:t>
            </a:r>
            <a:r>
              <a:rPr sz="2800" spc="-15" dirty="0">
                <a:latin typeface="Calibri"/>
                <a:cs typeface="Calibri"/>
              </a:rPr>
              <a:t> </a:t>
            </a:r>
            <a:r>
              <a:rPr sz="2800" dirty="0">
                <a:latin typeface="Calibri"/>
                <a:cs typeface="Calibri"/>
              </a:rPr>
              <a:t>y)</a:t>
            </a:r>
            <a:r>
              <a:rPr sz="2800" spc="-10" dirty="0">
                <a:latin typeface="Calibri"/>
                <a:cs typeface="Calibri"/>
              </a:rPr>
              <a:t> </a:t>
            </a:r>
            <a:r>
              <a:rPr sz="2800" dirty="0">
                <a:latin typeface="Symbol"/>
                <a:cs typeface="Symbol"/>
              </a:rPr>
              <a:t></a:t>
            </a:r>
            <a:r>
              <a:rPr sz="2800" spc="-70" dirty="0">
                <a:latin typeface="Times New Roman"/>
                <a:cs typeface="Times New Roman"/>
              </a:rPr>
              <a:t> </a:t>
            </a:r>
            <a:r>
              <a:rPr sz="2800" dirty="0">
                <a:latin typeface="Calibri"/>
                <a:cs typeface="Calibri"/>
              </a:rPr>
              <a:t>R</a:t>
            </a:r>
            <a:r>
              <a:rPr sz="2800" spc="-5" dirty="0">
                <a:latin typeface="Calibri"/>
                <a:cs typeface="Calibri"/>
              </a:rPr>
              <a:t> </a:t>
            </a:r>
            <a:r>
              <a:rPr sz="2800" dirty="0">
                <a:solidFill>
                  <a:srgbClr val="FF0000"/>
                </a:solidFill>
                <a:latin typeface="Symbol"/>
                <a:cs typeface="Symbol"/>
              </a:rPr>
              <a:t></a:t>
            </a:r>
            <a:r>
              <a:rPr sz="2800" spc="-65" dirty="0">
                <a:solidFill>
                  <a:srgbClr val="FF0000"/>
                </a:solidFill>
                <a:latin typeface="Times New Roman"/>
                <a:cs typeface="Times New Roman"/>
              </a:rPr>
              <a:t> </a:t>
            </a:r>
            <a:r>
              <a:rPr sz="2800" spc="-20" dirty="0">
                <a:latin typeface="Calibri"/>
                <a:cs typeface="Calibri"/>
              </a:rPr>
              <a:t>x=y.</a:t>
            </a:r>
            <a:endParaRPr sz="2800">
              <a:latin typeface="Calibri"/>
              <a:cs typeface="Calibri"/>
            </a:endParaRPr>
          </a:p>
          <a:p>
            <a:pPr>
              <a:lnSpc>
                <a:spcPct val="100000"/>
              </a:lnSpc>
              <a:spcBef>
                <a:spcPts val="1250"/>
              </a:spcBef>
            </a:pPr>
            <a:endParaRPr sz="2800">
              <a:latin typeface="Calibri"/>
              <a:cs typeface="Calibri"/>
            </a:endParaRPr>
          </a:p>
          <a:p>
            <a:pPr marL="12700" marR="5080">
              <a:lnSpc>
                <a:spcPct val="100000"/>
              </a:lnSpc>
            </a:pPr>
            <a:r>
              <a:rPr sz="2800" b="1" dirty="0">
                <a:latin typeface="Calibri"/>
                <a:cs typeface="Calibri"/>
              </a:rPr>
              <a:t>Ví</a:t>
            </a:r>
            <a:r>
              <a:rPr sz="2800" b="1" spc="-45" dirty="0">
                <a:latin typeface="Calibri"/>
                <a:cs typeface="Calibri"/>
              </a:rPr>
              <a:t> </a:t>
            </a:r>
            <a:r>
              <a:rPr sz="2800" b="1" dirty="0">
                <a:latin typeface="Calibri"/>
                <a:cs typeface="Calibri"/>
              </a:rPr>
              <a:t>dụ</a:t>
            </a:r>
            <a:r>
              <a:rPr sz="2800" b="1" spc="-40" dirty="0">
                <a:latin typeface="Calibri"/>
                <a:cs typeface="Calibri"/>
              </a:rPr>
              <a:t> </a:t>
            </a:r>
            <a:r>
              <a:rPr sz="2800" b="1" dirty="0">
                <a:latin typeface="Calibri"/>
                <a:cs typeface="Calibri"/>
              </a:rPr>
              <a:t>2</a:t>
            </a:r>
            <a:r>
              <a:rPr sz="2800" b="1" spc="-25" dirty="0">
                <a:latin typeface="Calibri"/>
                <a:cs typeface="Calibri"/>
              </a:rPr>
              <a:t> </a:t>
            </a:r>
            <a:r>
              <a:rPr sz="2800" b="1" dirty="0">
                <a:latin typeface="Calibri"/>
                <a:cs typeface="Calibri"/>
              </a:rPr>
              <a:t>:</a:t>
            </a:r>
            <a:r>
              <a:rPr sz="2800" dirty="0">
                <a:latin typeface="Calibri"/>
                <a:cs typeface="Calibri"/>
              </a:rPr>
              <a:t>Cho</a:t>
            </a:r>
            <a:r>
              <a:rPr sz="2800" spc="-40" dirty="0">
                <a:latin typeface="Calibri"/>
                <a:cs typeface="Calibri"/>
              </a:rPr>
              <a:t> </a:t>
            </a:r>
            <a:r>
              <a:rPr sz="2800" dirty="0">
                <a:latin typeface="Calibri"/>
                <a:cs typeface="Calibri"/>
              </a:rPr>
              <a:t>X</a:t>
            </a:r>
            <a:r>
              <a:rPr sz="2800" spc="-45" dirty="0">
                <a:latin typeface="Calibri"/>
                <a:cs typeface="Calibri"/>
              </a:rPr>
              <a:t> </a:t>
            </a:r>
            <a:r>
              <a:rPr sz="2800" dirty="0">
                <a:latin typeface="Calibri"/>
                <a:cs typeface="Calibri"/>
              </a:rPr>
              <a:t>là</a:t>
            </a:r>
            <a:r>
              <a:rPr sz="2800" spc="-45" dirty="0">
                <a:latin typeface="Calibri"/>
                <a:cs typeface="Calibri"/>
              </a:rPr>
              <a:t> </a:t>
            </a:r>
            <a:r>
              <a:rPr sz="2800" dirty="0">
                <a:latin typeface="Calibri"/>
                <a:cs typeface="Calibri"/>
              </a:rPr>
              <a:t>tập</a:t>
            </a:r>
            <a:r>
              <a:rPr sz="2800" spc="-30" dirty="0">
                <a:latin typeface="Calibri"/>
                <a:cs typeface="Calibri"/>
              </a:rPr>
              <a:t> </a:t>
            </a:r>
            <a:r>
              <a:rPr sz="2800" dirty="0">
                <a:latin typeface="Calibri"/>
                <a:cs typeface="Calibri"/>
              </a:rPr>
              <a:t>các</a:t>
            </a:r>
            <a:r>
              <a:rPr sz="2800" spc="-35" dirty="0">
                <a:latin typeface="Calibri"/>
                <a:cs typeface="Calibri"/>
              </a:rPr>
              <a:t> </a:t>
            </a:r>
            <a:r>
              <a:rPr sz="2800" dirty="0">
                <a:latin typeface="Calibri"/>
                <a:cs typeface="Calibri"/>
              </a:rPr>
              <a:t>chuỗi</a:t>
            </a:r>
            <a:r>
              <a:rPr sz="2800" spc="-30" dirty="0">
                <a:latin typeface="Calibri"/>
                <a:cs typeface="Calibri"/>
              </a:rPr>
              <a:t> </a:t>
            </a:r>
            <a:r>
              <a:rPr sz="2800" dirty="0">
                <a:latin typeface="Calibri"/>
                <a:cs typeface="Calibri"/>
              </a:rPr>
              <a:t>4</a:t>
            </a:r>
            <a:r>
              <a:rPr sz="2800" spc="-30" dirty="0">
                <a:latin typeface="Calibri"/>
                <a:cs typeface="Calibri"/>
              </a:rPr>
              <a:t> </a:t>
            </a:r>
            <a:r>
              <a:rPr sz="2800" dirty="0">
                <a:latin typeface="Calibri"/>
                <a:cs typeface="Calibri"/>
              </a:rPr>
              <a:t>bits.</a:t>
            </a:r>
            <a:r>
              <a:rPr sz="2800" spc="-10" dirty="0">
                <a:latin typeface="Calibri"/>
                <a:cs typeface="Calibri"/>
              </a:rPr>
              <a:t> </a:t>
            </a:r>
            <a:r>
              <a:rPr sz="2800" spc="-65" dirty="0">
                <a:latin typeface="Calibri"/>
                <a:cs typeface="Calibri"/>
              </a:rPr>
              <a:t>Ta</a:t>
            </a:r>
            <a:r>
              <a:rPr sz="2800" spc="-45" dirty="0">
                <a:latin typeface="Calibri"/>
                <a:cs typeface="Calibri"/>
              </a:rPr>
              <a:t> </a:t>
            </a:r>
            <a:r>
              <a:rPr sz="2800" dirty="0">
                <a:latin typeface="Calibri"/>
                <a:cs typeface="Calibri"/>
              </a:rPr>
              <a:t>định</a:t>
            </a:r>
            <a:r>
              <a:rPr sz="2800" spc="-20" dirty="0">
                <a:latin typeface="Calibri"/>
                <a:cs typeface="Calibri"/>
              </a:rPr>
              <a:t> </a:t>
            </a:r>
            <a:r>
              <a:rPr sz="2800" dirty="0">
                <a:latin typeface="Calibri"/>
                <a:cs typeface="Calibri"/>
              </a:rPr>
              <a:t>nghĩa</a:t>
            </a:r>
            <a:r>
              <a:rPr sz="2800" spc="-30" dirty="0">
                <a:latin typeface="Calibri"/>
                <a:cs typeface="Calibri"/>
              </a:rPr>
              <a:t> </a:t>
            </a:r>
            <a:r>
              <a:rPr sz="2800" spc="-20" dirty="0">
                <a:latin typeface="Calibri"/>
                <a:cs typeface="Calibri"/>
              </a:rPr>
              <a:t>quan </a:t>
            </a:r>
            <a:r>
              <a:rPr sz="2800" dirty="0">
                <a:latin typeface="Calibri"/>
                <a:cs typeface="Calibri"/>
              </a:rPr>
              <a:t>hệ</a:t>
            </a:r>
            <a:r>
              <a:rPr sz="2800" spc="-20" dirty="0">
                <a:latin typeface="Calibri"/>
                <a:cs typeface="Calibri"/>
              </a:rPr>
              <a:t> </a:t>
            </a:r>
            <a:r>
              <a:rPr sz="2800" dirty="0">
                <a:latin typeface="Calibri"/>
                <a:cs typeface="Calibri"/>
              </a:rPr>
              <a:t>R</a:t>
            </a:r>
            <a:r>
              <a:rPr sz="2800" spc="-25" dirty="0">
                <a:latin typeface="Calibri"/>
                <a:cs typeface="Calibri"/>
              </a:rPr>
              <a:t> </a:t>
            </a:r>
            <a:r>
              <a:rPr sz="2800" dirty="0">
                <a:latin typeface="Calibri"/>
                <a:cs typeface="Calibri"/>
              </a:rPr>
              <a:t>trên</a:t>
            </a:r>
            <a:r>
              <a:rPr sz="2800" spc="-20" dirty="0">
                <a:latin typeface="Calibri"/>
                <a:cs typeface="Calibri"/>
              </a:rPr>
              <a:t> </a:t>
            </a:r>
            <a:r>
              <a:rPr sz="2800" dirty="0">
                <a:latin typeface="Calibri"/>
                <a:cs typeface="Calibri"/>
              </a:rPr>
              <a:t>X</a:t>
            </a:r>
            <a:r>
              <a:rPr sz="2800" spc="-25" dirty="0">
                <a:latin typeface="Calibri"/>
                <a:cs typeface="Calibri"/>
              </a:rPr>
              <a:t> </a:t>
            </a:r>
            <a:r>
              <a:rPr sz="2800" dirty="0">
                <a:latin typeface="Calibri"/>
                <a:cs typeface="Calibri"/>
              </a:rPr>
              <a:t>như</a:t>
            </a:r>
            <a:r>
              <a:rPr sz="2800" spc="-10" dirty="0">
                <a:latin typeface="Calibri"/>
                <a:cs typeface="Calibri"/>
              </a:rPr>
              <a:t> </a:t>
            </a:r>
            <a:r>
              <a:rPr sz="2800" spc="-20" dirty="0">
                <a:latin typeface="Calibri"/>
                <a:cs typeface="Calibri"/>
              </a:rPr>
              <a:t>sau:</a:t>
            </a:r>
            <a:endParaRPr sz="2800">
              <a:latin typeface="Calibri"/>
              <a:cs typeface="Calibri"/>
            </a:endParaRPr>
          </a:p>
          <a:p>
            <a:pPr marL="12700" marR="922019">
              <a:lnSpc>
                <a:spcPct val="118900"/>
              </a:lnSpc>
              <a:spcBef>
                <a:spcPts val="75"/>
              </a:spcBef>
            </a:pPr>
            <a:r>
              <a:rPr sz="2800" dirty="0">
                <a:latin typeface="Calibri"/>
                <a:cs typeface="Calibri"/>
              </a:rPr>
              <a:t>(x,</a:t>
            </a:r>
            <a:r>
              <a:rPr sz="2800" spc="-25" dirty="0">
                <a:latin typeface="Calibri"/>
                <a:cs typeface="Calibri"/>
              </a:rPr>
              <a:t> </a:t>
            </a:r>
            <a:r>
              <a:rPr sz="2800" dirty="0">
                <a:latin typeface="Calibri"/>
                <a:cs typeface="Calibri"/>
              </a:rPr>
              <a:t>y)</a:t>
            </a:r>
            <a:r>
              <a:rPr sz="2800" spc="-15" dirty="0">
                <a:latin typeface="Calibri"/>
                <a:cs typeface="Calibri"/>
              </a:rPr>
              <a:t> </a:t>
            </a:r>
            <a:r>
              <a:rPr sz="2800" dirty="0">
                <a:latin typeface="Symbol"/>
                <a:cs typeface="Symbol"/>
              </a:rPr>
              <a:t></a:t>
            </a:r>
            <a:r>
              <a:rPr sz="2800" spc="-75" dirty="0">
                <a:latin typeface="Times New Roman"/>
                <a:cs typeface="Times New Roman"/>
              </a:rPr>
              <a:t> </a:t>
            </a:r>
            <a:r>
              <a:rPr sz="2800" dirty="0">
                <a:latin typeface="Calibri"/>
                <a:cs typeface="Calibri"/>
              </a:rPr>
              <a:t>R</a:t>
            </a:r>
            <a:r>
              <a:rPr sz="2800" spc="-15" dirty="0">
                <a:latin typeface="Calibri"/>
                <a:cs typeface="Calibri"/>
              </a:rPr>
              <a:t> </a:t>
            </a:r>
            <a:r>
              <a:rPr sz="2800" dirty="0">
                <a:solidFill>
                  <a:srgbClr val="FF0000"/>
                </a:solidFill>
                <a:latin typeface="Symbol"/>
                <a:cs typeface="Symbol"/>
              </a:rPr>
              <a:t></a:t>
            </a:r>
            <a:r>
              <a:rPr sz="2800" spc="-70" dirty="0">
                <a:solidFill>
                  <a:srgbClr val="FF0000"/>
                </a:solidFill>
                <a:latin typeface="Times New Roman"/>
                <a:cs typeface="Times New Roman"/>
              </a:rPr>
              <a:t> </a:t>
            </a:r>
            <a:r>
              <a:rPr sz="2800" dirty="0">
                <a:latin typeface="Calibri"/>
                <a:cs typeface="Calibri"/>
              </a:rPr>
              <a:t>Số</a:t>
            </a:r>
            <a:r>
              <a:rPr sz="2800" spc="-10" dirty="0">
                <a:latin typeface="Calibri"/>
                <a:cs typeface="Calibri"/>
              </a:rPr>
              <a:t> </a:t>
            </a:r>
            <a:r>
              <a:rPr sz="2800" dirty="0">
                <a:latin typeface="Calibri"/>
                <a:cs typeface="Calibri"/>
              </a:rPr>
              <a:t>bit</a:t>
            </a:r>
            <a:r>
              <a:rPr sz="2800" spc="-10" dirty="0">
                <a:latin typeface="Calibri"/>
                <a:cs typeface="Calibri"/>
              </a:rPr>
              <a:t> </a:t>
            </a:r>
            <a:r>
              <a:rPr sz="2800" dirty="0">
                <a:latin typeface="Calibri"/>
                <a:cs typeface="Calibri"/>
              </a:rPr>
              <a:t>1</a:t>
            </a:r>
            <a:r>
              <a:rPr sz="2800" spc="-10" dirty="0">
                <a:latin typeface="Calibri"/>
                <a:cs typeface="Calibri"/>
              </a:rPr>
              <a:t> </a:t>
            </a:r>
            <a:r>
              <a:rPr sz="2800" dirty="0">
                <a:latin typeface="Calibri"/>
                <a:cs typeface="Calibri"/>
              </a:rPr>
              <a:t>của</a:t>
            </a:r>
            <a:r>
              <a:rPr sz="2800" spc="-15" dirty="0">
                <a:latin typeface="Calibri"/>
                <a:cs typeface="Calibri"/>
              </a:rPr>
              <a:t> </a:t>
            </a:r>
            <a:r>
              <a:rPr sz="2800" dirty="0">
                <a:latin typeface="Calibri"/>
                <a:cs typeface="Calibri"/>
              </a:rPr>
              <a:t>x</a:t>
            </a:r>
            <a:r>
              <a:rPr sz="2800" spc="-15"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Số</a:t>
            </a:r>
            <a:r>
              <a:rPr sz="2800" spc="-5" dirty="0">
                <a:latin typeface="Calibri"/>
                <a:cs typeface="Calibri"/>
              </a:rPr>
              <a:t> </a:t>
            </a:r>
            <a:r>
              <a:rPr sz="2800" dirty="0">
                <a:latin typeface="Calibri"/>
                <a:cs typeface="Calibri"/>
              </a:rPr>
              <a:t>bit</a:t>
            </a:r>
            <a:r>
              <a:rPr sz="2800" spc="-10" dirty="0">
                <a:latin typeface="Calibri"/>
                <a:cs typeface="Calibri"/>
              </a:rPr>
              <a:t> </a:t>
            </a:r>
            <a:r>
              <a:rPr sz="2800" dirty="0">
                <a:latin typeface="Calibri"/>
                <a:cs typeface="Calibri"/>
              </a:rPr>
              <a:t>1</a:t>
            </a:r>
            <a:r>
              <a:rPr sz="2800" spc="-10" dirty="0">
                <a:latin typeface="Calibri"/>
                <a:cs typeface="Calibri"/>
              </a:rPr>
              <a:t> </a:t>
            </a:r>
            <a:r>
              <a:rPr sz="2800" dirty="0">
                <a:latin typeface="Calibri"/>
                <a:cs typeface="Calibri"/>
              </a:rPr>
              <a:t>của</a:t>
            </a:r>
            <a:r>
              <a:rPr sz="2800" spc="-15" dirty="0">
                <a:latin typeface="Calibri"/>
                <a:cs typeface="Calibri"/>
              </a:rPr>
              <a:t> </a:t>
            </a:r>
            <a:r>
              <a:rPr sz="2800" dirty="0">
                <a:latin typeface="Calibri"/>
                <a:cs typeface="Calibri"/>
              </a:rPr>
              <a:t>y</a:t>
            </a:r>
            <a:r>
              <a:rPr sz="2800" spc="-15" dirty="0">
                <a:latin typeface="Calibri"/>
                <a:cs typeface="Calibri"/>
              </a:rPr>
              <a:t> </a:t>
            </a:r>
            <a:r>
              <a:rPr sz="2800" dirty="0">
                <a:latin typeface="Calibri"/>
                <a:cs typeface="Calibri"/>
              </a:rPr>
              <a:t>là</a:t>
            </a:r>
            <a:r>
              <a:rPr sz="2800" spc="-35" dirty="0">
                <a:latin typeface="Calibri"/>
                <a:cs typeface="Calibri"/>
              </a:rPr>
              <a:t> </a:t>
            </a:r>
            <a:r>
              <a:rPr sz="2800" spc="-10" dirty="0">
                <a:latin typeface="Calibri"/>
                <a:cs typeface="Calibri"/>
              </a:rPr>
              <a:t>chẵn. </a:t>
            </a:r>
            <a:r>
              <a:rPr sz="2800" dirty="0">
                <a:latin typeface="Calibri"/>
                <a:cs typeface="Calibri"/>
              </a:rPr>
              <a:t>R</a:t>
            </a:r>
            <a:r>
              <a:rPr sz="2800" spc="-45" dirty="0">
                <a:latin typeface="Calibri"/>
                <a:cs typeface="Calibri"/>
              </a:rPr>
              <a:t> </a:t>
            </a:r>
            <a:r>
              <a:rPr sz="2800" dirty="0">
                <a:latin typeface="Calibri"/>
                <a:cs typeface="Calibri"/>
              </a:rPr>
              <a:t>là</a:t>
            </a:r>
            <a:r>
              <a:rPr sz="2800" spc="-50" dirty="0">
                <a:latin typeface="Calibri"/>
                <a:cs typeface="Calibri"/>
              </a:rPr>
              <a:t> </a:t>
            </a:r>
            <a:r>
              <a:rPr sz="2800" dirty="0">
                <a:latin typeface="Calibri"/>
                <a:cs typeface="Calibri"/>
              </a:rPr>
              <a:t>quan</a:t>
            </a:r>
            <a:r>
              <a:rPr sz="2800" spc="-35" dirty="0">
                <a:latin typeface="Calibri"/>
                <a:cs typeface="Calibri"/>
              </a:rPr>
              <a:t> </a:t>
            </a:r>
            <a:r>
              <a:rPr sz="2800" dirty="0">
                <a:latin typeface="Calibri"/>
                <a:cs typeface="Calibri"/>
              </a:rPr>
              <a:t>hệ</a:t>
            </a:r>
            <a:r>
              <a:rPr sz="2800" spc="-45" dirty="0">
                <a:latin typeface="Calibri"/>
                <a:cs typeface="Calibri"/>
              </a:rPr>
              <a:t> </a:t>
            </a:r>
            <a:r>
              <a:rPr sz="2800" dirty="0">
                <a:latin typeface="Calibri"/>
                <a:cs typeface="Calibri"/>
              </a:rPr>
              <a:t>tương</a:t>
            </a:r>
            <a:r>
              <a:rPr sz="2800" spc="-25" dirty="0">
                <a:latin typeface="Calibri"/>
                <a:cs typeface="Calibri"/>
              </a:rPr>
              <a:t> </a:t>
            </a:r>
            <a:r>
              <a:rPr sz="2800" dirty="0">
                <a:latin typeface="Calibri"/>
                <a:cs typeface="Calibri"/>
              </a:rPr>
              <a:t>đương</a:t>
            </a:r>
            <a:r>
              <a:rPr sz="2800" spc="-40" dirty="0">
                <a:latin typeface="Calibri"/>
                <a:cs typeface="Calibri"/>
              </a:rPr>
              <a:t> </a:t>
            </a:r>
            <a:r>
              <a:rPr sz="2800" dirty="0">
                <a:latin typeface="Calibri"/>
                <a:cs typeface="Calibri"/>
              </a:rPr>
              <a:t>(Xem</a:t>
            </a:r>
            <a:r>
              <a:rPr sz="2800" spc="-60" dirty="0">
                <a:latin typeface="Calibri"/>
                <a:cs typeface="Calibri"/>
              </a:rPr>
              <a:t> </a:t>
            </a:r>
            <a:r>
              <a:rPr sz="2800" dirty="0">
                <a:latin typeface="Calibri"/>
                <a:cs typeface="Calibri"/>
              </a:rPr>
              <a:t>các</a:t>
            </a:r>
            <a:r>
              <a:rPr sz="2800" spc="-45" dirty="0">
                <a:latin typeface="Calibri"/>
                <a:cs typeface="Calibri"/>
              </a:rPr>
              <a:t> </a:t>
            </a:r>
            <a:r>
              <a:rPr sz="2800" dirty="0">
                <a:latin typeface="Calibri"/>
                <a:cs typeface="Calibri"/>
              </a:rPr>
              <a:t>ví</a:t>
            </a:r>
            <a:r>
              <a:rPr sz="2800" spc="-40" dirty="0">
                <a:latin typeface="Calibri"/>
                <a:cs typeface="Calibri"/>
              </a:rPr>
              <a:t> </a:t>
            </a:r>
            <a:r>
              <a:rPr sz="2800" dirty="0">
                <a:latin typeface="Calibri"/>
                <a:cs typeface="Calibri"/>
              </a:rPr>
              <a:t>dụ</a:t>
            </a:r>
            <a:r>
              <a:rPr sz="2800" spc="-40" dirty="0">
                <a:latin typeface="Calibri"/>
                <a:cs typeface="Calibri"/>
              </a:rPr>
              <a:t> </a:t>
            </a:r>
            <a:r>
              <a:rPr sz="2800" spc="-10" dirty="0">
                <a:latin typeface="Calibri"/>
                <a:cs typeface="Calibri"/>
              </a:rPr>
              <a:t>trước).</a:t>
            </a:r>
            <a:endParaRPr sz="2800">
              <a:latin typeface="Calibri"/>
              <a:cs typeface="Calibri"/>
            </a:endParaRPr>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224688"/>
            <a:ext cx="6350000" cy="3615054"/>
          </a:xfrm>
          <a:prstGeom prst="rect">
            <a:avLst/>
          </a:prstGeom>
        </p:spPr>
        <p:txBody>
          <a:bodyPr vert="horz" wrap="square" lIns="0" tIns="102235" rIns="0" bIns="0" rtlCol="0">
            <a:spAutoFit/>
          </a:bodyPr>
          <a:lstStyle/>
          <a:p>
            <a:pPr marL="12700">
              <a:lnSpc>
                <a:spcPct val="100000"/>
              </a:lnSpc>
              <a:spcBef>
                <a:spcPts val="805"/>
              </a:spcBef>
            </a:pPr>
            <a:r>
              <a:rPr sz="2800" b="1" dirty="0">
                <a:latin typeface="Calibri"/>
                <a:cs typeface="Calibri"/>
              </a:rPr>
              <a:t>Ví</a:t>
            </a:r>
            <a:r>
              <a:rPr sz="2800" b="1" spc="-20" dirty="0">
                <a:latin typeface="Calibri"/>
                <a:cs typeface="Calibri"/>
              </a:rPr>
              <a:t> </a:t>
            </a:r>
            <a:r>
              <a:rPr sz="2800" b="1" dirty="0">
                <a:latin typeface="Calibri"/>
                <a:cs typeface="Calibri"/>
              </a:rPr>
              <a:t>dụ</a:t>
            </a:r>
            <a:r>
              <a:rPr sz="2800" b="1" spc="-15" dirty="0">
                <a:latin typeface="Calibri"/>
                <a:cs typeface="Calibri"/>
              </a:rPr>
              <a:t> </a:t>
            </a:r>
            <a:r>
              <a:rPr sz="2800" b="1" dirty="0">
                <a:latin typeface="Calibri"/>
                <a:cs typeface="Calibri"/>
              </a:rPr>
              <a:t>3:</a:t>
            </a:r>
            <a:r>
              <a:rPr sz="2800" b="1" spc="-5" dirty="0">
                <a:latin typeface="Calibri"/>
                <a:cs typeface="Calibri"/>
              </a:rPr>
              <a:t> </a:t>
            </a:r>
            <a:r>
              <a:rPr sz="2800" dirty="0">
                <a:latin typeface="Calibri"/>
                <a:cs typeface="Calibri"/>
              </a:rPr>
              <a:t>X</a:t>
            </a:r>
            <a:r>
              <a:rPr sz="2800" spc="-20" dirty="0">
                <a:latin typeface="Calibri"/>
                <a:cs typeface="Calibri"/>
              </a:rPr>
              <a:t> </a:t>
            </a:r>
            <a:r>
              <a:rPr sz="2800" dirty="0">
                <a:latin typeface="Calibri"/>
                <a:cs typeface="Calibri"/>
              </a:rPr>
              <a:t>={1,</a:t>
            </a:r>
            <a:r>
              <a:rPr sz="2800" spc="5" dirty="0">
                <a:latin typeface="Calibri"/>
                <a:cs typeface="Calibri"/>
              </a:rPr>
              <a:t> </a:t>
            </a:r>
            <a:r>
              <a:rPr sz="2800" dirty="0">
                <a:latin typeface="Calibri"/>
                <a:cs typeface="Calibri"/>
              </a:rPr>
              <a:t>2,</a:t>
            </a:r>
            <a:r>
              <a:rPr sz="2800" spc="-15" dirty="0">
                <a:latin typeface="Calibri"/>
                <a:cs typeface="Calibri"/>
              </a:rPr>
              <a:t> </a:t>
            </a:r>
            <a:r>
              <a:rPr sz="2800" dirty="0">
                <a:latin typeface="Calibri"/>
                <a:cs typeface="Calibri"/>
              </a:rPr>
              <a:t>3, 4,</a:t>
            </a:r>
            <a:r>
              <a:rPr sz="2800" spc="-10" dirty="0">
                <a:latin typeface="Calibri"/>
                <a:cs typeface="Calibri"/>
              </a:rPr>
              <a:t> </a:t>
            </a:r>
            <a:r>
              <a:rPr sz="2800" dirty="0">
                <a:latin typeface="Calibri"/>
                <a:cs typeface="Calibri"/>
              </a:rPr>
              <a:t>5,</a:t>
            </a:r>
            <a:r>
              <a:rPr sz="2800" spc="-15" dirty="0">
                <a:latin typeface="Calibri"/>
                <a:cs typeface="Calibri"/>
              </a:rPr>
              <a:t> </a:t>
            </a:r>
            <a:r>
              <a:rPr sz="2800" spc="-25" dirty="0">
                <a:latin typeface="Calibri"/>
                <a:cs typeface="Calibri"/>
              </a:rPr>
              <a:t>6}.</a:t>
            </a:r>
            <a:endParaRPr sz="2800">
              <a:latin typeface="Calibri"/>
              <a:cs typeface="Calibri"/>
            </a:endParaRPr>
          </a:p>
          <a:p>
            <a:pPr marL="1962150">
              <a:lnSpc>
                <a:spcPct val="100000"/>
              </a:lnSpc>
              <a:spcBef>
                <a:spcPts val="710"/>
              </a:spcBef>
            </a:pPr>
            <a:r>
              <a:rPr sz="2800" dirty="0">
                <a:latin typeface="Calibri"/>
                <a:cs typeface="Calibri"/>
              </a:rPr>
              <a:t>(x,</a:t>
            </a:r>
            <a:r>
              <a:rPr sz="2800" spc="-30" dirty="0">
                <a:latin typeface="Calibri"/>
                <a:cs typeface="Calibri"/>
              </a:rPr>
              <a:t> </a:t>
            </a:r>
            <a:r>
              <a:rPr sz="2800" dirty="0">
                <a:latin typeface="Calibri"/>
                <a:cs typeface="Calibri"/>
              </a:rPr>
              <a:t>y)</a:t>
            </a:r>
            <a:r>
              <a:rPr sz="2800" spc="-20" dirty="0">
                <a:latin typeface="Calibri"/>
                <a:cs typeface="Calibri"/>
              </a:rPr>
              <a:t> </a:t>
            </a:r>
            <a:r>
              <a:rPr sz="2800" dirty="0">
                <a:latin typeface="Symbol"/>
                <a:cs typeface="Symbol"/>
              </a:rPr>
              <a:t></a:t>
            </a:r>
            <a:r>
              <a:rPr sz="2800" spc="-80" dirty="0">
                <a:latin typeface="Times New Roman"/>
                <a:cs typeface="Times New Roman"/>
              </a:rPr>
              <a:t> </a:t>
            </a:r>
            <a:r>
              <a:rPr sz="2800" dirty="0">
                <a:latin typeface="Calibri"/>
                <a:cs typeface="Calibri"/>
              </a:rPr>
              <a:t>R</a:t>
            </a:r>
            <a:r>
              <a:rPr sz="2800" spc="-20" dirty="0">
                <a:latin typeface="Calibri"/>
                <a:cs typeface="Calibri"/>
              </a:rPr>
              <a:t> </a:t>
            </a:r>
            <a:r>
              <a:rPr sz="2800" spc="-10" dirty="0">
                <a:solidFill>
                  <a:srgbClr val="FF0000"/>
                </a:solidFill>
                <a:latin typeface="Symbol"/>
                <a:cs typeface="Symbol"/>
              </a:rPr>
              <a:t></a:t>
            </a:r>
            <a:r>
              <a:rPr sz="2800" spc="-10" dirty="0">
                <a:latin typeface="Calibri"/>
                <a:cs typeface="Calibri"/>
              </a:rPr>
              <a:t>x-</a:t>
            </a:r>
            <a:r>
              <a:rPr sz="2800" dirty="0">
                <a:latin typeface="Calibri"/>
                <a:cs typeface="Calibri"/>
              </a:rPr>
              <a:t>y</a:t>
            </a:r>
            <a:r>
              <a:rPr sz="2800" spc="-10" dirty="0">
                <a:latin typeface="Calibri"/>
                <a:cs typeface="Calibri"/>
              </a:rPr>
              <a:t> </a:t>
            </a:r>
            <a:r>
              <a:rPr sz="2800" dirty="0">
                <a:latin typeface="Calibri"/>
                <a:cs typeface="Calibri"/>
              </a:rPr>
              <a:t>chia</a:t>
            </a:r>
            <a:r>
              <a:rPr sz="2800" spc="-30" dirty="0">
                <a:latin typeface="Calibri"/>
                <a:cs typeface="Calibri"/>
              </a:rPr>
              <a:t> </a:t>
            </a:r>
            <a:r>
              <a:rPr sz="2800" dirty="0">
                <a:latin typeface="Calibri"/>
                <a:cs typeface="Calibri"/>
              </a:rPr>
              <a:t>hết</a:t>
            </a:r>
            <a:r>
              <a:rPr sz="2800" spc="-15" dirty="0">
                <a:latin typeface="Calibri"/>
                <a:cs typeface="Calibri"/>
              </a:rPr>
              <a:t> </a:t>
            </a:r>
            <a:r>
              <a:rPr sz="2800" dirty="0">
                <a:latin typeface="Calibri"/>
                <a:cs typeface="Calibri"/>
              </a:rPr>
              <a:t>cho</a:t>
            </a:r>
            <a:r>
              <a:rPr sz="2800" spc="-15" dirty="0">
                <a:latin typeface="Calibri"/>
                <a:cs typeface="Calibri"/>
              </a:rPr>
              <a:t> </a:t>
            </a:r>
            <a:r>
              <a:rPr sz="2800" spc="-25" dirty="0">
                <a:latin typeface="Calibri"/>
                <a:cs typeface="Calibri"/>
              </a:rPr>
              <a:t>3.</a:t>
            </a:r>
            <a:endParaRPr sz="2800">
              <a:latin typeface="Calibri"/>
              <a:cs typeface="Calibri"/>
            </a:endParaRPr>
          </a:p>
          <a:p>
            <a:pPr marL="382270" indent="-369570">
              <a:lnSpc>
                <a:spcPct val="100000"/>
              </a:lnSpc>
              <a:spcBef>
                <a:spcPts val="635"/>
              </a:spcBef>
              <a:buAutoNum type="arabicParenR"/>
              <a:tabLst>
                <a:tab pos="382270" algn="l"/>
              </a:tabLst>
            </a:pPr>
            <a:r>
              <a:rPr sz="2800" dirty="0">
                <a:latin typeface="Calibri"/>
                <a:cs typeface="Calibri"/>
              </a:rPr>
              <a:t>R</a:t>
            </a:r>
            <a:r>
              <a:rPr sz="2800" spc="-5" dirty="0">
                <a:latin typeface="Calibri"/>
                <a:cs typeface="Calibri"/>
              </a:rPr>
              <a:t> </a:t>
            </a:r>
            <a:r>
              <a:rPr sz="2800" dirty="0">
                <a:latin typeface="Calibri"/>
                <a:cs typeface="Calibri"/>
              </a:rPr>
              <a:t>= {</a:t>
            </a:r>
            <a:r>
              <a:rPr sz="2800" spc="-15"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 .</a:t>
            </a:r>
            <a:r>
              <a:rPr sz="2800" spc="-15" dirty="0">
                <a:latin typeface="Calibri"/>
                <a:cs typeface="Calibri"/>
              </a:rPr>
              <a:t> </a:t>
            </a:r>
            <a:r>
              <a:rPr sz="2800" spc="-50" dirty="0">
                <a:latin typeface="Calibri"/>
                <a:cs typeface="Calibri"/>
              </a:rPr>
              <a:t>}</a:t>
            </a:r>
            <a:endParaRPr sz="2800">
              <a:latin typeface="Calibri"/>
              <a:cs typeface="Calibri"/>
            </a:endParaRPr>
          </a:p>
          <a:p>
            <a:pPr marL="382270" indent="-369570">
              <a:lnSpc>
                <a:spcPct val="100000"/>
              </a:lnSpc>
              <a:spcBef>
                <a:spcPts val="675"/>
              </a:spcBef>
              <a:buAutoNum type="arabicParenR"/>
              <a:tabLst>
                <a:tab pos="382270" algn="l"/>
              </a:tabLst>
            </a:pPr>
            <a:r>
              <a:rPr sz="2800" dirty="0">
                <a:latin typeface="Calibri"/>
                <a:cs typeface="Calibri"/>
              </a:rPr>
              <a:t>R</a:t>
            </a:r>
            <a:r>
              <a:rPr sz="2800" spc="-40" dirty="0">
                <a:latin typeface="Calibri"/>
                <a:cs typeface="Calibri"/>
              </a:rPr>
              <a:t> </a:t>
            </a:r>
            <a:r>
              <a:rPr sz="2800" dirty="0">
                <a:latin typeface="Calibri"/>
                <a:cs typeface="Calibri"/>
              </a:rPr>
              <a:t>là</a:t>
            </a:r>
            <a:r>
              <a:rPr sz="2800" spc="-50" dirty="0">
                <a:latin typeface="Calibri"/>
                <a:cs typeface="Calibri"/>
              </a:rPr>
              <a:t> </a:t>
            </a:r>
            <a:r>
              <a:rPr sz="2800" dirty="0">
                <a:latin typeface="Calibri"/>
                <a:cs typeface="Calibri"/>
              </a:rPr>
              <a:t>quan</a:t>
            </a:r>
            <a:r>
              <a:rPr sz="2800" spc="-30" dirty="0">
                <a:latin typeface="Calibri"/>
                <a:cs typeface="Calibri"/>
              </a:rPr>
              <a:t> </a:t>
            </a:r>
            <a:r>
              <a:rPr sz="2800" dirty="0">
                <a:latin typeface="Calibri"/>
                <a:cs typeface="Calibri"/>
              </a:rPr>
              <a:t>hệ</a:t>
            </a:r>
            <a:r>
              <a:rPr sz="2800" spc="-35" dirty="0">
                <a:latin typeface="Calibri"/>
                <a:cs typeface="Calibri"/>
              </a:rPr>
              <a:t> </a:t>
            </a:r>
            <a:r>
              <a:rPr sz="2800" dirty="0">
                <a:latin typeface="Calibri"/>
                <a:cs typeface="Calibri"/>
              </a:rPr>
              <a:t>tương</a:t>
            </a:r>
            <a:r>
              <a:rPr sz="2800" spc="-40" dirty="0">
                <a:latin typeface="Calibri"/>
                <a:cs typeface="Calibri"/>
              </a:rPr>
              <a:t> </a:t>
            </a:r>
            <a:r>
              <a:rPr sz="2800" dirty="0">
                <a:latin typeface="Calibri"/>
                <a:cs typeface="Calibri"/>
              </a:rPr>
              <a:t>đương</a:t>
            </a:r>
            <a:r>
              <a:rPr sz="2800" spc="-20" dirty="0">
                <a:latin typeface="Calibri"/>
                <a:cs typeface="Calibri"/>
              </a:rPr>
              <a:t> </a:t>
            </a:r>
            <a:r>
              <a:rPr sz="2800" spc="-50" dirty="0">
                <a:latin typeface="Calibri"/>
                <a:cs typeface="Calibri"/>
              </a:rPr>
              <a:t>?</a:t>
            </a:r>
            <a:endParaRPr sz="2800">
              <a:latin typeface="Calibri"/>
              <a:cs typeface="Calibri"/>
            </a:endParaRPr>
          </a:p>
          <a:p>
            <a:pPr marL="370205" lvl="1" indent="-357505">
              <a:lnSpc>
                <a:spcPct val="100000"/>
              </a:lnSpc>
              <a:spcBef>
                <a:spcPts val="675"/>
              </a:spcBef>
              <a:buFont typeface="Calibri"/>
              <a:buAutoNum type="alphaLcParenR"/>
              <a:tabLst>
                <a:tab pos="370205" algn="l"/>
              </a:tabLst>
            </a:pPr>
            <a:r>
              <a:rPr sz="2800" b="1" dirty="0">
                <a:latin typeface="Calibri"/>
                <a:cs typeface="Calibri"/>
              </a:rPr>
              <a:t>Phản</a:t>
            </a:r>
            <a:r>
              <a:rPr sz="2800" b="1" spc="-55" dirty="0">
                <a:latin typeface="Calibri"/>
                <a:cs typeface="Calibri"/>
              </a:rPr>
              <a:t> </a:t>
            </a:r>
            <a:r>
              <a:rPr sz="2800" b="1" dirty="0">
                <a:latin typeface="Calibri"/>
                <a:cs typeface="Calibri"/>
              </a:rPr>
              <a:t>xạ</a:t>
            </a:r>
            <a:r>
              <a:rPr sz="2800" b="1" spc="-55" dirty="0">
                <a:latin typeface="Calibri"/>
                <a:cs typeface="Calibri"/>
              </a:rPr>
              <a:t> </a:t>
            </a:r>
            <a:r>
              <a:rPr sz="2800" spc="-50" dirty="0">
                <a:latin typeface="Calibri"/>
                <a:cs typeface="Calibri"/>
              </a:rPr>
              <a:t>:</a:t>
            </a:r>
            <a:endParaRPr sz="2800">
              <a:latin typeface="Calibri"/>
              <a:cs typeface="Calibri"/>
            </a:endParaRPr>
          </a:p>
          <a:p>
            <a:pPr marL="387985" lvl="1" indent="-375285">
              <a:lnSpc>
                <a:spcPct val="100000"/>
              </a:lnSpc>
              <a:spcBef>
                <a:spcPts val="670"/>
              </a:spcBef>
              <a:buFont typeface="Calibri"/>
              <a:buAutoNum type="alphaLcParenR"/>
              <a:tabLst>
                <a:tab pos="387985" algn="l"/>
              </a:tabLst>
            </a:pPr>
            <a:r>
              <a:rPr sz="2800" b="1" dirty="0">
                <a:latin typeface="Calibri"/>
                <a:cs typeface="Calibri"/>
              </a:rPr>
              <a:t>Đối</a:t>
            </a:r>
            <a:r>
              <a:rPr sz="2800" b="1" spc="-50" dirty="0">
                <a:latin typeface="Calibri"/>
                <a:cs typeface="Calibri"/>
              </a:rPr>
              <a:t> </a:t>
            </a:r>
            <a:r>
              <a:rPr sz="2800" b="1" dirty="0">
                <a:latin typeface="Calibri"/>
                <a:cs typeface="Calibri"/>
              </a:rPr>
              <a:t>xứng</a:t>
            </a:r>
            <a:r>
              <a:rPr sz="2800" b="1" spc="-40" dirty="0">
                <a:latin typeface="Calibri"/>
                <a:cs typeface="Calibri"/>
              </a:rPr>
              <a:t> </a:t>
            </a:r>
            <a:r>
              <a:rPr sz="2800" spc="-50" dirty="0">
                <a:latin typeface="Calibri"/>
                <a:cs typeface="Calibri"/>
              </a:rPr>
              <a:t>:</a:t>
            </a:r>
            <a:endParaRPr sz="2800">
              <a:latin typeface="Calibri"/>
              <a:cs typeface="Calibri"/>
            </a:endParaRPr>
          </a:p>
          <a:p>
            <a:pPr marL="351790" lvl="1" indent="-339090">
              <a:lnSpc>
                <a:spcPct val="100000"/>
              </a:lnSpc>
              <a:spcBef>
                <a:spcPts val="675"/>
              </a:spcBef>
              <a:buFont typeface="Calibri"/>
              <a:buAutoNum type="alphaLcParenR"/>
              <a:tabLst>
                <a:tab pos="351790" algn="l"/>
              </a:tabLst>
            </a:pPr>
            <a:r>
              <a:rPr sz="2800" b="1" dirty="0">
                <a:latin typeface="Calibri"/>
                <a:cs typeface="Calibri"/>
              </a:rPr>
              <a:t>Bắc</a:t>
            </a:r>
            <a:r>
              <a:rPr sz="2800" b="1" spc="-25" dirty="0">
                <a:latin typeface="Calibri"/>
                <a:cs typeface="Calibri"/>
              </a:rPr>
              <a:t> </a:t>
            </a:r>
            <a:r>
              <a:rPr sz="2800" b="1" dirty="0">
                <a:latin typeface="Calibri"/>
                <a:cs typeface="Calibri"/>
              </a:rPr>
              <a:t>cầu</a:t>
            </a:r>
            <a:r>
              <a:rPr sz="2800" b="1" spc="-50" dirty="0">
                <a:latin typeface="Calibri"/>
                <a:cs typeface="Calibri"/>
              </a:rPr>
              <a:t> </a:t>
            </a:r>
            <a:r>
              <a:rPr sz="2800" spc="-50" dirty="0">
                <a:latin typeface="Calibri"/>
                <a:cs typeface="Calibri"/>
              </a:rPr>
              <a:t>:</a:t>
            </a:r>
            <a:endParaRPr sz="2800">
              <a:latin typeface="Calibri"/>
              <a:cs typeface="Calibri"/>
            </a:endParaRPr>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741934"/>
            <a:ext cx="8139430" cy="5744210"/>
          </a:xfrm>
          <a:prstGeom prst="rect">
            <a:avLst/>
          </a:prstGeom>
        </p:spPr>
        <p:txBody>
          <a:bodyPr vert="horz" wrap="square" lIns="0" tIns="60960" rIns="0" bIns="0" rtlCol="0">
            <a:spAutoFit/>
          </a:bodyPr>
          <a:lstStyle/>
          <a:p>
            <a:pPr marL="12700" marR="27305" algn="just">
              <a:lnSpc>
                <a:spcPts val="3020"/>
              </a:lnSpc>
              <a:spcBef>
                <a:spcPts val="480"/>
              </a:spcBef>
            </a:pPr>
            <a:r>
              <a:rPr sz="2800" i="1" spc="-90" dirty="0">
                <a:solidFill>
                  <a:srgbClr val="FF0000"/>
                </a:solidFill>
                <a:latin typeface="Calibri"/>
                <a:cs typeface="Calibri"/>
              </a:rPr>
              <a:t>Ta</a:t>
            </a:r>
            <a:r>
              <a:rPr sz="2800" i="1" spc="-30" dirty="0">
                <a:solidFill>
                  <a:srgbClr val="FF0000"/>
                </a:solidFill>
                <a:latin typeface="Calibri"/>
                <a:cs typeface="Calibri"/>
              </a:rPr>
              <a:t> </a:t>
            </a:r>
            <a:r>
              <a:rPr sz="2800" i="1" dirty="0">
                <a:solidFill>
                  <a:srgbClr val="FF0000"/>
                </a:solidFill>
                <a:latin typeface="Calibri"/>
                <a:cs typeface="Calibri"/>
              </a:rPr>
              <a:t>nói</a:t>
            </a:r>
            <a:r>
              <a:rPr sz="2800" i="1" spc="-35" dirty="0">
                <a:solidFill>
                  <a:srgbClr val="FF0000"/>
                </a:solidFill>
                <a:latin typeface="Calibri"/>
                <a:cs typeface="Calibri"/>
              </a:rPr>
              <a:t> </a:t>
            </a:r>
            <a:r>
              <a:rPr sz="2800" i="1" dirty="0">
                <a:solidFill>
                  <a:srgbClr val="FF0000"/>
                </a:solidFill>
                <a:latin typeface="Calibri"/>
                <a:cs typeface="Calibri"/>
              </a:rPr>
              <a:t>một</a:t>
            </a:r>
            <a:r>
              <a:rPr sz="2800" i="1" spc="-10" dirty="0">
                <a:solidFill>
                  <a:srgbClr val="FF0000"/>
                </a:solidFill>
                <a:latin typeface="Calibri"/>
                <a:cs typeface="Calibri"/>
              </a:rPr>
              <a:t> </a:t>
            </a:r>
            <a:r>
              <a:rPr sz="2800" b="1" i="1" dirty="0">
                <a:solidFill>
                  <a:srgbClr val="FF0000"/>
                </a:solidFill>
                <a:latin typeface="Calibri"/>
                <a:cs typeface="Calibri"/>
              </a:rPr>
              <a:t>số</a:t>
            </a:r>
            <a:r>
              <a:rPr sz="2800" b="1" i="1" spc="-25" dirty="0">
                <a:solidFill>
                  <a:srgbClr val="FF0000"/>
                </a:solidFill>
                <a:latin typeface="Calibri"/>
                <a:cs typeface="Calibri"/>
              </a:rPr>
              <a:t> </a:t>
            </a:r>
            <a:r>
              <a:rPr sz="2800" b="1" i="1" dirty="0">
                <a:solidFill>
                  <a:srgbClr val="FF0000"/>
                </a:solidFill>
                <a:latin typeface="Calibri"/>
                <a:cs typeface="Calibri"/>
              </a:rPr>
              <a:t>nguyên</a:t>
            </a:r>
            <a:r>
              <a:rPr sz="2800" b="1" i="1" spc="-40" dirty="0">
                <a:solidFill>
                  <a:srgbClr val="FF0000"/>
                </a:solidFill>
                <a:latin typeface="Calibri"/>
                <a:cs typeface="Calibri"/>
              </a:rPr>
              <a:t> </a:t>
            </a:r>
            <a:r>
              <a:rPr sz="2800" b="1" i="1" dirty="0">
                <a:solidFill>
                  <a:srgbClr val="FF0000"/>
                </a:solidFill>
                <a:latin typeface="Calibri"/>
                <a:cs typeface="Calibri"/>
              </a:rPr>
              <a:t>a</a:t>
            </a:r>
            <a:r>
              <a:rPr sz="2800" b="1" i="1" spc="-10" dirty="0">
                <a:solidFill>
                  <a:srgbClr val="FF0000"/>
                </a:solidFill>
                <a:latin typeface="Calibri"/>
                <a:cs typeface="Calibri"/>
              </a:rPr>
              <a:t> </a:t>
            </a:r>
            <a:r>
              <a:rPr sz="2800" b="1" i="1" dirty="0">
                <a:solidFill>
                  <a:srgbClr val="FF0000"/>
                </a:solidFill>
                <a:latin typeface="Calibri"/>
                <a:cs typeface="Calibri"/>
              </a:rPr>
              <a:t>chia</a:t>
            </a:r>
            <a:r>
              <a:rPr sz="2800" b="1" i="1" spc="-30" dirty="0">
                <a:solidFill>
                  <a:srgbClr val="FF0000"/>
                </a:solidFill>
                <a:latin typeface="Calibri"/>
                <a:cs typeface="Calibri"/>
              </a:rPr>
              <a:t> </a:t>
            </a:r>
            <a:r>
              <a:rPr sz="2800" b="1" i="1" dirty="0">
                <a:solidFill>
                  <a:srgbClr val="FF0000"/>
                </a:solidFill>
                <a:latin typeface="Calibri"/>
                <a:cs typeface="Calibri"/>
              </a:rPr>
              <a:t>hết cho</a:t>
            </a:r>
            <a:r>
              <a:rPr sz="2800" b="1" i="1" spc="-25" dirty="0">
                <a:solidFill>
                  <a:srgbClr val="FF0000"/>
                </a:solidFill>
                <a:latin typeface="Calibri"/>
                <a:cs typeface="Calibri"/>
              </a:rPr>
              <a:t> </a:t>
            </a:r>
            <a:r>
              <a:rPr sz="2800" b="1" i="1" dirty="0">
                <a:solidFill>
                  <a:srgbClr val="FF0000"/>
                </a:solidFill>
                <a:latin typeface="Calibri"/>
                <a:cs typeface="Calibri"/>
              </a:rPr>
              <a:t>số</a:t>
            </a:r>
            <a:r>
              <a:rPr sz="2800" b="1" i="1" spc="-30" dirty="0">
                <a:solidFill>
                  <a:srgbClr val="FF0000"/>
                </a:solidFill>
                <a:latin typeface="Calibri"/>
                <a:cs typeface="Calibri"/>
              </a:rPr>
              <a:t> </a:t>
            </a:r>
            <a:r>
              <a:rPr sz="2800" b="1" i="1" dirty="0">
                <a:solidFill>
                  <a:srgbClr val="FF0000"/>
                </a:solidFill>
                <a:latin typeface="Calibri"/>
                <a:cs typeface="Calibri"/>
              </a:rPr>
              <a:t>nguyên</a:t>
            </a:r>
            <a:r>
              <a:rPr sz="2800" b="1" i="1" spc="-25" dirty="0">
                <a:solidFill>
                  <a:srgbClr val="FF0000"/>
                </a:solidFill>
                <a:latin typeface="Calibri"/>
                <a:cs typeface="Calibri"/>
              </a:rPr>
              <a:t> </a:t>
            </a:r>
            <a:r>
              <a:rPr sz="2800" b="1" i="1" dirty="0">
                <a:solidFill>
                  <a:srgbClr val="FF0000"/>
                </a:solidFill>
                <a:latin typeface="Calibri"/>
                <a:cs typeface="Calibri"/>
              </a:rPr>
              <a:t>b</a:t>
            </a:r>
            <a:r>
              <a:rPr sz="2800" b="1" i="1" spc="-5" dirty="0">
                <a:solidFill>
                  <a:srgbClr val="FF0000"/>
                </a:solidFill>
                <a:latin typeface="Calibri"/>
                <a:cs typeface="Calibri"/>
              </a:rPr>
              <a:t> </a:t>
            </a:r>
            <a:r>
              <a:rPr sz="2800" i="1" dirty="0">
                <a:solidFill>
                  <a:srgbClr val="FF0000"/>
                </a:solidFill>
                <a:latin typeface="Calibri"/>
                <a:cs typeface="Calibri"/>
              </a:rPr>
              <a:t>nếu</a:t>
            </a:r>
            <a:r>
              <a:rPr sz="2800" i="1" spc="-25" dirty="0">
                <a:solidFill>
                  <a:srgbClr val="FF0000"/>
                </a:solidFill>
                <a:latin typeface="Calibri"/>
                <a:cs typeface="Calibri"/>
              </a:rPr>
              <a:t> có </a:t>
            </a:r>
            <a:r>
              <a:rPr sz="2800" i="1" dirty="0">
                <a:solidFill>
                  <a:srgbClr val="FF0000"/>
                </a:solidFill>
                <a:latin typeface="Calibri"/>
                <a:cs typeface="Calibri"/>
              </a:rPr>
              <a:t>số</a:t>
            </a:r>
            <a:r>
              <a:rPr sz="2800" i="1" spc="-40" dirty="0">
                <a:solidFill>
                  <a:srgbClr val="FF0000"/>
                </a:solidFill>
                <a:latin typeface="Calibri"/>
                <a:cs typeface="Calibri"/>
              </a:rPr>
              <a:t> </a:t>
            </a:r>
            <a:r>
              <a:rPr sz="2800" i="1" dirty="0">
                <a:solidFill>
                  <a:srgbClr val="FF0000"/>
                </a:solidFill>
                <a:latin typeface="Calibri"/>
                <a:cs typeface="Calibri"/>
              </a:rPr>
              <a:t>nguyên</a:t>
            </a:r>
            <a:r>
              <a:rPr sz="2800" i="1" spc="-50" dirty="0">
                <a:solidFill>
                  <a:srgbClr val="FF0000"/>
                </a:solidFill>
                <a:latin typeface="Calibri"/>
                <a:cs typeface="Calibri"/>
              </a:rPr>
              <a:t> </a:t>
            </a:r>
            <a:r>
              <a:rPr sz="2800" i="1" dirty="0">
                <a:solidFill>
                  <a:srgbClr val="FF0000"/>
                </a:solidFill>
                <a:latin typeface="Calibri"/>
                <a:cs typeface="Calibri"/>
              </a:rPr>
              <a:t>k</a:t>
            </a:r>
            <a:r>
              <a:rPr sz="2800" i="1" spc="-35" dirty="0">
                <a:solidFill>
                  <a:srgbClr val="FF0000"/>
                </a:solidFill>
                <a:latin typeface="Calibri"/>
                <a:cs typeface="Calibri"/>
              </a:rPr>
              <a:t> </a:t>
            </a:r>
            <a:r>
              <a:rPr sz="2800" i="1" dirty="0">
                <a:solidFill>
                  <a:srgbClr val="FF0000"/>
                </a:solidFill>
                <a:latin typeface="Calibri"/>
                <a:cs typeface="Calibri"/>
              </a:rPr>
              <a:t>sao</a:t>
            </a:r>
            <a:r>
              <a:rPr sz="2800" i="1" spc="-40" dirty="0">
                <a:solidFill>
                  <a:srgbClr val="FF0000"/>
                </a:solidFill>
                <a:latin typeface="Calibri"/>
                <a:cs typeface="Calibri"/>
              </a:rPr>
              <a:t> </a:t>
            </a:r>
            <a:r>
              <a:rPr sz="2800" i="1" dirty="0">
                <a:solidFill>
                  <a:srgbClr val="FF0000"/>
                </a:solidFill>
                <a:latin typeface="Calibri"/>
                <a:cs typeface="Calibri"/>
              </a:rPr>
              <a:t>cho</a:t>
            </a:r>
            <a:r>
              <a:rPr sz="2800" i="1" spc="-45" dirty="0">
                <a:solidFill>
                  <a:srgbClr val="FF0000"/>
                </a:solidFill>
                <a:latin typeface="Calibri"/>
                <a:cs typeface="Calibri"/>
              </a:rPr>
              <a:t> </a:t>
            </a:r>
            <a:r>
              <a:rPr sz="2800" i="1" spc="-10" dirty="0">
                <a:solidFill>
                  <a:srgbClr val="FF0000"/>
                </a:solidFill>
                <a:latin typeface="Calibri"/>
                <a:cs typeface="Calibri"/>
              </a:rPr>
              <a:t>a=kb.</a:t>
            </a:r>
            <a:endParaRPr sz="2800">
              <a:latin typeface="Calibri"/>
              <a:cs typeface="Calibri"/>
            </a:endParaRPr>
          </a:p>
          <a:p>
            <a:pPr marL="12700" algn="just">
              <a:lnSpc>
                <a:spcPct val="100000"/>
              </a:lnSpc>
              <a:spcBef>
                <a:spcPts val="305"/>
              </a:spcBef>
            </a:pPr>
            <a:r>
              <a:rPr sz="2800" i="1" spc="-50" dirty="0">
                <a:solidFill>
                  <a:srgbClr val="FF0000"/>
                </a:solidFill>
                <a:latin typeface="Calibri"/>
                <a:cs typeface="Calibri"/>
              </a:rPr>
              <a:t>Tập</a:t>
            </a:r>
            <a:r>
              <a:rPr sz="2800" i="1" spc="-35" dirty="0">
                <a:solidFill>
                  <a:srgbClr val="FF0000"/>
                </a:solidFill>
                <a:latin typeface="Calibri"/>
                <a:cs typeface="Calibri"/>
              </a:rPr>
              <a:t> </a:t>
            </a:r>
            <a:r>
              <a:rPr sz="2800" i="1" dirty="0">
                <a:solidFill>
                  <a:srgbClr val="FF0000"/>
                </a:solidFill>
                <a:latin typeface="Calibri"/>
                <a:cs typeface="Calibri"/>
              </a:rPr>
              <a:t>các</a:t>
            </a:r>
            <a:r>
              <a:rPr sz="2800" i="1" spc="-30" dirty="0">
                <a:solidFill>
                  <a:srgbClr val="FF0000"/>
                </a:solidFill>
                <a:latin typeface="Calibri"/>
                <a:cs typeface="Calibri"/>
              </a:rPr>
              <a:t> </a:t>
            </a:r>
            <a:r>
              <a:rPr sz="2800" i="1" dirty="0">
                <a:solidFill>
                  <a:srgbClr val="FF0000"/>
                </a:solidFill>
                <a:latin typeface="Calibri"/>
                <a:cs typeface="Calibri"/>
              </a:rPr>
              <a:t>số</a:t>
            </a:r>
            <a:r>
              <a:rPr sz="2800" i="1" spc="-30" dirty="0">
                <a:solidFill>
                  <a:srgbClr val="FF0000"/>
                </a:solidFill>
                <a:latin typeface="Calibri"/>
                <a:cs typeface="Calibri"/>
              </a:rPr>
              <a:t> </a:t>
            </a:r>
            <a:r>
              <a:rPr sz="2800" i="1" dirty="0">
                <a:solidFill>
                  <a:srgbClr val="FF0000"/>
                </a:solidFill>
                <a:latin typeface="Calibri"/>
                <a:cs typeface="Calibri"/>
              </a:rPr>
              <a:t>nguyên</a:t>
            </a:r>
            <a:r>
              <a:rPr sz="2800" i="1" spc="-30" dirty="0">
                <a:solidFill>
                  <a:srgbClr val="FF0000"/>
                </a:solidFill>
                <a:latin typeface="Calibri"/>
                <a:cs typeface="Calibri"/>
              </a:rPr>
              <a:t> </a:t>
            </a:r>
            <a:r>
              <a:rPr sz="2800" i="1" dirty="0">
                <a:solidFill>
                  <a:srgbClr val="FF0000"/>
                </a:solidFill>
                <a:latin typeface="Calibri"/>
                <a:cs typeface="Calibri"/>
              </a:rPr>
              <a:t>:</a:t>
            </a:r>
            <a:r>
              <a:rPr sz="2800" i="1" spc="595" dirty="0">
                <a:solidFill>
                  <a:srgbClr val="FF0000"/>
                </a:solidFill>
                <a:latin typeface="Calibri"/>
                <a:cs typeface="Calibri"/>
              </a:rPr>
              <a:t> </a:t>
            </a:r>
            <a:r>
              <a:rPr sz="2800" spc="-25" dirty="0">
                <a:solidFill>
                  <a:srgbClr val="FF0000"/>
                </a:solidFill>
                <a:latin typeface="Cambria Math"/>
                <a:cs typeface="Cambria Math"/>
              </a:rPr>
              <a:t>ℤ</a:t>
            </a:r>
            <a:r>
              <a:rPr sz="2800" i="1" spc="-25" dirty="0">
                <a:solidFill>
                  <a:srgbClr val="FF0000"/>
                </a:solidFill>
                <a:latin typeface="Calibri"/>
                <a:cs typeface="Calibri"/>
              </a:rPr>
              <a:t>.</a:t>
            </a:r>
            <a:endParaRPr sz="2800">
              <a:latin typeface="Calibri"/>
              <a:cs typeface="Calibri"/>
            </a:endParaRPr>
          </a:p>
          <a:p>
            <a:pPr>
              <a:lnSpc>
                <a:spcPct val="100000"/>
              </a:lnSpc>
              <a:spcBef>
                <a:spcPts val="620"/>
              </a:spcBef>
            </a:pPr>
            <a:endParaRPr sz="2800">
              <a:latin typeface="Calibri"/>
              <a:cs typeface="Calibri"/>
            </a:endParaRPr>
          </a:p>
          <a:p>
            <a:pPr marL="12700" algn="just">
              <a:lnSpc>
                <a:spcPct val="100000"/>
              </a:lnSpc>
            </a:pPr>
            <a:r>
              <a:rPr sz="2800" b="1" dirty="0">
                <a:latin typeface="Calibri"/>
                <a:cs typeface="Calibri"/>
              </a:rPr>
              <a:t>Ví</a:t>
            </a:r>
            <a:r>
              <a:rPr sz="2800" b="1" spc="-30" dirty="0">
                <a:latin typeface="Calibri"/>
                <a:cs typeface="Calibri"/>
              </a:rPr>
              <a:t> </a:t>
            </a:r>
            <a:r>
              <a:rPr sz="2800" b="1" dirty="0">
                <a:latin typeface="Calibri"/>
                <a:cs typeface="Calibri"/>
              </a:rPr>
              <a:t>dụ</a:t>
            </a:r>
            <a:r>
              <a:rPr sz="2800" b="1" spc="-30" dirty="0">
                <a:latin typeface="Calibri"/>
                <a:cs typeface="Calibri"/>
              </a:rPr>
              <a:t> </a:t>
            </a:r>
            <a:r>
              <a:rPr sz="2800" b="1" dirty="0">
                <a:latin typeface="Calibri"/>
                <a:cs typeface="Calibri"/>
              </a:rPr>
              <a:t>3:</a:t>
            </a:r>
            <a:r>
              <a:rPr sz="2800" b="1" spc="-15" dirty="0">
                <a:latin typeface="Calibri"/>
                <a:cs typeface="Calibri"/>
              </a:rPr>
              <a:t> </a:t>
            </a:r>
            <a:r>
              <a:rPr sz="2800" dirty="0">
                <a:latin typeface="Calibri"/>
                <a:cs typeface="Calibri"/>
              </a:rPr>
              <a:t>R</a:t>
            </a:r>
            <a:r>
              <a:rPr sz="2800" spc="-15" dirty="0">
                <a:latin typeface="Calibri"/>
                <a:cs typeface="Calibri"/>
              </a:rPr>
              <a:t> </a:t>
            </a:r>
            <a:r>
              <a:rPr sz="2800" dirty="0">
                <a:latin typeface="Calibri"/>
                <a:cs typeface="Calibri"/>
              </a:rPr>
              <a:t>là</a:t>
            </a:r>
            <a:r>
              <a:rPr sz="2800" spc="-45" dirty="0">
                <a:latin typeface="Calibri"/>
                <a:cs typeface="Calibri"/>
              </a:rPr>
              <a:t> </a:t>
            </a:r>
            <a:r>
              <a:rPr sz="2800" dirty="0">
                <a:latin typeface="Calibri"/>
                <a:cs typeface="Calibri"/>
              </a:rPr>
              <a:t>quan</a:t>
            </a:r>
            <a:r>
              <a:rPr sz="2800" spc="-5" dirty="0">
                <a:latin typeface="Calibri"/>
                <a:cs typeface="Calibri"/>
              </a:rPr>
              <a:t> </a:t>
            </a:r>
            <a:r>
              <a:rPr sz="2800" dirty="0">
                <a:latin typeface="Calibri"/>
                <a:cs typeface="Calibri"/>
              </a:rPr>
              <a:t>hệ</a:t>
            </a:r>
            <a:r>
              <a:rPr sz="2800" spc="-30" dirty="0">
                <a:latin typeface="Calibri"/>
                <a:cs typeface="Calibri"/>
              </a:rPr>
              <a:t> </a:t>
            </a:r>
            <a:r>
              <a:rPr sz="2800" dirty="0">
                <a:latin typeface="Calibri"/>
                <a:cs typeface="Calibri"/>
              </a:rPr>
              <a:t>trên</a:t>
            </a:r>
            <a:r>
              <a:rPr sz="2800" spc="-10" dirty="0">
                <a:latin typeface="Calibri"/>
                <a:cs typeface="Calibri"/>
              </a:rPr>
              <a:t> </a:t>
            </a:r>
            <a:r>
              <a:rPr sz="2800" spc="-25" dirty="0">
                <a:latin typeface="Cambria Math"/>
                <a:cs typeface="Cambria Math"/>
              </a:rPr>
              <a:t>ℤ</a:t>
            </a:r>
            <a:r>
              <a:rPr sz="2800" spc="-25" dirty="0">
                <a:latin typeface="Calibri"/>
                <a:cs typeface="Calibri"/>
              </a:rPr>
              <a:t>,</a:t>
            </a:r>
            <a:endParaRPr sz="2800">
              <a:latin typeface="Calibri"/>
              <a:cs typeface="Calibri"/>
            </a:endParaRPr>
          </a:p>
          <a:p>
            <a:pPr marL="158750" algn="ctr">
              <a:lnSpc>
                <a:spcPct val="100000"/>
              </a:lnSpc>
              <a:spcBef>
                <a:spcPts val="360"/>
              </a:spcBef>
            </a:pPr>
            <a:r>
              <a:rPr sz="2800" dirty="0">
                <a:latin typeface="Calibri"/>
                <a:cs typeface="Calibri"/>
              </a:rPr>
              <a:t>(x,</a:t>
            </a:r>
            <a:r>
              <a:rPr sz="2800" spc="-20" dirty="0">
                <a:latin typeface="Calibri"/>
                <a:cs typeface="Calibri"/>
              </a:rPr>
              <a:t> </a:t>
            </a:r>
            <a:r>
              <a:rPr sz="2800" dirty="0">
                <a:latin typeface="Calibri"/>
                <a:cs typeface="Calibri"/>
              </a:rPr>
              <a:t>y)</a:t>
            </a:r>
            <a:r>
              <a:rPr sz="2800" spc="-20" dirty="0">
                <a:latin typeface="Calibri"/>
                <a:cs typeface="Calibri"/>
              </a:rPr>
              <a:t> </a:t>
            </a:r>
            <a:r>
              <a:rPr sz="2800" dirty="0">
                <a:latin typeface="Symbol"/>
                <a:cs typeface="Symbol"/>
              </a:rPr>
              <a:t></a:t>
            </a:r>
            <a:r>
              <a:rPr sz="2800" spc="-75" dirty="0">
                <a:latin typeface="Times New Roman"/>
                <a:cs typeface="Times New Roman"/>
              </a:rPr>
              <a:t> </a:t>
            </a:r>
            <a:r>
              <a:rPr sz="2800" dirty="0">
                <a:latin typeface="Calibri"/>
                <a:cs typeface="Calibri"/>
              </a:rPr>
              <a:t>R</a:t>
            </a:r>
            <a:r>
              <a:rPr sz="2800" spc="-10" dirty="0">
                <a:latin typeface="Calibri"/>
                <a:cs typeface="Calibri"/>
              </a:rPr>
              <a:t> </a:t>
            </a:r>
            <a:r>
              <a:rPr sz="2800" dirty="0">
                <a:solidFill>
                  <a:srgbClr val="FF0000"/>
                </a:solidFill>
                <a:latin typeface="Symbol"/>
                <a:cs typeface="Symbol"/>
              </a:rPr>
              <a:t></a:t>
            </a:r>
            <a:r>
              <a:rPr sz="2800" spc="-75" dirty="0">
                <a:solidFill>
                  <a:srgbClr val="FF0000"/>
                </a:solidFill>
                <a:latin typeface="Times New Roman"/>
                <a:cs typeface="Times New Roman"/>
              </a:rPr>
              <a:t> </a:t>
            </a:r>
            <a:r>
              <a:rPr sz="2800" spc="-20" dirty="0">
                <a:latin typeface="Calibri"/>
                <a:cs typeface="Calibri"/>
              </a:rPr>
              <a:t>x-</a:t>
            </a:r>
            <a:r>
              <a:rPr sz="2800" dirty="0">
                <a:latin typeface="Calibri"/>
                <a:cs typeface="Calibri"/>
              </a:rPr>
              <a:t>y</a:t>
            </a:r>
            <a:r>
              <a:rPr sz="2800" spc="-5" dirty="0">
                <a:latin typeface="Calibri"/>
                <a:cs typeface="Calibri"/>
              </a:rPr>
              <a:t> </a:t>
            </a:r>
            <a:r>
              <a:rPr sz="2800" dirty="0">
                <a:latin typeface="Calibri"/>
                <a:cs typeface="Calibri"/>
              </a:rPr>
              <a:t>chia</a:t>
            </a:r>
            <a:r>
              <a:rPr sz="2800" spc="-20" dirty="0">
                <a:latin typeface="Calibri"/>
                <a:cs typeface="Calibri"/>
              </a:rPr>
              <a:t> </a:t>
            </a:r>
            <a:r>
              <a:rPr sz="2800" dirty="0">
                <a:latin typeface="Calibri"/>
                <a:cs typeface="Calibri"/>
              </a:rPr>
              <a:t>hết</a:t>
            </a:r>
            <a:r>
              <a:rPr sz="2800" spc="-10" dirty="0">
                <a:latin typeface="Calibri"/>
                <a:cs typeface="Calibri"/>
              </a:rPr>
              <a:t> </a:t>
            </a:r>
            <a:r>
              <a:rPr sz="2800" dirty="0">
                <a:latin typeface="Calibri"/>
                <a:cs typeface="Calibri"/>
              </a:rPr>
              <a:t>cho</a:t>
            </a:r>
            <a:r>
              <a:rPr sz="2800" spc="-10" dirty="0">
                <a:latin typeface="Calibri"/>
                <a:cs typeface="Calibri"/>
              </a:rPr>
              <a:t> </a:t>
            </a:r>
            <a:r>
              <a:rPr sz="2800" spc="-25" dirty="0">
                <a:latin typeface="Calibri"/>
                <a:cs typeface="Calibri"/>
              </a:rPr>
              <a:t>3.</a:t>
            </a:r>
            <a:endParaRPr sz="2800">
              <a:latin typeface="Calibri"/>
              <a:cs typeface="Calibri"/>
            </a:endParaRPr>
          </a:p>
          <a:p>
            <a:pPr marL="12700" algn="just">
              <a:lnSpc>
                <a:spcPct val="100000"/>
              </a:lnSpc>
              <a:spcBef>
                <a:spcPts val="300"/>
              </a:spcBef>
            </a:pPr>
            <a:r>
              <a:rPr sz="2800" b="1" dirty="0">
                <a:latin typeface="Calibri"/>
                <a:cs typeface="Calibri"/>
              </a:rPr>
              <a:t>R</a:t>
            </a:r>
            <a:r>
              <a:rPr sz="2800" b="1" spc="-60" dirty="0">
                <a:latin typeface="Calibri"/>
                <a:cs typeface="Calibri"/>
              </a:rPr>
              <a:t> </a:t>
            </a:r>
            <a:r>
              <a:rPr sz="2800" b="1" dirty="0">
                <a:latin typeface="Calibri"/>
                <a:cs typeface="Calibri"/>
              </a:rPr>
              <a:t>là</a:t>
            </a:r>
            <a:r>
              <a:rPr sz="2800" b="1" spc="-45" dirty="0">
                <a:latin typeface="Calibri"/>
                <a:cs typeface="Calibri"/>
              </a:rPr>
              <a:t> </a:t>
            </a:r>
            <a:r>
              <a:rPr sz="2800" b="1" dirty="0">
                <a:latin typeface="Calibri"/>
                <a:cs typeface="Calibri"/>
              </a:rPr>
              <a:t>quan</a:t>
            </a:r>
            <a:r>
              <a:rPr sz="2800" b="1" spc="-50" dirty="0">
                <a:latin typeface="Calibri"/>
                <a:cs typeface="Calibri"/>
              </a:rPr>
              <a:t> </a:t>
            </a:r>
            <a:r>
              <a:rPr sz="2800" b="1" dirty="0">
                <a:latin typeface="Calibri"/>
                <a:cs typeface="Calibri"/>
              </a:rPr>
              <a:t>hệ</a:t>
            </a:r>
            <a:r>
              <a:rPr sz="2800" b="1" spc="-45" dirty="0">
                <a:latin typeface="Calibri"/>
                <a:cs typeface="Calibri"/>
              </a:rPr>
              <a:t> </a:t>
            </a:r>
            <a:r>
              <a:rPr sz="2800" b="1" dirty="0">
                <a:latin typeface="Calibri"/>
                <a:cs typeface="Calibri"/>
              </a:rPr>
              <a:t>tương</a:t>
            </a:r>
            <a:r>
              <a:rPr sz="2800" b="1" spc="-40" dirty="0">
                <a:latin typeface="Calibri"/>
                <a:cs typeface="Calibri"/>
              </a:rPr>
              <a:t> </a:t>
            </a:r>
            <a:r>
              <a:rPr sz="2800" b="1" dirty="0">
                <a:latin typeface="Calibri"/>
                <a:cs typeface="Calibri"/>
              </a:rPr>
              <a:t>đương</a:t>
            </a:r>
            <a:r>
              <a:rPr sz="2800" b="1" spc="-50" dirty="0">
                <a:latin typeface="Calibri"/>
                <a:cs typeface="Calibri"/>
              </a:rPr>
              <a:t> ?</a:t>
            </a:r>
            <a:endParaRPr sz="2800">
              <a:latin typeface="Calibri"/>
              <a:cs typeface="Calibri"/>
            </a:endParaRPr>
          </a:p>
          <a:p>
            <a:pPr marL="370205" indent="-357505" algn="just">
              <a:lnSpc>
                <a:spcPct val="100000"/>
              </a:lnSpc>
              <a:spcBef>
                <a:spcPts val="335"/>
              </a:spcBef>
              <a:buFont typeface="Calibri"/>
              <a:buAutoNum type="alphaLcParenR"/>
              <a:tabLst>
                <a:tab pos="370205" algn="l"/>
              </a:tabLst>
            </a:pPr>
            <a:r>
              <a:rPr sz="2800" b="1" dirty="0">
                <a:latin typeface="Calibri"/>
                <a:cs typeface="Calibri"/>
              </a:rPr>
              <a:t>Phản</a:t>
            </a:r>
            <a:r>
              <a:rPr sz="2800" b="1" spc="-30" dirty="0">
                <a:latin typeface="Calibri"/>
                <a:cs typeface="Calibri"/>
              </a:rPr>
              <a:t> </a:t>
            </a:r>
            <a:r>
              <a:rPr sz="2800" b="1" dirty="0">
                <a:latin typeface="Calibri"/>
                <a:cs typeface="Calibri"/>
              </a:rPr>
              <a:t>xạ</a:t>
            </a:r>
            <a:r>
              <a:rPr sz="2800" b="1" spc="-25" dirty="0">
                <a:latin typeface="Calibri"/>
                <a:cs typeface="Calibri"/>
              </a:rPr>
              <a:t> </a:t>
            </a:r>
            <a:r>
              <a:rPr sz="2800" dirty="0">
                <a:latin typeface="Calibri"/>
                <a:cs typeface="Calibri"/>
              </a:rPr>
              <a:t>:</a:t>
            </a:r>
            <a:r>
              <a:rPr sz="2800" spc="-40" dirty="0">
                <a:latin typeface="Calibri"/>
                <a:cs typeface="Calibri"/>
              </a:rPr>
              <a:t> </a:t>
            </a:r>
            <a:r>
              <a:rPr sz="2800" spc="-65" dirty="0">
                <a:latin typeface="Calibri"/>
                <a:cs typeface="Calibri"/>
              </a:rPr>
              <a:t>Ta</a:t>
            </a:r>
            <a:r>
              <a:rPr sz="2800" spc="-45" dirty="0">
                <a:latin typeface="Calibri"/>
                <a:cs typeface="Calibri"/>
              </a:rPr>
              <a:t> </a:t>
            </a:r>
            <a:r>
              <a:rPr sz="2800" dirty="0">
                <a:latin typeface="Calibri"/>
                <a:cs typeface="Calibri"/>
              </a:rPr>
              <a:t>có</a:t>
            </a:r>
            <a:r>
              <a:rPr sz="2800" spc="-45" dirty="0">
                <a:latin typeface="Calibri"/>
                <a:cs typeface="Calibri"/>
              </a:rPr>
              <a:t> </a:t>
            </a:r>
            <a:r>
              <a:rPr sz="2800" dirty="0">
                <a:latin typeface="Calibri"/>
                <a:cs typeface="Calibri"/>
              </a:rPr>
              <a:t>x</a:t>
            </a:r>
            <a:r>
              <a:rPr sz="2800" spc="-35" dirty="0">
                <a:latin typeface="Calibri"/>
                <a:cs typeface="Calibri"/>
              </a:rPr>
              <a:t> </a:t>
            </a:r>
            <a:r>
              <a:rPr sz="2800" dirty="0">
                <a:latin typeface="Calibri"/>
                <a:cs typeface="Calibri"/>
              </a:rPr>
              <a:t>–</a:t>
            </a:r>
            <a:r>
              <a:rPr sz="2800" spc="-30" dirty="0">
                <a:latin typeface="Calibri"/>
                <a:cs typeface="Calibri"/>
              </a:rPr>
              <a:t> </a:t>
            </a:r>
            <a:r>
              <a:rPr sz="2800" dirty="0">
                <a:latin typeface="Calibri"/>
                <a:cs typeface="Calibri"/>
              </a:rPr>
              <a:t>x</a:t>
            </a:r>
            <a:r>
              <a:rPr sz="2800" spc="-45" dirty="0">
                <a:latin typeface="Calibri"/>
                <a:cs typeface="Calibri"/>
              </a:rPr>
              <a:t> </a:t>
            </a:r>
            <a:r>
              <a:rPr sz="2800" dirty="0">
                <a:latin typeface="Calibri"/>
                <a:cs typeface="Calibri"/>
              </a:rPr>
              <a:t>chia</a:t>
            </a:r>
            <a:r>
              <a:rPr sz="2800" spc="-25" dirty="0">
                <a:latin typeface="Calibri"/>
                <a:cs typeface="Calibri"/>
              </a:rPr>
              <a:t> </a:t>
            </a:r>
            <a:r>
              <a:rPr sz="2800" dirty="0">
                <a:latin typeface="Calibri"/>
                <a:cs typeface="Calibri"/>
              </a:rPr>
              <a:t>hết</a:t>
            </a:r>
            <a:r>
              <a:rPr sz="2800" spc="-45" dirty="0">
                <a:latin typeface="Calibri"/>
                <a:cs typeface="Calibri"/>
              </a:rPr>
              <a:t> </a:t>
            </a:r>
            <a:r>
              <a:rPr sz="2800" dirty="0">
                <a:latin typeface="Calibri"/>
                <a:cs typeface="Calibri"/>
              </a:rPr>
              <a:t>cho</a:t>
            </a:r>
            <a:r>
              <a:rPr sz="2800" spc="-35" dirty="0">
                <a:latin typeface="Calibri"/>
                <a:cs typeface="Calibri"/>
              </a:rPr>
              <a:t> </a:t>
            </a:r>
            <a:r>
              <a:rPr sz="2800" dirty="0">
                <a:latin typeface="Calibri"/>
                <a:cs typeface="Calibri"/>
              </a:rPr>
              <a:t>3.</a:t>
            </a:r>
            <a:r>
              <a:rPr sz="2800" spc="-20" dirty="0">
                <a:latin typeface="Calibri"/>
                <a:cs typeface="Calibri"/>
              </a:rPr>
              <a:t> </a:t>
            </a:r>
            <a:r>
              <a:rPr sz="2800" spc="-45" dirty="0">
                <a:latin typeface="Calibri"/>
                <a:cs typeface="Calibri"/>
              </a:rPr>
              <a:t>Vậy</a:t>
            </a:r>
            <a:r>
              <a:rPr sz="2800" spc="-55" dirty="0">
                <a:latin typeface="Calibri"/>
                <a:cs typeface="Calibri"/>
              </a:rPr>
              <a:t> </a:t>
            </a:r>
            <a:r>
              <a:rPr sz="2800" dirty="0">
                <a:latin typeface="Calibri"/>
                <a:cs typeface="Calibri"/>
              </a:rPr>
              <a:t>R</a:t>
            </a:r>
            <a:r>
              <a:rPr sz="2800" spc="-35" dirty="0">
                <a:latin typeface="Calibri"/>
                <a:cs typeface="Calibri"/>
              </a:rPr>
              <a:t> </a:t>
            </a:r>
            <a:r>
              <a:rPr sz="2800" dirty="0">
                <a:latin typeface="Calibri"/>
                <a:cs typeface="Calibri"/>
              </a:rPr>
              <a:t>là</a:t>
            </a:r>
            <a:r>
              <a:rPr sz="2800" spc="-45" dirty="0">
                <a:latin typeface="Calibri"/>
                <a:cs typeface="Calibri"/>
              </a:rPr>
              <a:t> </a:t>
            </a:r>
            <a:r>
              <a:rPr sz="2800" dirty="0">
                <a:latin typeface="Calibri"/>
                <a:cs typeface="Calibri"/>
              </a:rPr>
              <a:t>phản</a:t>
            </a:r>
            <a:r>
              <a:rPr sz="2800" spc="-20" dirty="0">
                <a:latin typeface="Calibri"/>
                <a:cs typeface="Calibri"/>
              </a:rPr>
              <a:t> </a:t>
            </a:r>
            <a:r>
              <a:rPr sz="2800" spc="-25" dirty="0">
                <a:latin typeface="Calibri"/>
                <a:cs typeface="Calibri"/>
              </a:rPr>
              <a:t>xạ.</a:t>
            </a:r>
            <a:endParaRPr sz="2800">
              <a:latin typeface="Calibri"/>
              <a:cs typeface="Calibri"/>
            </a:endParaRPr>
          </a:p>
          <a:p>
            <a:pPr marL="12700" marR="5080" indent="375920" algn="just">
              <a:lnSpc>
                <a:spcPts val="3030"/>
              </a:lnSpc>
              <a:spcBef>
                <a:spcPts val="715"/>
              </a:spcBef>
              <a:buFont typeface="Calibri"/>
              <a:buAutoNum type="alphaLcParenR"/>
              <a:tabLst>
                <a:tab pos="388620" algn="l"/>
              </a:tabLst>
            </a:pPr>
            <a:r>
              <a:rPr sz="2800" b="1" dirty="0">
                <a:latin typeface="Calibri"/>
                <a:cs typeface="Calibri"/>
              </a:rPr>
              <a:t>Đối</a:t>
            </a:r>
            <a:r>
              <a:rPr sz="2800" b="1" spc="-30" dirty="0">
                <a:latin typeface="Calibri"/>
                <a:cs typeface="Calibri"/>
              </a:rPr>
              <a:t> </a:t>
            </a:r>
            <a:r>
              <a:rPr sz="2800" b="1" dirty="0">
                <a:latin typeface="Calibri"/>
                <a:cs typeface="Calibri"/>
              </a:rPr>
              <a:t>xứng</a:t>
            </a:r>
            <a:r>
              <a:rPr sz="2800" b="1" spc="-25" dirty="0">
                <a:latin typeface="Calibri"/>
                <a:cs typeface="Calibri"/>
              </a:rPr>
              <a:t> </a:t>
            </a:r>
            <a:r>
              <a:rPr sz="2800" dirty="0">
                <a:latin typeface="Calibri"/>
                <a:cs typeface="Calibri"/>
              </a:rPr>
              <a:t>:</a:t>
            </a:r>
            <a:r>
              <a:rPr sz="2800" spc="-30" dirty="0">
                <a:latin typeface="Calibri"/>
                <a:cs typeface="Calibri"/>
              </a:rPr>
              <a:t> </a:t>
            </a:r>
            <a:r>
              <a:rPr sz="2800" spc="-65" dirty="0">
                <a:latin typeface="Calibri"/>
                <a:cs typeface="Calibri"/>
              </a:rPr>
              <a:t>Ta</a:t>
            </a:r>
            <a:r>
              <a:rPr sz="2800" spc="-30" dirty="0">
                <a:latin typeface="Calibri"/>
                <a:cs typeface="Calibri"/>
              </a:rPr>
              <a:t> </a:t>
            </a:r>
            <a:r>
              <a:rPr sz="2800" dirty="0">
                <a:latin typeface="Calibri"/>
                <a:cs typeface="Calibri"/>
              </a:rPr>
              <a:t>có</a:t>
            </a:r>
            <a:r>
              <a:rPr sz="2800" spc="-35" dirty="0">
                <a:latin typeface="Calibri"/>
                <a:cs typeface="Calibri"/>
              </a:rPr>
              <a:t> </a:t>
            </a:r>
            <a:r>
              <a:rPr sz="2800" spc="-20" dirty="0">
                <a:latin typeface="Calibri"/>
                <a:cs typeface="Calibri"/>
              </a:rPr>
              <a:t>x-</a:t>
            </a:r>
            <a:r>
              <a:rPr sz="2800" dirty="0">
                <a:latin typeface="Calibri"/>
                <a:cs typeface="Calibri"/>
              </a:rPr>
              <a:t>y</a:t>
            </a:r>
            <a:r>
              <a:rPr sz="2800" spc="-10" dirty="0">
                <a:latin typeface="Calibri"/>
                <a:cs typeface="Calibri"/>
              </a:rPr>
              <a:t> </a:t>
            </a:r>
            <a:r>
              <a:rPr sz="2800" dirty="0">
                <a:latin typeface="Calibri"/>
                <a:cs typeface="Calibri"/>
              </a:rPr>
              <a:t>chia</a:t>
            </a:r>
            <a:r>
              <a:rPr sz="2800" spc="-35" dirty="0">
                <a:latin typeface="Calibri"/>
                <a:cs typeface="Calibri"/>
              </a:rPr>
              <a:t> </a:t>
            </a:r>
            <a:r>
              <a:rPr sz="2800" dirty="0">
                <a:latin typeface="Calibri"/>
                <a:cs typeface="Calibri"/>
              </a:rPr>
              <a:t>hết</a:t>
            </a:r>
            <a:r>
              <a:rPr sz="2800" spc="-15" dirty="0">
                <a:latin typeface="Calibri"/>
                <a:cs typeface="Calibri"/>
              </a:rPr>
              <a:t> </a:t>
            </a:r>
            <a:r>
              <a:rPr sz="2800" dirty="0">
                <a:latin typeface="Calibri"/>
                <a:cs typeface="Calibri"/>
              </a:rPr>
              <a:t>cho</a:t>
            </a:r>
            <a:r>
              <a:rPr sz="2800" spc="-20" dirty="0">
                <a:latin typeface="Calibri"/>
                <a:cs typeface="Calibri"/>
              </a:rPr>
              <a:t> </a:t>
            </a:r>
            <a:r>
              <a:rPr sz="2800" dirty="0">
                <a:latin typeface="Calibri"/>
                <a:cs typeface="Calibri"/>
              </a:rPr>
              <a:t>3</a:t>
            </a:r>
            <a:r>
              <a:rPr sz="2800" spc="-15" dirty="0">
                <a:latin typeface="Calibri"/>
                <a:cs typeface="Calibri"/>
              </a:rPr>
              <a:t> </a:t>
            </a:r>
            <a:r>
              <a:rPr sz="2800" dirty="0">
                <a:latin typeface="Calibri"/>
                <a:cs typeface="Calibri"/>
              </a:rPr>
              <a:t>thì</a:t>
            </a:r>
            <a:r>
              <a:rPr sz="2800" spc="-30" dirty="0">
                <a:latin typeface="Calibri"/>
                <a:cs typeface="Calibri"/>
              </a:rPr>
              <a:t> </a:t>
            </a:r>
            <a:r>
              <a:rPr sz="2800" spc="-10" dirty="0">
                <a:latin typeface="Calibri"/>
                <a:cs typeface="Calibri"/>
              </a:rPr>
              <a:t>y-</a:t>
            </a:r>
            <a:r>
              <a:rPr sz="2800" dirty="0">
                <a:latin typeface="Calibri"/>
                <a:cs typeface="Calibri"/>
              </a:rPr>
              <a:t>x</a:t>
            </a:r>
            <a:r>
              <a:rPr sz="2800" spc="-15" dirty="0">
                <a:latin typeface="Calibri"/>
                <a:cs typeface="Calibri"/>
              </a:rPr>
              <a:t> </a:t>
            </a:r>
            <a:r>
              <a:rPr sz="2800" dirty="0">
                <a:latin typeface="Calibri"/>
                <a:cs typeface="Calibri"/>
              </a:rPr>
              <a:t>cũng</a:t>
            </a:r>
            <a:r>
              <a:rPr sz="2800" spc="-25" dirty="0">
                <a:latin typeface="Calibri"/>
                <a:cs typeface="Calibri"/>
              </a:rPr>
              <a:t> </a:t>
            </a:r>
            <a:r>
              <a:rPr sz="2800" dirty="0">
                <a:latin typeface="Calibri"/>
                <a:cs typeface="Calibri"/>
              </a:rPr>
              <a:t>chi</a:t>
            </a:r>
            <a:r>
              <a:rPr sz="2800" spc="-10" dirty="0">
                <a:latin typeface="Calibri"/>
                <a:cs typeface="Calibri"/>
              </a:rPr>
              <a:t> </a:t>
            </a:r>
            <a:r>
              <a:rPr sz="2800" spc="-25" dirty="0">
                <a:latin typeface="Calibri"/>
                <a:cs typeface="Calibri"/>
              </a:rPr>
              <a:t>hết </a:t>
            </a:r>
            <a:r>
              <a:rPr sz="2800" dirty="0">
                <a:latin typeface="Calibri"/>
                <a:cs typeface="Calibri"/>
              </a:rPr>
              <a:t>cho</a:t>
            </a:r>
            <a:r>
              <a:rPr sz="2800" spc="-30" dirty="0">
                <a:latin typeface="Calibri"/>
                <a:cs typeface="Calibri"/>
              </a:rPr>
              <a:t> </a:t>
            </a:r>
            <a:r>
              <a:rPr sz="2800" dirty="0">
                <a:latin typeface="Calibri"/>
                <a:cs typeface="Calibri"/>
              </a:rPr>
              <a:t>3.</a:t>
            </a:r>
            <a:r>
              <a:rPr sz="2800" spc="-30" dirty="0">
                <a:latin typeface="Calibri"/>
                <a:cs typeface="Calibri"/>
              </a:rPr>
              <a:t> </a:t>
            </a:r>
            <a:r>
              <a:rPr sz="2800" spc="-40" dirty="0">
                <a:latin typeface="Calibri"/>
                <a:cs typeface="Calibri"/>
              </a:rPr>
              <a:t>Vậy</a:t>
            </a:r>
            <a:r>
              <a:rPr sz="2800" spc="-45" dirty="0">
                <a:latin typeface="Calibri"/>
                <a:cs typeface="Calibri"/>
              </a:rPr>
              <a:t> </a:t>
            </a:r>
            <a:r>
              <a:rPr sz="2800" dirty="0">
                <a:latin typeface="Calibri"/>
                <a:cs typeface="Calibri"/>
              </a:rPr>
              <a:t>R</a:t>
            </a:r>
            <a:r>
              <a:rPr sz="2800" spc="-40" dirty="0">
                <a:latin typeface="Calibri"/>
                <a:cs typeface="Calibri"/>
              </a:rPr>
              <a:t> </a:t>
            </a:r>
            <a:r>
              <a:rPr sz="2800" dirty="0">
                <a:latin typeface="Calibri"/>
                <a:cs typeface="Calibri"/>
              </a:rPr>
              <a:t>là</a:t>
            </a:r>
            <a:r>
              <a:rPr sz="2800" spc="-40" dirty="0">
                <a:latin typeface="Calibri"/>
                <a:cs typeface="Calibri"/>
              </a:rPr>
              <a:t> </a:t>
            </a:r>
            <a:r>
              <a:rPr sz="2800" dirty="0">
                <a:latin typeface="Calibri"/>
                <a:cs typeface="Calibri"/>
              </a:rPr>
              <a:t>đối</a:t>
            </a:r>
            <a:r>
              <a:rPr sz="2800" spc="-40" dirty="0">
                <a:latin typeface="Calibri"/>
                <a:cs typeface="Calibri"/>
              </a:rPr>
              <a:t> </a:t>
            </a:r>
            <a:r>
              <a:rPr sz="2800" spc="-20" dirty="0">
                <a:latin typeface="Calibri"/>
                <a:cs typeface="Calibri"/>
              </a:rPr>
              <a:t>xứng.</a:t>
            </a:r>
            <a:endParaRPr sz="2800">
              <a:latin typeface="Calibri"/>
              <a:cs typeface="Calibri"/>
            </a:endParaRPr>
          </a:p>
          <a:p>
            <a:pPr marL="12700" marR="8890" indent="339090" algn="just">
              <a:lnSpc>
                <a:spcPts val="3020"/>
              </a:lnSpc>
              <a:spcBef>
                <a:spcPts val="670"/>
              </a:spcBef>
              <a:buFont typeface="Calibri"/>
              <a:buAutoNum type="alphaLcParenR"/>
              <a:tabLst>
                <a:tab pos="351790" algn="l"/>
              </a:tabLst>
            </a:pPr>
            <a:r>
              <a:rPr sz="2800" b="1" dirty="0">
                <a:latin typeface="Calibri"/>
                <a:cs typeface="Calibri"/>
              </a:rPr>
              <a:t>Bắc</a:t>
            </a:r>
            <a:r>
              <a:rPr sz="2800" b="1" spc="-10" dirty="0">
                <a:latin typeface="Calibri"/>
                <a:cs typeface="Calibri"/>
              </a:rPr>
              <a:t> </a:t>
            </a:r>
            <a:r>
              <a:rPr sz="2800" b="1" dirty="0">
                <a:latin typeface="Calibri"/>
                <a:cs typeface="Calibri"/>
              </a:rPr>
              <a:t>cầu</a:t>
            </a:r>
            <a:r>
              <a:rPr sz="2800" b="1" spc="-30"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Nếu</a:t>
            </a:r>
            <a:r>
              <a:rPr sz="2800" spc="-30" dirty="0">
                <a:latin typeface="Calibri"/>
                <a:cs typeface="Calibri"/>
              </a:rPr>
              <a:t> </a:t>
            </a:r>
            <a:r>
              <a:rPr sz="2800" dirty="0">
                <a:latin typeface="Calibri"/>
                <a:cs typeface="Calibri"/>
              </a:rPr>
              <a:t>x</a:t>
            </a:r>
            <a:r>
              <a:rPr sz="2800" spc="-5" dirty="0">
                <a:latin typeface="Calibri"/>
                <a:cs typeface="Calibri"/>
              </a:rPr>
              <a:t> </a:t>
            </a:r>
            <a:r>
              <a:rPr sz="2800" dirty="0">
                <a:latin typeface="Calibri"/>
                <a:cs typeface="Calibri"/>
              </a:rPr>
              <a:t>–</a:t>
            </a:r>
            <a:r>
              <a:rPr sz="2800" spc="-30" dirty="0">
                <a:latin typeface="Calibri"/>
                <a:cs typeface="Calibri"/>
              </a:rPr>
              <a:t> </a:t>
            </a:r>
            <a:r>
              <a:rPr sz="2800" dirty="0">
                <a:latin typeface="Calibri"/>
                <a:cs typeface="Calibri"/>
              </a:rPr>
              <a:t>y</a:t>
            </a:r>
            <a:r>
              <a:rPr sz="2800" spc="-25" dirty="0">
                <a:latin typeface="Calibri"/>
                <a:cs typeface="Calibri"/>
              </a:rPr>
              <a:t> </a:t>
            </a:r>
            <a:r>
              <a:rPr sz="2800" dirty="0">
                <a:latin typeface="Calibri"/>
                <a:cs typeface="Calibri"/>
              </a:rPr>
              <a:t>chia</a:t>
            </a:r>
            <a:r>
              <a:rPr sz="2800" spc="-30" dirty="0">
                <a:latin typeface="Calibri"/>
                <a:cs typeface="Calibri"/>
              </a:rPr>
              <a:t> </a:t>
            </a:r>
            <a:r>
              <a:rPr sz="2800" dirty="0">
                <a:latin typeface="Calibri"/>
                <a:cs typeface="Calibri"/>
              </a:rPr>
              <a:t>hết</a:t>
            </a:r>
            <a:r>
              <a:rPr sz="2800" spc="-20" dirty="0">
                <a:latin typeface="Calibri"/>
                <a:cs typeface="Calibri"/>
              </a:rPr>
              <a:t> </a:t>
            </a:r>
            <a:r>
              <a:rPr sz="2800" dirty="0">
                <a:latin typeface="Calibri"/>
                <a:cs typeface="Calibri"/>
              </a:rPr>
              <a:t>cho</a:t>
            </a:r>
            <a:r>
              <a:rPr sz="2800" spc="-20" dirty="0">
                <a:latin typeface="Calibri"/>
                <a:cs typeface="Calibri"/>
              </a:rPr>
              <a:t> </a:t>
            </a:r>
            <a:r>
              <a:rPr sz="2800" dirty="0">
                <a:latin typeface="Calibri"/>
                <a:cs typeface="Calibri"/>
              </a:rPr>
              <a:t>3</a:t>
            </a:r>
            <a:r>
              <a:rPr sz="2800" spc="-20" dirty="0">
                <a:latin typeface="Calibri"/>
                <a:cs typeface="Calibri"/>
              </a:rPr>
              <a:t> </a:t>
            </a:r>
            <a:r>
              <a:rPr sz="2800" dirty="0">
                <a:latin typeface="Calibri"/>
                <a:cs typeface="Calibri"/>
              </a:rPr>
              <a:t>và</a:t>
            </a:r>
            <a:r>
              <a:rPr sz="2800" spc="-35" dirty="0">
                <a:latin typeface="Calibri"/>
                <a:cs typeface="Calibri"/>
              </a:rPr>
              <a:t> </a:t>
            </a:r>
            <a:r>
              <a:rPr sz="2800" dirty="0">
                <a:latin typeface="Calibri"/>
                <a:cs typeface="Calibri"/>
              </a:rPr>
              <a:t>y</a:t>
            </a:r>
            <a:r>
              <a:rPr sz="2800" spc="-20" dirty="0">
                <a:latin typeface="Calibri"/>
                <a:cs typeface="Calibri"/>
              </a:rPr>
              <a:t> </a:t>
            </a:r>
            <a:r>
              <a:rPr sz="2800" dirty="0">
                <a:latin typeface="Calibri"/>
                <a:cs typeface="Calibri"/>
              </a:rPr>
              <a:t>–</a:t>
            </a:r>
            <a:r>
              <a:rPr sz="2800" spc="-20" dirty="0">
                <a:latin typeface="Calibri"/>
                <a:cs typeface="Calibri"/>
              </a:rPr>
              <a:t> </a:t>
            </a:r>
            <a:r>
              <a:rPr sz="2800" dirty="0">
                <a:latin typeface="Calibri"/>
                <a:cs typeface="Calibri"/>
              </a:rPr>
              <a:t>z</a:t>
            </a:r>
            <a:r>
              <a:rPr sz="2800" spc="-30" dirty="0">
                <a:latin typeface="Calibri"/>
                <a:cs typeface="Calibri"/>
              </a:rPr>
              <a:t> </a:t>
            </a:r>
            <a:r>
              <a:rPr sz="2800" dirty="0">
                <a:latin typeface="Calibri"/>
                <a:cs typeface="Calibri"/>
              </a:rPr>
              <a:t>chia</a:t>
            </a:r>
            <a:r>
              <a:rPr sz="2800" spc="-15" dirty="0">
                <a:latin typeface="Calibri"/>
                <a:cs typeface="Calibri"/>
              </a:rPr>
              <a:t> </a:t>
            </a:r>
            <a:r>
              <a:rPr sz="2800" dirty="0">
                <a:latin typeface="Calibri"/>
                <a:cs typeface="Calibri"/>
              </a:rPr>
              <a:t>hết</a:t>
            </a:r>
            <a:r>
              <a:rPr sz="2800" spc="-35" dirty="0">
                <a:latin typeface="Calibri"/>
                <a:cs typeface="Calibri"/>
              </a:rPr>
              <a:t> </a:t>
            </a:r>
            <a:r>
              <a:rPr sz="2800" spc="-25" dirty="0">
                <a:latin typeface="Calibri"/>
                <a:cs typeface="Calibri"/>
              </a:rPr>
              <a:t>cho </a:t>
            </a:r>
            <a:r>
              <a:rPr sz="2800" dirty="0">
                <a:latin typeface="Calibri"/>
                <a:cs typeface="Calibri"/>
              </a:rPr>
              <a:t>3</a:t>
            </a:r>
            <a:r>
              <a:rPr sz="2800" spc="-15" dirty="0">
                <a:latin typeface="Calibri"/>
                <a:cs typeface="Calibri"/>
              </a:rPr>
              <a:t> </a:t>
            </a:r>
            <a:r>
              <a:rPr sz="2800" dirty="0">
                <a:latin typeface="Calibri"/>
                <a:cs typeface="Calibri"/>
              </a:rPr>
              <a:t>thì</a:t>
            </a:r>
            <a:r>
              <a:rPr sz="2800" spc="-25" dirty="0">
                <a:latin typeface="Calibri"/>
                <a:cs typeface="Calibri"/>
              </a:rPr>
              <a:t> </a:t>
            </a:r>
            <a:r>
              <a:rPr sz="2800" dirty="0">
                <a:latin typeface="Calibri"/>
                <a:cs typeface="Calibri"/>
              </a:rPr>
              <a:t>x</a:t>
            </a:r>
            <a:r>
              <a:rPr sz="2800" spc="-15"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z</a:t>
            </a:r>
            <a:r>
              <a:rPr sz="2800" spc="-25"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x</a:t>
            </a:r>
            <a:r>
              <a:rPr sz="2800" spc="-15"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y</a:t>
            </a:r>
            <a:r>
              <a:rPr sz="2800" spc="-25" dirty="0">
                <a:latin typeface="Calibri"/>
                <a:cs typeface="Calibri"/>
              </a:rPr>
              <a:t> </a:t>
            </a:r>
            <a:r>
              <a:rPr sz="2800" dirty="0">
                <a:latin typeface="Calibri"/>
                <a:cs typeface="Calibri"/>
              </a:rPr>
              <a:t>+</a:t>
            </a:r>
            <a:r>
              <a:rPr sz="2800" spc="-20" dirty="0">
                <a:latin typeface="Calibri"/>
                <a:cs typeface="Calibri"/>
              </a:rPr>
              <a:t> </a:t>
            </a:r>
            <a:r>
              <a:rPr sz="2800" dirty="0">
                <a:latin typeface="Calibri"/>
                <a:cs typeface="Calibri"/>
              </a:rPr>
              <a:t>y</a:t>
            </a:r>
            <a:r>
              <a:rPr sz="2800" spc="-30"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z</a:t>
            </a:r>
            <a:r>
              <a:rPr sz="2800" spc="-30" dirty="0">
                <a:latin typeface="Calibri"/>
                <a:cs typeface="Calibri"/>
              </a:rPr>
              <a:t> </a:t>
            </a:r>
            <a:r>
              <a:rPr sz="2800" dirty="0">
                <a:latin typeface="Calibri"/>
                <a:cs typeface="Calibri"/>
              </a:rPr>
              <a:t>cũng</a:t>
            </a:r>
            <a:r>
              <a:rPr sz="2800" spc="-15" dirty="0">
                <a:latin typeface="Calibri"/>
                <a:cs typeface="Calibri"/>
              </a:rPr>
              <a:t> </a:t>
            </a:r>
            <a:r>
              <a:rPr sz="2800" dirty="0">
                <a:latin typeface="Calibri"/>
                <a:cs typeface="Calibri"/>
              </a:rPr>
              <a:t>chia</a:t>
            </a:r>
            <a:r>
              <a:rPr sz="2800" spc="-15" dirty="0">
                <a:latin typeface="Calibri"/>
                <a:cs typeface="Calibri"/>
              </a:rPr>
              <a:t> </a:t>
            </a:r>
            <a:r>
              <a:rPr sz="2800" dirty="0">
                <a:latin typeface="Calibri"/>
                <a:cs typeface="Calibri"/>
              </a:rPr>
              <a:t>hết</a:t>
            </a:r>
            <a:r>
              <a:rPr sz="2800" spc="-25" dirty="0">
                <a:latin typeface="Calibri"/>
                <a:cs typeface="Calibri"/>
              </a:rPr>
              <a:t> </a:t>
            </a:r>
            <a:r>
              <a:rPr sz="2800" dirty="0">
                <a:latin typeface="Calibri"/>
                <a:cs typeface="Calibri"/>
              </a:rPr>
              <a:t>cho</a:t>
            </a:r>
            <a:r>
              <a:rPr sz="2800" spc="-20" dirty="0">
                <a:latin typeface="Calibri"/>
                <a:cs typeface="Calibri"/>
              </a:rPr>
              <a:t> </a:t>
            </a:r>
            <a:r>
              <a:rPr sz="2800" dirty="0">
                <a:latin typeface="Calibri"/>
                <a:cs typeface="Calibri"/>
              </a:rPr>
              <a:t>3.</a:t>
            </a:r>
            <a:r>
              <a:rPr sz="2800" spc="-10" dirty="0">
                <a:latin typeface="Calibri"/>
                <a:cs typeface="Calibri"/>
              </a:rPr>
              <a:t> </a:t>
            </a:r>
            <a:r>
              <a:rPr sz="2800" spc="-40" dirty="0">
                <a:latin typeface="Calibri"/>
                <a:cs typeface="Calibri"/>
              </a:rPr>
              <a:t>Vậy</a:t>
            </a:r>
            <a:r>
              <a:rPr sz="2800" spc="-30" dirty="0">
                <a:latin typeface="Calibri"/>
                <a:cs typeface="Calibri"/>
              </a:rPr>
              <a:t> </a:t>
            </a:r>
            <a:r>
              <a:rPr sz="2800" dirty="0">
                <a:latin typeface="Calibri"/>
                <a:cs typeface="Calibri"/>
              </a:rPr>
              <a:t>R</a:t>
            </a:r>
            <a:r>
              <a:rPr sz="2800" spc="-25" dirty="0">
                <a:latin typeface="Calibri"/>
                <a:cs typeface="Calibri"/>
              </a:rPr>
              <a:t> </a:t>
            </a:r>
            <a:r>
              <a:rPr sz="2800" dirty="0">
                <a:latin typeface="Calibri"/>
                <a:cs typeface="Calibri"/>
              </a:rPr>
              <a:t>là</a:t>
            </a:r>
            <a:r>
              <a:rPr sz="2800" spc="-25" dirty="0">
                <a:latin typeface="Calibri"/>
                <a:cs typeface="Calibri"/>
              </a:rPr>
              <a:t> bắc </a:t>
            </a:r>
            <a:r>
              <a:rPr sz="2800" spc="-20" dirty="0">
                <a:latin typeface="Calibri"/>
                <a:cs typeface="Calibri"/>
              </a:rPr>
              <a:t>cầu.</a:t>
            </a:r>
            <a:endParaRPr sz="2800">
              <a:latin typeface="Calibri"/>
              <a:cs typeface="Calibri"/>
            </a:endParaRPr>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291439"/>
            <a:ext cx="8028305" cy="2854325"/>
          </a:xfrm>
          <a:prstGeom prst="rect">
            <a:avLst/>
          </a:prstGeom>
        </p:spPr>
        <p:txBody>
          <a:bodyPr vert="horz" wrap="square" lIns="0" tIns="109855" rIns="0" bIns="0" rtlCol="0">
            <a:spAutoFit/>
          </a:bodyPr>
          <a:lstStyle/>
          <a:p>
            <a:pPr marL="12700">
              <a:lnSpc>
                <a:spcPct val="100000"/>
              </a:lnSpc>
              <a:spcBef>
                <a:spcPts val="865"/>
              </a:spcBef>
            </a:pPr>
            <a:r>
              <a:rPr sz="3200" b="1" dirty="0">
                <a:latin typeface="Calibri"/>
                <a:cs typeface="Calibri"/>
              </a:rPr>
              <a:t>Ví</a:t>
            </a:r>
            <a:r>
              <a:rPr sz="3200" b="1" spc="-10" dirty="0">
                <a:latin typeface="Calibri"/>
                <a:cs typeface="Calibri"/>
              </a:rPr>
              <a:t> </a:t>
            </a:r>
            <a:r>
              <a:rPr sz="3200" b="1" dirty="0">
                <a:latin typeface="Calibri"/>
                <a:cs typeface="Calibri"/>
              </a:rPr>
              <a:t>dụ</a:t>
            </a:r>
            <a:r>
              <a:rPr sz="3200" b="1" spc="-15" dirty="0">
                <a:latin typeface="Calibri"/>
                <a:cs typeface="Calibri"/>
              </a:rPr>
              <a:t> </a:t>
            </a:r>
            <a:r>
              <a:rPr sz="3200" b="1" spc="-25" dirty="0">
                <a:latin typeface="Calibri"/>
                <a:cs typeface="Calibri"/>
              </a:rPr>
              <a:t>4</a:t>
            </a:r>
            <a:r>
              <a:rPr sz="3200" spc="-25" dirty="0">
                <a:latin typeface="Calibri"/>
                <a:cs typeface="Calibri"/>
              </a:rPr>
              <a:t>:</a:t>
            </a:r>
            <a:endParaRPr sz="3200">
              <a:latin typeface="Calibri"/>
              <a:cs typeface="Calibri"/>
            </a:endParaRPr>
          </a:p>
          <a:p>
            <a:pPr marL="12700">
              <a:lnSpc>
                <a:spcPct val="100000"/>
              </a:lnSpc>
              <a:spcBef>
                <a:spcPts val="770"/>
              </a:spcBef>
              <a:tabLst>
                <a:tab pos="6022975" algn="l"/>
              </a:tabLst>
            </a:pPr>
            <a:r>
              <a:rPr sz="3200" dirty="0">
                <a:latin typeface="Calibri"/>
                <a:cs typeface="Calibri"/>
              </a:rPr>
              <a:t>Cho</a:t>
            </a:r>
            <a:r>
              <a:rPr sz="3200" spc="-35" dirty="0">
                <a:latin typeface="Calibri"/>
                <a:cs typeface="Calibri"/>
              </a:rPr>
              <a:t> </a:t>
            </a:r>
            <a:r>
              <a:rPr sz="3200" dirty="0">
                <a:latin typeface="Calibri"/>
                <a:cs typeface="Calibri"/>
              </a:rPr>
              <a:t>X</a:t>
            </a:r>
            <a:r>
              <a:rPr sz="3200" spc="-20"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{1,</a:t>
            </a:r>
            <a:r>
              <a:rPr sz="3200" spc="-15" dirty="0">
                <a:latin typeface="Calibri"/>
                <a:cs typeface="Calibri"/>
              </a:rPr>
              <a:t> </a:t>
            </a:r>
            <a:r>
              <a:rPr sz="3200" dirty="0">
                <a:latin typeface="Calibri"/>
                <a:cs typeface="Calibri"/>
              </a:rPr>
              <a:t>2,</a:t>
            </a:r>
            <a:r>
              <a:rPr sz="3200" spc="-25" dirty="0">
                <a:latin typeface="Calibri"/>
                <a:cs typeface="Calibri"/>
              </a:rPr>
              <a:t> </a:t>
            </a:r>
            <a:r>
              <a:rPr sz="3200" dirty="0">
                <a:latin typeface="Calibri"/>
                <a:cs typeface="Calibri"/>
              </a:rPr>
              <a:t>3,</a:t>
            </a:r>
            <a:r>
              <a:rPr sz="3200" spc="-25" dirty="0">
                <a:latin typeface="Calibri"/>
                <a:cs typeface="Calibri"/>
              </a:rPr>
              <a:t> </a:t>
            </a:r>
            <a:r>
              <a:rPr sz="3200" dirty="0">
                <a:latin typeface="Calibri"/>
                <a:cs typeface="Calibri"/>
              </a:rPr>
              <a:t>4,</a:t>
            </a:r>
            <a:r>
              <a:rPr sz="3200" spc="-25" dirty="0">
                <a:latin typeface="Calibri"/>
                <a:cs typeface="Calibri"/>
              </a:rPr>
              <a:t> </a:t>
            </a:r>
            <a:r>
              <a:rPr sz="3200" dirty="0">
                <a:latin typeface="Calibri"/>
                <a:cs typeface="Calibri"/>
              </a:rPr>
              <a:t>5}</a:t>
            </a:r>
            <a:r>
              <a:rPr sz="3200" spc="-10" dirty="0">
                <a:latin typeface="Calibri"/>
                <a:cs typeface="Calibri"/>
              </a:rPr>
              <a:t> </a:t>
            </a:r>
            <a:r>
              <a:rPr sz="3200" dirty="0">
                <a:latin typeface="Calibri"/>
                <a:cs typeface="Calibri"/>
              </a:rPr>
              <a:t>x</a:t>
            </a:r>
            <a:r>
              <a:rPr sz="3200" spc="-15" dirty="0">
                <a:latin typeface="Calibri"/>
                <a:cs typeface="Calibri"/>
              </a:rPr>
              <a:t> </a:t>
            </a:r>
            <a:r>
              <a:rPr sz="3200" dirty="0">
                <a:latin typeface="Calibri"/>
                <a:cs typeface="Calibri"/>
              </a:rPr>
              <a:t>{1,</a:t>
            </a:r>
            <a:r>
              <a:rPr sz="3200" spc="-15" dirty="0">
                <a:latin typeface="Calibri"/>
                <a:cs typeface="Calibri"/>
              </a:rPr>
              <a:t> </a:t>
            </a:r>
            <a:r>
              <a:rPr sz="3200" dirty="0">
                <a:latin typeface="Calibri"/>
                <a:cs typeface="Calibri"/>
              </a:rPr>
              <a:t>2,</a:t>
            </a:r>
            <a:r>
              <a:rPr sz="3200" spc="-30" dirty="0">
                <a:latin typeface="Calibri"/>
                <a:cs typeface="Calibri"/>
              </a:rPr>
              <a:t> </a:t>
            </a:r>
            <a:r>
              <a:rPr sz="3200" dirty="0">
                <a:latin typeface="Calibri"/>
                <a:cs typeface="Calibri"/>
              </a:rPr>
              <a:t>3,</a:t>
            </a:r>
            <a:r>
              <a:rPr sz="3200" spc="-25" dirty="0">
                <a:latin typeface="Calibri"/>
                <a:cs typeface="Calibri"/>
              </a:rPr>
              <a:t> </a:t>
            </a:r>
            <a:r>
              <a:rPr sz="3200" dirty="0">
                <a:latin typeface="Calibri"/>
                <a:cs typeface="Calibri"/>
              </a:rPr>
              <a:t>4,</a:t>
            </a:r>
            <a:r>
              <a:rPr sz="3200" spc="-25" dirty="0">
                <a:latin typeface="Calibri"/>
                <a:cs typeface="Calibri"/>
              </a:rPr>
              <a:t> 5}</a:t>
            </a:r>
            <a:r>
              <a:rPr sz="3200" dirty="0">
                <a:latin typeface="Calibri"/>
                <a:cs typeface="Calibri"/>
              </a:rPr>
              <a:t>	và</a:t>
            </a:r>
            <a:r>
              <a:rPr sz="3200" spc="-40" dirty="0">
                <a:latin typeface="Calibri"/>
                <a:cs typeface="Calibri"/>
              </a:rPr>
              <a:t> </a:t>
            </a:r>
            <a:r>
              <a:rPr sz="3200" dirty="0">
                <a:latin typeface="Calibri"/>
                <a:cs typeface="Calibri"/>
              </a:rPr>
              <a:t>R</a:t>
            </a:r>
            <a:r>
              <a:rPr sz="3200" spc="-40" dirty="0">
                <a:latin typeface="Calibri"/>
                <a:cs typeface="Calibri"/>
              </a:rPr>
              <a:t> </a:t>
            </a:r>
            <a:r>
              <a:rPr sz="3200" dirty="0">
                <a:latin typeface="Calibri"/>
                <a:cs typeface="Calibri"/>
              </a:rPr>
              <a:t>là</a:t>
            </a:r>
            <a:r>
              <a:rPr sz="3200" spc="-35" dirty="0">
                <a:latin typeface="Calibri"/>
                <a:cs typeface="Calibri"/>
              </a:rPr>
              <a:t> </a:t>
            </a:r>
            <a:r>
              <a:rPr sz="3200" spc="-20" dirty="0">
                <a:latin typeface="Calibri"/>
                <a:cs typeface="Calibri"/>
              </a:rPr>
              <a:t>quan</a:t>
            </a:r>
            <a:endParaRPr sz="3200">
              <a:latin typeface="Calibri"/>
              <a:cs typeface="Calibri"/>
            </a:endParaRPr>
          </a:p>
          <a:p>
            <a:pPr marL="12700">
              <a:lnSpc>
                <a:spcPct val="100000"/>
              </a:lnSpc>
            </a:pPr>
            <a:r>
              <a:rPr sz="3200" dirty="0">
                <a:latin typeface="Calibri"/>
                <a:cs typeface="Calibri"/>
              </a:rPr>
              <a:t>hệ</a:t>
            </a:r>
            <a:r>
              <a:rPr sz="3200" spc="-30" dirty="0">
                <a:latin typeface="Calibri"/>
                <a:cs typeface="Calibri"/>
              </a:rPr>
              <a:t> </a:t>
            </a:r>
            <a:r>
              <a:rPr sz="3200" dirty="0">
                <a:latin typeface="Calibri"/>
                <a:cs typeface="Calibri"/>
              </a:rPr>
              <a:t>trên</a:t>
            </a:r>
            <a:r>
              <a:rPr sz="3200" spc="-25" dirty="0">
                <a:latin typeface="Calibri"/>
                <a:cs typeface="Calibri"/>
              </a:rPr>
              <a:t> </a:t>
            </a:r>
            <a:r>
              <a:rPr sz="3200" dirty="0">
                <a:latin typeface="Calibri"/>
                <a:cs typeface="Calibri"/>
              </a:rPr>
              <a:t>X</a:t>
            </a:r>
            <a:r>
              <a:rPr sz="3200" spc="-25" dirty="0">
                <a:latin typeface="Calibri"/>
                <a:cs typeface="Calibri"/>
              </a:rPr>
              <a:t> </a:t>
            </a:r>
            <a:r>
              <a:rPr sz="3200" dirty="0">
                <a:latin typeface="Calibri"/>
                <a:cs typeface="Calibri"/>
              </a:rPr>
              <a:t>sao</a:t>
            </a:r>
            <a:r>
              <a:rPr sz="3200" spc="-20" dirty="0">
                <a:latin typeface="Calibri"/>
                <a:cs typeface="Calibri"/>
              </a:rPr>
              <a:t> </a:t>
            </a:r>
            <a:r>
              <a:rPr sz="3200" spc="-25" dirty="0">
                <a:latin typeface="Calibri"/>
                <a:cs typeface="Calibri"/>
              </a:rPr>
              <a:t>cho</a:t>
            </a:r>
            <a:endParaRPr sz="3200">
              <a:latin typeface="Calibri"/>
              <a:cs typeface="Calibri"/>
            </a:endParaRPr>
          </a:p>
          <a:p>
            <a:pPr marL="12700" marR="1854835" indent="1967230">
              <a:lnSpc>
                <a:spcPct val="119400"/>
              </a:lnSpc>
              <a:spcBef>
                <a:spcPts val="50"/>
              </a:spcBef>
              <a:tabLst>
                <a:tab pos="4248150" algn="l"/>
              </a:tabLst>
            </a:pPr>
            <a:r>
              <a:rPr sz="3200" dirty="0">
                <a:latin typeface="Calibri"/>
                <a:cs typeface="Calibri"/>
              </a:rPr>
              <a:t>(a,</a:t>
            </a:r>
            <a:r>
              <a:rPr sz="3200" spc="-15" dirty="0">
                <a:latin typeface="Calibri"/>
                <a:cs typeface="Calibri"/>
              </a:rPr>
              <a:t> </a:t>
            </a:r>
            <a:r>
              <a:rPr sz="3200" dirty="0">
                <a:latin typeface="Calibri"/>
                <a:cs typeface="Calibri"/>
              </a:rPr>
              <a:t>b) R</a:t>
            </a:r>
            <a:r>
              <a:rPr sz="3200" spc="-15" dirty="0">
                <a:latin typeface="Calibri"/>
                <a:cs typeface="Calibri"/>
              </a:rPr>
              <a:t> </a:t>
            </a:r>
            <a:r>
              <a:rPr sz="3200" dirty="0">
                <a:latin typeface="Calibri"/>
                <a:cs typeface="Calibri"/>
              </a:rPr>
              <a:t>(c,</a:t>
            </a:r>
            <a:r>
              <a:rPr sz="3200" spc="-15" dirty="0">
                <a:latin typeface="Calibri"/>
                <a:cs typeface="Calibri"/>
              </a:rPr>
              <a:t> </a:t>
            </a:r>
            <a:r>
              <a:rPr sz="3200" spc="-25" dirty="0">
                <a:latin typeface="Calibri"/>
                <a:cs typeface="Calibri"/>
              </a:rPr>
              <a:t>d)</a:t>
            </a:r>
            <a:r>
              <a:rPr sz="3200" dirty="0">
                <a:latin typeface="Calibri"/>
                <a:cs typeface="Calibri"/>
              </a:rPr>
              <a:t>	</a:t>
            </a:r>
            <a:r>
              <a:rPr sz="3200" dirty="0">
                <a:latin typeface="Symbol"/>
                <a:cs typeface="Symbol"/>
              </a:rPr>
              <a:t></a:t>
            </a:r>
            <a:r>
              <a:rPr sz="3200" spc="-95" dirty="0">
                <a:latin typeface="Times New Roman"/>
                <a:cs typeface="Times New Roman"/>
              </a:rPr>
              <a:t> </a:t>
            </a:r>
            <a:r>
              <a:rPr sz="3200" spc="-10" dirty="0">
                <a:latin typeface="Calibri"/>
                <a:cs typeface="Calibri"/>
              </a:rPr>
              <a:t>a+b=c+d </a:t>
            </a:r>
            <a:r>
              <a:rPr sz="3200" dirty="0">
                <a:latin typeface="Calibri"/>
                <a:cs typeface="Calibri"/>
              </a:rPr>
              <a:t>R</a:t>
            </a:r>
            <a:r>
              <a:rPr sz="3200" spc="-35" dirty="0">
                <a:latin typeface="Calibri"/>
                <a:cs typeface="Calibri"/>
              </a:rPr>
              <a:t> </a:t>
            </a:r>
            <a:r>
              <a:rPr sz="3200" dirty="0">
                <a:latin typeface="Calibri"/>
                <a:cs typeface="Calibri"/>
              </a:rPr>
              <a:t>là</a:t>
            </a:r>
            <a:r>
              <a:rPr sz="3200" spc="-30" dirty="0">
                <a:latin typeface="Calibri"/>
                <a:cs typeface="Calibri"/>
              </a:rPr>
              <a:t> </a:t>
            </a:r>
            <a:r>
              <a:rPr sz="3200" dirty="0">
                <a:latin typeface="Calibri"/>
                <a:cs typeface="Calibri"/>
              </a:rPr>
              <a:t>quan</a:t>
            </a:r>
            <a:r>
              <a:rPr sz="3200" spc="-10" dirty="0">
                <a:latin typeface="Calibri"/>
                <a:cs typeface="Calibri"/>
              </a:rPr>
              <a:t> </a:t>
            </a:r>
            <a:r>
              <a:rPr sz="3200" dirty="0">
                <a:latin typeface="Calibri"/>
                <a:cs typeface="Calibri"/>
              </a:rPr>
              <a:t>hệ</a:t>
            </a:r>
            <a:r>
              <a:rPr sz="3200" spc="-30" dirty="0">
                <a:latin typeface="Calibri"/>
                <a:cs typeface="Calibri"/>
              </a:rPr>
              <a:t> </a:t>
            </a:r>
            <a:r>
              <a:rPr sz="3200" dirty="0">
                <a:latin typeface="Calibri"/>
                <a:cs typeface="Calibri"/>
              </a:rPr>
              <a:t>tương</a:t>
            </a:r>
            <a:r>
              <a:rPr sz="3200" spc="-35" dirty="0">
                <a:latin typeface="Calibri"/>
                <a:cs typeface="Calibri"/>
              </a:rPr>
              <a:t> </a:t>
            </a:r>
            <a:r>
              <a:rPr sz="3200" dirty="0">
                <a:latin typeface="Calibri"/>
                <a:cs typeface="Calibri"/>
              </a:rPr>
              <a:t>đương</a:t>
            </a:r>
            <a:r>
              <a:rPr sz="3200" spc="-30" dirty="0">
                <a:latin typeface="Calibri"/>
                <a:cs typeface="Calibri"/>
              </a:rPr>
              <a:t> </a:t>
            </a:r>
            <a:r>
              <a:rPr sz="3200" spc="-50" dirty="0">
                <a:latin typeface="Calibri"/>
                <a:cs typeface="Calibri"/>
              </a:rPr>
              <a:t>?</a:t>
            </a:r>
            <a:endParaRPr sz="3200">
              <a:latin typeface="Calibri"/>
              <a:cs typeface="Calibri"/>
            </a:endParaRPr>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307594"/>
            <a:ext cx="7985759" cy="5970270"/>
          </a:xfrm>
          <a:prstGeom prst="rect">
            <a:avLst/>
          </a:prstGeom>
        </p:spPr>
        <p:txBody>
          <a:bodyPr vert="horz" wrap="square" lIns="0" tIns="12700" rIns="0" bIns="0" rtlCol="0">
            <a:spAutoFit/>
          </a:bodyPr>
          <a:lstStyle/>
          <a:p>
            <a:pPr marL="12700">
              <a:lnSpc>
                <a:spcPct val="100000"/>
              </a:lnSpc>
              <a:spcBef>
                <a:spcPts val="100"/>
              </a:spcBef>
            </a:pPr>
            <a:r>
              <a:rPr sz="3000" b="1" dirty="0">
                <a:latin typeface="Calibri"/>
                <a:cs typeface="Calibri"/>
              </a:rPr>
              <a:t>Ví</a:t>
            </a:r>
            <a:r>
              <a:rPr sz="3000" b="1" spc="-35" dirty="0">
                <a:latin typeface="Calibri"/>
                <a:cs typeface="Calibri"/>
              </a:rPr>
              <a:t> </a:t>
            </a:r>
            <a:r>
              <a:rPr sz="3000" b="1" dirty="0">
                <a:latin typeface="Calibri"/>
                <a:cs typeface="Calibri"/>
              </a:rPr>
              <a:t>dụ</a:t>
            </a:r>
            <a:r>
              <a:rPr sz="3000" b="1" spc="-35" dirty="0">
                <a:latin typeface="Calibri"/>
                <a:cs typeface="Calibri"/>
              </a:rPr>
              <a:t> </a:t>
            </a:r>
            <a:r>
              <a:rPr sz="3000" b="1" dirty="0">
                <a:latin typeface="Calibri"/>
                <a:cs typeface="Calibri"/>
              </a:rPr>
              <a:t>4</a:t>
            </a:r>
            <a:r>
              <a:rPr sz="3000" b="1" spc="-30" dirty="0">
                <a:latin typeface="Calibri"/>
                <a:cs typeface="Calibri"/>
              </a:rPr>
              <a:t> </a:t>
            </a:r>
            <a:r>
              <a:rPr sz="3000" b="1" dirty="0">
                <a:latin typeface="Calibri"/>
                <a:cs typeface="Calibri"/>
              </a:rPr>
              <a:t>(tiếp</a:t>
            </a:r>
            <a:r>
              <a:rPr sz="3000" b="1" spc="-35" dirty="0">
                <a:latin typeface="Calibri"/>
                <a:cs typeface="Calibri"/>
              </a:rPr>
              <a:t> </a:t>
            </a:r>
            <a:r>
              <a:rPr sz="3000" b="1" spc="-10" dirty="0">
                <a:latin typeface="Calibri"/>
                <a:cs typeface="Calibri"/>
              </a:rPr>
              <a:t>theo)</a:t>
            </a:r>
            <a:r>
              <a:rPr sz="3000" spc="-10" dirty="0">
                <a:latin typeface="Calibri"/>
                <a:cs typeface="Calibri"/>
              </a:rPr>
              <a:t>:</a:t>
            </a:r>
            <a:endParaRPr sz="3000">
              <a:latin typeface="Calibri"/>
              <a:cs typeface="Calibri"/>
            </a:endParaRPr>
          </a:p>
          <a:p>
            <a:pPr marL="12700" marR="5080">
              <a:lnSpc>
                <a:spcPct val="80000"/>
              </a:lnSpc>
              <a:spcBef>
                <a:spcPts val="720"/>
              </a:spcBef>
              <a:tabLst>
                <a:tab pos="5634355" algn="l"/>
              </a:tabLst>
            </a:pPr>
            <a:r>
              <a:rPr sz="3000" dirty="0">
                <a:latin typeface="Calibri"/>
                <a:cs typeface="Calibri"/>
              </a:rPr>
              <a:t>Cho</a:t>
            </a:r>
            <a:r>
              <a:rPr sz="3000" spc="-25" dirty="0">
                <a:latin typeface="Calibri"/>
                <a:cs typeface="Calibri"/>
              </a:rPr>
              <a:t> </a:t>
            </a:r>
            <a:r>
              <a:rPr sz="3000" dirty="0">
                <a:latin typeface="Calibri"/>
                <a:cs typeface="Calibri"/>
              </a:rPr>
              <a:t>X</a:t>
            </a:r>
            <a:r>
              <a:rPr sz="3000" spc="-15" dirty="0">
                <a:latin typeface="Calibri"/>
                <a:cs typeface="Calibri"/>
              </a:rPr>
              <a:t> </a:t>
            </a:r>
            <a:r>
              <a:rPr sz="3000" dirty="0">
                <a:latin typeface="Calibri"/>
                <a:cs typeface="Calibri"/>
              </a:rPr>
              <a:t>=</a:t>
            </a:r>
            <a:r>
              <a:rPr sz="3000" spc="-25" dirty="0">
                <a:latin typeface="Calibri"/>
                <a:cs typeface="Calibri"/>
              </a:rPr>
              <a:t> </a:t>
            </a:r>
            <a:r>
              <a:rPr sz="3000" dirty="0">
                <a:latin typeface="Calibri"/>
                <a:cs typeface="Calibri"/>
              </a:rPr>
              <a:t>{1,</a:t>
            </a:r>
            <a:r>
              <a:rPr sz="3000" spc="-15" dirty="0">
                <a:latin typeface="Calibri"/>
                <a:cs typeface="Calibri"/>
              </a:rPr>
              <a:t> </a:t>
            </a:r>
            <a:r>
              <a:rPr sz="3000" dirty="0">
                <a:latin typeface="Calibri"/>
                <a:cs typeface="Calibri"/>
              </a:rPr>
              <a:t>2,</a:t>
            </a:r>
            <a:r>
              <a:rPr sz="3000" spc="-20" dirty="0">
                <a:latin typeface="Calibri"/>
                <a:cs typeface="Calibri"/>
              </a:rPr>
              <a:t> </a:t>
            </a:r>
            <a:r>
              <a:rPr sz="3000" dirty="0">
                <a:latin typeface="Calibri"/>
                <a:cs typeface="Calibri"/>
              </a:rPr>
              <a:t>3,</a:t>
            </a:r>
            <a:r>
              <a:rPr sz="3000" spc="-30" dirty="0">
                <a:latin typeface="Calibri"/>
                <a:cs typeface="Calibri"/>
              </a:rPr>
              <a:t> </a:t>
            </a:r>
            <a:r>
              <a:rPr sz="3000" dirty="0">
                <a:latin typeface="Calibri"/>
                <a:cs typeface="Calibri"/>
              </a:rPr>
              <a:t>4,</a:t>
            </a:r>
            <a:r>
              <a:rPr sz="3000" spc="-20" dirty="0">
                <a:latin typeface="Calibri"/>
                <a:cs typeface="Calibri"/>
              </a:rPr>
              <a:t> </a:t>
            </a:r>
            <a:r>
              <a:rPr sz="3000" dirty="0">
                <a:latin typeface="Calibri"/>
                <a:cs typeface="Calibri"/>
              </a:rPr>
              <a:t>5}</a:t>
            </a:r>
            <a:r>
              <a:rPr sz="3000" spc="-10" dirty="0">
                <a:latin typeface="Calibri"/>
                <a:cs typeface="Calibri"/>
              </a:rPr>
              <a:t> </a:t>
            </a:r>
            <a:r>
              <a:rPr sz="3000" dirty="0">
                <a:latin typeface="Calibri"/>
                <a:cs typeface="Calibri"/>
              </a:rPr>
              <a:t>x</a:t>
            </a:r>
            <a:r>
              <a:rPr sz="3000" spc="-30" dirty="0">
                <a:latin typeface="Calibri"/>
                <a:cs typeface="Calibri"/>
              </a:rPr>
              <a:t> </a:t>
            </a:r>
            <a:r>
              <a:rPr sz="3000" dirty="0">
                <a:latin typeface="Calibri"/>
                <a:cs typeface="Calibri"/>
              </a:rPr>
              <a:t>{1,</a:t>
            </a:r>
            <a:r>
              <a:rPr sz="3000" spc="-20" dirty="0">
                <a:latin typeface="Calibri"/>
                <a:cs typeface="Calibri"/>
              </a:rPr>
              <a:t> </a:t>
            </a:r>
            <a:r>
              <a:rPr sz="3000" dirty="0">
                <a:latin typeface="Calibri"/>
                <a:cs typeface="Calibri"/>
              </a:rPr>
              <a:t>2,</a:t>
            </a:r>
            <a:r>
              <a:rPr sz="3000" spc="-20" dirty="0">
                <a:latin typeface="Calibri"/>
                <a:cs typeface="Calibri"/>
              </a:rPr>
              <a:t> </a:t>
            </a:r>
            <a:r>
              <a:rPr sz="3000" dirty="0">
                <a:latin typeface="Calibri"/>
                <a:cs typeface="Calibri"/>
              </a:rPr>
              <a:t>3,</a:t>
            </a:r>
            <a:r>
              <a:rPr sz="3000" spc="-15" dirty="0">
                <a:latin typeface="Calibri"/>
                <a:cs typeface="Calibri"/>
              </a:rPr>
              <a:t> </a:t>
            </a:r>
            <a:r>
              <a:rPr sz="3000" dirty="0">
                <a:latin typeface="Calibri"/>
                <a:cs typeface="Calibri"/>
              </a:rPr>
              <a:t>4,</a:t>
            </a:r>
            <a:r>
              <a:rPr sz="3000" spc="-20" dirty="0">
                <a:latin typeface="Calibri"/>
                <a:cs typeface="Calibri"/>
              </a:rPr>
              <a:t> </a:t>
            </a:r>
            <a:r>
              <a:rPr sz="3000" spc="-25" dirty="0">
                <a:latin typeface="Calibri"/>
                <a:cs typeface="Calibri"/>
              </a:rPr>
              <a:t>5}</a:t>
            </a:r>
            <a:r>
              <a:rPr sz="3000" dirty="0">
                <a:latin typeface="Calibri"/>
                <a:cs typeface="Calibri"/>
              </a:rPr>
              <a:t>	và</a:t>
            </a:r>
            <a:r>
              <a:rPr sz="3000" spc="-50" dirty="0">
                <a:latin typeface="Calibri"/>
                <a:cs typeface="Calibri"/>
              </a:rPr>
              <a:t> </a:t>
            </a:r>
            <a:r>
              <a:rPr sz="3000" dirty="0">
                <a:latin typeface="Calibri"/>
                <a:cs typeface="Calibri"/>
              </a:rPr>
              <a:t>R</a:t>
            </a:r>
            <a:r>
              <a:rPr sz="3000" spc="-35" dirty="0">
                <a:latin typeface="Calibri"/>
                <a:cs typeface="Calibri"/>
              </a:rPr>
              <a:t> </a:t>
            </a:r>
            <a:r>
              <a:rPr sz="3000" dirty="0">
                <a:latin typeface="Calibri"/>
                <a:cs typeface="Calibri"/>
              </a:rPr>
              <a:t>là</a:t>
            </a:r>
            <a:r>
              <a:rPr sz="3000" spc="-35" dirty="0">
                <a:latin typeface="Calibri"/>
                <a:cs typeface="Calibri"/>
              </a:rPr>
              <a:t> </a:t>
            </a:r>
            <a:r>
              <a:rPr sz="3000" dirty="0">
                <a:latin typeface="Calibri"/>
                <a:cs typeface="Calibri"/>
              </a:rPr>
              <a:t>quan</a:t>
            </a:r>
            <a:r>
              <a:rPr sz="3000" spc="-30" dirty="0">
                <a:latin typeface="Calibri"/>
                <a:cs typeface="Calibri"/>
              </a:rPr>
              <a:t> </a:t>
            </a:r>
            <a:r>
              <a:rPr sz="3000" spc="-25" dirty="0">
                <a:latin typeface="Calibri"/>
                <a:cs typeface="Calibri"/>
              </a:rPr>
              <a:t>hệ </a:t>
            </a:r>
            <a:r>
              <a:rPr sz="3000" dirty="0">
                <a:latin typeface="Calibri"/>
                <a:cs typeface="Calibri"/>
              </a:rPr>
              <a:t>trên</a:t>
            </a:r>
            <a:r>
              <a:rPr sz="3000" spc="-55" dirty="0">
                <a:latin typeface="Calibri"/>
                <a:cs typeface="Calibri"/>
              </a:rPr>
              <a:t> </a:t>
            </a:r>
            <a:r>
              <a:rPr sz="3000" dirty="0">
                <a:latin typeface="Calibri"/>
                <a:cs typeface="Calibri"/>
              </a:rPr>
              <a:t>X</a:t>
            </a:r>
            <a:r>
              <a:rPr sz="3000" spc="-40" dirty="0">
                <a:latin typeface="Calibri"/>
                <a:cs typeface="Calibri"/>
              </a:rPr>
              <a:t> </a:t>
            </a:r>
            <a:r>
              <a:rPr sz="3000" dirty="0">
                <a:latin typeface="Calibri"/>
                <a:cs typeface="Calibri"/>
              </a:rPr>
              <a:t>sao</a:t>
            </a:r>
            <a:r>
              <a:rPr sz="3000" spc="-40" dirty="0">
                <a:latin typeface="Calibri"/>
                <a:cs typeface="Calibri"/>
              </a:rPr>
              <a:t> </a:t>
            </a:r>
            <a:r>
              <a:rPr sz="3000" spc="-25" dirty="0">
                <a:latin typeface="Calibri"/>
                <a:cs typeface="Calibri"/>
              </a:rPr>
              <a:t>cho</a:t>
            </a:r>
            <a:endParaRPr sz="3000">
              <a:latin typeface="Calibri"/>
              <a:cs typeface="Calibri"/>
            </a:endParaRPr>
          </a:p>
          <a:p>
            <a:pPr marL="162560" algn="ctr">
              <a:lnSpc>
                <a:spcPct val="100000"/>
              </a:lnSpc>
              <a:tabLst>
                <a:tab pos="2280920" algn="l"/>
              </a:tabLst>
            </a:pPr>
            <a:r>
              <a:rPr sz="3000" dirty="0">
                <a:latin typeface="Calibri"/>
                <a:cs typeface="Calibri"/>
              </a:rPr>
              <a:t>(a,</a:t>
            </a:r>
            <a:r>
              <a:rPr sz="3000" spc="-10" dirty="0">
                <a:latin typeface="Calibri"/>
                <a:cs typeface="Calibri"/>
              </a:rPr>
              <a:t> </a:t>
            </a:r>
            <a:r>
              <a:rPr sz="3000" dirty="0">
                <a:latin typeface="Calibri"/>
                <a:cs typeface="Calibri"/>
              </a:rPr>
              <a:t>b)</a:t>
            </a:r>
            <a:r>
              <a:rPr sz="3000" spc="-15" dirty="0">
                <a:latin typeface="Calibri"/>
                <a:cs typeface="Calibri"/>
              </a:rPr>
              <a:t> </a:t>
            </a:r>
            <a:r>
              <a:rPr sz="3000" dirty="0">
                <a:latin typeface="Calibri"/>
                <a:cs typeface="Calibri"/>
              </a:rPr>
              <a:t>R</a:t>
            </a:r>
            <a:r>
              <a:rPr sz="3000" spc="-20" dirty="0">
                <a:latin typeface="Calibri"/>
                <a:cs typeface="Calibri"/>
              </a:rPr>
              <a:t> </a:t>
            </a:r>
            <a:r>
              <a:rPr sz="3000" dirty="0">
                <a:latin typeface="Calibri"/>
                <a:cs typeface="Calibri"/>
              </a:rPr>
              <a:t>(c,</a:t>
            </a:r>
            <a:r>
              <a:rPr sz="3000" spc="-10" dirty="0">
                <a:latin typeface="Calibri"/>
                <a:cs typeface="Calibri"/>
              </a:rPr>
              <a:t> </a:t>
            </a:r>
            <a:r>
              <a:rPr sz="3000" spc="-25" dirty="0">
                <a:latin typeface="Calibri"/>
                <a:cs typeface="Calibri"/>
              </a:rPr>
              <a:t>d)</a:t>
            </a:r>
            <a:r>
              <a:rPr sz="3000" dirty="0">
                <a:latin typeface="Calibri"/>
                <a:cs typeface="Calibri"/>
              </a:rPr>
              <a:t>	</a:t>
            </a:r>
            <a:r>
              <a:rPr sz="3000" dirty="0">
                <a:latin typeface="Symbol"/>
                <a:cs typeface="Symbol"/>
              </a:rPr>
              <a:t></a:t>
            </a:r>
            <a:r>
              <a:rPr sz="3000" spc="-100" dirty="0">
                <a:latin typeface="Times New Roman"/>
                <a:cs typeface="Times New Roman"/>
              </a:rPr>
              <a:t> </a:t>
            </a:r>
            <a:r>
              <a:rPr sz="3000" spc="-10" dirty="0">
                <a:latin typeface="Calibri"/>
                <a:cs typeface="Calibri"/>
              </a:rPr>
              <a:t>a+b=c+d</a:t>
            </a:r>
            <a:endParaRPr sz="3000">
              <a:latin typeface="Calibri"/>
              <a:cs typeface="Calibri"/>
            </a:endParaRPr>
          </a:p>
          <a:p>
            <a:pPr marL="527685" marR="100965" indent="-515620">
              <a:lnSpc>
                <a:spcPts val="2880"/>
              </a:lnSpc>
              <a:spcBef>
                <a:spcPts val="695"/>
              </a:spcBef>
              <a:buAutoNum type="arabicParenR"/>
              <a:tabLst>
                <a:tab pos="527685" algn="l"/>
                <a:tab pos="1677670" algn="l"/>
              </a:tabLst>
            </a:pPr>
            <a:r>
              <a:rPr sz="3000" dirty="0">
                <a:latin typeface="Calibri"/>
                <a:cs typeface="Calibri"/>
              </a:rPr>
              <a:t>R</a:t>
            </a:r>
            <a:r>
              <a:rPr sz="3000" spc="-45" dirty="0">
                <a:latin typeface="Calibri"/>
                <a:cs typeface="Calibri"/>
              </a:rPr>
              <a:t> </a:t>
            </a:r>
            <a:r>
              <a:rPr sz="3000" dirty="0">
                <a:latin typeface="Calibri"/>
                <a:cs typeface="Calibri"/>
              </a:rPr>
              <a:t>là</a:t>
            </a:r>
            <a:r>
              <a:rPr sz="3000" spc="-40" dirty="0">
                <a:latin typeface="Calibri"/>
                <a:cs typeface="Calibri"/>
              </a:rPr>
              <a:t> </a:t>
            </a:r>
            <a:r>
              <a:rPr sz="3000" dirty="0">
                <a:latin typeface="Calibri"/>
                <a:cs typeface="Calibri"/>
              </a:rPr>
              <a:t>quan</a:t>
            </a:r>
            <a:r>
              <a:rPr sz="3000" spc="-40" dirty="0">
                <a:latin typeface="Calibri"/>
                <a:cs typeface="Calibri"/>
              </a:rPr>
              <a:t> </a:t>
            </a:r>
            <a:r>
              <a:rPr sz="3000" dirty="0">
                <a:latin typeface="Calibri"/>
                <a:cs typeface="Calibri"/>
              </a:rPr>
              <a:t>hệ</a:t>
            </a:r>
            <a:r>
              <a:rPr sz="3000" spc="-40" dirty="0">
                <a:latin typeface="Calibri"/>
                <a:cs typeface="Calibri"/>
              </a:rPr>
              <a:t> </a:t>
            </a:r>
            <a:r>
              <a:rPr sz="3000" dirty="0">
                <a:latin typeface="Calibri"/>
                <a:cs typeface="Calibri"/>
              </a:rPr>
              <a:t>tương</a:t>
            </a:r>
            <a:r>
              <a:rPr sz="3000" spc="-35" dirty="0">
                <a:latin typeface="Calibri"/>
                <a:cs typeface="Calibri"/>
              </a:rPr>
              <a:t> </a:t>
            </a:r>
            <a:r>
              <a:rPr sz="3000" dirty="0">
                <a:latin typeface="Calibri"/>
                <a:cs typeface="Calibri"/>
              </a:rPr>
              <a:t>đương.</a:t>
            </a:r>
            <a:r>
              <a:rPr sz="3000" spc="-45" dirty="0">
                <a:latin typeface="Calibri"/>
                <a:cs typeface="Calibri"/>
              </a:rPr>
              <a:t> </a:t>
            </a:r>
            <a:r>
              <a:rPr sz="3000" dirty="0">
                <a:latin typeface="Calibri"/>
                <a:cs typeface="Calibri"/>
              </a:rPr>
              <a:t>Gọi</a:t>
            </a:r>
            <a:r>
              <a:rPr sz="3000" spc="-35" dirty="0">
                <a:latin typeface="Calibri"/>
                <a:cs typeface="Calibri"/>
              </a:rPr>
              <a:t> </a:t>
            </a:r>
            <a:r>
              <a:rPr sz="3000" dirty="0">
                <a:latin typeface="Calibri"/>
                <a:cs typeface="Calibri"/>
              </a:rPr>
              <a:t>x=(a,</a:t>
            </a:r>
            <a:r>
              <a:rPr sz="3000" spc="-35" dirty="0">
                <a:latin typeface="Calibri"/>
                <a:cs typeface="Calibri"/>
              </a:rPr>
              <a:t> </a:t>
            </a:r>
            <a:r>
              <a:rPr sz="3000" dirty="0">
                <a:latin typeface="Calibri"/>
                <a:cs typeface="Calibri"/>
              </a:rPr>
              <a:t>b),</a:t>
            </a:r>
            <a:r>
              <a:rPr sz="3000" spc="-40" dirty="0">
                <a:latin typeface="Calibri"/>
                <a:cs typeface="Calibri"/>
              </a:rPr>
              <a:t> </a:t>
            </a:r>
            <a:r>
              <a:rPr sz="3000" spc="-10" dirty="0">
                <a:latin typeface="Calibri"/>
                <a:cs typeface="Calibri"/>
              </a:rPr>
              <a:t>y=(c,d), z=(e,f)</a:t>
            </a:r>
            <a:r>
              <a:rPr sz="3000" dirty="0">
                <a:latin typeface="Calibri"/>
                <a:cs typeface="Calibri"/>
              </a:rPr>
              <a:t>	là</a:t>
            </a:r>
            <a:r>
              <a:rPr sz="3000" spc="-15" dirty="0">
                <a:latin typeface="Calibri"/>
                <a:cs typeface="Calibri"/>
              </a:rPr>
              <a:t> </a:t>
            </a:r>
            <a:r>
              <a:rPr sz="3000" dirty="0">
                <a:latin typeface="Calibri"/>
                <a:cs typeface="Calibri"/>
              </a:rPr>
              <a:t>các</a:t>
            </a:r>
            <a:r>
              <a:rPr sz="3000" spc="-35" dirty="0">
                <a:latin typeface="Calibri"/>
                <a:cs typeface="Calibri"/>
              </a:rPr>
              <a:t> </a:t>
            </a:r>
            <a:r>
              <a:rPr sz="3000" dirty="0">
                <a:latin typeface="Calibri"/>
                <a:cs typeface="Calibri"/>
              </a:rPr>
              <a:t>phần</a:t>
            </a:r>
            <a:r>
              <a:rPr sz="3000" spc="-15" dirty="0">
                <a:latin typeface="Calibri"/>
                <a:cs typeface="Calibri"/>
              </a:rPr>
              <a:t> </a:t>
            </a:r>
            <a:r>
              <a:rPr sz="3000" dirty="0">
                <a:latin typeface="Calibri"/>
                <a:cs typeface="Calibri"/>
              </a:rPr>
              <a:t>tử</a:t>
            </a:r>
            <a:r>
              <a:rPr sz="3000" spc="-10" dirty="0">
                <a:latin typeface="Calibri"/>
                <a:cs typeface="Calibri"/>
              </a:rPr>
              <a:t> </a:t>
            </a:r>
            <a:r>
              <a:rPr sz="3000" dirty="0">
                <a:latin typeface="Calibri"/>
                <a:cs typeface="Calibri"/>
              </a:rPr>
              <a:t>thuộc</a:t>
            </a:r>
            <a:r>
              <a:rPr sz="3000" spc="-20" dirty="0">
                <a:latin typeface="Calibri"/>
                <a:cs typeface="Calibri"/>
              </a:rPr>
              <a:t> </a:t>
            </a:r>
            <a:r>
              <a:rPr sz="3000" spc="-25" dirty="0">
                <a:latin typeface="Calibri"/>
                <a:cs typeface="Calibri"/>
              </a:rPr>
              <a:t>X.</a:t>
            </a:r>
            <a:endParaRPr sz="3000">
              <a:latin typeface="Calibri"/>
              <a:cs typeface="Calibri"/>
            </a:endParaRPr>
          </a:p>
          <a:p>
            <a:pPr marL="526415" lvl="1" indent="-513715" algn="just">
              <a:lnSpc>
                <a:spcPct val="100000"/>
              </a:lnSpc>
              <a:spcBef>
                <a:spcPts val="25"/>
              </a:spcBef>
              <a:buAutoNum type="alphaLcParenR"/>
              <a:tabLst>
                <a:tab pos="526415" algn="l"/>
              </a:tabLst>
            </a:pPr>
            <a:r>
              <a:rPr sz="3000" b="1" dirty="0">
                <a:latin typeface="Calibri"/>
                <a:cs typeface="Calibri"/>
              </a:rPr>
              <a:t>Phản</a:t>
            </a:r>
            <a:r>
              <a:rPr sz="3000" b="1" spc="-45" dirty="0">
                <a:latin typeface="Calibri"/>
                <a:cs typeface="Calibri"/>
              </a:rPr>
              <a:t> </a:t>
            </a:r>
            <a:r>
              <a:rPr sz="3000" b="1" dirty="0">
                <a:latin typeface="Calibri"/>
                <a:cs typeface="Calibri"/>
              </a:rPr>
              <a:t>xạ</a:t>
            </a:r>
            <a:r>
              <a:rPr sz="3000" b="1" spc="-55" dirty="0">
                <a:latin typeface="Calibri"/>
                <a:cs typeface="Calibri"/>
              </a:rPr>
              <a:t> </a:t>
            </a:r>
            <a:r>
              <a:rPr sz="3000" spc="-50" dirty="0">
                <a:latin typeface="Calibri"/>
                <a:cs typeface="Calibri"/>
              </a:rPr>
              <a:t>:</a:t>
            </a:r>
            <a:endParaRPr sz="3000">
              <a:latin typeface="Calibri"/>
              <a:cs typeface="Calibri"/>
            </a:endParaRPr>
          </a:p>
          <a:p>
            <a:pPr marL="12700" marR="937894" indent="427990" algn="just">
              <a:lnSpc>
                <a:spcPts val="2880"/>
              </a:lnSpc>
              <a:spcBef>
                <a:spcPts val="700"/>
              </a:spcBef>
            </a:pPr>
            <a:r>
              <a:rPr sz="3000" dirty="0">
                <a:latin typeface="Calibri"/>
                <a:cs typeface="Calibri"/>
              </a:rPr>
              <a:t>Với</a:t>
            </a:r>
            <a:r>
              <a:rPr sz="3000" spc="-35" dirty="0">
                <a:latin typeface="Calibri"/>
                <a:cs typeface="Calibri"/>
              </a:rPr>
              <a:t> </a:t>
            </a:r>
            <a:r>
              <a:rPr sz="3000" dirty="0">
                <a:latin typeface="Calibri"/>
                <a:cs typeface="Calibri"/>
              </a:rPr>
              <a:t>phần</a:t>
            </a:r>
            <a:r>
              <a:rPr sz="3000" spc="-40" dirty="0">
                <a:latin typeface="Calibri"/>
                <a:cs typeface="Calibri"/>
              </a:rPr>
              <a:t> </a:t>
            </a:r>
            <a:r>
              <a:rPr sz="3000" dirty="0">
                <a:latin typeface="Calibri"/>
                <a:cs typeface="Calibri"/>
              </a:rPr>
              <a:t>tử</a:t>
            </a:r>
            <a:r>
              <a:rPr sz="3000" spc="-50" dirty="0">
                <a:latin typeface="Calibri"/>
                <a:cs typeface="Calibri"/>
              </a:rPr>
              <a:t> </a:t>
            </a:r>
            <a:r>
              <a:rPr sz="3000" dirty="0">
                <a:latin typeface="Calibri"/>
                <a:cs typeface="Calibri"/>
              </a:rPr>
              <a:t>bất</a:t>
            </a:r>
            <a:r>
              <a:rPr sz="3000" spc="-50" dirty="0">
                <a:latin typeface="Calibri"/>
                <a:cs typeface="Calibri"/>
              </a:rPr>
              <a:t> </a:t>
            </a:r>
            <a:r>
              <a:rPr sz="3000" dirty="0">
                <a:latin typeface="Calibri"/>
                <a:cs typeface="Calibri"/>
              </a:rPr>
              <a:t>kỳ</a:t>
            </a:r>
            <a:r>
              <a:rPr sz="3000" spc="-35" dirty="0">
                <a:latin typeface="Calibri"/>
                <a:cs typeface="Calibri"/>
              </a:rPr>
              <a:t> </a:t>
            </a:r>
            <a:r>
              <a:rPr sz="3000" dirty="0">
                <a:latin typeface="Calibri"/>
                <a:cs typeface="Calibri"/>
              </a:rPr>
              <a:t>x</a:t>
            </a:r>
            <a:r>
              <a:rPr sz="3000" spc="-40" dirty="0">
                <a:latin typeface="Calibri"/>
                <a:cs typeface="Calibri"/>
              </a:rPr>
              <a:t> </a:t>
            </a:r>
            <a:r>
              <a:rPr sz="3000" dirty="0">
                <a:latin typeface="Calibri"/>
                <a:cs typeface="Calibri"/>
              </a:rPr>
              <a:t>=(a,</a:t>
            </a:r>
            <a:r>
              <a:rPr sz="3000" spc="-30" dirty="0">
                <a:latin typeface="Calibri"/>
                <a:cs typeface="Calibri"/>
              </a:rPr>
              <a:t> </a:t>
            </a:r>
            <a:r>
              <a:rPr sz="3000" dirty="0">
                <a:latin typeface="Calibri"/>
                <a:cs typeface="Calibri"/>
              </a:rPr>
              <a:t>b)</a:t>
            </a:r>
            <a:r>
              <a:rPr sz="3000" spc="-25" dirty="0">
                <a:latin typeface="Calibri"/>
                <a:cs typeface="Calibri"/>
              </a:rPr>
              <a:t> </a:t>
            </a:r>
            <a:r>
              <a:rPr sz="3000" dirty="0">
                <a:latin typeface="Symbol"/>
                <a:cs typeface="Symbol"/>
              </a:rPr>
              <a:t></a:t>
            </a:r>
            <a:r>
              <a:rPr sz="3000" spc="-120" dirty="0">
                <a:latin typeface="Times New Roman"/>
                <a:cs typeface="Times New Roman"/>
              </a:rPr>
              <a:t> </a:t>
            </a:r>
            <a:r>
              <a:rPr sz="3000" dirty="0">
                <a:latin typeface="Calibri"/>
                <a:cs typeface="Calibri"/>
              </a:rPr>
              <a:t>X</a:t>
            </a:r>
            <a:r>
              <a:rPr sz="3000" spc="-40" dirty="0">
                <a:latin typeface="Calibri"/>
                <a:cs typeface="Calibri"/>
              </a:rPr>
              <a:t> </a:t>
            </a:r>
            <a:r>
              <a:rPr sz="3000" dirty="0">
                <a:latin typeface="Calibri"/>
                <a:cs typeface="Calibri"/>
              </a:rPr>
              <a:t>,</a:t>
            </a:r>
            <a:r>
              <a:rPr sz="3000" spc="-35" dirty="0">
                <a:latin typeface="Calibri"/>
                <a:cs typeface="Calibri"/>
              </a:rPr>
              <a:t> </a:t>
            </a:r>
            <a:r>
              <a:rPr sz="3000" dirty="0">
                <a:latin typeface="Calibri"/>
                <a:cs typeface="Calibri"/>
              </a:rPr>
              <a:t>ta</a:t>
            </a:r>
            <a:r>
              <a:rPr sz="3000" spc="-50" dirty="0">
                <a:latin typeface="Calibri"/>
                <a:cs typeface="Calibri"/>
              </a:rPr>
              <a:t> </a:t>
            </a:r>
            <a:r>
              <a:rPr sz="3000" dirty="0">
                <a:latin typeface="Calibri"/>
                <a:cs typeface="Calibri"/>
              </a:rPr>
              <a:t>luôn</a:t>
            </a:r>
            <a:r>
              <a:rPr sz="3000" spc="-25" dirty="0">
                <a:latin typeface="Calibri"/>
                <a:cs typeface="Calibri"/>
              </a:rPr>
              <a:t> có </a:t>
            </a:r>
            <a:r>
              <a:rPr sz="3000" dirty="0">
                <a:latin typeface="Calibri"/>
                <a:cs typeface="Calibri"/>
              </a:rPr>
              <a:t>a+b=a+b.</a:t>
            </a:r>
            <a:r>
              <a:rPr sz="3000" spc="-40" dirty="0">
                <a:latin typeface="Calibri"/>
                <a:cs typeface="Calibri"/>
              </a:rPr>
              <a:t> </a:t>
            </a:r>
            <a:r>
              <a:rPr sz="3000" dirty="0">
                <a:latin typeface="Calibri"/>
                <a:cs typeface="Calibri"/>
              </a:rPr>
              <a:t>Theo</a:t>
            </a:r>
            <a:r>
              <a:rPr sz="3000" spc="-35" dirty="0">
                <a:latin typeface="Calibri"/>
                <a:cs typeface="Calibri"/>
              </a:rPr>
              <a:t> </a:t>
            </a:r>
            <a:r>
              <a:rPr sz="3000" dirty="0">
                <a:latin typeface="Calibri"/>
                <a:cs typeface="Calibri"/>
              </a:rPr>
              <a:t>định</a:t>
            </a:r>
            <a:r>
              <a:rPr sz="3000" spc="-45" dirty="0">
                <a:latin typeface="Calibri"/>
                <a:cs typeface="Calibri"/>
              </a:rPr>
              <a:t> </a:t>
            </a:r>
            <a:r>
              <a:rPr sz="3000" dirty="0">
                <a:latin typeface="Calibri"/>
                <a:cs typeface="Calibri"/>
              </a:rPr>
              <a:t>nghĩa</a:t>
            </a:r>
            <a:r>
              <a:rPr sz="3000" spc="-35" dirty="0">
                <a:latin typeface="Calibri"/>
                <a:cs typeface="Calibri"/>
              </a:rPr>
              <a:t> </a:t>
            </a:r>
            <a:r>
              <a:rPr sz="3000" dirty="0">
                <a:latin typeface="Calibri"/>
                <a:cs typeface="Calibri"/>
              </a:rPr>
              <a:t>(x,</a:t>
            </a:r>
            <a:r>
              <a:rPr sz="3000" spc="-15" dirty="0">
                <a:latin typeface="Calibri"/>
                <a:cs typeface="Calibri"/>
              </a:rPr>
              <a:t> </a:t>
            </a:r>
            <a:r>
              <a:rPr sz="3000" dirty="0">
                <a:latin typeface="Calibri"/>
                <a:cs typeface="Calibri"/>
              </a:rPr>
              <a:t>x)</a:t>
            </a:r>
            <a:r>
              <a:rPr sz="3000" spc="-35" dirty="0">
                <a:latin typeface="Calibri"/>
                <a:cs typeface="Calibri"/>
              </a:rPr>
              <a:t> </a:t>
            </a:r>
            <a:r>
              <a:rPr sz="3000" dirty="0">
                <a:latin typeface="Symbol"/>
                <a:cs typeface="Symbol"/>
              </a:rPr>
              <a:t></a:t>
            </a:r>
            <a:r>
              <a:rPr sz="3000" spc="-100" dirty="0">
                <a:latin typeface="Times New Roman"/>
                <a:cs typeface="Times New Roman"/>
              </a:rPr>
              <a:t> </a:t>
            </a:r>
            <a:r>
              <a:rPr sz="3000" spc="-25" dirty="0">
                <a:latin typeface="Calibri"/>
                <a:cs typeface="Calibri"/>
              </a:rPr>
              <a:t>R.</a:t>
            </a:r>
            <a:endParaRPr sz="3000">
              <a:latin typeface="Calibri"/>
              <a:cs typeface="Calibri"/>
            </a:endParaRPr>
          </a:p>
          <a:p>
            <a:pPr marL="12700" marR="624840" lvl="1" indent="408305" algn="just">
              <a:lnSpc>
                <a:spcPct val="80000"/>
              </a:lnSpc>
              <a:spcBef>
                <a:spcPts val="745"/>
              </a:spcBef>
              <a:buAutoNum type="alphaLcParenR" startAt="2"/>
              <a:tabLst>
                <a:tab pos="421005" algn="l"/>
              </a:tabLst>
            </a:pPr>
            <a:r>
              <a:rPr sz="3000" b="1" dirty="0">
                <a:latin typeface="Calibri"/>
                <a:cs typeface="Calibri"/>
              </a:rPr>
              <a:t>Đối</a:t>
            </a:r>
            <a:r>
              <a:rPr sz="3000" b="1" spc="-35" dirty="0">
                <a:latin typeface="Calibri"/>
                <a:cs typeface="Calibri"/>
              </a:rPr>
              <a:t> </a:t>
            </a:r>
            <a:r>
              <a:rPr sz="3000" b="1" dirty="0">
                <a:latin typeface="Calibri"/>
                <a:cs typeface="Calibri"/>
              </a:rPr>
              <a:t>xứng</a:t>
            </a:r>
            <a:r>
              <a:rPr sz="3000" b="1" spc="-40" dirty="0">
                <a:latin typeface="Calibri"/>
                <a:cs typeface="Calibri"/>
              </a:rPr>
              <a:t> </a:t>
            </a:r>
            <a:r>
              <a:rPr sz="3000" dirty="0">
                <a:latin typeface="Calibri"/>
                <a:cs typeface="Calibri"/>
              </a:rPr>
              <a:t>:</a:t>
            </a:r>
            <a:r>
              <a:rPr sz="3000" spc="640" dirty="0">
                <a:latin typeface="Calibri"/>
                <a:cs typeface="Calibri"/>
              </a:rPr>
              <a:t> </a:t>
            </a:r>
            <a:r>
              <a:rPr sz="3000" dirty="0">
                <a:latin typeface="Calibri"/>
                <a:cs typeface="Calibri"/>
              </a:rPr>
              <a:t>Giả</a:t>
            </a:r>
            <a:r>
              <a:rPr sz="3000" spc="-35" dirty="0">
                <a:latin typeface="Calibri"/>
                <a:cs typeface="Calibri"/>
              </a:rPr>
              <a:t> </a:t>
            </a:r>
            <a:r>
              <a:rPr sz="3000" dirty="0">
                <a:latin typeface="Calibri"/>
                <a:cs typeface="Calibri"/>
              </a:rPr>
              <a:t>sử</a:t>
            </a:r>
            <a:r>
              <a:rPr sz="3000" spc="-20" dirty="0">
                <a:latin typeface="Calibri"/>
                <a:cs typeface="Calibri"/>
              </a:rPr>
              <a:t> </a:t>
            </a:r>
            <a:r>
              <a:rPr sz="3000" dirty="0">
                <a:latin typeface="Calibri"/>
                <a:cs typeface="Calibri"/>
              </a:rPr>
              <a:t>(x,</a:t>
            </a:r>
            <a:r>
              <a:rPr sz="3000" spc="-20" dirty="0">
                <a:latin typeface="Calibri"/>
                <a:cs typeface="Calibri"/>
              </a:rPr>
              <a:t> </a:t>
            </a:r>
            <a:r>
              <a:rPr sz="3000" dirty="0">
                <a:latin typeface="Calibri"/>
                <a:cs typeface="Calibri"/>
              </a:rPr>
              <a:t>y)</a:t>
            </a:r>
            <a:r>
              <a:rPr sz="3000" spc="-15" dirty="0">
                <a:latin typeface="Calibri"/>
                <a:cs typeface="Calibri"/>
              </a:rPr>
              <a:t> </a:t>
            </a:r>
            <a:r>
              <a:rPr sz="3000" dirty="0">
                <a:latin typeface="Symbol"/>
                <a:cs typeface="Symbol"/>
              </a:rPr>
              <a:t></a:t>
            </a:r>
            <a:r>
              <a:rPr sz="3000" spc="-85" dirty="0">
                <a:latin typeface="Times New Roman"/>
                <a:cs typeface="Times New Roman"/>
              </a:rPr>
              <a:t> </a:t>
            </a:r>
            <a:r>
              <a:rPr sz="3000" dirty="0">
                <a:latin typeface="Calibri"/>
                <a:cs typeface="Calibri"/>
              </a:rPr>
              <a:t>R</a:t>
            </a:r>
            <a:r>
              <a:rPr sz="3000" spc="-35" dirty="0">
                <a:latin typeface="Calibri"/>
                <a:cs typeface="Calibri"/>
              </a:rPr>
              <a:t> </a:t>
            </a:r>
            <a:r>
              <a:rPr sz="3000" dirty="0">
                <a:latin typeface="Calibri"/>
                <a:cs typeface="Calibri"/>
              </a:rPr>
              <a:t>có</a:t>
            </a:r>
            <a:r>
              <a:rPr sz="3000" spc="-25" dirty="0">
                <a:latin typeface="Calibri"/>
                <a:cs typeface="Calibri"/>
              </a:rPr>
              <a:t> </a:t>
            </a:r>
            <a:r>
              <a:rPr sz="3000" dirty="0">
                <a:latin typeface="Calibri"/>
                <a:cs typeface="Calibri"/>
              </a:rPr>
              <a:t>chân</a:t>
            </a:r>
            <a:r>
              <a:rPr sz="3000" spc="-30" dirty="0">
                <a:latin typeface="Calibri"/>
                <a:cs typeface="Calibri"/>
              </a:rPr>
              <a:t> </a:t>
            </a:r>
            <a:r>
              <a:rPr sz="3000" dirty="0">
                <a:latin typeface="Calibri"/>
                <a:cs typeface="Calibri"/>
              </a:rPr>
              <a:t>trị</a:t>
            </a:r>
            <a:r>
              <a:rPr sz="3000" spc="-30" dirty="0">
                <a:latin typeface="Calibri"/>
                <a:cs typeface="Calibri"/>
              </a:rPr>
              <a:t> </a:t>
            </a:r>
            <a:r>
              <a:rPr sz="3000" spc="-10" dirty="0">
                <a:latin typeface="Calibri"/>
                <a:cs typeface="Calibri"/>
              </a:rPr>
              <a:t>đúng. </a:t>
            </a:r>
            <a:r>
              <a:rPr sz="3000" dirty="0">
                <a:latin typeface="Calibri"/>
                <a:cs typeface="Calibri"/>
              </a:rPr>
              <a:t>Theo</a:t>
            </a:r>
            <a:r>
              <a:rPr sz="3000" spc="-45" dirty="0">
                <a:latin typeface="Calibri"/>
                <a:cs typeface="Calibri"/>
              </a:rPr>
              <a:t> </a:t>
            </a:r>
            <a:r>
              <a:rPr sz="3000" dirty="0">
                <a:latin typeface="Calibri"/>
                <a:cs typeface="Calibri"/>
              </a:rPr>
              <a:t>định</a:t>
            </a:r>
            <a:r>
              <a:rPr sz="3000" spc="-50" dirty="0">
                <a:latin typeface="Calibri"/>
                <a:cs typeface="Calibri"/>
              </a:rPr>
              <a:t> </a:t>
            </a:r>
            <a:r>
              <a:rPr sz="3000" dirty="0">
                <a:latin typeface="Calibri"/>
                <a:cs typeface="Calibri"/>
              </a:rPr>
              <a:t>nghĩa</a:t>
            </a:r>
            <a:r>
              <a:rPr sz="3000" spc="-40" dirty="0">
                <a:latin typeface="Calibri"/>
                <a:cs typeface="Calibri"/>
              </a:rPr>
              <a:t> </a:t>
            </a:r>
            <a:r>
              <a:rPr sz="3000" dirty="0">
                <a:latin typeface="Calibri"/>
                <a:cs typeface="Calibri"/>
              </a:rPr>
              <a:t>ta</a:t>
            </a:r>
            <a:r>
              <a:rPr sz="3000" spc="-60" dirty="0">
                <a:latin typeface="Calibri"/>
                <a:cs typeface="Calibri"/>
              </a:rPr>
              <a:t> </a:t>
            </a:r>
            <a:r>
              <a:rPr sz="3000" dirty="0">
                <a:latin typeface="Calibri"/>
                <a:cs typeface="Calibri"/>
              </a:rPr>
              <a:t>có</a:t>
            </a:r>
            <a:r>
              <a:rPr sz="3000" spc="-45" dirty="0">
                <a:latin typeface="Calibri"/>
                <a:cs typeface="Calibri"/>
              </a:rPr>
              <a:t> </a:t>
            </a:r>
            <a:r>
              <a:rPr sz="3000" dirty="0">
                <a:latin typeface="Calibri"/>
                <a:cs typeface="Calibri"/>
              </a:rPr>
              <a:t>a+b=c+d.</a:t>
            </a:r>
            <a:r>
              <a:rPr sz="3000" spc="-55" dirty="0">
                <a:latin typeface="Calibri"/>
                <a:cs typeface="Calibri"/>
              </a:rPr>
              <a:t> </a:t>
            </a:r>
            <a:r>
              <a:rPr sz="3000" dirty="0">
                <a:latin typeface="Calibri"/>
                <a:cs typeface="Calibri"/>
              </a:rPr>
              <a:t>Do</a:t>
            </a:r>
            <a:r>
              <a:rPr sz="3000" spc="-45" dirty="0">
                <a:latin typeface="Calibri"/>
                <a:cs typeface="Calibri"/>
              </a:rPr>
              <a:t> </a:t>
            </a:r>
            <a:r>
              <a:rPr sz="3000" dirty="0">
                <a:latin typeface="Calibri"/>
                <a:cs typeface="Calibri"/>
              </a:rPr>
              <a:t>đó</a:t>
            </a:r>
            <a:r>
              <a:rPr sz="3000" spc="-35" dirty="0">
                <a:latin typeface="Calibri"/>
                <a:cs typeface="Calibri"/>
              </a:rPr>
              <a:t> </a:t>
            </a:r>
            <a:r>
              <a:rPr sz="3000" spc="-10" dirty="0">
                <a:latin typeface="Calibri"/>
                <a:cs typeface="Calibri"/>
              </a:rPr>
              <a:t>c+d=a+b. </a:t>
            </a:r>
            <a:r>
              <a:rPr sz="3000" dirty="0">
                <a:latin typeface="Calibri"/>
                <a:cs typeface="Calibri"/>
              </a:rPr>
              <a:t>Theo</a:t>
            </a:r>
            <a:r>
              <a:rPr sz="3000" spc="-35" dirty="0">
                <a:latin typeface="Calibri"/>
                <a:cs typeface="Calibri"/>
              </a:rPr>
              <a:t> </a:t>
            </a:r>
            <a:r>
              <a:rPr sz="3000" dirty="0">
                <a:latin typeface="Calibri"/>
                <a:cs typeface="Calibri"/>
              </a:rPr>
              <a:t>định</a:t>
            </a:r>
            <a:r>
              <a:rPr sz="3000" spc="-45" dirty="0">
                <a:latin typeface="Calibri"/>
                <a:cs typeface="Calibri"/>
              </a:rPr>
              <a:t> </a:t>
            </a:r>
            <a:r>
              <a:rPr sz="3000" dirty="0">
                <a:latin typeface="Calibri"/>
                <a:cs typeface="Calibri"/>
              </a:rPr>
              <a:t>nghĩa</a:t>
            </a:r>
            <a:r>
              <a:rPr sz="3000" spc="-35" dirty="0">
                <a:latin typeface="Calibri"/>
                <a:cs typeface="Calibri"/>
              </a:rPr>
              <a:t> </a:t>
            </a:r>
            <a:r>
              <a:rPr sz="3000" spc="-40" dirty="0">
                <a:latin typeface="Calibri"/>
                <a:cs typeface="Calibri"/>
              </a:rPr>
              <a:t>(y,</a:t>
            </a:r>
            <a:r>
              <a:rPr sz="3000" spc="-15" dirty="0">
                <a:latin typeface="Calibri"/>
                <a:cs typeface="Calibri"/>
              </a:rPr>
              <a:t> </a:t>
            </a:r>
            <a:r>
              <a:rPr sz="3000" dirty="0">
                <a:latin typeface="Calibri"/>
                <a:cs typeface="Calibri"/>
              </a:rPr>
              <a:t>x)</a:t>
            </a:r>
            <a:r>
              <a:rPr sz="3000" spc="-20" dirty="0">
                <a:latin typeface="Calibri"/>
                <a:cs typeface="Calibri"/>
              </a:rPr>
              <a:t> </a:t>
            </a:r>
            <a:r>
              <a:rPr sz="3000" dirty="0">
                <a:latin typeface="Symbol"/>
                <a:cs typeface="Symbol"/>
              </a:rPr>
              <a:t></a:t>
            </a:r>
            <a:r>
              <a:rPr sz="3000" spc="-114" dirty="0">
                <a:latin typeface="Times New Roman"/>
                <a:cs typeface="Times New Roman"/>
              </a:rPr>
              <a:t> </a:t>
            </a:r>
            <a:r>
              <a:rPr sz="3000" dirty="0">
                <a:latin typeface="Calibri"/>
                <a:cs typeface="Calibri"/>
              </a:rPr>
              <a:t>R.</a:t>
            </a:r>
            <a:r>
              <a:rPr sz="3000" spc="-25" dirty="0">
                <a:latin typeface="Calibri"/>
                <a:cs typeface="Calibri"/>
              </a:rPr>
              <a:t> </a:t>
            </a:r>
            <a:r>
              <a:rPr sz="3000" dirty="0">
                <a:latin typeface="Calibri"/>
                <a:cs typeface="Calibri"/>
              </a:rPr>
              <a:t>Mệnh</a:t>
            </a:r>
            <a:r>
              <a:rPr sz="3000" spc="-45" dirty="0">
                <a:latin typeface="Calibri"/>
                <a:cs typeface="Calibri"/>
              </a:rPr>
              <a:t> </a:t>
            </a:r>
            <a:r>
              <a:rPr sz="3000" spc="-25" dirty="0">
                <a:latin typeface="Calibri"/>
                <a:cs typeface="Calibri"/>
              </a:rPr>
              <a:t>đề:</a:t>
            </a:r>
            <a:endParaRPr sz="3000">
              <a:latin typeface="Calibri"/>
              <a:cs typeface="Calibri"/>
            </a:endParaRPr>
          </a:p>
          <a:p>
            <a:pPr marL="12700" marR="2243455" indent="2399030" algn="just">
              <a:lnSpc>
                <a:spcPct val="100000"/>
              </a:lnSpc>
            </a:pPr>
            <a:r>
              <a:rPr sz="3000" dirty="0">
                <a:latin typeface="Calibri"/>
                <a:cs typeface="Calibri"/>
              </a:rPr>
              <a:t>(x,</a:t>
            </a:r>
            <a:r>
              <a:rPr sz="3000" spc="-35" dirty="0">
                <a:latin typeface="Calibri"/>
                <a:cs typeface="Calibri"/>
              </a:rPr>
              <a:t> </a:t>
            </a:r>
            <a:r>
              <a:rPr sz="3000" dirty="0">
                <a:latin typeface="Calibri"/>
                <a:cs typeface="Calibri"/>
              </a:rPr>
              <a:t>y)</a:t>
            </a:r>
            <a:r>
              <a:rPr sz="3000" spc="-25" dirty="0">
                <a:latin typeface="Calibri"/>
                <a:cs typeface="Calibri"/>
              </a:rPr>
              <a:t> </a:t>
            </a:r>
            <a:r>
              <a:rPr sz="3000" dirty="0">
                <a:latin typeface="Symbol"/>
                <a:cs typeface="Symbol"/>
              </a:rPr>
              <a:t></a:t>
            </a:r>
            <a:r>
              <a:rPr sz="3000" spc="-114" dirty="0">
                <a:latin typeface="Times New Roman"/>
                <a:cs typeface="Times New Roman"/>
              </a:rPr>
              <a:t> </a:t>
            </a:r>
            <a:r>
              <a:rPr sz="3000" dirty="0">
                <a:latin typeface="Calibri"/>
                <a:cs typeface="Calibri"/>
              </a:rPr>
              <a:t>R</a:t>
            </a:r>
            <a:r>
              <a:rPr sz="3000" spc="-35" dirty="0">
                <a:latin typeface="Calibri"/>
                <a:cs typeface="Calibri"/>
              </a:rPr>
              <a:t> </a:t>
            </a:r>
            <a:r>
              <a:rPr sz="3000" dirty="0">
                <a:latin typeface="Symbol"/>
                <a:cs typeface="Symbol"/>
              </a:rPr>
              <a:t></a:t>
            </a:r>
            <a:r>
              <a:rPr sz="3000" spc="-105" dirty="0">
                <a:latin typeface="Times New Roman"/>
                <a:cs typeface="Times New Roman"/>
              </a:rPr>
              <a:t> </a:t>
            </a:r>
            <a:r>
              <a:rPr sz="3000" spc="-40" dirty="0">
                <a:latin typeface="Calibri"/>
                <a:cs typeface="Calibri"/>
              </a:rPr>
              <a:t>(y,</a:t>
            </a:r>
            <a:r>
              <a:rPr sz="3000" spc="-20" dirty="0">
                <a:latin typeface="Calibri"/>
                <a:cs typeface="Calibri"/>
              </a:rPr>
              <a:t> </a:t>
            </a:r>
            <a:r>
              <a:rPr sz="3000" dirty="0">
                <a:latin typeface="Calibri"/>
                <a:cs typeface="Calibri"/>
              </a:rPr>
              <a:t>x)</a:t>
            </a:r>
            <a:r>
              <a:rPr sz="3000" spc="-35" dirty="0">
                <a:latin typeface="Calibri"/>
                <a:cs typeface="Calibri"/>
              </a:rPr>
              <a:t> </a:t>
            </a:r>
            <a:r>
              <a:rPr sz="3000" dirty="0">
                <a:latin typeface="Symbol"/>
                <a:cs typeface="Symbol"/>
              </a:rPr>
              <a:t></a:t>
            </a:r>
            <a:r>
              <a:rPr sz="3000" spc="-100" dirty="0">
                <a:latin typeface="Times New Roman"/>
                <a:cs typeface="Times New Roman"/>
              </a:rPr>
              <a:t> </a:t>
            </a:r>
            <a:r>
              <a:rPr sz="3000" spc="-50" dirty="0">
                <a:latin typeface="Calibri"/>
                <a:cs typeface="Calibri"/>
              </a:rPr>
              <a:t>R </a:t>
            </a:r>
            <a:r>
              <a:rPr sz="3000" dirty="0">
                <a:latin typeface="Calibri"/>
                <a:cs typeface="Calibri"/>
              </a:rPr>
              <a:t>có</a:t>
            </a:r>
            <a:r>
              <a:rPr sz="3000" spc="-25" dirty="0">
                <a:latin typeface="Calibri"/>
                <a:cs typeface="Calibri"/>
              </a:rPr>
              <a:t> </a:t>
            </a:r>
            <a:r>
              <a:rPr sz="3000" dirty="0">
                <a:latin typeface="Calibri"/>
                <a:cs typeface="Calibri"/>
              </a:rPr>
              <a:t>chân</a:t>
            </a:r>
            <a:r>
              <a:rPr sz="3000" spc="-50" dirty="0">
                <a:latin typeface="Calibri"/>
                <a:cs typeface="Calibri"/>
              </a:rPr>
              <a:t> </a:t>
            </a:r>
            <a:r>
              <a:rPr sz="3000" dirty="0">
                <a:latin typeface="Calibri"/>
                <a:cs typeface="Calibri"/>
              </a:rPr>
              <a:t>trị</a:t>
            </a:r>
            <a:r>
              <a:rPr sz="3000" spc="-20" dirty="0">
                <a:latin typeface="Calibri"/>
                <a:cs typeface="Calibri"/>
              </a:rPr>
              <a:t> đúng.</a:t>
            </a:r>
            <a:endParaRPr sz="3000">
              <a:latin typeface="Calibri"/>
              <a:cs typeface="Calibri"/>
            </a:endParaRPr>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288391"/>
            <a:ext cx="8124825" cy="3345179"/>
          </a:xfrm>
          <a:prstGeom prst="rect">
            <a:avLst/>
          </a:prstGeom>
        </p:spPr>
        <p:txBody>
          <a:bodyPr vert="horz" wrap="square" lIns="0" tIns="113030" rIns="0" bIns="0" rtlCol="0">
            <a:spAutoFit/>
          </a:bodyPr>
          <a:lstStyle/>
          <a:p>
            <a:pPr marL="12700">
              <a:lnSpc>
                <a:spcPct val="100000"/>
              </a:lnSpc>
              <a:spcBef>
                <a:spcPts val="890"/>
              </a:spcBef>
            </a:pPr>
            <a:r>
              <a:rPr sz="3200" b="1" dirty="0">
                <a:latin typeface="Calibri"/>
                <a:cs typeface="Calibri"/>
              </a:rPr>
              <a:t>c</a:t>
            </a:r>
            <a:r>
              <a:rPr sz="3200" b="1" spc="-20" dirty="0">
                <a:latin typeface="Calibri"/>
                <a:cs typeface="Calibri"/>
              </a:rPr>
              <a:t> </a:t>
            </a:r>
            <a:r>
              <a:rPr sz="3200" b="1" dirty="0">
                <a:latin typeface="Calibri"/>
                <a:cs typeface="Calibri"/>
              </a:rPr>
              <a:t>)</a:t>
            </a:r>
            <a:r>
              <a:rPr sz="3200" b="1" spc="-10" dirty="0">
                <a:latin typeface="Calibri"/>
                <a:cs typeface="Calibri"/>
              </a:rPr>
              <a:t> </a:t>
            </a:r>
            <a:r>
              <a:rPr sz="3200" b="1" dirty="0">
                <a:latin typeface="Calibri"/>
                <a:cs typeface="Calibri"/>
              </a:rPr>
              <a:t>Bắc</a:t>
            </a:r>
            <a:r>
              <a:rPr sz="3200" b="1" spc="-20" dirty="0">
                <a:latin typeface="Calibri"/>
                <a:cs typeface="Calibri"/>
              </a:rPr>
              <a:t> </a:t>
            </a:r>
            <a:r>
              <a:rPr sz="3200" b="1" dirty="0">
                <a:latin typeface="Calibri"/>
                <a:cs typeface="Calibri"/>
              </a:rPr>
              <a:t>cầu</a:t>
            </a:r>
            <a:r>
              <a:rPr sz="3200" b="1" spc="-20" dirty="0">
                <a:latin typeface="Calibri"/>
                <a:cs typeface="Calibri"/>
              </a:rPr>
              <a:t> </a:t>
            </a:r>
            <a:r>
              <a:rPr sz="3200" spc="-50" dirty="0">
                <a:latin typeface="Calibri"/>
                <a:cs typeface="Calibri"/>
              </a:rPr>
              <a:t>:</a:t>
            </a:r>
            <a:endParaRPr sz="3200">
              <a:latin typeface="Calibri"/>
              <a:cs typeface="Calibri"/>
            </a:endParaRPr>
          </a:p>
          <a:p>
            <a:pPr marL="12700" marR="5080">
              <a:lnSpc>
                <a:spcPct val="100000"/>
              </a:lnSpc>
              <a:spcBef>
                <a:spcPts val="790"/>
              </a:spcBef>
              <a:tabLst>
                <a:tab pos="4708525" algn="l"/>
              </a:tabLst>
            </a:pPr>
            <a:r>
              <a:rPr sz="3200" dirty="0">
                <a:latin typeface="Calibri"/>
                <a:cs typeface="Calibri"/>
              </a:rPr>
              <a:t>Giả</a:t>
            </a:r>
            <a:r>
              <a:rPr sz="3200" spc="-15" dirty="0">
                <a:latin typeface="Calibri"/>
                <a:cs typeface="Calibri"/>
              </a:rPr>
              <a:t> </a:t>
            </a:r>
            <a:r>
              <a:rPr sz="3200" dirty="0">
                <a:latin typeface="Calibri"/>
                <a:cs typeface="Calibri"/>
              </a:rPr>
              <a:t>sử</a:t>
            </a:r>
            <a:r>
              <a:rPr sz="3200" spc="-30" dirty="0">
                <a:latin typeface="Calibri"/>
                <a:cs typeface="Calibri"/>
              </a:rPr>
              <a:t> </a:t>
            </a:r>
            <a:r>
              <a:rPr sz="3200" dirty="0">
                <a:latin typeface="Calibri"/>
                <a:cs typeface="Calibri"/>
              </a:rPr>
              <a:t>(x,</a:t>
            </a:r>
            <a:r>
              <a:rPr sz="3200" spc="-40" dirty="0">
                <a:latin typeface="Calibri"/>
                <a:cs typeface="Calibri"/>
              </a:rPr>
              <a:t> </a:t>
            </a:r>
            <a:r>
              <a:rPr sz="3200" dirty="0">
                <a:latin typeface="Calibri"/>
                <a:cs typeface="Calibri"/>
              </a:rPr>
              <a:t>y)</a:t>
            </a:r>
            <a:r>
              <a:rPr sz="3200" spc="-30"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Calibri"/>
                <a:cs typeface="Calibri"/>
              </a:rPr>
              <a:t>R</a:t>
            </a:r>
            <a:r>
              <a:rPr sz="3200" spc="-35" dirty="0">
                <a:latin typeface="Calibri"/>
                <a:cs typeface="Calibri"/>
              </a:rPr>
              <a:t> </a:t>
            </a:r>
            <a:r>
              <a:rPr sz="3200" dirty="0">
                <a:latin typeface="Symbol"/>
                <a:cs typeface="Symbol"/>
              </a:rPr>
              <a:t></a:t>
            </a:r>
            <a:r>
              <a:rPr sz="3200" spc="-114" dirty="0">
                <a:latin typeface="Times New Roman"/>
                <a:cs typeface="Times New Roman"/>
              </a:rPr>
              <a:t> </a:t>
            </a:r>
            <a:r>
              <a:rPr sz="3200" spc="-40" dirty="0">
                <a:latin typeface="Calibri"/>
                <a:cs typeface="Calibri"/>
              </a:rPr>
              <a:t>(y,</a:t>
            </a:r>
            <a:r>
              <a:rPr sz="3200" spc="-25" dirty="0">
                <a:latin typeface="Calibri"/>
                <a:cs typeface="Calibri"/>
              </a:rPr>
              <a:t> </a:t>
            </a:r>
            <a:r>
              <a:rPr sz="3200" dirty="0">
                <a:latin typeface="Calibri"/>
                <a:cs typeface="Calibri"/>
              </a:rPr>
              <a:t>z)</a:t>
            </a:r>
            <a:r>
              <a:rPr sz="3200" spc="-20" dirty="0">
                <a:latin typeface="Calibri"/>
                <a:cs typeface="Calibri"/>
              </a:rPr>
              <a:t> </a:t>
            </a:r>
            <a:r>
              <a:rPr sz="3200" dirty="0">
                <a:latin typeface="Symbol"/>
                <a:cs typeface="Symbol"/>
              </a:rPr>
              <a:t></a:t>
            </a:r>
            <a:r>
              <a:rPr sz="3200" spc="-105" dirty="0">
                <a:latin typeface="Times New Roman"/>
                <a:cs typeface="Times New Roman"/>
              </a:rPr>
              <a:t> </a:t>
            </a:r>
            <a:r>
              <a:rPr sz="3200" spc="-50" dirty="0">
                <a:latin typeface="Calibri"/>
                <a:cs typeface="Calibri"/>
              </a:rPr>
              <a:t>R</a:t>
            </a:r>
            <a:r>
              <a:rPr sz="3200" dirty="0">
                <a:latin typeface="Calibri"/>
                <a:cs typeface="Calibri"/>
              </a:rPr>
              <a:t>	có</a:t>
            </a:r>
            <a:r>
              <a:rPr sz="3200" spc="-50" dirty="0">
                <a:latin typeface="Calibri"/>
                <a:cs typeface="Calibri"/>
              </a:rPr>
              <a:t> </a:t>
            </a:r>
            <a:r>
              <a:rPr sz="3200" dirty="0">
                <a:latin typeface="Calibri"/>
                <a:cs typeface="Calibri"/>
              </a:rPr>
              <a:t>chân</a:t>
            </a:r>
            <a:r>
              <a:rPr sz="3200" spc="-20" dirty="0">
                <a:latin typeface="Calibri"/>
                <a:cs typeface="Calibri"/>
              </a:rPr>
              <a:t> </a:t>
            </a:r>
            <a:r>
              <a:rPr sz="3200" dirty="0">
                <a:latin typeface="Calibri"/>
                <a:cs typeface="Calibri"/>
              </a:rPr>
              <a:t>trị</a:t>
            </a:r>
            <a:r>
              <a:rPr sz="3200" spc="-50" dirty="0">
                <a:latin typeface="Calibri"/>
                <a:cs typeface="Calibri"/>
              </a:rPr>
              <a:t> </a:t>
            </a:r>
            <a:r>
              <a:rPr sz="3200" spc="-10" dirty="0">
                <a:latin typeface="Calibri"/>
                <a:cs typeface="Calibri"/>
              </a:rPr>
              <a:t>đúng. </a:t>
            </a:r>
            <a:r>
              <a:rPr sz="3200" dirty="0">
                <a:latin typeface="Calibri"/>
                <a:cs typeface="Calibri"/>
              </a:rPr>
              <a:t>Theo</a:t>
            </a:r>
            <a:r>
              <a:rPr sz="3200" spc="-70" dirty="0">
                <a:latin typeface="Calibri"/>
                <a:cs typeface="Calibri"/>
              </a:rPr>
              <a:t> </a:t>
            </a:r>
            <a:r>
              <a:rPr sz="3200" dirty="0">
                <a:latin typeface="Calibri"/>
                <a:cs typeface="Calibri"/>
              </a:rPr>
              <a:t>định</a:t>
            </a:r>
            <a:r>
              <a:rPr sz="3200" spc="-65" dirty="0">
                <a:latin typeface="Calibri"/>
                <a:cs typeface="Calibri"/>
              </a:rPr>
              <a:t> </a:t>
            </a:r>
            <a:r>
              <a:rPr sz="3200" dirty="0">
                <a:latin typeface="Calibri"/>
                <a:cs typeface="Calibri"/>
              </a:rPr>
              <a:t>nghĩa</a:t>
            </a:r>
            <a:r>
              <a:rPr sz="3200" spc="-55" dirty="0">
                <a:latin typeface="Calibri"/>
                <a:cs typeface="Calibri"/>
              </a:rPr>
              <a:t> </a:t>
            </a:r>
            <a:r>
              <a:rPr sz="3200" dirty="0">
                <a:latin typeface="Calibri"/>
                <a:cs typeface="Calibri"/>
              </a:rPr>
              <a:t>ta</a:t>
            </a:r>
            <a:r>
              <a:rPr sz="3200" spc="-65" dirty="0">
                <a:latin typeface="Calibri"/>
                <a:cs typeface="Calibri"/>
              </a:rPr>
              <a:t> </a:t>
            </a:r>
            <a:r>
              <a:rPr sz="3200" dirty="0">
                <a:latin typeface="Calibri"/>
                <a:cs typeface="Calibri"/>
              </a:rPr>
              <a:t>có</a:t>
            </a:r>
            <a:r>
              <a:rPr sz="3200" spc="-70" dirty="0">
                <a:latin typeface="Calibri"/>
                <a:cs typeface="Calibri"/>
              </a:rPr>
              <a:t> </a:t>
            </a:r>
            <a:r>
              <a:rPr sz="3200" dirty="0">
                <a:latin typeface="Calibri"/>
                <a:cs typeface="Calibri"/>
              </a:rPr>
              <a:t>a+b=c+d</a:t>
            </a:r>
            <a:r>
              <a:rPr sz="3200" spc="-65" dirty="0">
                <a:latin typeface="Calibri"/>
                <a:cs typeface="Calibri"/>
              </a:rPr>
              <a:t> </a:t>
            </a:r>
            <a:r>
              <a:rPr sz="3200" dirty="0">
                <a:latin typeface="Calibri"/>
                <a:cs typeface="Calibri"/>
              </a:rPr>
              <a:t>và</a:t>
            </a:r>
            <a:r>
              <a:rPr sz="3200" spc="-65" dirty="0">
                <a:latin typeface="Calibri"/>
                <a:cs typeface="Calibri"/>
              </a:rPr>
              <a:t> </a:t>
            </a:r>
            <a:r>
              <a:rPr sz="3200" spc="-25" dirty="0">
                <a:latin typeface="Calibri"/>
                <a:cs typeface="Calibri"/>
              </a:rPr>
              <a:t>c+d=e+f.</a:t>
            </a:r>
            <a:r>
              <a:rPr sz="3200" spc="-45" dirty="0">
                <a:latin typeface="Calibri"/>
                <a:cs typeface="Calibri"/>
              </a:rPr>
              <a:t> </a:t>
            </a:r>
            <a:r>
              <a:rPr sz="3200" dirty="0">
                <a:latin typeface="Calibri"/>
                <a:cs typeface="Calibri"/>
              </a:rPr>
              <a:t>Do</a:t>
            </a:r>
            <a:r>
              <a:rPr sz="3200" spc="-65" dirty="0">
                <a:latin typeface="Calibri"/>
                <a:cs typeface="Calibri"/>
              </a:rPr>
              <a:t> </a:t>
            </a:r>
            <a:r>
              <a:rPr sz="3200" spc="-25" dirty="0">
                <a:latin typeface="Calibri"/>
                <a:cs typeface="Calibri"/>
              </a:rPr>
              <a:t>đó a+b=e+f. </a:t>
            </a:r>
            <a:r>
              <a:rPr sz="3200" dirty="0">
                <a:latin typeface="Calibri"/>
                <a:cs typeface="Calibri"/>
              </a:rPr>
              <a:t>Theo</a:t>
            </a:r>
            <a:r>
              <a:rPr sz="3200" spc="-50" dirty="0">
                <a:latin typeface="Calibri"/>
                <a:cs typeface="Calibri"/>
              </a:rPr>
              <a:t> </a:t>
            </a:r>
            <a:r>
              <a:rPr sz="3200" dirty="0">
                <a:latin typeface="Calibri"/>
                <a:cs typeface="Calibri"/>
              </a:rPr>
              <a:t>định</a:t>
            </a:r>
            <a:r>
              <a:rPr sz="3200" spc="-35" dirty="0">
                <a:latin typeface="Calibri"/>
                <a:cs typeface="Calibri"/>
              </a:rPr>
              <a:t> </a:t>
            </a:r>
            <a:r>
              <a:rPr sz="3200" dirty="0">
                <a:latin typeface="Calibri"/>
                <a:cs typeface="Calibri"/>
              </a:rPr>
              <a:t>nghĩa</a:t>
            </a:r>
            <a:r>
              <a:rPr sz="3200" spc="-30" dirty="0">
                <a:latin typeface="Calibri"/>
                <a:cs typeface="Calibri"/>
              </a:rPr>
              <a:t> </a:t>
            </a:r>
            <a:r>
              <a:rPr sz="3200" dirty="0">
                <a:latin typeface="Calibri"/>
                <a:cs typeface="Calibri"/>
              </a:rPr>
              <a:t>(x,</a:t>
            </a:r>
            <a:r>
              <a:rPr sz="3200" spc="-25" dirty="0">
                <a:latin typeface="Calibri"/>
                <a:cs typeface="Calibri"/>
              </a:rPr>
              <a:t> </a:t>
            </a:r>
            <a:r>
              <a:rPr sz="3200" dirty="0">
                <a:latin typeface="Calibri"/>
                <a:cs typeface="Calibri"/>
              </a:rPr>
              <a:t>z)</a:t>
            </a:r>
            <a:r>
              <a:rPr sz="3200" spc="-40" dirty="0">
                <a:latin typeface="Calibri"/>
                <a:cs typeface="Calibri"/>
              </a:rPr>
              <a:t> </a:t>
            </a:r>
            <a:r>
              <a:rPr sz="3200" dirty="0">
                <a:latin typeface="Symbol"/>
                <a:cs typeface="Symbol"/>
              </a:rPr>
              <a:t></a:t>
            </a:r>
            <a:r>
              <a:rPr sz="3200" spc="-114" dirty="0">
                <a:latin typeface="Times New Roman"/>
                <a:cs typeface="Times New Roman"/>
              </a:rPr>
              <a:t> </a:t>
            </a:r>
            <a:r>
              <a:rPr sz="3200" dirty="0">
                <a:latin typeface="Calibri"/>
                <a:cs typeface="Calibri"/>
              </a:rPr>
              <a:t>R.</a:t>
            </a:r>
            <a:r>
              <a:rPr sz="3200" spc="-45" dirty="0">
                <a:latin typeface="Calibri"/>
                <a:cs typeface="Calibri"/>
              </a:rPr>
              <a:t> </a:t>
            </a:r>
            <a:r>
              <a:rPr sz="3200" dirty="0">
                <a:latin typeface="Calibri"/>
                <a:cs typeface="Calibri"/>
              </a:rPr>
              <a:t>Mệnh</a:t>
            </a:r>
            <a:r>
              <a:rPr sz="3200" spc="-50" dirty="0">
                <a:latin typeface="Calibri"/>
                <a:cs typeface="Calibri"/>
              </a:rPr>
              <a:t> </a:t>
            </a:r>
            <a:r>
              <a:rPr sz="3200" spc="-25" dirty="0">
                <a:latin typeface="Calibri"/>
                <a:cs typeface="Calibri"/>
              </a:rPr>
              <a:t>đề:</a:t>
            </a:r>
            <a:endParaRPr sz="3200">
              <a:latin typeface="Calibri"/>
              <a:cs typeface="Calibri"/>
            </a:endParaRPr>
          </a:p>
          <a:p>
            <a:pPr marL="12700" marR="1198880" indent="1216025">
              <a:lnSpc>
                <a:spcPct val="119400"/>
              </a:lnSpc>
              <a:spcBef>
                <a:spcPts val="25"/>
              </a:spcBef>
            </a:pPr>
            <a:r>
              <a:rPr sz="3200" dirty="0">
                <a:latin typeface="Calibri"/>
                <a:cs typeface="Calibri"/>
              </a:rPr>
              <a:t>[(x,</a:t>
            </a:r>
            <a:r>
              <a:rPr sz="3200" spc="-30" dirty="0">
                <a:latin typeface="Calibri"/>
                <a:cs typeface="Calibri"/>
              </a:rPr>
              <a:t> </a:t>
            </a:r>
            <a:r>
              <a:rPr sz="3200" dirty="0">
                <a:latin typeface="Calibri"/>
                <a:cs typeface="Calibri"/>
              </a:rPr>
              <a:t>y)</a:t>
            </a:r>
            <a:r>
              <a:rPr sz="3200" spc="-20"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Calibri"/>
                <a:cs typeface="Calibri"/>
              </a:rPr>
              <a:t>R</a:t>
            </a:r>
            <a:r>
              <a:rPr sz="3200" spc="-35" dirty="0">
                <a:latin typeface="Calibri"/>
                <a:cs typeface="Calibri"/>
              </a:rPr>
              <a:t> </a:t>
            </a:r>
            <a:r>
              <a:rPr sz="3200" dirty="0">
                <a:latin typeface="Symbol"/>
                <a:cs typeface="Symbol"/>
              </a:rPr>
              <a:t></a:t>
            </a:r>
            <a:r>
              <a:rPr sz="3200" spc="-110" dirty="0">
                <a:latin typeface="Times New Roman"/>
                <a:cs typeface="Times New Roman"/>
              </a:rPr>
              <a:t> </a:t>
            </a:r>
            <a:r>
              <a:rPr sz="3200" spc="-40" dirty="0">
                <a:latin typeface="Calibri"/>
                <a:cs typeface="Calibri"/>
              </a:rPr>
              <a:t>(y,</a:t>
            </a:r>
            <a:r>
              <a:rPr sz="3200" spc="-30" dirty="0">
                <a:latin typeface="Calibri"/>
                <a:cs typeface="Calibri"/>
              </a:rPr>
              <a:t> </a:t>
            </a:r>
            <a:r>
              <a:rPr sz="3200" dirty="0">
                <a:latin typeface="Calibri"/>
                <a:cs typeface="Calibri"/>
              </a:rPr>
              <a:t>z)</a:t>
            </a:r>
            <a:r>
              <a:rPr sz="3200" spc="-25"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Calibri"/>
                <a:cs typeface="Calibri"/>
              </a:rPr>
              <a:t>R]</a:t>
            </a:r>
            <a:r>
              <a:rPr sz="3200" spc="-35" dirty="0">
                <a:latin typeface="Calibri"/>
                <a:cs typeface="Calibri"/>
              </a:rPr>
              <a:t> </a:t>
            </a:r>
            <a:r>
              <a:rPr sz="3200" dirty="0">
                <a:latin typeface="Symbol"/>
                <a:cs typeface="Symbol"/>
              </a:rPr>
              <a:t></a:t>
            </a:r>
            <a:r>
              <a:rPr sz="3200" spc="-100" dirty="0">
                <a:latin typeface="Times New Roman"/>
                <a:cs typeface="Times New Roman"/>
              </a:rPr>
              <a:t> </a:t>
            </a:r>
            <a:r>
              <a:rPr sz="3200" dirty="0">
                <a:latin typeface="Calibri"/>
                <a:cs typeface="Calibri"/>
              </a:rPr>
              <a:t>(x,</a:t>
            </a:r>
            <a:r>
              <a:rPr sz="3200" spc="-30" dirty="0">
                <a:latin typeface="Calibri"/>
                <a:cs typeface="Calibri"/>
              </a:rPr>
              <a:t> </a:t>
            </a:r>
            <a:r>
              <a:rPr sz="3200" dirty="0">
                <a:latin typeface="Calibri"/>
                <a:cs typeface="Calibri"/>
              </a:rPr>
              <a:t>z)</a:t>
            </a:r>
            <a:r>
              <a:rPr sz="3200" spc="-25" dirty="0">
                <a:latin typeface="Calibri"/>
                <a:cs typeface="Calibri"/>
              </a:rPr>
              <a:t> </a:t>
            </a:r>
            <a:r>
              <a:rPr sz="3200" dirty="0">
                <a:latin typeface="Symbol"/>
                <a:cs typeface="Symbol"/>
              </a:rPr>
              <a:t></a:t>
            </a:r>
            <a:r>
              <a:rPr sz="3200" spc="-100" dirty="0">
                <a:latin typeface="Times New Roman"/>
                <a:cs typeface="Times New Roman"/>
              </a:rPr>
              <a:t> </a:t>
            </a:r>
            <a:r>
              <a:rPr sz="3200" spc="-50" dirty="0">
                <a:latin typeface="Calibri"/>
                <a:cs typeface="Calibri"/>
              </a:rPr>
              <a:t>R </a:t>
            </a:r>
            <a:r>
              <a:rPr sz="3200" dirty="0">
                <a:latin typeface="Calibri"/>
                <a:cs typeface="Calibri"/>
              </a:rPr>
              <a:t>có</a:t>
            </a:r>
            <a:r>
              <a:rPr sz="3200" spc="-55" dirty="0">
                <a:latin typeface="Calibri"/>
                <a:cs typeface="Calibri"/>
              </a:rPr>
              <a:t> </a:t>
            </a:r>
            <a:r>
              <a:rPr sz="3200" dirty="0">
                <a:latin typeface="Calibri"/>
                <a:cs typeface="Calibri"/>
              </a:rPr>
              <a:t>chân</a:t>
            </a:r>
            <a:r>
              <a:rPr sz="3200" spc="-30" dirty="0">
                <a:latin typeface="Calibri"/>
                <a:cs typeface="Calibri"/>
              </a:rPr>
              <a:t> </a:t>
            </a:r>
            <a:r>
              <a:rPr sz="3200" dirty="0">
                <a:latin typeface="Calibri"/>
                <a:cs typeface="Calibri"/>
              </a:rPr>
              <a:t>trị</a:t>
            </a:r>
            <a:r>
              <a:rPr sz="3200" spc="-50" dirty="0">
                <a:latin typeface="Calibri"/>
                <a:cs typeface="Calibri"/>
              </a:rPr>
              <a:t> </a:t>
            </a:r>
            <a:r>
              <a:rPr sz="3200" spc="-10" dirty="0">
                <a:latin typeface="Calibri"/>
                <a:cs typeface="Calibri"/>
              </a:rPr>
              <a:t>đúng.</a:t>
            </a:r>
            <a:endParaRPr sz="3200">
              <a:latin typeface="Calibri"/>
              <a:cs typeface="Calibri"/>
            </a:endParaRPr>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316179"/>
            <a:ext cx="8169909" cy="6054090"/>
          </a:xfrm>
          <a:prstGeom prst="rect">
            <a:avLst/>
          </a:prstGeom>
        </p:spPr>
        <p:txBody>
          <a:bodyPr vert="horz" wrap="square" lIns="0" tIns="10160" rIns="0" bIns="0" rtlCol="0">
            <a:spAutoFit/>
          </a:bodyPr>
          <a:lstStyle/>
          <a:p>
            <a:pPr marL="12700" marR="5080">
              <a:lnSpc>
                <a:spcPct val="100800"/>
              </a:lnSpc>
              <a:spcBef>
                <a:spcPts val="80"/>
              </a:spcBef>
            </a:pPr>
            <a:r>
              <a:rPr sz="2600" b="1" dirty="0">
                <a:latin typeface="Calibri"/>
                <a:cs typeface="Calibri"/>
              </a:rPr>
              <a:t>3.3.2</a:t>
            </a:r>
            <a:r>
              <a:rPr sz="2600" b="1" spc="-35" dirty="0">
                <a:latin typeface="Calibri"/>
                <a:cs typeface="Calibri"/>
              </a:rPr>
              <a:t> </a:t>
            </a:r>
            <a:r>
              <a:rPr sz="2600" b="1" dirty="0">
                <a:latin typeface="Calibri"/>
                <a:cs typeface="Calibri"/>
              </a:rPr>
              <a:t>Định</a:t>
            </a:r>
            <a:r>
              <a:rPr sz="2600" b="1" spc="-15" dirty="0">
                <a:latin typeface="Calibri"/>
                <a:cs typeface="Calibri"/>
              </a:rPr>
              <a:t> </a:t>
            </a:r>
            <a:r>
              <a:rPr sz="2600" b="1" dirty="0">
                <a:latin typeface="Calibri"/>
                <a:cs typeface="Calibri"/>
              </a:rPr>
              <a:t>nghĩa :</a:t>
            </a:r>
            <a:r>
              <a:rPr sz="2600" b="1" spc="-25" dirty="0">
                <a:latin typeface="Calibri"/>
                <a:cs typeface="Calibri"/>
              </a:rPr>
              <a:t> </a:t>
            </a:r>
            <a:r>
              <a:rPr sz="2600" dirty="0">
                <a:latin typeface="Calibri"/>
                <a:cs typeface="Calibri"/>
              </a:rPr>
              <a:t>Cho</a:t>
            </a:r>
            <a:r>
              <a:rPr sz="2600" spc="-20" dirty="0">
                <a:latin typeface="Calibri"/>
                <a:cs typeface="Calibri"/>
              </a:rPr>
              <a:t> </a:t>
            </a:r>
            <a:r>
              <a:rPr sz="2600" dirty="0">
                <a:latin typeface="Calibri"/>
                <a:cs typeface="Calibri"/>
              </a:rPr>
              <a:t>R</a:t>
            </a:r>
            <a:r>
              <a:rPr sz="2600" spc="-30" dirty="0">
                <a:latin typeface="Calibri"/>
                <a:cs typeface="Calibri"/>
              </a:rPr>
              <a:t> </a:t>
            </a:r>
            <a:r>
              <a:rPr sz="2600" dirty="0">
                <a:latin typeface="Calibri"/>
                <a:cs typeface="Calibri"/>
              </a:rPr>
              <a:t>là</a:t>
            </a:r>
            <a:r>
              <a:rPr sz="2600" spc="-15" dirty="0">
                <a:latin typeface="Calibri"/>
                <a:cs typeface="Calibri"/>
              </a:rPr>
              <a:t> </a:t>
            </a:r>
            <a:r>
              <a:rPr sz="2600" dirty="0">
                <a:latin typeface="Calibri"/>
                <a:cs typeface="Calibri"/>
              </a:rPr>
              <a:t>quan</a:t>
            </a:r>
            <a:r>
              <a:rPr sz="2600" spc="-35" dirty="0">
                <a:latin typeface="Calibri"/>
                <a:cs typeface="Calibri"/>
              </a:rPr>
              <a:t> </a:t>
            </a:r>
            <a:r>
              <a:rPr sz="2600" dirty="0">
                <a:latin typeface="Calibri"/>
                <a:cs typeface="Calibri"/>
              </a:rPr>
              <a:t>hệ</a:t>
            </a:r>
            <a:r>
              <a:rPr sz="2600" spc="-30" dirty="0">
                <a:latin typeface="Calibri"/>
                <a:cs typeface="Calibri"/>
              </a:rPr>
              <a:t> </a:t>
            </a:r>
            <a:r>
              <a:rPr sz="2600" dirty="0">
                <a:latin typeface="Calibri"/>
                <a:cs typeface="Calibri"/>
              </a:rPr>
              <a:t>tương</a:t>
            </a:r>
            <a:r>
              <a:rPr sz="2600" spc="-35" dirty="0">
                <a:latin typeface="Calibri"/>
                <a:cs typeface="Calibri"/>
              </a:rPr>
              <a:t> </a:t>
            </a:r>
            <a:r>
              <a:rPr sz="2600" dirty="0">
                <a:latin typeface="Calibri"/>
                <a:cs typeface="Calibri"/>
              </a:rPr>
              <a:t>đương</a:t>
            </a:r>
            <a:r>
              <a:rPr sz="2600" spc="-50" dirty="0">
                <a:latin typeface="Calibri"/>
                <a:cs typeface="Calibri"/>
              </a:rPr>
              <a:t> </a:t>
            </a:r>
            <a:r>
              <a:rPr sz="2600" dirty="0">
                <a:latin typeface="Calibri"/>
                <a:cs typeface="Calibri"/>
              </a:rPr>
              <a:t>trên</a:t>
            </a:r>
            <a:r>
              <a:rPr sz="2600" spc="-35" dirty="0">
                <a:latin typeface="Calibri"/>
                <a:cs typeface="Calibri"/>
              </a:rPr>
              <a:t> </a:t>
            </a:r>
            <a:r>
              <a:rPr sz="2600" dirty="0">
                <a:latin typeface="Calibri"/>
                <a:cs typeface="Calibri"/>
              </a:rPr>
              <a:t>X.</a:t>
            </a:r>
            <a:r>
              <a:rPr sz="2600" spc="-20" dirty="0">
                <a:latin typeface="Calibri"/>
                <a:cs typeface="Calibri"/>
              </a:rPr>
              <a:t> </a:t>
            </a:r>
            <a:r>
              <a:rPr sz="2600" spc="-25" dirty="0">
                <a:latin typeface="Calibri"/>
                <a:cs typeface="Calibri"/>
              </a:rPr>
              <a:t>Lớp </a:t>
            </a:r>
            <a:r>
              <a:rPr sz="2600" dirty="0">
                <a:latin typeface="Calibri"/>
                <a:cs typeface="Calibri"/>
              </a:rPr>
              <a:t>tương</a:t>
            </a:r>
            <a:r>
              <a:rPr sz="2600" spc="-30" dirty="0">
                <a:latin typeface="Calibri"/>
                <a:cs typeface="Calibri"/>
              </a:rPr>
              <a:t> </a:t>
            </a:r>
            <a:r>
              <a:rPr sz="2600" dirty="0">
                <a:latin typeface="Calibri"/>
                <a:cs typeface="Calibri"/>
              </a:rPr>
              <a:t>đương</a:t>
            </a:r>
            <a:r>
              <a:rPr sz="2600" spc="-25" dirty="0">
                <a:latin typeface="Calibri"/>
                <a:cs typeface="Calibri"/>
              </a:rPr>
              <a:t> </a:t>
            </a:r>
            <a:r>
              <a:rPr sz="2600" dirty="0">
                <a:latin typeface="Calibri"/>
                <a:cs typeface="Calibri"/>
              </a:rPr>
              <a:t>chứa</a:t>
            </a:r>
            <a:r>
              <a:rPr sz="2600" spc="-5" dirty="0">
                <a:latin typeface="Calibri"/>
                <a:cs typeface="Calibri"/>
              </a:rPr>
              <a:t> </a:t>
            </a:r>
            <a:r>
              <a:rPr sz="2600" dirty="0">
                <a:latin typeface="Calibri"/>
                <a:cs typeface="Calibri"/>
              </a:rPr>
              <a:t>x</a:t>
            </a:r>
            <a:r>
              <a:rPr sz="2600" spc="-10" dirty="0">
                <a:latin typeface="Calibri"/>
                <a:cs typeface="Calibri"/>
              </a:rPr>
              <a:t> </a:t>
            </a:r>
            <a:r>
              <a:rPr sz="2600" dirty="0">
                <a:latin typeface="Symbol"/>
                <a:cs typeface="Symbol"/>
              </a:rPr>
              <a:t></a:t>
            </a:r>
            <a:r>
              <a:rPr sz="2600" spc="-75" dirty="0">
                <a:latin typeface="Times New Roman"/>
                <a:cs typeface="Times New Roman"/>
              </a:rPr>
              <a:t> </a:t>
            </a:r>
            <a:r>
              <a:rPr sz="2600" dirty="0">
                <a:latin typeface="Calibri"/>
                <a:cs typeface="Calibri"/>
              </a:rPr>
              <a:t>X</a:t>
            </a:r>
            <a:r>
              <a:rPr sz="2600" spc="-15" dirty="0">
                <a:latin typeface="Calibri"/>
                <a:cs typeface="Calibri"/>
              </a:rPr>
              <a:t> </a:t>
            </a:r>
            <a:r>
              <a:rPr sz="2600" dirty="0">
                <a:latin typeface="Calibri"/>
                <a:cs typeface="Calibri"/>
              </a:rPr>
              <a:t>được</a:t>
            </a:r>
            <a:r>
              <a:rPr sz="2600" spc="-10" dirty="0">
                <a:latin typeface="Calibri"/>
                <a:cs typeface="Calibri"/>
              </a:rPr>
              <a:t> </a:t>
            </a:r>
            <a:r>
              <a:rPr sz="2600" dirty="0">
                <a:latin typeface="Calibri"/>
                <a:cs typeface="Calibri"/>
              </a:rPr>
              <a:t>định</a:t>
            </a:r>
            <a:r>
              <a:rPr sz="2600" spc="-5" dirty="0">
                <a:latin typeface="Calibri"/>
                <a:cs typeface="Calibri"/>
              </a:rPr>
              <a:t> </a:t>
            </a:r>
            <a:r>
              <a:rPr sz="2600" spc="-10" dirty="0">
                <a:latin typeface="Calibri"/>
                <a:cs typeface="Calibri"/>
              </a:rPr>
              <a:t>nghĩa</a:t>
            </a:r>
            <a:endParaRPr sz="2600">
              <a:latin typeface="Calibri"/>
              <a:cs typeface="Calibri"/>
            </a:endParaRPr>
          </a:p>
          <a:p>
            <a:pPr marL="2878455">
              <a:lnSpc>
                <a:spcPct val="100000"/>
              </a:lnSpc>
              <a:spcBef>
                <a:spcPts val="625"/>
              </a:spcBef>
            </a:pPr>
            <a:r>
              <a:rPr sz="2600" dirty="0">
                <a:latin typeface="Calibri"/>
                <a:cs typeface="Calibri"/>
              </a:rPr>
              <a:t>[x]</a:t>
            </a:r>
            <a:r>
              <a:rPr sz="2600" spc="-25" dirty="0">
                <a:latin typeface="Calibri"/>
                <a:cs typeface="Calibri"/>
              </a:rPr>
              <a:t> </a:t>
            </a:r>
            <a:r>
              <a:rPr sz="2600" dirty="0">
                <a:latin typeface="Calibri"/>
                <a:cs typeface="Calibri"/>
              </a:rPr>
              <a:t>=</a:t>
            </a:r>
            <a:r>
              <a:rPr sz="2600" spc="-5" dirty="0">
                <a:latin typeface="Calibri"/>
                <a:cs typeface="Calibri"/>
              </a:rPr>
              <a:t> </a:t>
            </a:r>
            <a:r>
              <a:rPr sz="2600" dirty="0">
                <a:latin typeface="Calibri"/>
                <a:cs typeface="Calibri"/>
              </a:rPr>
              <a:t>{</a:t>
            </a:r>
            <a:r>
              <a:rPr sz="2600" spc="-10" dirty="0">
                <a:latin typeface="Calibri"/>
                <a:cs typeface="Calibri"/>
              </a:rPr>
              <a:t> </a:t>
            </a:r>
            <a:r>
              <a:rPr sz="2600" dirty="0">
                <a:latin typeface="Calibri"/>
                <a:cs typeface="Calibri"/>
              </a:rPr>
              <a:t>y</a:t>
            </a:r>
            <a:r>
              <a:rPr sz="2600" spc="-5" dirty="0">
                <a:latin typeface="Calibri"/>
                <a:cs typeface="Calibri"/>
              </a:rPr>
              <a:t> </a:t>
            </a:r>
            <a:r>
              <a:rPr sz="2600" dirty="0">
                <a:latin typeface="Calibri"/>
                <a:cs typeface="Calibri"/>
              </a:rPr>
              <a:t>:</a:t>
            </a:r>
            <a:r>
              <a:rPr sz="2600" spc="-20" dirty="0">
                <a:latin typeface="Calibri"/>
                <a:cs typeface="Calibri"/>
              </a:rPr>
              <a:t> </a:t>
            </a:r>
            <a:r>
              <a:rPr sz="2600" dirty="0">
                <a:latin typeface="Calibri"/>
                <a:cs typeface="Calibri"/>
              </a:rPr>
              <a:t>(x,</a:t>
            </a:r>
            <a:r>
              <a:rPr sz="2600" spc="-5" dirty="0">
                <a:latin typeface="Calibri"/>
                <a:cs typeface="Calibri"/>
              </a:rPr>
              <a:t> </a:t>
            </a:r>
            <a:r>
              <a:rPr sz="2600" dirty="0">
                <a:latin typeface="Calibri"/>
                <a:cs typeface="Calibri"/>
              </a:rPr>
              <a:t>y)</a:t>
            </a:r>
            <a:r>
              <a:rPr sz="2600" spc="-20" dirty="0">
                <a:latin typeface="Calibri"/>
                <a:cs typeface="Calibri"/>
              </a:rPr>
              <a:t> </a:t>
            </a:r>
            <a:r>
              <a:rPr sz="2600" dirty="0">
                <a:latin typeface="Symbol"/>
                <a:cs typeface="Symbol"/>
              </a:rPr>
              <a:t></a:t>
            </a:r>
            <a:r>
              <a:rPr sz="2600" spc="-80" dirty="0">
                <a:latin typeface="Times New Roman"/>
                <a:cs typeface="Times New Roman"/>
              </a:rPr>
              <a:t> </a:t>
            </a:r>
            <a:r>
              <a:rPr sz="2600" spc="-25" dirty="0">
                <a:latin typeface="Calibri"/>
                <a:cs typeface="Calibri"/>
              </a:rPr>
              <a:t>R}</a:t>
            </a:r>
            <a:endParaRPr sz="2600">
              <a:latin typeface="Calibri"/>
              <a:cs typeface="Calibri"/>
            </a:endParaRPr>
          </a:p>
          <a:p>
            <a:pPr marL="12700" marR="4122420" indent="457200">
              <a:lnSpc>
                <a:spcPts val="3740"/>
              </a:lnSpc>
              <a:spcBef>
                <a:spcPts val="220"/>
              </a:spcBef>
              <a:buFont typeface="Wingdings"/>
              <a:buChar char=""/>
              <a:tabLst>
                <a:tab pos="469900" algn="l"/>
                <a:tab pos="1158875" algn="l"/>
              </a:tabLst>
            </a:pPr>
            <a:r>
              <a:rPr sz="2600" spc="-90" dirty="0">
                <a:latin typeface="Calibri"/>
                <a:cs typeface="Calibri"/>
              </a:rPr>
              <a:t>Ta</a:t>
            </a:r>
            <a:r>
              <a:rPr sz="2600" spc="-60" dirty="0">
                <a:latin typeface="Calibri"/>
                <a:cs typeface="Calibri"/>
              </a:rPr>
              <a:t> </a:t>
            </a:r>
            <a:r>
              <a:rPr sz="2600" dirty="0">
                <a:latin typeface="Calibri"/>
                <a:cs typeface="Calibri"/>
              </a:rPr>
              <a:t>cũng</a:t>
            </a:r>
            <a:r>
              <a:rPr sz="2600" spc="-35" dirty="0">
                <a:latin typeface="Calibri"/>
                <a:cs typeface="Calibri"/>
              </a:rPr>
              <a:t> </a:t>
            </a:r>
            <a:r>
              <a:rPr sz="2600" dirty="0">
                <a:latin typeface="Calibri"/>
                <a:cs typeface="Calibri"/>
              </a:rPr>
              <a:t>viết</a:t>
            </a:r>
            <a:r>
              <a:rPr sz="2600" spc="-30" dirty="0">
                <a:latin typeface="Calibri"/>
                <a:cs typeface="Calibri"/>
              </a:rPr>
              <a:t> </a:t>
            </a:r>
            <a:r>
              <a:rPr sz="2600" spc="-110" dirty="0">
                <a:latin typeface="Cambria Math"/>
                <a:cs typeface="Cambria Math"/>
              </a:rPr>
              <a:t>𝑥</a:t>
            </a:r>
            <a:r>
              <a:rPr sz="2600" spc="-2080" dirty="0">
                <a:latin typeface="Cambria Math"/>
                <a:cs typeface="Cambria Math"/>
              </a:rPr>
              <a:t>ҧ</a:t>
            </a:r>
            <a:r>
              <a:rPr sz="2600" spc="180" dirty="0">
                <a:latin typeface="Cambria Math"/>
                <a:cs typeface="Cambria Math"/>
              </a:rPr>
              <a:t> </a:t>
            </a:r>
            <a:r>
              <a:rPr sz="2600" dirty="0">
                <a:latin typeface="Calibri"/>
                <a:cs typeface="Calibri"/>
              </a:rPr>
              <a:t>thay</a:t>
            </a:r>
            <a:r>
              <a:rPr sz="2600" spc="-20" dirty="0">
                <a:latin typeface="Calibri"/>
                <a:cs typeface="Calibri"/>
              </a:rPr>
              <a:t> </a:t>
            </a:r>
            <a:r>
              <a:rPr sz="2600" dirty="0">
                <a:latin typeface="Calibri"/>
                <a:cs typeface="Calibri"/>
              </a:rPr>
              <a:t>cho</a:t>
            </a:r>
            <a:r>
              <a:rPr sz="2600" spc="-45" dirty="0">
                <a:latin typeface="Calibri"/>
                <a:cs typeface="Calibri"/>
              </a:rPr>
              <a:t> </a:t>
            </a:r>
            <a:r>
              <a:rPr sz="2600" spc="-20" dirty="0">
                <a:latin typeface="Calibri"/>
                <a:cs typeface="Calibri"/>
              </a:rPr>
              <a:t>[x]. </a:t>
            </a:r>
            <a:r>
              <a:rPr sz="2600" dirty="0">
                <a:latin typeface="Calibri"/>
                <a:cs typeface="Calibri"/>
              </a:rPr>
              <a:t>Ví</a:t>
            </a:r>
            <a:r>
              <a:rPr sz="2600" spc="-5" dirty="0">
                <a:latin typeface="Calibri"/>
                <a:cs typeface="Calibri"/>
              </a:rPr>
              <a:t> </a:t>
            </a:r>
            <a:r>
              <a:rPr sz="2600" dirty="0">
                <a:latin typeface="Calibri"/>
                <a:cs typeface="Calibri"/>
              </a:rPr>
              <a:t>dụ</a:t>
            </a:r>
            <a:r>
              <a:rPr sz="2600" spc="-15" dirty="0">
                <a:latin typeface="Calibri"/>
                <a:cs typeface="Calibri"/>
              </a:rPr>
              <a:t> </a:t>
            </a:r>
            <a:r>
              <a:rPr sz="2600" spc="-50" dirty="0">
                <a:latin typeface="Calibri"/>
                <a:cs typeface="Calibri"/>
              </a:rPr>
              <a:t>:</a:t>
            </a:r>
            <a:r>
              <a:rPr sz="2600" dirty="0">
                <a:latin typeface="Calibri"/>
                <a:cs typeface="Calibri"/>
              </a:rPr>
              <a:t>	X</a:t>
            </a:r>
            <a:r>
              <a:rPr sz="2600" spc="-5" dirty="0">
                <a:latin typeface="Calibri"/>
                <a:cs typeface="Calibri"/>
              </a:rPr>
              <a:t> </a:t>
            </a:r>
            <a:r>
              <a:rPr sz="2600" dirty="0">
                <a:latin typeface="Calibri"/>
                <a:cs typeface="Calibri"/>
              </a:rPr>
              <a:t>=</a:t>
            </a:r>
            <a:r>
              <a:rPr sz="2600" spc="-5" dirty="0">
                <a:latin typeface="Calibri"/>
                <a:cs typeface="Calibri"/>
              </a:rPr>
              <a:t> </a:t>
            </a:r>
            <a:r>
              <a:rPr sz="2600" dirty="0">
                <a:latin typeface="Calibri"/>
                <a:cs typeface="Calibri"/>
              </a:rPr>
              <a:t>{1,</a:t>
            </a:r>
            <a:r>
              <a:rPr sz="2600" spc="-20" dirty="0">
                <a:latin typeface="Calibri"/>
                <a:cs typeface="Calibri"/>
              </a:rPr>
              <a:t> </a:t>
            </a:r>
            <a:r>
              <a:rPr sz="2600" dirty="0">
                <a:latin typeface="Calibri"/>
                <a:cs typeface="Calibri"/>
              </a:rPr>
              <a:t>2,</a:t>
            </a:r>
            <a:r>
              <a:rPr sz="2600" spc="-5" dirty="0">
                <a:latin typeface="Calibri"/>
                <a:cs typeface="Calibri"/>
              </a:rPr>
              <a:t> </a:t>
            </a:r>
            <a:r>
              <a:rPr sz="2600" spc="-25" dirty="0">
                <a:latin typeface="Calibri"/>
                <a:cs typeface="Calibri"/>
              </a:rPr>
              <a:t>3}</a:t>
            </a:r>
            <a:endParaRPr sz="2600">
              <a:latin typeface="Calibri"/>
              <a:cs typeface="Calibri"/>
            </a:endParaRPr>
          </a:p>
          <a:p>
            <a:pPr marL="12700">
              <a:lnSpc>
                <a:spcPct val="100000"/>
              </a:lnSpc>
              <a:spcBef>
                <a:spcPts val="390"/>
              </a:spcBef>
            </a:pPr>
            <a:r>
              <a:rPr sz="2600" dirty="0">
                <a:latin typeface="Calibri"/>
                <a:cs typeface="Calibri"/>
              </a:rPr>
              <a:t>R1</a:t>
            </a:r>
            <a:r>
              <a:rPr sz="2600" spc="-15" dirty="0">
                <a:latin typeface="Calibri"/>
                <a:cs typeface="Calibri"/>
              </a:rPr>
              <a:t> </a:t>
            </a:r>
            <a:r>
              <a:rPr sz="2600" dirty="0">
                <a:latin typeface="Calibri"/>
                <a:cs typeface="Calibri"/>
              </a:rPr>
              <a:t>=</a:t>
            </a:r>
            <a:r>
              <a:rPr sz="2600" spc="-5" dirty="0">
                <a:latin typeface="Calibri"/>
                <a:cs typeface="Calibri"/>
              </a:rPr>
              <a:t> </a:t>
            </a:r>
            <a:r>
              <a:rPr sz="2600" dirty="0">
                <a:latin typeface="Calibri"/>
                <a:cs typeface="Calibri"/>
              </a:rPr>
              <a:t>{(1,1),</a:t>
            </a:r>
            <a:r>
              <a:rPr sz="2600" spc="-30" dirty="0">
                <a:latin typeface="Calibri"/>
                <a:cs typeface="Calibri"/>
              </a:rPr>
              <a:t> </a:t>
            </a:r>
            <a:r>
              <a:rPr sz="2600" dirty="0">
                <a:latin typeface="Calibri"/>
                <a:cs typeface="Calibri"/>
              </a:rPr>
              <a:t>(2,2),</a:t>
            </a:r>
            <a:r>
              <a:rPr sz="2600" spc="-20" dirty="0">
                <a:latin typeface="Calibri"/>
                <a:cs typeface="Calibri"/>
              </a:rPr>
              <a:t> </a:t>
            </a:r>
            <a:r>
              <a:rPr sz="2600" spc="-10" dirty="0">
                <a:latin typeface="Calibri"/>
                <a:cs typeface="Calibri"/>
              </a:rPr>
              <a:t>(3,3)}</a:t>
            </a:r>
            <a:endParaRPr sz="2600">
              <a:latin typeface="Calibri"/>
              <a:cs typeface="Calibri"/>
            </a:endParaRPr>
          </a:p>
          <a:p>
            <a:pPr marL="12700">
              <a:lnSpc>
                <a:spcPct val="100000"/>
              </a:lnSpc>
              <a:spcBef>
                <a:spcPts val="650"/>
              </a:spcBef>
            </a:pPr>
            <a:r>
              <a:rPr sz="2600" dirty="0">
                <a:latin typeface="Symbol"/>
                <a:cs typeface="Symbol"/>
              </a:rPr>
              <a:t></a:t>
            </a:r>
            <a:r>
              <a:rPr sz="2600" spc="-85" dirty="0">
                <a:latin typeface="Times New Roman"/>
                <a:cs typeface="Times New Roman"/>
              </a:rPr>
              <a:t> </a:t>
            </a:r>
            <a:r>
              <a:rPr sz="2600" dirty="0">
                <a:latin typeface="Calibri"/>
                <a:cs typeface="Calibri"/>
              </a:rPr>
              <a:t>[1]</a:t>
            </a:r>
            <a:r>
              <a:rPr sz="2600" spc="-15" dirty="0">
                <a:latin typeface="Calibri"/>
                <a:cs typeface="Calibri"/>
              </a:rPr>
              <a:t> </a:t>
            </a:r>
            <a:r>
              <a:rPr sz="2600" dirty="0">
                <a:latin typeface="Calibri"/>
                <a:cs typeface="Calibri"/>
              </a:rPr>
              <a:t>=</a:t>
            </a:r>
            <a:r>
              <a:rPr sz="2600" spc="-5" dirty="0">
                <a:latin typeface="Calibri"/>
                <a:cs typeface="Calibri"/>
              </a:rPr>
              <a:t> </a:t>
            </a:r>
            <a:r>
              <a:rPr sz="2600" dirty="0">
                <a:latin typeface="Calibri"/>
                <a:cs typeface="Calibri"/>
              </a:rPr>
              <a:t>{1},</a:t>
            </a:r>
            <a:r>
              <a:rPr sz="2600" spc="-25" dirty="0">
                <a:latin typeface="Calibri"/>
                <a:cs typeface="Calibri"/>
              </a:rPr>
              <a:t> </a:t>
            </a:r>
            <a:r>
              <a:rPr sz="2600" dirty="0">
                <a:latin typeface="Calibri"/>
                <a:cs typeface="Calibri"/>
              </a:rPr>
              <a:t>[2]</a:t>
            </a:r>
            <a:r>
              <a:rPr sz="2600" spc="-15" dirty="0">
                <a:latin typeface="Calibri"/>
                <a:cs typeface="Calibri"/>
              </a:rPr>
              <a:t> </a:t>
            </a:r>
            <a:r>
              <a:rPr sz="2600" dirty="0">
                <a:latin typeface="Calibri"/>
                <a:cs typeface="Calibri"/>
              </a:rPr>
              <a:t>=</a:t>
            </a:r>
            <a:r>
              <a:rPr sz="2600" spc="-5" dirty="0">
                <a:latin typeface="Calibri"/>
                <a:cs typeface="Calibri"/>
              </a:rPr>
              <a:t> </a:t>
            </a:r>
            <a:r>
              <a:rPr sz="2600" dirty="0">
                <a:latin typeface="Calibri"/>
                <a:cs typeface="Calibri"/>
              </a:rPr>
              <a:t>{2},</a:t>
            </a:r>
            <a:r>
              <a:rPr sz="2600" spc="-25" dirty="0">
                <a:latin typeface="Calibri"/>
                <a:cs typeface="Calibri"/>
              </a:rPr>
              <a:t> </a:t>
            </a:r>
            <a:r>
              <a:rPr sz="2600" dirty="0">
                <a:latin typeface="Calibri"/>
                <a:cs typeface="Calibri"/>
              </a:rPr>
              <a:t>[3]</a:t>
            </a:r>
            <a:r>
              <a:rPr sz="2600" spc="-10" dirty="0">
                <a:latin typeface="Calibri"/>
                <a:cs typeface="Calibri"/>
              </a:rPr>
              <a:t> </a:t>
            </a:r>
            <a:r>
              <a:rPr sz="2600" dirty="0">
                <a:latin typeface="Calibri"/>
                <a:cs typeface="Calibri"/>
              </a:rPr>
              <a:t>=</a:t>
            </a:r>
            <a:r>
              <a:rPr sz="2600" spc="-5" dirty="0">
                <a:latin typeface="Calibri"/>
                <a:cs typeface="Calibri"/>
              </a:rPr>
              <a:t> </a:t>
            </a:r>
            <a:r>
              <a:rPr sz="2600" spc="-20" dirty="0">
                <a:latin typeface="Calibri"/>
                <a:cs typeface="Calibri"/>
              </a:rPr>
              <a:t>{3}.</a:t>
            </a:r>
            <a:endParaRPr sz="2600">
              <a:latin typeface="Calibri"/>
              <a:cs typeface="Calibri"/>
            </a:endParaRPr>
          </a:p>
          <a:p>
            <a:pPr>
              <a:lnSpc>
                <a:spcPct val="100000"/>
              </a:lnSpc>
              <a:spcBef>
                <a:spcPts val="1170"/>
              </a:spcBef>
            </a:pPr>
            <a:endParaRPr sz="2600">
              <a:latin typeface="Calibri"/>
              <a:cs typeface="Calibri"/>
            </a:endParaRPr>
          </a:p>
          <a:p>
            <a:pPr marL="12700">
              <a:lnSpc>
                <a:spcPct val="100000"/>
              </a:lnSpc>
            </a:pPr>
            <a:r>
              <a:rPr sz="2600" dirty="0">
                <a:latin typeface="Calibri"/>
                <a:cs typeface="Calibri"/>
              </a:rPr>
              <a:t>R2</a:t>
            </a:r>
            <a:r>
              <a:rPr sz="2600" spc="-15" dirty="0">
                <a:latin typeface="Calibri"/>
                <a:cs typeface="Calibri"/>
              </a:rPr>
              <a:t> </a:t>
            </a:r>
            <a:r>
              <a:rPr sz="2600" dirty="0">
                <a:latin typeface="Calibri"/>
                <a:cs typeface="Calibri"/>
              </a:rPr>
              <a:t>= {(1,1),</a:t>
            </a:r>
            <a:r>
              <a:rPr sz="2600" spc="-35" dirty="0">
                <a:latin typeface="Calibri"/>
                <a:cs typeface="Calibri"/>
              </a:rPr>
              <a:t> </a:t>
            </a:r>
            <a:r>
              <a:rPr sz="2600" dirty="0">
                <a:latin typeface="Calibri"/>
                <a:cs typeface="Calibri"/>
              </a:rPr>
              <a:t>(2,2),</a:t>
            </a:r>
            <a:r>
              <a:rPr sz="2600" spc="-15" dirty="0">
                <a:latin typeface="Calibri"/>
                <a:cs typeface="Calibri"/>
              </a:rPr>
              <a:t> </a:t>
            </a:r>
            <a:r>
              <a:rPr sz="2600" dirty="0">
                <a:latin typeface="Calibri"/>
                <a:cs typeface="Calibri"/>
              </a:rPr>
              <a:t>(3,3),</a:t>
            </a:r>
            <a:r>
              <a:rPr sz="2600" spc="-30" dirty="0">
                <a:latin typeface="Calibri"/>
                <a:cs typeface="Calibri"/>
              </a:rPr>
              <a:t> </a:t>
            </a:r>
            <a:r>
              <a:rPr sz="2600" dirty="0">
                <a:latin typeface="Calibri"/>
                <a:cs typeface="Calibri"/>
              </a:rPr>
              <a:t>(1,2),</a:t>
            </a:r>
            <a:r>
              <a:rPr sz="2600" spc="-25" dirty="0">
                <a:latin typeface="Calibri"/>
                <a:cs typeface="Calibri"/>
              </a:rPr>
              <a:t> </a:t>
            </a:r>
            <a:r>
              <a:rPr sz="2600" spc="-10" dirty="0">
                <a:latin typeface="Calibri"/>
                <a:cs typeface="Calibri"/>
              </a:rPr>
              <a:t>(2,1)}</a:t>
            </a:r>
            <a:endParaRPr sz="2600">
              <a:latin typeface="Calibri"/>
              <a:cs typeface="Calibri"/>
            </a:endParaRPr>
          </a:p>
          <a:p>
            <a:pPr marL="12700">
              <a:lnSpc>
                <a:spcPct val="100000"/>
              </a:lnSpc>
              <a:spcBef>
                <a:spcPts val="650"/>
              </a:spcBef>
            </a:pPr>
            <a:r>
              <a:rPr sz="2600" dirty="0">
                <a:latin typeface="Symbol"/>
                <a:cs typeface="Symbol"/>
              </a:rPr>
              <a:t></a:t>
            </a:r>
            <a:r>
              <a:rPr sz="2600" dirty="0">
                <a:latin typeface="Calibri"/>
                <a:cs typeface="Calibri"/>
              </a:rPr>
              <a:t>[1]</a:t>
            </a:r>
            <a:r>
              <a:rPr sz="2600" spc="-30" dirty="0">
                <a:latin typeface="Calibri"/>
                <a:cs typeface="Calibri"/>
              </a:rPr>
              <a:t> </a:t>
            </a:r>
            <a:r>
              <a:rPr sz="2600" dirty="0">
                <a:latin typeface="Calibri"/>
                <a:cs typeface="Calibri"/>
              </a:rPr>
              <a:t>=</a:t>
            </a:r>
            <a:r>
              <a:rPr sz="2600" spc="-5" dirty="0">
                <a:latin typeface="Calibri"/>
                <a:cs typeface="Calibri"/>
              </a:rPr>
              <a:t> </a:t>
            </a:r>
            <a:r>
              <a:rPr sz="2600" dirty="0">
                <a:latin typeface="Calibri"/>
                <a:cs typeface="Calibri"/>
              </a:rPr>
              <a:t>{1,2},</a:t>
            </a:r>
            <a:r>
              <a:rPr sz="2600" spc="-30" dirty="0">
                <a:latin typeface="Calibri"/>
                <a:cs typeface="Calibri"/>
              </a:rPr>
              <a:t> </a:t>
            </a:r>
            <a:r>
              <a:rPr sz="2600" dirty="0">
                <a:latin typeface="Calibri"/>
                <a:cs typeface="Calibri"/>
              </a:rPr>
              <a:t>[2]</a:t>
            </a:r>
            <a:r>
              <a:rPr sz="2600" spc="-15" dirty="0">
                <a:latin typeface="Calibri"/>
                <a:cs typeface="Calibri"/>
              </a:rPr>
              <a:t> </a:t>
            </a:r>
            <a:r>
              <a:rPr sz="2600" dirty="0">
                <a:latin typeface="Calibri"/>
                <a:cs typeface="Calibri"/>
              </a:rPr>
              <a:t>=</a:t>
            </a:r>
            <a:r>
              <a:rPr sz="2600" spc="-5" dirty="0">
                <a:latin typeface="Calibri"/>
                <a:cs typeface="Calibri"/>
              </a:rPr>
              <a:t> </a:t>
            </a:r>
            <a:r>
              <a:rPr sz="2600" dirty="0">
                <a:latin typeface="Calibri"/>
                <a:cs typeface="Calibri"/>
              </a:rPr>
              <a:t>{1,2},</a:t>
            </a:r>
            <a:r>
              <a:rPr sz="2600" spc="-40" dirty="0">
                <a:latin typeface="Calibri"/>
                <a:cs typeface="Calibri"/>
              </a:rPr>
              <a:t> </a:t>
            </a:r>
            <a:r>
              <a:rPr sz="2600" dirty="0">
                <a:latin typeface="Calibri"/>
                <a:cs typeface="Calibri"/>
              </a:rPr>
              <a:t>[3]</a:t>
            </a:r>
            <a:r>
              <a:rPr sz="2600" spc="-15" dirty="0">
                <a:latin typeface="Calibri"/>
                <a:cs typeface="Calibri"/>
              </a:rPr>
              <a:t> </a:t>
            </a:r>
            <a:r>
              <a:rPr sz="2600" dirty="0">
                <a:latin typeface="Calibri"/>
                <a:cs typeface="Calibri"/>
              </a:rPr>
              <a:t>=</a:t>
            </a:r>
            <a:r>
              <a:rPr sz="2600" spc="-5" dirty="0">
                <a:latin typeface="Calibri"/>
                <a:cs typeface="Calibri"/>
              </a:rPr>
              <a:t> </a:t>
            </a:r>
            <a:r>
              <a:rPr sz="2600" spc="-20" dirty="0">
                <a:latin typeface="Calibri"/>
                <a:cs typeface="Calibri"/>
              </a:rPr>
              <a:t>{3}.</a:t>
            </a:r>
            <a:endParaRPr sz="2600">
              <a:latin typeface="Calibri"/>
              <a:cs typeface="Calibri"/>
            </a:endParaRPr>
          </a:p>
          <a:p>
            <a:pPr>
              <a:lnSpc>
                <a:spcPct val="100000"/>
              </a:lnSpc>
              <a:spcBef>
                <a:spcPts val="1170"/>
              </a:spcBef>
            </a:pPr>
            <a:endParaRPr sz="2600">
              <a:latin typeface="Calibri"/>
              <a:cs typeface="Calibri"/>
            </a:endParaRPr>
          </a:p>
          <a:p>
            <a:pPr marL="12700">
              <a:lnSpc>
                <a:spcPct val="100000"/>
              </a:lnSpc>
            </a:pPr>
            <a:r>
              <a:rPr sz="2600" dirty="0">
                <a:latin typeface="Calibri"/>
                <a:cs typeface="Calibri"/>
              </a:rPr>
              <a:t>R3</a:t>
            </a:r>
            <a:r>
              <a:rPr sz="2600" spc="-15" dirty="0">
                <a:latin typeface="Calibri"/>
                <a:cs typeface="Calibri"/>
              </a:rPr>
              <a:t> </a:t>
            </a:r>
            <a:r>
              <a:rPr sz="2600" dirty="0">
                <a:latin typeface="Calibri"/>
                <a:cs typeface="Calibri"/>
              </a:rPr>
              <a:t>=</a:t>
            </a:r>
            <a:r>
              <a:rPr sz="2600" spc="-5" dirty="0">
                <a:latin typeface="Calibri"/>
                <a:cs typeface="Calibri"/>
              </a:rPr>
              <a:t> </a:t>
            </a:r>
            <a:r>
              <a:rPr sz="2600" dirty="0">
                <a:latin typeface="Calibri"/>
                <a:cs typeface="Calibri"/>
              </a:rPr>
              <a:t>{(1,1),</a:t>
            </a:r>
            <a:r>
              <a:rPr sz="2600" spc="-35" dirty="0">
                <a:latin typeface="Calibri"/>
                <a:cs typeface="Calibri"/>
              </a:rPr>
              <a:t> </a:t>
            </a:r>
            <a:r>
              <a:rPr sz="2600" dirty="0">
                <a:latin typeface="Calibri"/>
                <a:cs typeface="Calibri"/>
              </a:rPr>
              <a:t>(2,2),</a:t>
            </a:r>
            <a:r>
              <a:rPr sz="2600" spc="-20" dirty="0">
                <a:latin typeface="Calibri"/>
                <a:cs typeface="Calibri"/>
              </a:rPr>
              <a:t> </a:t>
            </a:r>
            <a:r>
              <a:rPr sz="2600" dirty="0">
                <a:latin typeface="Calibri"/>
                <a:cs typeface="Calibri"/>
              </a:rPr>
              <a:t>(3,3),</a:t>
            </a:r>
            <a:r>
              <a:rPr sz="2600" spc="-30" dirty="0">
                <a:latin typeface="Calibri"/>
                <a:cs typeface="Calibri"/>
              </a:rPr>
              <a:t> </a:t>
            </a:r>
            <a:r>
              <a:rPr sz="2600" dirty="0">
                <a:latin typeface="Calibri"/>
                <a:cs typeface="Calibri"/>
              </a:rPr>
              <a:t>(1,2),</a:t>
            </a:r>
            <a:r>
              <a:rPr sz="2600" spc="-30" dirty="0">
                <a:latin typeface="Calibri"/>
                <a:cs typeface="Calibri"/>
              </a:rPr>
              <a:t> </a:t>
            </a:r>
            <a:r>
              <a:rPr sz="2600" dirty="0">
                <a:latin typeface="Calibri"/>
                <a:cs typeface="Calibri"/>
              </a:rPr>
              <a:t>(2,1),</a:t>
            </a:r>
            <a:r>
              <a:rPr sz="2600" spc="-20" dirty="0">
                <a:latin typeface="Calibri"/>
                <a:cs typeface="Calibri"/>
              </a:rPr>
              <a:t> </a:t>
            </a:r>
            <a:r>
              <a:rPr sz="2600" dirty="0">
                <a:latin typeface="Calibri"/>
                <a:cs typeface="Calibri"/>
              </a:rPr>
              <a:t>(2,3),</a:t>
            </a:r>
            <a:r>
              <a:rPr sz="2600" spc="-25" dirty="0">
                <a:latin typeface="Calibri"/>
                <a:cs typeface="Calibri"/>
              </a:rPr>
              <a:t> </a:t>
            </a:r>
            <a:r>
              <a:rPr sz="2600" dirty="0">
                <a:latin typeface="Calibri"/>
                <a:cs typeface="Calibri"/>
              </a:rPr>
              <a:t>(3,2),</a:t>
            </a:r>
            <a:r>
              <a:rPr sz="2600" spc="-35" dirty="0">
                <a:latin typeface="Calibri"/>
                <a:cs typeface="Calibri"/>
              </a:rPr>
              <a:t> </a:t>
            </a:r>
            <a:r>
              <a:rPr sz="2600" dirty="0">
                <a:latin typeface="Calibri"/>
                <a:cs typeface="Calibri"/>
              </a:rPr>
              <a:t>(1,3),</a:t>
            </a:r>
            <a:r>
              <a:rPr sz="2600" spc="-30" dirty="0">
                <a:latin typeface="Calibri"/>
                <a:cs typeface="Calibri"/>
              </a:rPr>
              <a:t> </a:t>
            </a:r>
            <a:r>
              <a:rPr sz="2600" spc="-10" dirty="0">
                <a:latin typeface="Calibri"/>
                <a:cs typeface="Calibri"/>
              </a:rPr>
              <a:t>(3,1)}</a:t>
            </a:r>
            <a:endParaRPr sz="2600">
              <a:latin typeface="Calibri"/>
              <a:cs typeface="Calibri"/>
            </a:endParaRPr>
          </a:p>
          <a:p>
            <a:pPr marL="12700">
              <a:lnSpc>
                <a:spcPct val="100000"/>
              </a:lnSpc>
              <a:spcBef>
                <a:spcPts val="650"/>
              </a:spcBef>
            </a:pPr>
            <a:r>
              <a:rPr sz="2600" dirty="0">
                <a:latin typeface="Symbol"/>
                <a:cs typeface="Symbol"/>
              </a:rPr>
              <a:t></a:t>
            </a:r>
            <a:r>
              <a:rPr sz="2600" dirty="0">
                <a:latin typeface="Calibri"/>
                <a:cs typeface="Calibri"/>
              </a:rPr>
              <a:t>[1]</a:t>
            </a:r>
            <a:r>
              <a:rPr sz="2600" spc="-30" dirty="0">
                <a:latin typeface="Calibri"/>
                <a:cs typeface="Calibri"/>
              </a:rPr>
              <a:t> </a:t>
            </a:r>
            <a:r>
              <a:rPr sz="2600" dirty="0">
                <a:latin typeface="Calibri"/>
                <a:cs typeface="Calibri"/>
              </a:rPr>
              <a:t>=</a:t>
            </a:r>
            <a:r>
              <a:rPr sz="2600" spc="-10" dirty="0">
                <a:latin typeface="Calibri"/>
                <a:cs typeface="Calibri"/>
              </a:rPr>
              <a:t> </a:t>
            </a:r>
            <a:r>
              <a:rPr sz="2600" dirty="0">
                <a:latin typeface="Calibri"/>
                <a:cs typeface="Calibri"/>
              </a:rPr>
              <a:t>{1,2,3},</a:t>
            </a:r>
            <a:r>
              <a:rPr sz="2600" spc="-25" dirty="0">
                <a:latin typeface="Calibri"/>
                <a:cs typeface="Calibri"/>
              </a:rPr>
              <a:t> </a:t>
            </a:r>
            <a:r>
              <a:rPr sz="2600" dirty="0">
                <a:latin typeface="Calibri"/>
                <a:cs typeface="Calibri"/>
              </a:rPr>
              <a:t>[2]</a:t>
            </a:r>
            <a:r>
              <a:rPr sz="2600" spc="-30" dirty="0">
                <a:latin typeface="Calibri"/>
                <a:cs typeface="Calibri"/>
              </a:rPr>
              <a:t> </a:t>
            </a:r>
            <a:r>
              <a:rPr sz="2600" dirty="0">
                <a:latin typeface="Calibri"/>
                <a:cs typeface="Calibri"/>
              </a:rPr>
              <a:t>=</a:t>
            </a:r>
            <a:r>
              <a:rPr sz="2600" spc="-5" dirty="0">
                <a:latin typeface="Calibri"/>
                <a:cs typeface="Calibri"/>
              </a:rPr>
              <a:t> </a:t>
            </a:r>
            <a:r>
              <a:rPr sz="2600" dirty="0">
                <a:latin typeface="Calibri"/>
                <a:cs typeface="Calibri"/>
              </a:rPr>
              <a:t>{1,2,3},</a:t>
            </a:r>
            <a:r>
              <a:rPr sz="2600" spc="-40" dirty="0">
                <a:latin typeface="Calibri"/>
                <a:cs typeface="Calibri"/>
              </a:rPr>
              <a:t> </a:t>
            </a:r>
            <a:r>
              <a:rPr sz="2600" dirty="0">
                <a:latin typeface="Calibri"/>
                <a:cs typeface="Calibri"/>
              </a:rPr>
              <a:t>[3]</a:t>
            </a:r>
            <a:r>
              <a:rPr sz="2600" spc="-20" dirty="0">
                <a:latin typeface="Calibri"/>
                <a:cs typeface="Calibri"/>
              </a:rPr>
              <a:t> </a:t>
            </a:r>
            <a:r>
              <a:rPr sz="2600" dirty="0">
                <a:latin typeface="Calibri"/>
                <a:cs typeface="Calibri"/>
              </a:rPr>
              <a:t>=</a:t>
            </a:r>
            <a:r>
              <a:rPr sz="2600" spc="-5" dirty="0">
                <a:latin typeface="Calibri"/>
                <a:cs typeface="Calibri"/>
              </a:rPr>
              <a:t> </a:t>
            </a:r>
            <a:r>
              <a:rPr sz="2600" spc="-10" dirty="0">
                <a:latin typeface="Calibri"/>
                <a:cs typeface="Calibri"/>
              </a:rPr>
              <a:t>{1,2,3}.</a:t>
            </a:r>
            <a:endParaRPr sz="2600">
              <a:latin typeface="Calibri"/>
              <a:cs typeface="Calibri"/>
            </a:endParaRPr>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736752"/>
            <a:ext cx="8011159" cy="4041775"/>
          </a:xfrm>
          <a:prstGeom prst="rect">
            <a:avLst/>
          </a:prstGeom>
        </p:spPr>
        <p:txBody>
          <a:bodyPr vert="horz" wrap="square" lIns="0" tIns="102235" rIns="0" bIns="0" rtlCol="0">
            <a:spAutoFit/>
          </a:bodyPr>
          <a:lstStyle/>
          <a:p>
            <a:pPr marL="12700">
              <a:lnSpc>
                <a:spcPct val="100000"/>
              </a:lnSpc>
              <a:spcBef>
                <a:spcPts val="805"/>
              </a:spcBef>
            </a:pPr>
            <a:r>
              <a:rPr sz="2800" b="1" dirty="0">
                <a:latin typeface="Calibri"/>
                <a:cs typeface="Calibri"/>
              </a:rPr>
              <a:t>Ví</a:t>
            </a:r>
            <a:r>
              <a:rPr sz="2800" b="1" spc="-15" dirty="0">
                <a:latin typeface="Calibri"/>
                <a:cs typeface="Calibri"/>
              </a:rPr>
              <a:t> </a:t>
            </a:r>
            <a:r>
              <a:rPr sz="2800" b="1" dirty="0">
                <a:latin typeface="Calibri"/>
                <a:cs typeface="Calibri"/>
              </a:rPr>
              <a:t>dụ</a:t>
            </a:r>
            <a:r>
              <a:rPr sz="2800" b="1" spc="-15" dirty="0">
                <a:latin typeface="Calibri"/>
                <a:cs typeface="Calibri"/>
              </a:rPr>
              <a:t> </a:t>
            </a:r>
            <a:r>
              <a:rPr sz="2800" b="1" dirty="0">
                <a:latin typeface="Calibri"/>
                <a:cs typeface="Calibri"/>
              </a:rPr>
              <a:t>1 : </a:t>
            </a:r>
            <a:r>
              <a:rPr sz="2800" dirty="0">
                <a:latin typeface="Calibri"/>
                <a:cs typeface="Calibri"/>
              </a:rPr>
              <a:t>X</a:t>
            </a:r>
            <a:r>
              <a:rPr sz="2800" spc="-20"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{1, 2,</a:t>
            </a:r>
            <a:r>
              <a:rPr sz="2800" spc="-5" dirty="0">
                <a:latin typeface="Calibri"/>
                <a:cs typeface="Calibri"/>
              </a:rPr>
              <a:t> </a:t>
            </a:r>
            <a:r>
              <a:rPr sz="2800" dirty="0">
                <a:latin typeface="Calibri"/>
                <a:cs typeface="Calibri"/>
              </a:rPr>
              <a:t>3,</a:t>
            </a:r>
            <a:r>
              <a:rPr sz="2800" spc="-10" dirty="0">
                <a:latin typeface="Calibri"/>
                <a:cs typeface="Calibri"/>
              </a:rPr>
              <a:t> </a:t>
            </a:r>
            <a:r>
              <a:rPr sz="2800" dirty="0">
                <a:latin typeface="Calibri"/>
                <a:cs typeface="Calibri"/>
              </a:rPr>
              <a:t>4,</a:t>
            </a:r>
            <a:r>
              <a:rPr sz="2800" spc="-10" dirty="0">
                <a:latin typeface="Calibri"/>
                <a:cs typeface="Calibri"/>
              </a:rPr>
              <a:t> </a:t>
            </a:r>
            <a:r>
              <a:rPr sz="2800" dirty="0">
                <a:latin typeface="Calibri"/>
                <a:cs typeface="Calibri"/>
              </a:rPr>
              <a:t>5,</a:t>
            </a:r>
            <a:r>
              <a:rPr sz="2800" spc="-10" dirty="0">
                <a:latin typeface="Calibri"/>
                <a:cs typeface="Calibri"/>
              </a:rPr>
              <a:t> </a:t>
            </a:r>
            <a:r>
              <a:rPr sz="2800" spc="-25" dirty="0">
                <a:latin typeface="Calibri"/>
                <a:cs typeface="Calibri"/>
              </a:rPr>
              <a:t>6}.</a:t>
            </a:r>
            <a:endParaRPr sz="2800">
              <a:latin typeface="Calibri"/>
              <a:cs typeface="Calibri"/>
            </a:endParaRPr>
          </a:p>
          <a:p>
            <a:pPr marL="286385" algn="ctr">
              <a:lnSpc>
                <a:spcPct val="100000"/>
              </a:lnSpc>
              <a:spcBef>
                <a:spcPts val="710"/>
              </a:spcBef>
            </a:pPr>
            <a:r>
              <a:rPr sz="2800" dirty="0">
                <a:latin typeface="Calibri"/>
                <a:cs typeface="Calibri"/>
              </a:rPr>
              <a:t>(x,</a:t>
            </a:r>
            <a:r>
              <a:rPr sz="2800" spc="-25" dirty="0">
                <a:latin typeface="Calibri"/>
                <a:cs typeface="Calibri"/>
              </a:rPr>
              <a:t> </a:t>
            </a:r>
            <a:r>
              <a:rPr sz="2800" dirty="0">
                <a:latin typeface="Calibri"/>
                <a:cs typeface="Calibri"/>
              </a:rPr>
              <a:t>y)</a:t>
            </a:r>
            <a:r>
              <a:rPr sz="2800" spc="-20" dirty="0">
                <a:latin typeface="Calibri"/>
                <a:cs typeface="Calibri"/>
              </a:rPr>
              <a:t> </a:t>
            </a:r>
            <a:r>
              <a:rPr sz="2800" dirty="0">
                <a:latin typeface="Symbol"/>
                <a:cs typeface="Symbol"/>
              </a:rPr>
              <a:t></a:t>
            </a:r>
            <a:r>
              <a:rPr sz="2800" spc="-75" dirty="0">
                <a:latin typeface="Times New Roman"/>
                <a:cs typeface="Times New Roman"/>
              </a:rPr>
              <a:t> </a:t>
            </a:r>
            <a:r>
              <a:rPr sz="2800" dirty="0">
                <a:latin typeface="Calibri"/>
                <a:cs typeface="Calibri"/>
              </a:rPr>
              <a:t>R</a:t>
            </a:r>
            <a:r>
              <a:rPr sz="2800" spc="-20" dirty="0">
                <a:latin typeface="Calibri"/>
                <a:cs typeface="Calibri"/>
              </a:rPr>
              <a:t> </a:t>
            </a:r>
            <a:r>
              <a:rPr sz="2800" dirty="0">
                <a:solidFill>
                  <a:srgbClr val="FF0000"/>
                </a:solidFill>
                <a:latin typeface="Symbol"/>
                <a:cs typeface="Symbol"/>
              </a:rPr>
              <a:t></a:t>
            </a:r>
            <a:r>
              <a:rPr sz="2800" spc="-70" dirty="0">
                <a:solidFill>
                  <a:srgbClr val="FF0000"/>
                </a:solidFill>
                <a:latin typeface="Times New Roman"/>
                <a:cs typeface="Times New Roman"/>
              </a:rPr>
              <a:t> </a:t>
            </a:r>
            <a:r>
              <a:rPr sz="2800" spc="-20" dirty="0">
                <a:latin typeface="Calibri"/>
                <a:cs typeface="Calibri"/>
              </a:rPr>
              <a:t>x-</a:t>
            </a:r>
            <a:r>
              <a:rPr sz="2800" dirty="0">
                <a:latin typeface="Calibri"/>
                <a:cs typeface="Calibri"/>
              </a:rPr>
              <a:t>y</a:t>
            </a:r>
            <a:r>
              <a:rPr sz="2800" spc="-10" dirty="0">
                <a:latin typeface="Calibri"/>
                <a:cs typeface="Calibri"/>
              </a:rPr>
              <a:t> </a:t>
            </a:r>
            <a:r>
              <a:rPr sz="2800" dirty="0">
                <a:latin typeface="Calibri"/>
                <a:cs typeface="Calibri"/>
              </a:rPr>
              <a:t>chia</a:t>
            </a:r>
            <a:r>
              <a:rPr sz="2800" spc="-25" dirty="0">
                <a:latin typeface="Calibri"/>
                <a:cs typeface="Calibri"/>
              </a:rPr>
              <a:t> </a:t>
            </a:r>
            <a:r>
              <a:rPr sz="2800" dirty="0">
                <a:latin typeface="Calibri"/>
                <a:cs typeface="Calibri"/>
              </a:rPr>
              <a:t>hết</a:t>
            </a:r>
            <a:r>
              <a:rPr sz="2800" spc="-15" dirty="0">
                <a:latin typeface="Calibri"/>
                <a:cs typeface="Calibri"/>
              </a:rPr>
              <a:t> </a:t>
            </a:r>
            <a:r>
              <a:rPr sz="2800" dirty="0">
                <a:latin typeface="Calibri"/>
                <a:cs typeface="Calibri"/>
              </a:rPr>
              <a:t>cho</a:t>
            </a:r>
            <a:r>
              <a:rPr sz="2800" spc="-10" dirty="0">
                <a:latin typeface="Calibri"/>
                <a:cs typeface="Calibri"/>
              </a:rPr>
              <a:t> </a:t>
            </a:r>
            <a:r>
              <a:rPr sz="2800" spc="-25" dirty="0">
                <a:latin typeface="Calibri"/>
                <a:cs typeface="Calibri"/>
              </a:rPr>
              <a:t>3.</a:t>
            </a:r>
            <a:endParaRPr sz="2800">
              <a:latin typeface="Calibri"/>
              <a:cs typeface="Calibri"/>
            </a:endParaRPr>
          </a:p>
          <a:p>
            <a:pPr>
              <a:lnSpc>
                <a:spcPct val="100000"/>
              </a:lnSpc>
              <a:spcBef>
                <a:spcPts val="1250"/>
              </a:spcBef>
            </a:pPr>
            <a:endParaRPr sz="2800">
              <a:latin typeface="Calibri"/>
              <a:cs typeface="Calibri"/>
            </a:endParaRPr>
          </a:p>
          <a:p>
            <a:pPr marL="12700">
              <a:lnSpc>
                <a:spcPct val="100000"/>
              </a:lnSpc>
              <a:spcBef>
                <a:spcPts val="5"/>
              </a:spcBef>
            </a:pPr>
            <a:r>
              <a:rPr sz="2800" dirty="0">
                <a:latin typeface="Calibri"/>
                <a:cs typeface="Calibri"/>
              </a:rPr>
              <a:t>R</a:t>
            </a:r>
            <a:r>
              <a:rPr sz="2800" spc="-25"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a:t>
            </a:r>
            <a:r>
              <a:rPr sz="2800" spc="-30" dirty="0">
                <a:latin typeface="Calibri"/>
                <a:cs typeface="Calibri"/>
              </a:rPr>
              <a:t> </a:t>
            </a:r>
            <a:r>
              <a:rPr sz="2800" dirty="0">
                <a:latin typeface="Calibri"/>
                <a:cs typeface="Calibri"/>
              </a:rPr>
              <a:t>(1,</a:t>
            </a:r>
            <a:r>
              <a:rPr sz="2800" spc="-15" dirty="0">
                <a:latin typeface="Calibri"/>
                <a:cs typeface="Calibri"/>
              </a:rPr>
              <a:t> </a:t>
            </a:r>
            <a:r>
              <a:rPr sz="2800" dirty="0">
                <a:latin typeface="Calibri"/>
                <a:cs typeface="Calibri"/>
              </a:rPr>
              <a:t>4),</a:t>
            </a:r>
            <a:r>
              <a:rPr sz="2800" spc="-15" dirty="0">
                <a:latin typeface="Calibri"/>
                <a:cs typeface="Calibri"/>
              </a:rPr>
              <a:t> </a:t>
            </a:r>
            <a:r>
              <a:rPr sz="2800" dirty="0">
                <a:latin typeface="Calibri"/>
                <a:cs typeface="Calibri"/>
              </a:rPr>
              <a:t>(4,</a:t>
            </a:r>
            <a:r>
              <a:rPr sz="2800" spc="-15" dirty="0">
                <a:latin typeface="Calibri"/>
                <a:cs typeface="Calibri"/>
              </a:rPr>
              <a:t> </a:t>
            </a:r>
            <a:r>
              <a:rPr sz="2800" dirty="0">
                <a:latin typeface="Calibri"/>
                <a:cs typeface="Calibri"/>
              </a:rPr>
              <a:t>1),</a:t>
            </a:r>
            <a:r>
              <a:rPr sz="2800" spc="-15" dirty="0">
                <a:latin typeface="Calibri"/>
                <a:cs typeface="Calibri"/>
              </a:rPr>
              <a:t> </a:t>
            </a:r>
            <a:r>
              <a:rPr sz="2800" dirty="0">
                <a:latin typeface="Calibri"/>
                <a:cs typeface="Calibri"/>
              </a:rPr>
              <a:t>(2,</a:t>
            </a:r>
            <a:r>
              <a:rPr sz="2800" spc="-20" dirty="0">
                <a:latin typeface="Calibri"/>
                <a:cs typeface="Calibri"/>
              </a:rPr>
              <a:t> </a:t>
            </a:r>
            <a:r>
              <a:rPr sz="2800" dirty="0">
                <a:latin typeface="Calibri"/>
                <a:cs typeface="Calibri"/>
              </a:rPr>
              <a:t>5),</a:t>
            </a:r>
            <a:r>
              <a:rPr sz="2800" spc="-15" dirty="0">
                <a:latin typeface="Calibri"/>
                <a:cs typeface="Calibri"/>
              </a:rPr>
              <a:t> </a:t>
            </a:r>
            <a:r>
              <a:rPr sz="2800" dirty="0">
                <a:latin typeface="Calibri"/>
                <a:cs typeface="Calibri"/>
              </a:rPr>
              <a:t>(5,</a:t>
            </a:r>
            <a:r>
              <a:rPr sz="2800" spc="-15" dirty="0">
                <a:latin typeface="Calibri"/>
                <a:cs typeface="Calibri"/>
              </a:rPr>
              <a:t> </a:t>
            </a:r>
            <a:r>
              <a:rPr sz="2800" dirty="0">
                <a:latin typeface="Calibri"/>
                <a:cs typeface="Calibri"/>
              </a:rPr>
              <a:t>2),</a:t>
            </a:r>
            <a:r>
              <a:rPr sz="2800" spc="-15" dirty="0">
                <a:latin typeface="Calibri"/>
                <a:cs typeface="Calibri"/>
              </a:rPr>
              <a:t> </a:t>
            </a:r>
            <a:r>
              <a:rPr sz="2800" dirty="0">
                <a:latin typeface="Calibri"/>
                <a:cs typeface="Calibri"/>
              </a:rPr>
              <a:t>(3,</a:t>
            </a:r>
            <a:r>
              <a:rPr sz="2800" spc="-20" dirty="0">
                <a:latin typeface="Calibri"/>
                <a:cs typeface="Calibri"/>
              </a:rPr>
              <a:t> </a:t>
            </a:r>
            <a:r>
              <a:rPr sz="2800" dirty="0">
                <a:latin typeface="Calibri"/>
                <a:cs typeface="Calibri"/>
              </a:rPr>
              <a:t>6),</a:t>
            </a:r>
            <a:r>
              <a:rPr sz="2800" spc="-15" dirty="0">
                <a:latin typeface="Calibri"/>
                <a:cs typeface="Calibri"/>
              </a:rPr>
              <a:t> </a:t>
            </a:r>
            <a:r>
              <a:rPr sz="2800" dirty="0">
                <a:latin typeface="Calibri"/>
                <a:cs typeface="Calibri"/>
              </a:rPr>
              <a:t>(6, 3),</a:t>
            </a:r>
            <a:r>
              <a:rPr sz="2800" spc="-20" dirty="0">
                <a:latin typeface="Calibri"/>
                <a:cs typeface="Calibri"/>
              </a:rPr>
              <a:t> </a:t>
            </a:r>
            <a:r>
              <a:rPr sz="2800" dirty="0">
                <a:latin typeface="Calibri"/>
                <a:cs typeface="Calibri"/>
              </a:rPr>
              <a:t>(1,</a:t>
            </a:r>
            <a:r>
              <a:rPr sz="2800" spc="-15" dirty="0">
                <a:latin typeface="Calibri"/>
                <a:cs typeface="Calibri"/>
              </a:rPr>
              <a:t> </a:t>
            </a:r>
            <a:r>
              <a:rPr sz="2800" dirty="0">
                <a:latin typeface="Calibri"/>
                <a:cs typeface="Calibri"/>
              </a:rPr>
              <a:t>1),</a:t>
            </a:r>
            <a:r>
              <a:rPr sz="2800" spc="-15" dirty="0">
                <a:latin typeface="Calibri"/>
                <a:cs typeface="Calibri"/>
              </a:rPr>
              <a:t> </a:t>
            </a:r>
            <a:r>
              <a:rPr sz="2800" dirty="0">
                <a:latin typeface="Calibri"/>
                <a:cs typeface="Calibri"/>
              </a:rPr>
              <a:t>(2,</a:t>
            </a:r>
            <a:r>
              <a:rPr sz="2800" spc="-20" dirty="0">
                <a:latin typeface="Calibri"/>
                <a:cs typeface="Calibri"/>
              </a:rPr>
              <a:t> </a:t>
            </a:r>
            <a:r>
              <a:rPr sz="2800" spc="-25" dirty="0">
                <a:latin typeface="Calibri"/>
                <a:cs typeface="Calibri"/>
              </a:rPr>
              <a:t>2),</a:t>
            </a:r>
            <a:endParaRPr sz="2800">
              <a:latin typeface="Calibri"/>
              <a:cs typeface="Calibri"/>
            </a:endParaRPr>
          </a:p>
          <a:p>
            <a:pPr marL="12700">
              <a:lnSpc>
                <a:spcPct val="100000"/>
              </a:lnSpc>
            </a:pPr>
            <a:r>
              <a:rPr sz="2800" dirty="0">
                <a:latin typeface="Calibri"/>
                <a:cs typeface="Calibri"/>
              </a:rPr>
              <a:t>(3,</a:t>
            </a:r>
            <a:r>
              <a:rPr sz="2800" spc="-20" dirty="0">
                <a:latin typeface="Calibri"/>
                <a:cs typeface="Calibri"/>
              </a:rPr>
              <a:t> </a:t>
            </a:r>
            <a:r>
              <a:rPr sz="2800" dirty="0">
                <a:latin typeface="Calibri"/>
                <a:cs typeface="Calibri"/>
              </a:rPr>
              <a:t>3),</a:t>
            </a:r>
            <a:r>
              <a:rPr sz="2800" spc="-20" dirty="0">
                <a:latin typeface="Calibri"/>
                <a:cs typeface="Calibri"/>
              </a:rPr>
              <a:t> </a:t>
            </a:r>
            <a:r>
              <a:rPr sz="2800" dirty="0">
                <a:latin typeface="Calibri"/>
                <a:cs typeface="Calibri"/>
              </a:rPr>
              <a:t>(4,</a:t>
            </a:r>
            <a:r>
              <a:rPr sz="2800" spc="-20" dirty="0">
                <a:latin typeface="Calibri"/>
                <a:cs typeface="Calibri"/>
              </a:rPr>
              <a:t> </a:t>
            </a:r>
            <a:r>
              <a:rPr sz="2800" dirty="0">
                <a:latin typeface="Calibri"/>
                <a:cs typeface="Calibri"/>
              </a:rPr>
              <a:t>4),</a:t>
            </a:r>
            <a:r>
              <a:rPr sz="2800" spc="-20" dirty="0">
                <a:latin typeface="Calibri"/>
                <a:cs typeface="Calibri"/>
              </a:rPr>
              <a:t> </a:t>
            </a:r>
            <a:r>
              <a:rPr sz="2800" dirty="0">
                <a:latin typeface="Calibri"/>
                <a:cs typeface="Calibri"/>
              </a:rPr>
              <a:t>(5,</a:t>
            </a:r>
            <a:r>
              <a:rPr sz="2800" spc="-20" dirty="0">
                <a:latin typeface="Calibri"/>
                <a:cs typeface="Calibri"/>
              </a:rPr>
              <a:t> </a:t>
            </a:r>
            <a:r>
              <a:rPr sz="2800" dirty="0">
                <a:latin typeface="Calibri"/>
                <a:cs typeface="Calibri"/>
              </a:rPr>
              <a:t>5),</a:t>
            </a:r>
            <a:r>
              <a:rPr sz="2800" spc="-20" dirty="0">
                <a:latin typeface="Calibri"/>
                <a:cs typeface="Calibri"/>
              </a:rPr>
              <a:t> </a:t>
            </a:r>
            <a:r>
              <a:rPr sz="2800" dirty="0">
                <a:latin typeface="Calibri"/>
                <a:cs typeface="Calibri"/>
              </a:rPr>
              <a:t>(6,</a:t>
            </a:r>
            <a:r>
              <a:rPr sz="2800" spc="-20" dirty="0">
                <a:latin typeface="Calibri"/>
                <a:cs typeface="Calibri"/>
              </a:rPr>
              <a:t> </a:t>
            </a:r>
            <a:r>
              <a:rPr sz="2800" dirty="0">
                <a:latin typeface="Calibri"/>
                <a:cs typeface="Calibri"/>
              </a:rPr>
              <a:t>6)</a:t>
            </a:r>
            <a:r>
              <a:rPr sz="2800" spc="-15" dirty="0">
                <a:latin typeface="Calibri"/>
                <a:cs typeface="Calibri"/>
              </a:rPr>
              <a:t> </a:t>
            </a:r>
            <a:r>
              <a:rPr sz="2800" spc="-50" dirty="0">
                <a:latin typeface="Calibri"/>
                <a:cs typeface="Calibri"/>
              </a:rPr>
              <a:t>}</a:t>
            </a:r>
            <a:endParaRPr sz="2800">
              <a:latin typeface="Calibri"/>
              <a:cs typeface="Calibri"/>
            </a:endParaRPr>
          </a:p>
          <a:p>
            <a:pPr marL="12700">
              <a:lnSpc>
                <a:spcPct val="100000"/>
              </a:lnSpc>
              <a:spcBef>
                <a:spcPts val="670"/>
              </a:spcBef>
            </a:pPr>
            <a:r>
              <a:rPr sz="2800" dirty="0">
                <a:latin typeface="Calibri"/>
                <a:cs typeface="Calibri"/>
              </a:rPr>
              <a:t>[1]=</a:t>
            </a:r>
            <a:r>
              <a:rPr sz="2800" spc="-30" dirty="0">
                <a:latin typeface="Calibri"/>
                <a:cs typeface="Calibri"/>
              </a:rPr>
              <a:t> </a:t>
            </a:r>
            <a:r>
              <a:rPr sz="2800" spc="-50" dirty="0">
                <a:latin typeface="Calibri"/>
                <a:cs typeface="Calibri"/>
              </a:rPr>
              <a:t>?</a:t>
            </a:r>
            <a:endParaRPr sz="2800">
              <a:latin typeface="Calibri"/>
              <a:cs typeface="Calibri"/>
            </a:endParaRPr>
          </a:p>
          <a:p>
            <a:pPr marL="12700">
              <a:lnSpc>
                <a:spcPct val="100000"/>
              </a:lnSpc>
              <a:spcBef>
                <a:spcPts val="675"/>
              </a:spcBef>
            </a:pPr>
            <a:r>
              <a:rPr sz="2800" dirty="0">
                <a:latin typeface="Calibri"/>
                <a:cs typeface="Calibri"/>
              </a:rPr>
              <a:t>.</a:t>
            </a:r>
            <a:r>
              <a:rPr sz="2800" spc="-15" dirty="0">
                <a:latin typeface="Calibri"/>
                <a:cs typeface="Calibri"/>
              </a:rPr>
              <a:t> </a:t>
            </a:r>
            <a:r>
              <a:rPr sz="2800" dirty="0">
                <a:latin typeface="Calibri"/>
                <a:cs typeface="Calibri"/>
              </a:rPr>
              <a:t>.</a:t>
            </a:r>
            <a:r>
              <a:rPr sz="2800" spc="15" dirty="0">
                <a:latin typeface="Calibri"/>
                <a:cs typeface="Calibri"/>
              </a:rPr>
              <a:t> </a:t>
            </a:r>
            <a:r>
              <a:rPr sz="2800" spc="-50" dirty="0">
                <a:latin typeface="Calibri"/>
                <a:cs typeface="Calibri"/>
              </a:rPr>
              <a:t>.</a:t>
            </a:r>
            <a:endParaRPr sz="2800">
              <a:latin typeface="Calibri"/>
              <a:cs typeface="Calibri"/>
            </a:endParaRPr>
          </a:p>
          <a:p>
            <a:pPr marL="12700">
              <a:lnSpc>
                <a:spcPct val="100000"/>
              </a:lnSpc>
              <a:spcBef>
                <a:spcPts val="670"/>
              </a:spcBef>
            </a:pPr>
            <a:r>
              <a:rPr sz="2800" dirty="0">
                <a:latin typeface="Calibri"/>
                <a:cs typeface="Calibri"/>
              </a:rPr>
              <a:t>[6]=</a:t>
            </a:r>
            <a:r>
              <a:rPr sz="2800" spc="-30" dirty="0">
                <a:latin typeface="Calibri"/>
                <a:cs typeface="Calibri"/>
              </a:rPr>
              <a:t> </a:t>
            </a:r>
            <a:r>
              <a:rPr sz="2800" spc="-50" dirty="0">
                <a:latin typeface="Calibri"/>
                <a:cs typeface="Calibri"/>
              </a:rPr>
              <a:t>?</a:t>
            </a:r>
            <a:endParaRPr sz="2800">
              <a:latin typeface="Calibri"/>
              <a:cs typeface="Calibri"/>
            </a:endParaRPr>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739800"/>
            <a:ext cx="6350000" cy="4124325"/>
          </a:xfrm>
          <a:prstGeom prst="rect">
            <a:avLst/>
          </a:prstGeom>
        </p:spPr>
        <p:txBody>
          <a:bodyPr vert="horz" wrap="square" lIns="0" tIns="100965" rIns="0" bIns="0" rtlCol="0">
            <a:spAutoFit/>
          </a:bodyPr>
          <a:lstStyle/>
          <a:p>
            <a:pPr marL="12700">
              <a:lnSpc>
                <a:spcPct val="100000"/>
              </a:lnSpc>
              <a:spcBef>
                <a:spcPts val="795"/>
              </a:spcBef>
            </a:pPr>
            <a:r>
              <a:rPr sz="2800" b="1" dirty="0">
                <a:latin typeface="Calibri"/>
                <a:cs typeface="Calibri"/>
              </a:rPr>
              <a:t>Ví</a:t>
            </a:r>
            <a:r>
              <a:rPr sz="2800" b="1" spc="-10" dirty="0">
                <a:latin typeface="Calibri"/>
                <a:cs typeface="Calibri"/>
              </a:rPr>
              <a:t> </a:t>
            </a:r>
            <a:r>
              <a:rPr sz="2800" b="1" dirty="0">
                <a:latin typeface="Calibri"/>
                <a:cs typeface="Calibri"/>
              </a:rPr>
              <a:t>dụ</a:t>
            </a:r>
            <a:r>
              <a:rPr sz="2800" b="1" spc="-5" dirty="0">
                <a:latin typeface="Calibri"/>
                <a:cs typeface="Calibri"/>
              </a:rPr>
              <a:t> </a:t>
            </a:r>
            <a:r>
              <a:rPr sz="2800" b="1" dirty="0">
                <a:latin typeface="Calibri"/>
                <a:cs typeface="Calibri"/>
              </a:rPr>
              <a:t>2:</a:t>
            </a:r>
            <a:r>
              <a:rPr sz="2800" b="1" spc="5" dirty="0">
                <a:latin typeface="Calibri"/>
                <a:cs typeface="Calibri"/>
              </a:rPr>
              <a:t> </a:t>
            </a:r>
            <a:r>
              <a:rPr sz="2800" dirty="0">
                <a:latin typeface="Calibri"/>
                <a:cs typeface="Calibri"/>
              </a:rPr>
              <a:t>X</a:t>
            </a:r>
            <a:r>
              <a:rPr sz="2800" spc="-10" dirty="0">
                <a:latin typeface="Calibri"/>
                <a:cs typeface="Calibri"/>
              </a:rPr>
              <a:t> </a:t>
            </a:r>
            <a:r>
              <a:rPr sz="2800" dirty="0">
                <a:latin typeface="Calibri"/>
                <a:cs typeface="Calibri"/>
              </a:rPr>
              <a:t>=</a:t>
            </a:r>
            <a:r>
              <a:rPr sz="2800" spc="5" dirty="0">
                <a:latin typeface="Calibri"/>
                <a:cs typeface="Calibri"/>
              </a:rPr>
              <a:t> </a:t>
            </a:r>
            <a:r>
              <a:rPr sz="2800" spc="-25" dirty="0">
                <a:latin typeface="Cambria Math"/>
                <a:cs typeface="Cambria Math"/>
              </a:rPr>
              <a:t>ℤ</a:t>
            </a:r>
            <a:r>
              <a:rPr sz="2800" spc="-25" dirty="0">
                <a:latin typeface="Calibri"/>
                <a:cs typeface="Calibri"/>
              </a:rPr>
              <a:t>.</a:t>
            </a:r>
            <a:endParaRPr sz="2800">
              <a:latin typeface="Calibri"/>
              <a:cs typeface="Calibri"/>
            </a:endParaRPr>
          </a:p>
          <a:p>
            <a:pPr marL="1962150">
              <a:lnSpc>
                <a:spcPct val="100000"/>
              </a:lnSpc>
              <a:spcBef>
                <a:spcPts val="695"/>
              </a:spcBef>
            </a:pPr>
            <a:r>
              <a:rPr sz="2800" dirty="0">
                <a:latin typeface="Calibri"/>
                <a:cs typeface="Calibri"/>
              </a:rPr>
              <a:t>(x,</a:t>
            </a:r>
            <a:r>
              <a:rPr sz="2800" spc="-30" dirty="0">
                <a:latin typeface="Calibri"/>
                <a:cs typeface="Calibri"/>
              </a:rPr>
              <a:t> </a:t>
            </a:r>
            <a:r>
              <a:rPr sz="2800" dirty="0">
                <a:latin typeface="Calibri"/>
                <a:cs typeface="Calibri"/>
              </a:rPr>
              <a:t>y)</a:t>
            </a:r>
            <a:r>
              <a:rPr sz="2800" spc="-20" dirty="0">
                <a:latin typeface="Calibri"/>
                <a:cs typeface="Calibri"/>
              </a:rPr>
              <a:t> </a:t>
            </a:r>
            <a:r>
              <a:rPr sz="2800" dirty="0">
                <a:latin typeface="Symbol"/>
                <a:cs typeface="Symbol"/>
              </a:rPr>
              <a:t></a:t>
            </a:r>
            <a:r>
              <a:rPr sz="2800" spc="-80" dirty="0">
                <a:latin typeface="Times New Roman"/>
                <a:cs typeface="Times New Roman"/>
              </a:rPr>
              <a:t> </a:t>
            </a:r>
            <a:r>
              <a:rPr sz="2800" dirty="0">
                <a:latin typeface="Calibri"/>
                <a:cs typeface="Calibri"/>
              </a:rPr>
              <a:t>R</a:t>
            </a:r>
            <a:r>
              <a:rPr sz="2800" spc="-20" dirty="0">
                <a:latin typeface="Calibri"/>
                <a:cs typeface="Calibri"/>
              </a:rPr>
              <a:t> </a:t>
            </a:r>
            <a:r>
              <a:rPr sz="2800" spc="-10" dirty="0">
                <a:solidFill>
                  <a:srgbClr val="FF0000"/>
                </a:solidFill>
                <a:latin typeface="Symbol"/>
                <a:cs typeface="Symbol"/>
              </a:rPr>
              <a:t></a:t>
            </a:r>
            <a:r>
              <a:rPr sz="2800" spc="-10" dirty="0">
                <a:latin typeface="Calibri"/>
                <a:cs typeface="Calibri"/>
              </a:rPr>
              <a:t>x-</a:t>
            </a:r>
            <a:r>
              <a:rPr sz="2800" dirty="0">
                <a:latin typeface="Calibri"/>
                <a:cs typeface="Calibri"/>
              </a:rPr>
              <a:t>y</a:t>
            </a:r>
            <a:r>
              <a:rPr sz="2800" spc="-10" dirty="0">
                <a:latin typeface="Calibri"/>
                <a:cs typeface="Calibri"/>
              </a:rPr>
              <a:t> </a:t>
            </a:r>
            <a:r>
              <a:rPr sz="2800" dirty="0">
                <a:latin typeface="Calibri"/>
                <a:cs typeface="Calibri"/>
              </a:rPr>
              <a:t>chia</a:t>
            </a:r>
            <a:r>
              <a:rPr sz="2800" spc="-30" dirty="0">
                <a:latin typeface="Calibri"/>
                <a:cs typeface="Calibri"/>
              </a:rPr>
              <a:t> </a:t>
            </a:r>
            <a:r>
              <a:rPr sz="2800" dirty="0">
                <a:latin typeface="Calibri"/>
                <a:cs typeface="Calibri"/>
              </a:rPr>
              <a:t>hết</a:t>
            </a:r>
            <a:r>
              <a:rPr sz="2800" spc="-15" dirty="0">
                <a:latin typeface="Calibri"/>
                <a:cs typeface="Calibri"/>
              </a:rPr>
              <a:t> </a:t>
            </a:r>
            <a:r>
              <a:rPr sz="2800" dirty="0">
                <a:latin typeface="Calibri"/>
                <a:cs typeface="Calibri"/>
              </a:rPr>
              <a:t>cho</a:t>
            </a:r>
            <a:r>
              <a:rPr sz="2800" spc="-15" dirty="0">
                <a:latin typeface="Calibri"/>
                <a:cs typeface="Calibri"/>
              </a:rPr>
              <a:t> </a:t>
            </a:r>
            <a:r>
              <a:rPr sz="2800" spc="-25" dirty="0">
                <a:latin typeface="Calibri"/>
                <a:cs typeface="Calibri"/>
              </a:rPr>
              <a:t>3.</a:t>
            </a:r>
            <a:endParaRPr sz="2800">
              <a:latin typeface="Calibri"/>
              <a:cs typeface="Calibri"/>
            </a:endParaRPr>
          </a:p>
          <a:p>
            <a:pPr marL="12700">
              <a:lnSpc>
                <a:spcPct val="100000"/>
              </a:lnSpc>
              <a:spcBef>
                <a:spcPts val="640"/>
              </a:spcBef>
            </a:pPr>
            <a:r>
              <a:rPr sz="2800" i="1" dirty="0">
                <a:latin typeface="Calibri"/>
                <a:cs typeface="Calibri"/>
              </a:rPr>
              <a:t>Quan</a:t>
            </a:r>
            <a:r>
              <a:rPr sz="2800" i="1" spc="-40" dirty="0">
                <a:latin typeface="Calibri"/>
                <a:cs typeface="Calibri"/>
              </a:rPr>
              <a:t> </a:t>
            </a:r>
            <a:r>
              <a:rPr sz="2800" i="1" dirty="0">
                <a:latin typeface="Calibri"/>
                <a:cs typeface="Calibri"/>
              </a:rPr>
              <a:t>hệ</a:t>
            </a:r>
            <a:r>
              <a:rPr sz="2800" i="1" spc="-35" dirty="0">
                <a:latin typeface="Calibri"/>
                <a:cs typeface="Calibri"/>
              </a:rPr>
              <a:t> </a:t>
            </a:r>
            <a:r>
              <a:rPr sz="2800" i="1" dirty="0">
                <a:latin typeface="Calibri"/>
                <a:cs typeface="Calibri"/>
              </a:rPr>
              <a:t>trên</a:t>
            </a:r>
            <a:r>
              <a:rPr sz="2800" i="1" spc="-30" dirty="0">
                <a:latin typeface="Calibri"/>
                <a:cs typeface="Calibri"/>
              </a:rPr>
              <a:t> </a:t>
            </a:r>
            <a:r>
              <a:rPr sz="2800" i="1" dirty="0">
                <a:latin typeface="Calibri"/>
                <a:cs typeface="Calibri"/>
              </a:rPr>
              <a:t>thường</a:t>
            </a:r>
            <a:r>
              <a:rPr sz="2800" i="1" spc="-35" dirty="0">
                <a:latin typeface="Calibri"/>
                <a:cs typeface="Calibri"/>
              </a:rPr>
              <a:t> </a:t>
            </a:r>
            <a:r>
              <a:rPr sz="2800" i="1" dirty="0">
                <a:latin typeface="Calibri"/>
                <a:cs typeface="Calibri"/>
              </a:rPr>
              <a:t>được</a:t>
            </a:r>
            <a:r>
              <a:rPr sz="2800" i="1" spc="-40" dirty="0">
                <a:latin typeface="Calibri"/>
                <a:cs typeface="Calibri"/>
              </a:rPr>
              <a:t> </a:t>
            </a:r>
            <a:r>
              <a:rPr sz="2800" i="1" dirty="0">
                <a:latin typeface="Calibri"/>
                <a:cs typeface="Calibri"/>
              </a:rPr>
              <a:t>viết</a:t>
            </a:r>
            <a:r>
              <a:rPr sz="2800" i="1" spc="-25" dirty="0">
                <a:latin typeface="Calibri"/>
                <a:cs typeface="Calibri"/>
              </a:rPr>
              <a:t> là</a:t>
            </a:r>
            <a:endParaRPr sz="2800">
              <a:latin typeface="Calibri"/>
              <a:cs typeface="Calibri"/>
            </a:endParaRPr>
          </a:p>
          <a:p>
            <a:pPr marL="3211830">
              <a:lnSpc>
                <a:spcPct val="100000"/>
              </a:lnSpc>
              <a:spcBef>
                <a:spcPts val="560"/>
              </a:spcBef>
            </a:pPr>
            <a:r>
              <a:rPr sz="2800" i="1" dirty="0">
                <a:latin typeface="Calibri"/>
                <a:cs typeface="Calibri"/>
              </a:rPr>
              <a:t>x</a:t>
            </a:r>
            <a:r>
              <a:rPr sz="2800" i="1" spc="-30" dirty="0">
                <a:latin typeface="Calibri"/>
                <a:cs typeface="Calibri"/>
              </a:rPr>
              <a:t> </a:t>
            </a:r>
            <a:r>
              <a:rPr sz="2950" spc="-100" dirty="0">
                <a:latin typeface="Symbol"/>
                <a:cs typeface="Symbol"/>
              </a:rPr>
              <a:t></a:t>
            </a:r>
            <a:r>
              <a:rPr sz="2950" spc="-100" dirty="0">
                <a:latin typeface="Times New Roman"/>
                <a:cs typeface="Times New Roman"/>
              </a:rPr>
              <a:t> </a:t>
            </a:r>
            <a:r>
              <a:rPr sz="2800" i="1" dirty="0">
                <a:latin typeface="Calibri"/>
                <a:cs typeface="Calibri"/>
              </a:rPr>
              <a:t>y</a:t>
            </a:r>
            <a:r>
              <a:rPr sz="2800" i="1" spc="-10" dirty="0">
                <a:latin typeface="Calibri"/>
                <a:cs typeface="Calibri"/>
              </a:rPr>
              <a:t> </a:t>
            </a:r>
            <a:r>
              <a:rPr sz="2800" i="1" dirty="0">
                <a:latin typeface="Calibri"/>
                <a:cs typeface="Calibri"/>
              </a:rPr>
              <a:t>(mod</a:t>
            </a:r>
            <a:r>
              <a:rPr sz="2800" i="1" spc="-20" dirty="0">
                <a:latin typeface="Calibri"/>
                <a:cs typeface="Calibri"/>
              </a:rPr>
              <a:t> </a:t>
            </a:r>
            <a:r>
              <a:rPr sz="2800" i="1" spc="-25" dirty="0">
                <a:latin typeface="Calibri"/>
                <a:cs typeface="Calibri"/>
              </a:rPr>
              <a:t>3)</a:t>
            </a:r>
            <a:endParaRPr sz="2800">
              <a:latin typeface="Calibri"/>
              <a:cs typeface="Calibri"/>
            </a:endParaRPr>
          </a:p>
          <a:p>
            <a:pPr marL="12700" marR="106680" indent="2054225">
              <a:lnSpc>
                <a:spcPct val="116700"/>
              </a:lnSpc>
              <a:spcBef>
                <a:spcPts val="45"/>
              </a:spcBef>
            </a:pPr>
            <a:r>
              <a:rPr sz="2800" i="1" dirty="0">
                <a:latin typeface="Calibri"/>
                <a:cs typeface="Calibri"/>
              </a:rPr>
              <a:t>(Quan</a:t>
            </a:r>
            <a:r>
              <a:rPr sz="2800" i="1" spc="-25" dirty="0">
                <a:latin typeface="Calibri"/>
                <a:cs typeface="Calibri"/>
              </a:rPr>
              <a:t> </a:t>
            </a:r>
            <a:r>
              <a:rPr sz="2800" i="1" dirty="0">
                <a:latin typeface="Calibri"/>
                <a:cs typeface="Calibri"/>
              </a:rPr>
              <a:t>hệ</a:t>
            </a:r>
            <a:r>
              <a:rPr sz="2800" i="1" spc="-20" dirty="0">
                <a:latin typeface="Calibri"/>
                <a:cs typeface="Calibri"/>
              </a:rPr>
              <a:t> </a:t>
            </a:r>
            <a:r>
              <a:rPr sz="2800" i="1" dirty="0">
                <a:latin typeface="Calibri"/>
                <a:cs typeface="Calibri"/>
              </a:rPr>
              <a:t>đồng</a:t>
            </a:r>
            <a:r>
              <a:rPr sz="2800" i="1" spc="-20" dirty="0">
                <a:latin typeface="Calibri"/>
                <a:cs typeface="Calibri"/>
              </a:rPr>
              <a:t> </a:t>
            </a:r>
            <a:r>
              <a:rPr sz="2800" i="1" dirty="0">
                <a:latin typeface="Calibri"/>
                <a:cs typeface="Calibri"/>
              </a:rPr>
              <a:t>dư</a:t>
            </a:r>
            <a:r>
              <a:rPr sz="2800" i="1" spc="-25" dirty="0">
                <a:latin typeface="Calibri"/>
                <a:cs typeface="Calibri"/>
              </a:rPr>
              <a:t> </a:t>
            </a:r>
            <a:r>
              <a:rPr sz="2800" i="1" dirty="0">
                <a:latin typeface="Calibri"/>
                <a:cs typeface="Calibri"/>
              </a:rPr>
              <a:t>modulo</a:t>
            </a:r>
            <a:r>
              <a:rPr sz="2800" i="1" spc="-20" dirty="0">
                <a:latin typeface="Calibri"/>
                <a:cs typeface="Calibri"/>
              </a:rPr>
              <a:t> </a:t>
            </a:r>
            <a:r>
              <a:rPr sz="2800" i="1" spc="-25" dirty="0">
                <a:latin typeface="Calibri"/>
                <a:cs typeface="Calibri"/>
              </a:rPr>
              <a:t>3) </a:t>
            </a:r>
            <a:r>
              <a:rPr sz="2800" i="1" spc="-90" dirty="0">
                <a:latin typeface="Calibri"/>
                <a:cs typeface="Calibri"/>
              </a:rPr>
              <a:t>Ta</a:t>
            </a:r>
            <a:r>
              <a:rPr sz="2800" i="1" spc="-70" dirty="0">
                <a:latin typeface="Calibri"/>
                <a:cs typeface="Calibri"/>
              </a:rPr>
              <a:t> </a:t>
            </a:r>
            <a:r>
              <a:rPr sz="2800" i="1" dirty="0">
                <a:latin typeface="Calibri"/>
                <a:cs typeface="Calibri"/>
              </a:rPr>
              <a:t>có</a:t>
            </a:r>
            <a:r>
              <a:rPr sz="2800" i="1" spc="-35" dirty="0">
                <a:latin typeface="Calibri"/>
                <a:cs typeface="Calibri"/>
              </a:rPr>
              <a:t> </a:t>
            </a:r>
            <a:r>
              <a:rPr sz="2800" i="1" dirty="0">
                <a:latin typeface="Calibri"/>
                <a:cs typeface="Calibri"/>
              </a:rPr>
              <a:t>1</a:t>
            </a:r>
            <a:r>
              <a:rPr sz="2800" i="1" spc="-20" dirty="0">
                <a:latin typeface="Calibri"/>
                <a:cs typeface="Calibri"/>
              </a:rPr>
              <a:t> </a:t>
            </a:r>
            <a:r>
              <a:rPr sz="2950" spc="-100" dirty="0">
                <a:latin typeface="Symbol"/>
                <a:cs typeface="Symbol"/>
              </a:rPr>
              <a:t></a:t>
            </a:r>
            <a:r>
              <a:rPr sz="2950" spc="-90" dirty="0">
                <a:latin typeface="Times New Roman"/>
                <a:cs typeface="Times New Roman"/>
              </a:rPr>
              <a:t> </a:t>
            </a:r>
            <a:r>
              <a:rPr sz="2800" i="1" dirty="0">
                <a:latin typeface="Calibri"/>
                <a:cs typeface="Calibri"/>
              </a:rPr>
              <a:t>4</a:t>
            </a:r>
            <a:r>
              <a:rPr sz="2800" i="1" spc="-20" dirty="0">
                <a:latin typeface="Calibri"/>
                <a:cs typeface="Calibri"/>
              </a:rPr>
              <a:t> </a:t>
            </a:r>
            <a:r>
              <a:rPr sz="2800" i="1" dirty="0">
                <a:latin typeface="Calibri"/>
                <a:cs typeface="Calibri"/>
              </a:rPr>
              <a:t>(mod</a:t>
            </a:r>
            <a:r>
              <a:rPr sz="2800" i="1" spc="-30" dirty="0">
                <a:latin typeface="Calibri"/>
                <a:cs typeface="Calibri"/>
              </a:rPr>
              <a:t> </a:t>
            </a:r>
            <a:r>
              <a:rPr sz="2800" i="1" dirty="0">
                <a:latin typeface="Calibri"/>
                <a:cs typeface="Calibri"/>
              </a:rPr>
              <a:t>3)</a:t>
            </a:r>
            <a:r>
              <a:rPr sz="2800" i="1" spc="-15" dirty="0">
                <a:latin typeface="Calibri"/>
                <a:cs typeface="Calibri"/>
              </a:rPr>
              <a:t> </a:t>
            </a:r>
            <a:r>
              <a:rPr sz="2800" i="1" dirty="0">
                <a:latin typeface="Calibri"/>
                <a:cs typeface="Calibri"/>
              </a:rPr>
              <a:t>nhưng</a:t>
            </a:r>
            <a:r>
              <a:rPr sz="2800" i="1" spc="-40" dirty="0">
                <a:latin typeface="Calibri"/>
                <a:cs typeface="Calibri"/>
              </a:rPr>
              <a:t> </a:t>
            </a:r>
            <a:r>
              <a:rPr sz="2800" i="1" dirty="0">
                <a:latin typeface="Calibri"/>
                <a:cs typeface="Calibri"/>
              </a:rPr>
              <a:t>1</a:t>
            </a:r>
            <a:r>
              <a:rPr sz="2800" i="1" spc="-10" dirty="0">
                <a:latin typeface="Calibri"/>
                <a:cs typeface="Calibri"/>
              </a:rPr>
              <a:t> </a:t>
            </a:r>
            <a:r>
              <a:rPr sz="2800" dirty="0">
                <a:latin typeface="Cambria Math"/>
                <a:cs typeface="Cambria Math"/>
              </a:rPr>
              <a:t>≢</a:t>
            </a:r>
            <a:r>
              <a:rPr sz="2800" spc="-15" dirty="0">
                <a:latin typeface="Cambria Math"/>
                <a:cs typeface="Cambria Math"/>
              </a:rPr>
              <a:t> </a:t>
            </a:r>
            <a:r>
              <a:rPr sz="2800" i="1" dirty="0">
                <a:latin typeface="Calibri"/>
                <a:cs typeface="Calibri"/>
              </a:rPr>
              <a:t>2(mod</a:t>
            </a:r>
            <a:r>
              <a:rPr sz="2800" i="1" spc="-15" dirty="0">
                <a:latin typeface="Calibri"/>
                <a:cs typeface="Calibri"/>
              </a:rPr>
              <a:t> </a:t>
            </a:r>
            <a:r>
              <a:rPr sz="2800" i="1" spc="-25" dirty="0">
                <a:latin typeface="Calibri"/>
                <a:cs typeface="Calibri"/>
              </a:rPr>
              <a:t>3).</a:t>
            </a:r>
            <a:endParaRPr sz="2800">
              <a:latin typeface="Calibri"/>
              <a:cs typeface="Calibri"/>
            </a:endParaRPr>
          </a:p>
          <a:p>
            <a:pPr marL="12700">
              <a:lnSpc>
                <a:spcPct val="100000"/>
              </a:lnSpc>
              <a:spcBef>
                <a:spcPts val="605"/>
              </a:spcBef>
            </a:pPr>
            <a:r>
              <a:rPr sz="2800" dirty="0">
                <a:latin typeface="Calibri"/>
                <a:cs typeface="Calibri"/>
              </a:rPr>
              <a:t>[0]=</a:t>
            </a:r>
            <a:r>
              <a:rPr sz="2800" spc="-30" dirty="0">
                <a:latin typeface="Calibri"/>
                <a:cs typeface="Calibri"/>
              </a:rPr>
              <a:t> </a:t>
            </a:r>
            <a:r>
              <a:rPr sz="2800" spc="-50" dirty="0">
                <a:latin typeface="Calibri"/>
                <a:cs typeface="Calibri"/>
              </a:rPr>
              <a:t>?</a:t>
            </a:r>
            <a:endParaRPr sz="2800">
              <a:latin typeface="Calibri"/>
              <a:cs typeface="Calibri"/>
            </a:endParaRPr>
          </a:p>
          <a:p>
            <a:pPr marL="12700">
              <a:lnSpc>
                <a:spcPct val="100000"/>
              </a:lnSpc>
              <a:spcBef>
                <a:spcPts val="670"/>
              </a:spcBef>
            </a:pPr>
            <a:r>
              <a:rPr sz="2800" dirty="0">
                <a:latin typeface="Calibri"/>
                <a:cs typeface="Calibri"/>
              </a:rPr>
              <a:t>[1]=</a:t>
            </a:r>
            <a:r>
              <a:rPr sz="2800" spc="-45" dirty="0">
                <a:latin typeface="Calibri"/>
                <a:cs typeface="Calibri"/>
              </a:rPr>
              <a:t> </a:t>
            </a:r>
            <a:r>
              <a:rPr sz="2800" spc="-50" dirty="0">
                <a:latin typeface="Calibri"/>
                <a:cs typeface="Calibri"/>
              </a:rPr>
              <a:t>?</a:t>
            </a:r>
            <a:endParaRPr sz="2800">
              <a:latin typeface="Calibri"/>
              <a:cs typeface="Calibri"/>
            </a:endParaRPr>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291439"/>
            <a:ext cx="8027670" cy="4610735"/>
          </a:xfrm>
          <a:prstGeom prst="rect">
            <a:avLst/>
          </a:prstGeom>
        </p:spPr>
        <p:txBody>
          <a:bodyPr vert="horz" wrap="square" lIns="0" tIns="109855" rIns="0" bIns="0" rtlCol="0">
            <a:spAutoFit/>
          </a:bodyPr>
          <a:lstStyle/>
          <a:p>
            <a:pPr marL="12700">
              <a:lnSpc>
                <a:spcPct val="100000"/>
              </a:lnSpc>
              <a:spcBef>
                <a:spcPts val="865"/>
              </a:spcBef>
            </a:pPr>
            <a:r>
              <a:rPr sz="3200" b="1" dirty="0">
                <a:latin typeface="Calibri"/>
                <a:cs typeface="Calibri"/>
              </a:rPr>
              <a:t>Ví</a:t>
            </a:r>
            <a:r>
              <a:rPr sz="3200" b="1" spc="-20" dirty="0">
                <a:latin typeface="Calibri"/>
                <a:cs typeface="Calibri"/>
              </a:rPr>
              <a:t> </a:t>
            </a:r>
            <a:r>
              <a:rPr sz="3200" b="1" dirty="0">
                <a:latin typeface="Calibri"/>
                <a:cs typeface="Calibri"/>
              </a:rPr>
              <a:t>dụ</a:t>
            </a:r>
            <a:r>
              <a:rPr sz="3200" b="1" spc="-20" dirty="0">
                <a:latin typeface="Calibri"/>
                <a:cs typeface="Calibri"/>
              </a:rPr>
              <a:t> </a:t>
            </a:r>
            <a:r>
              <a:rPr sz="3200" b="1" dirty="0">
                <a:latin typeface="Calibri"/>
                <a:cs typeface="Calibri"/>
              </a:rPr>
              <a:t>3</a:t>
            </a:r>
            <a:r>
              <a:rPr sz="3200" b="1" spc="-5" dirty="0">
                <a:latin typeface="Calibri"/>
                <a:cs typeface="Calibri"/>
              </a:rPr>
              <a:t> </a:t>
            </a:r>
            <a:r>
              <a:rPr sz="3200" b="1" spc="-50" dirty="0">
                <a:latin typeface="Calibri"/>
                <a:cs typeface="Calibri"/>
              </a:rPr>
              <a:t>:</a:t>
            </a:r>
            <a:endParaRPr sz="3200">
              <a:latin typeface="Calibri"/>
              <a:cs typeface="Calibri"/>
            </a:endParaRPr>
          </a:p>
          <a:p>
            <a:pPr marL="12700">
              <a:lnSpc>
                <a:spcPct val="100000"/>
              </a:lnSpc>
              <a:spcBef>
                <a:spcPts val="770"/>
              </a:spcBef>
              <a:tabLst>
                <a:tab pos="6020435" algn="l"/>
              </a:tabLst>
            </a:pPr>
            <a:r>
              <a:rPr sz="3200" dirty="0">
                <a:latin typeface="Calibri"/>
                <a:cs typeface="Calibri"/>
              </a:rPr>
              <a:t>Cho</a:t>
            </a:r>
            <a:r>
              <a:rPr sz="3200" spc="-20" dirty="0">
                <a:latin typeface="Calibri"/>
                <a:cs typeface="Calibri"/>
              </a:rPr>
              <a:t> </a:t>
            </a:r>
            <a:r>
              <a:rPr sz="3200" dirty="0">
                <a:latin typeface="Calibri"/>
                <a:cs typeface="Calibri"/>
              </a:rPr>
              <a:t>X</a:t>
            </a:r>
            <a:r>
              <a:rPr sz="3200" spc="-25"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{1,</a:t>
            </a:r>
            <a:r>
              <a:rPr sz="3200" spc="-25" dirty="0">
                <a:latin typeface="Calibri"/>
                <a:cs typeface="Calibri"/>
              </a:rPr>
              <a:t> </a:t>
            </a:r>
            <a:r>
              <a:rPr sz="3200" dirty="0">
                <a:latin typeface="Calibri"/>
                <a:cs typeface="Calibri"/>
              </a:rPr>
              <a:t>2,</a:t>
            </a:r>
            <a:r>
              <a:rPr sz="3200" spc="-25" dirty="0">
                <a:latin typeface="Calibri"/>
                <a:cs typeface="Calibri"/>
              </a:rPr>
              <a:t> </a:t>
            </a:r>
            <a:r>
              <a:rPr sz="3200" dirty="0">
                <a:latin typeface="Calibri"/>
                <a:cs typeface="Calibri"/>
              </a:rPr>
              <a:t>3,</a:t>
            </a:r>
            <a:r>
              <a:rPr sz="3200" spc="-25" dirty="0">
                <a:latin typeface="Calibri"/>
                <a:cs typeface="Calibri"/>
              </a:rPr>
              <a:t> </a:t>
            </a:r>
            <a:r>
              <a:rPr sz="3200" dirty="0">
                <a:latin typeface="Calibri"/>
                <a:cs typeface="Calibri"/>
              </a:rPr>
              <a:t>4,</a:t>
            </a:r>
            <a:r>
              <a:rPr sz="3200" spc="-25" dirty="0">
                <a:latin typeface="Calibri"/>
                <a:cs typeface="Calibri"/>
              </a:rPr>
              <a:t> </a:t>
            </a:r>
            <a:r>
              <a:rPr sz="3200" dirty="0">
                <a:latin typeface="Calibri"/>
                <a:cs typeface="Calibri"/>
              </a:rPr>
              <a:t>5}</a:t>
            </a:r>
            <a:r>
              <a:rPr sz="3200" spc="-10" dirty="0">
                <a:latin typeface="Calibri"/>
                <a:cs typeface="Calibri"/>
              </a:rPr>
              <a:t> </a:t>
            </a:r>
            <a:r>
              <a:rPr sz="3200" dirty="0">
                <a:latin typeface="Calibri"/>
                <a:cs typeface="Calibri"/>
              </a:rPr>
              <a:t>x</a:t>
            </a:r>
            <a:r>
              <a:rPr sz="3200" spc="-20" dirty="0">
                <a:latin typeface="Calibri"/>
                <a:cs typeface="Calibri"/>
              </a:rPr>
              <a:t> </a:t>
            </a:r>
            <a:r>
              <a:rPr sz="3200" dirty="0">
                <a:latin typeface="Calibri"/>
                <a:cs typeface="Calibri"/>
              </a:rPr>
              <a:t>{1,</a:t>
            </a:r>
            <a:r>
              <a:rPr sz="3200" spc="-25" dirty="0">
                <a:latin typeface="Calibri"/>
                <a:cs typeface="Calibri"/>
              </a:rPr>
              <a:t> </a:t>
            </a:r>
            <a:r>
              <a:rPr sz="3200" dirty="0">
                <a:latin typeface="Calibri"/>
                <a:cs typeface="Calibri"/>
              </a:rPr>
              <a:t>2,</a:t>
            </a:r>
            <a:r>
              <a:rPr sz="3200" spc="-25" dirty="0">
                <a:latin typeface="Calibri"/>
                <a:cs typeface="Calibri"/>
              </a:rPr>
              <a:t> </a:t>
            </a:r>
            <a:r>
              <a:rPr sz="3200" dirty="0">
                <a:latin typeface="Calibri"/>
                <a:cs typeface="Calibri"/>
              </a:rPr>
              <a:t>3,</a:t>
            </a:r>
            <a:r>
              <a:rPr sz="3200" spc="-20" dirty="0">
                <a:latin typeface="Calibri"/>
                <a:cs typeface="Calibri"/>
              </a:rPr>
              <a:t> </a:t>
            </a:r>
            <a:r>
              <a:rPr sz="3200" dirty="0">
                <a:latin typeface="Calibri"/>
                <a:cs typeface="Calibri"/>
              </a:rPr>
              <a:t>4,</a:t>
            </a:r>
            <a:r>
              <a:rPr sz="3200" spc="-25" dirty="0">
                <a:latin typeface="Calibri"/>
                <a:cs typeface="Calibri"/>
              </a:rPr>
              <a:t> 5}</a:t>
            </a:r>
            <a:r>
              <a:rPr sz="3200" dirty="0">
                <a:latin typeface="Calibri"/>
                <a:cs typeface="Calibri"/>
              </a:rPr>
              <a:t>	và</a:t>
            </a:r>
            <a:r>
              <a:rPr sz="3200" spc="-35" dirty="0">
                <a:latin typeface="Calibri"/>
                <a:cs typeface="Calibri"/>
              </a:rPr>
              <a:t> </a:t>
            </a:r>
            <a:r>
              <a:rPr sz="3200" dirty="0">
                <a:latin typeface="Calibri"/>
                <a:cs typeface="Calibri"/>
              </a:rPr>
              <a:t>R</a:t>
            </a:r>
            <a:r>
              <a:rPr sz="3200" spc="-35" dirty="0">
                <a:latin typeface="Calibri"/>
                <a:cs typeface="Calibri"/>
              </a:rPr>
              <a:t> </a:t>
            </a:r>
            <a:r>
              <a:rPr sz="3200" dirty="0">
                <a:latin typeface="Calibri"/>
                <a:cs typeface="Calibri"/>
              </a:rPr>
              <a:t>là</a:t>
            </a:r>
            <a:r>
              <a:rPr sz="3200" spc="-35" dirty="0">
                <a:latin typeface="Calibri"/>
                <a:cs typeface="Calibri"/>
              </a:rPr>
              <a:t> </a:t>
            </a:r>
            <a:r>
              <a:rPr sz="3200" spc="-20" dirty="0">
                <a:latin typeface="Calibri"/>
                <a:cs typeface="Calibri"/>
              </a:rPr>
              <a:t>quan</a:t>
            </a:r>
            <a:endParaRPr sz="3200">
              <a:latin typeface="Calibri"/>
              <a:cs typeface="Calibri"/>
            </a:endParaRPr>
          </a:p>
          <a:p>
            <a:pPr marL="12700">
              <a:lnSpc>
                <a:spcPct val="100000"/>
              </a:lnSpc>
            </a:pPr>
            <a:r>
              <a:rPr sz="3200" dirty="0">
                <a:latin typeface="Calibri"/>
                <a:cs typeface="Calibri"/>
              </a:rPr>
              <a:t>hệ</a:t>
            </a:r>
            <a:r>
              <a:rPr sz="3200" spc="-30" dirty="0">
                <a:latin typeface="Calibri"/>
                <a:cs typeface="Calibri"/>
              </a:rPr>
              <a:t> </a:t>
            </a:r>
            <a:r>
              <a:rPr sz="3200" dirty="0">
                <a:latin typeface="Calibri"/>
                <a:cs typeface="Calibri"/>
              </a:rPr>
              <a:t>trên</a:t>
            </a:r>
            <a:r>
              <a:rPr sz="3200" spc="-25" dirty="0">
                <a:latin typeface="Calibri"/>
                <a:cs typeface="Calibri"/>
              </a:rPr>
              <a:t> </a:t>
            </a:r>
            <a:r>
              <a:rPr sz="3200" dirty="0">
                <a:latin typeface="Calibri"/>
                <a:cs typeface="Calibri"/>
              </a:rPr>
              <a:t>X</a:t>
            </a:r>
            <a:r>
              <a:rPr sz="3200" spc="-25" dirty="0">
                <a:latin typeface="Calibri"/>
                <a:cs typeface="Calibri"/>
              </a:rPr>
              <a:t> </a:t>
            </a:r>
            <a:r>
              <a:rPr sz="3200" dirty="0">
                <a:latin typeface="Calibri"/>
                <a:cs typeface="Calibri"/>
              </a:rPr>
              <a:t>sao</a:t>
            </a:r>
            <a:r>
              <a:rPr sz="3200" spc="-20" dirty="0">
                <a:latin typeface="Calibri"/>
                <a:cs typeface="Calibri"/>
              </a:rPr>
              <a:t> </a:t>
            </a:r>
            <a:r>
              <a:rPr sz="3200" spc="-25" dirty="0">
                <a:latin typeface="Calibri"/>
                <a:cs typeface="Calibri"/>
              </a:rPr>
              <a:t>cho</a:t>
            </a:r>
            <a:endParaRPr sz="3200">
              <a:latin typeface="Calibri"/>
              <a:cs typeface="Calibri"/>
            </a:endParaRPr>
          </a:p>
          <a:p>
            <a:pPr marL="118110" algn="ctr">
              <a:lnSpc>
                <a:spcPct val="100000"/>
              </a:lnSpc>
              <a:spcBef>
                <a:spcPts val="795"/>
              </a:spcBef>
              <a:tabLst>
                <a:tab pos="2386330" algn="l"/>
              </a:tabLst>
            </a:pPr>
            <a:r>
              <a:rPr sz="3200" dirty="0">
                <a:latin typeface="Calibri"/>
                <a:cs typeface="Calibri"/>
              </a:rPr>
              <a:t>(a,</a:t>
            </a:r>
            <a:r>
              <a:rPr sz="3200" spc="-15" dirty="0">
                <a:latin typeface="Calibri"/>
                <a:cs typeface="Calibri"/>
              </a:rPr>
              <a:t> </a:t>
            </a:r>
            <a:r>
              <a:rPr sz="3200" dirty="0">
                <a:latin typeface="Calibri"/>
                <a:cs typeface="Calibri"/>
              </a:rPr>
              <a:t>b) R</a:t>
            </a:r>
            <a:r>
              <a:rPr sz="3200" spc="-15" dirty="0">
                <a:latin typeface="Calibri"/>
                <a:cs typeface="Calibri"/>
              </a:rPr>
              <a:t> </a:t>
            </a:r>
            <a:r>
              <a:rPr sz="3200" dirty="0">
                <a:latin typeface="Calibri"/>
                <a:cs typeface="Calibri"/>
              </a:rPr>
              <a:t>(c,</a:t>
            </a:r>
            <a:r>
              <a:rPr sz="3200" spc="-15" dirty="0">
                <a:latin typeface="Calibri"/>
                <a:cs typeface="Calibri"/>
              </a:rPr>
              <a:t> </a:t>
            </a:r>
            <a:r>
              <a:rPr sz="3200" spc="-25" dirty="0">
                <a:latin typeface="Calibri"/>
                <a:cs typeface="Calibri"/>
              </a:rPr>
              <a:t>d)</a:t>
            </a:r>
            <a:r>
              <a:rPr sz="3200" dirty="0">
                <a:latin typeface="Calibri"/>
                <a:cs typeface="Calibri"/>
              </a:rPr>
              <a:t>	</a:t>
            </a:r>
            <a:r>
              <a:rPr sz="3200" dirty="0">
                <a:latin typeface="Symbol"/>
                <a:cs typeface="Symbol"/>
              </a:rPr>
              <a:t></a:t>
            </a:r>
            <a:r>
              <a:rPr sz="3200" spc="-95" dirty="0">
                <a:latin typeface="Times New Roman"/>
                <a:cs typeface="Times New Roman"/>
              </a:rPr>
              <a:t> </a:t>
            </a:r>
            <a:r>
              <a:rPr sz="3200" spc="-10" dirty="0">
                <a:latin typeface="Calibri"/>
                <a:cs typeface="Calibri"/>
              </a:rPr>
              <a:t>a+b=c+d</a:t>
            </a:r>
            <a:endParaRPr sz="3200">
              <a:latin typeface="Calibri"/>
              <a:cs typeface="Calibri"/>
            </a:endParaRPr>
          </a:p>
          <a:p>
            <a:pPr marL="12700">
              <a:lnSpc>
                <a:spcPct val="100000"/>
              </a:lnSpc>
              <a:spcBef>
                <a:spcPts val="745"/>
              </a:spcBef>
            </a:pPr>
            <a:r>
              <a:rPr sz="3200" dirty="0">
                <a:latin typeface="Calibri"/>
                <a:cs typeface="Calibri"/>
              </a:rPr>
              <a:t>Xác</a:t>
            </a:r>
            <a:r>
              <a:rPr sz="3200" spc="-65" dirty="0">
                <a:latin typeface="Calibri"/>
                <a:cs typeface="Calibri"/>
              </a:rPr>
              <a:t> </a:t>
            </a:r>
            <a:r>
              <a:rPr sz="3200" dirty="0">
                <a:latin typeface="Calibri"/>
                <a:cs typeface="Calibri"/>
              </a:rPr>
              <a:t>định</a:t>
            </a:r>
            <a:r>
              <a:rPr sz="3200" spc="-55" dirty="0">
                <a:latin typeface="Calibri"/>
                <a:cs typeface="Calibri"/>
              </a:rPr>
              <a:t> </a:t>
            </a:r>
            <a:r>
              <a:rPr sz="3200" dirty="0">
                <a:latin typeface="Calibri"/>
                <a:cs typeface="Calibri"/>
              </a:rPr>
              <a:t>lớp</a:t>
            </a:r>
            <a:r>
              <a:rPr sz="3200" spc="-75" dirty="0">
                <a:latin typeface="Calibri"/>
                <a:cs typeface="Calibri"/>
              </a:rPr>
              <a:t> </a:t>
            </a:r>
            <a:r>
              <a:rPr sz="3200" dirty="0">
                <a:latin typeface="Calibri"/>
                <a:cs typeface="Calibri"/>
              </a:rPr>
              <a:t>tương</a:t>
            </a:r>
            <a:r>
              <a:rPr sz="3200" spc="-45" dirty="0">
                <a:latin typeface="Calibri"/>
                <a:cs typeface="Calibri"/>
              </a:rPr>
              <a:t> </a:t>
            </a:r>
            <a:r>
              <a:rPr sz="3200" dirty="0">
                <a:latin typeface="Calibri"/>
                <a:cs typeface="Calibri"/>
              </a:rPr>
              <a:t>đương</a:t>
            </a:r>
            <a:r>
              <a:rPr sz="3200" spc="-60" dirty="0">
                <a:latin typeface="Calibri"/>
                <a:cs typeface="Calibri"/>
              </a:rPr>
              <a:t> </a:t>
            </a:r>
            <a:r>
              <a:rPr sz="3200" dirty="0">
                <a:latin typeface="Calibri"/>
                <a:cs typeface="Calibri"/>
              </a:rPr>
              <a:t>[(1,3)],</a:t>
            </a:r>
            <a:r>
              <a:rPr sz="3200" spc="-50" dirty="0">
                <a:latin typeface="Calibri"/>
                <a:cs typeface="Calibri"/>
              </a:rPr>
              <a:t> </a:t>
            </a:r>
            <a:r>
              <a:rPr sz="3200" dirty="0">
                <a:latin typeface="Calibri"/>
                <a:cs typeface="Calibri"/>
              </a:rPr>
              <a:t>[(2,4)],</a:t>
            </a:r>
            <a:r>
              <a:rPr sz="3200" spc="-60" dirty="0">
                <a:latin typeface="Calibri"/>
                <a:cs typeface="Calibri"/>
              </a:rPr>
              <a:t> </a:t>
            </a:r>
            <a:r>
              <a:rPr sz="3200" spc="-10" dirty="0">
                <a:latin typeface="Calibri"/>
                <a:cs typeface="Calibri"/>
              </a:rPr>
              <a:t>[(1,1)].</a:t>
            </a:r>
            <a:endParaRPr sz="3200">
              <a:latin typeface="Calibri"/>
              <a:cs typeface="Calibri"/>
            </a:endParaRPr>
          </a:p>
          <a:p>
            <a:pPr marL="12700">
              <a:lnSpc>
                <a:spcPct val="100000"/>
              </a:lnSpc>
              <a:spcBef>
                <a:spcPts val="770"/>
              </a:spcBef>
            </a:pPr>
            <a:r>
              <a:rPr sz="3200" dirty="0">
                <a:latin typeface="Calibri"/>
                <a:cs typeface="Calibri"/>
              </a:rPr>
              <a:t>1)</a:t>
            </a:r>
            <a:r>
              <a:rPr sz="3200" spc="-50" dirty="0">
                <a:latin typeface="Calibri"/>
                <a:cs typeface="Calibri"/>
              </a:rPr>
              <a:t> </a:t>
            </a:r>
            <a:r>
              <a:rPr sz="3200" dirty="0">
                <a:latin typeface="Calibri"/>
                <a:cs typeface="Calibri"/>
              </a:rPr>
              <a:t>[(1,</a:t>
            </a:r>
            <a:r>
              <a:rPr sz="3200" spc="-35" dirty="0">
                <a:latin typeface="Calibri"/>
                <a:cs typeface="Calibri"/>
              </a:rPr>
              <a:t> </a:t>
            </a:r>
            <a:r>
              <a:rPr sz="3200" dirty="0">
                <a:latin typeface="Calibri"/>
                <a:cs typeface="Calibri"/>
              </a:rPr>
              <a:t>3)]</a:t>
            </a:r>
            <a:r>
              <a:rPr sz="3200" spc="-35" dirty="0">
                <a:latin typeface="Calibri"/>
                <a:cs typeface="Calibri"/>
              </a:rPr>
              <a:t> </a:t>
            </a:r>
            <a:r>
              <a:rPr sz="3200" dirty="0">
                <a:latin typeface="Calibri"/>
                <a:cs typeface="Calibri"/>
              </a:rPr>
              <a:t>=</a:t>
            </a:r>
            <a:r>
              <a:rPr sz="3200" spc="-45" dirty="0">
                <a:latin typeface="Calibri"/>
                <a:cs typeface="Calibri"/>
              </a:rPr>
              <a:t> </a:t>
            </a:r>
            <a:r>
              <a:rPr sz="3200" dirty="0">
                <a:latin typeface="Calibri"/>
                <a:cs typeface="Calibri"/>
              </a:rPr>
              <a:t>{(1,3),</a:t>
            </a:r>
            <a:r>
              <a:rPr sz="3200" spc="-30" dirty="0">
                <a:latin typeface="Calibri"/>
                <a:cs typeface="Calibri"/>
              </a:rPr>
              <a:t> </a:t>
            </a:r>
            <a:r>
              <a:rPr sz="3200" dirty="0">
                <a:latin typeface="Calibri"/>
                <a:cs typeface="Calibri"/>
              </a:rPr>
              <a:t>(2,2),</a:t>
            </a:r>
            <a:r>
              <a:rPr sz="3200" spc="-45" dirty="0">
                <a:latin typeface="Calibri"/>
                <a:cs typeface="Calibri"/>
              </a:rPr>
              <a:t> </a:t>
            </a:r>
            <a:r>
              <a:rPr sz="3200" spc="-10" dirty="0">
                <a:latin typeface="Calibri"/>
                <a:cs typeface="Calibri"/>
              </a:rPr>
              <a:t>(3,1)}.</a:t>
            </a:r>
            <a:endParaRPr sz="3200">
              <a:latin typeface="Calibri"/>
              <a:cs typeface="Calibri"/>
            </a:endParaRPr>
          </a:p>
          <a:p>
            <a:pPr marL="12700">
              <a:lnSpc>
                <a:spcPct val="100000"/>
              </a:lnSpc>
              <a:spcBef>
                <a:spcPts val="765"/>
              </a:spcBef>
            </a:pPr>
            <a:r>
              <a:rPr sz="3200" dirty="0">
                <a:latin typeface="Calibri"/>
                <a:cs typeface="Calibri"/>
              </a:rPr>
              <a:t>2)</a:t>
            </a:r>
            <a:r>
              <a:rPr sz="3200" spc="-35" dirty="0">
                <a:latin typeface="Calibri"/>
                <a:cs typeface="Calibri"/>
              </a:rPr>
              <a:t> </a:t>
            </a:r>
            <a:r>
              <a:rPr sz="3200" dirty="0">
                <a:latin typeface="Calibri"/>
                <a:cs typeface="Calibri"/>
              </a:rPr>
              <a:t>[(2,</a:t>
            </a:r>
            <a:r>
              <a:rPr sz="3200" spc="-20" dirty="0">
                <a:latin typeface="Calibri"/>
                <a:cs typeface="Calibri"/>
              </a:rPr>
              <a:t> </a:t>
            </a:r>
            <a:r>
              <a:rPr sz="3200" dirty="0">
                <a:latin typeface="Calibri"/>
                <a:cs typeface="Calibri"/>
              </a:rPr>
              <a:t>4)]</a:t>
            </a:r>
            <a:r>
              <a:rPr sz="3200" spc="-25" dirty="0">
                <a:latin typeface="Calibri"/>
                <a:cs typeface="Calibri"/>
              </a:rPr>
              <a:t> </a:t>
            </a:r>
            <a:r>
              <a:rPr sz="3200" dirty="0">
                <a:latin typeface="Calibri"/>
                <a:cs typeface="Calibri"/>
              </a:rPr>
              <a:t>=</a:t>
            </a:r>
            <a:r>
              <a:rPr sz="3200" spc="-30" dirty="0">
                <a:latin typeface="Calibri"/>
                <a:cs typeface="Calibri"/>
              </a:rPr>
              <a:t> </a:t>
            </a:r>
            <a:r>
              <a:rPr sz="3200" spc="-50" dirty="0">
                <a:latin typeface="Calibri"/>
                <a:cs typeface="Calibri"/>
              </a:rPr>
              <a:t>?</a:t>
            </a:r>
            <a:endParaRPr sz="3200">
              <a:latin typeface="Calibri"/>
              <a:cs typeface="Calibri"/>
            </a:endParaRPr>
          </a:p>
          <a:p>
            <a:pPr marL="12700">
              <a:lnSpc>
                <a:spcPct val="100000"/>
              </a:lnSpc>
              <a:spcBef>
                <a:spcPts val="770"/>
              </a:spcBef>
            </a:pPr>
            <a:r>
              <a:rPr sz="3200" dirty="0">
                <a:latin typeface="Calibri"/>
                <a:cs typeface="Calibri"/>
              </a:rPr>
              <a:t>3)</a:t>
            </a:r>
            <a:r>
              <a:rPr sz="3200" spc="-25" dirty="0">
                <a:latin typeface="Calibri"/>
                <a:cs typeface="Calibri"/>
              </a:rPr>
              <a:t> </a:t>
            </a:r>
            <a:r>
              <a:rPr sz="3200" dirty="0">
                <a:latin typeface="Calibri"/>
                <a:cs typeface="Calibri"/>
              </a:rPr>
              <a:t>[(1,</a:t>
            </a:r>
            <a:r>
              <a:rPr sz="3200" spc="-25" dirty="0">
                <a:latin typeface="Calibri"/>
                <a:cs typeface="Calibri"/>
              </a:rPr>
              <a:t> </a:t>
            </a:r>
            <a:r>
              <a:rPr sz="3200" dirty="0">
                <a:latin typeface="Calibri"/>
                <a:cs typeface="Calibri"/>
              </a:rPr>
              <a:t>1)]</a:t>
            </a:r>
            <a:r>
              <a:rPr sz="3200" spc="-5" dirty="0">
                <a:latin typeface="Calibri"/>
                <a:cs typeface="Calibri"/>
              </a:rPr>
              <a:t> </a:t>
            </a:r>
            <a:r>
              <a:rPr sz="3200" dirty="0">
                <a:latin typeface="Calibri"/>
                <a:cs typeface="Calibri"/>
              </a:rPr>
              <a:t>=</a:t>
            </a:r>
            <a:r>
              <a:rPr sz="3200" spc="-30" dirty="0">
                <a:latin typeface="Calibri"/>
                <a:cs typeface="Calibri"/>
              </a:rPr>
              <a:t> </a:t>
            </a:r>
            <a:r>
              <a:rPr sz="3200" spc="-50" dirty="0">
                <a:latin typeface="Calibri"/>
                <a:cs typeface="Calibri"/>
              </a:rPr>
              <a:t>?</a:t>
            </a:r>
            <a:endParaRPr sz="3200">
              <a:latin typeface="Calibri"/>
              <a:cs typeface="Calibri"/>
            </a:endParaRPr>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316737"/>
            <a:ext cx="7889875" cy="1901189"/>
          </a:xfrm>
          <a:prstGeom prst="rect">
            <a:avLst/>
          </a:prstGeom>
        </p:spPr>
        <p:txBody>
          <a:bodyPr vert="horz" wrap="square" lIns="0" tIns="27305" rIns="0" bIns="0" rtlCol="0">
            <a:spAutoFit/>
          </a:bodyPr>
          <a:lstStyle/>
          <a:p>
            <a:pPr marL="12700" marR="5080">
              <a:lnSpc>
                <a:spcPts val="3350"/>
              </a:lnSpc>
              <a:spcBef>
                <a:spcPts val="215"/>
              </a:spcBef>
            </a:pPr>
            <a:r>
              <a:rPr sz="2800" b="1" dirty="0">
                <a:latin typeface="Calibri"/>
                <a:cs typeface="Calibri"/>
              </a:rPr>
              <a:t>Ví</a:t>
            </a:r>
            <a:r>
              <a:rPr sz="2800" b="1" spc="-35" dirty="0">
                <a:latin typeface="Calibri"/>
                <a:cs typeface="Calibri"/>
              </a:rPr>
              <a:t> </a:t>
            </a:r>
            <a:r>
              <a:rPr sz="2800" b="1" dirty="0">
                <a:latin typeface="Calibri"/>
                <a:cs typeface="Calibri"/>
              </a:rPr>
              <a:t>dụ</a:t>
            </a:r>
            <a:r>
              <a:rPr sz="2800" b="1" spc="-35" dirty="0">
                <a:latin typeface="Calibri"/>
                <a:cs typeface="Calibri"/>
              </a:rPr>
              <a:t> </a:t>
            </a:r>
            <a:r>
              <a:rPr sz="2800" b="1" dirty="0">
                <a:latin typeface="Calibri"/>
                <a:cs typeface="Calibri"/>
              </a:rPr>
              <a:t>4</a:t>
            </a:r>
            <a:r>
              <a:rPr sz="2800" b="1" spc="-25" dirty="0">
                <a:latin typeface="Calibri"/>
                <a:cs typeface="Calibri"/>
              </a:rPr>
              <a:t> </a:t>
            </a:r>
            <a:r>
              <a:rPr sz="2800" b="1" dirty="0">
                <a:latin typeface="Calibri"/>
                <a:cs typeface="Calibri"/>
              </a:rPr>
              <a:t>:</a:t>
            </a:r>
            <a:r>
              <a:rPr sz="2800" dirty="0">
                <a:latin typeface="Calibri"/>
                <a:cs typeface="Calibri"/>
              </a:rPr>
              <a:t>Cho</a:t>
            </a:r>
            <a:r>
              <a:rPr sz="2800" spc="-30" dirty="0">
                <a:latin typeface="Calibri"/>
                <a:cs typeface="Calibri"/>
              </a:rPr>
              <a:t> </a:t>
            </a:r>
            <a:r>
              <a:rPr sz="2800" dirty="0">
                <a:latin typeface="Calibri"/>
                <a:cs typeface="Calibri"/>
              </a:rPr>
              <a:t>X</a:t>
            </a:r>
            <a:r>
              <a:rPr sz="2800" spc="-35" dirty="0">
                <a:latin typeface="Calibri"/>
                <a:cs typeface="Calibri"/>
              </a:rPr>
              <a:t> </a:t>
            </a:r>
            <a:r>
              <a:rPr sz="2800" dirty="0">
                <a:latin typeface="Calibri"/>
                <a:cs typeface="Calibri"/>
              </a:rPr>
              <a:t>=</a:t>
            </a:r>
            <a:r>
              <a:rPr sz="2800" spc="-20" dirty="0">
                <a:latin typeface="Calibri"/>
                <a:cs typeface="Calibri"/>
              </a:rPr>
              <a:t> </a:t>
            </a:r>
            <a:r>
              <a:rPr sz="2800" dirty="0">
                <a:latin typeface="Cambria Math"/>
                <a:cs typeface="Cambria Math"/>
              </a:rPr>
              <a:t>ℕ</a:t>
            </a:r>
            <a:r>
              <a:rPr sz="2800" dirty="0">
                <a:latin typeface="Calibri"/>
                <a:cs typeface="Calibri"/>
              </a:rPr>
              <a:t>.</a:t>
            </a:r>
            <a:r>
              <a:rPr sz="2800" spc="-25" dirty="0">
                <a:latin typeface="Calibri"/>
                <a:cs typeface="Calibri"/>
              </a:rPr>
              <a:t> </a:t>
            </a:r>
            <a:r>
              <a:rPr sz="2800" spc="-65" dirty="0">
                <a:latin typeface="Calibri"/>
                <a:cs typeface="Calibri"/>
              </a:rPr>
              <a:t>Ta</a:t>
            </a:r>
            <a:r>
              <a:rPr sz="2800" spc="-40" dirty="0">
                <a:latin typeface="Calibri"/>
                <a:cs typeface="Calibri"/>
              </a:rPr>
              <a:t> </a:t>
            </a:r>
            <a:r>
              <a:rPr sz="2800" dirty="0">
                <a:latin typeface="Calibri"/>
                <a:cs typeface="Calibri"/>
              </a:rPr>
              <a:t>định</a:t>
            </a:r>
            <a:r>
              <a:rPr sz="2800" spc="-15" dirty="0">
                <a:latin typeface="Calibri"/>
                <a:cs typeface="Calibri"/>
              </a:rPr>
              <a:t> </a:t>
            </a:r>
            <a:r>
              <a:rPr sz="2800" dirty="0">
                <a:latin typeface="Calibri"/>
                <a:cs typeface="Calibri"/>
              </a:rPr>
              <a:t>nghĩa</a:t>
            </a:r>
            <a:r>
              <a:rPr sz="2800" spc="-20" dirty="0">
                <a:latin typeface="Calibri"/>
                <a:cs typeface="Calibri"/>
              </a:rPr>
              <a:t> </a:t>
            </a:r>
            <a:r>
              <a:rPr sz="2800" dirty="0">
                <a:latin typeface="Calibri"/>
                <a:cs typeface="Calibri"/>
              </a:rPr>
              <a:t>quan</a:t>
            </a:r>
            <a:r>
              <a:rPr sz="2800" spc="-20" dirty="0">
                <a:latin typeface="Calibri"/>
                <a:cs typeface="Calibri"/>
              </a:rPr>
              <a:t> </a:t>
            </a:r>
            <a:r>
              <a:rPr sz="2800" dirty="0">
                <a:latin typeface="Calibri"/>
                <a:cs typeface="Calibri"/>
              </a:rPr>
              <a:t>hệ</a:t>
            </a:r>
            <a:r>
              <a:rPr sz="2800" spc="-30" dirty="0">
                <a:latin typeface="Calibri"/>
                <a:cs typeface="Calibri"/>
              </a:rPr>
              <a:t> </a:t>
            </a:r>
            <a:r>
              <a:rPr sz="2800" dirty="0">
                <a:latin typeface="Calibri"/>
                <a:cs typeface="Calibri"/>
              </a:rPr>
              <a:t>R</a:t>
            </a:r>
            <a:r>
              <a:rPr sz="2800" spc="-30" dirty="0">
                <a:latin typeface="Calibri"/>
                <a:cs typeface="Calibri"/>
              </a:rPr>
              <a:t> </a:t>
            </a:r>
            <a:r>
              <a:rPr sz="2800" dirty="0">
                <a:latin typeface="Calibri"/>
                <a:cs typeface="Calibri"/>
              </a:rPr>
              <a:t>trên</a:t>
            </a:r>
            <a:r>
              <a:rPr sz="2800" spc="-30" dirty="0">
                <a:latin typeface="Calibri"/>
                <a:cs typeface="Calibri"/>
              </a:rPr>
              <a:t> </a:t>
            </a:r>
            <a:r>
              <a:rPr sz="2800" dirty="0">
                <a:latin typeface="Calibri"/>
                <a:cs typeface="Calibri"/>
              </a:rPr>
              <a:t>X</a:t>
            </a:r>
            <a:r>
              <a:rPr sz="2800" spc="-40" dirty="0">
                <a:latin typeface="Calibri"/>
                <a:cs typeface="Calibri"/>
              </a:rPr>
              <a:t> </a:t>
            </a:r>
            <a:r>
              <a:rPr sz="2800" spc="-25" dirty="0">
                <a:latin typeface="Calibri"/>
                <a:cs typeface="Calibri"/>
              </a:rPr>
              <a:t>như </a:t>
            </a:r>
            <a:r>
              <a:rPr sz="2800" spc="-20" dirty="0">
                <a:latin typeface="Calibri"/>
                <a:cs typeface="Calibri"/>
              </a:rPr>
              <a:t>sau:</a:t>
            </a:r>
            <a:endParaRPr sz="2800">
              <a:latin typeface="Calibri"/>
              <a:cs typeface="Calibri"/>
            </a:endParaRPr>
          </a:p>
          <a:p>
            <a:pPr marL="410845" algn="ctr">
              <a:lnSpc>
                <a:spcPct val="100000"/>
              </a:lnSpc>
              <a:spcBef>
                <a:spcPts val="595"/>
              </a:spcBef>
            </a:pPr>
            <a:r>
              <a:rPr sz="2800" dirty="0">
                <a:latin typeface="Calibri"/>
                <a:cs typeface="Calibri"/>
              </a:rPr>
              <a:t>(x,</a:t>
            </a:r>
            <a:r>
              <a:rPr sz="2800" spc="-15" dirty="0">
                <a:latin typeface="Calibri"/>
                <a:cs typeface="Calibri"/>
              </a:rPr>
              <a:t> </a:t>
            </a:r>
            <a:r>
              <a:rPr sz="2800" dirty="0">
                <a:latin typeface="Calibri"/>
                <a:cs typeface="Calibri"/>
              </a:rPr>
              <a:t>y)</a:t>
            </a:r>
            <a:r>
              <a:rPr sz="2800" spc="-10" dirty="0">
                <a:latin typeface="Calibri"/>
                <a:cs typeface="Calibri"/>
              </a:rPr>
              <a:t> </a:t>
            </a:r>
            <a:r>
              <a:rPr sz="2800" dirty="0">
                <a:latin typeface="Symbol"/>
                <a:cs typeface="Symbol"/>
              </a:rPr>
              <a:t></a:t>
            </a:r>
            <a:r>
              <a:rPr sz="2800" spc="-70" dirty="0">
                <a:latin typeface="Times New Roman"/>
                <a:cs typeface="Times New Roman"/>
              </a:rPr>
              <a:t> </a:t>
            </a:r>
            <a:r>
              <a:rPr sz="2800" dirty="0">
                <a:latin typeface="Calibri"/>
                <a:cs typeface="Calibri"/>
              </a:rPr>
              <a:t>R</a:t>
            </a:r>
            <a:r>
              <a:rPr sz="2800" spc="-5" dirty="0">
                <a:latin typeface="Calibri"/>
                <a:cs typeface="Calibri"/>
              </a:rPr>
              <a:t> </a:t>
            </a:r>
            <a:r>
              <a:rPr sz="2800" dirty="0">
                <a:solidFill>
                  <a:srgbClr val="FF0000"/>
                </a:solidFill>
                <a:latin typeface="Symbol"/>
                <a:cs typeface="Symbol"/>
              </a:rPr>
              <a:t></a:t>
            </a:r>
            <a:r>
              <a:rPr sz="2800" spc="-65" dirty="0">
                <a:solidFill>
                  <a:srgbClr val="FF0000"/>
                </a:solidFill>
                <a:latin typeface="Times New Roman"/>
                <a:cs typeface="Times New Roman"/>
              </a:rPr>
              <a:t> </a:t>
            </a:r>
            <a:r>
              <a:rPr sz="2800" spc="-20" dirty="0">
                <a:latin typeface="Calibri"/>
                <a:cs typeface="Calibri"/>
              </a:rPr>
              <a:t>x=y.</a:t>
            </a:r>
            <a:endParaRPr sz="2800">
              <a:latin typeface="Calibri"/>
              <a:cs typeface="Calibri"/>
            </a:endParaRPr>
          </a:p>
          <a:p>
            <a:pPr marL="12700">
              <a:lnSpc>
                <a:spcPct val="100000"/>
              </a:lnSpc>
              <a:spcBef>
                <a:spcPts val="635"/>
              </a:spcBef>
            </a:pPr>
            <a:r>
              <a:rPr sz="2800" dirty="0">
                <a:latin typeface="Calibri"/>
                <a:cs typeface="Calibri"/>
              </a:rPr>
              <a:t>Lớp</a:t>
            </a:r>
            <a:r>
              <a:rPr sz="2800" spc="-30" dirty="0">
                <a:latin typeface="Calibri"/>
                <a:cs typeface="Calibri"/>
              </a:rPr>
              <a:t> </a:t>
            </a:r>
            <a:r>
              <a:rPr sz="2800" dirty="0">
                <a:latin typeface="Calibri"/>
                <a:cs typeface="Calibri"/>
              </a:rPr>
              <a:t>tương</a:t>
            </a:r>
            <a:r>
              <a:rPr sz="2800" spc="-10" dirty="0">
                <a:latin typeface="Calibri"/>
                <a:cs typeface="Calibri"/>
              </a:rPr>
              <a:t> </a:t>
            </a:r>
            <a:r>
              <a:rPr sz="2800" dirty="0">
                <a:latin typeface="Calibri"/>
                <a:cs typeface="Calibri"/>
              </a:rPr>
              <a:t>đương</a:t>
            </a:r>
            <a:r>
              <a:rPr sz="2800" spc="-15" dirty="0">
                <a:latin typeface="Calibri"/>
                <a:cs typeface="Calibri"/>
              </a:rPr>
              <a:t> </a:t>
            </a:r>
            <a:r>
              <a:rPr sz="2800" dirty="0">
                <a:latin typeface="Calibri"/>
                <a:cs typeface="Calibri"/>
              </a:rPr>
              <a:t>chứa</a:t>
            </a:r>
            <a:r>
              <a:rPr sz="2800" spc="-30" dirty="0">
                <a:latin typeface="Calibri"/>
                <a:cs typeface="Calibri"/>
              </a:rPr>
              <a:t> </a:t>
            </a:r>
            <a:r>
              <a:rPr sz="2800" dirty="0">
                <a:latin typeface="Calibri"/>
                <a:cs typeface="Calibri"/>
              </a:rPr>
              <a:t>x</a:t>
            </a:r>
            <a:r>
              <a:rPr sz="2800" spc="-35" dirty="0">
                <a:latin typeface="Calibri"/>
                <a:cs typeface="Calibri"/>
              </a:rPr>
              <a:t> </a:t>
            </a:r>
            <a:r>
              <a:rPr sz="2800" dirty="0">
                <a:latin typeface="Calibri"/>
                <a:cs typeface="Calibri"/>
              </a:rPr>
              <a:t>là</a:t>
            </a:r>
            <a:r>
              <a:rPr sz="2800" spc="-35" dirty="0">
                <a:latin typeface="Calibri"/>
                <a:cs typeface="Calibri"/>
              </a:rPr>
              <a:t> </a:t>
            </a:r>
            <a:r>
              <a:rPr sz="2800" dirty="0">
                <a:latin typeface="Calibri"/>
                <a:cs typeface="Calibri"/>
              </a:rPr>
              <a:t>[x]</a:t>
            </a:r>
            <a:r>
              <a:rPr sz="2800" spc="-35" dirty="0">
                <a:latin typeface="Calibri"/>
                <a:cs typeface="Calibri"/>
              </a:rPr>
              <a:t> </a:t>
            </a:r>
            <a:r>
              <a:rPr sz="2800" dirty="0">
                <a:latin typeface="Calibri"/>
                <a:cs typeface="Calibri"/>
              </a:rPr>
              <a:t>=</a:t>
            </a:r>
            <a:r>
              <a:rPr sz="2800" spc="-20" dirty="0">
                <a:latin typeface="Calibri"/>
                <a:cs typeface="Calibri"/>
              </a:rPr>
              <a:t> </a:t>
            </a:r>
            <a:r>
              <a:rPr sz="2800" dirty="0">
                <a:latin typeface="Calibri"/>
                <a:cs typeface="Calibri"/>
              </a:rPr>
              <a:t>{</a:t>
            </a:r>
            <a:r>
              <a:rPr sz="2800" spc="-35" dirty="0">
                <a:latin typeface="Calibri"/>
                <a:cs typeface="Calibri"/>
              </a:rPr>
              <a:t> </a:t>
            </a:r>
            <a:r>
              <a:rPr sz="2800" dirty="0">
                <a:latin typeface="Calibri"/>
                <a:cs typeface="Calibri"/>
              </a:rPr>
              <a:t>x</a:t>
            </a:r>
            <a:r>
              <a:rPr sz="2800" spc="-20" dirty="0">
                <a:latin typeface="Calibri"/>
                <a:cs typeface="Calibri"/>
              </a:rPr>
              <a:t> </a:t>
            </a:r>
            <a:r>
              <a:rPr sz="2800" dirty="0">
                <a:latin typeface="Calibri"/>
                <a:cs typeface="Calibri"/>
              </a:rPr>
              <a:t>}.</a:t>
            </a:r>
            <a:r>
              <a:rPr sz="2800" spc="-20" dirty="0">
                <a:latin typeface="Calibri"/>
                <a:cs typeface="Calibri"/>
              </a:rPr>
              <a:t> </a:t>
            </a:r>
            <a:r>
              <a:rPr sz="2800" spc="-25" dirty="0">
                <a:latin typeface="Calibri"/>
                <a:cs typeface="Calibri"/>
              </a:rPr>
              <a:t>(</a:t>
            </a:r>
            <a:r>
              <a:rPr sz="2800" b="1" spc="-25" dirty="0">
                <a:latin typeface="Calibri"/>
                <a:cs typeface="Calibri"/>
              </a:rPr>
              <a:t>?</a:t>
            </a:r>
            <a:r>
              <a:rPr sz="2800" spc="-25" dirty="0">
                <a:latin typeface="Calibri"/>
                <a:cs typeface="Calibri"/>
              </a:rPr>
              <a:t>)</a:t>
            </a:r>
            <a:endParaRPr sz="2800">
              <a:latin typeface="Calibri"/>
              <a:cs typeface="Calibri"/>
            </a:endParaRPr>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153029" y="1356359"/>
            <a:ext cx="77470" cy="331470"/>
          </a:xfrm>
          <a:custGeom>
            <a:avLst/>
            <a:gdLst/>
            <a:ahLst/>
            <a:cxnLst/>
            <a:rect l="l" t="t" r="r" b="b"/>
            <a:pathLst>
              <a:path w="77469" h="331469">
                <a:moveTo>
                  <a:pt x="77343" y="0"/>
                </a:moveTo>
                <a:lnTo>
                  <a:pt x="0" y="0"/>
                </a:lnTo>
                <a:lnTo>
                  <a:pt x="0" y="13970"/>
                </a:lnTo>
                <a:lnTo>
                  <a:pt x="48514" y="13970"/>
                </a:lnTo>
                <a:lnTo>
                  <a:pt x="48514" y="317500"/>
                </a:lnTo>
                <a:lnTo>
                  <a:pt x="0" y="317500"/>
                </a:lnTo>
                <a:lnTo>
                  <a:pt x="0" y="331470"/>
                </a:lnTo>
                <a:lnTo>
                  <a:pt x="77343" y="331470"/>
                </a:lnTo>
                <a:lnTo>
                  <a:pt x="77343" y="317500"/>
                </a:lnTo>
                <a:lnTo>
                  <a:pt x="77343" y="13970"/>
                </a:lnTo>
                <a:lnTo>
                  <a:pt x="77343" y="0"/>
                </a:lnTo>
                <a:close/>
              </a:path>
            </a:pathLst>
          </a:custGeom>
          <a:solidFill>
            <a:srgbClr val="000000"/>
          </a:solidFill>
        </p:spPr>
        <p:txBody>
          <a:bodyPr wrap="square" lIns="0" tIns="0" rIns="0" bIns="0" rtlCol="0"/>
          <a:lstStyle/>
          <a:p>
            <a:endParaRPr/>
          </a:p>
        </p:txBody>
      </p:sp>
      <p:sp>
        <p:nvSpPr>
          <p:cNvPr id="3" name="object 3"/>
          <p:cNvSpPr/>
          <p:nvPr/>
        </p:nvSpPr>
        <p:spPr>
          <a:xfrm>
            <a:off x="2860421" y="1356359"/>
            <a:ext cx="77470" cy="331470"/>
          </a:xfrm>
          <a:custGeom>
            <a:avLst/>
            <a:gdLst/>
            <a:ahLst/>
            <a:cxnLst/>
            <a:rect l="l" t="t" r="r" b="b"/>
            <a:pathLst>
              <a:path w="77469" h="331469">
                <a:moveTo>
                  <a:pt x="77343" y="0"/>
                </a:moveTo>
                <a:lnTo>
                  <a:pt x="0" y="0"/>
                </a:lnTo>
                <a:lnTo>
                  <a:pt x="0" y="13970"/>
                </a:lnTo>
                <a:lnTo>
                  <a:pt x="0" y="317500"/>
                </a:lnTo>
                <a:lnTo>
                  <a:pt x="0" y="331470"/>
                </a:lnTo>
                <a:lnTo>
                  <a:pt x="77343" y="331470"/>
                </a:lnTo>
                <a:lnTo>
                  <a:pt x="77343" y="317500"/>
                </a:lnTo>
                <a:lnTo>
                  <a:pt x="28829" y="317500"/>
                </a:lnTo>
                <a:lnTo>
                  <a:pt x="28829" y="13970"/>
                </a:lnTo>
                <a:lnTo>
                  <a:pt x="77343" y="13970"/>
                </a:lnTo>
                <a:lnTo>
                  <a:pt x="77343" y="0"/>
                </a:lnTo>
                <a:close/>
              </a:path>
            </a:pathLst>
          </a:custGeom>
          <a:solidFill>
            <a:srgbClr val="000000"/>
          </a:solidFill>
        </p:spPr>
        <p:txBody>
          <a:bodyPr wrap="square" lIns="0" tIns="0" rIns="0" bIns="0" rtlCol="0"/>
          <a:lstStyle/>
          <a:p>
            <a:endParaRPr/>
          </a:p>
        </p:txBody>
      </p:sp>
      <p:sp>
        <p:nvSpPr>
          <p:cNvPr id="4" name="object 4"/>
          <p:cNvSpPr txBox="1"/>
          <p:nvPr/>
        </p:nvSpPr>
        <p:spPr>
          <a:xfrm>
            <a:off x="383540" y="315213"/>
            <a:ext cx="7938770" cy="1395730"/>
          </a:xfrm>
          <a:prstGeom prst="rect">
            <a:avLst/>
          </a:prstGeom>
        </p:spPr>
        <p:txBody>
          <a:bodyPr vert="horz" wrap="square" lIns="0" tIns="12065" rIns="0" bIns="0" rtlCol="0">
            <a:spAutoFit/>
          </a:bodyPr>
          <a:lstStyle/>
          <a:p>
            <a:pPr marL="12700" marR="5080">
              <a:lnSpc>
                <a:spcPct val="100000"/>
              </a:lnSpc>
              <a:spcBef>
                <a:spcPts val="95"/>
              </a:spcBef>
            </a:pPr>
            <a:r>
              <a:rPr sz="2800" b="1" dirty="0">
                <a:latin typeface="Calibri"/>
                <a:cs typeface="Calibri"/>
              </a:rPr>
              <a:t>3.3.3</a:t>
            </a:r>
            <a:r>
              <a:rPr sz="2800" b="1" spc="-20" dirty="0">
                <a:latin typeface="Calibri"/>
                <a:cs typeface="Calibri"/>
              </a:rPr>
              <a:t> </a:t>
            </a:r>
            <a:r>
              <a:rPr sz="2800" b="1" dirty="0">
                <a:latin typeface="Calibri"/>
                <a:cs typeface="Calibri"/>
              </a:rPr>
              <a:t>Định</a:t>
            </a:r>
            <a:r>
              <a:rPr sz="2800" b="1" spc="-35" dirty="0">
                <a:latin typeface="Calibri"/>
                <a:cs typeface="Calibri"/>
              </a:rPr>
              <a:t> </a:t>
            </a:r>
            <a:r>
              <a:rPr sz="2800" b="1" dirty="0">
                <a:latin typeface="Calibri"/>
                <a:cs typeface="Calibri"/>
              </a:rPr>
              <a:t>lý</a:t>
            </a:r>
            <a:r>
              <a:rPr sz="2800" b="1" spc="-40" dirty="0">
                <a:latin typeface="Calibri"/>
                <a:cs typeface="Calibri"/>
              </a:rPr>
              <a:t> </a:t>
            </a:r>
            <a:r>
              <a:rPr sz="2800" b="1" dirty="0">
                <a:latin typeface="Calibri"/>
                <a:cs typeface="Calibri"/>
              </a:rPr>
              <a:t>:</a:t>
            </a:r>
            <a:r>
              <a:rPr sz="2800" b="1" spc="-40" dirty="0">
                <a:latin typeface="Calibri"/>
                <a:cs typeface="Calibri"/>
              </a:rPr>
              <a:t> </a:t>
            </a:r>
            <a:r>
              <a:rPr sz="2800" dirty="0">
                <a:latin typeface="Calibri"/>
                <a:cs typeface="Calibri"/>
              </a:rPr>
              <a:t>Cho</a:t>
            </a:r>
            <a:r>
              <a:rPr sz="2800" spc="-30" dirty="0">
                <a:latin typeface="Calibri"/>
                <a:cs typeface="Calibri"/>
              </a:rPr>
              <a:t> </a:t>
            </a:r>
            <a:r>
              <a:rPr sz="2800" dirty="0">
                <a:latin typeface="Calibri"/>
                <a:cs typeface="Calibri"/>
              </a:rPr>
              <a:t>R</a:t>
            </a:r>
            <a:r>
              <a:rPr sz="2800" spc="-35" dirty="0">
                <a:latin typeface="Calibri"/>
                <a:cs typeface="Calibri"/>
              </a:rPr>
              <a:t> </a:t>
            </a:r>
            <a:r>
              <a:rPr sz="2800" dirty="0">
                <a:latin typeface="Calibri"/>
                <a:cs typeface="Calibri"/>
              </a:rPr>
              <a:t>là</a:t>
            </a:r>
            <a:r>
              <a:rPr sz="2800" spc="-50" dirty="0">
                <a:latin typeface="Calibri"/>
                <a:cs typeface="Calibri"/>
              </a:rPr>
              <a:t> </a:t>
            </a:r>
            <a:r>
              <a:rPr sz="2800" dirty="0">
                <a:latin typeface="Calibri"/>
                <a:cs typeface="Calibri"/>
              </a:rPr>
              <a:t>quan</a:t>
            </a:r>
            <a:r>
              <a:rPr sz="2800" spc="-15" dirty="0">
                <a:latin typeface="Calibri"/>
                <a:cs typeface="Calibri"/>
              </a:rPr>
              <a:t> </a:t>
            </a:r>
            <a:r>
              <a:rPr sz="2800" dirty="0">
                <a:latin typeface="Calibri"/>
                <a:cs typeface="Calibri"/>
              </a:rPr>
              <a:t>hệ</a:t>
            </a:r>
            <a:r>
              <a:rPr sz="2800" spc="-30" dirty="0">
                <a:latin typeface="Calibri"/>
                <a:cs typeface="Calibri"/>
              </a:rPr>
              <a:t> </a:t>
            </a:r>
            <a:r>
              <a:rPr sz="2800" dirty="0">
                <a:latin typeface="Calibri"/>
                <a:cs typeface="Calibri"/>
              </a:rPr>
              <a:t>tương</a:t>
            </a:r>
            <a:r>
              <a:rPr sz="2800" spc="-15" dirty="0">
                <a:latin typeface="Calibri"/>
                <a:cs typeface="Calibri"/>
              </a:rPr>
              <a:t> </a:t>
            </a:r>
            <a:r>
              <a:rPr sz="2800" dirty="0">
                <a:latin typeface="Calibri"/>
                <a:cs typeface="Calibri"/>
              </a:rPr>
              <a:t>trên</a:t>
            </a:r>
            <a:r>
              <a:rPr sz="2800" spc="-30" dirty="0">
                <a:latin typeface="Calibri"/>
                <a:cs typeface="Calibri"/>
              </a:rPr>
              <a:t> </a:t>
            </a:r>
            <a:r>
              <a:rPr sz="2800" dirty="0">
                <a:latin typeface="Calibri"/>
                <a:cs typeface="Calibri"/>
              </a:rPr>
              <a:t>X.</a:t>
            </a:r>
            <a:r>
              <a:rPr sz="2800" spc="-40" dirty="0">
                <a:latin typeface="Calibri"/>
                <a:cs typeface="Calibri"/>
              </a:rPr>
              <a:t> </a:t>
            </a:r>
            <a:r>
              <a:rPr sz="2800" spc="-60" dirty="0">
                <a:latin typeface="Calibri"/>
                <a:cs typeface="Calibri"/>
              </a:rPr>
              <a:t>Ta</a:t>
            </a:r>
            <a:r>
              <a:rPr sz="2800" spc="-45" dirty="0">
                <a:latin typeface="Calibri"/>
                <a:cs typeface="Calibri"/>
              </a:rPr>
              <a:t> </a:t>
            </a:r>
            <a:r>
              <a:rPr sz="2800" dirty="0">
                <a:latin typeface="Calibri"/>
                <a:cs typeface="Calibri"/>
              </a:rPr>
              <a:t>có</a:t>
            </a:r>
            <a:r>
              <a:rPr sz="2800" spc="-40" dirty="0">
                <a:latin typeface="Calibri"/>
                <a:cs typeface="Calibri"/>
              </a:rPr>
              <a:t> </a:t>
            </a:r>
            <a:r>
              <a:rPr sz="2800" spc="-25" dirty="0">
                <a:latin typeface="Calibri"/>
                <a:cs typeface="Calibri"/>
              </a:rPr>
              <a:t>các </a:t>
            </a:r>
            <a:r>
              <a:rPr sz="2800" dirty="0">
                <a:latin typeface="Calibri"/>
                <a:cs typeface="Calibri"/>
              </a:rPr>
              <a:t>mệnh</a:t>
            </a:r>
            <a:r>
              <a:rPr sz="2800" spc="-40" dirty="0">
                <a:latin typeface="Calibri"/>
                <a:cs typeface="Calibri"/>
              </a:rPr>
              <a:t> </a:t>
            </a:r>
            <a:r>
              <a:rPr sz="2800" dirty="0">
                <a:latin typeface="Calibri"/>
                <a:cs typeface="Calibri"/>
              </a:rPr>
              <a:t>đề</a:t>
            </a:r>
            <a:r>
              <a:rPr sz="2800" spc="-50" dirty="0">
                <a:latin typeface="Calibri"/>
                <a:cs typeface="Calibri"/>
              </a:rPr>
              <a:t> </a:t>
            </a:r>
            <a:r>
              <a:rPr sz="2800" dirty="0">
                <a:latin typeface="Calibri"/>
                <a:cs typeface="Calibri"/>
              </a:rPr>
              <a:t>sau</a:t>
            </a:r>
            <a:r>
              <a:rPr sz="2800" spc="-40" dirty="0">
                <a:latin typeface="Calibri"/>
                <a:cs typeface="Calibri"/>
              </a:rPr>
              <a:t> </a:t>
            </a:r>
            <a:r>
              <a:rPr sz="2800" spc="-20" dirty="0">
                <a:latin typeface="Calibri"/>
                <a:cs typeface="Calibri"/>
              </a:rPr>
              <a:t>đúng</a:t>
            </a:r>
            <a:endParaRPr sz="2800">
              <a:latin typeface="Calibri"/>
              <a:cs typeface="Calibri"/>
            </a:endParaRPr>
          </a:p>
          <a:p>
            <a:pPr marL="12700">
              <a:lnSpc>
                <a:spcPct val="100000"/>
              </a:lnSpc>
              <a:spcBef>
                <a:spcPts val="535"/>
              </a:spcBef>
              <a:tabLst>
                <a:tab pos="527685" algn="l"/>
                <a:tab pos="2562860" algn="l"/>
              </a:tabLst>
            </a:pPr>
            <a:r>
              <a:rPr sz="2950" i="1" spc="-25" dirty="0">
                <a:latin typeface="Cambria"/>
                <a:cs typeface="Cambria"/>
              </a:rPr>
              <a:t>a)</a:t>
            </a:r>
            <a:r>
              <a:rPr sz="2950" i="1" dirty="0">
                <a:latin typeface="Cambria"/>
                <a:cs typeface="Cambria"/>
              </a:rPr>
              <a:t>	</a:t>
            </a:r>
            <a:r>
              <a:rPr sz="2800" dirty="0">
                <a:latin typeface="Cambria Math"/>
                <a:cs typeface="Cambria Math"/>
              </a:rPr>
              <a:t>∀</a:t>
            </a:r>
            <a:r>
              <a:rPr sz="2800" spc="-10" dirty="0">
                <a:latin typeface="Cambria Math"/>
                <a:cs typeface="Cambria Math"/>
              </a:rPr>
              <a:t> </a:t>
            </a:r>
            <a:r>
              <a:rPr sz="2800" dirty="0">
                <a:latin typeface="Cambria Math"/>
                <a:cs typeface="Cambria Math"/>
              </a:rPr>
              <a:t>𝑥</a:t>
            </a:r>
            <a:r>
              <a:rPr sz="2800" spc="250" dirty="0">
                <a:latin typeface="Cambria Math"/>
                <a:cs typeface="Cambria Math"/>
              </a:rPr>
              <a:t> </a:t>
            </a:r>
            <a:r>
              <a:rPr sz="2800" dirty="0">
                <a:latin typeface="Cambria Math"/>
                <a:cs typeface="Cambria Math"/>
              </a:rPr>
              <a:t>∈</a:t>
            </a:r>
            <a:r>
              <a:rPr sz="2800" spc="180" dirty="0">
                <a:latin typeface="Cambria Math"/>
                <a:cs typeface="Cambria Math"/>
              </a:rPr>
              <a:t> </a:t>
            </a:r>
            <a:r>
              <a:rPr sz="2800" dirty="0">
                <a:latin typeface="Cambria Math"/>
                <a:cs typeface="Cambria Math"/>
              </a:rPr>
              <a:t>𝑋,</a:t>
            </a:r>
            <a:r>
              <a:rPr sz="2800" spc="-160" dirty="0">
                <a:latin typeface="Cambria Math"/>
                <a:cs typeface="Cambria Math"/>
              </a:rPr>
              <a:t> </a:t>
            </a:r>
            <a:r>
              <a:rPr sz="2800" dirty="0">
                <a:latin typeface="Cambria Math"/>
                <a:cs typeface="Cambria Math"/>
              </a:rPr>
              <a:t>𝑥</a:t>
            </a:r>
            <a:r>
              <a:rPr sz="2800" spc="250" dirty="0">
                <a:latin typeface="Cambria Math"/>
                <a:cs typeface="Cambria Math"/>
              </a:rPr>
              <a:t> </a:t>
            </a:r>
            <a:r>
              <a:rPr sz="2800" spc="-50" dirty="0">
                <a:latin typeface="Cambria Math"/>
                <a:cs typeface="Cambria Math"/>
              </a:rPr>
              <a:t>∈</a:t>
            </a:r>
            <a:r>
              <a:rPr sz="2800" dirty="0">
                <a:latin typeface="Cambria Math"/>
                <a:cs typeface="Cambria Math"/>
              </a:rPr>
              <a:t>	</a:t>
            </a:r>
            <a:r>
              <a:rPr sz="2800" spc="-50" dirty="0">
                <a:latin typeface="Cambria Math"/>
                <a:cs typeface="Cambria Math"/>
              </a:rPr>
              <a:t>𝑥</a:t>
            </a:r>
            <a:endParaRPr sz="2800">
              <a:latin typeface="Cambria Math"/>
              <a:cs typeface="Cambria Math"/>
            </a:endParaRPr>
          </a:p>
        </p:txBody>
      </p:sp>
      <p:sp>
        <p:nvSpPr>
          <p:cNvPr id="5" name="object 5"/>
          <p:cNvSpPr txBox="1"/>
          <p:nvPr/>
        </p:nvSpPr>
        <p:spPr>
          <a:xfrm>
            <a:off x="383540" y="1767967"/>
            <a:ext cx="3547745" cy="452120"/>
          </a:xfrm>
          <a:prstGeom prst="rect">
            <a:avLst/>
          </a:prstGeom>
        </p:spPr>
        <p:txBody>
          <a:bodyPr vert="horz" wrap="square" lIns="0" tIns="0" rIns="0" bIns="0" rtlCol="0">
            <a:spAutoFit/>
          </a:bodyPr>
          <a:lstStyle/>
          <a:p>
            <a:pPr marL="12700">
              <a:lnSpc>
                <a:spcPts val="3485"/>
              </a:lnSpc>
              <a:tabLst>
                <a:tab pos="527685" algn="l"/>
                <a:tab pos="3207385" algn="l"/>
              </a:tabLst>
            </a:pPr>
            <a:r>
              <a:rPr sz="2950" i="1" spc="-25" dirty="0">
                <a:latin typeface="Cambria"/>
                <a:cs typeface="Cambria"/>
              </a:rPr>
              <a:t>b)</a:t>
            </a:r>
            <a:r>
              <a:rPr sz="2950" i="1" dirty="0">
                <a:latin typeface="Cambria"/>
                <a:cs typeface="Cambria"/>
              </a:rPr>
              <a:t>	</a:t>
            </a:r>
            <a:r>
              <a:rPr sz="2800" dirty="0">
                <a:latin typeface="Cambria Math"/>
                <a:cs typeface="Cambria Math"/>
              </a:rPr>
              <a:t>∀</a:t>
            </a:r>
            <a:r>
              <a:rPr sz="2800" spc="-10" dirty="0">
                <a:latin typeface="Cambria Math"/>
                <a:cs typeface="Cambria Math"/>
              </a:rPr>
              <a:t> </a:t>
            </a:r>
            <a:r>
              <a:rPr sz="2800" dirty="0">
                <a:latin typeface="Cambria Math"/>
                <a:cs typeface="Cambria Math"/>
              </a:rPr>
              <a:t>𝑥,</a:t>
            </a:r>
            <a:r>
              <a:rPr sz="2800" spc="-150" dirty="0">
                <a:latin typeface="Cambria Math"/>
                <a:cs typeface="Cambria Math"/>
              </a:rPr>
              <a:t> </a:t>
            </a:r>
            <a:r>
              <a:rPr sz="2800" dirty="0">
                <a:latin typeface="Cambria Math"/>
                <a:cs typeface="Cambria Math"/>
              </a:rPr>
              <a:t>𝑦</a:t>
            </a:r>
            <a:r>
              <a:rPr sz="2800" spc="210" dirty="0">
                <a:latin typeface="Cambria Math"/>
                <a:cs typeface="Cambria Math"/>
              </a:rPr>
              <a:t> </a:t>
            </a:r>
            <a:r>
              <a:rPr sz="2800" dirty="0">
                <a:latin typeface="Cambria Math"/>
                <a:cs typeface="Cambria Math"/>
              </a:rPr>
              <a:t>∈</a:t>
            </a:r>
            <a:r>
              <a:rPr sz="2800" spc="170" dirty="0">
                <a:latin typeface="Cambria Math"/>
                <a:cs typeface="Cambria Math"/>
              </a:rPr>
              <a:t> </a:t>
            </a:r>
            <a:r>
              <a:rPr sz="2800" dirty="0">
                <a:latin typeface="Cambria Math"/>
                <a:cs typeface="Cambria Math"/>
              </a:rPr>
              <a:t>𝑋</a:t>
            </a:r>
            <a:r>
              <a:rPr sz="2800" spc="65" dirty="0">
                <a:latin typeface="Cambria Math"/>
                <a:cs typeface="Cambria Math"/>
              </a:rPr>
              <a:t> </a:t>
            </a:r>
            <a:r>
              <a:rPr sz="2800" dirty="0">
                <a:latin typeface="Cambria Math"/>
                <a:cs typeface="Cambria Math"/>
              </a:rPr>
              <a:t>,</a:t>
            </a:r>
            <a:r>
              <a:rPr sz="2800" spc="-145" dirty="0">
                <a:latin typeface="Cambria Math"/>
                <a:cs typeface="Cambria Math"/>
              </a:rPr>
              <a:t> </a:t>
            </a:r>
            <a:r>
              <a:rPr sz="2800" dirty="0">
                <a:latin typeface="Cambria Math"/>
                <a:cs typeface="Cambria Math"/>
              </a:rPr>
              <a:t>𝑥</a:t>
            </a:r>
            <a:r>
              <a:rPr sz="2800" spc="75" dirty="0">
                <a:latin typeface="Cambria Math"/>
                <a:cs typeface="Cambria Math"/>
              </a:rPr>
              <a:t> </a:t>
            </a:r>
            <a:r>
              <a:rPr sz="2800" dirty="0">
                <a:latin typeface="Cambria Math"/>
                <a:cs typeface="Cambria Math"/>
              </a:rPr>
              <a:t>𝑅</a:t>
            </a:r>
            <a:r>
              <a:rPr sz="2800" spc="75" dirty="0">
                <a:latin typeface="Cambria Math"/>
                <a:cs typeface="Cambria Math"/>
              </a:rPr>
              <a:t> </a:t>
            </a:r>
            <a:r>
              <a:rPr sz="2800" spc="-50" dirty="0">
                <a:latin typeface="Cambria Math"/>
                <a:cs typeface="Cambria Math"/>
              </a:rPr>
              <a:t>𝑦</a:t>
            </a:r>
            <a:r>
              <a:rPr sz="2800" dirty="0">
                <a:latin typeface="Cambria Math"/>
                <a:cs typeface="Cambria Math"/>
              </a:rPr>
              <a:t>	</a:t>
            </a:r>
            <a:r>
              <a:rPr sz="2800" spc="-60" dirty="0">
                <a:latin typeface="Cambria Math"/>
                <a:cs typeface="Cambria Math"/>
              </a:rPr>
              <a:t>↔</a:t>
            </a:r>
            <a:endParaRPr sz="2800">
              <a:latin typeface="Cambria Math"/>
              <a:cs typeface="Cambria Math"/>
            </a:endParaRPr>
          </a:p>
        </p:txBody>
      </p:sp>
      <p:sp>
        <p:nvSpPr>
          <p:cNvPr id="6" name="object 6"/>
          <p:cNvSpPr/>
          <p:nvPr/>
        </p:nvSpPr>
        <p:spPr>
          <a:xfrm>
            <a:off x="4347845" y="1868169"/>
            <a:ext cx="77470" cy="331470"/>
          </a:xfrm>
          <a:custGeom>
            <a:avLst/>
            <a:gdLst/>
            <a:ahLst/>
            <a:cxnLst/>
            <a:rect l="l" t="t" r="r" b="b"/>
            <a:pathLst>
              <a:path w="77470" h="331469">
                <a:moveTo>
                  <a:pt x="77343" y="0"/>
                </a:moveTo>
                <a:lnTo>
                  <a:pt x="0" y="0"/>
                </a:lnTo>
                <a:lnTo>
                  <a:pt x="0" y="13970"/>
                </a:lnTo>
                <a:lnTo>
                  <a:pt x="48514" y="13970"/>
                </a:lnTo>
                <a:lnTo>
                  <a:pt x="48514" y="317500"/>
                </a:lnTo>
                <a:lnTo>
                  <a:pt x="0" y="317500"/>
                </a:lnTo>
                <a:lnTo>
                  <a:pt x="0" y="331470"/>
                </a:lnTo>
                <a:lnTo>
                  <a:pt x="77343" y="331470"/>
                </a:lnTo>
                <a:lnTo>
                  <a:pt x="77343" y="317500"/>
                </a:lnTo>
                <a:lnTo>
                  <a:pt x="77343" y="13970"/>
                </a:lnTo>
                <a:lnTo>
                  <a:pt x="77343" y="0"/>
                </a:lnTo>
                <a:close/>
              </a:path>
            </a:pathLst>
          </a:custGeom>
          <a:solidFill>
            <a:srgbClr val="000000"/>
          </a:solidFill>
        </p:spPr>
        <p:txBody>
          <a:bodyPr wrap="square" lIns="0" tIns="0" rIns="0" bIns="0" rtlCol="0"/>
          <a:lstStyle/>
          <a:p>
            <a:endParaRPr/>
          </a:p>
        </p:txBody>
      </p:sp>
      <p:sp>
        <p:nvSpPr>
          <p:cNvPr id="7" name="object 7"/>
          <p:cNvSpPr/>
          <p:nvPr/>
        </p:nvSpPr>
        <p:spPr>
          <a:xfrm>
            <a:off x="4055237" y="1868169"/>
            <a:ext cx="77470" cy="331470"/>
          </a:xfrm>
          <a:custGeom>
            <a:avLst/>
            <a:gdLst/>
            <a:ahLst/>
            <a:cxnLst/>
            <a:rect l="l" t="t" r="r" b="b"/>
            <a:pathLst>
              <a:path w="77470" h="331469">
                <a:moveTo>
                  <a:pt x="77343" y="0"/>
                </a:moveTo>
                <a:lnTo>
                  <a:pt x="0" y="0"/>
                </a:lnTo>
                <a:lnTo>
                  <a:pt x="0" y="13970"/>
                </a:lnTo>
                <a:lnTo>
                  <a:pt x="0" y="317500"/>
                </a:lnTo>
                <a:lnTo>
                  <a:pt x="0" y="331470"/>
                </a:lnTo>
                <a:lnTo>
                  <a:pt x="77343" y="331470"/>
                </a:lnTo>
                <a:lnTo>
                  <a:pt x="77343" y="317500"/>
                </a:lnTo>
                <a:lnTo>
                  <a:pt x="28829" y="317500"/>
                </a:lnTo>
                <a:lnTo>
                  <a:pt x="28829" y="13970"/>
                </a:lnTo>
                <a:lnTo>
                  <a:pt x="77343" y="13970"/>
                </a:lnTo>
                <a:lnTo>
                  <a:pt x="77343" y="0"/>
                </a:lnTo>
                <a:close/>
              </a:path>
            </a:pathLst>
          </a:custGeom>
          <a:solidFill>
            <a:srgbClr val="000000"/>
          </a:solidFill>
        </p:spPr>
        <p:txBody>
          <a:bodyPr wrap="square" lIns="0" tIns="0" rIns="0" bIns="0" rtlCol="0"/>
          <a:lstStyle/>
          <a:p>
            <a:endParaRPr/>
          </a:p>
        </p:txBody>
      </p:sp>
      <p:sp>
        <p:nvSpPr>
          <p:cNvPr id="8" name="object 8"/>
          <p:cNvSpPr/>
          <p:nvPr/>
        </p:nvSpPr>
        <p:spPr>
          <a:xfrm>
            <a:off x="1243418" y="2381249"/>
            <a:ext cx="77470" cy="330200"/>
          </a:xfrm>
          <a:custGeom>
            <a:avLst/>
            <a:gdLst/>
            <a:ahLst/>
            <a:cxnLst/>
            <a:rect l="l" t="t" r="r" b="b"/>
            <a:pathLst>
              <a:path w="77469" h="330200">
                <a:moveTo>
                  <a:pt x="77381" y="0"/>
                </a:moveTo>
                <a:lnTo>
                  <a:pt x="0" y="0"/>
                </a:lnTo>
                <a:lnTo>
                  <a:pt x="0" y="12700"/>
                </a:lnTo>
                <a:lnTo>
                  <a:pt x="48552" y="12700"/>
                </a:lnTo>
                <a:lnTo>
                  <a:pt x="48552" y="316230"/>
                </a:lnTo>
                <a:lnTo>
                  <a:pt x="0" y="316230"/>
                </a:lnTo>
                <a:lnTo>
                  <a:pt x="0" y="330200"/>
                </a:lnTo>
                <a:lnTo>
                  <a:pt x="77381" y="330200"/>
                </a:lnTo>
                <a:lnTo>
                  <a:pt x="77381" y="316230"/>
                </a:lnTo>
                <a:lnTo>
                  <a:pt x="77381" y="12700"/>
                </a:lnTo>
                <a:lnTo>
                  <a:pt x="77381" y="0"/>
                </a:lnTo>
                <a:close/>
              </a:path>
            </a:pathLst>
          </a:custGeom>
          <a:solidFill>
            <a:srgbClr val="000000"/>
          </a:solidFill>
        </p:spPr>
        <p:txBody>
          <a:bodyPr wrap="square" lIns="0" tIns="0" rIns="0" bIns="0" rtlCol="0"/>
          <a:lstStyle/>
          <a:p>
            <a:endParaRPr/>
          </a:p>
        </p:txBody>
      </p:sp>
      <p:sp>
        <p:nvSpPr>
          <p:cNvPr id="9" name="object 9"/>
          <p:cNvSpPr/>
          <p:nvPr/>
        </p:nvSpPr>
        <p:spPr>
          <a:xfrm>
            <a:off x="950887" y="2381249"/>
            <a:ext cx="77470" cy="330200"/>
          </a:xfrm>
          <a:custGeom>
            <a:avLst/>
            <a:gdLst/>
            <a:ahLst/>
            <a:cxnLst/>
            <a:rect l="l" t="t" r="r" b="b"/>
            <a:pathLst>
              <a:path w="77469" h="330200">
                <a:moveTo>
                  <a:pt x="77330" y="0"/>
                </a:moveTo>
                <a:lnTo>
                  <a:pt x="0" y="0"/>
                </a:lnTo>
                <a:lnTo>
                  <a:pt x="0" y="12700"/>
                </a:lnTo>
                <a:lnTo>
                  <a:pt x="0" y="316230"/>
                </a:lnTo>
                <a:lnTo>
                  <a:pt x="0" y="330200"/>
                </a:lnTo>
                <a:lnTo>
                  <a:pt x="77330" y="330200"/>
                </a:lnTo>
                <a:lnTo>
                  <a:pt x="77330" y="316230"/>
                </a:lnTo>
                <a:lnTo>
                  <a:pt x="28778" y="316230"/>
                </a:lnTo>
                <a:lnTo>
                  <a:pt x="28778" y="12700"/>
                </a:lnTo>
                <a:lnTo>
                  <a:pt x="77330" y="12700"/>
                </a:lnTo>
                <a:lnTo>
                  <a:pt x="77330" y="0"/>
                </a:lnTo>
                <a:close/>
              </a:path>
            </a:pathLst>
          </a:custGeom>
          <a:solidFill>
            <a:srgbClr val="000000"/>
          </a:solidFill>
        </p:spPr>
        <p:txBody>
          <a:bodyPr wrap="square" lIns="0" tIns="0" rIns="0" bIns="0" rtlCol="0"/>
          <a:lstStyle/>
          <a:p>
            <a:endParaRPr/>
          </a:p>
        </p:txBody>
      </p:sp>
      <p:sp>
        <p:nvSpPr>
          <p:cNvPr id="10" name="object 10"/>
          <p:cNvSpPr/>
          <p:nvPr/>
        </p:nvSpPr>
        <p:spPr>
          <a:xfrm>
            <a:off x="2096897" y="2381249"/>
            <a:ext cx="77470" cy="330200"/>
          </a:xfrm>
          <a:custGeom>
            <a:avLst/>
            <a:gdLst/>
            <a:ahLst/>
            <a:cxnLst/>
            <a:rect l="l" t="t" r="r" b="b"/>
            <a:pathLst>
              <a:path w="77469" h="330200">
                <a:moveTo>
                  <a:pt x="77343" y="0"/>
                </a:moveTo>
                <a:lnTo>
                  <a:pt x="0" y="0"/>
                </a:lnTo>
                <a:lnTo>
                  <a:pt x="0" y="12700"/>
                </a:lnTo>
                <a:lnTo>
                  <a:pt x="48514" y="12700"/>
                </a:lnTo>
                <a:lnTo>
                  <a:pt x="48514" y="316230"/>
                </a:lnTo>
                <a:lnTo>
                  <a:pt x="0" y="316230"/>
                </a:lnTo>
                <a:lnTo>
                  <a:pt x="0" y="330200"/>
                </a:lnTo>
                <a:lnTo>
                  <a:pt x="77343" y="330200"/>
                </a:lnTo>
                <a:lnTo>
                  <a:pt x="77343" y="316230"/>
                </a:lnTo>
                <a:lnTo>
                  <a:pt x="77343" y="12700"/>
                </a:lnTo>
                <a:lnTo>
                  <a:pt x="77343" y="0"/>
                </a:lnTo>
                <a:close/>
              </a:path>
            </a:pathLst>
          </a:custGeom>
          <a:solidFill>
            <a:srgbClr val="000000"/>
          </a:solidFill>
        </p:spPr>
        <p:txBody>
          <a:bodyPr wrap="square" lIns="0" tIns="0" rIns="0" bIns="0" rtlCol="0"/>
          <a:lstStyle/>
          <a:p>
            <a:endParaRPr/>
          </a:p>
        </p:txBody>
      </p:sp>
      <p:sp>
        <p:nvSpPr>
          <p:cNvPr id="11" name="object 11"/>
          <p:cNvSpPr/>
          <p:nvPr/>
        </p:nvSpPr>
        <p:spPr>
          <a:xfrm>
            <a:off x="1799717" y="2381249"/>
            <a:ext cx="77470" cy="330200"/>
          </a:xfrm>
          <a:custGeom>
            <a:avLst/>
            <a:gdLst/>
            <a:ahLst/>
            <a:cxnLst/>
            <a:rect l="l" t="t" r="r" b="b"/>
            <a:pathLst>
              <a:path w="77469" h="330200">
                <a:moveTo>
                  <a:pt x="77343" y="0"/>
                </a:moveTo>
                <a:lnTo>
                  <a:pt x="0" y="0"/>
                </a:lnTo>
                <a:lnTo>
                  <a:pt x="0" y="12700"/>
                </a:lnTo>
                <a:lnTo>
                  <a:pt x="0" y="316230"/>
                </a:lnTo>
                <a:lnTo>
                  <a:pt x="0" y="330200"/>
                </a:lnTo>
                <a:lnTo>
                  <a:pt x="77343" y="330200"/>
                </a:lnTo>
                <a:lnTo>
                  <a:pt x="77343" y="316230"/>
                </a:lnTo>
                <a:lnTo>
                  <a:pt x="28829" y="316230"/>
                </a:lnTo>
                <a:lnTo>
                  <a:pt x="28829" y="12700"/>
                </a:lnTo>
                <a:lnTo>
                  <a:pt x="77343" y="12700"/>
                </a:lnTo>
                <a:lnTo>
                  <a:pt x="77343" y="0"/>
                </a:lnTo>
                <a:close/>
              </a:path>
            </a:pathLst>
          </a:custGeom>
          <a:solidFill>
            <a:srgbClr val="000000"/>
          </a:solidFill>
        </p:spPr>
        <p:txBody>
          <a:bodyPr wrap="square" lIns="0" tIns="0" rIns="0" bIns="0" rtlCol="0"/>
          <a:lstStyle/>
          <a:p>
            <a:endParaRPr/>
          </a:p>
        </p:txBody>
      </p:sp>
      <p:sp>
        <p:nvSpPr>
          <p:cNvPr id="12" name="object 12"/>
          <p:cNvSpPr/>
          <p:nvPr/>
        </p:nvSpPr>
        <p:spPr>
          <a:xfrm>
            <a:off x="3901313" y="2381249"/>
            <a:ext cx="77470" cy="330200"/>
          </a:xfrm>
          <a:custGeom>
            <a:avLst/>
            <a:gdLst/>
            <a:ahLst/>
            <a:cxnLst/>
            <a:rect l="l" t="t" r="r" b="b"/>
            <a:pathLst>
              <a:path w="77470" h="330200">
                <a:moveTo>
                  <a:pt x="77343" y="0"/>
                </a:moveTo>
                <a:lnTo>
                  <a:pt x="0" y="0"/>
                </a:lnTo>
                <a:lnTo>
                  <a:pt x="0" y="12700"/>
                </a:lnTo>
                <a:lnTo>
                  <a:pt x="48514" y="12700"/>
                </a:lnTo>
                <a:lnTo>
                  <a:pt x="48514" y="316230"/>
                </a:lnTo>
                <a:lnTo>
                  <a:pt x="0" y="316230"/>
                </a:lnTo>
                <a:lnTo>
                  <a:pt x="0" y="330200"/>
                </a:lnTo>
                <a:lnTo>
                  <a:pt x="77343" y="330200"/>
                </a:lnTo>
                <a:lnTo>
                  <a:pt x="77343" y="316230"/>
                </a:lnTo>
                <a:lnTo>
                  <a:pt x="77343" y="12700"/>
                </a:lnTo>
                <a:lnTo>
                  <a:pt x="77343" y="0"/>
                </a:lnTo>
                <a:close/>
              </a:path>
            </a:pathLst>
          </a:custGeom>
          <a:solidFill>
            <a:srgbClr val="000000"/>
          </a:solidFill>
        </p:spPr>
        <p:txBody>
          <a:bodyPr wrap="square" lIns="0" tIns="0" rIns="0" bIns="0" rtlCol="0"/>
          <a:lstStyle/>
          <a:p>
            <a:endParaRPr/>
          </a:p>
        </p:txBody>
      </p:sp>
      <p:sp>
        <p:nvSpPr>
          <p:cNvPr id="13" name="object 13"/>
          <p:cNvSpPr/>
          <p:nvPr/>
        </p:nvSpPr>
        <p:spPr>
          <a:xfrm>
            <a:off x="3608705" y="2381249"/>
            <a:ext cx="77470" cy="330200"/>
          </a:xfrm>
          <a:custGeom>
            <a:avLst/>
            <a:gdLst/>
            <a:ahLst/>
            <a:cxnLst/>
            <a:rect l="l" t="t" r="r" b="b"/>
            <a:pathLst>
              <a:path w="77470" h="330200">
                <a:moveTo>
                  <a:pt x="77343" y="0"/>
                </a:moveTo>
                <a:lnTo>
                  <a:pt x="0" y="0"/>
                </a:lnTo>
                <a:lnTo>
                  <a:pt x="0" y="12700"/>
                </a:lnTo>
                <a:lnTo>
                  <a:pt x="0" y="316230"/>
                </a:lnTo>
                <a:lnTo>
                  <a:pt x="0" y="330200"/>
                </a:lnTo>
                <a:lnTo>
                  <a:pt x="77343" y="330200"/>
                </a:lnTo>
                <a:lnTo>
                  <a:pt x="77343" y="316230"/>
                </a:lnTo>
                <a:lnTo>
                  <a:pt x="28829" y="316230"/>
                </a:lnTo>
                <a:lnTo>
                  <a:pt x="28829" y="12700"/>
                </a:lnTo>
                <a:lnTo>
                  <a:pt x="77343" y="12700"/>
                </a:lnTo>
                <a:lnTo>
                  <a:pt x="77343" y="0"/>
                </a:lnTo>
                <a:close/>
              </a:path>
            </a:pathLst>
          </a:custGeom>
          <a:solidFill>
            <a:srgbClr val="000000"/>
          </a:solidFill>
        </p:spPr>
        <p:txBody>
          <a:bodyPr wrap="square" lIns="0" tIns="0" rIns="0" bIns="0" rtlCol="0"/>
          <a:lstStyle/>
          <a:p>
            <a:endParaRPr/>
          </a:p>
        </p:txBody>
      </p:sp>
      <p:sp>
        <p:nvSpPr>
          <p:cNvPr id="14" name="object 14"/>
          <p:cNvSpPr/>
          <p:nvPr/>
        </p:nvSpPr>
        <p:spPr>
          <a:xfrm>
            <a:off x="4817237" y="2381249"/>
            <a:ext cx="77470" cy="330200"/>
          </a:xfrm>
          <a:custGeom>
            <a:avLst/>
            <a:gdLst/>
            <a:ahLst/>
            <a:cxnLst/>
            <a:rect l="l" t="t" r="r" b="b"/>
            <a:pathLst>
              <a:path w="77470" h="330200">
                <a:moveTo>
                  <a:pt x="77343" y="0"/>
                </a:moveTo>
                <a:lnTo>
                  <a:pt x="0" y="0"/>
                </a:lnTo>
                <a:lnTo>
                  <a:pt x="0" y="12700"/>
                </a:lnTo>
                <a:lnTo>
                  <a:pt x="48514" y="12700"/>
                </a:lnTo>
                <a:lnTo>
                  <a:pt x="48514" y="316230"/>
                </a:lnTo>
                <a:lnTo>
                  <a:pt x="0" y="316230"/>
                </a:lnTo>
                <a:lnTo>
                  <a:pt x="0" y="330200"/>
                </a:lnTo>
                <a:lnTo>
                  <a:pt x="77343" y="330200"/>
                </a:lnTo>
                <a:lnTo>
                  <a:pt x="77343" y="316230"/>
                </a:lnTo>
                <a:lnTo>
                  <a:pt x="77343" y="12700"/>
                </a:lnTo>
                <a:lnTo>
                  <a:pt x="77343" y="0"/>
                </a:lnTo>
                <a:close/>
              </a:path>
            </a:pathLst>
          </a:custGeom>
          <a:solidFill>
            <a:srgbClr val="000000"/>
          </a:solidFill>
        </p:spPr>
        <p:txBody>
          <a:bodyPr wrap="square" lIns="0" tIns="0" rIns="0" bIns="0" rtlCol="0"/>
          <a:lstStyle/>
          <a:p>
            <a:endParaRPr/>
          </a:p>
        </p:txBody>
      </p:sp>
      <p:sp>
        <p:nvSpPr>
          <p:cNvPr id="15" name="object 15"/>
          <p:cNvSpPr/>
          <p:nvPr/>
        </p:nvSpPr>
        <p:spPr>
          <a:xfrm>
            <a:off x="4520057" y="2381249"/>
            <a:ext cx="77470" cy="330200"/>
          </a:xfrm>
          <a:custGeom>
            <a:avLst/>
            <a:gdLst/>
            <a:ahLst/>
            <a:cxnLst/>
            <a:rect l="l" t="t" r="r" b="b"/>
            <a:pathLst>
              <a:path w="77470" h="330200">
                <a:moveTo>
                  <a:pt x="77343" y="0"/>
                </a:moveTo>
                <a:lnTo>
                  <a:pt x="0" y="0"/>
                </a:lnTo>
                <a:lnTo>
                  <a:pt x="0" y="12700"/>
                </a:lnTo>
                <a:lnTo>
                  <a:pt x="0" y="316230"/>
                </a:lnTo>
                <a:lnTo>
                  <a:pt x="0" y="330200"/>
                </a:lnTo>
                <a:lnTo>
                  <a:pt x="77343" y="330200"/>
                </a:lnTo>
                <a:lnTo>
                  <a:pt x="77343" y="316230"/>
                </a:lnTo>
                <a:lnTo>
                  <a:pt x="28829" y="316230"/>
                </a:lnTo>
                <a:lnTo>
                  <a:pt x="28829" y="12700"/>
                </a:lnTo>
                <a:lnTo>
                  <a:pt x="77343" y="12700"/>
                </a:lnTo>
                <a:lnTo>
                  <a:pt x="77343" y="0"/>
                </a:lnTo>
                <a:close/>
              </a:path>
            </a:pathLst>
          </a:custGeom>
          <a:solidFill>
            <a:srgbClr val="000000"/>
          </a:solidFill>
        </p:spPr>
        <p:txBody>
          <a:bodyPr wrap="square" lIns="0" tIns="0" rIns="0" bIns="0" rtlCol="0"/>
          <a:lstStyle/>
          <a:p>
            <a:endParaRPr/>
          </a:p>
        </p:txBody>
      </p:sp>
      <p:sp>
        <p:nvSpPr>
          <p:cNvPr id="16" name="object 16"/>
          <p:cNvSpPr txBox="1"/>
          <p:nvPr/>
        </p:nvSpPr>
        <p:spPr>
          <a:xfrm>
            <a:off x="383540" y="1704642"/>
            <a:ext cx="5009515" cy="1031240"/>
          </a:xfrm>
          <a:prstGeom prst="rect">
            <a:avLst/>
          </a:prstGeom>
        </p:spPr>
        <p:txBody>
          <a:bodyPr vert="horz" wrap="square" lIns="0" tIns="75565" rIns="0" bIns="0" rtlCol="0">
            <a:spAutoFit/>
          </a:bodyPr>
          <a:lstStyle/>
          <a:p>
            <a:pPr marL="3757295">
              <a:lnSpc>
                <a:spcPct val="100000"/>
              </a:lnSpc>
              <a:spcBef>
                <a:spcPts val="595"/>
              </a:spcBef>
              <a:tabLst>
                <a:tab pos="4179570" algn="l"/>
              </a:tabLst>
            </a:pPr>
            <a:r>
              <a:rPr sz="2800" spc="-50" dirty="0">
                <a:latin typeface="Cambria Math"/>
                <a:cs typeface="Cambria Math"/>
              </a:rPr>
              <a:t>𝑥</a:t>
            </a:r>
            <a:r>
              <a:rPr sz="2800" dirty="0">
                <a:latin typeface="Cambria Math"/>
                <a:cs typeface="Cambria Math"/>
              </a:rPr>
              <a:t>	=</a:t>
            </a:r>
            <a:r>
              <a:rPr sz="2800" spc="160" dirty="0">
                <a:latin typeface="Cambria Math"/>
                <a:cs typeface="Cambria Math"/>
              </a:rPr>
              <a:t> </a:t>
            </a:r>
            <a:r>
              <a:rPr sz="2800" spc="-25" dirty="0">
                <a:latin typeface="Cambria Math"/>
                <a:cs typeface="Cambria Math"/>
              </a:rPr>
              <a:t>[𝑦]</a:t>
            </a:r>
            <a:endParaRPr sz="2800">
              <a:latin typeface="Cambria Math"/>
              <a:cs typeface="Cambria Math"/>
            </a:endParaRPr>
          </a:p>
          <a:p>
            <a:pPr marL="12700">
              <a:lnSpc>
                <a:spcPct val="100000"/>
              </a:lnSpc>
              <a:spcBef>
                <a:spcPts val="520"/>
              </a:spcBef>
              <a:tabLst>
                <a:tab pos="652780" algn="l"/>
                <a:tab pos="1054735" algn="l"/>
                <a:tab pos="1501775" algn="l"/>
                <a:tab pos="1928495" algn="l"/>
                <a:tab pos="2370455" algn="l"/>
                <a:tab pos="3310890" algn="l"/>
                <a:tab pos="3733165" algn="l"/>
                <a:tab pos="4222750" algn="l"/>
              </a:tabLst>
            </a:pPr>
            <a:r>
              <a:rPr sz="2950" i="1" spc="-25" dirty="0">
                <a:latin typeface="Cambria"/>
                <a:cs typeface="Cambria"/>
              </a:rPr>
              <a:t>c)</a:t>
            </a:r>
            <a:r>
              <a:rPr sz="2950" i="1" dirty="0">
                <a:latin typeface="Cambria"/>
                <a:cs typeface="Cambria"/>
              </a:rPr>
              <a:t>	</a:t>
            </a:r>
            <a:r>
              <a:rPr sz="2800" spc="-50" dirty="0">
                <a:latin typeface="Cambria Math"/>
                <a:cs typeface="Cambria Math"/>
              </a:rPr>
              <a:t>𝑥</a:t>
            </a:r>
            <a:r>
              <a:rPr sz="2800" dirty="0">
                <a:latin typeface="Cambria Math"/>
                <a:cs typeface="Cambria Math"/>
              </a:rPr>
              <a:t>	</a:t>
            </a:r>
            <a:r>
              <a:rPr sz="2800" spc="-50" dirty="0">
                <a:latin typeface="Cambria Math"/>
                <a:cs typeface="Cambria Math"/>
              </a:rPr>
              <a:t>∩</a:t>
            </a:r>
            <a:r>
              <a:rPr sz="2800" dirty="0">
                <a:latin typeface="Cambria Math"/>
                <a:cs typeface="Cambria Math"/>
              </a:rPr>
              <a:t>	</a:t>
            </a:r>
            <a:r>
              <a:rPr sz="2800" spc="-50" dirty="0">
                <a:latin typeface="Cambria Math"/>
                <a:cs typeface="Cambria Math"/>
              </a:rPr>
              <a:t>𝑦</a:t>
            </a:r>
            <a:r>
              <a:rPr sz="2800" dirty="0">
                <a:latin typeface="Cambria Math"/>
                <a:cs typeface="Cambria Math"/>
              </a:rPr>
              <a:t>	</a:t>
            </a:r>
            <a:r>
              <a:rPr sz="2800" spc="-50" dirty="0">
                <a:latin typeface="Cambria Math"/>
                <a:cs typeface="Cambria Math"/>
              </a:rPr>
              <a:t>≠</a:t>
            </a:r>
            <a:r>
              <a:rPr sz="2800" dirty="0">
                <a:latin typeface="Cambria Math"/>
                <a:cs typeface="Cambria Math"/>
              </a:rPr>
              <a:t>	∅</a:t>
            </a:r>
            <a:r>
              <a:rPr sz="2800" spc="-20" dirty="0">
                <a:latin typeface="Cambria Math"/>
                <a:cs typeface="Cambria Math"/>
              </a:rPr>
              <a:t> </a:t>
            </a:r>
            <a:r>
              <a:rPr sz="2800" spc="-25" dirty="0">
                <a:latin typeface="Cambria Math"/>
                <a:cs typeface="Cambria Math"/>
              </a:rPr>
              <a:t>𝑡ℎì</a:t>
            </a:r>
            <a:r>
              <a:rPr sz="2800" dirty="0">
                <a:latin typeface="Cambria Math"/>
                <a:cs typeface="Cambria Math"/>
              </a:rPr>
              <a:t>	</a:t>
            </a:r>
            <a:r>
              <a:rPr sz="2800" spc="-50" dirty="0">
                <a:latin typeface="Cambria Math"/>
                <a:cs typeface="Cambria Math"/>
              </a:rPr>
              <a:t>𝑥</a:t>
            </a:r>
            <a:r>
              <a:rPr sz="2800" dirty="0">
                <a:latin typeface="Cambria Math"/>
                <a:cs typeface="Cambria Math"/>
              </a:rPr>
              <a:t>	</a:t>
            </a:r>
            <a:r>
              <a:rPr sz="2800" spc="-50" dirty="0">
                <a:latin typeface="Cambria Math"/>
                <a:cs typeface="Cambria Math"/>
              </a:rPr>
              <a:t>=</a:t>
            </a:r>
            <a:r>
              <a:rPr sz="2800" dirty="0">
                <a:latin typeface="Cambria Math"/>
                <a:cs typeface="Cambria Math"/>
              </a:rPr>
              <a:t>	</a:t>
            </a:r>
            <a:r>
              <a:rPr sz="2800" spc="-50" dirty="0">
                <a:latin typeface="Cambria Math"/>
                <a:cs typeface="Cambria Math"/>
              </a:rPr>
              <a:t>𝑦</a:t>
            </a:r>
            <a:endParaRPr sz="2800">
              <a:latin typeface="Cambria Math"/>
              <a:cs typeface="Cambria Math"/>
            </a:endParaRPr>
          </a:p>
        </p:txBody>
      </p:sp>
      <p:sp>
        <p:nvSpPr>
          <p:cNvPr id="17" name="object 17"/>
          <p:cNvSpPr txBox="1"/>
          <p:nvPr/>
        </p:nvSpPr>
        <p:spPr>
          <a:xfrm>
            <a:off x="358140" y="2804286"/>
            <a:ext cx="2654935" cy="452120"/>
          </a:xfrm>
          <a:prstGeom prst="rect">
            <a:avLst/>
          </a:prstGeom>
        </p:spPr>
        <p:txBody>
          <a:bodyPr vert="horz" wrap="square" lIns="0" tIns="0" rIns="0" bIns="0" rtlCol="0">
            <a:spAutoFit/>
          </a:bodyPr>
          <a:lstStyle/>
          <a:p>
            <a:pPr marL="38100">
              <a:lnSpc>
                <a:spcPts val="3485"/>
              </a:lnSpc>
              <a:tabLst>
                <a:tab pos="553085" algn="l"/>
                <a:tab pos="1330325" algn="l"/>
              </a:tabLst>
            </a:pPr>
            <a:r>
              <a:rPr sz="4425" i="1" spc="-37" baseline="1883" dirty="0">
                <a:latin typeface="Cambria"/>
                <a:cs typeface="Cambria"/>
              </a:rPr>
              <a:t>d)</a:t>
            </a:r>
            <a:r>
              <a:rPr sz="4425" i="1" baseline="1883" dirty="0">
                <a:latin typeface="Cambria"/>
                <a:cs typeface="Cambria"/>
              </a:rPr>
              <a:t>	</a:t>
            </a:r>
            <a:r>
              <a:rPr sz="4200" baseline="1984" dirty="0">
                <a:latin typeface="Cambria Math"/>
                <a:cs typeface="Cambria Math"/>
              </a:rPr>
              <a:t>𝑋</a:t>
            </a:r>
            <a:r>
              <a:rPr sz="4200" spc="322" baseline="1984" dirty="0">
                <a:latin typeface="Cambria Math"/>
                <a:cs typeface="Cambria Math"/>
              </a:rPr>
              <a:t> </a:t>
            </a:r>
            <a:r>
              <a:rPr sz="4200" spc="-75" baseline="1984" dirty="0">
                <a:latin typeface="Cambria Math"/>
                <a:cs typeface="Cambria Math"/>
              </a:rPr>
              <a:t>=</a:t>
            </a:r>
            <a:r>
              <a:rPr sz="4200" baseline="1984" dirty="0">
                <a:latin typeface="Cambria Math"/>
                <a:cs typeface="Cambria Math"/>
              </a:rPr>
              <a:t>	</a:t>
            </a:r>
            <a:r>
              <a:rPr sz="2800" spc="-285" dirty="0">
                <a:latin typeface="Cambria Math"/>
                <a:cs typeface="Cambria Math"/>
              </a:rPr>
              <a:t>ڂ</a:t>
            </a:r>
            <a:r>
              <a:rPr sz="3075" spc="-427" baseline="-14905" dirty="0">
                <a:latin typeface="Cambria Math"/>
                <a:cs typeface="Cambria Math"/>
              </a:rPr>
              <a:t>𝑥</a:t>
            </a:r>
            <a:r>
              <a:rPr sz="3075" spc="89" baseline="-14905" dirty="0">
                <a:latin typeface="Cambria Math"/>
                <a:cs typeface="Cambria Math"/>
              </a:rPr>
              <a:t> </a:t>
            </a:r>
            <a:r>
              <a:rPr sz="3075" spc="-30" baseline="-14905" dirty="0">
                <a:latin typeface="Cambria Math"/>
                <a:cs typeface="Cambria Math"/>
              </a:rPr>
              <a:t>∈𝑋</a:t>
            </a:r>
            <a:r>
              <a:rPr sz="4200" spc="-30" baseline="1984" dirty="0">
                <a:latin typeface="Cambria Math"/>
                <a:cs typeface="Cambria Math"/>
              </a:rPr>
              <a:t>[𝑥]</a:t>
            </a:r>
            <a:endParaRPr sz="4200" baseline="1984">
              <a:latin typeface="Cambria Math"/>
              <a:cs typeface="Cambria Math"/>
            </a:endParaRPr>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229260"/>
            <a:ext cx="8147050" cy="2927985"/>
          </a:xfrm>
          <a:prstGeom prst="rect">
            <a:avLst/>
          </a:prstGeom>
        </p:spPr>
        <p:txBody>
          <a:bodyPr vert="horz" wrap="square" lIns="0" tIns="97790" rIns="0" bIns="0" rtlCol="0">
            <a:spAutoFit/>
          </a:bodyPr>
          <a:lstStyle/>
          <a:p>
            <a:pPr marL="549910" lvl="1" indent="-537210">
              <a:lnSpc>
                <a:spcPct val="100000"/>
              </a:lnSpc>
              <a:spcBef>
                <a:spcPts val="770"/>
              </a:spcBef>
              <a:buAutoNum type="arabicPeriod" startAt="4"/>
              <a:tabLst>
                <a:tab pos="549910" algn="l"/>
              </a:tabLst>
            </a:pPr>
            <a:r>
              <a:rPr sz="2800" b="1" dirty="0">
                <a:latin typeface="Calibri"/>
                <a:cs typeface="Calibri"/>
              </a:rPr>
              <a:t>Quan</a:t>
            </a:r>
            <a:r>
              <a:rPr sz="2800" b="1" spc="-40" dirty="0">
                <a:latin typeface="Calibri"/>
                <a:cs typeface="Calibri"/>
              </a:rPr>
              <a:t> </a:t>
            </a:r>
            <a:r>
              <a:rPr sz="2800" b="1" dirty="0">
                <a:latin typeface="Calibri"/>
                <a:cs typeface="Calibri"/>
              </a:rPr>
              <a:t>hệ</a:t>
            </a:r>
            <a:r>
              <a:rPr sz="2800" b="1" spc="-35" dirty="0">
                <a:latin typeface="Calibri"/>
                <a:cs typeface="Calibri"/>
              </a:rPr>
              <a:t> </a:t>
            </a:r>
            <a:r>
              <a:rPr sz="2800" b="1" dirty="0">
                <a:latin typeface="Calibri"/>
                <a:cs typeface="Calibri"/>
              </a:rPr>
              <a:t>thứ</a:t>
            </a:r>
            <a:r>
              <a:rPr sz="2800" b="1" spc="-35" dirty="0">
                <a:latin typeface="Calibri"/>
                <a:cs typeface="Calibri"/>
              </a:rPr>
              <a:t> </a:t>
            </a:r>
            <a:r>
              <a:rPr sz="2800" b="1" dirty="0">
                <a:latin typeface="Calibri"/>
                <a:cs typeface="Calibri"/>
              </a:rPr>
              <a:t>tự</a:t>
            </a:r>
            <a:r>
              <a:rPr sz="2800" b="1" spc="-30" dirty="0">
                <a:latin typeface="Calibri"/>
                <a:cs typeface="Calibri"/>
              </a:rPr>
              <a:t> </a:t>
            </a:r>
            <a:r>
              <a:rPr sz="2800" b="1" spc="-50" dirty="0">
                <a:latin typeface="Calibri"/>
                <a:cs typeface="Calibri"/>
              </a:rPr>
              <a:t>:</a:t>
            </a:r>
            <a:endParaRPr sz="2800">
              <a:latin typeface="Calibri"/>
              <a:cs typeface="Calibri"/>
            </a:endParaRPr>
          </a:p>
          <a:p>
            <a:pPr marL="12700" marR="5080" lvl="2" indent="812165">
              <a:lnSpc>
                <a:spcPct val="100000"/>
              </a:lnSpc>
              <a:spcBef>
                <a:spcPts val="675"/>
              </a:spcBef>
              <a:buAutoNum type="arabicPeriod"/>
              <a:tabLst>
                <a:tab pos="824865" algn="l"/>
              </a:tabLst>
            </a:pPr>
            <a:r>
              <a:rPr sz="2800" b="1" dirty="0">
                <a:latin typeface="Calibri"/>
                <a:cs typeface="Calibri"/>
              </a:rPr>
              <a:t>Định</a:t>
            </a:r>
            <a:r>
              <a:rPr sz="2800" b="1" spc="-30" dirty="0">
                <a:latin typeface="Calibri"/>
                <a:cs typeface="Calibri"/>
              </a:rPr>
              <a:t> </a:t>
            </a:r>
            <a:r>
              <a:rPr sz="2800" b="1" dirty="0">
                <a:latin typeface="Calibri"/>
                <a:cs typeface="Calibri"/>
              </a:rPr>
              <a:t>nghĩa</a:t>
            </a:r>
            <a:r>
              <a:rPr sz="2800" b="1" spc="-25" dirty="0">
                <a:latin typeface="Calibri"/>
                <a:cs typeface="Calibri"/>
              </a:rPr>
              <a:t> </a:t>
            </a:r>
            <a:r>
              <a:rPr sz="2800" b="1" dirty="0">
                <a:latin typeface="Calibri"/>
                <a:cs typeface="Calibri"/>
              </a:rPr>
              <a:t>:</a:t>
            </a:r>
            <a:r>
              <a:rPr sz="2800" b="1" spc="-20" dirty="0">
                <a:latin typeface="Calibri"/>
                <a:cs typeface="Calibri"/>
              </a:rPr>
              <a:t> </a:t>
            </a:r>
            <a:r>
              <a:rPr sz="2800" dirty="0">
                <a:latin typeface="Calibri"/>
                <a:cs typeface="Calibri"/>
              </a:rPr>
              <a:t>Cho</a:t>
            </a:r>
            <a:r>
              <a:rPr sz="2800" spc="-20" dirty="0">
                <a:latin typeface="Calibri"/>
                <a:cs typeface="Calibri"/>
              </a:rPr>
              <a:t> </a:t>
            </a:r>
            <a:r>
              <a:rPr sz="2800" dirty="0">
                <a:latin typeface="Calibri"/>
                <a:cs typeface="Calibri"/>
              </a:rPr>
              <a:t>R</a:t>
            </a:r>
            <a:r>
              <a:rPr sz="2800" spc="-30" dirty="0">
                <a:latin typeface="Calibri"/>
                <a:cs typeface="Calibri"/>
              </a:rPr>
              <a:t> </a:t>
            </a:r>
            <a:r>
              <a:rPr sz="2800" dirty="0">
                <a:latin typeface="Calibri"/>
                <a:cs typeface="Calibri"/>
              </a:rPr>
              <a:t>là</a:t>
            </a:r>
            <a:r>
              <a:rPr sz="2800" spc="-35" dirty="0">
                <a:latin typeface="Calibri"/>
                <a:cs typeface="Calibri"/>
              </a:rPr>
              <a:t> </a:t>
            </a:r>
            <a:r>
              <a:rPr sz="2800" dirty="0">
                <a:latin typeface="Calibri"/>
                <a:cs typeface="Calibri"/>
              </a:rPr>
              <a:t>quan</a:t>
            </a:r>
            <a:r>
              <a:rPr sz="2800" spc="-20" dirty="0">
                <a:latin typeface="Calibri"/>
                <a:cs typeface="Calibri"/>
              </a:rPr>
              <a:t> </a:t>
            </a:r>
            <a:r>
              <a:rPr sz="2800" dirty="0">
                <a:latin typeface="Calibri"/>
                <a:cs typeface="Calibri"/>
              </a:rPr>
              <a:t>hệ</a:t>
            </a:r>
            <a:r>
              <a:rPr sz="2800" spc="-30" dirty="0">
                <a:latin typeface="Calibri"/>
                <a:cs typeface="Calibri"/>
              </a:rPr>
              <a:t> </a:t>
            </a:r>
            <a:r>
              <a:rPr sz="2800" dirty="0">
                <a:latin typeface="Calibri"/>
                <a:cs typeface="Calibri"/>
              </a:rPr>
              <a:t>trên</a:t>
            </a:r>
            <a:r>
              <a:rPr sz="2800" spc="-25" dirty="0">
                <a:latin typeface="Calibri"/>
                <a:cs typeface="Calibri"/>
              </a:rPr>
              <a:t> </a:t>
            </a:r>
            <a:r>
              <a:rPr sz="2800" dirty="0">
                <a:latin typeface="Calibri"/>
                <a:cs typeface="Calibri"/>
              </a:rPr>
              <a:t>X.</a:t>
            </a:r>
            <a:r>
              <a:rPr sz="2800" spc="-40" dirty="0">
                <a:latin typeface="Calibri"/>
                <a:cs typeface="Calibri"/>
              </a:rPr>
              <a:t> </a:t>
            </a:r>
            <a:r>
              <a:rPr sz="2800" dirty="0">
                <a:latin typeface="Calibri"/>
                <a:cs typeface="Calibri"/>
              </a:rPr>
              <a:t>R</a:t>
            </a:r>
            <a:r>
              <a:rPr sz="2800" spc="-25" dirty="0">
                <a:latin typeface="Calibri"/>
                <a:cs typeface="Calibri"/>
              </a:rPr>
              <a:t> </a:t>
            </a:r>
            <a:r>
              <a:rPr sz="2800" dirty="0">
                <a:latin typeface="Calibri"/>
                <a:cs typeface="Calibri"/>
              </a:rPr>
              <a:t>được</a:t>
            </a:r>
            <a:r>
              <a:rPr sz="2800" spc="-10" dirty="0">
                <a:latin typeface="Calibri"/>
                <a:cs typeface="Calibri"/>
              </a:rPr>
              <a:t> </a:t>
            </a:r>
            <a:r>
              <a:rPr sz="2800" dirty="0">
                <a:latin typeface="Calibri"/>
                <a:cs typeface="Calibri"/>
              </a:rPr>
              <a:t>nói</a:t>
            </a:r>
            <a:r>
              <a:rPr sz="2800" spc="-25" dirty="0">
                <a:latin typeface="Calibri"/>
                <a:cs typeface="Calibri"/>
              </a:rPr>
              <a:t> là </a:t>
            </a:r>
            <a:r>
              <a:rPr sz="2800" dirty="0">
                <a:latin typeface="Calibri"/>
                <a:cs typeface="Calibri"/>
              </a:rPr>
              <a:t>quan</a:t>
            </a:r>
            <a:r>
              <a:rPr sz="2800" spc="-45" dirty="0">
                <a:latin typeface="Calibri"/>
                <a:cs typeface="Calibri"/>
              </a:rPr>
              <a:t> </a:t>
            </a:r>
            <a:r>
              <a:rPr sz="2800" dirty="0">
                <a:latin typeface="Calibri"/>
                <a:cs typeface="Calibri"/>
              </a:rPr>
              <a:t>hệ</a:t>
            </a:r>
            <a:r>
              <a:rPr sz="2800" spc="-45" dirty="0">
                <a:latin typeface="Calibri"/>
                <a:cs typeface="Calibri"/>
              </a:rPr>
              <a:t> </a:t>
            </a:r>
            <a:r>
              <a:rPr sz="2800" dirty="0">
                <a:latin typeface="Calibri"/>
                <a:cs typeface="Calibri"/>
              </a:rPr>
              <a:t>thứ</a:t>
            </a:r>
            <a:r>
              <a:rPr sz="2800" spc="-45" dirty="0">
                <a:latin typeface="Calibri"/>
                <a:cs typeface="Calibri"/>
              </a:rPr>
              <a:t> </a:t>
            </a:r>
            <a:r>
              <a:rPr sz="2800" dirty="0">
                <a:latin typeface="Calibri"/>
                <a:cs typeface="Calibri"/>
              </a:rPr>
              <a:t>tự</a:t>
            </a:r>
            <a:r>
              <a:rPr sz="2800" spc="-45" dirty="0">
                <a:latin typeface="Calibri"/>
                <a:cs typeface="Calibri"/>
              </a:rPr>
              <a:t> </a:t>
            </a:r>
            <a:r>
              <a:rPr sz="2800" dirty="0">
                <a:latin typeface="Calibri"/>
                <a:cs typeface="Calibri"/>
              </a:rPr>
              <a:t>nếu</a:t>
            </a:r>
            <a:r>
              <a:rPr sz="2800" spc="-60" dirty="0">
                <a:latin typeface="Calibri"/>
                <a:cs typeface="Calibri"/>
              </a:rPr>
              <a:t> </a:t>
            </a:r>
            <a:r>
              <a:rPr sz="2800" dirty="0">
                <a:latin typeface="Calibri"/>
                <a:cs typeface="Calibri"/>
              </a:rPr>
              <a:t>R</a:t>
            </a:r>
            <a:r>
              <a:rPr sz="2800" spc="-40" dirty="0">
                <a:latin typeface="Calibri"/>
                <a:cs typeface="Calibri"/>
              </a:rPr>
              <a:t> </a:t>
            </a:r>
            <a:r>
              <a:rPr sz="2800" b="1" dirty="0">
                <a:latin typeface="Calibri"/>
                <a:cs typeface="Calibri"/>
              </a:rPr>
              <a:t>phản</a:t>
            </a:r>
            <a:r>
              <a:rPr sz="2800" b="1" spc="-50" dirty="0">
                <a:latin typeface="Calibri"/>
                <a:cs typeface="Calibri"/>
              </a:rPr>
              <a:t> </a:t>
            </a:r>
            <a:r>
              <a:rPr sz="2800" b="1" dirty="0">
                <a:latin typeface="Calibri"/>
                <a:cs typeface="Calibri"/>
              </a:rPr>
              <a:t>xạ</a:t>
            </a:r>
            <a:r>
              <a:rPr sz="2800" dirty="0">
                <a:latin typeface="Calibri"/>
                <a:cs typeface="Calibri"/>
              </a:rPr>
              <a:t>,</a:t>
            </a:r>
            <a:r>
              <a:rPr sz="2800" spc="-30" dirty="0">
                <a:latin typeface="Calibri"/>
                <a:cs typeface="Calibri"/>
              </a:rPr>
              <a:t> </a:t>
            </a:r>
            <a:r>
              <a:rPr sz="2800" b="1" dirty="0">
                <a:latin typeface="Calibri"/>
                <a:cs typeface="Calibri"/>
              </a:rPr>
              <a:t>phản</a:t>
            </a:r>
            <a:r>
              <a:rPr sz="2800" b="1" spc="-50" dirty="0">
                <a:latin typeface="Calibri"/>
                <a:cs typeface="Calibri"/>
              </a:rPr>
              <a:t> </a:t>
            </a:r>
            <a:r>
              <a:rPr sz="2800" b="1" dirty="0">
                <a:latin typeface="Calibri"/>
                <a:cs typeface="Calibri"/>
              </a:rPr>
              <a:t>xứng</a:t>
            </a:r>
            <a:r>
              <a:rPr sz="2800" dirty="0">
                <a:latin typeface="Calibri"/>
                <a:cs typeface="Calibri"/>
              </a:rPr>
              <a:t>,</a:t>
            </a:r>
            <a:r>
              <a:rPr sz="2800" spc="-45" dirty="0">
                <a:latin typeface="Calibri"/>
                <a:cs typeface="Calibri"/>
              </a:rPr>
              <a:t> </a:t>
            </a:r>
            <a:r>
              <a:rPr sz="2800" b="1" dirty="0">
                <a:latin typeface="Calibri"/>
                <a:cs typeface="Calibri"/>
              </a:rPr>
              <a:t>bắc</a:t>
            </a:r>
            <a:r>
              <a:rPr sz="2800" b="1" spc="-55" dirty="0">
                <a:latin typeface="Calibri"/>
                <a:cs typeface="Calibri"/>
              </a:rPr>
              <a:t> </a:t>
            </a:r>
            <a:r>
              <a:rPr sz="2800" b="1" spc="-20" dirty="0">
                <a:latin typeface="Calibri"/>
                <a:cs typeface="Calibri"/>
              </a:rPr>
              <a:t>cầu</a:t>
            </a:r>
            <a:r>
              <a:rPr sz="2800" spc="-20" dirty="0">
                <a:latin typeface="Calibri"/>
                <a:cs typeface="Calibri"/>
              </a:rPr>
              <a:t>.</a:t>
            </a:r>
            <a:endParaRPr sz="2800">
              <a:latin typeface="Calibri"/>
              <a:cs typeface="Calibri"/>
            </a:endParaRPr>
          </a:p>
          <a:p>
            <a:pPr lvl="2">
              <a:lnSpc>
                <a:spcPct val="100000"/>
              </a:lnSpc>
              <a:spcBef>
                <a:spcPts val="1285"/>
              </a:spcBef>
              <a:buFont typeface="Calibri"/>
              <a:buAutoNum type="arabicPeriod"/>
            </a:pPr>
            <a:endParaRPr sz="2800">
              <a:latin typeface="Calibri"/>
              <a:cs typeface="Calibri"/>
            </a:endParaRPr>
          </a:p>
          <a:p>
            <a:pPr marL="469900" marR="277495" lvl="3" indent="-457834">
              <a:lnSpc>
                <a:spcPct val="100000"/>
              </a:lnSpc>
              <a:buFont typeface="Wingdings"/>
              <a:buChar char=""/>
              <a:tabLst>
                <a:tab pos="469900" algn="l"/>
              </a:tabLst>
            </a:pPr>
            <a:r>
              <a:rPr sz="2800" b="1" spc="-75" dirty="0">
                <a:latin typeface="Calibri"/>
                <a:cs typeface="Calibri"/>
              </a:rPr>
              <a:t>Ta</a:t>
            </a:r>
            <a:r>
              <a:rPr sz="2800" b="1" spc="-30" dirty="0">
                <a:latin typeface="Calibri"/>
                <a:cs typeface="Calibri"/>
              </a:rPr>
              <a:t> </a:t>
            </a:r>
            <a:r>
              <a:rPr sz="2800" b="1" dirty="0">
                <a:latin typeface="Calibri"/>
                <a:cs typeface="Calibri"/>
              </a:rPr>
              <a:t>cũng</a:t>
            </a:r>
            <a:r>
              <a:rPr sz="2800" b="1" spc="-50" dirty="0">
                <a:latin typeface="Calibri"/>
                <a:cs typeface="Calibri"/>
              </a:rPr>
              <a:t> </a:t>
            </a:r>
            <a:r>
              <a:rPr sz="2800" b="1" dirty="0">
                <a:latin typeface="Calibri"/>
                <a:cs typeface="Calibri"/>
              </a:rPr>
              <a:t>dùng</a:t>
            </a:r>
            <a:r>
              <a:rPr sz="2800" b="1" spc="-50" dirty="0">
                <a:latin typeface="Calibri"/>
                <a:cs typeface="Calibri"/>
              </a:rPr>
              <a:t> </a:t>
            </a:r>
            <a:r>
              <a:rPr sz="2800" b="1" dirty="0">
                <a:latin typeface="Calibri"/>
                <a:cs typeface="Calibri"/>
              </a:rPr>
              <a:t>ký</a:t>
            </a:r>
            <a:r>
              <a:rPr sz="2800" b="1" spc="-40" dirty="0">
                <a:latin typeface="Calibri"/>
                <a:cs typeface="Calibri"/>
              </a:rPr>
              <a:t> </a:t>
            </a:r>
            <a:r>
              <a:rPr sz="2800" b="1" dirty="0">
                <a:latin typeface="Calibri"/>
                <a:cs typeface="Calibri"/>
              </a:rPr>
              <a:t>hiệu</a:t>
            </a:r>
            <a:r>
              <a:rPr sz="2800" b="1" spc="-45" dirty="0">
                <a:latin typeface="Calibri"/>
                <a:cs typeface="Calibri"/>
              </a:rPr>
              <a:t> </a:t>
            </a:r>
            <a:r>
              <a:rPr sz="2800" b="1" dirty="0">
                <a:latin typeface="Calibri"/>
                <a:cs typeface="Calibri"/>
              </a:rPr>
              <a:t>≤</a:t>
            </a:r>
            <a:r>
              <a:rPr sz="2800" b="1" spc="-40" dirty="0">
                <a:latin typeface="Calibri"/>
                <a:cs typeface="Calibri"/>
              </a:rPr>
              <a:t> </a:t>
            </a:r>
            <a:r>
              <a:rPr sz="2800" b="1" dirty="0">
                <a:latin typeface="Calibri"/>
                <a:cs typeface="Calibri"/>
              </a:rPr>
              <a:t>thay</a:t>
            </a:r>
            <a:r>
              <a:rPr sz="2800" b="1" spc="-45" dirty="0">
                <a:latin typeface="Calibri"/>
                <a:cs typeface="Calibri"/>
              </a:rPr>
              <a:t> </a:t>
            </a:r>
            <a:r>
              <a:rPr sz="2800" b="1" dirty="0">
                <a:latin typeface="Calibri"/>
                <a:cs typeface="Calibri"/>
              </a:rPr>
              <a:t>cho</a:t>
            </a:r>
            <a:r>
              <a:rPr sz="2800" b="1" spc="-50" dirty="0">
                <a:latin typeface="Calibri"/>
                <a:cs typeface="Calibri"/>
              </a:rPr>
              <a:t> </a:t>
            </a:r>
            <a:r>
              <a:rPr sz="2800" b="1" dirty="0">
                <a:latin typeface="Calibri"/>
                <a:cs typeface="Calibri"/>
              </a:rPr>
              <a:t>quan</a:t>
            </a:r>
            <a:r>
              <a:rPr sz="2800" b="1" spc="-40" dirty="0">
                <a:latin typeface="Calibri"/>
                <a:cs typeface="Calibri"/>
              </a:rPr>
              <a:t> </a:t>
            </a:r>
            <a:r>
              <a:rPr sz="2800" b="1" dirty="0">
                <a:latin typeface="Calibri"/>
                <a:cs typeface="Calibri"/>
              </a:rPr>
              <a:t>hệ</a:t>
            </a:r>
            <a:r>
              <a:rPr sz="2800" b="1" spc="-40" dirty="0">
                <a:latin typeface="Calibri"/>
                <a:cs typeface="Calibri"/>
              </a:rPr>
              <a:t> </a:t>
            </a:r>
            <a:r>
              <a:rPr sz="2800" b="1" dirty="0">
                <a:latin typeface="Calibri"/>
                <a:cs typeface="Calibri"/>
              </a:rPr>
              <a:t>thứ</a:t>
            </a:r>
            <a:r>
              <a:rPr sz="2800" b="1" spc="-55" dirty="0">
                <a:latin typeface="Calibri"/>
                <a:cs typeface="Calibri"/>
              </a:rPr>
              <a:t> </a:t>
            </a:r>
            <a:r>
              <a:rPr sz="2800" b="1" dirty="0">
                <a:latin typeface="Calibri"/>
                <a:cs typeface="Calibri"/>
              </a:rPr>
              <a:t>tự</a:t>
            </a:r>
            <a:r>
              <a:rPr sz="2800" b="1" spc="-55" dirty="0">
                <a:latin typeface="Calibri"/>
                <a:cs typeface="Calibri"/>
              </a:rPr>
              <a:t> </a:t>
            </a:r>
            <a:r>
              <a:rPr sz="2800" b="1" spc="-25" dirty="0">
                <a:latin typeface="Calibri"/>
                <a:cs typeface="Calibri"/>
              </a:rPr>
              <a:t>R. </a:t>
            </a:r>
            <a:r>
              <a:rPr sz="2800" b="1" dirty="0">
                <a:latin typeface="Calibri"/>
                <a:cs typeface="Calibri"/>
              </a:rPr>
              <a:t>Thay</a:t>
            </a:r>
            <a:r>
              <a:rPr sz="2800" b="1" spc="-30" dirty="0">
                <a:latin typeface="Calibri"/>
                <a:cs typeface="Calibri"/>
              </a:rPr>
              <a:t> </a:t>
            </a:r>
            <a:r>
              <a:rPr sz="2800" b="1" dirty="0">
                <a:latin typeface="Calibri"/>
                <a:cs typeface="Calibri"/>
              </a:rPr>
              <a:t>vì</a:t>
            </a:r>
            <a:r>
              <a:rPr sz="2800" b="1" spc="-40" dirty="0">
                <a:latin typeface="Calibri"/>
                <a:cs typeface="Calibri"/>
              </a:rPr>
              <a:t> </a:t>
            </a:r>
            <a:r>
              <a:rPr sz="2800" b="1" dirty="0">
                <a:latin typeface="Calibri"/>
                <a:cs typeface="Calibri"/>
              </a:rPr>
              <a:t>viết</a:t>
            </a:r>
            <a:r>
              <a:rPr sz="2800" b="1" spc="-5" dirty="0">
                <a:latin typeface="Calibri"/>
                <a:cs typeface="Calibri"/>
              </a:rPr>
              <a:t> </a:t>
            </a:r>
            <a:r>
              <a:rPr sz="2800" b="1" dirty="0">
                <a:latin typeface="Calibri"/>
                <a:cs typeface="Calibri"/>
              </a:rPr>
              <a:t>a</a:t>
            </a:r>
            <a:r>
              <a:rPr sz="2800" b="1" spc="-45" dirty="0">
                <a:latin typeface="Calibri"/>
                <a:cs typeface="Calibri"/>
              </a:rPr>
              <a:t> </a:t>
            </a:r>
            <a:r>
              <a:rPr sz="2800" b="1" dirty="0">
                <a:latin typeface="Calibri"/>
                <a:cs typeface="Calibri"/>
              </a:rPr>
              <a:t>R</a:t>
            </a:r>
            <a:r>
              <a:rPr sz="2800" b="1" spc="-30" dirty="0">
                <a:latin typeface="Calibri"/>
                <a:cs typeface="Calibri"/>
              </a:rPr>
              <a:t> </a:t>
            </a:r>
            <a:r>
              <a:rPr sz="2800" b="1" dirty="0">
                <a:latin typeface="Calibri"/>
                <a:cs typeface="Calibri"/>
              </a:rPr>
              <a:t>b</a:t>
            </a:r>
            <a:r>
              <a:rPr sz="2800" b="1" spc="-40" dirty="0">
                <a:latin typeface="Calibri"/>
                <a:cs typeface="Calibri"/>
              </a:rPr>
              <a:t> </a:t>
            </a:r>
            <a:r>
              <a:rPr sz="2800" b="1" dirty="0">
                <a:latin typeface="Calibri"/>
                <a:cs typeface="Calibri"/>
              </a:rPr>
              <a:t>ta</a:t>
            </a:r>
            <a:r>
              <a:rPr sz="2800" b="1" spc="-30" dirty="0">
                <a:latin typeface="Calibri"/>
                <a:cs typeface="Calibri"/>
              </a:rPr>
              <a:t> </a:t>
            </a:r>
            <a:r>
              <a:rPr sz="2800" b="1" dirty="0">
                <a:latin typeface="Calibri"/>
                <a:cs typeface="Calibri"/>
              </a:rPr>
              <a:t>viết</a:t>
            </a:r>
            <a:r>
              <a:rPr sz="2800" b="1" spc="-20" dirty="0">
                <a:latin typeface="Calibri"/>
                <a:cs typeface="Calibri"/>
              </a:rPr>
              <a:t> </a:t>
            </a:r>
            <a:r>
              <a:rPr sz="2800" b="1" dirty="0">
                <a:latin typeface="Calibri"/>
                <a:cs typeface="Calibri"/>
              </a:rPr>
              <a:t>a</a:t>
            </a:r>
            <a:r>
              <a:rPr sz="2800" b="1" spc="-30" dirty="0">
                <a:latin typeface="Calibri"/>
                <a:cs typeface="Calibri"/>
              </a:rPr>
              <a:t> </a:t>
            </a:r>
            <a:r>
              <a:rPr sz="2800" b="1" dirty="0">
                <a:latin typeface="Calibri"/>
                <a:cs typeface="Calibri"/>
              </a:rPr>
              <a:t>≤</a:t>
            </a:r>
            <a:r>
              <a:rPr sz="2800" b="1" spc="-45" dirty="0">
                <a:latin typeface="Calibri"/>
                <a:cs typeface="Calibri"/>
              </a:rPr>
              <a:t> </a:t>
            </a:r>
            <a:r>
              <a:rPr sz="2800" b="1" spc="-25" dirty="0">
                <a:latin typeface="Calibri"/>
                <a:cs typeface="Calibri"/>
              </a:rPr>
              <a:t>b.</a:t>
            </a:r>
            <a:endParaRPr sz="2800">
              <a:latin typeface="Calibri"/>
              <a:cs typeface="Calibri"/>
            </a:endParaRPr>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229260"/>
            <a:ext cx="6588125" cy="3610610"/>
          </a:xfrm>
          <a:prstGeom prst="rect">
            <a:avLst/>
          </a:prstGeom>
        </p:spPr>
        <p:txBody>
          <a:bodyPr vert="horz" wrap="square" lIns="0" tIns="97790" rIns="0" bIns="0" rtlCol="0">
            <a:spAutoFit/>
          </a:bodyPr>
          <a:lstStyle/>
          <a:p>
            <a:pPr marL="12700">
              <a:lnSpc>
                <a:spcPct val="100000"/>
              </a:lnSpc>
              <a:spcBef>
                <a:spcPts val="770"/>
              </a:spcBef>
            </a:pPr>
            <a:r>
              <a:rPr sz="2800" b="1" dirty="0">
                <a:latin typeface="Calibri"/>
                <a:cs typeface="Calibri"/>
              </a:rPr>
              <a:t>Ví dụ </a:t>
            </a:r>
            <a:r>
              <a:rPr sz="2800" b="1" spc="-25" dirty="0">
                <a:latin typeface="Calibri"/>
                <a:cs typeface="Calibri"/>
              </a:rPr>
              <a:t>1:</a:t>
            </a:r>
            <a:endParaRPr sz="2800">
              <a:latin typeface="Calibri"/>
              <a:cs typeface="Calibri"/>
            </a:endParaRPr>
          </a:p>
          <a:p>
            <a:pPr marL="12700">
              <a:lnSpc>
                <a:spcPct val="100000"/>
              </a:lnSpc>
              <a:spcBef>
                <a:spcPts val="675"/>
              </a:spcBef>
            </a:pPr>
            <a:r>
              <a:rPr sz="2800" dirty="0">
                <a:latin typeface="Calibri"/>
                <a:cs typeface="Calibri"/>
              </a:rPr>
              <a:t>Cho</a:t>
            </a:r>
            <a:r>
              <a:rPr sz="2800" spc="-20" dirty="0">
                <a:latin typeface="Calibri"/>
                <a:cs typeface="Calibri"/>
              </a:rPr>
              <a:t> </a:t>
            </a:r>
            <a:r>
              <a:rPr sz="2800" dirty="0">
                <a:latin typeface="Calibri"/>
                <a:cs typeface="Calibri"/>
              </a:rPr>
              <a:t>X</a:t>
            </a:r>
            <a:r>
              <a:rPr sz="2800" spc="-30"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{1,</a:t>
            </a:r>
            <a:r>
              <a:rPr sz="2800" spc="-15" dirty="0">
                <a:latin typeface="Calibri"/>
                <a:cs typeface="Calibri"/>
              </a:rPr>
              <a:t> </a:t>
            </a:r>
            <a:r>
              <a:rPr sz="2800" dirty="0">
                <a:latin typeface="Calibri"/>
                <a:cs typeface="Calibri"/>
              </a:rPr>
              <a:t>2,</a:t>
            </a:r>
            <a:r>
              <a:rPr sz="2800" spc="-20" dirty="0">
                <a:latin typeface="Calibri"/>
                <a:cs typeface="Calibri"/>
              </a:rPr>
              <a:t> </a:t>
            </a:r>
            <a:r>
              <a:rPr sz="2800" dirty="0">
                <a:latin typeface="Calibri"/>
                <a:cs typeface="Calibri"/>
              </a:rPr>
              <a:t>3,</a:t>
            </a:r>
            <a:r>
              <a:rPr sz="2800" spc="-20" dirty="0">
                <a:latin typeface="Calibri"/>
                <a:cs typeface="Calibri"/>
              </a:rPr>
              <a:t> </a:t>
            </a:r>
            <a:r>
              <a:rPr sz="2800" spc="-25" dirty="0">
                <a:latin typeface="Calibri"/>
                <a:cs typeface="Calibri"/>
              </a:rPr>
              <a:t>4}.</a:t>
            </a:r>
            <a:endParaRPr sz="2800">
              <a:latin typeface="Calibri"/>
              <a:cs typeface="Calibri"/>
            </a:endParaRPr>
          </a:p>
          <a:p>
            <a:pPr marL="1724025">
              <a:lnSpc>
                <a:spcPct val="100000"/>
              </a:lnSpc>
              <a:spcBef>
                <a:spcPts val="670"/>
              </a:spcBef>
            </a:pPr>
            <a:r>
              <a:rPr sz="2800" dirty="0">
                <a:latin typeface="Calibri"/>
                <a:cs typeface="Calibri"/>
              </a:rPr>
              <a:t>R={(1,1),</a:t>
            </a:r>
            <a:r>
              <a:rPr sz="2800" spc="-10" dirty="0">
                <a:latin typeface="Calibri"/>
                <a:cs typeface="Calibri"/>
              </a:rPr>
              <a:t> </a:t>
            </a:r>
            <a:r>
              <a:rPr sz="2800" dirty="0">
                <a:latin typeface="Calibri"/>
                <a:cs typeface="Calibri"/>
              </a:rPr>
              <a:t>(2,2),</a:t>
            </a:r>
            <a:r>
              <a:rPr sz="2800" spc="-15" dirty="0">
                <a:latin typeface="Calibri"/>
                <a:cs typeface="Calibri"/>
              </a:rPr>
              <a:t> </a:t>
            </a:r>
            <a:r>
              <a:rPr sz="2800" dirty="0">
                <a:latin typeface="Calibri"/>
                <a:cs typeface="Calibri"/>
              </a:rPr>
              <a:t>(3,</a:t>
            </a:r>
            <a:r>
              <a:rPr sz="2800" spc="-35" dirty="0">
                <a:latin typeface="Calibri"/>
                <a:cs typeface="Calibri"/>
              </a:rPr>
              <a:t> </a:t>
            </a:r>
            <a:r>
              <a:rPr sz="2800" dirty="0">
                <a:latin typeface="Calibri"/>
                <a:cs typeface="Calibri"/>
              </a:rPr>
              <a:t>3),</a:t>
            </a:r>
            <a:r>
              <a:rPr sz="2800" spc="-35" dirty="0">
                <a:latin typeface="Calibri"/>
                <a:cs typeface="Calibri"/>
              </a:rPr>
              <a:t> </a:t>
            </a:r>
            <a:r>
              <a:rPr sz="2800" dirty="0">
                <a:latin typeface="Calibri"/>
                <a:cs typeface="Calibri"/>
              </a:rPr>
              <a:t>(4,</a:t>
            </a:r>
            <a:r>
              <a:rPr sz="2800" spc="-30" dirty="0">
                <a:latin typeface="Calibri"/>
                <a:cs typeface="Calibri"/>
              </a:rPr>
              <a:t> </a:t>
            </a:r>
            <a:r>
              <a:rPr sz="2800" dirty="0">
                <a:latin typeface="Calibri"/>
                <a:cs typeface="Calibri"/>
              </a:rPr>
              <a:t>4),</a:t>
            </a:r>
            <a:r>
              <a:rPr sz="2800" spc="-35" dirty="0">
                <a:latin typeface="Calibri"/>
                <a:cs typeface="Calibri"/>
              </a:rPr>
              <a:t> </a:t>
            </a:r>
            <a:r>
              <a:rPr sz="2800" dirty="0">
                <a:latin typeface="Calibri"/>
                <a:cs typeface="Calibri"/>
              </a:rPr>
              <a:t>(1,</a:t>
            </a:r>
            <a:r>
              <a:rPr sz="2800" spc="-35" dirty="0">
                <a:latin typeface="Calibri"/>
                <a:cs typeface="Calibri"/>
              </a:rPr>
              <a:t> </a:t>
            </a:r>
            <a:r>
              <a:rPr sz="2800" spc="-25" dirty="0">
                <a:latin typeface="Calibri"/>
                <a:cs typeface="Calibri"/>
              </a:rPr>
              <a:t>2)}</a:t>
            </a:r>
            <a:endParaRPr sz="2800">
              <a:latin typeface="Calibri"/>
              <a:cs typeface="Calibri"/>
            </a:endParaRPr>
          </a:p>
          <a:p>
            <a:pPr marL="12700">
              <a:lnSpc>
                <a:spcPct val="100000"/>
              </a:lnSpc>
              <a:spcBef>
                <a:spcPts val="675"/>
              </a:spcBef>
            </a:pPr>
            <a:r>
              <a:rPr sz="2800" dirty="0">
                <a:latin typeface="Calibri"/>
                <a:cs typeface="Calibri"/>
              </a:rPr>
              <a:t>Chứng</a:t>
            </a:r>
            <a:r>
              <a:rPr sz="2800" spc="-20" dirty="0">
                <a:latin typeface="Calibri"/>
                <a:cs typeface="Calibri"/>
              </a:rPr>
              <a:t> </a:t>
            </a:r>
            <a:r>
              <a:rPr sz="2800" dirty="0">
                <a:latin typeface="Calibri"/>
                <a:cs typeface="Calibri"/>
              </a:rPr>
              <a:t>minh</a:t>
            </a:r>
            <a:r>
              <a:rPr sz="2800" spc="-25" dirty="0">
                <a:latin typeface="Calibri"/>
                <a:cs typeface="Calibri"/>
              </a:rPr>
              <a:t> </a:t>
            </a:r>
            <a:r>
              <a:rPr sz="2800" dirty="0">
                <a:latin typeface="Calibri"/>
                <a:cs typeface="Calibri"/>
              </a:rPr>
              <a:t>R</a:t>
            </a:r>
            <a:r>
              <a:rPr sz="2800" spc="-20" dirty="0">
                <a:latin typeface="Calibri"/>
                <a:cs typeface="Calibri"/>
              </a:rPr>
              <a:t> </a:t>
            </a:r>
            <a:r>
              <a:rPr sz="2800" dirty="0">
                <a:latin typeface="Calibri"/>
                <a:cs typeface="Calibri"/>
              </a:rPr>
              <a:t>là</a:t>
            </a:r>
            <a:r>
              <a:rPr sz="2800" spc="-50" dirty="0">
                <a:latin typeface="Calibri"/>
                <a:cs typeface="Calibri"/>
              </a:rPr>
              <a:t> </a:t>
            </a:r>
            <a:r>
              <a:rPr sz="2800" dirty="0">
                <a:latin typeface="Calibri"/>
                <a:cs typeface="Calibri"/>
              </a:rPr>
              <a:t>một</a:t>
            </a:r>
            <a:r>
              <a:rPr sz="2800" spc="-30" dirty="0">
                <a:latin typeface="Calibri"/>
                <a:cs typeface="Calibri"/>
              </a:rPr>
              <a:t> </a:t>
            </a:r>
            <a:r>
              <a:rPr sz="2800" dirty="0">
                <a:latin typeface="Calibri"/>
                <a:cs typeface="Calibri"/>
              </a:rPr>
              <a:t>quan</a:t>
            </a:r>
            <a:r>
              <a:rPr sz="2800" spc="-20" dirty="0">
                <a:latin typeface="Calibri"/>
                <a:cs typeface="Calibri"/>
              </a:rPr>
              <a:t> </a:t>
            </a:r>
            <a:r>
              <a:rPr sz="2800" dirty="0">
                <a:latin typeface="Calibri"/>
                <a:cs typeface="Calibri"/>
              </a:rPr>
              <a:t>hệ</a:t>
            </a:r>
            <a:r>
              <a:rPr sz="2800" spc="-30" dirty="0">
                <a:latin typeface="Calibri"/>
                <a:cs typeface="Calibri"/>
              </a:rPr>
              <a:t> </a:t>
            </a:r>
            <a:r>
              <a:rPr sz="2800" dirty="0">
                <a:latin typeface="Calibri"/>
                <a:cs typeface="Calibri"/>
              </a:rPr>
              <a:t>thứ</a:t>
            </a:r>
            <a:r>
              <a:rPr sz="2800" spc="-25" dirty="0">
                <a:latin typeface="Calibri"/>
                <a:cs typeface="Calibri"/>
              </a:rPr>
              <a:t> </a:t>
            </a:r>
            <a:r>
              <a:rPr sz="2800" dirty="0">
                <a:latin typeface="Calibri"/>
                <a:cs typeface="Calibri"/>
              </a:rPr>
              <a:t>tự</a:t>
            </a:r>
            <a:r>
              <a:rPr sz="2800" spc="-30" dirty="0">
                <a:latin typeface="Calibri"/>
                <a:cs typeface="Calibri"/>
              </a:rPr>
              <a:t> </a:t>
            </a:r>
            <a:r>
              <a:rPr sz="2800" dirty="0">
                <a:latin typeface="Calibri"/>
                <a:cs typeface="Calibri"/>
              </a:rPr>
              <a:t>vì</a:t>
            </a:r>
            <a:r>
              <a:rPr sz="2800" spc="-50" dirty="0">
                <a:latin typeface="Calibri"/>
                <a:cs typeface="Calibri"/>
              </a:rPr>
              <a:t> R</a:t>
            </a:r>
            <a:endParaRPr sz="2800">
              <a:latin typeface="Calibri"/>
              <a:cs typeface="Calibri"/>
            </a:endParaRPr>
          </a:p>
          <a:p>
            <a:pPr marL="527685" indent="-514984">
              <a:lnSpc>
                <a:spcPct val="100000"/>
              </a:lnSpc>
              <a:spcBef>
                <a:spcPts val="670"/>
              </a:spcBef>
              <a:buAutoNum type="alphaLcParenR"/>
              <a:tabLst>
                <a:tab pos="527685" algn="l"/>
              </a:tabLst>
            </a:pPr>
            <a:r>
              <a:rPr sz="2800" b="1" dirty="0">
                <a:latin typeface="Calibri"/>
                <a:cs typeface="Calibri"/>
              </a:rPr>
              <a:t>Phản</a:t>
            </a:r>
            <a:r>
              <a:rPr sz="2800" b="1" spc="-40" dirty="0">
                <a:latin typeface="Calibri"/>
                <a:cs typeface="Calibri"/>
              </a:rPr>
              <a:t> </a:t>
            </a:r>
            <a:r>
              <a:rPr sz="2800" b="1" dirty="0">
                <a:latin typeface="Calibri"/>
                <a:cs typeface="Calibri"/>
              </a:rPr>
              <a:t>xạ</a:t>
            </a:r>
            <a:r>
              <a:rPr sz="2800" dirty="0">
                <a:latin typeface="Calibri"/>
                <a:cs typeface="Calibri"/>
              </a:rPr>
              <a:t>:</a:t>
            </a:r>
            <a:r>
              <a:rPr sz="2800" spc="-35" dirty="0">
                <a:latin typeface="Calibri"/>
                <a:cs typeface="Calibri"/>
              </a:rPr>
              <a:t> </a:t>
            </a:r>
            <a:r>
              <a:rPr sz="2800" dirty="0">
                <a:latin typeface="Calibri"/>
                <a:cs typeface="Calibri"/>
              </a:rPr>
              <a:t>Bài</a:t>
            </a:r>
            <a:r>
              <a:rPr sz="2800" spc="-50" dirty="0">
                <a:latin typeface="Calibri"/>
                <a:cs typeface="Calibri"/>
              </a:rPr>
              <a:t> </a:t>
            </a:r>
            <a:r>
              <a:rPr sz="2800" spc="-25" dirty="0">
                <a:latin typeface="Calibri"/>
                <a:cs typeface="Calibri"/>
              </a:rPr>
              <a:t>tập</a:t>
            </a:r>
            <a:endParaRPr sz="2800">
              <a:latin typeface="Calibri"/>
              <a:cs typeface="Calibri"/>
            </a:endParaRPr>
          </a:p>
          <a:p>
            <a:pPr marL="527685" indent="-514984">
              <a:lnSpc>
                <a:spcPct val="100000"/>
              </a:lnSpc>
              <a:spcBef>
                <a:spcPts val="675"/>
              </a:spcBef>
              <a:buAutoNum type="alphaLcParenR"/>
              <a:tabLst>
                <a:tab pos="527685" algn="l"/>
                <a:tab pos="3439795" algn="l"/>
              </a:tabLst>
            </a:pPr>
            <a:r>
              <a:rPr sz="2800" b="1" dirty="0">
                <a:latin typeface="Calibri"/>
                <a:cs typeface="Calibri"/>
              </a:rPr>
              <a:t>Phản</a:t>
            </a:r>
            <a:r>
              <a:rPr sz="2800" b="1" spc="-60" dirty="0">
                <a:latin typeface="Calibri"/>
                <a:cs typeface="Calibri"/>
              </a:rPr>
              <a:t> </a:t>
            </a:r>
            <a:r>
              <a:rPr sz="2800" b="1" dirty="0">
                <a:latin typeface="Calibri"/>
                <a:cs typeface="Calibri"/>
              </a:rPr>
              <a:t>xứng</a:t>
            </a:r>
            <a:r>
              <a:rPr sz="2800" dirty="0">
                <a:latin typeface="Calibri"/>
                <a:cs typeface="Calibri"/>
              </a:rPr>
              <a:t>:</a:t>
            </a:r>
            <a:r>
              <a:rPr sz="2800" spc="-60" dirty="0">
                <a:latin typeface="Calibri"/>
                <a:cs typeface="Calibri"/>
              </a:rPr>
              <a:t> </a:t>
            </a:r>
            <a:r>
              <a:rPr sz="2800" dirty="0">
                <a:latin typeface="Calibri"/>
                <a:cs typeface="Calibri"/>
              </a:rPr>
              <a:t>Bài</a:t>
            </a:r>
            <a:r>
              <a:rPr sz="2800" spc="-60" dirty="0">
                <a:latin typeface="Calibri"/>
                <a:cs typeface="Calibri"/>
              </a:rPr>
              <a:t> </a:t>
            </a:r>
            <a:r>
              <a:rPr sz="2800" spc="-25" dirty="0">
                <a:latin typeface="Calibri"/>
                <a:cs typeface="Calibri"/>
              </a:rPr>
              <a:t>tập</a:t>
            </a:r>
            <a:r>
              <a:rPr sz="2800" dirty="0">
                <a:latin typeface="Calibri"/>
                <a:cs typeface="Calibri"/>
              </a:rPr>
              <a:t>	</a:t>
            </a:r>
            <a:r>
              <a:rPr sz="2800" spc="-30" dirty="0">
                <a:latin typeface="Calibri"/>
                <a:cs typeface="Calibri"/>
              </a:rPr>
              <a:t>(Từ</a:t>
            </a:r>
            <a:r>
              <a:rPr sz="2800" spc="-100" dirty="0">
                <a:latin typeface="Calibri"/>
                <a:cs typeface="Calibri"/>
              </a:rPr>
              <a:t> </a:t>
            </a:r>
            <a:r>
              <a:rPr sz="2800" dirty="0">
                <a:latin typeface="Calibri"/>
                <a:cs typeface="Calibri"/>
              </a:rPr>
              <a:t>nhận</a:t>
            </a:r>
            <a:r>
              <a:rPr sz="2800" spc="-50" dirty="0">
                <a:latin typeface="Calibri"/>
                <a:cs typeface="Calibri"/>
              </a:rPr>
              <a:t> </a:t>
            </a:r>
            <a:r>
              <a:rPr sz="2800" spc="-10" dirty="0">
                <a:latin typeface="Calibri"/>
                <a:cs typeface="Calibri"/>
              </a:rPr>
              <a:t>xét).</a:t>
            </a:r>
            <a:endParaRPr sz="2800">
              <a:latin typeface="Calibri"/>
              <a:cs typeface="Calibri"/>
            </a:endParaRPr>
          </a:p>
          <a:p>
            <a:pPr marL="515620" indent="-502920">
              <a:lnSpc>
                <a:spcPct val="100000"/>
              </a:lnSpc>
              <a:spcBef>
                <a:spcPts val="675"/>
              </a:spcBef>
              <a:buAutoNum type="alphaLcParenR"/>
              <a:tabLst>
                <a:tab pos="515620" algn="l"/>
              </a:tabLst>
            </a:pPr>
            <a:r>
              <a:rPr sz="2800" b="1" dirty="0">
                <a:latin typeface="Calibri"/>
                <a:cs typeface="Calibri"/>
              </a:rPr>
              <a:t>Bắc</a:t>
            </a:r>
            <a:r>
              <a:rPr sz="2800" b="1" spc="-60" dirty="0">
                <a:latin typeface="Calibri"/>
                <a:cs typeface="Calibri"/>
              </a:rPr>
              <a:t> </a:t>
            </a:r>
            <a:r>
              <a:rPr sz="2800" b="1" dirty="0">
                <a:latin typeface="Calibri"/>
                <a:cs typeface="Calibri"/>
              </a:rPr>
              <a:t>cầu</a:t>
            </a:r>
            <a:r>
              <a:rPr sz="2800" dirty="0">
                <a:latin typeface="Calibri"/>
                <a:cs typeface="Calibri"/>
              </a:rPr>
              <a:t>:</a:t>
            </a:r>
            <a:r>
              <a:rPr sz="2800" spc="-55" dirty="0">
                <a:latin typeface="Calibri"/>
                <a:cs typeface="Calibri"/>
              </a:rPr>
              <a:t> </a:t>
            </a:r>
            <a:r>
              <a:rPr sz="2800" dirty="0">
                <a:latin typeface="Calibri"/>
                <a:cs typeface="Calibri"/>
              </a:rPr>
              <a:t>Bài</a:t>
            </a:r>
            <a:r>
              <a:rPr sz="2800" spc="-60" dirty="0">
                <a:latin typeface="Calibri"/>
                <a:cs typeface="Calibri"/>
              </a:rPr>
              <a:t> </a:t>
            </a:r>
            <a:r>
              <a:rPr sz="2800" dirty="0">
                <a:latin typeface="Calibri"/>
                <a:cs typeface="Calibri"/>
              </a:rPr>
              <a:t>tập</a:t>
            </a:r>
            <a:r>
              <a:rPr sz="2800" spc="-50" dirty="0">
                <a:latin typeface="Calibri"/>
                <a:cs typeface="Calibri"/>
              </a:rPr>
              <a:t> </a:t>
            </a:r>
            <a:r>
              <a:rPr sz="2800" spc="-25" dirty="0">
                <a:latin typeface="Calibri"/>
                <a:cs typeface="Calibri"/>
              </a:rPr>
              <a:t>(Từ</a:t>
            </a:r>
            <a:r>
              <a:rPr sz="2800" spc="-75" dirty="0">
                <a:latin typeface="Calibri"/>
                <a:cs typeface="Calibri"/>
              </a:rPr>
              <a:t> </a:t>
            </a:r>
            <a:r>
              <a:rPr sz="2800" dirty="0">
                <a:latin typeface="Calibri"/>
                <a:cs typeface="Calibri"/>
              </a:rPr>
              <a:t>nhận</a:t>
            </a:r>
            <a:r>
              <a:rPr sz="2800" spc="-35" dirty="0">
                <a:latin typeface="Calibri"/>
                <a:cs typeface="Calibri"/>
              </a:rPr>
              <a:t> </a:t>
            </a:r>
            <a:r>
              <a:rPr sz="2800" spc="-10" dirty="0">
                <a:latin typeface="Calibri"/>
                <a:cs typeface="Calibri"/>
              </a:rPr>
              <a:t>xét).</a:t>
            </a:r>
            <a:endParaRPr sz="2800">
              <a:latin typeface="Calibri"/>
              <a:cs typeface="Calibri"/>
            </a:endParaRPr>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229260"/>
            <a:ext cx="7047230" cy="3610610"/>
          </a:xfrm>
          <a:prstGeom prst="rect">
            <a:avLst/>
          </a:prstGeom>
        </p:spPr>
        <p:txBody>
          <a:bodyPr vert="horz" wrap="square" lIns="0" tIns="97790" rIns="0" bIns="0" rtlCol="0">
            <a:spAutoFit/>
          </a:bodyPr>
          <a:lstStyle/>
          <a:p>
            <a:pPr marL="12700">
              <a:lnSpc>
                <a:spcPct val="100000"/>
              </a:lnSpc>
              <a:spcBef>
                <a:spcPts val="770"/>
              </a:spcBef>
            </a:pPr>
            <a:r>
              <a:rPr sz="2800" b="1" dirty="0">
                <a:latin typeface="Calibri"/>
                <a:cs typeface="Calibri"/>
              </a:rPr>
              <a:t>Ví dụ </a:t>
            </a:r>
            <a:r>
              <a:rPr sz="2800" b="1" spc="-25" dirty="0">
                <a:latin typeface="Calibri"/>
                <a:cs typeface="Calibri"/>
              </a:rPr>
              <a:t>2:</a:t>
            </a:r>
            <a:endParaRPr sz="2800">
              <a:latin typeface="Calibri"/>
              <a:cs typeface="Calibri"/>
            </a:endParaRPr>
          </a:p>
          <a:p>
            <a:pPr marL="12700">
              <a:lnSpc>
                <a:spcPct val="100000"/>
              </a:lnSpc>
              <a:spcBef>
                <a:spcPts val="675"/>
              </a:spcBef>
            </a:pPr>
            <a:r>
              <a:rPr sz="2800" dirty="0">
                <a:latin typeface="Calibri"/>
                <a:cs typeface="Calibri"/>
              </a:rPr>
              <a:t>Cho</a:t>
            </a:r>
            <a:r>
              <a:rPr sz="2800" spc="-20" dirty="0">
                <a:latin typeface="Calibri"/>
                <a:cs typeface="Calibri"/>
              </a:rPr>
              <a:t> </a:t>
            </a:r>
            <a:r>
              <a:rPr sz="2800" dirty="0">
                <a:latin typeface="Calibri"/>
                <a:cs typeface="Calibri"/>
              </a:rPr>
              <a:t>X</a:t>
            </a:r>
            <a:r>
              <a:rPr sz="2800" spc="-30"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{1,</a:t>
            </a:r>
            <a:r>
              <a:rPr sz="2800" spc="-15" dirty="0">
                <a:latin typeface="Calibri"/>
                <a:cs typeface="Calibri"/>
              </a:rPr>
              <a:t> </a:t>
            </a:r>
            <a:r>
              <a:rPr sz="2800" dirty="0">
                <a:latin typeface="Calibri"/>
                <a:cs typeface="Calibri"/>
              </a:rPr>
              <a:t>2,</a:t>
            </a:r>
            <a:r>
              <a:rPr sz="2800" spc="-20" dirty="0">
                <a:latin typeface="Calibri"/>
                <a:cs typeface="Calibri"/>
              </a:rPr>
              <a:t> </a:t>
            </a:r>
            <a:r>
              <a:rPr sz="2800" dirty="0">
                <a:latin typeface="Calibri"/>
                <a:cs typeface="Calibri"/>
              </a:rPr>
              <a:t>3,</a:t>
            </a:r>
            <a:r>
              <a:rPr sz="2800" spc="-20" dirty="0">
                <a:latin typeface="Calibri"/>
                <a:cs typeface="Calibri"/>
              </a:rPr>
              <a:t> </a:t>
            </a:r>
            <a:r>
              <a:rPr sz="2800" spc="-25" dirty="0">
                <a:latin typeface="Calibri"/>
                <a:cs typeface="Calibri"/>
              </a:rPr>
              <a:t>4}.</a:t>
            </a:r>
            <a:endParaRPr sz="2800">
              <a:latin typeface="Calibri"/>
              <a:cs typeface="Calibri"/>
            </a:endParaRPr>
          </a:p>
          <a:p>
            <a:pPr marL="1265555">
              <a:lnSpc>
                <a:spcPct val="100000"/>
              </a:lnSpc>
              <a:spcBef>
                <a:spcPts val="670"/>
              </a:spcBef>
            </a:pPr>
            <a:r>
              <a:rPr sz="2800" dirty="0">
                <a:latin typeface="Calibri"/>
                <a:cs typeface="Calibri"/>
              </a:rPr>
              <a:t>R={(1,1),</a:t>
            </a:r>
            <a:r>
              <a:rPr sz="2800" spc="-5" dirty="0">
                <a:latin typeface="Calibri"/>
                <a:cs typeface="Calibri"/>
              </a:rPr>
              <a:t> </a:t>
            </a:r>
            <a:r>
              <a:rPr sz="2800" dirty="0">
                <a:latin typeface="Calibri"/>
                <a:cs typeface="Calibri"/>
              </a:rPr>
              <a:t>(2,2),</a:t>
            </a:r>
            <a:r>
              <a:rPr sz="2800" spc="-15" dirty="0">
                <a:latin typeface="Calibri"/>
                <a:cs typeface="Calibri"/>
              </a:rPr>
              <a:t> </a:t>
            </a:r>
            <a:r>
              <a:rPr sz="2800" dirty="0">
                <a:latin typeface="Calibri"/>
                <a:cs typeface="Calibri"/>
              </a:rPr>
              <a:t>(3,</a:t>
            </a:r>
            <a:r>
              <a:rPr sz="2800" spc="-30" dirty="0">
                <a:latin typeface="Calibri"/>
                <a:cs typeface="Calibri"/>
              </a:rPr>
              <a:t> </a:t>
            </a:r>
            <a:r>
              <a:rPr sz="2800" dirty="0">
                <a:latin typeface="Calibri"/>
                <a:cs typeface="Calibri"/>
              </a:rPr>
              <a:t>3),</a:t>
            </a:r>
            <a:r>
              <a:rPr sz="2800" spc="-30" dirty="0">
                <a:latin typeface="Calibri"/>
                <a:cs typeface="Calibri"/>
              </a:rPr>
              <a:t> </a:t>
            </a:r>
            <a:r>
              <a:rPr sz="2800" dirty="0">
                <a:latin typeface="Calibri"/>
                <a:cs typeface="Calibri"/>
              </a:rPr>
              <a:t>(4,</a:t>
            </a:r>
            <a:r>
              <a:rPr sz="2800" spc="-30" dirty="0">
                <a:latin typeface="Calibri"/>
                <a:cs typeface="Calibri"/>
              </a:rPr>
              <a:t> </a:t>
            </a:r>
            <a:r>
              <a:rPr sz="2800" dirty="0">
                <a:latin typeface="Calibri"/>
                <a:cs typeface="Calibri"/>
              </a:rPr>
              <a:t>4),</a:t>
            </a:r>
            <a:r>
              <a:rPr sz="2800" spc="-35" dirty="0">
                <a:latin typeface="Calibri"/>
                <a:cs typeface="Calibri"/>
              </a:rPr>
              <a:t> </a:t>
            </a:r>
            <a:r>
              <a:rPr sz="2800" dirty="0">
                <a:solidFill>
                  <a:srgbClr val="FF0000"/>
                </a:solidFill>
                <a:latin typeface="Calibri"/>
                <a:cs typeface="Calibri"/>
              </a:rPr>
              <a:t>(2,</a:t>
            </a:r>
            <a:r>
              <a:rPr sz="2800" spc="-30" dirty="0">
                <a:solidFill>
                  <a:srgbClr val="FF0000"/>
                </a:solidFill>
                <a:latin typeface="Calibri"/>
                <a:cs typeface="Calibri"/>
              </a:rPr>
              <a:t> </a:t>
            </a:r>
            <a:r>
              <a:rPr sz="2800" dirty="0">
                <a:solidFill>
                  <a:srgbClr val="FF0000"/>
                </a:solidFill>
                <a:latin typeface="Calibri"/>
                <a:cs typeface="Calibri"/>
              </a:rPr>
              <a:t>3)</a:t>
            </a:r>
            <a:r>
              <a:rPr sz="2800" dirty="0">
                <a:latin typeface="Calibri"/>
                <a:cs typeface="Calibri"/>
              </a:rPr>
              <a:t>,</a:t>
            </a:r>
            <a:r>
              <a:rPr sz="2800" spc="-30" dirty="0">
                <a:latin typeface="Calibri"/>
                <a:cs typeface="Calibri"/>
              </a:rPr>
              <a:t> </a:t>
            </a:r>
            <a:r>
              <a:rPr sz="2800" dirty="0">
                <a:solidFill>
                  <a:srgbClr val="FF0000"/>
                </a:solidFill>
                <a:latin typeface="Calibri"/>
                <a:cs typeface="Calibri"/>
              </a:rPr>
              <a:t>(3,</a:t>
            </a:r>
            <a:r>
              <a:rPr sz="2800" spc="-35" dirty="0">
                <a:solidFill>
                  <a:srgbClr val="FF0000"/>
                </a:solidFill>
                <a:latin typeface="Calibri"/>
                <a:cs typeface="Calibri"/>
              </a:rPr>
              <a:t> </a:t>
            </a:r>
            <a:r>
              <a:rPr sz="2800" spc="-25" dirty="0">
                <a:solidFill>
                  <a:srgbClr val="FF0000"/>
                </a:solidFill>
                <a:latin typeface="Calibri"/>
                <a:cs typeface="Calibri"/>
              </a:rPr>
              <a:t>2)</a:t>
            </a:r>
            <a:r>
              <a:rPr sz="2800" spc="-25" dirty="0">
                <a:latin typeface="Calibri"/>
                <a:cs typeface="Calibri"/>
              </a:rPr>
              <a:t>}</a:t>
            </a:r>
            <a:endParaRPr sz="2800">
              <a:latin typeface="Calibri"/>
              <a:cs typeface="Calibri"/>
            </a:endParaRPr>
          </a:p>
          <a:p>
            <a:pPr marL="12700">
              <a:lnSpc>
                <a:spcPct val="100000"/>
              </a:lnSpc>
              <a:spcBef>
                <a:spcPts val="675"/>
              </a:spcBef>
            </a:pPr>
            <a:r>
              <a:rPr sz="2800" dirty="0">
                <a:latin typeface="Calibri"/>
                <a:cs typeface="Calibri"/>
              </a:rPr>
              <a:t>R</a:t>
            </a:r>
            <a:r>
              <a:rPr sz="2800" spc="-35" dirty="0">
                <a:latin typeface="Calibri"/>
                <a:cs typeface="Calibri"/>
              </a:rPr>
              <a:t> </a:t>
            </a:r>
            <a:r>
              <a:rPr sz="2800" dirty="0">
                <a:latin typeface="Calibri"/>
                <a:cs typeface="Calibri"/>
              </a:rPr>
              <a:t>không</a:t>
            </a:r>
            <a:r>
              <a:rPr sz="2800" spc="-15" dirty="0">
                <a:latin typeface="Calibri"/>
                <a:cs typeface="Calibri"/>
              </a:rPr>
              <a:t> </a:t>
            </a:r>
            <a:r>
              <a:rPr sz="2800" dirty="0">
                <a:latin typeface="Calibri"/>
                <a:cs typeface="Calibri"/>
              </a:rPr>
              <a:t>là</a:t>
            </a:r>
            <a:r>
              <a:rPr sz="2800" spc="-50" dirty="0">
                <a:latin typeface="Calibri"/>
                <a:cs typeface="Calibri"/>
              </a:rPr>
              <a:t> </a:t>
            </a:r>
            <a:r>
              <a:rPr sz="2800" dirty="0">
                <a:latin typeface="Calibri"/>
                <a:cs typeface="Calibri"/>
              </a:rPr>
              <a:t>quan</a:t>
            </a:r>
            <a:r>
              <a:rPr sz="2800" spc="-15" dirty="0">
                <a:latin typeface="Calibri"/>
                <a:cs typeface="Calibri"/>
              </a:rPr>
              <a:t> </a:t>
            </a:r>
            <a:r>
              <a:rPr sz="2800" dirty="0">
                <a:latin typeface="Calibri"/>
                <a:cs typeface="Calibri"/>
              </a:rPr>
              <a:t>hệ</a:t>
            </a:r>
            <a:r>
              <a:rPr sz="2800" spc="-35" dirty="0">
                <a:latin typeface="Calibri"/>
                <a:cs typeface="Calibri"/>
              </a:rPr>
              <a:t> </a:t>
            </a:r>
            <a:r>
              <a:rPr sz="2800" dirty="0">
                <a:latin typeface="Calibri"/>
                <a:cs typeface="Calibri"/>
              </a:rPr>
              <a:t>thứ</a:t>
            </a:r>
            <a:r>
              <a:rPr sz="2800" spc="-25" dirty="0">
                <a:latin typeface="Calibri"/>
                <a:cs typeface="Calibri"/>
              </a:rPr>
              <a:t> </a:t>
            </a:r>
            <a:r>
              <a:rPr sz="2800" dirty="0">
                <a:latin typeface="Calibri"/>
                <a:cs typeface="Calibri"/>
              </a:rPr>
              <a:t>tự</a:t>
            </a:r>
            <a:r>
              <a:rPr sz="2800" spc="-30" dirty="0">
                <a:latin typeface="Calibri"/>
                <a:cs typeface="Calibri"/>
              </a:rPr>
              <a:t> </a:t>
            </a:r>
            <a:r>
              <a:rPr sz="2800" spc="-25" dirty="0">
                <a:latin typeface="Calibri"/>
                <a:cs typeface="Calibri"/>
              </a:rPr>
              <a:t>?.</a:t>
            </a:r>
            <a:endParaRPr sz="2800">
              <a:latin typeface="Calibri"/>
              <a:cs typeface="Calibri"/>
            </a:endParaRPr>
          </a:p>
          <a:p>
            <a:pPr marL="527685" indent="-514984">
              <a:lnSpc>
                <a:spcPct val="100000"/>
              </a:lnSpc>
              <a:spcBef>
                <a:spcPts val="670"/>
              </a:spcBef>
              <a:buAutoNum type="alphaLcParenR"/>
              <a:tabLst>
                <a:tab pos="527685" algn="l"/>
              </a:tabLst>
            </a:pPr>
            <a:r>
              <a:rPr sz="2800" dirty="0">
                <a:latin typeface="Calibri"/>
                <a:cs typeface="Calibri"/>
              </a:rPr>
              <a:t>Phản</a:t>
            </a:r>
            <a:r>
              <a:rPr sz="2800" spc="-60" dirty="0">
                <a:latin typeface="Calibri"/>
                <a:cs typeface="Calibri"/>
              </a:rPr>
              <a:t> </a:t>
            </a:r>
            <a:r>
              <a:rPr sz="2800" spc="-25" dirty="0">
                <a:latin typeface="Calibri"/>
                <a:cs typeface="Calibri"/>
              </a:rPr>
              <a:t>xạ.</a:t>
            </a:r>
            <a:endParaRPr sz="2800">
              <a:latin typeface="Calibri"/>
              <a:cs typeface="Calibri"/>
            </a:endParaRPr>
          </a:p>
          <a:p>
            <a:pPr marL="527685" indent="-514984">
              <a:lnSpc>
                <a:spcPct val="100000"/>
              </a:lnSpc>
              <a:spcBef>
                <a:spcPts val="675"/>
              </a:spcBef>
              <a:buAutoNum type="alphaLcParenR"/>
              <a:tabLst>
                <a:tab pos="527685" algn="l"/>
                <a:tab pos="2306955" algn="l"/>
              </a:tabLst>
            </a:pPr>
            <a:r>
              <a:rPr sz="2800" dirty="0">
                <a:latin typeface="Calibri"/>
                <a:cs typeface="Calibri"/>
              </a:rPr>
              <a:t>Phản</a:t>
            </a:r>
            <a:r>
              <a:rPr sz="2800" spc="-60" dirty="0">
                <a:latin typeface="Calibri"/>
                <a:cs typeface="Calibri"/>
              </a:rPr>
              <a:t> </a:t>
            </a:r>
            <a:r>
              <a:rPr sz="2800" spc="-20" dirty="0">
                <a:latin typeface="Calibri"/>
                <a:cs typeface="Calibri"/>
              </a:rPr>
              <a:t>xứng.</a:t>
            </a:r>
            <a:r>
              <a:rPr sz="2800" dirty="0">
                <a:latin typeface="Calibri"/>
                <a:cs typeface="Calibri"/>
              </a:rPr>
              <a:t>	</a:t>
            </a:r>
            <a:r>
              <a:rPr sz="2800" spc="-25" dirty="0">
                <a:latin typeface="Calibri"/>
                <a:cs typeface="Calibri"/>
              </a:rPr>
              <a:t>SAI</a:t>
            </a:r>
            <a:endParaRPr sz="2800">
              <a:latin typeface="Calibri"/>
              <a:cs typeface="Calibri"/>
            </a:endParaRPr>
          </a:p>
          <a:p>
            <a:pPr marL="527685" indent="-514984">
              <a:lnSpc>
                <a:spcPct val="100000"/>
              </a:lnSpc>
              <a:spcBef>
                <a:spcPts val="675"/>
              </a:spcBef>
              <a:buAutoNum type="alphaLcParenR"/>
              <a:tabLst>
                <a:tab pos="527685" algn="l"/>
              </a:tabLst>
            </a:pPr>
            <a:r>
              <a:rPr sz="2800" dirty="0">
                <a:latin typeface="Calibri"/>
                <a:cs typeface="Calibri"/>
              </a:rPr>
              <a:t>Bắc</a:t>
            </a:r>
            <a:r>
              <a:rPr sz="2800" spc="-35" dirty="0">
                <a:latin typeface="Calibri"/>
                <a:cs typeface="Calibri"/>
              </a:rPr>
              <a:t> </a:t>
            </a:r>
            <a:r>
              <a:rPr sz="2800" spc="-20" dirty="0">
                <a:latin typeface="Calibri"/>
                <a:cs typeface="Calibri"/>
              </a:rPr>
              <a:t>cầu.</a:t>
            </a:r>
            <a:endParaRPr sz="2800">
              <a:latin typeface="Calibri"/>
              <a:cs typeface="Calibri"/>
            </a:endParaRPr>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229260"/>
            <a:ext cx="6129655" cy="3610610"/>
          </a:xfrm>
          <a:prstGeom prst="rect">
            <a:avLst/>
          </a:prstGeom>
        </p:spPr>
        <p:txBody>
          <a:bodyPr vert="horz" wrap="square" lIns="0" tIns="97790" rIns="0" bIns="0" rtlCol="0">
            <a:spAutoFit/>
          </a:bodyPr>
          <a:lstStyle/>
          <a:p>
            <a:pPr marL="12700">
              <a:lnSpc>
                <a:spcPct val="100000"/>
              </a:lnSpc>
              <a:spcBef>
                <a:spcPts val="770"/>
              </a:spcBef>
            </a:pPr>
            <a:r>
              <a:rPr sz="2800" b="1" dirty="0">
                <a:latin typeface="Calibri"/>
                <a:cs typeface="Calibri"/>
              </a:rPr>
              <a:t>Ví dụ </a:t>
            </a:r>
            <a:r>
              <a:rPr sz="2800" b="1" spc="-25" dirty="0">
                <a:latin typeface="Calibri"/>
                <a:cs typeface="Calibri"/>
              </a:rPr>
              <a:t>3:</a:t>
            </a:r>
            <a:endParaRPr sz="2800">
              <a:latin typeface="Calibri"/>
              <a:cs typeface="Calibri"/>
            </a:endParaRPr>
          </a:p>
          <a:p>
            <a:pPr marL="12700">
              <a:lnSpc>
                <a:spcPct val="100000"/>
              </a:lnSpc>
              <a:spcBef>
                <a:spcPts val="675"/>
              </a:spcBef>
            </a:pPr>
            <a:r>
              <a:rPr sz="2800" dirty="0">
                <a:latin typeface="Calibri"/>
                <a:cs typeface="Calibri"/>
              </a:rPr>
              <a:t>Cho</a:t>
            </a:r>
            <a:r>
              <a:rPr sz="2800" spc="-20" dirty="0">
                <a:latin typeface="Calibri"/>
                <a:cs typeface="Calibri"/>
              </a:rPr>
              <a:t> </a:t>
            </a:r>
            <a:r>
              <a:rPr sz="2800" dirty="0">
                <a:latin typeface="Calibri"/>
                <a:cs typeface="Calibri"/>
              </a:rPr>
              <a:t>X</a:t>
            </a:r>
            <a:r>
              <a:rPr sz="2800" spc="-30"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{1,</a:t>
            </a:r>
            <a:r>
              <a:rPr sz="2800" spc="-15" dirty="0">
                <a:latin typeface="Calibri"/>
                <a:cs typeface="Calibri"/>
              </a:rPr>
              <a:t> </a:t>
            </a:r>
            <a:r>
              <a:rPr sz="2800" dirty="0">
                <a:latin typeface="Calibri"/>
                <a:cs typeface="Calibri"/>
              </a:rPr>
              <a:t>2,</a:t>
            </a:r>
            <a:r>
              <a:rPr sz="2800" spc="-20" dirty="0">
                <a:latin typeface="Calibri"/>
                <a:cs typeface="Calibri"/>
              </a:rPr>
              <a:t> </a:t>
            </a:r>
            <a:r>
              <a:rPr sz="2800" dirty="0">
                <a:latin typeface="Calibri"/>
                <a:cs typeface="Calibri"/>
              </a:rPr>
              <a:t>3,</a:t>
            </a:r>
            <a:r>
              <a:rPr sz="2800" spc="-20" dirty="0">
                <a:latin typeface="Calibri"/>
                <a:cs typeface="Calibri"/>
              </a:rPr>
              <a:t> </a:t>
            </a:r>
            <a:r>
              <a:rPr sz="2800" spc="-25" dirty="0">
                <a:latin typeface="Calibri"/>
                <a:cs typeface="Calibri"/>
              </a:rPr>
              <a:t>4}.</a:t>
            </a:r>
            <a:endParaRPr sz="2800">
              <a:latin typeface="Calibri"/>
              <a:cs typeface="Calibri"/>
            </a:endParaRPr>
          </a:p>
          <a:p>
            <a:pPr marL="2183130">
              <a:lnSpc>
                <a:spcPct val="100000"/>
              </a:lnSpc>
              <a:spcBef>
                <a:spcPts val="670"/>
              </a:spcBef>
            </a:pPr>
            <a:r>
              <a:rPr sz="2800" dirty="0">
                <a:latin typeface="Calibri"/>
                <a:cs typeface="Calibri"/>
              </a:rPr>
              <a:t>R={(1,1),</a:t>
            </a:r>
            <a:r>
              <a:rPr sz="2800" spc="-15" dirty="0">
                <a:latin typeface="Calibri"/>
                <a:cs typeface="Calibri"/>
              </a:rPr>
              <a:t> </a:t>
            </a:r>
            <a:r>
              <a:rPr sz="2800" dirty="0">
                <a:latin typeface="Calibri"/>
                <a:cs typeface="Calibri"/>
              </a:rPr>
              <a:t>(2,2),</a:t>
            </a:r>
            <a:r>
              <a:rPr sz="2800" spc="-25" dirty="0">
                <a:latin typeface="Calibri"/>
                <a:cs typeface="Calibri"/>
              </a:rPr>
              <a:t> </a:t>
            </a:r>
            <a:r>
              <a:rPr sz="2800" dirty="0">
                <a:latin typeface="Calibri"/>
                <a:cs typeface="Calibri"/>
              </a:rPr>
              <a:t>(3,</a:t>
            </a:r>
            <a:r>
              <a:rPr sz="2800" spc="-35" dirty="0">
                <a:latin typeface="Calibri"/>
                <a:cs typeface="Calibri"/>
              </a:rPr>
              <a:t> </a:t>
            </a:r>
            <a:r>
              <a:rPr sz="2800" dirty="0">
                <a:latin typeface="Calibri"/>
                <a:cs typeface="Calibri"/>
              </a:rPr>
              <a:t>3),</a:t>
            </a:r>
            <a:r>
              <a:rPr sz="2800" spc="-40" dirty="0">
                <a:latin typeface="Calibri"/>
                <a:cs typeface="Calibri"/>
              </a:rPr>
              <a:t> </a:t>
            </a:r>
            <a:r>
              <a:rPr sz="2800" dirty="0">
                <a:latin typeface="Calibri"/>
                <a:cs typeface="Calibri"/>
              </a:rPr>
              <a:t>(4,</a:t>
            </a:r>
            <a:r>
              <a:rPr sz="2800" spc="-40" dirty="0">
                <a:latin typeface="Calibri"/>
                <a:cs typeface="Calibri"/>
              </a:rPr>
              <a:t> </a:t>
            </a:r>
            <a:r>
              <a:rPr sz="2800" spc="-25" dirty="0">
                <a:latin typeface="Calibri"/>
                <a:cs typeface="Calibri"/>
              </a:rPr>
              <a:t>4)}</a:t>
            </a:r>
            <a:endParaRPr sz="2800">
              <a:latin typeface="Calibri"/>
              <a:cs typeface="Calibri"/>
            </a:endParaRPr>
          </a:p>
          <a:p>
            <a:pPr marL="12700">
              <a:lnSpc>
                <a:spcPct val="100000"/>
              </a:lnSpc>
              <a:spcBef>
                <a:spcPts val="675"/>
              </a:spcBef>
            </a:pPr>
            <a:r>
              <a:rPr sz="2800" dirty="0">
                <a:latin typeface="Calibri"/>
                <a:cs typeface="Calibri"/>
              </a:rPr>
              <a:t>R</a:t>
            </a:r>
            <a:r>
              <a:rPr sz="2800" spc="-30" dirty="0">
                <a:latin typeface="Calibri"/>
                <a:cs typeface="Calibri"/>
              </a:rPr>
              <a:t> </a:t>
            </a:r>
            <a:r>
              <a:rPr sz="2800" dirty="0">
                <a:latin typeface="Calibri"/>
                <a:cs typeface="Calibri"/>
              </a:rPr>
              <a:t>là</a:t>
            </a:r>
            <a:r>
              <a:rPr sz="2800" spc="-40" dirty="0">
                <a:latin typeface="Calibri"/>
                <a:cs typeface="Calibri"/>
              </a:rPr>
              <a:t> </a:t>
            </a:r>
            <a:r>
              <a:rPr sz="2800" dirty="0">
                <a:latin typeface="Calibri"/>
                <a:cs typeface="Calibri"/>
              </a:rPr>
              <a:t>một</a:t>
            </a:r>
            <a:r>
              <a:rPr sz="2800" spc="-20" dirty="0">
                <a:latin typeface="Calibri"/>
                <a:cs typeface="Calibri"/>
              </a:rPr>
              <a:t> </a:t>
            </a:r>
            <a:r>
              <a:rPr sz="2800" dirty="0">
                <a:latin typeface="Calibri"/>
                <a:cs typeface="Calibri"/>
              </a:rPr>
              <a:t>quan</a:t>
            </a:r>
            <a:r>
              <a:rPr sz="2800" spc="-20" dirty="0">
                <a:latin typeface="Calibri"/>
                <a:cs typeface="Calibri"/>
              </a:rPr>
              <a:t> </a:t>
            </a:r>
            <a:r>
              <a:rPr sz="2800" dirty="0">
                <a:latin typeface="Calibri"/>
                <a:cs typeface="Calibri"/>
              </a:rPr>
              <a:t>hệ</a:t>
            </a:r>
            <a:r>
              <a:rPr sz="2800" spc="-25" dirty="0">
                <a:latin typeface="Calibri"/>
                <a:cs typeface="Calibri"/>
              </a:rPr>
              <a:t> </a:t>
            </a:r>
            <a:r>
              <a:rPr sz="2800" dirty="0">
                <a:latin typeface="Calibri"/>
                <a:cs typeface="Calibri"/>
              </a:rPr>
              <a:t>thứ</a:t>
            </a:r>
            <a:r>
              <a:rPr sz="2800" spc="-35" dirty="0">
                <a:latin typeface="Calibri"/>
                <a:cs typeface="Calibri"/>
              </a:rPr>
              <a:t> </a:t>
            </a:r>
            <a:r>
              <a:rPr sz="2800" dirty="0">
                <a:latin typeface="Calibri"/>
                <a:cs typeface="Calibri"/>
              </a:rPr>
              <a:t>tự</a:t>
            </a:r>
            <a:r>
              <a:rPr sz="2800" spc="-25" dirty="0">
                <a:latin typeface="Calibri"/>
                <a:cs typeface="Calibri"/>
              </a:rPr>
              <a:t> </a:t>
            </a:r>
            <a:r>
              <a:rPr sz="2800" dirty="0">
                <a:latin typeface="Calibri"/>
                <a:cs typeface="Calibri"/>
              </a:rPr>
              <a:t>(Bài</a:t>
            </a:r>
            <a:r>
              <a:rPr sz="2800" spc="-35" dirty="0">
                <a:latin typeface="Calibri"/>
                <a:cs typeface="Calibri"/>
              </a:rPr>
              <a:t> </a:t>
            </a:r>
            <a:r>
              <a:rPr sz="2800" spc="-10" dirty="0">
                <a:latin typeface="Calibri"/>
                <a:cs typeface="Calibri"/>
              </a:rPr>
              <a:t>tập).</a:t>
            </a:r>
            <a:endParaRPr sz="2800">
              <a:latin typeface="Calibri"/>
              <a:cs typeface="Calibri"/>
            </a:endParaRPr>
          </a:p>
          <a:p>
            <a:pPr marL="527685" indent="-514984">
              <a:lnSpc>
                <a:spcPct val="100000"/>
              </a:lnSpc>
              <a:spcBef>
                <a:spcPts val="670"/>
              </a:spcBef>
              <a:buAutoNum type="alphaLcParenR"/>
              <a:tabLst>
                <a:tab pos="527685" algn="l"/>
              </a:tabLst>
            </a:pPr>
            <a:r>
              <a:rPr sz="2800" dirty="0">
                <a:latin typeface="Calibri"/>
                <a:cs typeface="Calibri"/>
              </a:rPr>
              <a:t>Phản</a:t>
            </a:r>
            <a:r>
              <a:rPr sz="2800" spc="-60" dirty="0">
                <a:latin typeface="Calibri"/>
                <a:cs typeface="Calibri"/>
              </a:rPr>
              <a:t> </a:t>
            </a:r>
            <a:r>
              <a:rPr sz="2800" spc="-25" dirty="0">
                <a:latin typeface="Calibri"/>
                <a:cs typeface="Calibri"/>
              </a:rPr>
              <a:t>xạ.</a:t>
            </a:r>
            <a:endParaRPr sz="2800">
              <a:latin typeface="Calibri"/>
              <a:cs typeface="Calibri"/>
            </a:endParaRPr>
          </a:p>
          <a:p>
            <a:pPr marL="527685" indent="-514984">
              <a:lnSpc>
                <a:spcPct val="100000"/>
              </a:lnSpc>
              <a:spcBef>
                <a:spcPts val="675"/>
              </a:spcBef>
              <a:buAutoNum type="alphaLcParenR"/>
              <a:tabLst>
                <a:tab pos="527685" algn="l"/>
              </a:tabLst>
            </a:pPr>
            <a:r>
              <a:rPr sz="2800" dirty="0">
                <a:latin typeface="Calibri"/>
                <a:cs typeface="Calibri"/>
              </a:rPr>
              <a:t>Phản</a:t>
            </a:r>
            <a:r>
              <a:rPr sz="2800" spc="-60" dirty="0">
                <a:latin typeface="Calibri"/>
                <a:cs typeface="Calibri"/>
              </a:rPr>
              <a:t> </a:t>
            </a:r>
            <a:r>
              <a:rPr sz="2800" spc="-10" dirty="0">
                <a:latin typeface="Calibri"/>
                <a:cs typeface="Calibri"/>
              </a:rPr>
              <a:t>xứng.</a:t>
            </a:r>
            <a:endParaRPr sz="2800">
              <a:latin typeface="Calibri"/>
              <a:cs typeface="Calibri"/>
            </a:endParaRPr>
          </a:p>
          <a:p>
            <a:pPr marL="527685" indent="-514984">
              <a:lnSpc>
                <a:spcPct val="100000"/>
              </a:lnSpc>
              <a:spcBef>
                <a:spcPts val="675"/>
              </a:spcBef>
              <a:buAutoNum type="alphaLcParenR"/>
              <a:tabLst>
                <a:tab pos="527685" algn="l"/>
              </a:tabLst>
            </a:pPr>
            <a:r>
              <a:rPr sz="2800" dirty="0">
                <a:latin typeface="Calibri"/>
                <a:cs typeface="Calibri"/>
              </a:rPr>
              <a:t>Bắc</a:t>
            </a:r>
            <a:r>
              <a:rPr sz="2800" spc="-35" dirty="0">
                <a:latin typeface="Calibri"/>
                <a:cs typeface="Calibri"/>
              </a:rPr>
              <a:t> </a:t>
            </a:r>
            <a:r>
              <a:rPr sz="2800" spc="-20" dirty="0">
                <a:latin typeface="Calibri"/>
                <a:cs typeface="Calibri"/>
              </a:rPr>
              <a:t>cầu.</a:t>
            </a:r>
            <a:endParaRPr sz="2800">
              <a:latin typeface="Calibri"/>
              <a:cs typeface="Calibri"/>
            </a:endParaRPr>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45440" y="229260"/>
            <a:ext cx="7975600" cy="4549775"/>
          </a:xfrm>
          <a:prstGeom prst="rect">
            <a:avLst/>
          </a:prstGeom>
        </p:spPr>
        <p:txBody>
          <a:bodyPr vert="horz" wrap="square" lIns="0" tIns="97790" rIns="0" bIns="0" rtlCol="0">
            <a:spAutoFit/>
          </a:bodyPr>
          <a:lstStyle/>
          <a:p>
            <a:pPr marL="50800">
              <a:lnSpc>
                <a:spcPct val="100000"/>
              </a:lnSpc>
              <a:spcBef>
                <a:spcPts val="770"/>
              </a:spcBef>
            </a:pPr>
            <a:r>
              <a:rPr sz="2800" b="1" dirty="0">
                <a:latin typeface="Calibri"/>
                <a:cs typeface="Calibri"/>
              </a:rPr>
              <a:t>Ví dụ </a:t>
            </a:r>
            <a:r>
              <a:rPr sz="2800" b="1" spc="-25" dirty="0">
                <a:latin typeface="Calibri"/>
                <a:cs typeface="Calibri"/>
              </a:rPr>
              <a:t>4:</a:t>
            </a:r>
            <a:endParaRPr sz="2800">
              <a:latin typeface="Calibri"/>
              <a:cs typeface="Calibri"/>
            </a:endParaRPr>
          </a:p>
          <a:p>
            <a:pPr marL="50800" marR="43180">
              <a:lnSpc>
                <a:spcPct val="100000"/>
              </a:lnSpc>
              <a:spcBef>
                <a:spcPts val="675"/>
              </a:spcBef>
              <a:tabLst>
                <a:tab pos="6035675" algn="l"/>
              </a:tabLst>
            </a:pPr>
            <a:r>
              <a:rPr sz="2800" spc="-40" dirty="0">
                <a:latin typeface="Calibri"/>
                <a:cs typeface="Calibri"/>
              </a:rPr>
              <a:t>Trên</a:t>
            </a:r>
            <a:r>
              <a:rPr sz="2800" spc="-60" dirty="0">
                <a:latin typeface="Calibri"/>
                <a:cs typeface="Calibri"/>
              </a:rPr>
              <a:t> </a:t>
            </a:r>
            <a:r>
              <a:rPr sz="2800" dirty="0">
                <a:latin typeface="Calibri"/>
                <a:cs typeface="Calibri"/>
              </a:rPr>
              <a:t>tập</a:t>
            </a:r>
            <a:r>
              <a:rPr sz="2800" spc="-40" dirty="0">
                <a:latin typeface="Calibri"/>
                <a:cs typeface="Calibri"/>
              </a:rPr>
              <a:t> </a:t>
            </a:r>
            <a:r>
              <a:rPr sz="2800" dirty="0">
                <a:latin typeface="Calibri"/>
                <a:cs typeface="Calibri"/>
              </a:rPr>
              <a:t>số</a:t>
            </a:r>
            <a:r>
              <a:rPr sz="2800" spc="-55" dirty="0">
                <a:latin typeface="Calibri"/>
                <a:cs typeface="Calibri"/>
              </a:rPr>
              <a:t> </a:t>
            </a:r>
            <a:r>
              <a:rPr sz="2800" dirty="0">
                <a:latin typeface="Calibri"/>
                <a:cs typeface="Calibri"/>
              </a:rPr>
              <a:t>nguyên</a:t>
            </a:r>
            <a:r>
              <a:rPr sz="2800" spc="-25" dirty="0">
                <a:latin typeface="Calibri"/>
                <a:cs typeface="Calibri"/>
              </a:rPr>
              <a:t> </a:t>
            </a:r>
            <a:r>
              <a:rPr sz="2800" dirty="0">
                <a:latin typeface="Calibri"/>
                <a:cs typeface="Calibri"/>
              </a:rPr>
              <a:t>dương</a:t>
            </a:r>
            <a:r>
              <a:rPr sz="2800" spc="-25" dirty="0">
                <a:latin typeface="Calibri"/>
                <a:cs typeface="Calibri"/>
              </a:rPr>
              <a:t> </a:t>
            </a:r>
            <a:r>
              <a:rPr sz="2800" dirty="0">
                <a:latin typeface="Calibri"/>
                <a:cs typeface="Calibri"/>
              </a:rPr>
              <a:t>N</a:t>
            </a:r>
            <a:r>
              <a:rPr sz="2775" baseline="25525" dirty="0">
                <a:latin typeface="Calibri"/>
                <a:cs typeface="Calibri"/>
              </a:rPr>
              <a:t>+</a:t>
            </a:r>
            <a:r>
              <a:rPr sz="2800" dirty="0">
                <a:latin typeface="Calibri"/>
                <a:cs typeface="Calibri"/>
              </a:rPr>
              <a:t>=</a:t>
            </a:r>
            <a:r>
              <a:rPr sz="2800" spc="-40" dirty="0">
                <a:latin typeface="Calibri"/>
                <a:cs typeface="Calibri"/>
              </a:rPr>
              <a:t> </a:t>
            </a:r>
            <a:r>
              <a:rPr sz="2800" dirty="0">
                <a:latin typeface="Calibri"/>
                <a:cs typeface="Calibri"/>
              </a:rPr>
              <a:t>{1,</a:t>
            </a:r>
            <a:r>
              <a:rPr sz="2800" spc="-50" dirty="0">
                <a:latin typeface="Calibri"/>
                <a:cs typeface="Calibri"/>
              </a:rPr>
              <a:t> </a:t>
            </a:r>
            <a:r>
              <a:rPr sz="2800" dirty="0">
                <a:latin typeface="Calibri"/>
                <a:cs typeface="Calibri"/>
              </a:rPr>
              <a:t>2,</a:t>
            </a:r>
            <a:r>
              <a:rPr sz="2800" spc="-45" dirty="0">
                <a:latin typeface="Calibri"/>
                <a:cs typeface="Calibri"/>
              </a:rPr>
              <a:t> </a:t>
            </a:r>
            <a:r>
              <a:rPr sz="2800" dirty="0">
                <a:latin typeface="Calibri"/>
                <a:cs typeface="Calibri"/>
              </a:rPr>
              <a:t>.</a:t>
            </a:r>
            <a:r>
              <a:rPr sz="2800" spc="-40" dirty="0">
                <a:latin typeface="Calibri"/>
                <a:cs typeface="Calibri"/>
              </a:rPr>
              <a:t> </a:t>
            </a:r>
            <a:r>
              <a:rPr sz="2800" dirty="0">
                <a:latin typeface="Calibri"/>
                <a:cs typeface="Calibri"/>
              </a:rPr>
              <a:t>.</a:t>
            </a:r>
            <a:r>
              <a:rPr sz="2800" spc="-55" dirty="0">
                <a:latin typeface="Calibri"/>
                <a:cs typeface="Calibri"/>
              </a:rPr>
              <a:t> </a:t>
            </a:r>
            <a:r>
              <a:rPr sz="2800" spc="-25" dirty="0">
                <a:latin typeface="Calibri"/>
                <a:cs typeface="Calibri"/>
              </a:rPr>
              <a:t>.}</a:t>
            </a:r>
            <a:r>
              <a:rPr sz="2800" dirty="0">
                <a:latin typeface="Calibri"/>
                <a:cs typeface="Calibri"/>
              </a:rPr>
              <a:t>	ta</a:t>
            </a:r>
            <a:r>
              <a:rPr sz="2800" spc="-55" dirty="0">
                <a:latin typeface="Calibri"/>
                <a:cs typeface="Calibri"/>
              </a:rPr>
              <a:t> </a:t>
            </a:r>
            <a:r>
              <a:rPr sz="2800" dirty="0">
                <a:latin typeface="Calibri"/>
                <a:cs typeface="Calibri"/>
              </a:rPr>
              <a:t>định</a:t>
            </a:r>
            <a:r>
              <a:rPr sz="2800" spc="-50" dirty="0">
                <a:latin typeface="Calibri"/>
                <a:cs typeface="Calibri"/>
              </a:rPr>
              <a:t> </a:t>
            </a:r>
            <a:r>
              <a:rPr sz="2800" spc="-10" dirty="0">
                <a:latin typeface="Calibri"/>
                <a:cs typeface="Calibri"/>
              </a:rPr>
              <a:t>nghĩa </a:t>
            </a:r>
            <a:r>
              <a:rPr sz="2800" dirty="0">
                <a:latin typeface="Calibri"/>
                <a:cs typeface="Calibri"/>
              </a:rPr>
              <a:t>quan</a:t>
            </a:r>
            <a:r>
              <a:rPr sz="2800" spc="-30" dirty="0">
                <a:latin typeface="Calibri"/>
                <a:cs typeface="Calibri"/>
              </a:rPr>
              <a:t> </a:t>
            </a:r>
            <a:r>
              <a:rPr sz="2800" dirty="0">
                <a:latin typeface="Calibri"/>
                <a:cs typeface="Calibri"/>
              </a:rPr>
              <a:t>hệ</a:t>
            </a:r>
            <a:r>
              <a:rPr sz="2800" spc="-35" dirty="0">
                <a:latin typeface="Calibri"/>
                <a:cs typeface="Calibri"/>
              </a:rPr>
              <a:t> </a:t>
            </a:r>
            <a:r>
              <a:rPr sz="2800" dirty="0">
                <a:latin typeface="Calibri"/>
                <a:cs typeface="Calibri"/>
              </a:rPr>
              <a:t>R</a:t>
            </a:r>
            <a:r>
              <a:rPr sz="2800" spc="-35" dirty="0">
                <a:latin typeface="Calibri"/>
                <a:cs typeface="Calibri"/>
              </a:rPr>
              <a:t> </a:t>
            </a:r>
            <a:r>
              <a:rPr sz="2800" dirty="0">
                <a:latin typeface="Calibri"/>
                <a:cs typeface="Calibri"/>
              </a:rPr>
              <a:t>như</a:t>
            </a:r>
            <a:r>
              <a:rPr sz="2800" spc="-20" dirty="0">
                <a:latin typeface="Calibri"/>
                <a:cs typeface="Calibri"/>
              </a:rPr>
              <a:t> sau:</a:t>
            </a:r>
            <a:endParaRPr sz="2800">
              <a:latin typeface="Calibri"/>
              <a:cs typeface="Calibri"/>
            </a:endParaRPr>
          </a:p>
          <a:p>
            <a:pPr marL="2985135" marR="2026920" indent="-550545">
              <a:lnSpc>
                <a:spcPct val="118900"/>
              </a:lnSpc>
              <a:spcBef>
                <a:spcPts val="75"/>
              </a:spcBef>
            </a:pPr>
            <a:r>
              <a:rPr sz="2800" dirty="0">
                <a:latin typeface="Calibri"/>
                <a:cs typeface="Calibri"/>
              </a:rPr>
              <a:t>x</a:t>
            </a:r>
            <a:r>
              <a:rPr sz="2800" spc="-20" dirty="0">
                <a:latin typeface="Calibri"/>
                <a:cs typeface="Calibri"/>
              </a:rPr>
              <a:t> </a:t>
            </a:r>
            <a:r>
              <a:rPr sz="2800" dirty="0">
                <a:latin typeface="Calibri"/>
                <a:cs typeface="Calibri"/>
              </a:rPr>
              <a:t>R</a:t>
            </a:r>
            <a:r>
              <a:rPr sz="2800" spc="-10" dirty="0">
                <a:latin typeface="Calibri"/>
                <a:cs typeface="Calibri"/>
              </a:rPr>
              <a:t> </a:t>
            </a:r>
            <a:r>
              <a:rPr sz="2800" dirty="0">
                <a:latin typeface="Calibri"/>
                <a:cs typeface="Calibri"/>
              </a:rPr>
              <a:t>y</a:t>
            </a:r>
            <a:r>
              <a:rPr sz="2800" spc="-5" dirty="0">
                <a:latin typeface="Calibri"/>
                <a:cs typeface="Calibri"/>
              </a:rPr>
              <a:t> </a:t>
            </a:r>
            <a:r>
              <a:rPr sz="2800" dirty="0">
                <a:latin typeface="Symbol"/>
                <a:cs typeface="Symbol"/>
              </a:rPr>
              <a:t></a:t>
            </a:r>
            <a:r>
              <a:rPr sz="2800" spc="-80" dirty="0">
                <a:latin typeface="Times New Roman"/>
                <a:cs typeface="Times New Roman"/>
              </a:rPr>
              <a:t> </a:t>
            </a:r>
            <a:r>
              <a:rPr sz="2800" dirty="0">
                <a:latin typeface="Calibri"/>
                <a:cs typeface="Calibri"/>
              </a:rPr>
              <a:t>y</a:t>
            </a:r>
            <a:r>
              <a:rPr sz="2800" spc="-20" dirty="0">
                <a:latin typeface="Calibri"/>
                <a:cs typeface="Calibri"/>
              </a:rPr>
              <a:t> </a:t>
            </a:r>
            <a:r>
              <a:rPr sz="2800" i="1" dirty="0">
                <a:solidFill>
                  <a:srgbClr val="FF0000"/>
                </a:solidFill>
                <a:latin typeface="Calibri"/>
                <a:cs typeface="Calibri"/>
              </a:rPr>
              <a:t>chia</a:t>
            </a:r>
            <a:r>
              <a:rPr sz="2800" i="1" spc="-20" dirty="0">
                <a:solidFill>
                  <a:srgbClr val="FF0000"/>
                </a:solidFill>
                <a:latin typeface="Calibri"/>
                <a:cs typeface="Calibri"/>
              </a:rPr>
              <a:t> </a:t>
            </a:r>
            <a:r>
              <a:rPr sz="2800" i="1" dirty="0">
                <a:solidFill>
                  <a:srgbClr val="FF0000"/>
                </a:solidFill>
                <a:latin typeface="Calibri"/>
                <a:cs typeface="Calibri"/>
              </a:rPr>
              <a:t>hết</a:t>
            </a:r>
            <a:r>
              <a:rPr sz="2800" i="1" spc="-20" dirty="0">
                <a:solidFill>
                  <a:srgbClr val="FF0000"/>
                </a:solidFill>
                <a:latin typeface="Calibri"/>
                <a:cs typeface="Calibri"/>
              </a:rPr>
              <a:t> </a:t>
            </a:r>
            <a:r>
              <a:rPr sz="2800" i="1" dirty="0">
                <a:solidFill>
                  <a:srgbClr val="FF0000"/>
                </a:solidFill>
                <a:latin typeface="Calibri"/>
                <a:cs typeface="Calibri"/>
              </a:rPr>
              <a:t>cho</a:t>
            </a:r>
            <a:r>
              <a:rPr sz="2800" i="1" spc="-15" dirty="0">
                <a:solidFill>
                  <a:srgbClr val="FF0000"/>
                </a:solidFill>
                <a:latin typeface="Calibri"/>
                <a:cs typeface="Calibri"/>
              </a:rPr>
              <a:t> </a:t>
            </a:r>
            <a:r>
              <a:rPr sz="2800" spc="-35" dirty="0">
                <a:latin typeface="Calibri"/>
                <a:cs typeface="Calibri"/>
              </a:rPr>
              <a:t>x. </a:t>
            </a:r>
            <a:r>
              <a:rPr sz="2800" dirty="0">
                <a:latin typeface="Calibri"/>
                <a:cs typeface="Calibri"/>
              </a:rPr>
              <a:t>(</a:t>
            </a:r>
            <a:r>
              <a:rPr sz="2800" spc="-30" dirty="0">
                <a:latin typeface="Calibri"/>
                <a:cs typeface="Calibri"/>
              </a:rPr>
              <a:t> </a:t>
            </a:r>
            <a:r>
              <a:rPr sz="2800" dirty="0">
                <a:latin typeface="Calibri"/>
                <a:cs typeface="Calibri"/>
              </a:rPr>
              <a:t>R={(x,y)</a:t>
            </a:r>
            <a:r>
              <a:rPr sz="2800" spc="-10" dirty="0">
                <a:latin typeface="Calibri"/>
                <a:cs typeface="Calibri"/>
              </a:rPr>
              <a:t> </a:t>
            </a:r>
            <a:r>
              <a:rPr sz="2800" dirty="0">
                <a:latin typeface="Calibri"/>
                <a:cs typeface="Calibri"/>
              </a:rPr>
              <a:t>:</a:t>
            </a:r>
            <a:r>
              <a:rPr sz="2800" spc="-20" dirty="0">
                <a:latin typeface="Calibri"/>
                <a:cs typeface="Calibri"/>
              </a:rPr>
              <a:t> </a:t>
            </a:r>
            <a:r>
              <a:rPr sz="2800" dirty="0">
                <a:latin typeface="Calibri"/>
                <a:cs typeface="Calibri"/>
              </a:rPr>
              <a:t>x</a:t>
            </a:r>
            <a:r>
              <a:rPr sz="2800" spc="-30" dirty="0">
                <a:latin typeface="Calibri"/>
                <a:cs typeface="Calibri"/>
              </a:rPr>
              <a:t> </a:t>
            </a:r>
            <a:r>
              <a:rPr sz="2800" dirty="0">
                <a:latin typeface="Calibri"/>
                <a:cs typeface="Calibri"/>
              </a:rPr>
              <a:t>|y}</a:t>
            </a:r>
            <a:r>
              <a:rPr sz="2800" spc="-35" dirty="0">
                <a:latin typeface="Calibri"/>
                <a:cs typeface="Calibri"/>
              </a:rPr>
              <a:t> </a:t>
            </a:r>
            <a:r>
              <a:rPr sz="2800" spc="-50" dirty="0">
                <a:latin typeface="Calibri"/>
                <a:cs typeface="Calibri"/>
              </a:rPr>
              <a:t>)</a:t>
            </a:r>
            <a:endParaRPr sz="2800">
              <a:latin typeface="Calibri"/>
              <a:cs typeface="Calibri"/>
            </a:endParaRPr>
          </a:p>
          <a:p>
            <a:pPr marL="50800">
              <a:lnSpc>
                <a:spcPct val="100000"/>
              </a:lnSpc>
              <a:spcBef>
                <a:spcPts val="670"/>
              </a:spcBef>
            </a:pPr>
            <a:r>
              <a:rPr sz="2800" dirty="0">
                <a:latin typeface="Calibri"/>
                <a:cs typeface="Calibri"/>
              </a:rPr>
              <a:t>R</a:t>
            </a:r>
            <a:r>
              <a:rPr sz="2800" spc="-30" dirty="0">
                <a:latin typeface="Calibri"/>
                <a:cs typeface="Calibri"/>
              </a:rPr>
              <a:t> </a:t>
            </a:r>
            <a:r>
              <a:rPr sz="2800" dirty="0">
                <a:latin typeface="Calibri"/>
                <a:cs typeface="Calibri"/>
              </a:rPr>
              <a:t>là</a:t>
            </a:r>
            <a:r>
              <a:rPr sz="2800" spc="-40" dirty="0">
                <a:latin typeface="Calibri"/>
                <a:cs typeface="Calibri"/>
              </a:rPr>
              <a:t> </a:t>
            </a:r>
            <a:r>
              <a:rPr sz="2800" dirty="0">
                <a:latin typeface="Calibri"/>
                <a:cs typeface="Calibri"/>
              </a:rPr>
              <a:t>một</a:t>
            </a:r>
            <a:r>
              <a:rPr sz="2800" spc="-20" dirty="0">
                <a:latin typeface="Calibri"/>
                <a:cs typeface="Calibri"/>
              </a:rPr>
              <a:t> </a:t>
            </a:r>
            <a:r>
              <a:rPr sz="2800" dirty="0">
                <a:latin typeface="Calibri"/>
                <a:cs typeface="Calibri"/>
              </a:rPr>
              <a:t>quan</a:t>
            </a:r>
            <a:r>
              <a:rPr sz="2800" spc="-20" dirty="0">
                <a:latin typeface="Calibri"/>
                <a:cs typeface="Calibri"/>
              </a:rPr>
              <a:t> </a:t>
            </a:r>
            <a:r>
              <a:rPr sz="2800" dirty="0">
                <a:latin typeface="Calibri"/>
                <a:cs typeface="Calibri"/>
              </a:rPr>
              <a:t>hệ</a:t>
            </a:r>
            <a:r>
              <a:rPr sz="2800" spc="-25" dirty="0">
                <a:latin typeface="Calibri"/>
                <a:cs typeface="Calibri"/>
              </a:rPr>
              <a:t> </a:t>
            </a:r>
            <a:r>
              <a:rPr sz="2800" dirty="0">
                <a:latin typeface="Calibri"/>
                <a:cs typeface="Calibri"/>
              </a:rPr>
              <a:t>thứ</a:t>
            </a:r>
            <a:r>
              <a:rPr sz="2800" spc="-35" dirty="0">
                <a:latin typeface="Calibri"/>
                <a:cs typeface="Calibri"/>
              </a:rPr>
              <a:t> </a:t>
            </a:r>
            <a:r>
              <a:rPr sz="2800" dirty="0">
                <a:latin typeface="Calibri"/>
                <a:cs typeface="Calibri"/>
              </a:rPr>
              <a:t>tự</a:t>
            </a:r>
            <a:r>
              <a:rPr sz="2800" spc="-30" dirty="0">
                <a:latin typeface="Calibri"/>
                <a:cs typeface="Calibri"/>
              </a:rPr>
              <a:t> </a:t>
            </a:r>
            <a:r>
              <a:rPr sz="2800" spc="-25" dirty="0">
                <a:latin typeface="Calibri"/>
                <a:cs typeface="Calibri"/>
              </a:rPr>
              <a:t>?.</a:t>
            </a:r>
            <a:endParaRPr sz="2800">
              <a:latin typeface="Calibri"/>
              <a:cs typeface="Calibri"/>
            </a:endParaRPr>
          </a:p>
          <a:p>
            <a:pPr marL="565785" indent="-514984">
              <a:lnSpc>
                <a:spcPct val="100000"/>
              </a:lnSpc>
              <a:spcBef>
                <a:spcPts val="675"/>
              </a:spcBef>
              <a:buAutoNum type="alphaLcParenR"/>
              <a:tabLst>
                <a:tab pos="565785" algn="l"/>
              </a:tabLst>
            </a:pPr>
            <a:r>
              <a:rPr sz="2800" dirty="0">
                <a:latin typeface="Calibri"/>
                <a:cs typeface="Calibri"/>
              </a:rPr>
              <a:t>Phản</a:t>
            </a:r>
            <a:r>
              <a:rPr sz="2800" spc="-60" dirty="0">
                <a:latin typeface="Calibri"/>
                <a:cs typeface="Calibri"/>
              </a:rPr>
              <a:t> </a:t>
            </a:r>
            <a:r>
              <a:rPr sz="2800" spc="-25" dirty="0">
                <a:latin typeface="Calibri"/>
                <a:cs typeface="Calibri"/>
              </a:rPr>
              <a:t>xạ.</a:t>
            </a:r>
            <a:endParaRPr sz="2800">
              <a:latin typeface="Calibri"/>
              <a:cs typeface="Calibri"/>
            </a:endParaRPr>
          </a:p>
          <a:p>
            <a:pPr marL="565785" indent="-514984">
              <a:lnSpc>
                <a:spcPct val="100000"/>
              </a:lnSpc>
              <a:spcBef>
                <a:spcPts val="710"/>
              </a:spcBef>
              <a:buAutoNum type="alphaLcParenR"/>
              <a:tabLst>
                <a:tab pos="565785" algn="l"/>
                <a:tab pos="2347595" algn="l"/>
              </a:tabLst>
            </a:pPr>
            <a:r>
              <a:rPr sz="2800" dirty="0">
                <a:latin typeface="Calibri"/>
                <a:cs typeface="Calibri"/>
              </a:rPr>
              <a:t>Phản</a:t>
            </a:r>
            <a:r>
              <a:rPr sz="2800" spc="-60" dirty="0">
                <a:latin typeface="Calibri"/>
                <a:cs typeface="Calibri"/>
              </a:rPr>
              <a:t> </a:t>
            </a:r>
            <a:r>
              <a:rPr sz="2800" spc="-20" dirty="0">
                <a:latin typeface="Calibri"/>
                <a:cs typeface="Calibri"/>
              </a:rPr>
              <a:t>xứng.</a:t>
            </a:r>
            <a:r>
              <a:rPr sz="2800" dirty="0">
                <a:latin typeface="Calibri"/>
                <a:cs typeface="Calibri"/>
              </a:rPr>
              <a:t>	</a:t>
            </a:r>
            <a:r>
              <a:rPr sz="2800" b="1" dirty="0">
                <a:latin typeface="Calibri"/>
                <a:cs typeface="Calibri"/>
              </a:rPr>
              <a:t>Chú</a:t>
            </a:r>
            <a:r>
              <a:rPr sz="2800" b="1" spc="-20" dirty="0">
                <a:latin typeface="Calibri"/>
                <a:cs typeface="Calibri"/>
              </a:rPr>
              <a:t> </a:t>
            </a:r>
            <a:r>
              <a:rPr sz="2800" b="1" dirty="0">
                <a:latin typeface="Calibri"/>
                <a:cs typeface="Calibri"/>
              </a:rPr>
              <a:t>ý</a:t>
            </a:r>
            <a:r>
              <a:rPr sz="2800" b="1" spc="-30" dirty="0">
                <a:latin typeface="Calibri"/>
                <a:cs typeface="Calibri"/>
              </a:rPr>
              <a:t> </a:t>
            </a:r>
            <a:r>
              <a:rPr sz="2800" b="1" dirty="0">
                <a:latin typeface="Calibri"/>
                <a:cs typeface="Calibri"/>
              </a:rPr>
              <a:t>nếu</a:t>
            </a:r>
            <a:r>
              <a:rPr sz="2800" b="1" spc="-20" dirty="0">
                <a:latin typeface="Calibri"/>
                <a:cs typeface="Calibri"/>
              </a:rPr>
              <a:t> </a:t>
            </a:r>
            <a:r>
              <a:rPr sz="2800" b="1" dirty="0">
                <a:latin typeface="Calibri"/>
                <a:cs typeface="Calibri"/>
              </a:rPr>
              <a:t>a</a:t>
            </a:r>
            <a:r>
              <a:rPr sz="2800" b="1" spc="-10" dirty="0">
                <a:latin typeface="Calibri"/>
                <a:cs typeface="Calibri"/>
              </a:rPr>
              <a:t> </a:t>
            </a:r>
            <a:r>
              <a:rPr sz="2800" dirty="0">
                <a:latin typeface="Symbol"/>
                <a:cs typeface="Symbol"/>
              </a:rPr>
              <a:t></a:t>
            </a:r>
            <a:r>
              <a:rPr sz="2800" spc="-80" dirty="0">
                <a:latin typeface="Times New Roman"/>
                <a:cs typeface="Times New Roman"/>
              </a:rPr>
              <a:t> </a:t>
            </a:r>
            <a:r>
              <a:rPr sz="2800" b="1" dirty="0">
                <a:latin typeface="Calibri"/>
                <a:cs typeface="Calibri"/>
              </a:rPr>
              <a:t>N</a:t>
            </a:r>
            <a:r>
              <a:rPr sz="2775" b="1" baseline="25525" dirty="0">
                <a:latin typeface="Calibri"/>
                <a:cs typeface="Calibri"/>
              </a:rPr>
              <a:t>+</a:t>
            </a:r>
            <a:r>
              <a:rPr sz="2775" b="1" spc="277" baseline="25525" dirty="0">
                <a:latin typeface="Calibri"/>
                <a:cs typeface="Calibri"/>
              </a:rPr>
              <a:t> </a:t>
            </a:r>
            <a:r>
              <a:rPr sz="2800" b="1" dirty="0">
                <a:latin typeface="Calibri"/>
                <a:cs typeface="Calibri"/>
              </a:rPr>
              <a:t>thì</a:t>
            </a:r>
            <a:r>
              <a:rPr sz="2800" b="1" spc="-15" dirty="0">
                <a:latin typeface="Calibri"/>
                <a:cs typeface="Calibri"/>
              </a:rPr>
              <a:t> </a:t>
            </a:r>
            <a:r>
              <a:rPr sz="2800" b="1" dirty="0">
                <a:latin typeface="Calibri"/>
                <a:cs typeface="Calibri"/>
              </a:rPr>
              <a:t>a</a:t>
            </a:r>
            <a:r>
              <a:rPr sz="2800" b="1" spc="-30" dirty="0">
                <a:latin typeface="Calibri"/>
                <a:cs typeface="Calibri"/>
              </a:rPr>
              <a:t> </a:t>
            </a:r>
            <a:r>
              <a:rPr sz="2800" b="1" dirty="0">
                <a:latin typeface="Calibri"/>
                <a:cs typeface="Calibri"/>
              </a:rPr>
              <a:t>&gt;</a:t>
            </a:r>
            <a:r>
              <a:rPr sz="2800" b="1" spc="-10" dirty="0">
                <a:latin typeface="Calibri"/>
                <a:cs typeface="Calibri"/>
              </a:rPr>
              <a:t> </a:t>
            </a:r>
            <a:r>
              <a:rPr sz="2800" b="1" spc="-25" dirty="0">
                <a:latin typeface="Calibri"/>
                <a:cs typeface="Calibri"/>
              </a:rPr>
              <a:t>0</a:t>
            </a:r>
            <a:r>
              <a:rPr sz="2800" spc="-25" dirty="0">
                <a:latin typeface="Calibri"/>
                <a:cs typeface="Calibri"/>
              </a:rPr>
              <a:t>.</a:t>
            </a:r>
            <a:endParaRPr sz="2800">
              <a:latin typeface="Calibri"/>
              <a:cs typeface="Calibri"/>
            </a:endParaRPr>
          </a:p>
          <a:p>
            <a:pPr marL="565785" indent="-514984">
              <a:lnSpc>
                <a:spcPct val="100000"/>
              </a:lnSpc>
              <a:spcBef>
                <a:spcPts val="635"/>
              </a:spcBef>
              <a:buAutoNum type="alphaLcParenR"/>
              <a:tabLst>
                <a:tab pos="565785" algn="l"/>
              </a:tabLst>
            </a:pPr>
            <a:r>
              <a:rPr sz="2800" dirty="0">
                <a:latin typeface="Calibri"/>
                <a:cs typeface="Calibri"/>
              </a:rPr>
              <a:t>Bắc</a:t>
            </a:r>
            <a:r>
              <a:rPr sz="2800" spc="-35" dirty="0">
                <a:latin typeface="Calibri"/>
                <a:cs typeface="Calibri"/>
              </a:rPr>
              <a:t> </a:t>
            </a:r>
            <a:r>
              <a:rPr sz="2800" spc="-20" dirty="0">
                <a:latin typeface="Calibri"/>
                <a:cs typeface="Calibri"/>
              </a:rPr>
              <a:t>cầu.</a:t>
            </a:r>
            <a:endParaRPr sz="2800">
              <a:latin typeface="Calibri"/>
              <a:cs typeface="Calibri"/>
            </a:endParaRPr>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20040" y="233832"/>
            <a:ext cx="8397875" cy="4374515"/>
          </a:xfrm>
          <a:prstGeom prst="rect">
            <a:avLst/>
          </a:prstGeom>
        </p:spPr>
        <p:txBody>
          <a:bodyPr vert="horz" wrap="square" lIns="0" tIns="97790" rIns="0" bIns="0" rtlCol="0">
            <a:spAutoFit/>
          </a:bodyPr>
          <a:lstStyle/>
          <a:p>
            <a:pPr marL="76200">
              <a:lnSpc>
                <a:spcPct val="100000"/>
              </a:lnSpc>
              <a:spcBef>
                <a:spcPts val="770"/>
              </a:spcBef>
            </a:pPr>
            <a:r>
              <a:rPr sz="2800" b="1" dirty="0">
                <a:latin typeface="Calibri"/>
                <a:cs typeface="Calibri"/>
              </a:rPr>
              <a:t>Ví</a:t>
            </a:r>
            <a:r>
              <a:rPr sz="2800" b="1" spc="-15" dirty="0">
                <a:latin typeface="Calibri"/>
                <a:cs typeface="Calibri"/>
              </a:rPr>
              <a:t> </a:t>
            </a:r>
            <a:r>
              <a:rPr sz="2800" b="1" dirty="0">
                <a:latin typeface="Calibri"/>
                <a:cs typeface="Calibri"/>
              </a:rPr>
              <a:t>dụ</a:t>
            </a:r>
            <a:r>
              <a:rPr sz="2800" b="1" spc="-10" dirty="0">
                <a:latin typeface="Calibri"/>
                <a:cs typeface="Calibri"/>
              </a:rPr>
              <a:t> </a:t>
            </a:r>
            <a:r>
              <a:rPr sz="2800" b="1" dirty="0">
                <a:latin typeface="Calibri"/>
                <a:cs typeface="Calibri"/>
              </a:rPr>
              <a:t>5:</a:t>
            </a:r>
            <a:r>
              <a:rPr sz="2800" b="1" spc="5" dirty="0">
                <a:latin typeface="Calibri"/>
                <a:cs typeface="Calibri"/>
              </a:rPr>
              <a:t> </a:t>
            </a:r>
            <a:r>
              <a:rPr sz="2800" dirty="0">
                <a:latin typeface="Calibri"/>
                <a:cs typeface="Calibri"/>
              </a:rPr>
              <a:t>x, y</a:t>
            </a:r>
            <a:r>
              <a:rPr sz="2800" spc="-15" dirty="0">
                <a:latin typeface="Calibri"/>
                <a:cs typeface="Calibri"/>
              </a:rPr>
              <a:t> </a:t>
            </a:r>
            <a:r>
              <a:rPr sz="2800" dirty="0">
                <a:latin typeface="Symbol"/>
                <a:cs typeface="Symbol"/>
              </a:rPr>
              <a:t></a:t>
            </a:r>
            <a:r>
              <a:rPr sz="2800" spc="-65" dirty="0">
                <a:latin typeface="Times New Roman"/>
                <a:cs typeface="Times New Roman"/>
              </a:rPr>
              <a:t> </a:t>
            </a:r>
            <a:r>
              <a:rPr sz="2800" spc="-25" dirty="0">
                <a:latin typeface="Calibri"/>
                <a:cs typeface="Calibri"/>
              </a:rPr>
              <a:t>N</a:t>
            </a:r>
            <a:r>
              <a:rPr sz="2775" spc="-37" baseline="25525" dirty="0">
                <a:latin typeface="Calibri"/>
                <a:cs typeface="Calibri"/>
              </a:rPr>
              <a:t>+</a:t>
            </a:r>
            <a:r>
              <a:rPr sz="2800" spc="-25" dirty="0">
                <a:latin typeface="Calibri"/>
                <a:cs typeface="Calibri"/>
              </a:rPr>
              <a:t>.</a:t>
            </a:r>
            <a:endParaRPr sz="2800">
              <a:latin typeface="Calibri"/>
              <a:cs typeface="Calibri"/>
            </a:endParaRPr>
          </a:p>
          <a:p>
            <a:pPr marL="28575" algn="ctr">
              <a:lnSpc>
                <a:spcPct val="100000"/>
              </a:lnSpc>
              <a:spcBef>
                <a:spcPts val="675"/>
              </a:spcBef>
            </a:pPr>
            <a:r>
              <a:rPr sz="2800" dirty="0">
                <a:latin typeface="Calibri"/>
                <a:cs typeface="Calibri"/>
              </a:rPr>
              <a:t>x</a:t>
            </a:r>
            <a:r>
              <a:rPr sz="2800" spc="-25" dirty="0">
                <a:latin typeface="Calibri"/>
                <a:cs typeface="Calibri"/>
              </a:rPr>
              <a:t> </a:t>
            </a:r>
            <a:r>
              <a:rPr sz="2800" dirty="0">
                <a:latin typeface="Calibri"/>
                <a:cs typeface="Calibri"/>
              </a:rPr>
              <a:t>R</a:t>
            </a:r>
            <a:r>
              <a:rPr sz="2800" spc="-20" dirty="0">
                <a:latin typeface="Calibri"/>
                <a:cs typeface="Calibri"/>
              </a:rPr>
              <a:t> </a:t>
            </a:r>
            <a:r>
              <a:rPr sz="2800" dirty="0">
                <a:latin typeface="Calibri"/>
                <a:cs typeface="Calibri"/>
              </a:rPr>
              <a:t>y</a:t>
            </a:r>
            <a:r>
              <a:rPr sz="2800" spc="-10" dirty="0">
                <a:latin typeface="Calibri"/>
                <a:cs typeface="Calibri"/>
              </a:rPr>
              <a:t> </a:t>
            </a:r>
            <a:r>
              <a:rPr sz="2800" dirty="0">
                <a:latin typeface="Symbol"/>
                <a:cs typeface="Symbol"/>
              </a:rPr>
              <a:t></a:t>
            </a:r>
            <a:r>
              <a:rPr sz="2800" spc="-90" dirty="0">
                <a:latin typeface="Times New Roman"/>
                <a:cs typeface="Times New Roman"/>
              </a:rPr>
              <a:t> </a:t>
            </a:r>
            <a:r>
              <a:rPr sz="2800" dirty="0">
                <a:latin typeface="Calibri"/>
                <a:cs typeface="Calibri"/>
              </a:rPr>
              <a:t>y</a:t>
            </a:r>
            <a:r>
              <a:rPr sz="2800" spc="-25" dirty="0">
                <a:latin typeface="Calibri"/>
                <a:cs typeface="Calibri"/>
              </a:rPr>
              <a:t> </a:t>
            </a:r>
            <a:r>
              <a:rPr sz="2800" dirty="0">
                <a:latin typeface="Calibri"/>
                <a:cs typeface="Calibri"/>
              </a:rPr>
              <a:t>chia</a:t>
            </a:r>
            <a:r>
              <a:rPr sz="2800" spc="-30" dirty="0">
                <a:latin typeface="Calibri"/>
                <a:cs typeface="Calibri"/>
              </a:rPr>
              <a:t> </a:t>
            </a:r>
            <a:r>
              <a:rPr sz="2800" dirty="0">
                <a:latin typeface="Calibri"/>
                <a:cs typeface="Calibri"/>
              </a:rPr>
              <a:t>hết</a:t>
            </a:r>
            <a:r>
              <a:rPr sz="2800" spc="-10" dirty="0">
                <a:latin typeface="Calibri"/>
                <a:cs typeface="Calibri"/>
              </a:rPr>
              <a:t> </a:t>
            </a:r>
            <a:r>
              <a:rPr sz="2800" dirty="0">
                <a:latin typeface="Calibri"/>
                <a:cs typeface="Calibri"/>
              </a:rPr>
              <a:t>cho</a:t>
            </a:r>
            <a:r>
              <a:rPr sz="2800" spc="-15" dirty="0">
                <a:latin typeface="Calibri"/>
                <a:cs typeface="Calibri"/>
              </a:rPr>
              <a:t> </a:t>
            </a:r>
            <a:r>
              <a:rPr sz="2800" spc="-25" dirty="0">
                <a:latin typeface="Calibri"/>
                <a:cs typeface="Calibri"/>
              </a:rPr>
              <a:t>x.</a:t>
            </a:r>
            <a:endParaRPr sz="2800">
              <a:latin typeface="Calibri"/>
              <a:cs typeface="Calibri"/>
            </a:endParaRPr>
          </a:p>
          <a:p>
            <a:pPr marL="76200">
              <a:lnSpc>
                <a:spcPct val="100000"/>
              </a:lnSpc>
              <a:spcBef>
                <a:spcPts val="635"/>
              </a:spcBef>
            </a:pPr>
            <a:r>
              <a:rPr sz="2800" b="1" dirty="0">
                <a:latin typeface="Calibri"/>
                <a:cs typeface="Calibri"/>
              </a:rPr>
              <a:t>Giải</a:t>
            </a:r>
            <a:r>
              <a:rPr sz="2800" b="1" spc="-25" dirty="0">
                <a:latin typeface="Calibri"/>
                <a:cs typeface="Calibri"/>
              </a:rPr>
              <a:t> </a:t>
            </a:r>
            <a:r>
              <a:rPr sz="2800" b="1" dirty="0">
                <a:latin typeface="Calibri"/>
                <a:cs typeface="Calibri"/>
              </a:rPr>
              <a:t>:</a:t>
            </a:r>
            <a:r>
              <a:rPr sz="2800" dirty="0">
                <a:latin typeface="Calibri"/>
                <a:cs typeface="Calibri"/>
              </a:rPr>
              <a:t>R</a:t>
            </a:r>
            <a:r>
              <a:rPr sz="2800" spc="-20" dirty="0">
                <a:latin typeface="Calibri"/>
                <a:cs typeface="Calibri"/>
              </a:rPr>
              <a:t> </a:t>
            </a:r>
            <a:r>
              <a:rPr sz="2800" dirty="0">
                <a:latin typeface="Calibri"/>
                <a:cs typeface="Calibri"/>
              </a:rPr>
              <a:t>là</a:t>
            </a:r>
            <a:r>
              <a:rPr sz="2800" spc="-45" dirty="0">
                <a:latin typeface="Calibri"/>
                <a:cs typeface="Calibri"/>
              </a:rPr>
              <a:t> </a:t>
            </a:r>
            <a:r>
              <a:rPr sz="2800" dirty="0">
                <a:latin typeface="Calibri"/>
                <a:cs typeface="Calibri"/>
              </a:rPr>
              <a:t>một</a:t>
            </a:r>
            <a:r>
              <a:rPr sz="2800" spc="-40" dirty="0">
                <a:latin typeface="Calibri"/>
                <a:cs typeface="Calibri"/>
              </a:rPr>
              <a:t> </a:t>
            </a:r>
            <a:r>
              <a:rPr sz="2800" dirty="0">
                <a:latin typeface="Calibri"/>
                <a:cs typeface="Calibri"/>
              </a:rPr>
              <a:t>quan</a:t>
            </a:r>
            <a:r>
              <a:rPr sz="2800" spc="-5" dirty="0">
                <a:latin typeface="Calibri"/>
                <a:cs typeface="Calibri"/>
              </a:rPr>
              <a:t> </a:t>
            </a:r>
            <a:r>
              <a:rPr sz="2800" dirty="0">
                <a:latin typeface="Calibri"/>
                <a:cs typeface="Calibri"/>
              </a:rPr>
              <a:t>hệ</a:t>
            </a:r>
            <a:r>
              <a:rPr sz="2800" spc="-40" dirty="0">
                <a:latin typeface="Calibri"/>
                <a:cs typeface="Calibri"/>
              </a:rPr>
              <a:t> </a:t>
            </a:r>
            <a:r>
              <a:rPr sz="2800" dirty="0">
                <a:latin typeface="Calibri"/>
                <a:cs typeface="Calibri"/>
              </a:rPr>
              <a:t>thứ</a:t>
            </a:r>
            <a:r>
              <a:rPr sz="2800" spc="-25" dirty="0">
                <a:latin typeface="Calibri"/>
                <a:cs typeface="Calibri"/>
              </a:rPr>
              <a:t> </a:t>
            </a:r>
            <a:r>
              <a:rPr sz="2800" dirty="0">
                <a:latin typeface="Calibri"/>
                <a:cs typeface="Calibri"/>
              </a:rPr>
              <a:t>tự</a:t>
            </a:r>
            <a:r>
              <a:rPr sz="2800" spc="-30" dirty="0">
                <a:latin typeface="Calibri"/>
                <a:cs typeface="Calibri"/>
              </a:rPr>
              <a:t> </a:t>
            </a:r>
            <a:r>
              <a:rPr sz="2800" spc="-25" dirty="0">
                <a:latin typeface="Calibri"/>
                <a:cs typeface="Calibri"/>
              </a:rPr>
              <a:t>?.</a:t>
            </a:r>
            <a:endParaRPr sz="2800">
              <a:latin typeface="Calibri"/>
              <a:cs typeface="Calibri"/>
            </a:endParaRPr>
          </a:p>
          <a:p>
            <a:pPr marL="591185" indent="-514984">
              <a:lnSpc>
                <a:spcPct val="100000"/>
              </a:lnSpc>
              <a:spcBef>
                <a:spcPts val="675"/>
              </a:spcBef>
              <a:buAutoNum type="alphaLcParenR"/>
              <a:tabLst>
                <a:tab pos="591185" algn="l"/>
              </a:tabLst>
            </a:pPr>
            <a:r>
              <a:rPr sz="2800" b="1" dirty="0">
                <a:latin typeface="Calibri"/>
                <a:cs typeface="Calibri"/>
              </a:rPr>
              <a:t>Phản</a:t>
            </a:r>
            <a:r>
              <a:rPr sz="2800" b="1" spc="-40" dirty="0">
                <a:latin typeface="Calibri"/>
                <a:cs typeface="Calibri"/>
              </a:rPr>
              <a:t> </a:t>
            </a:r>
            <a:r>
              <a:rPr sz="2800" b="1" dirty="0">
                <a:latin typeface="Calibri"/>
                <a:cs typeface="Calibri"/>
              </a:rPr>
              <a:t>xạ</a:t>
            </a:r>
            <a:r>
              <a:rPr sz="2800" b="1" spc="-40" dirty="0">
                <a:latin typeface="Calibri"/>
                <a:cs typeface="Calibri"/>
              </a:rPr>
              <a:t> </a:t>
            </a:r>
            <a:r>
              <a:rPr sz="2800" dirty="0">
                <a:latin typeface="Calibri"/>
                <a:cs typeface="Calibri"/>
              </a:rPr>
              <a:t>:</a:t>
            </a:r>
            <a:r>
              <a:rPr sz="2800" spc="-40" dirty="0">
                <a:latin typeface="Calibri"/>
                <a:cs typeface="Calibri"/>
              </a:rPr>
              <a:t> </a:t>
            </a:r>
            <a:r>
              <a:rPr sz="2800" spc="-50" dirty="0">
                <a:latin typeface="Calibri"/>
                <a:cs typeface="Calibri"/>
              </a:rPr>
              <a:t>?</a:t>
            </a:r>
            <a:endParaRPr sz="2800">
              <a:latin typeface="Calibri"/>
              <a:cs typeface="Calibri"/>
            </a:endParaRPr>
          </a:p>
          <a:p>
            <a:pPr marL="591185" indent="-514984">
              <a:lnSpc>
                <a:spcPct val="100000"/>
              </a:lnSpc>
              <a:spcBef>
                <a:spcPts val="705"/>
              </a:spcBef>
              <a:buAutoNum type="alphaLcParenR"/>
              <a:tabLst>
                <a:tab pos="591185" algn="l"/>
              </a:tabLst>
            </a:pPr>
            <a:r>
              <a:rPr sz="2800" b="1" dirty="0">
                <a:latin typeface="Calibri"/>
                <a:cs typeface="Calibri"/>
              </a:rPr>
              <a:t>Phản</a:t>
            </a:r>
            <a:r>
              <a:rPr sz="2800" b="1" spc="-30" dirty="0">
                <a:latin typeface="Calibri"/>
                <a:cs typeface="Calibri"/>
              </a:rPr>
              <a:t> </a:t>
            </a:r>
            <a:r>
              <a:rPr sz="2800" b="1" dirty="0">
                <a:latin typeface="Calibri"/>
                <a:cs typeface="Calibri"/>
              </a:rPr>
              <a:t>xứng</a:t>
            </a:r>
            <a:r>
              <a:rPr sz="2800" b="1" spc="-35" dirty="0">
                <a:latin typeface="Calibri"/>
                <a:cs typeface="Calibri"/>
              </a:rPr>
              <a:t> </a:t>
            </a:r>
            <a:r>
              <a:rPr sz="2800" dirty="0">
                <a:latin typeface="Calibri"/>
                <a:cs typeface="Calibri"/>
              </a:rPr>
              <a:t>:</a:t>
            </a:r>
            <a:r>
              <a:rPr sz="2800" spc="-20" dirty="0">
                <a:latin typeface="Calibri"/>
                <a:cs typeface="Calibri"/>
              </a:rPr>
              <a:t> </a:t>
            </a:r>
            <a:r>
              <a:rPr sz="2800" dirty="0">
                <a:latin typeface="Calibri"/>
                <a:cs typeface="Calibri"/>
              </a:rPr>
              <a:t>Giả</a:t>
            </a:r>
            <a:r>
              <a:rPr sz="2800" spc="-40" dirty="0">
                <a:latin typeface="Calibri"/>
                <a:cs typeface="Calibri"/>
              </a:rPr>
              <a:t> </a:t>
            </a:r>
            <a:r>
              <a:rPr sz="2800" dirty="0">
                <a:latin typeface="Calibri"/>
                <a:cs typeface="Calibri"/>
              </a:rPr>
              <a:t>sử</a:t>
            </a:r>
            <a:r>
              <a:rPr sz="2800" spc="-25" dirty="0">
                <a:latin typeface="Calibri"/>
                <a:cs typeface="Calibri"/>
              </a:rPr>
              <a:t> </a:t>
            </a:r>
            <a:r>
              <a:rPr sz="2800" dirty="0">
                <a:latin typeface="Calibri"/>
                <a:cs typeface="Calibri"/>
              </a:rPr>
              <a:t>với</a:t>
            </a:r>
            <a:r>
              <a:rPr sz="2800" spc="-25" dirty="0">
                <a:latin typeface="Calibri"/>
                <a:cs typeface="Calibri"/>
              </a:rPr>
              <a:t> </a:t>
            </a:r>
            <a:r>
              <a:rPr sz="2800" dirty="0">
                <a:latin typeface="Calibri"/>
                <a:cs typeface="Calibri"/>
              </a:rPr>
              <a:t>x=a</a:t>
            </a:r>
            <a:r>
              <a:rPr sz="2800" spc="-30" dirty="0">
                <a:latin typeface="Calibri"/>
                <a:cs typeface="Calibri"/>
              </a:rPr>
              <a:t> </a:t>
            </a:r>
            <a:r>
              <a:rPr sz="2800" dirty="0">
                <a:latin typeface="Calibri"/>
                <a:cs typeface="Calibri"/>
              </a:rPr>
              <a:t>,</a:t>
            </a:r>
            <a:r>
              <a:rPr sz="2800" spc="-35" dirty="0">
                <a:latin typeface="Calibri"/>
                <a:cs typeface="Calibri"/>
              </a:rPr>
              <a:t> </a:t>
            </a:r>
            <a:r>
              <a:rPr sz="2800" dirty="0">
                <a:latin typeface="Calibri"/>
                <a:cs typeface="Calibri"/>
              </a:rPr>
              <a:t>y=b</a:t>
            </a:r>
            <a:r>
              <a:rPr sz="2800" spc="-25" dirty="0">
                <a:latin typeface="Calibri"/>
                <a:cs typeface="Calibri"/>
              </a:rPr>
              <a:t> </a:t>
            </a:r>
            <a:r>
              <a:rPr sz="2800" dirty="0">
                <a:latin typeface="Calibri"/>
                <a:cs typeface="Calibri"/>
              </a:rPr>
              <a:t>và</a:t>
            </a:r>
            <a:r>
              <a:rPr sz="2800" spc="-30" dirty="0">
                <a:latin typeface="Calibri"/>
                <a:cs typeface="Calibri"/>
              </a:rPr>
              <a:t> </a:t>
            </a:r>
            <a:r>
              <a:rPr sz="2800" dirty="0">
                <a:latin typeface="Calibri"/>
                <a:cs typeface="Calibri"/>
              </a:rPr>
              <a:t>[(a,</a:t>
            </a:r>
            <a:r>
              <a:rPr sz="2800" spc="-35" dirty="0">
                <a:latin typeface="Calibri"/>
                <a:cs typeface="Calibri"/>
              </a:rPr>
              <a:t> </a:t>
            </a:r>
            <a:r>
              <a:rPr sz="2800" dirty="0">
                <a:latin typeface="Calibri"/>
                <a:cs typeface="Calibri"/>
              </a:rPr>
              <a:t>b) </a:t>
            </a:r>
            <a:r>
              <a:rPr sz="2800" dirty="0">
                <a:latin typeface="Symbol"/>
                <a:cs typeface="Symbol"/>
              </a:rPr>
              <a:t></a:t>
            </a:r>
            <a:r>
              <a:rPr sz="2800" spc="-85" dirty="0">
                <a:latin typeface="Times New Roman"/>
                <a:cs typeface="Times New Roman"/>
              </a:rPr>
              <a:t> </a:t>
            </a:r>
            <a:r>
              <a:rPr sz="2800" dirty="0">
                <a:latin typeface="Calibri"/>
                <a:cs typeface="Calibri"/>
              </a:rPr>
              <a:t>R</a:t>
            </a:r>
            <a:r>
              <a:rPr sz="2800" spc="-30" dirty="0">
                <a:latin typeface="Calibri"/>
                <a:cs typeface="Calibri"/>
              </a:rPr>
              <a:t> </a:t>
            </a:r>
            <a:r>
              <a:rPr sz="2800" dirty="0">
                <a:latin typeface="Symbol"/>
                <a:cs typeface="Symbol"/>
              </a:rPr>
              <a:t></a:t>
            </a:r>
            <a:r>
              <a:rPr sz="2800" spc="-90" dirty="0">
                <a:latin typeface="Times New Roman"/>
                <a:cs typeface="Times New Roman"/>
              </a:rPr>
              <a:t> </a:t>
            </a:r>
            <a:r>
              <a:rPr sz="2800" dirty="0">
                <a:latin typeface="Calibri"/>
                <a:cs typeface="Calibri"/>
              </a:rPr>
              <a:t>(b,</a:t>
            </a:r>
            <a:r>
              <a:rPr sz="2800" spc="-25" dirty="0">
                <a:latin typeface="Calibri"/>
                <a:cs typeface="Calibri"/>
              </a:rPr>
              <a:t> a)</a:t>
            </a:r>
            <a:endParaRPr sz="2800">
              <a:latin typeface="Calibri"/>
              <a:cs typeface="Calibri"/>
            </a:endParaRPr>
          </a:p>
          <a:p>
            <a:pPr marL="591185" marR="68580">
              <a:lnSpc>
                <a:spcPts val="3320"/>
              </a:lnSpc>
              <a:spcBef>
                <a:spcPts val="145"/>
              </a:spcBef>
              <a:tabLst>
                <a:tab pos="1159510" algn="l"/>
              </a:tabLst>
            </a:pPr>
            <a:r>
              <a:rPr sz="2800" dirty="0">
                <a:latin typeface="Symbol"/>
                <a:cs typeface="Symbol"/>
              </a:rPr>
              <a:t></a:t>
            </a:r>
            <a:r>
              <a:rPr sz="2800" dirty="0">
                <a:latin typeface="Calibri"/>
                <a:cs typeface="Calibri"/>
              </a:rPr>
              <a:t>R]</a:t>
            </a:r>
            <a:r>
              <a:rPr sz="2800" spc="-25" dirty="0">
                <a:latin typeface="Calibri"/>
                <a:cs typeface="Calibri"/>
              </a:rPr>
              <a:t> </a:t>
            </a:r>
            <a:r>
              <a:rPr sz="2800" dirty="0">
                <a:latin typeface="Calibri"/>
                <a:cs typeface="Calibri"/>
              </a:rPr>
              <a:t>có</a:t>
            </a:r>
            <a:r>
              <a:rPr sz="2800" spc="-55" dirty="0">
                <a:latin typeface="Calibri"/>
                <a:cs typeface="Calibri"/>
              </a:rPr>
              <a:t> </a:t>
            </a:r>
            <a:r>
              <a:rPr sz="2800" dirty="0">
                <a:latin typeface="Calibri"/>
                <a:cs typeface="Calibri"/>
              </a:rPr>
              <a:t>chân</a:t>
            </a:r>
            <a:r>
              <a:rPr sz="2800" spc="-40" dirty="0">
                <a:latin typeface="Calibri"/>
                <a:cs typeface="Calibri"/>
              </a:rPr>
              <a:t> </a:t>
            </a:r>
            <a:r>
              <a:rPr sz="2800" dirty="0">
                <a:latin typeface="Calibri"/>
                <a:cs typeface="Calibri"/>
              </a:rPr>
              <a:t>trị</a:t>
            </a:r>
            <a:r>
              <a:rPr sz="2800" spc="-50" dirty="0">
                <a:latin typeface="Calibri"/>
                <a:cs typeface="Calibri"/>
              </a:rPr>
              <a:t> </a:t>
            </a:r>
            <a:r>
              <a:rPr sz="2800" dirty="0">
                <a:latin typeface="Calibri"/>
                <a:cs typeface="Calibri"/>
              </a:rPr>
              <a:t>ĐÚNG.</a:t>
            </a:r>
            <a:r>
              <a:rPr sz="2800" spc="-45" dirty="0">
                <a:latin typeface="Calibri"/>
                <a:cs typeface="Calibri"/>
              </a:rPr>
              <a:t> </a:t>
            </a:r>
            <a:r>
              <a:rPr sz="2800" dirty="0">
                <a:latin typeface="Calibri"/>
                <a:cs typeface="Calibri"/>
              </a:rPr>
              <a:t>Theo</a:t>
            </a:r>
            <a:r>
              <a:rPr sz="2800" spc="-45" dirty="0">
                <a:latin typeface="Calibri"/>
                <a:cs typeface="Calibri"/>
              </a:rPr>
              <a:t> </a:t>
            </a:r>
            <a:r>
              <a:rPr sz="2800" dirty="0">
                <a:latin typeface="Calibri"/>
                <a:cs typeface="Calibri"/>
              </a:rPr>
              <a:t>định</a:t>
            </a:r>
            <a:r>
              <a:rPr sz="2800" spc="-40" dirty="0">
                <a:latin typeface="Calibri"/>
                <a:cs typeface="Calibri"/>
              </a:rPr>
              <a:t> </a:t>
            </a:r>
            <a:r>
              <a:rPr sz="2800" dirty="0">
                <a:latin typeface="Calibri"/>
                <a:cs typeface="Calibri"/>
              </a:rPr>
              <a:t>nghĩa</a:t>
            </a:r>
            <a:r>
              <a:rPr sz="2800" spc="-35" dirty="0">
                <a:latin typeface="Calibri"/>
                <a:cs typeface="Calibri"/>
              </a:rPr>
              <a:t> </a:t>
            </a:r>
            <a:r>
              <a:rPr sz="2800" dirty="0">
                <a:latin typeface="Calibri"/>
                <a:cs typeface="Calibri"/>
              </a:rPr>
              <a:t>ta</a:t>
            </a:r>
            <a:r>
              <a:rPr sz="2800" spc="-45" dirty="0">
                <a:latin typeface="Calibri"/>
                <a:cs typeface="Calibri"/>
              </a:rPr>
              <a:t> </a:t>
            </a:r>
            <a:r>
              <a:rPr sz="2800" dirty="0">
                <a:latin typeface="Calibri"/>
                <a:cs typeface="Calibri"/>
              </a:rPr>
              <a:t>có</a:t>
            </a:r>
            <a:r>
              <a:rPr sz="2800" spc="-55" dirty="0">
                <a:latin typeface="Calibri"/>
                <a:cs typeface="Calibri"/>
              </a:rPr>
              <a:t> </a:t>
            </a:r>
            <a:r>
              <a:rPr sz="2800" dirty="0">
                <a:latin typeface="Calibri"/>
                <a:cs typeface="Calibri"/>
              </a:rPr>
              <a:t>a</a:t>
            </a:r>
            <a:r>
              <a:rPr sz="2800" spc="5" dirty="0">
                <a:latin typeface="Calibri"/>
                <a:cs typeface="Calibri"/>
              </a:rPr>
              <a:t> </a:t>
            </a:r>
            <a:r>
              <a:rPr sz="2800" spc="-20" dirty="0">
                <a:latin typeface="Calibri"/>
                <a:cs typeface="Calibri"/>
              </a:rPr>
              <a:t>=k</a:t>
            </a:r>
            <a:r>
              <a:rPr sz="2775" spc="-30" baseline="-21021" dirty="0">
                <a:latin typeface="Calibri"/>
                <a:cs typeface="Calibri"/>
              </a:rPr>
              <a:t>1</a:t>
            </a:r>
            <a:r>
              <a:rPr sz="2800" spc="-20" dirty="0">
                <a:latin typeface="Calibri"/>
                <a:cs typeface="Calibri"/>
              </a:rPr>
              <a:t>b</a:t>
            </a:r>
            <a:r>
              <a:rPr sz="2800" spc="700" dirty="0">
                <a:latin typeface="Calibri"/>
                <a:cs typeface="Calibri"/>
              </a:rPr>
              <a:t> </a:t>
            </a:r>
            <a:r>
              <a:rPr sz="2800" spc="-25" dirty="0">
                <a:latin typeface="Calibri"/>
                <a:cs typeface="Calibri"/>
              </a:rPr>
              <a:t>và</a:t>
            </a:r>
            <a:r>
              <a:rPr sz="2800" dirty="0">
                <a:latin typeface="Calibri"/>
                <a:cs typeface="Calibri"/>
              </a:rPr>
              <a:t>	b=k</a:t>
            </a:r>
            <a:r>
              <a:rPr sz="2775" baseline="-21021" dirty="0">
                <a:latin typeface="Calibri"/>
                <a:cs typeface="Calibri"/>
              </a:rPr>
              <a:t>2</a:t>
            </a:r>
            <a:r>
              <a:rPr sz="2800" dirty="0">
                <a:latin typeface="Calibri"/>
                <a:cs typeface="Calibri"/>
              </a:rPr>
              <a:t>a.</a:t>
            </a:r>
            <a:r>
              <a:rPr sz="2800" spc="-5" dirty="0">
                <a:latin typeface="Calibri"/>
                <a:cs typeface="Calibri"/>
              </a:rPr>
              <a:t> </a:t>
            </a:r>
            <a:r>
              <a:rPr sz="2800" spc="-75" dirty="0">
                <a:latin typeface="Calibri"/>
                <a:cs typeface="Calibri"/>
              </a:rPr>
              <a:t>Ta</a:t>
            </a:r>
            <a:r>
              <a:rPr sz="2800" spc="-40" dirty="0">
                <a:latin typeface="Calibri"/>
                <a:cs typeface="Calibri"/>
              </a:rPr>
              <a:t> </a:t>
            </a:r>
            <a:r>
              <a:rPr sz="2800" dirty="0">
                <a:latin typeface="Calibri"/>
                <a:cs typeface="Calibri"/>
              </a:rPr>
              <a:t>có</a:t>
            </a:r>
            <a:r>
              <a:rPr sz="2800" spc="-15" dirty="0">
                <a:latin typeface="Calibri"/>
                <a:cs typeface="Calibri"/>
              </a:rPr>
              <a:t> </a:t>
            </a:r>
            <a:r>
              <a:rPr sz="2800" dirty="0">
                <a:latin typeface="Calibri"/>
                <a:cs typeface="Calibri"/>
              </a:rPr>
              <a:t>a=k</a:t>
            </a:r>
            <a:r>
              <a:rPr sz="2775" baseline="-21021" dirty="0">
                <a:latin typeface="Calibri"/>
                <a:cs typeface="Calibri"/>
              </a:rPr>
              <a:t>1</a:t>
            </a:r>
            <a:r>
              <a:rPr sz="2800" dirty="0">
                <a:latin typeface="Calibri"/>
                <a:cs typeface="Calibri"/>
              </a:rPr>
              <a:t>k</a:t>
            </a:r>
            <a:r>
              <a:rPr sz="2775" baseline="-21021" dirty="0">
                <a:latin typeface="Calibri"/>
                <a:cs typeface="Calibri"/>
              </a:rPr>
              <a:t>2</a:t>
            </a:r>
            <a:r>
              <a:rPr sz="2800" dirty="0">
                <a:latin typeface="Calibri"/>
                <a:cs typeface="Calibri"/>
              </a:rPr>
              <a:t>a.</a:t>
            </a:r>
            <a:r>
              <a:rPr sz="2800" spc="-25" dirty="0">
                <a:latin typeface="Calibri"/>
                <a:cs typeface="Calibri"/>
              </a:rPr>
              <a:t> </a:t>
            </a:r>
            <a:r>
              <a:rPr sz="2800" dirty="0">
                <a:latin typeface="Calibri"/>
                <a:cs typeface="Calibri"/>
              </a:rPr>
              <a:t>Do</a:t>
            </a:r>
            <a:r>
              <a:rPr sz="2800" spc="-15" dirty="0">
                <a:latin typeface="Calibri"/>
                <a:cs typeface="Calibri"/>
              </a:rPr>
              <a:t> </a:t>
            </a:r>
            <a:r>
              <a:rPr sz="2800" dirty="0">
                <a:latin typeface="Calibri"/>
                <a:cs typeface="Calibri"/>
              </a:rPr>
              <a:t>a</a:t>
            </a:r>
            <a:r>
              <a:rPr sz="2800" spc="-20" dirty="0">
                <a:latin typeface="Calibri"/>
                <a:cs typeface="Calibri"/>
              </a:rPr>
              <a:t> </a:t>
            </a:r>
            <a:r>
              <a:rPr sz="2800" dirty="0">
                <a:latin typeface="Calibri"/>
                <a:cs typeface="Calibri"/>
              </a:rPr>
              <a:t>&gt;</a:t>
            </a:r>
            <a:r>
              <a:rPr sz="2800" spc="-20" dirty="0">
                <a:latin typeface="Calibri"/>
                <a:cs typeface="Calibri"/>
              </a:rPr>
              <a:t> </a:t>
            </a:r>
            <a:r>
              <a:rPr sz="2800" dirty="0">
                <a:latin typeface="Calibri"/>
                <a:cs typeface="Calibri"/>
              </a:rPr>
              <a:t>0,</a:t>
            </a:r>
            <a:r>
              <a:rPr sz="2800" spc="-20" dirty="0">
                <a:latin typeface="Calibri"/>
                <a:cs typeface="Calibri"/>
              </a:rPr>
              <a:t> </a:t>
            </a:r>
            <a:r>
              <a:rPr sz="2800" dirty="0">
                <a:latin typeface="Calibri"/>
                <a:cs typeface="Calibri"/>
              </a:rPr>
              <a:t>b</a:t>
            </a:r>
            <a:r>
              <a:rPr sz="2800" spc="-25" dirty="0">
                <a:latin typeface="Calibri"/>
                <a:cs typeface="Calibri"/>
              </a:rPr>
              <a:t> </a:t>
            </a:r>
            <a:r>
              <a:rPr sz="2800" dirty="0">
                <a:latin typeface="Calibri"/>
                <a:cs typeface="Calibri"/>
              </a:rPr>
              <a:t>&gt;</a:t>
            </a:r>
            <a:r>
              <a:rPr sz="2800" spc="-15" dirty="0">
                <a:latin typeface="Calibri"/>
                <a:cs typeface="Calibri"/>
              </a:rPr>
              <a:t> </a:t>
            </a:r>
            <a:r>
              <a:rPr sz="2800" dirty="0">
                <a:latin typeface="Calibri"/>
                <a:cs typeface="Calibri"/>
              </a:rPr>
              <a:t>0</a:t>
            </a:r>
            <a:r>
              <a:rPr sz="2800" spc="-20" dirty="0">
                <a:latin typeface="Calibri"/>
                <a:cs typeface="Calibri"/>
              </a:rPr>
              <a:t> </a:t>
            </a:r>
            <a:r>
              <a:rPr sz="2800" dirty="0">
                <a:latin typeface="Calibri"/>
                <a:cs typeface="Calibri"/>
              </a:rPr>
              <a:t>nên</a:t>
            </a:r>
            <a:r>
              <a:rPr sz="2800" spc="-20" dirty="0">
                <a:latin typeface="Calibri"/>
                <a:cs typeface="Calibri"/>
              </a:rPr>
              <a:t> </a:t>
            </a:r>
            <a:r>
              <a:rPr sz="2800" dirty="0">
                <a:latin typeface="Calibri"/>
                <a:cs typeface="Calibri"/>
              </a:rPr>
              <a:t>k</a:t>
            </a:r>
            <a:r>
              <a:rPr sz="2775" baseline="-21021" dirty="0">
                <a:latin typeface="Calibri"/>
                <a:cs typeface="Calibri"/>
              </a:rPr>
              <a:t>1</a:t>
            </a:r>
            <a:r>
              <a:rPr sz="2775" spc="284" baseline="-21021" dirty="0">
                <a:latin typeface="Calibri"/>
                <a:cs typeface="Calibri"/>
              </a:rPr>
              <a:t> </a:t>
            </a:r>
            <a:r>
              <a:rPr sz="2800" dirty="0">
                <a:latin typeface="Calibri"/>
                <a:cs typeface="Calibri"/>
              </a:rPr>
              <a:t>&gt;</a:t>
            </a:r>
            <a:r>
              <a:rPr sz="2800" spc="-30" dirty="0">
                <a:latin typeface="Calibri"/>
                <a:cs typeface="Calibri"/>
              </a:rPr>
              <a:t> </a:t>
            </a:r>
            <a:r>
              <a:rPr sz="2800" dirty="0">
                <a:latin typeface="Calibri"/>
                <a:cs typeface="Calibri"/>
              </a:rPr>
              <a:t>0</a:t>
            </a:r>
            <a:r>
              <a:rPr sz="2800" spc="-15" dirty="0">
                <a:latin typeface="Calibri"/>
                <a:cs typeface="Calibri"/>
              </a:rPr>
              <a:t> </a:t>
            </a:r>
            <a:r>
              <a:rPr sz="2800" dirty="0">
                <a:latin typeface="Calibri"/>
                <a:cs typeface="Calibri"/>
              </a:rPr>
              <a:t>,</a:t>
            </a:r>
            <a:r>
              <a:rPr sz="2800" spc="-20" dirty="0">
                <a:latin typeface="Calibri"/>
                <a:cs typeface="Calibri"/>
              </a:rPr>
              <a:t> </a:t>
            </a:r>
            <a:r>
              <a:rPr sz="2800" spc="-25" dirty="0">
                <a:latin typeface="Calibri"/>
                <a:cs typeface="Calibri"/>
              </a:rPr>
              <a:t>k</a:t>
            </a:r>
            <a:r>
              <a:rPr sz="2775" spc="-37" baseline="-21021" dirty="0">
                <a:latin typeface="Calibri"/>
                <a:cs typeface="Calibri"/>
              </a:rPr>
              <a:t>2</a:t>
            </a:r>
            <a:endParaRPr sz="2775" baseline="-21021">
              <a:latin typeface="Calibri"/>
              <a:cs typeface="Calibri"/>
            </a:endParaRPr>
          </a:p>
          <a:p>
            <a:pPr marL="591185">
              <a:lnSpc>
                <a:spcPts val="3260"/>
              </a:lnSpc>
            </a:pPr>
            <a:r>
              <a:rPr sz="2800" dirty="0">
                <a:latin typeface="Calibri"/>
                <a:cs typeface="Calibri"/>
              </a:rPr>
              <a:t>&gt;</a:t>
            </a:r>
            <a:r>
              <a:rPr sz="2800" spc="-45" dirty="0">
                <a:latin typeface="Calibri"/>
                <a:cs typeface="Calibri"/>
              </a:rPr>
              <a:t> </a:t>
            </a:r>
            <a:r>
              <a:rPr sz="2800" dirty="0">
                <a:latin typeface="Calibri"/>
                <a:cs typeface="Calibri"/>
              </a:rPr>
              <a:t>0.</a:t>
            </a:r>
            <a:r>
              <a:rPr sz="2800" spc="-45" dirty="0">
                <a:latin typeface="Calibri"/>
                <a:cs typeface="Calibri"/>
              </a:rPr>
              <a:t> </a:t>
            </a:r>
            <a:r>
              <a:rPr sz="2800" dirty="0">
                <a:latin typeface="Calibri"/>
                <a:cs typeface="Calibri"/>
              </a:rPr>
              <a:t>Suy</a:t>
            </a:r>
            <a:r>
              <a:rPr sz="2800" spc="-45" dirty="0">
                <a:latin typeface="Calibri"/>
                <a:cs typeface="Calibri"/>
              </a:rPr>
              <a:t> </a:t>
            </a:r>
            <a:r>
              <a:rPr sz="2800" dirty="0">
                <a:latin typeface="Calibri"/>
                <a:cs typeface="Calibri"/>
              </a:rPr>
              <a:t>ra</a:t>
            </a:r>
            <a:r>
              <a:rPr sz="2800" spc="-55" dirty="0">
                <a:latin typeface="Calibri"/>
                <a:cs typeface="Calibri"/>
              </a:rPr>
              <a:t> </a:t>
            </a:r>
            <a:r>
              <a:rPr sz="2800" dirty="0">
                <a:latin typeface="Calibri"/>
                <a:cs typeface="Calibri"/>
              </a:rPr>
              <a:t>k</a:t>
            </a:r>
            <a:r>
              <a:rPr sz="2775" baseline="-21021" dirty="0">
                <a:latin typeface="Calibri"/>
                <a:cs typeface="Calibri"/>
              </a:rPr>
              <a:t>1</a:t>
            </a:r>
            <a:r>
              <a:rPr sz="2800" dirty="0">
                <a:latin typeface="Calibri"/>
                <a:cs typeface="Calibri"/>
              </a:rPr>
              <a:t>=k</a:t>
            </a:r>
            <a:r>
              <a:rPr sz="2775" baseline="-21021" dirty="0">
                <a:latin typeface="Calibri"/>
                <a:cs typeface="Calibri"/>
              </a:rPr>
              <a:t>2</a:t>
            </a:r>
            <a:r>
              <a:rPr sz="2800" dirty="0">
                <a:latin typeface="Calibri"/>
                <a:cs typeface="Calibri"/>
              </a:rPr>
              <a:t>=1.</a:t>
            </a:r>
            <a:r>
              <a:rPr sz="2800" spc="-20" dirty="0">
                <a:latin typeface="Calibri"/>
                <a:cs typeface="Calibri"/>
              </a:rPr>
              <a:t> </a:t>
            </a:r>
            <a:r>
              <a:rPr sz="2800" spc="-40" dirty="0">
                <a:latin typeface="Calibri"/>
                <a:cs typeface="Calibri"/>
              </a:rPr>
              <a:t>Vậy</a:t>
            </a:r>
            <a:r>
              <a:rPr sz="2800" spc="-60" dirty="0">
                <a:latin typeface="Calibri"/>
                <a:cs typeface="Calibri"/>
              </a:rPr>
              <a:t> </a:t>
            </a:r>
            <a:r>
              <a:rPr sz="2800" spc="-20" dirty="0">
                <a:latin typeface="Calibri"/>
                <a:cs typeface="Calibri"/>
              </a:rPr>
              <a:t>a=b.</a:t>
            </a:r>
            <a:endParaRPr sz="2800">
              <a:latin typeface="Calibri"/>
              <a:cs typeface="Calibri"/>
            </a:endParaRPr>
          </a:p>
          <a:p>
            <a:pPr marL="591185" indent="-514984">
              <a:lnSpc>
                <a:spcPct val="100000"/>
              </a:lnSpc>
              <a:spcBef>
                <a:spcPts val="675"/>
              </a:spcBef>
              <a:buAutoNum type="alphaLcParenR" startAt="3"/>
              <a:tabLst>
                <a:tab pos="591185" algn="l"/>
              </a:tabLst>
            </a:pPr>
            <a:r>
              <a:rPr sz="2800" b="1" dirty="0">
                <a:latin typeface="Calibri"/>
                <a:cs typeface="Calibri"/>
              </a:rPr>
              <a:t>Bắc</a:t>
            </a:r>
            <a:r>
              <a:rPr sz="2800" b="1" spc="-20" dirty="0">
                <a:latin typeface="Calibri"/>
                <a:cs typeface="Calibri"/>
              </a:rPr>
              <a:t> </a:t>
            </a:r>
            <a:r>
              <a:rPr sz="2800" b="1" dirty="0">
                <a:latin typeface="Calibri"/>
                <a:cs typeface="Calibri"/>
              </a:rPr>
              <a:t>cầu</a:t>
            </a:r>
            <a:r>
              <a:rPr sz="2800" b="1" spc="-35" dirty="0">
                <a:latin typeface="Calibri"/>
                <a:cs typeface="Calibri"/>
              </a:rPr>
              <a:t> </a:t>
            </a:r>
            <a:r>
              <a:rPr sz="2800" dirty="0">
                <a:latin typeface="Calibri"/>
                <a:cs typeface="Calibri"/>
              </a:rPr>
              <a:t>:</a:t>
            </a:r>
            <a:r>
              <a:rPr sz="2800" spc="-20" dirty="0">
                <a:latin typeface="Calibri"/>
                <a:cs typeface="Calibri"/>
              </a:rPr>
              <a:t> </a:t>
            </a:r>
            <a:r>
              <a:rPr sz="2800" spc="-50" dirty="0">
                <a:latin typeface="Calibri"/>
                <a:cs typeface="Calibri"/>
              </a:rPr>
              <a:t>?</a:t>
            </a:r>
            <a:endParaRPr sz="2800">
              <a:latin typeface="Calibri"/>
              <a:cs typeface="Calibri"/>
            </a:endParaRPr>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227736"/>
            <a:ext cx="8012430" cy="4039235"/>
          </a:xfrm>
          <a:prstGeom prst="rect">
            <a:avLst/>
          </a:prstGeom>
        </p:spPr>
        <p:txBody>
          <a:bodyPr vert="horz" wrap="square" lIns="0" tIns="99695" rIns="0" bIns="0" rtlCol="0">
            <a:spAutoFit/>
          </a:bodyPr>
          <a:lstStyle/>
          <a:p>
            <a:pPr marL="12700">
              <a:lnSpc>
                <a:spcPct val="100000"/>
              </a:lnSpc>
              <a:spcBef>
                <a:spcPts val="785"/>
              </a:spcBef>
            </a:pPr>
            <a:r>
              <a:rPr sz="2800" b="1" dirty="0">
                <a:latin typeface="Calibri"/>
                <a:cs typeface="Calibri"/>
              </a:rPr>
              <a:t>Ví dụ </a:t>
            </a:r>
            <a:r>
              <a:rPr sz="2800" b="1" spc="-25" dirty="0">
                <a:latin typeface="Calibri"/>
                <a:cs typeface="Calibri"/>
              </a:rPr>
              <a:t>6:</a:t>
            </a:r>
            <a:endParaRPr sz="2800">
              <a:latin typeface="Calibri"/>
              <a:cs typeface="Calibri"/>
            </a:endParaRPr>
          </a:p>
          <a:p>
            <a:pPr marL="12700" marR="5080">
              <a:lnSpc>
                <a:spcPct val="100000"/>
              </a:lnSpc>
              <a:spcBef>
                <a:spcPts val="680"/>
              </a:spcBef>
              <a:tabLst>
                <a:tab pos="5007610" algn="l"/>
              </a:tabLst>
            </a:pPr>
            <a:r>
              <a:rPr sz="2800" dirty="0">
                <a:latin typeface="Calibri"/>
                <a:cs typeface="Calibri"/>
              </a:rPr>
              <a:t>Cho</a:t>
            </a:r>
            <a:r>
              <a:rPr sz="2800" spc="-40" dirty="0">
                <a:latin typeface="Calibri"/>
                <a:cs typeface="Calibri"/>
              </a:rPr>
              <a:t> </a:t>
            </a:r>
            <a:r>
              <a:rPr sz="2800" dirty="0">
                <a:latin typeface="Calibri"/>
                <a:cs typeface="Calibri"/>
              </a:rPr>
              <a:t>X</a:t>
            </a:r>
            <a:r>
              <a:rPr sz="2800" spc="-45"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{1,</a:t>
            </a:r>
            <a:r>
              <a:rPr sz="2800" spc="-35" dirty="0">
                <a:latin typeface="Calibri"/>
                <a:cs typeface="Calibri"/>
              </a:rPr>
              <a:t> </a:t>
            </a:r>
            <a:r>
              <a:rPr sz="2800" dirty="0">
                <a:latin typeface="Calibri"/>
                <a:cs typeface="Calibri"/>
              </a:rPr>
              <a:t>2,</a:t>
            </a:r>
            <a:r>
              <a:rPr sz="2800" spc="-35" dirty="0">
                <a:latin typeface="Calibri"/>
                <a:cs typeface="Calibri"/>
              </a:rPr>
              <a:t> </a:t>
            </a:r>
            <a:r>
              <a:rPr sz="2800" dirty="0">
                <a:latin typeface="Calibri"/>
                <a:cs typeface="Calibri"/>
              </a:rPr>
              <a:t>3}.</a:t>
            </a:r>
            <a:r>
              <a:rPr sz="2800" spc="-35" dirty="0">
                <a:latin typeface="Calibri"/>
                <a:cs typeface="Calibri"/>
              </a:rPr>
              <a:t> </a:t>
            </a:r>
            <a:r>
              <a:rPr sz="2800" dirty="0">
                <a:latin typeface="Calibri"/>
                <a:cs typeface="Calibri"/>
              </a:rPr>
              <a:t>Gọi</a:t>
            </a:r>
            <a:r>
              <a:rPr sz="2800" spc="-25" dirty="0">
                <a:latin typeface="Calibri"/>
                <a:cs typeface="Calibri"/>
              </a:rPr>
              <a:t> </a:t>
            </a:r>
            <a:r>
              <a:rPr sz="2800" dirty="0">
                <a:latin typeface="Cambria Math"/>
                <a:cs typeface="Cambria Math"/>
              </a:rPr>
              <a:t>ℙ</a:t>
            </a:r>
            <a:r>
              <a:rPr sz="2800" dirty="0">
                <a:latin typeface="Calibri"/>
                <a:cs typeface="Calibri"/>
              </a:rPr>
              <a:t>(X)</a:t>
            </a:r>
            <a:r>
              <a:rPr sz="2800" spc="-35" dirty="0">
                <a:latin typeface="Calibri"/>
                <a:cs typeface="Calibri"/>
              </a:rPr>
              <a:t> </a:t>
            </a:r>
            <a:r>
              <a:rPr sz="2800" dirty="0">
                <a:latin typeface="Calibri"/>
                <a:cs typeface="Calibri"/>
              </a:rPr>
              <a:t>là</a:t>
            </a:r>
            <a:r>
              <a:rPr sz="2800" spc="-45" dirty="0">
                <a:latin typeface="Calibri"/>
                <a:cs typeface="Calibri"/>
              </a:rPr>
              <a:t> </a:t>
            </a:r>
            <a:r>
              <a:rPr sz="2800" dirty="0">
                <a:latin typeface="Calibri"/>
                <a:cs typeface="Calibri"/>
              </a:rPr>
              <a:t>tập</a:t>
            </a:r>
            <a:r>
              <a:rPr sz="2800" spc="-45" dirty="0">
                <a:latin typeface="Calibri"/>
                <a:cs typeface="Calibri"/>
              </a:rPr>
              <a:t> </a:t>
            </a:r>
            <a:r>
              <a:rPr sz="2800" dirty="0">
                <a:latin typeface="Calibri"/>
                <a:cs typeface="Calibri"/>
              </a:rPr>
              <a:t>tất</a:t>
            </a:r>
            <a:r>
              <a:rPr sz="2800" spc="-45" dirty="0">
                <a:latin typeface="Calibri"/>
                <a:cs typeface="Calibri"/>
              </a:rPr>
              <a:t> </a:t>
            </a:r>
            <a:r>
              <a:rPr sz="2800" dirty="0">
                <a:latin typeface="Calibri"/>
                <a:cs typeface="Calibri"/>
              </a:rPr>
              <a:t>cả</a:t>
            </a:r>
            <a:r>
              <a:rPr sz="2800" spc="-40" dirty="0">
                <a:latin typeface="Calibri"/>
                <a:cs typeface="Calibri"/>
              </a:rPr>
              <a:t> </a:t>
            </a:r>
            <a:r>
              <a:rPr sz="2800" dirty="0">
                <a:latin typeface="Calibri"/>
                <a:cs typeface="Calibri"/>
              </a:rPr>
              <a:t>các</a:t>
            </a:r>
            <a:r>
              <a:rPr sz="2800" spc="-40" dirty="0">
                <a:latin typeface="Calibri"/>
                <a:cs typeface="Calibri"/>
              </a:rPr>
              <a:t> </a:t>
            </a:r>
            <a:r>
              <a:rPr sz="2800" dirty="0">
                <a:latin typeface="Calibri"/>
                <a:cs typeface="Calibri"/>
              </a:rPr>
              <a:t>tập</a:t>
            </a:r>
            <a:r>
              <a:rPr sz="2800" spc="-30" dirty="0">
                <a:latin typeface="Calibri"/>
                <a:cs typeface="Calibri"/>
              </a:rPr>
              <a:t> </a:t>
            </a:r>
            <a:r>
              <a:rPr sz="2800" dirty="0">
                <a:latin typeface="Calibri"/>
                <a:cs typeface="Calibri"/>
              </a:rPr>
              <a:t>con</a:t>
            </a:r>
            <a:r>
              <a:rPr sz="2800" spc="-35" dirty="0">
                <a:latin typeface="Calibri"/>
                <a:cs typeface="Calibri"/>
              </a:rPr>
              <a:t> </a:t>
            </a:r>
            <a:r>
              <a:rPr sz="2800" dirty="0">
                <a:latin typeface="Calibri"/>
                <a:cs typeface="Calibri"/>
              </a:rPr>
              <a:t>của</a:t>
            </a:r>
            <a:r>
              <a:rPr sz="2800" spc="-25" dirty="0">
                <a:latin typeface="Calibri"/>
                <a:cs typeface="Calibri"/>
              </a:rPr>
              <a:t> </a:t>
            </a:r>
            <a:r>
              <a:rPr sz="2800" spc="-50" dirty="0">
                <a:latin typeface="Calibri"/>
                <a:cs typeface="Calibri"/>
              </a:rPr>
              <a:t>X </a:t>
            </a:r>
            <a:r>
              <a:rPr sz="2800" dirty="0">
                <a:latin typeface="Calibri"/>
                <a:cs typeface="Calibri"/>
              </a:rPr>
              <a:t>ta</a:t>
            </a:r>
            <a:r>
              <a:rPr sz="2800" spc="-55" dirty="0">
                <a:latin typeface="Calibri"/>
                <a:cs typeface="Calibri"/>
              </a:rPr>
              <a:t> </a:t>
            </a:r>
            <a:r>
              <a:rPr sz="2800" dirty="0">
                <a:latin typeface="Calibri"/>
                <a:cs typeface="Calibri"/>
              </a:rPr>
              <a:t>định</a:t>
            </a:r>
            <a:r>
              <a:rPr sz="2800" spc="-45" dirty="0">
                <a:latin typeface="Calibri"/>
                <a:cs typeface="Calibri"/>
              </a:rPr>
              <a:t> </a:t>
            </a:r>
            <a:r>
              <a:rPr sz="2800" dirty="0">
                <a:latin typeface="Calibri"/>
                <a:cs typeface="Calibri"/>
              </a:rPr>
              <a:t>nghĩa</a:t>
            </a:r>
            <a:r>
              <a:rPr sz="2800" spc="-40" dirty="0">
                <a:latin typeface="Calibri"/>
                <a:cs typeface="Calibri"/>
              </a:rPr>
              <a:t> </a:t>
            </a:r>
            <a:r>
              <a:rPr sz="2800" dirty="0">
                <a:latin typeface="Calibri"/>
                <a:cs typeface="Calibri"/>
              </a:rPr>
              <a:t>quan</a:t>
            </a:r>
            <a:r>
              <a:rPr sz="2800" spc="-40" dirty="0">
                <a:latin typeface="Calibri"/>
                <a:cs typeface="Calibri"/>
              </a:rPr>
              <a:t> </a:t>
            </a:r>
            <a:r>
              <a:rPr sz="2800" dirty="0">
                <a:latin typeface="Calibri"/>
                <a:cs typeface="Calibri"/>
              </a:rPr>
              <a:t>hệ</a:t>
            </a:r>
            <a:r>
              <a:rPr sz="2800" spc="-50" dirty="0">
                <a:latin typeface="Calibri"/>
                <a:cs typeface="Calibri"/>
              </a:rPr>
              <a:t> </a:t>
            </a:r>
            <a:r>
              <a:rPr sz="2800" dirty="0">
                <a:latin typeface="Calibri"/>
                <a:cs typeface="Calibri"/>
              </a:rPr>
              <a:t>R</a:t>
            </a:r>
            <a:r>
              <a:rPr sz="2800" spc="-50" dirty="0">
                <a:latin typeface="Calibri"/>
                <a:cs typeface="Calibri"/>
              </a:rPr>
              <a:t> </a:t>
            </a:r>
            <a:r>
              <a:rPr sz="2800" dirty="0">
                <a:latin typeface="Calibri"/>
                <a:cs typeface="Calibri"/>
              </a:rPr>
              <a:t>trên</a:t>
            </a:r>
            <a:r>
              <a:rPr sz="2800" spc="-25" dirty="0">
                <a:latin typeface="Calibri"/>
                <a:cs typeface="Calibri"/>
              </a:rPr>
              <a:t> </a:t>
            </a:r>
            <a:r>
              <a:rPr sz="2800" spc="-20" dirty="0">
                <a:latin typeface="Cambria Math"/>
                <a:cs typeface="Cambria Math"/>
              </a:rPr>
              <a:t>ℙ</a:t>
            </a:r>
            <a:r>
              <a:rPr sz="2800" spc="-20" dirty="0">
                <a:latin typeface="Calibri"/>
                <a:cs typeface="Calibri"/>
              </a:rPr>
              <a:t>(X)</a:t>
            </a:r>
            <a:r>
              <a:rPr sz="2800" dirty="0">
                <a:latin typeface="Calibri"/>
                <a:cs typeface="Calibri"/>
              </a:rPr>
              <a:t>	như</a:t>
            </a:r>
            <a:r>
              <a:rPr sz="2800" spc="-30" dirty="0">
                <a:latin typeface="Calibri"/>
                <a:cs typeface="Calibri"/>
              </a:rPr>
              <a:t> </a:t>
            </a:r>
            <a:r>
              <a:rPr sz="2800" spc="-20" dirty="0">
                <a:latin typeface="Calibri"/>
                <a:cs typeface="Calibri"/>
              </a:rPr>
              <a:t>sau:</a:t>
            </a:r>
            <a:endParaRPr sz="2800">
              <a:latin typeface="Calibri"/>
              <a:cs typeface="Calibri"/>
            </a:endParaRPr>
          </a:p>
          <a:p>
            <a:pPr marL="287655" algn="ctr">
              <a:lnSpc>
                <a:spcPct val="100000"/>
              </a:lnSpc>
              <a:spcBef>
                <a:spcPts val="700"/>
              </a:spcBef>
            </a:pPr>
            <a:r>
              <a:rPr sz="2800" dirty="0">
                <a:latin typeface="Calibri"/>
                <a:cs typeface="Calibri"/>
              </a:rPr>
              <a:t>A R</a:t>
            </a:r>
            <a:r>
              <a:rPr sz="2800" spc="-10" dirty="0">
                <a:latin typeface="Calibri"/>
                <a:cs typeface="Calibri"/>
              </a:rPr>
              <a:t> </a:t>
            </a:r>
            <a:r>
              <a:rPr sz="2800" dirty="0">
                <a:latin typeface="Calibri"/>
                <a:cs typeface="Calibri"/>
              </a:rPr>
              <a:t>B</a:t>
            </a:r>
            <a:r>
              <a:rPr sz="2800" spc="-10" dirty="0">
                <a:latin typeface="Calibri"/>
                <a:cs typeface="Calibri"/>
              </a:rPr>
              <a:t> </a:t>
            </a:r>
            <a:r>
              <a:rPr sz="2800" dirty="0">
                <a:latin typeface="Symbol"/>
                <a:cs typeface="Symbol"/>
              </a:rPr>
              <a:t></a:t>
            </a:r>
            <a:r>
              <a:rPr sz="2800" spc="-80" dirty="0">
                <a:latin typeface="Times New Roman"/>
                <a:cs typeface="Times New Roman"/>
              </a:rPr>
              <a:t> </a:t>
            </a:r>
            <a:r>
              <a:rPr sz="2800" dirty="0">
                <a:latin typeface="Calibri"/>
                <a:cs typeface="Calibri"/>
              </a:rPr>
              <a:t>A</a:t>
            </a:r>
            <a:r>
              <a:rPr sz="2800" spc="-5" dirty="0">
                <a:latin typeface="Calibri"/>
                <a:cs typeface="Calibri"/>
              </a:rPr>
              <a:t> </a:t>
            </a:r>
            <a:r>
              <a:rPr sz="2800" dirty="0">
                <a:latin typeface="Symbol"/>
                <a:cs typeface="Symbol"/>
              </a:rPr>
              <a:t></a:t>
            </a:r>
            <a:r>
              <a:rPr sz="2800" spc="-70" dirty="0">
                <a:latin typeface="Times New Roman"/>
                <a:cs typeface="Times New Roman"/>
              </a:rPr>
              <a:t> </a:t>
            </a:r>
            <a:r>
              <a:rPr sz="2800" spc="-25" dirty="0">
                <a:latin typeface="Calibri"/>
                <a:cs typeface="Calibri"/>
              </a:rPr>
              <a:t>B.</a:t>
            </a:r>
            <a:endParaRPr sz="2800">
              <a:latin typeface="Calibri"/>
              <a:cs typeface="Calibri"/>
            </a:endParaRPr>
          </a:p>
          <a:p>
            <a:pPr marL="12700">
              <a:lnSpc>
                <a:spcPct val="100000"/>
              </a:lnSpc>
              <a:spcBef>
                <a:spcPts val="635"/>
              </a:spcBef>
            </a:pPr>
            <a:r>
              <a:rPr sz="2800" dirty="0">
                <a:latin typeface="Calibri"/>
                <a:cs typeface="Calibri"/>
              </a:rPr>
              <a:t>R</a:t>
            </a:r>
            <a:r>
              <a:rPr sz="2800" spc="-30" dirty="0">
                <a:latin typeface="Calibri"/>
                <a:cs typeface="Calibri"/>
              </a:rPr>
              <a:t> </a:t>
            </a:r>
            <a:r>
              <a:rPr sz="2800" dirty="0">
                <a:latin typeface="Calibri"/>
                <a:cs typeface="Calibri"/>
              </a:rPr>
              <a:t>là</a:t>
            </a:r>
            <a:r>
              <a:rPr sz="2800" spc="-35" dirty="0">
                <a:latin typeface="Calibri"/>
                <a:cs typeface="Calibri"/>
              </a:rPr>
              <a:t> </a:t>
            </a:r>
            <a:r>
              <a:rPr sz="2800" dirty="0">
                <a:latin typeface="Calibri"/>
                <a:cs typeface="Calibri"/>
              </a:rPr>
              <a:t>một</a:t>
            </a:r>
            <a:r>
              <a:rPr sz="2800" spc="-20" dirty="0">
                <a:latin typeface="Calibri"/>
                <a:cs typeface="Calibri"/>
              </a:rPr>
              <a:t> </a:t>
            </a:r>
            <a:r>
              <a:rPr sz="2800" dirty="0">
                <a:latin typeface="Calibri"/>
                <a:cs typeface="Calibri"/>
              </a:rPr>
              <a:t>quan</a:t>
            </a:r>
            <a:r>
              <a:rPr sz="2800" spc="-15" dirty="0">
                <a:latin typeface="Calibri"/>
                <a:cs typeface="Calibri"/>
              </a:rPr>
              <a:t> </a:t>
            </a:r>
            <a:r>
              <a:rPr sz="2800" dirty="0">
                <a:latin typeface="Calibri"/>
                <a:cs typeface="Calibri"/>
              </a:rPr>
              <a:t>hệ</a:t>
            </a:r>
            <a:r>
              <a:rPr sz="2800" spc="-25" dirty="0">
                <a:latin typeface="Calibri"/>
                <a:cs typeface="Calibri"/>
              </a:rPr>
              <a:t> </a:t>
            </a:r>
            <a:r>
              <a:rPr sz="2800" dirty="0">
                <a:latin typeface="Calibri"/>
                <a:cs typeface="Calibri"/>
              </a:rPr>
              <a:t>thứ</a:t>
            </a:r>
            <a:r>
              <a:rPr sz="2800" spc="-30" dirty="0">
                <a:latin typeface="Calibri"/>
                <a:cs typeface="Calibri"/>
              </a:rPr>
              <a:t> </a:t>
            </a:r>
            <a:r>
              <a:rPr sz="2800" dirty="0">
                <a:latin typeface="Calibri"/>
                <a:cs typeface="Calibri"/>
              </a:rPr>
              <a:t>tự</a:t>
            </a:r>
            <a:r>
              <a:rPr sz="2800" spc="-25" dirty="0">
                <a:latin typeface="Calibri"/>
                <a:cs typeface="Calibri"/>
              </a:rPr>
              <a:t> </a:t>
            </a:r>
            <a:r>
              <a:rPr sz="2800" dirty="0">
                <a:latin typeface="Calibri"/>
                <a:cs typeface="Calibri"/>
              </a:rPr>
              <a:t>?</a:t>
            </a:r>
            <a:r>
              <a:rPr sz="2800" spc="-20" dirty="0">
                <a:latin typeface="Calibri"/>
                <a:cs typeface="Calibri"/>
              </a:rPr>
              <a:t> (BT)</a:t>
            </a:r>
            <a:endParaRPr sz="2800">
              <a:latin typeface="Calibri"/>
              <a:cs typeface="Calibri"/>
            </a:endParaRPr>
          </a:p>
          <a:p>
            <a:pPr marL="527685" indent="-514984">
              <a:lnSpc>
                <a:spcPct val="100000"/>
              </a:lnSpc>
              <a:spcBef>
                <a:spcPts val="675"/>
              </a:spcBef>
              <a:buAutoNum type="alphaLcParenR"/>
              <a:tabLst>
                <a:tab pos="527685" algn="l"/>
              </a:tabLst>
            </a:pPr>
            <a:r>
              <a:rPr sz="2800" dirty="0">
                <a:latin typeface="Calibri"/>
                <a:cs typeface="Calibri"/>
              </a:rPr>
              <a:t>Phản</a:t>
            </a:r>
            <a:r>
              <a:rPr sz="2800" spc="-60" dirty="0">
                <a:latin typeface="Calibri"/>
                <a:cs typeface="Calibri"/>
              </a:rPr>
              <a:t> </a:t>
            </a:r>
            <a:r>
              <a:rPr sz="2800" spc="-25" dirty="0">
                <a:latin typeface="Calibri"/>
                <a:cs typeface="Calibri"/>
              </a:rPr>
              <a:t>xạ.</a:t>
            </a:r>
            <a:endParaRPr sz="2800">
              <a:latin typeface="Calibri"/>
              <a:cs typeface="Calibri"/>
            </a:endParaRPr>
          </a:p>
          <a:p>
            <a:pPr marL="527685" indent="-514984">
              <a:lnSpc>
                <a:spcPct val="100000"/>
              </a:lnSpc>
              <a:spcBef>
                <a:spcPts val="675"/>
              </a:spcBef>
              <a:buAutoNum type="alphaLcParenR"/>
              <a:tabLst>
                <a:tab pos="527685" algn="l"/>
              </a:tabLst>
            </a:pPr>
            <a:r>
              <a:rPr sz="2800" dirty="0">
                <a:latin typeface="Calibri"/>
                <a:cs typeface="Calibri"/>
              </a:rPr>
              <a:t>Phản</a:t>
            </a:r>
            <a:r>
              <a:rPr sz="2800" spc="-60" dirty="0">
                <a:latin typeface="Calibri"/>
                <a:cs typeface="Calibri"/>
              </a:rPr>
              <a:t> </a:t>
            </a:r>
            <a:r>
              <a:rPr sz="2800" spc="-10" dirty="0">
                <a:latin typeface="Calibri"/>
                <a:cs typeface="Calibri"/>
              </a:rPr>
              <a:t>xứng.</a:t>
            </a:r>
            <a:endParaRPr sz="2800">
              <a:latin typeface="Calibri"/>
              <a:cs typeface="Calibri"/>
            </a:endParaRPr>
          </a:p>
          <a:p>
            <a:pPr marL="527685" indent="-514984">
              <a:lnSpc>
                <a:spcPct val="100000"/>
              </a:lnSpc>
              <a:spcBef>
                <a:spcPts val="670"/>
              </a:spcBef>
              <a:buAutoNum type="alphaLcParenR"/>
              <a:tabLst>
                <a:tab pos="527685" algn="l"/>
              </a:tabLst>
            </a:pPr>
            <a:r>
              <a:rPr sz="2800" dirty="0">
                <a:latin typeface="Calibri"/>
                <a:cs typeface="Calibri"/>
              </a:rPr>
              <a:t>Bắc</a:t>
            </a:r>
            <a:r>
              <a:rPr sz="2800" spc="-35" dirty="0">
                <a:latin typeface="Calibri"/>
                <a:cs typeface="Calibri"/>
              </a:rPr>
              <a:t> </a:t>
            </a:r>
            <a:r>
              <a:rPr sz="2800" spc="-20" dirty="0">
                <a:latin typeface="Calibri"/>
                <a:cs typeface="Calibri"/>
              </a:rPr>
              <a:t>cầu.</a:t>
            </a:r>
            <a:endParaRPr sz="2800">
              <a:latin typeface="Calibri"/>
              <a:cs typeface="Calibri"/>
            </a:endParaRPr>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502407" y="1435608"/>
            <a:ext cx="254635" cy="254635"/>
            <a:chOff x="2502407" y="1435608"/>
            <a:chExt cx="254635" cy="254635"/>
          </a:xfrm>
        </p:grpSpPr>
        <p:pic>
          <p:nvPicPr>
            <p:cNvPr id="3" name="object 3"/>
            <p:cNvPicPr/>
            <p:nvPr/>
          </p:nvPicPr>
          <p:blipFill>
            <a:blip r:embed="rId2" cstate="print"/>
            <a:stretch>
              <a:fillRect/>
            </a:stretch>
          </p:blipFill>
          <p:spPr>
            <a:xfrm>
              <a:off x="2515361" y="1448562"/>
              <a:ext cx="228600" cy="228600"/>
            </a:xfrm>
            <a:prstGeom prst="rect">
              <a:avLst/>
            </a:prstGeom>
          </p:spPr>
        </p:pic>
        <p:sp>
          <p:nvSpPr>
            <p:cNvPr id="4" name="object 4"/>
            <p:cNvSpPr/>
            <p:nvPr/>
          </p:nvSpPr>
          <p:spPr>
            <a:xfrm>
              <a:off x="2515361" y="1448562"/>
              <a:ext cx="228600" cy="228600"/>
            </a:xfrm>
            <a:custGeom>
              <a:avLst/>
              <a:gdLst/>
              <a:ahLst/>
              <a:cxnLst/>
              <a:rect l="l" t="t" r="r" b="b"/>
              <a:pathLst>
                <a:path w="228600" h="228600">
                  <a:moveTo>
                    <a:pt x="0" y="114300"/>
                  </a:moveTo>
                  <a:lnTo>
                    <a:pt x="8983" y="69812"/>
                  </a:lnTo>
                  <a:lnTo>
                    <a:pt x="33480" y="33480"/>
                  </a:lnTo>
                  <a:lnTo>
                    <a:pt x="69812" y="8983"/>
                  </a:lnTo>
                  <a:lnTo>
                    <a:pt x="114300" y="0"/>
                  </a:lnTo>
                  <a:lnTo>
                    <a:pt x="158787" y="8983"/>
                  </a:lnTo>
                  <a:lnTo>
                    <a:pt x="195119" y="33480"/>
                  </a:lnTo>
                  <a:lnTo>
                    <a:pt x="219616" y="69812"/>
                  </a:lnTo>
                  <a:lnTo>
                    <a:pt x="228600" y="114300"/>
                  </a:lnTo>
                  <a:lnTo>
                    <a:pt x="219616" y="158787"/>
                  </a:lnTo>
                  <a:lnTo>
                    <a:pt x="195119" y="195119"/>
                  </a:lnTo>
                  <a:lnTo>
                    <a:pt x="158787" y="219616"/>
                  </a:lnTo>
                  <a:lnTo>
                    <a:pt x="114300" y="228600"/>
                  </a:lnTo>
                  <a:lnTo>
                    <a:pt x="69812" y="219616"/>
                  </a:lnTo>
                  <a:lnTo>
                    <a:pt x="33480" y="195119"/>
                  </a:lnTo>
                  <a:lnTo>
                    <a:pt x="8983" y="158787"/>
                  </a:lnTo>
                  <a:lnTo>
                    <a:pt x="0" y="114300"/>
                  </a:lnTo>
                  <a:close/>
                </a:path>
              </a:pathLst>
            </a:custGeom>
            <a:ln w="25908">
              <a:solidFill>
                <a:srgbClr val="000000"/>
              </a:solidFill>
            </a:ln>
          </p:spPr>
          <p:txBody>
            <a:bodyPr wrap="square" lIns="0" tIns="0" rIns="0" bIns="0" rtlCol="0"/>
            <a:lstStyle/>
            <a:p>
              <a:endParaRPr/>
            </a:p>
          </p:txBody>
        </p:sp>
      </p:grpSp>
      <p:grpSp>
        <p:nvGrpSpPr>
          <p:cNvPr id="5" name="object 5"/>
          <p:cNvGrpSpPr/>
          <p:nvPr/>
        </p:nvGrpSpPr>
        <p:grpSpPr>
          <a:xfrm>
            <a:off x="3112007" y="1435608"/>
            <a:ext cx="254635" cy="254635"/>
            <a:chOff x="3112007" y="1435608"/>
            <a:chExt cx="254635" cy="254635"/>
          </a:xfrm>
        </p:grpSpPr>
        <p:pic>
          <p:nvPicPr>
            <p:cNvPr id="6" name="object 6"/>
            <p:cNvPicPr/>
            <p:nvPr/>
          </p:nvPicPr>
          <p:blipFill>
            <a:blip r:embed="rId2" cstate="print"/>
            <a:stretch>
              <a:fillRect/>
            </a:stretch>
          </p:blipFill>
          <p:spPr>
            <a:xfrm>
              <a:off x="3124961" y="1448562"/>
              <a:ext cx="228600" cy="228600"/>
            </a:xfrm>
            <a:prstGeom prst="rect">
              <a:avLst/>
            </a:prstGeom>
          </p:spPr>
        </p:pic>
        <p:sp>
          <p:nvSpPr>
            <p:cNvPr id="7" name="object 7"/>
            <p:cNvSpPr/>
            <p:nvPr/>
          </p:nvSpPr>
          <p:spPr>
            <a:xfrm>
              <a:off x="3124961" y="1448562"/>
              <a:ext cx="228600" cy="228600"/>
            </a:xfrm>
            <a:custGeom>
              <a:avLst/>
              <a:gdLst/>
              <a:ahLst/>
              <a:cxnLst/>
              <a:rect l="l" t="t" r="r" b="b"/>
              <a:pathLst>
                <a:path w="228600" h="228600">
                  <a:moveTo>
                    <a:pt x="0" y="114300"/>
                  </a:moveTo>
                  <a:lnTo>
                    <a:pt x="8983" y="69812"/>
                  </a:lnTo>
                  <a:lnTo>
                    <a:pt x="33480" y="33480"/>
                  </a:lnTo>
                  <a:lnTo>
                    <a:pt x="69812" y="8983"/>
                  </a:lnTo>
                  <a:lnTo>
                    <a:pt x="114300" y="0"/>
                  </a:lnTo>
                  <a:lnTo>
                    <a:pt x="158787" y="8983"/>
                  </a:lnTo>
                  <a:lnTo>
                    <a:pt x="195119" y="33480"/>
                  </a:lnTo>
                  <a:lnTo>
                    <a:pt x="219616" y="69812"/>
                  </a:lnTo>
                  <a:lnTo>
                    <a:pt x="228600" y="114300"/>
                  </a:lnTo>
                  <a:lnTo>
                    <a:pt x="219616" y="158787"/>
                  </a:lnTo>
                  <a:lnTo>
                    <a:pt x="195119" y="195119"/>
                  </a:lnTo>
                  <a:lnTo>
                    <a:pt x="158787" y="219616"/>
                  </a:lnTo>
                  <a:lnTo>
                    <a:pt x="114300" y="228600"/>
                  </a:lnTo>
                  <a:lnTo>
                    <a:pt x="69812" y="219616"/>
                  </a:lnTo>
                  <a:lnTo>
                    <a:pt x="33480" y="195119"/>
                  </a:lnTo>
                  <a:lnTo>
                    <a:pt x="8983" y="158787"/>
                  </a:lnTo>
                  <a:lnTo>
                    <a:pt x="0" y="114300"/>
                  </a:lnTo>
                  <a:close/>
                </a:path>
              </a:pathLst>
            </a:custGeom>
            <a:ln w="25908">
              <a:solidFill>
                <a:srgbClr val="000000"/>
              </a:solidFill>
            </a:ln>
          </p:spPr>
          <p:txBody>
            <a:bodyPr wrap="square" lIns="0" tIns="0" rIns="0" bIns="0" rtlCol="0"/>
            <a:lstStyle/>
            <a:p>
              <a:endParaRPr/>
            </a:p>
          </p:txBody>
        </p:sp>
      </p:grpSp>
      <p:grpSp>
        <p:nvGrpSpPr>
          <p:cNvPr id="8" name="object 8"/>
          <p:cNvGrpSpPr/>
          <p:nvPr/>
        </p:nvGrpSpPr>
        <p:grpSpPr>
          <a:xfrm>
            <a:off x="3721608" y="1435608"/>
            <a:ext cx="254635" cy="254635"/>
            <a:chOff x="3721608" y="1435608"/>
            <a:chExt cx="254635" cy="254635"/>
          </a:xfrm>
        </p:grpSpPr>
        <p:pic>
          <p:nvPicPr>
            <p:cNvPr id="9" name="object 9"/>
            <p:cNvPicPr/>
            <p:nvPr/>
          </p:nvPicPr>
          <p:blipFill>
            <a:blip r:embed="rId2" cstate="print"/>
            <a:stretch>
              <a:fillRect/>
            </a:stretch>
          </p:blipFill>
          <p:spPr>
            <a:xfrm>
              <a:off x="3734562" y="1448562"/>
              <a:ext cx="228600" cy="228600"/>
            </a:xfrm>
            <a:prstGeom prst="rect">
              <a:avLst/>
            </a:prstGeom>
          </p:spPr>
        </p:pic>
        <p:sp>
          <p:nvSpPr>
            <p:cNvPr id="10" name="object 10"/>
            <p:cNvSpPr/>
            <p:nvPr/>
          </p:nvSpPr>
          <p:spPr>
            <a:xfrm>
              <a:off x="3734562" y="1448562"/>
              <a:ext cx="228600" cy="228600"/>
            </a:xfrm>
            <a:custGeom>
              <a:avLst/>
              <a:gdLst/>
              <a:ahLst/>
              <a:cxnLst/>
              <a:rect l="l" t="t" r="r" b="b"/>
              <a:pathLst>
                <a:path w="228600" h="228600">
                  <a:moveTo>
                    <a:pt x="0" y="114300"/>
                  </a:moveTo>
                  <a:lnTo>
                    <a:pt x="8983" y="69812"/>
                  </a:lnTo>
                  <a:lnTo>
                    <a:pt x="33480" y="33480"/>
                  </a:lnTo>
                  <a:lnTo>
                    <a:pt x="69812" y="8983"/>
                  </a:lnTo>
                  <a:lnTo>
                    <a:pt x="114300" y="0"/>
                  </a:lnTo>
                  <a:lnTo>
                    <a:pt x="158787" y="8983"/>
                  </a:lnTo>
                  <a:lnTo>
                    <a:pt x="195119" y="33480"/>
                  </a:lnTo>
                  <a:lnTo>
                    <a:pt x="219616" y="69812"/>
                  </a:lnTo>
                  <a:lnTo>
                    <a:pt x="228600" y="114300"/>
                  </a:lnTo>
                  <a:lnTo>
                    <a:pt x="219616" y="158787"/>
                  </a:lnTo>
                  <a:lnTo>
                    <a:pt x="195119" y="195119"/>
                  </a:lnTo>
                  <a:lnTo>
                    <a:pt x="158787" y="219616"/>
                  </a:lnTo>
                  <a:lnTo>
                    <a:pt x="114300" y="228600"/>
                  </a:lnTo>
                  <a:lnTo>
                    <a:pt x="69812" y="219616"/>
                  </a:lnTo>
                  <a:lnTo>
                    <a:pt x="33480" y="195119"/>
                  </a:lnTo>
                  <a:lnTo>
                    <a:pt x="8983" y="158787"/>
                  </a:lnTo>
                  <a:lnTo>
                    <a:pt x="0" y="114300"/>
                  </a:lnTo>
                  <a:close/>
                </a:path>
              </a:pathLst>
            </a:custGeom>
            <a:ln w="25908">
              <a:solidFill>
                <a:srgbClr val="000000"/>
              </a:solidFill>
            </a:ln>
          </p:spPr>
          <p:txBody>
            <a:bodyPr wrap="square" lIns="0" tIns="0" rIns="0" bIns="0" rtlCol="0"/>
            <a:lstStyle/>
            <a:p>
              <a:endParaRPr/>
            </a:p>
          </p:txBody>
        </p:sp>
      </p:grpSp>
      <p:grpSp>
        <p:nvGrpSpPr>
          <p:cNvPr id="11" name="object 11"/>
          <p:cNvGrpSpPr/>
          <p:nvPr/>
        </p:nvGrpSpPr>
        <p:grpSpPr>
          <a:xfrm>
            <a:off x="4760976" y="1435608"/>
            <a:ext cx="254635" cy="254635"/>
            <a:chOff x="4760976" y="1435608"/>
            <a:chExt cx="254635" cy="254635"/>
          </a:xfrm>
        </p:grpSpPr>
        <p:pic>
          <p:nvPicPr>
            <p:cNvPr id="12" name="object 12"/>
            <p:cNvPicPr/>
            <p:nvPr/>
          </p:nvPicPr>
          <p:blipFill>
            <a:blip r:embed="rId2" cstate="print"/>
            <a:stretch>
              <a:fillRect/>
            </a:stretch>
          </p:blipFill>
          <p:spPr>
            <a:xfrm>
              <a:off x="4773930" y="1448562"/>
              <a:ext cx="228600" cy="228600"/>
            </a:xfrm>
            <a:prstGeom prst="rect">
              <a:avLst/>
            </a:prstGeom>
          </p:spPr>
        </p:pic>
        <p:sp>
          <p:nvSpPr>
            <p:cNvPr id="13" name="object 13"/>
            <p:cNvSpPr/>
            <p:nvPr/>
          </p:nvSpPr>
          <p:spPr>
            <a:xfrm>
              <a:off x="4773930" y="1448562"/>
              <a:ext cx="228600" cy="228600"/>
            </a:xfrm>
            <a:custGeom>
              <a:avLst/>
              <a:gdLst/>
              <a:ahLst/>
              <a:cxnLst/>
              <a:rect l="l" t="t" r="r" b="b"/>
              <a:pathLst>
                <a:path w="228600" h="228600">
                  <a:moveTo>
                    <a:pt x="0" y="114300"/>
                  </a:moveTo>
                  <a:lnTo>
                    <a:pt x="8983" y="69812"/>
                  </a:lnTo>
                  <a:lnTo>
                    <a:pt x="33480" y="33480"/>
                  </a:lnTo>
                  <a:lnTo>
                    <a:pt x="69812" y="8983"/>
                  </a:lnTo>
                  <a:lnTo>
                    <a:pt x="114300" y="0"/>
                  </a:lnTo>
                  <a:lnTo>
                    <a:pt x="158787" y="8983"/>
                  </a:lnTo>
                  <a:lnTo>
                    <a:pt x="195119" y="33480"/>
                  </a:lnTo>
                  <a:lnTo>
                    <a:pt x="219616" y="69812"/>
                  </a:lnTo>
                  <a:lnTo>
                    <a:pt x="228600" y="114300"/>
                  </a:lnTo>
                  <a:lnTo>
                    <a:pt x="219616" y="158787"/>
                  </a:lnTo>
                  <a:lnTo>
                    <a:pt x="195119" y="195119"/>
                  </a:lnTo>
                  <a:lnTo>
                    <a:pt x="158787" y="219616"/>
                  </a:lnTo>
                  <a:lnTo>
                    <a:pt x="114300" y="228600"/>
                  </a:lnTo>
                  <a:lnTo>
                    <a:pt x="69812" y="219616"/>
                  </a:lnTo>
                  <a:lnTo>
                    <a:pt x="33480" y="195119"/>
                  </a:lnTo>
                  <a:lnTo>
                    <a:pt x="8983" y="158787"/>
                  </a:lnTo>
                  <a:lnTo>
                    <a:pt x="0" y="114300"/>
                  </a:lnTo>
                  <a:close/>
                </a:path>
              </a:pathLst>
            </a:custGeom>
            <a:ln w="25908">
              <a:solidFill>
                <a:srgbClr val="000000"/>
              </a:solidFill>
            </a:ln>
          </p:spPr>
          <p:txBody>
            <a:bodyPr wrap="square" lIns="0" tIns="0" rIns="0" bIns="0" rtlCol="0"/>
            <a:lstStyle/>
            <a:p>
              <a:endParaRPr/>
            </a:p>
          </p:txBody>
        </p:sp>
      </p:grpSp>
      <p:grpSp>
        <p:nvGrpSpPr>
          <p:cNvPr id="14" name="object 14"/>
          <p:cNvGrpSpPr/>
          <p:nvPr/>
        </p:nvGrpSpPr>
        <p:grpSpPr>
          <a:xfrm>
            <a:off x="2616707" y="3035807"/>
            <a:ext cx="1816735" cy="254635"/>
            <a:chOff x="2616707" y="3035807"/>
            <a:chExt cx="1816735" cy="254635"/>
          </a:xfrm>
        </p:grpSpPr>
        <p:pic>
          <p:nvPicPr>
            <p:cNvPr id="15" name="object 15"/>
            <p:cNvPicPr/>
            <p:nvPr/>
          </p:nvPicPr>
          <p:blipFill>
            <a:blip r:embed="rId2" cstate="print"/>
            <a:stretch>
              <a:fillRect/>
            </a:stretch>
          </p:blipFill>
          <p:spPr>
            <a:xfrm>
              <a:off x="2629661" y="3048761"/>
              <a:ext cx="228600" cy="228600"/>
            </a:xfrm>
            <a:prstGeom prst="rect">
              <a:avLst/>
            </a:prstGeom>
          </p:spPr>
        </p:pic>
        <p:sp>
          <p:nvSpPr>
            <p:cNvPr id="16" name="object 16"/>
            <p:cNvSpPr/>
            <p:nvPr/>
          </p:nvSpPr>
          <p:spPr>
            <a:xfrm>
              <a:off x="2629661" y="3048761"/>
              <a:ext cx="228600" cy="228600"/>
            </a:xfrm>
            <a:custGeom>
              <a:avLst/>
              <a:gdLst/>
              <a:ahLst/>
              <a:cxnLst/>
              <a:rect l="l" t="t" r="r" b="b"/>
              <a:pathLst>
                <a:path w="228600" h="228600">
                  <a:moveTo>
                    <a:pt x="0" y="114300"/>
                  </a:moveTo>
                  <a:lnTo>
                    <a:pt x="8983" y="69812"/>
                  </a:lnTo>
                  <a:lnTo>
                    <a:pt x="33480" y="33480"/>
                  </a:lnTo>
                  <a:lnTo>
                    <a:pt x="69812" y="8983"/>
                  </a:lnTo>
                  <a:lnTo>
                    <a:pt x="114300" y="0"/>
                  </a:lnTo>
                  <a:lnTo>
                    <a:pt x="158787" y="8983"/>
                  </a:lnTo>
                  <a:lnTo>
                    <a:pt x="195119" y="33480"/>
                  </a:lnTo>
                  <a:lnTo>
                    <a:pt x="219616" y="69812"/>
                  </a:lnTo>
                  <a:lnTo>
                    <a:pt x="228600" y="114300"/>
                  </a:lnTo>
                  <a:lnTo>
                    <a:pt x="219616" y="158787"/>
                  </a:lnTo>
                  <a:lnTo>
                    <a:pt x="195119" y="195119"/>
                  </a:lnTo>
                  <a:lnTo>
                    <a:pt x="158787" y="219616"/>
                  </a:lnTo>
                  <a:lnTo>
                    <a:pt x="114300" y="228600"/>
                  </a:lnTo>
                  <a:lnTo>
                    <a:pt x="69812" y="219616"/>
                  </a:lnTo>
                  <a:lnTo>
                    <a:pt x="33480" y="195119"/>
                  </a:lnTo>
                  <a:lnTo>
                    <a:pt x="8983" y="158787"/>
                  </a:lnTo>
                  <a:lnTo>
                    <a:pt x="0" y="114300"/>
                  </a:lnTo>
                  <a:close/>
                </a:path>
              </a:pathLst>
            </a:custGeom>
            <a:ln w="25908">
              <a:solidFill>
                <a:srgbClr val="000000"/>
              </a:solidFill>
            </a:ln>
          </p:spPr>
          <p:txBody>
            <a:bodyPr wrap="square" lIns="0" tIns="0" rIns="0" bIns="0" rtlCol="0"/>
            <a:lstStyle/>
            <a:p>
              <a:endParaRPr/>
            </a:p>
          </p:txBody>
        </p:sp>
        <p:pic>
          <p:nvPicPr>
            <p:cNvPr id="17" name="object 17"/>
            <p:cNvPicPr/>
            <p:nvPr/>
          </p:nvPicPr>
          <p:blipFill>
            <a:blip r:embed="rId2" cstate="print"/>
            <a:stretch>
              <a:fillRect/>
            </a:stretch>
          </p:blipFill>
          <p:spPr>
            <a:xfrm>
              <a:off x="4191761" y="3048761"/>
              <a:ext cx="228600" cy="228600"/>
            </a:xfrm>
            <a:prstGeom prst="rect">
              <a:avLst/>
            </a:prstGeom>
          </p:spPr>
        </p:pic>
        <p:sp>
          <p:nvSpPr>
            <p:cNvPr id="18" name="object 18"/>
            <p:cNvSpPr/>
            <p:nvPr/>
          </p:nvSpPr>
          <p:spPr>
            <a:xfrm>
              <a:off x="4191761" y="3048761"/>
              <a:ext cx="228600" cy="228600"/>
            </a:xfrm>
            <a:custGeom>
              <a:avLst/>
              <a:gdLst/>
              <a:ahLst/>
              <a:cxnLst/>
              <a:rect l="l" t="t" r="r" b="b"/>
              <a:pathLst>
                <a:path w="228600" h="228600">
                  <a:moveTo>
                    <a:pt x="0" y="114300"/>
                  </a:moveTo>
                  <a:lnTo>
                    <a:pt x="8983" y="69812"/>
                  </a:lnTo>
                  <a:lnTo>
                    <a:pt x="33480" y="33480"/>
                  </a:lnTo>
                  <a:lnTo>
                    <a:pt x="69812" y="8983"/>
                  </a:lnTo>
                  <a:lnTo>
                    <a:pt x="114300" y="0"/>
                  </a:lnTo>
                  <a:lnTo>
                    <a:pt x="158787" y="8983"/>
                  </a:lnTo>
                  <a:lnTo>
                    <a:pt x="195119" y="33480"/>
                  </a:lnTo>
                  <a:lnTo>
                    <a:pt x="219616" y="69812"/>
                  </a:lnTo>
                  <a:lnTo>
                    <a:pt x="228600" y="114300"/>
                  </a:lnTo>
                  <a:lnTo>
                    <a:pt x="219616" y="158787"/>
                  </a:lnTo>
                  <a:lnTo>
                    <a:pt x="195119" y="195119"/>
                  </a:lnTo>
                  <a:lnTo>
                    <a:pt x="158787" y="219616"/>
                  </a:lnTo>
                  <a:lnTo>
                    <a:pt x="114300" y="228600"/>
                  </a:lnTo>
                  <a:lnTo>
                    <a:pt x="69812" y="219616"/>
                  </a:lnTo>
                  <a:lnTo>
                    <a:pt x="33480" y="195119"/>
                  </a:lnTo>
                  <a:lnTo>
                    <a:pt x="8983" y="158787"/>
                  </a:lnTo>
                  <a:lnTo>
                    <a:pt x="0" y="114300"/>
                  </a:lnTo>
                  <a:close/>
                </a:path>
              </a:pathLst>
            </a:custGeom>
            <a:ln w="25908">
              <a:solidFill>
                <a:srgbClr val="000000"/>
              </a:solidFill>
            </a:ln>
          </p:spPr>
          <p:txBody>
            <a:bodyPr wrap="square" lIns="0" tIns="0" rIns="0" bIns="0" rtlCol="0"/>
            <a:lstStyle/>
            <a:p>
              <a:endParaRPr/>
            </a:p>
          </p:txBody>
        </p:sp>
        <p:sp>
          <p:nvSpPr>
            <p:cNvPr id="19" name="object 19"/>
            <p:cNvSpPr/>
            <p:nvPr/>
          </p:nvSpPr>
          <p:spPr>
            <a:xfrm>
              <a:off x="2857499" y="3124199"/>
              <a:ext cx="1333500" cy="76200"/>
            </a:xfrm>
            <a:custGeom>
              <a:avLst/>
              <a:gdLst/>
              <a:ahLst/>
              <a:cxnLst/>
              <a:rect l="l" t="t" r="r" b="b"/>
              <a:pathLst>
                <a:path w="1333500" h="76200">
                  <a:moveTo>
                    <a:pt x="1257300" y="0"/>
                  </a:moveTo>
                  <a:lnTo>
                    <a:pt x="1257300" y="76200"/>
                  </a:lnTo>
                  <a:lnTo>
                    <a:pt x="1320800" y="44450"/>
                  </a:lnTo>
                  <a:lnTo>
                    <a:pt x="1270000" y="44450"/>
                  </a:lnTo>
                  <a:lnTo>
                    <a:pt x="1270000" y="31750"/>
                  </a:lnTo>
                  <a:lnTo>
                    <a:pt x="1320800" y="31750"/>
                  </a:lnTo>
                  <a:lnTo>
                    <a:pt x="1257300" y="0"/>
                  </a:lnTo>
                  <a:close/>
                </a:path>
                <a:path w="1333500" h="76200">
                  <a:moveTo>
                    <a:pt x="1257300" y="31750"/>
                  </a:moveTo>
                  <a:lnTo>
                    <a:pt x="0" y="31750"/>
                  </a:lnTo>
                  <a:lnTo>
                    <a:pt x="0" y="44450"/>
                  </a:lnTo>
                  <a:lnTo>
                    <a:pt x="1257300" y="44450"/>
                  </a:lnTo>
                  <a:lnTo>
                    <a:pt x="1257300" y="31750"/>
                  </a:lnTo>
                  <a:close/>
                </a:path>
                <a:path w="1333500" h="76200">
                  <a:moveTo>
                    <a:pt x="1320800" y="31750"/>
                  </a:moveTo>
                  <a:lnTo>
                    <a:pt x="1270000" y="31750"/>
                  </a:lnTo>
                  <a:lnTo>
                    <a:pt x="1270000" y="44450"/>
                  </a:lnTo>
                  <a:lnTo>
                    <a:pt x="1320800" y="44450"/>
                  </a:lnTo>
                  <a:lnTo>
                    <a:pt x="1333500" y="38100"/>
                  </a:lnTo>
                  <a:lnTo>
                    <a:pt x="1320800" y="31750"/>
                  </a:lnTo>
                  <a:close/>
                </a:path>
              </a:pathLst>
            </a:custGeom>
            <a:solidFill>
              <a:srgbClr val="000000"/>
            </a:solidFill>
          </p:spPr>
          <p:txBody>
            <a:bodyPr wrap="square" lIns="0" tIns="0" rIns="0" bIns="0" rtlCol="0"/>
            <a:lstStyle/>
            <a:p>
              <a:endParaRPr/>
            </a:p>
          </p:txBody>
        </p:sp>
      </p:grpSp>
      <p:grpSp>
        <p:nvGrpSpPr>
          <p:cNvPr id="20" name="object 20"/>
          <p:cNvGrpSpPr/>
          <p:nvPr/>
        </p:nvGrpSpPr>
        <p:grpSpPr>
          <a:xfrm>
            <a:off x="1577339" y="5321808"/>
            <a:ext cx="3369945" cy="480695"/>
            <a:chOff x="1577339" y="5321808"/>
            <a:chExt cx="3369945" cy="480695"/>
          </a:xfrm>
        </p:grpSpPr>
        <p:pic>
          <p:nvPicPr>
            <p:cNvPr id="21" name="object 21"/>
            <p:cNvPicPr/>
            <p:nvPr/>
          </p:nvPicPr>
          <p:blipFill>
            <a:blip r:embed="rId2" cstate="print"/>
            <a:stretch>
              <a:fillRect/>
            </a:stretch>
          </p:blipFill>
          <p:spPr>
            <a:xfrm>
              <a:off x="1590293" y="5334762"/>
              <a:ext cx="228600" cy="228600"/>
            </a:xfrm>
            <a:prstGeom prst="rect">
              <a:avLst/>
            </a:prstGeom>
          </p:spPr>
        </p:pic>
        <p:sp>
          <p:nvSpPr>
            <p:cNvPr id="22" name="object 22"/>
            <p:cNvSpPr/>
            <p:nvPr/>
          </p:nvSpPr>
          <p:spPr>
            <a:xfrm>
              <a:off x="1590293" y="5334762"/>
              <a:ext cx="228600" cy="228600"/>
            </a:xfrm>
            <a:custGeom>
              <a:avLst/>
              <a:gdLst/>
              <a:ahLst/>
              <a:cxnLst/>
              <a:rect l="l" t="t" r="r" b="b"/>
              <a:pathLst>
                <a:path w="228600" h="228600">
                  <a:moveTo>
                    <a:pt x="0" y="114300"/>
                  </a:moveTo>
                  <a:lnTo>
                    <a:pt x="8983" y="69812"/>
                  </a:lnTo>
                  <a:lnTo>
                    <a:pt x="33480" y="33480"/>
                  </a:lnTo>
                  <a:lnTo>
                    <a:pt x="69812" y="8983"/>
                  </a:lnTo>
                  <a:lnTo>
                    <a:pt x="114300" y="0"/>
                  </a:lnTo>
                  <a:lnTo>
                    <a:pt x="158787" y="8983"/>
                  </a:lnTo>
                  <a:lnTo>
                    <a:pt x="195119" y="33480"/>
                  </a:lnTo>
                  <a:lnTo>
                    <a:pt x="219616" y="69812"/>
                  </a:lnTo>
                  <a:lnTo>
                    <a:pt x="228600" y="114300"/>
                  </a:lnTo>
                  <a:lnTo>
                    <a:pt x="219616" y="158787"/>
                  </a:lnTo>
                  <a:lnTo>
                    <a:pt x="195119" y="195119"/>
                  </a:lnTo>
                  <a:lnTo>
                    <a:pt x="158787" y="219616"/>
                  </a:lnTo>
                  <a:lnTo>
                    <a:pt x="114300" y="228600"/>
                  </a:lnTo>
                  <a:lnTo>
                    <a:pt x="69812" y="219616"/>
                  </a:lnTo>
                  <a:lnTo>
                    <a:pt x="33480" y="195119"/>
                  </a:lnTo>
                  <a:lnTo>
                    <a:pt x="8983" y="158787"/>
                  </a:lnTo>
                  <a:lnTo>
                    <a:pt x="0" y="114300"/>
                  </a:lnTo>
                  <a:close/>
                </a:path>
              </a:pathLst>
            </a:custGeom>
            <a:ln w="25908">
              <a:solidFill>
                <a:srgbClr val="000000"/>
              </a:solidFill>
            </a:ln>
          </p:spPr>
          <p:txBody>
            <a:bodyPr wrap="square" lIns="0" tIns="0" rIns="0" bIns="0" rtlCol="0"/>
            <a:lstStyle/>
            <a:p>
              <a:endParaRPr/>
            </a:p>
          </p:txBody>
        </p:sp>
        <p:pic>
          <p:nvPicPr>
            <p:cNvPr id="23" name="object 23"/>
            <p:cNvPicPr/>
            <p:nvPr/>
          </p:nvPicPr>
          <p:blipFill>
            <a:blip r:embed="rId2" cstate="print"/>
            <a:stretch>
              <a:fillRect/>
            </a:stretch>
          </p:blipFill>
          <p:spPr>
            <a:xfrm>
              <a:off x="3152393" y="5334762"/>
              <a:ext cx="228600" cy="228600"/>
            </a:xfrm>
            <a:prstGeom prst="rect">
              <a:avLst/>
            </a:prstGeom>
          </p:spPr>
        </p:pic>
        <p:sp>
          <p:nvSpPr>
            <p:cNvPr id="24" name="object 24"/>
            <p:cNvSpPr/>
            <p:nvPr/>
          </p:nvSpPr>
          <p:spPr>
            <a:xfrm>
              <a:off x="3152393" y="5334762"/>
              <a:ext cx="228600" cy="228600"/>
            </a:xfrm>
            <a:custGeom>
              <a:avLst/>
              <a:gdLst/>
              <a:ahLst/>
              <a:cxnLst/>
              <a:rect l="l" t="t" r="r" b="b"/>
              <a:pathLst>
                <a:path w="228600" h="228600">
                  <a:moveTo>
                    <a:pt x="0" y="114300"/>
                  </a:moveTo>
                  <a:lnTo>
                    <a:pt x="8983" y="69812"/>
                  </a:lnTo>
                  <a:lnTo>
                    <a:pt x="33480" y="33480"/>
                  </a:lnTo>
                  <a:lnTo>
                    <a:pt x="69812" y="8983"/>
                  </a:lnTo>
                  <a:lnTo>
                    <a:pt x="114300" y="0"/>
                  </a:lnTo>
                  <a:lnTo>
                    <a:pt x="158787" y="8983"/>
                  </a:lnTo>
                  <a:lnTo>
                    <a:pt x="195119" y="33480"/>
                  </a:lnTo>
                  <a:lnTo>
                    <a:pt x="219616" y="69812"/>
                  </a:lnTo>
                  <a:lnTo>
                    <a:pt x="228600" y="114300"/>
                  </a:lnTo>
                  <a:lnTo>
                    <a:pt x="219616" y="158787"/>
                  </a:lnTo>
                  <a:lnTo>
                    <a:pt x="195119" y="195119"/>
                  </a:lnTo>
                  <a:lnTo>
                    <a:pt x="158787" y="219616"/>
                  </a:lnTo>
                  <a:lnTo>
                    <a:pt x="114300" y="228600"/>
                  </a:lnTo>
                  <a:lnTo>
                    <a:pt x="69812" y="219616"/>
                  </a:lnTo>
                  <a:lnTo>
                    <a:pt x="33480" y="195119"/>
                  </a:lnTo>
                  <a:lnTo>
                    <a:pt x="8983" y="158787"/>
                  </a:lnTo>
                  <a:lnTo>
                    <a:pt x="0" y="114300"/>
                  </a:lnTo>
                  <a:close/>
                </a:path>
              </a:pathLst>
            </a:custGeom>
            <a:ln w="25908">
              <a:solidFill>
                <a:srgbClr val="000000"/>
              </a:solidFill>
            </a:ln>
          </p:spPr>
          <p:txBody>
            <a:bodyPr wrap="square" lIns="0" tIns="0" rIns="0" bIns="0" rtlCol="0"/>
            <a:lstStyle/>
            <a:p>
              <a:endParaRPr/>
            </a:p>
          </p:txBody>
        </p:sp>
        <p:sp>
          <p:nvSpPr>
            <p:cNvPr id="25" name="object 25"/>
            <p:cNvSpPr/>
            <p:nvPr/>
          </p:nvSpPr>
          <p:spPr>
            <a:xfrm>
              <a:off x="1818131" y="5410200"/>
              <a:ext cx="1333500" cy="76200"/>
            </a:xfrm>
            <a:custGeom>
              <a:avLst/>
              <a:gdLst/>
              <a:ahLst/>
              <a:cxnLst/>
              <a:rect l="l" t="t" r="r" b="b"/>
              <a:pathLst>
                <a:path w="1333500" h="76200">
                  <a:moveTo>
                    <a:pt x="1257300" y="0"/>
                  </a:moveTo>
                  <a:lnTo>
                    <a:pt x="1257300" y="76200"/>
                  </a:lnTo>
                  <a:lnTo>
                    <a:pt x="1320800" y="44450"/>
                  </a:lnTo>
                  <a:lnTo>
                    <a:pt x="1270000" y="44450"/>
                  </a:lnTo>
                  <a:lnTo>
                    <a:pt x="1270000" y="31750"/>
                  </a:lnTo>
                  <a:lnTo>
                    <a:pt x="1320800" y="31750"/>
                  </a:lnTo>
                  <a:lnTo>
                    <a:pt x="1257300" y="0"/>
                  </a:lnTo>
                  <a:close/>
                </a:path>
                <a:path w="1333500" h="76200">
                  <a:moveTo>
                    <a:pt x="1257300" y="31750"/>
                  </a:moveTo>
                  <a:lnTo>
                    <a:pt x="0" y="31750"/>
                  </a:lnTo>
                  <a:lnTo>
                    <a:pt x="0" y="44450"/>
                  </a:lnTo>
                  <a:lnTo>
                    <a:pt x="1257300" y="44450"/>
                  </a:lnTo>
                  <a:lnTo>
                    <a:pt x="1257300" y="31750"/>
                  </a:lnTo>
                  <a:close/>
                </a:path>
                <a:path w="1333500" h="76200">
                  <a:moveTo>
                    <a:pt x="1320800" y="31750"/>
                  </a:moveTo>
                  <a:lnTo>
                    <a:pt x="1270000" y="31750"/>
                  </a:lnTo>
                  <a:lnTo>
                    <a:pt x="1270000" y="44450"/>
                  </a:lnTo>
                  <a:lnTo>
                    <a:pt x="1320800" y="44450"/>
                  </a:lnTo>
                  <a:lnTo>
                    <a:pt x="1333500" y="38100"/>
                  </a:lnTo>
                  <a:lnTo>
                    <a:pt x="1320800" y="31750"/>
                  </a:lnTo>
                  <a:close/>
                </a:path>
              </a:pathLst>
            </a:custGeom>
            <a:solidFill>
              <a:srgbClr val="000000"/>
            </a:solidFill>
          </p:spPr>
          <p:txBody>
            <a:bodyPr wrap="square" lIns="0" tIns="0" rIns="0" bIns="0" rtlCol="0"/>
            <a:lstStyle/>
            <a:p>
              <a:endParaRPr/>
            </a:p>
          </p:txBody>
        </p:sp>
        <p:pic>
          <p:nvPicPr>
            <p:cNvPr id="26" name="object 26"/>
            <p:cNvPicPr/>
            <p:nvPr/>
          </p:nvPicPr>
          <p:blipFill>
            <a:blip r:embed="rId2" cstate="print"/>
            <a:stretch>
              <a:fillRect/>
            </a:stretch>
          </p:blipFill>
          <p:spPr>
            <a:xfrm>
              <a:off x="4705350" y="5334762"/>
              <a:ext cx="228600" cy="228600"/>
            </a:xfrm>
            <a:prstGeom prst="rect">
              <a:avLst/>
            </a:prstGeom>
          </p:spPr>
        </p:pic>
        <p:sp>
          <p:nvSpPr>
            <p:cNvPr id="27" name="object 27"/>
            <p:cNvSpPr/>
            <p:nvPr/>
          </p:nvSpPr>
          <p:spPr>
            <a:xfrm>
              <a:off x="4705350" y="5334762"/>
              <a:ext cx="228600" cy="228600"/>
            </a:xfrm>
            <a:custGeom>
              <a:avLst/>
              <a:gdLst/>
              <a:ahLst/>
              <a:cxnLst/>
              <a:rect l="l" t="t" r="r" b="b"/>
              <a:pathLst>
                <a:path w="228600" h="228600">
                  <a:moveTo>
                    <a:pt x="0" y="114300"/>
                  </a:moveTo>
                  <a:lnTo>
                    <a:pt x="8983" y="69812"/>
                  </a:lnTo>
                  <a:lnTo>
                    <a:pt x="33480" y="33480"/>
                  </a:lnTo>
                  <a:lnTo>
                    <a:pt x="69812" y="8983"/>
                  </a:lnTo>
                  <a:lnTo>
                    <a:pt x="114300" y="0"/>
                  </a:lnTo>
                  <a:lnTo>
                    <a:pt x="158787" y="8983"/>
                  </a:lnTo>
                  <a:lnTo>
                    <a:pt x="195119" y="33480"/>
                  </a:lnTo>
                  <a:lnTo>
                    <a:pt x="219616" y="69812"/>
                  </a:lnTo>
                  <a:lnTo>
                    <a:pt x="228600" y="114300"/>
                  </a:lnTo>
                  <a:lnTo>
                    <a:pt x="219616" y="158787"/>
                  </a:lnTo>
                  <a:lnTo>
                    <a:pt x="195119" y="195119"/>
                  </a:lnTo>
                  <a:lnTo>
                    <a:pt x="158787" y="219616"/>
                  </a:lnTo>
                  <a:lnTo>
                    <a:pt x="114300" y="228600"/>
                  </a:lnTo>
                  <a:lnTo>
                    <a:pt x="69812" y="219616"/>
                  </a:lnTo>
                  <a:lnTo>
                    <a:pt x="33480" y="195119"/>
                  </a:lnTo>
                  <a:lnTo>
                    <a:pt x="8983" y="158787"/>
                  </a:lnTo>
                  <a:lnTo>
                    <a:pt x="0" y="114300"/>
                  </a:lnTo>
                  <a:close/>
                </a:path>
              </a:pathLst>
            </a:custGeom>
            <a:ln w="25908">
              <a:solidFill>
                <a:srgbClr val="000000"/>
              </a:solidFill>
            </a:ln>
          </p:spPr>
          <p:txBody>
            <a:bodyPr wrap="square" lIns="0" tIns="0" rIns="0" bIns="0" rtlCol="0"/>
            <a:lstStyle/>
            <a:p>
              <a:endParaRPr/>
            </a:p>
          </p:txBody>
        </p:sp>
        <p:sp>
          <p:nvSpPr>
            <p:cNvPr id="28" name="object 28"/>
            <p:cNvSpPr/>
            <p:nvPr/>
          </p:nvSpPr>
          <p:spPr>
            <a:xfrm>
              <a:off x="3371088" y="5410200"/>
              <a:ext cx="1333500" cy="76200"/>
            </a:xfrm>
            <a:custGeom>
              <a:avLst/>
              <a:gdLst/>
              <a:ahLst/>
              <a:cxnLst/>
              <a:rect l="l" t="t" r="r" b="b"/>
              <a:pathLst>
                <a:path w="1333500" h="76200">
                  <a:moveTo>
                    <a:pt x="1257300" y="0"/>
                  </a:moveTo>
                  <a:lnTo>
                    <a:pt x="1257300" y="76200"/>
                  </a:lnTo>
                  <a:lnTo>
                    <a:pt x="1320800" y="44450"/>
                  </a:lnTo>
                  <a:lnTo>
                    <a:pt x="1270000" y="44450"/>
                  </a:lnTo>
                  <a:lnTo>
                    <a:pt x="1270000" y="31750"/>
                  </a:lnTo>
                  <a:lnTo>
                    <a:pt x="1320800" y="31750"/>
                  </a:lnTo>
                  <a:lnTo>
                    <a:pt x="1257300" y="0"/>
                  </a:lnTo>
                  <a:close/>
                </a:path>
                <a:path w="1333500" h="76200">
                  <a:moveTo>
                    <a:pt x="1257300" y="31750"/>
                  </a:moveTo>
                  <a:lnTo>
                    <a:pt x="0" y="31750"/>
                  </a:lnTo>
                  <a:lnTo>
                    <a:pt x="0" y="44450"/>
                  </a:lnTo>
                  <a:lnTo>
                    <a:pt x="1257300" y="44450"/>
                  </a:lnTo>
                  <a:lnTo>
                    <a:pt x="1257300" y="31750"/>
                  </a:lnTo>
                  <a:close/>
                </a:path>
                <a:path w="1333500" h="76200">
                  <a:moveTo>
                    <a:pt x="1320800" y="31750"/>
                  </a:moveTo>
                  <a:lnTo>
                    <a:pt x="1270000" y="31750"/>
                  </a:lnTo>
                  <a:lnTo>
                    <a:pt x="1270000" y="44450"/>
                  </a:lnTo>
                  <a:lnTo>
                    <a:pt x="1320800" y="44450"/>
                  </a:lnTo>
                  <a:lnTo>
                    <a:pt x="1333500" y="38100"/>
                  </a:lnTo>
                  <a:lnTo>
                    <a:pt x="1320800" y="31750"/>
                  </a:lnTo>
                  <a:close/>
                </a:path>
              </a:pathLst>
            </a:custGeom>
            <a:solidFill>
              <a:srgbClr val="000000"/>
            </a:solidFill>
          </p:spPr>
          <p:txBody>
            <a:bodyPr wrap="square" lIns="0" tIns="0" rIns="0" bIns="0" rtlCol="0"/>
            <a:lstStyle/>
            <a:p>
              <a:endParaRPr/>
            </a:p>
          </p:txBody>
        </p:sp>
        <p:sp>
          <p:nvSpPr>
            <p:cNvPr id="29" name="object 29"/>
            <p:cNvSpPr/>
            <p:nvPr/>
          </p:nvSpPr>
          <p:spPr>
            <a:xfrm>
              <a:off x="1767331" y="5508879"/>
              <a:ext cx="2937510" cy="293370"/>
            </a:xfrm>
            <a:custGeom>
              <a:avLst/>
              <a:gdLst/>
              <a:ahLst/>
              <a:cxnLst/>
              <a:rect l="l" t="t" r="r" b="b"/>
              <a:pathLst>
                <a:path w="2937510" h="293370">
                  <a:moveTo>
                    <a:pt x="4063" y="30480"/>
                  </a:moveTo>
                  <a:lnTo>
                    <a:pt x="203454" y="112788"/>
                  </a:lnTo>
                  <a:lnTo>
                    <a:pt x="272161" y="135293"/>
                  </a:lnTo>
                  <a:lnTo>
                    <a:pt x="341756" y="157124"/>
                  </a:lnTo>
                  <a:lnTo>
                    <a:pt x="412242" y="178015"/>
                  </a:lnTo>
                  <a:lnTo>
                    <a:pt x="483869" y="197764"/>
                  </a:lnTo>
                  <a:lnTo>
                    <a:pt x="556894" y="216179"/>
                  </a:lnTo>
                  <a:lnTo>
                    <a:pt x="631317" y="233083"/>
                  </a:lnTo>
                  <a:lnTo>
                    <a:pt x="707644" y="248259"/>
                  </a:lnTo>
                  <a:lnTo>
                    <a:pt x="785749" y="261620"/>
                  </a:lnTo>
                  <a:lnTo>
                    <a:pt x="866013" y="272897"/>
                  </a:lnTo>
                  <a:lnTo>
                    <a:pt x="907034" y="277672"/>
                  </a:lnTo>
                  <a:lnTo>
                    <a:pt x="948563" y="281876"/>
                  </a:lnTo>
                  <a:lnTo>
                    <a:pt x="990726" y="285407"/>
                  </a:lnTo>
                  <a:lnTo>
                    <a:pt x="1033526" y="288366"/>
                  </a:lnTo>
                  <a:lnTo>
                    <a:pt x="1076960" y="290664"/>
                  </a:lnTo>
                  <a:lnTo>
                    <a:pt x="1124102" y="292290"/>
                  </a:lnTo>
                  <a:lnTo>
                    <a:pt x="1125937" y="292290"/>
                  </a:lnTo>
                  <a:lnTo>
                    <a:pt x="1170768" y="293243"/>
                  </a:lnTo>
                  <a:lnTo>
                    <a:pt x="1211580" y="293243"/>
                  </a:lnTo>
                  <a:lnTo>
                    <a:pt x="1259713" y="292290"/>
                  </a:lnTo>
                  <a:lnTo>
                    <a:pt x="1311910" y="289801"/>
                  </a:lnTo>
                  <a:lnTo>
                    <a:pt x="1367663" y="286080"/>
                  </a:lnTo>
                  <a:lnTo>
                    <a:pt x="1426718" y="281127"/>
                  </a:lnTo>
                  <a:lnTo>
                    <a:pt x="1432645" y="280543"/>
                  </a:lnTo>
                  <a:lnTo>
                    <a:pt x="1170401" y="280543"/>
                  </a:lnTo>
                  <a:lnTo>
                    <a:pt x="1125824" y="279590"/>
                  </a:lnTo>
                  <a:lnTo>
                    <a:pt x="1124234" y="279590"/>
                  </a:lnTo>
                  <a:lnTo>
                    <a:pt x="1077595" y="277977"/>
                  </a:lnTo>
                  <a:lnTo>
                    <a:pt x="1034415" y="275704"/>
                  </a:lnTo>
                  <a:lnTo>
                    <a:pt x="991869" y="272757"/>
                  </a:lnTo>
                  <a:lnTo>
                    <a:pt x="949832" y="269240"/>
                  </a:lnTo>
                  <a:lnTo>
                    <a:pt x="908557" y="265061"/>
                  </a:lnTo>
                  <a:lnTo>
                    <a:pt x="867791" y="260311"/>
                  </a:lnTo>
                  <a:lnTo>
                    <a:pt x="787907" y="249110"/>
                  </a:lnTo>
                  <a:lnTo>
                    <a:pt x="710184" y="235800"/>
                  </a:lnTo>
                  <a:lnTo>
                    <a:pt x="634238" y="220687"/>
                  </a:lnTo>
                  <a:lnTo>
                    <a:pt x="559943" y="203873"/>
                  </a:lnTo>
                  <a:lnTo>
                    <a:pt x="487172" y="185521"/>
                  </a:lnTo>
                  <a:lnTo>
                    <a:pt x="415798" y="165836"/>
                  </a:lnTo>
                  <a:lnTo>
                    <a:pt x="345440" y="145008"/>
                  </a:lnTo>
                  <a:lnTo>
                    <a:pt x="276098" y="123215"/>
                  </a:lnTo>
                  <a:lnTo>
                    <a:pt x="207518" y="100761"/>
                  </a:lnTo>
                  <a:lnTo>
                    <a:pt x="4063" y="30480"/>
                  </a:lnTo>
                  <a:close/>
                </a:path>
                <a:path w="2937510" h="293370">
                  <a:moveTo>
                    <a:pt x="2861336" y="31038"/>
                  </a:moveTo>
                  <a:lnTo>
                    <a:pt x="2686812" y="66167"/>
                  </a:lnTo>
                  <a:lnTo>
                    <a:pt x="2325370" y="134810"/>
                  </a:lnTo>
                  <a:lnTo>
                    <a:pt x="1971547" y="195656"/>
                  </a:lnTo>
                  <a:lnTo>
                    <a:pt x="1827783" y="218020"/>
                  </a:lnTo>
                  <a:lnTo>
                    <a:pt x="1686814" y="238112"/>
                  </a:lnTo>
                  <a:lnTo>
                    <a:pt x="1618360" y="247065"/>
                  </a:lnTo>
                  <a:lnTo>
                    <a:pt x="1487551" y="262382"/>
                  </a:lnTo>
                  <a:lnTo>
                    <a:pt x="1425702" y="268465"/>
                  </a:lnTo>
                  <a:lnTo>
                    <a:pt x="1366774" y="273418"/>
                  </a:lnTo>
                  <a:lnTo>
                    <a:pt x="1311275" y="277126"/>
                  </a:lnTo>
                  <a:lnTo>
                    <a:pt x="1259459" y="279590"/>
                  </a:lnTo>
                  <a:lnTo>
                    <a:pt x="1211580" y="280543"/>
                  </a:lnTo>
                  <a:lnTo>
                    <a:pt x="1432645" y="280543"/>
                  </a:lnTo>
                  <a:lnTo>
                    <a:pt x="1488694" y="275018"/>
                  </a:lnTo>
                  <a:lnTo>
                    <a:pt x="1620012" y="259664"/>
                  </a:lnTo>
                  <a:lnTo>
                    <a:pt x="1688465" y="250710"/>
                  </a:lnTo>
                  <a:lnTo>
                    <a:pt x="1829562" y="230593"/>
                  </a:lnTo>
                  <a:lnTo>
                    <a:pt x="1973580" y="208203"/>
                  </a:lnTo>
                  <a:lnTo>
                    <a:pt x="2327656" y="147320"/>
                  </a:lnTo>
                  <a:lnTo>
                    <a:pt x="2781808" y="60198"/>
                  </a:lnTo>
                  <a:lnTo>
                    <a:pt x="2863944" y="43481"/>
                  </a:lnTo>
                  <a:lnTo>
                    <a:pt x="2861336" y="31038"/>
                  </a:lnTo>
                  <a:close/>
                </a:path>
                <a:path w="2937510" h="293370">
                  <a:moveTo>
                    <a:pt x="2928745" y="28448"/>
                  </a:moveTo>
                  <a:lnTo>
                    <a:pt x="2873756" y="28448"/>
                  </a:lnTo>
                  <a:lnTo>
                    <a:pt x="2876422" y="40894"/>
                  </a:lnTo>
                  <a:lnTo>
                    <a:pt x="2863944" y="43481"/>
                  </a:lnTo>
                  <a:lnTo>
                    <a:pt x="2870454" y="74549"/>
                  </a:lnTo>
                  <a:lnTo>
                    <a:pt x="2928745" y="28448"/>
                  </a:lnTo>
                  <a:close/>
                </a:path>
                <a:path w="2937510" h="293370">
                  <a:moveTo>
                    <a:pt x="2873756" y="28448"/>
                  </a:moveTo>
                  <a:lnTo>
                    <a:pt x="2861336" y="31038"/>
                  </a:lnTo>
                  <a:lnTo>
                    <a:pt x="2863944" y="43481"/>
                  </a:lnTo>
                  <a:lnTo>
                    <a:pt x="2876422" y="40894"/>
                  </a:lnTo>
                  <a:lnTo>
                    <a:pt x="2873756" y="28448"/>
                  </a:lnTo>
                  <a:close/>
                </a:path>
                <a:path w="2937510" h="293370">
                  <a:moveTo>
                    <a:pt x="2854833" y="0"/>
                  </a:moveTo>
                  <a:lnTo>
                    <a:pt x="2861219" y="30480"/>
                  </a:lnTo>
                  <a:lnTo>
                    <a:pt x="2861336" y="31038"/>
                  </a:lnTo>
                  <a:lnTo>
                    <a:pt x="2873756" y="28448"/>
                  </a:lnTo>
                  <a:lnTo>
                    <a:pt x="2928745" y="28448"/>
                  </a:lnTo>
                  <a:lnTo>
                    <a:pt x="2937256" y="21717"/>
                  </a:lnTo>
                  <a:lnTo>
                    <a:pt x="2854833" y="0"/>
                  </a:lnTo>
                  <a:close/>
                </a:path>
              </a:pathLst>
            </a:custGeom>
            <a:solidFill>
              <a:srgbClr val="BD4A47"/>
            </a:solidFill>
          </p:spPr>
          <p:txBody>
            <a:bodyPr wrap="square" lIns="0" tIns="0" rIns="0" bIns="0" rtlCol="0"/>
            <a:lstStyle/>
            <a:p>
              <a:endParaRPr/>
            </a:p>
          </p:txBody>
        </p:sp>
      </p:grpSp>
      <p:sp>
        <p:nvSpPr>
          <p:cNvPr id="30" name="object 30"/>
          <p:cNvSpPr txBox="1"/>
          <p:nvPr/>
        </p:nvSpPr>
        <p:spPr>
          <a:xfrm>
            <a:off x="383540" y="229260"/>
            <a:ext cx="8234045" cy="5822315"/>
          </a:xfrm>
          <a:prstGeom prst="rect">
            <a:avLst/>
          </a:prstGeom>
        </p:spPr>
        <p:txBody>
          <a:bodyPr vert="horz" wrap="square" lIns="0" tIns="97790" rIns="0" bIns="0" rtlCol="0">
            <a:spAutoFit/>
          </a:bodyPr>
          <a:lstStyle/>
          <a:p>
            <a:pPr marL="12700">
              <a:lnSpc>
                <a:spcPct val="100000"/>
              </a:lnSpc>
              <a:spcBef>
                <a:spcPts val="770"/>
              </a:spcBef>
            </a:pPr>
            <a:r>
              <a:rPr sz="2800" b="1" dirty="0">
                <a:latin typeface="Calibri"/>
                <a:cs typeface="Calibri"/>
              </a:rPr>
              <a:t>3.4.2</a:t>
            </a:r>
            <a:r>
              <a:rPr sz="2800" b="1" spc="-15" dirty="0">
                <a:latin typeface="Calibri"/>
                <a:cs typeface="Calibri"/>
              </a:rPr>
              <a:t> </a:t>
            </a:r>
            <a:r>
              <a:rPr sz="2800" b="1" dirty="0">
                <a:latin typeface="Calibri"/>
                <a:cs typeface="Calibri"/>
              </a:rPr>
              <a:t>Định</a:t>
            </a:r>
            <a:r>
              <a:rPr sz="2800" b="1" spc="-35" dirty="0">
                <a:latin typeface="Calibri"/>
                <a:cs typeface="Calibri"/>
              </a:rPr>
              <a:t> </a:t>
            </a:r>
            <a:r>
              <a:rPr sz="2800" b="1" dirty="0">
                <a:latin typeface="Calibri"/>
                <a:cs typeface="Calibri"/>
              </a:rPr>
              <a:t>nghĩa</a:t>
            </a:r>
            <a:r>
              <a:rPr sz="2800" b="1" spc="-25" dirty="0">
                <a:latin typeface="Calibri"/>
                <a:cs typeface="Calibri"/>
              </a:rPr>
              <a:t> </a:t>
            </a:r>
            <a:r>
              <a:rPr sz="2800" b="1" i="1" dirty="0">
                <a:latin typeface="Calibri"/>
                <a:cs typeface="Calibri"/>
              </a:rPr>
              <a:t>biểu</a:t>
            </a:r>
            <a:r>
              <a:rPr sz="2800" b="1" i="1" spc="-20" dirty="0">
                <a:latin typeface="Calibri"/>
                <a:cs typeface="Calibri"/>
              </a:rPr>
              <a:t> </a:t>
            </a:r>
            <a:r>
              <a:rPr sz="2800" b="1" i="1" dirty="0">
                <a:latin typeface="Calibri"/>
                <a:cs typeface="Calibri"/>
              </a:rPr>
              <a:t>đồ</a:t>
            </a:r>
            <a:r>
              <a:rPr sz="2800" b="1" i="1" spc="-45" dirty="0">
                <a:latin typeface="Calibri"/>
                <a:cs typeface="Calibri"/>
              </a:rPr>
              <a:t> </a:t>
            </a:r>
            <a:r>
              <a:rPr sz="2800" b="1" i="1" spc="-10" dirty="0">
                <a:latin typeface="Calibri"/>
                <a:cs typeface="Calibri"/>
              </a:rPr>
              <a:t>Hasse</a:t>
            </a:r>
            <a:r>
              <a:rPr sz="2800" b="1" spc="-10" dirty="0">
                <a:latin typeface="Calibri"/>
                <a:cs typeface="Calibri"/>
              </a:rPr>
              <a:t>:</a:t>
            </a:r>
            <a:endParaRPr sz="2800">
              <a:latin typeface="Calibri"/>
              <a:cs typeface="Calibri"/>
            </a:endParaRPr>
          </a:p>
          <a:p>
            <a:pPr marL="12700">
              <a:lnSpc>
                <a:spcPct val="100000"/>
              </a:lnSpc>
              <a:spcBef>
                <a:spcPts val="675"/>
              </a:spcBef>
            </a:pPr>
            <a:r>
              <a:rPr sz="2800" dirty="0">
                <a:latin typeface="Calibri"/>
                <a:cs typeface="Calibri"/>
              </a:rPr>
              <a:t>Cho</a:t>
            </a:r>
            <a:r>
              <a:rPr sz="2800" spc="-40" dirty="0">
                <a:latin typeface="Calibri"/>
                <a:cs typeface="Calibri"/>
              </a:rPr>
              <a:t> </a:t>
            </a:r>
            <a:r>
              <a:rPr sz="2800" dirty="0">
                <a:latin typeface="Calibri"/>
                <a:cs typeface="Calibri"/>
              </a:rPr>
              <a:t>R</a:t>
            </a:r>
            <a:r>
              <a:rPr sz="2800" spc="-25" dirty="0">
                <a:latin typeface="Calibri"/>
                <a:cs typeface="Calibri"/>
              </a:rPr>
              <a:t> </a:t>
            </a:r>
            <a:r>
              <a:rPr sz="2800" b="1" dirty="0">
                <a:latin typeface="Calibri"/>
                <a:cs typeface="Calibri"/>
              </a:rPr>
              <a:t>quan</a:t>
            </a:r>
            <a:r>
              <a:rPr sz="2800" b="1" spc="-40" dirty="0">
                <a:latin typeface="Calibri"/>
                <a:cs typeface="Calibri"/>
              </a:rPr>
              <a:t> </a:t>
            </a:r>
            <a:r>
              <a:rPr sz="2800" b="1" dirty="0">
                <a:latin typeface="Calibri"/>
                <a:cs typeface="Calibri"/>
              </a:rPr>
              <a:t>hệ</a:t>
            </a:r>
            <a:r>
              <a:rPr sz="2800" b="1" spc="-35" dirty="0">
                <a:latin typeface="Calibri"/>
                <a:cs typeface="Calibri"/>
              </a:rPr>
              <a:t> </a:t>
            </a:r>
            <a:r>
              <a:rPr sz="2800" b="1" dirty="0">
                <a:latin typeface="Calibri"/>
                <a:cs typeface="Calibri"/>
              </a:rPr>
              <a:t>thứ</a:t>
            </a:r>
            <a:r>
              <a:rPr sz="2800" b="1" spc="-45" dirty="0">
                <a:latin typeface="Calibri"/>
                <a:cs typeface="Calibri"/>
              </a:rPr>
              <a:t> </a:t>
            </a:r>
            <a:r>
              <a:rPr sz="2800" b="1" dirty="0">
                <a:latin typeface="Calibri"/>
                <a:cs typeface="Calibri"/>
              </a:rPr>
              <a:t>tự</a:t>
            </a:r>
            <a:r>
              <a:rPr sz="2800" b="1" spc="-10" dirty="0">
                <a:latin typeface="Calibri"/>
                <a:cs typeface="Calibri"/>
              </a:rPr>
              <a:t> </a:t>
            </a:r>
            <a:r>
              <a:rPr sz="2800" dirty="0">
                <a:latin typeface="Calibri"/>
                <a:cs typeface="Calibri"/>
              </a:rPr>
              <a:t>trên</a:t>
            </a:r>
            <a:r>
              <a:rPr sz="2800" spc="-35" dirty="0">
                <a:latin typeface="Calibri"/>
                <a:cs typeface="Calibri"/>
              </a:rPr>
              <a:t> </a:t>
            </a:r>
            <a:r>
              <a:rPr sz="2800" dirty="0">
                <a:latin typeface="Calibri"/>
                <a:cs typeface="Calibri"/>
              </a:rPr>
              <a:t>X.</a:t>
            </a:r>
            <a:r>
              <a:rPr sz="2800" spc="-45" dirty="0">
                <a:latin typeface="Calibri"/>
                <a:cs typeface="Calibri"/>
              </a:rPr>
              <a:t> </a:t>
            </a:r>
            <a:r>
              <a:rPr sz="2800" dirty="0">
                <a:latin typeface="Calibri"/>
                <a:cs typeface="Calibri"/>
              </a:rPr>
              <a:t>Biểu</a:t>
            </a:r>
            <a:r>
              <a:rPr sz="2800" spc="-45" dirty="0">
                <a:latin typeface="Calibri"/>
                <a:cs typeface="Calibri"/>
              </a:rPr>
              <a:t> </a:t>
            </a:r>
            <a:r>
              <a:rPr sz="2800" dirty="0">
                <a:latin typeface="Calibri"/>
                <a:cs typeface="Calibri"/>
              </a:rPr>
              <a:t>đồ</a:t>
            </a:r>
            <a:r>
              <a:rPr sz="2800" spc="-35" dirty="0">
                <a:latin typeface="Calibri"/>
                <a:cs typeface="Calibri"/>
              </a:rPr>
              <a:t> </a:t>
            </a:r>
            <a:r>
              <a:rPr sz="2800" dirty="0">
                <a:latin typeface="Calibri"/>
                <a:cs typeface="Calibri"/>
              </a:rPr>
              <a:t>Hasse</a:t>
            </a:r>
            <a:r>
              <a:rPr sz="2800" spc="-30" dirty="0">
                <a:latin typeface="Calibri"/>
                <a:cs typeface="Calibri"/>
              </a:rPr>
              <a:t> </a:t>
            </a:r>
            <a:r>
              <a:rPr sz="2800" dirty="0">
                <a:latin typeface="Calibri"/>
                <a:cs typeface="Calibri"/>
              </a:rPr>
              <a:t>của</a:t>
            </a:r>
            <a:r>
              <a:rPr sz="2800" spc="-30" dirty="0">
                <a:latin typeface="Calibri"/>
                <a:cs typeface="Calibri"/>
              </a:rPr>
              <a:t> </a:t>
            </a:r>
            <a:r>
              <a:rPr sz="2800" dirty="0">
                <a:latin typeface="Calibri"/>
                <a:cs typeface="Calibri"/>
              </a:rPr>
              <a:t>R</a:t>
            </a:r>
            <a:r>
              <a:rPr sz="2800" spc="-35" dirty="0">
                <a:latin typeface="Calibri"/>
                <a:cs typeface="Calibri"/>
              </a:rPr>
              <a:t> </a:t>
            </a:r>
            <a:r>
              <a:rPr sz="2800" dirty="0">
                <a:latin typeface="Calibri"/>
                <a:cs typeface="Calibri"/>
              </a:rPr>
              <a:t>gồm</a:t>
            </a:r>
            <a:r>
              <a:rPr sz="2800" spc="-20" dirty="0">
                <a:latin typeface="Calibri"/>
                <a:cs typeface="Calibri"/>
              </a:rPr>
              <a:t> -</a:t>
            </a:r>
            <a:r>
              <a:rPr sz="2800" spc="-50" dirty="0">
                <a:latin typeface="Calibri"/>
                <a:cs typeface="Calibri"/>
              </a:rPr>
              <a:t>-</a:t>
            </a:r>
            <a:endParaRPr sz="2800">
              <a:latin typeface="Calibri"/>
              <a:cs typeface="Calibri"/>
            </a:endParaRPr>
          </a:p>
          <a:p>
            <a:pPr marL="203200" indent="-190500">
              <a:lnSpc>
                <a:spcPct val="100000"/>
              </a:lnSpc>
              <a:buChar char="-"/>
              <a:tabLst>
                <a:tab pos="203200" algn="l"/>
                <a:tab pos="1835150" algn="l"/>
                <a:tab pos="3789679" algn="l"/>
              </a:tabLst>
            </a:pPr>
            <a:r>
              <a:rPr sz="2800" dirty="0">
                <a:latin typeface="Calibri"/>
                <a:cs typeface="Calibri"/>
              </a:rPr>
              <a:t>tập</a:t>
            </a:r>
            <a:r>
              <a:rPr sz="2800" spc="-60" dirty="0">
                <a:latin typeface="Calibri"/>
                <a:cs typeface="Calibri"/>
              </a:rPr>
              <a:t> </a:t>
            </a:r>
            <a:r>
              <a:rPr sz="2800" dirty="0">
                <a:latin typeface="Calibri"/>
                <a:cs typeface="Calibri"/>
              </a:rPr>
              <a:t>đỉnh</a:t>
            </a:r>
            <a:r>
              <a:rPr sz="2800" spc="-65" dirty="0">
                <a:latin typeface="Calibri"/>
                <a:cs typeface="Calibri"/>
              </a:rPr>
              <a:t> </a:t>
            </a:r>
            <a:r>
              <a:rPr sz="2800" spc="-50" dirty="0">
                <a:latin typeface="Calibri"/>
                <a:cs typeface="Calibri"/>
              </a:rPr>
              <a:t>X</a:t>
            </a:r>
            <a:r>
              <a:rPr sz="2800" dirty="0">
                <a:latin typeface="Calibri"/>
                <a:cs typeface="Calibri"/>
              </a:rPr>
              <a:t>	</a:t>
            </a:r>
            <a:r>
              <a:rPr sz="2800" spc="-50" dirty="0">
                <a:latin typeface="Calibri"/>
                <a:cs typeface="Calibri"/>
              </a:rPr>
              <a:t>:</a:t>
            </a:r>
            <a:r>
              <a:rPr sz="2800" dirty="0">
                <a:latin typeface="Calibri"/>
                <a:cs typeface="Calibri"/>
              </a:rPr>
              <a:t>	.</a:t>
            </a:r>
            <a:r>
              <a:rPr sz="2800" spc="-15" dirty="0">
                <a:latin typeface="Calibri"/>
                <a:cs typeface="Calibri"/>
              </a:rPr>
              <a:t> </a:t>
            </a:r>
            <a:r>
              <a:rPr sz="2800" dirty="0">
                <a:latin typeface="Calibri"/>
                <a:cs typeface="Calibri"/>
              </a:rPr>
              <a:t>.</a:t>
            </a:r>
            <a:r>
              <a:rPr sz="2800" spc="15" dirty="0">
                <a:latin typeface="Calibri"/>
                <a:cs typeface="Calibri"/>
              </a:rPr>
              <a:t> </a:t>
            </a:r>
            <a:r>
              <a:rPr sz="2800" spc="-50" dirty="0">
                <a:latin typeface="Calibri"/>
                <a:cs typeface="Calibri"/>
              </a:rPr>
              <a:t>.</a:t>
            </a:r>
            <a:endParaRPr sz="2800">
              <a:latin typeface="Calibri"/>
              <a:cs typeface="Calibri"/>
            </a:endParaRPr>
          </a:p>
          <a:p>
            <a:pPr marL="12700" marR="392430" indent="190500">
              <a:lnSpc>
                <a:spcPct val="100000"/>
              </a:lnSpc>
              <a:spcBef>
                <a:spcPts val="710"/>
              </a:spcBef>
              <a:buChar char="-"/>
              <a:tabLst>
                <a:tab pos="203200" algn="l"/>
              </a:tabLst>
            </a:pPr>
            <a:r>
              <a:rPr sz="2800" dirty="0">
                <a:latin typeface="Calibri"/>
                <a:cs typeface="Calibri"/>
              </a:rPr>
              <a:t>tập</a:t>
            </a:r>
            <a:r>
              <a:rPr sz="2800" spc="-50" dirty="0">
                <a:latin typeface="Calibri"/>
                <a:cs typeface="Calibri"/>
              </a:rPr>
              <a:t> </a:t>
            </a:r>
            <a:r>
              <a:rPr sz="2800" dirty="0">
                <a:latin typeface="Calibri"/>
                <a:cs typeface="Calibri"/>
              </a:rPr>
              <a:t>cạnh</a:t>
            </a:r>
            <a:r>
              <a:rPr sz="2800" spc="-40" dirty="0">
                <a:latin typeface="Calibri"/>
                <a:cs typeface="Calibri"/>
              </a:rPr>
              <a:t> </a:t>
            </a:r>
            <a:r>
              <a:rPr sz="2800" dirty="0">
                <a:latin typeface="Calibri"/>
                <a:cs typeface="Calibri"/>
              </a:rPr>
              <a:t>E</a:t>
            </a:r>
            <a:r>
              <a:rPr sz="2800" spc="-50" dirty="0">
                <a:latin typeface="Calibri"/>
                <a:cs typeface="Calibri"/>
              </a:rPr>
              <a:t> </a:t>
            </a:r>
            <a:r>
              <a:rPr sz="2800" dirty="0">
                <a:latin typeface="Calibri"/>
                <a:cs typeface="Calibri"/>
              </a:rPr>
              <a:t>:</a:t>
            </a:r>
            <a:r>
              <a:rPr sz="2800" spc="-35" dirty="0">
                <a:latin typeface="Calibri"/>
                <a:cs typeface="Calibri"/>
              </a:rPr>
              <a:t> </a:t>
            </a:r>
            <a:r>
              <a:rPr sz="2800" dirty="0">
                <a:latin typeface="Calibri"/>
                <a:cs typeface="Calibri"/>
              </a:rPr>
              <a:t>Với</a:t>
            </a:r>
            <a:r>
              <a:rPr sz="2800" spc="-40" dirty="0">
                <a:latin typeface="Calibri"/>
                <a:cs typeface="Calibri"/>
              </a:rPr>
              <a:t> </a:t>
            </a:r>
            <a:r>
              <a:rPr sz="2800" dirty="0">
                <a:latin typeface="Calibri"/>
                <a:cs typeface="Calibri"/>
              </a:rPr>
              <a:t>x,</a:t>
            </a:r>
            <a:r>
              <a:rPr sz="2800" spc="-50" dirty="0">
                <a:latin typeface="Calibri"/>
                <a:cs typeface="Calibri"/>
              </a:rPr>
              <a:t> </a:t>
            </a:r>
            <a:r>
              <a:rPr sz="2800" dirty="0">
                <a:latin typeface="Calibri"/>
                <a:cs typeface="Calibri"/>
              </a:rPr>
              <a:t>y</a:t>
            </a:r>
            <a:r>
              <a:rPr sz="2800" spc="-40" dirty="0">
                <a:latin typeface="Calibri"/>
                <a:cs typeface="Calibri"/>
              </a:rPr>
              <a:t> </a:t>
            </a:r>
            <a:r>
              <a:rPr sz="2800" dirty="0">
                <a:latin typeface="Symbol"/>
                <a:cs typeface="Symbol"/>
              </a:rPr>
              <a:t></a:t>
            </a:r>
            <a:r>
              <a:rPr sz="2800" dirty="0">
                <a:latin typeface="Calibri"/>
                <a:cs typeface="Calibri"/>
              </a:rPr>
              <a:t>X,</a:t>
            </a:r>
            <a:r>
              <a:rPr sz="2800" spc="-40" dirty="0">
                <a:latin typeface="Calibri"/>
                <a:cs typeface="Calibri"/>
              </a:rPr>
              <a:t> </a:t>
            </a:r>
            <a:r>
              <a:rPr sz="2800" dirty="0">
                <a:latin typeface="Calibri"/>
                <a:cs typeface="Calibri"/>
              </a:rPr>
              <a:t>x</a:t>
            </a:r>
            <a:r>
              <a:rPr sz="2800" spc="-45" dirty="0">
                <a:latin typeface="Calibri"/>
                <a:cs typeface="Calibri"/>
              </a:rPr>
              <a:t> </a:t>
            </a:r>
            <a:r>
              <a:rPr sz="2800" dirty="0">
                <a:latin typeface="Symbol"/>
                <a:cs typeface="Symbol"/>
              </a:rPr>
              <a:t></a:t>
            </a:r>
            <a:r>
              <a:rPr sz="2800" spc="-114" dirty="0">
                <a:latin typeface="Times New Roman"/>
                <a:cs typeface="Times New Roman"/>
              </a:rPr>
              <a:t> </a:t>
            </a:r>
            <a:r>
              <a:rPr sz="2800" spc="-50" dirty="0">
                <a:latin typeface="Calibri"/>
                <a:cs typeface="Calibri"/>
              </a:rPr>
              <a:t>y,</a:t>
            </a:r>
            <a:r>
              <a:rPr sz="2800" spc="-40" dirty="0">
                <a:latin typeface="Calibri"/>
                <a:cs typeface="Calibri"/>
              </a:rPr>
              <a:t> </a:t>
            </a:r>
            <a:r>
              <a:rPr sz="2800" dirty="0">
                <a:latin typeface="Calibri"/>
                <a:cs typeface="Calibri"/>
              </a:rPr>
              <a:t>cạnh</a:t>
            </a:r>
            <a:r>
              <a:rPr sz="2800" spc="-45" dirty="0">
                <a:latin typeface="Calibri"/>
                <a:cs typeface="Calibri"/>
              </a:rPr>
              <a:t> </a:t>
            </a:r>
            <a:r>
              <a:rPr sz="2800" dirty="0">
                <a:latin typeface="Calibri"/>
                <a:cs typeface="Calibri"/>
              </a:rPr>
              <a:t>hướng</a:t>
            </a:r>
            <a:r>
              <a:rPr sz="2800" spc="-15" dirty="0">
                <a:latin typeface="Calibri"/>
                <a:cs typeface="Calibri"/>
              </a:rPr>
              <a:t> </a:t>
            </a:r>
            <a:r>
              <a:rPr sz="2800" dirty="0">
                <a:latin typeface="Calibri"/>
                <a:cs typeface="Calibri"/>
              </a:rPr>
              <a:t>từ</a:t>
            </a:r>
            <a:r>
              <a:rPr sz="2800" spc="-45" dirty="0">
                <a:latin typeface="Calibri"/>
                <a:cs typeface="Calibri"/>
              </a:rPr>
              <a:t> </a:t>
            </a:r>
            <a:r>
              <a:rPr sz="2800" dirty="0">
                <a:latin typeface="Calibri"/>
                <a:cs typeface="Calibri"/>
              </a:rPr>
              <a:t>x</a:t>
            </a:r>
            <a:r>
              <a:rPr sz="2800" spc="-55" dirty="0">
                <a:latin typeface="Calibri"/>
                <a:cs typeface="Calibri"/>
              </a:rPr>
              <a:t> </a:t>
            </a:r>
            <a:r>
              <a:rPr sz="2800" dirty="0">
                <a:latin typeface="Calibri"/>
                <a:cs typeface="Calibri"/>
              </a:rPr>
              <a:t>đến</a:t>
            </a:r>
            <a:r>
              <a:rPr sz="2800" spc="-40" dirty="0">
                <a:latin typeface="Calibri"/>
                <a:cs typeface="Calibri"/>
              </a:rPr>
              <a:t> </a:t>
            </a:r>
            <a:r>
              <a:rPr sz="2800" spc="-25" dirty="0">
                <a:latin typeface="Calibri"/>
                <a:cs typeface="Calibri"/>
              </a:rPr>
              <a:t>y, </a:t>
            </a:r>
            <a:r>
              <a:rPr sz="2800" dirty="0">
                <a:latin typeface="Calibri"/>
                <a:cs typeface="Calibri"/>
              </a:rPr>
              <a:t>nếu</a:t>
            </a:r>
            <a:r>
              <a:rPr sz="2800" spc="-15" dirty="0">
                <a:latin typeface="Calibri"/>
                <a:cs typeface="Calibri"/>
              </a:rPr>
              <a:t> </a:t>
            </a:r>
            <a:r>
              <a:rPr sz="2800" dirty="0">
                <a:latin typeface="Calibri"/>
                <a:cs typeface="Calibri"/>
              </a:rPr>
              <a:t>(x,</a:t>
            </a:r>
            <a:r>
              <a:rPr sz="2800" spc="-20" dirty="0">
                <a:latin typeface="Calibri"/>
                <a:cs typeface="Calibri"/>
              </a:rPr>
              <a:t> </a:t>
            </a:r>
            <a:r>
              <a:rPr sz="2800" dirty="0">
                <a:latin typeface="Calibri"/>
                <a:cs typeface="Calibri"/>
              </a:rPr>
              <a:t>y)</a:t>
            </a:r>
            <a:r>
              <a:rPr sz="2800" spc="-15" dirty="0">
                <a:latin typeface="Calibri"/>
                <a:cs typeface="Calibri"/>
              </a:rPr>
              <a:t> </a:t>
            </a:r>
            <a:r>
              <a:rPr sz="2800" dirty="0">
                <a:latin typeface="Symbol"/>
                <a:cs typeface="Symbol"/>
              </a:rPr>
              <a:t></a:t>
            </a:r>
            <a:r>
              <a:rPr sz="2800" spc="-75" dirty="0">
                <a:latin typeface="Times New Roman"/>
                <a:cs typeface="Times New Roman"/>
              </a:rPr>
              <a:t> </a:t>
            </a:r>
            <a:r>
              <a:rPr sz="2800" dirty="0">
                <a:latin typeface="Calibri"/>
                <a:cs typeface="Calibri"/>
              </a:rPr>
              <a:t>R</a:t>
            </a:r>
            <a:r>
              <a:rPr sz="2800" spc="-20" dirty="0">
                <a:latin typeface="Calibri"/>
                <a:cs typeface="Calibri"/>
              </a:rPr>
              <a:t> </a:t>
            </a:r>
            <a:r>
              <a:rPr sz="2800" dirty="0">
                <a:latin typeface="Calibri"/>
                <a:cs typeface="Calibri"/>
              </a:rPr>
              <a:t>và</a:t>
            </a:r>
            <a:r>
              <a:rPr sz="2800" spc="-25" dirty="0">
                <a:latin typeface="Calibri"/>
                <a:cs typeface="Calibri"/>
              </a:rPr>
              <a:t> </a:t>
            </a:r>
            <a:r>
              <a:rPr sz="2800" dirty="0">
                <a:latin typeface="Calibri"/>
                <a:cs typeface="Calibri"/>
              </a:rPr>
              <a:t>không</a:t>
            </a:r>
            <a:r>
              <a:rPr sz="2800" spc="10" dirty="0">
                <a:latin typeface="Calibri"/>
                <a:cs typeface="Calibri"/>
              </a:rPr>
              <a:t> </a:t>
            </a:r>
            <a:r>
              <a:rPr sz="2800" dirty="0">
                <a:latin typeface="Calibri"/>
                <a:cs typeface="Calibri"/>
              </a:rPr>
              <a:t>có</a:t>
            </a:r>
            <a:r>
              <a:rPr sz="2800" spc="-20" dirty="0">
                <a:latin typeface="Calibri"/>
                <a:cs typeface="Calibri"/>
              </a:rPr>
              <a:t> </a:t>
            </a:r>
            <a:r>
              <a:rPr sz="2800" dirty="0">
                <a:latin typeface="Calibri"/>
                <a:cs typeface="Calibri"/>
              </a:rPr>
              <a:t>z</a:t>
            </a:r>
            <a:r>
              <a:rPr sz="2800" spc="-25"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x,</a:t>
            </a:r>
            <a:r>
              <a:rPr sz="2800" spc="-15" dirty="0">
                <a:latin typeface="Calibri"/>
                <a:cs typeface="Calibri"/>
              </a:rPr>
              <a:t> </a:t>
            </a:r>
            <a:r>
              <a:rPr sz="2800" dirty="0">
                <a:latin typeface="Calibri"/>
                <a:cs typeface="Calibri"/>
              </a:rPr>
              <a:t>y)</a:t>
            </a:r>
            <a:r>
              <a:rPr sz="2800" spc="-20" dirty="0">
                <a:latin typeface="Calibri"/>
                <a:cs typeface="Calibri"/>
              </a:rPr>
              <a:t> </a:t>
            </a:r>
            <a:r>
              <a:rPr sz="2800" dirty="0">
                <a:latin typeface="Calibri"/>
                <a:cs typeface="Calibri"/>
              </a:rPr>
              <a:t>và</a:t>
            </a:r>
            <a:r>
              <a:rPr sz="2800" spc="-20" dirty="0">
                <a:latin typeface="Calibri"/>
                <a:cs typeface="Calibri"/>
              </a:rPr>
              <a:t> </a:t>
            </a:r>
            <a:r>
              <a:rPr sz="2800" dirty="0">
                <a:latin typeface="Calibri"/>
                <a:cs typeface="Calibri"/>
              </a:rPr>
              <a:t>(x,</a:t>
            </a:r>
            <a:r>
              <a:rPr sz="2800" spc="-20" dirty="0">
                <a:latin typeface="Calibri"/>
                <a:cs typeface="Calibri"/>
              </a:rPr>
              <a:t> </a:t>
            </a:r>
            <a:r>
              <a:rPr sz="2800" dirty="0">
                <a:latin typeface="Calibri"/>
                <a:cs typeface="Calibri"/>
              </a:rPr>
              <a:t>z)</a:t>
            </a:r>
            <a:r>
              <a:rPr sz="2800" spc="-20" dirty="0">
                <a:latin typeface="Calibri"/>
                <a:cs typeface="Calibri"/>
              </a:rPr>
              <a:t> </a:t>
            </a:r>
            <a:r>
              <a:rPr sz="2800" dirty="0">
                <a:latin typeface="Calibri"/>
                <a:cs typeface="Calibri"/>
              </a:rPr>
              <a:t>,</a:t>
            </a:r>
            <a:r>
              <a:rPr sz="2800" spc="-20" dirty="0">
                <a:latin typeface="Calibri"/>
                <a:cs typeface="Calibri"/>
              </a:rPr>
              <a:t> </a:t>
            </a:r>
            <a:r>
              <a:rPr sz="2800" dirty="0">
                <a:latin typeface="Calibri"/>
                <a:cs typeface="Calibri"/>
              </a:rPr>
              <a:t>(z,</a:t>
            </a:r>
            <a:r>
              <a:rPr sz="2800" spc="-25" dirty="0">
                <a:latin typeface="Calibri"/>
                <a:cs typeface="Calibri"/>
              </a:rPr>
              <a:t> </a:t>
            </a:r>
            <a:r>
              <a:rPr sz="2800" dirty="0">
                <a:latin typeface="Calibri"/>
                <a:cs typeface="Calibri"/>
              </a:rPr>
              <a:t>y)</a:t>
            </a:r>
            <a:r>
              <a:rPr sz="2800" spc="-15" dirty="0">
                <a:latin typeface="Calibri"/>
                <a:cs typeface="Calibri"/>
              </a:rPr>
              <a:t> </a:t>
            </a:r>
            <a:r>
              <a:rPr sz="2800" dirty="0">
                <a:latin typeface="Symbol"/>
                <a:cs typeface="Symbol"/>
              </a:rPr>
              <a:t></a:t>
            </a:r>
            <a:r>
              <a:rPr sz="2800" spc="-80" dirty="0">
                <a:latin typeface="Times New Roman"/>
                <a:cs typeface="Times New Roman"/>
              </a:rPr>
              <a:t> </a:t>
            </a:r>
            <a:r>
              <a:rPr sz="2800" spc="-25" dirty="0">
                <a:latin typeface="Calibri"/>
                <a:cs typeface="Calibri"/>
              </a:rPr>
              <a:t>R.</a:t>
            </a:r>
            <a:endParaRPr sz="2800">
              <a:latin typeface="Calibri"/>
              <a:cs typeface="Calibri"/>
            </a:endParaRPr>
          </a:p>
          <a:p>
            <a:pPr marL="2301240">
              <a:lnSpc>
                <a:spcPts val="2730"/>
              </a:lnSpc>
              <a:tabLst>
                <a:tab pos="3867150" algn="l"/>
              </a:tabLst>
            </a:pPr>
            <a:r>
              <a:rPr sz="2400" spc="-50" dirty="0">
                <a:latin typeface="Calibri"/>
                <a:cs typeface="Calibri"/>
              </a:rPr>
              <a:t>x</a:t>
            </a:r>
            <a:r>
              <a:rPr sz="2400" dirty="0">
                <a:latin typeface="Calibri"/>
                <a:cs typeface="Calibri"/>
              </a:rPr>
              <a:t>	</a:t>
            </a:r>
            <a:r>
              <a:rPr sz="2400" spc="-50" dirty="0">
                <a:latin typeface="Calibri"/>
                <a:cs typeface="Calibri"/>
              </a:rPr>
              <a:t>y</a:t>
            </a:r>
            <a:endParaRPr sz="2400">
              <a:latin typeface="Calibri"/>
              <a:cs typeface="Calibri"/>
            </a:endParaRPr>
          </a:p>
          <a:p>
            <a:pPr marL="12700">
              <a:lnSpc>
                <a:spcPct val="100000"/>
              </a:lnSpc>
              <a:spcBef>
                <a:spcPts val="1939"/>
              </a:spcBef>
            </a:pPr>
            <a:r>
              <a:rPr sz="2800" b="1" dirty="0">
                <a:latin typeface="Calibri"/>
                <a:cs typeface="Calibri"/>
              </a:rPr>
              <a:t>Ví</a:t>
            </a:r>
            <a:r>
              <a:rPr sz="2800" b="1" spc="-5" dirty="0">
                <a:latin typeface="Calibri"/>
                <a:cs typeface="Calibri"/>
              </a:rPr>
              <a:t> </a:t>
            </a:r>
            <a:r>
              <a:rPr sz="2800" b="1" dirty="0">
                <a:latin typeface="Calibri"/>
                <a:cs typeface="Calibri"/>
              </a:rPr>
              <a:t>dụ </a:t>
            </a:r>
            <a:r>
              <a:rPr sz="2800" b="1" spc="-50" dirty="0">
                <a:latin typeface="Calibri"/>
                <a:cs typeface="Calibri"/>
              </a:rPr>
              <a:t>:</a:t>
            </a:r>
            <a:endParaRPr sz="2800">
              <a:latin typeface="Calibri"/>
              <a:cs typeface="Calibri"/>
            </a:endParaRPr>
          </a:p>
          <a:p>
            <a:pPr marL="12700">
              <a:lnSpc>
                <a:spcPct val="100000"/>
              </a:lnSpc>
              <a:spcBef>
                <a:spcPts val="675"/>
              </a:spcBef>
            </a:pPr>
            <a:r>
              <a:rPr sz="2800" dirty="0">
                <a:latin typeface="Calibri"/>
                <a:cs typeface="Calibri"/>
              </a:rPr>
              <a:t>Cho</a:t>
            </a:r>
            <a:r>
              <a:rPr sz="2800" spc="-20" dirty="0">
                <a:latin typeface="Calibri"/>
                <a:cs typeface="Calibri"/>
              </a:rPr>
              <a:t> </a:t>
            </a:r>
            <a:r>
              <a:rPr sz="2800" dirty="0">
                <a:latin typeface="Calibri"/>
                <a:cs typeface="Calibri"/>
              </a:rPr>
              <a:t>X</a:t>
            </a:r>
            <a:r>
              <a:rPr sz="2800" spc="-30"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{1,</a:t>
            </a:r>
            <a:r>
              <a:rPr sz="2800" spc="-15" dirty="0">
                <a:latin typeface="Calibri"/>
                <a:cs typeface="Calibri"/>
              </a:rPr>
              <a:t> </a:t>
            </a:r>
            <a:r>
              <a:rPr sz="2800" dirty="0">
                <a:latin typeface="Calibri"/>
                <a:cs typeface="Calibri"/>
              </a:rPr>
              <a:t>2,</a:t>
            </a:r>
            <a:r>
              <a:rPr sz="2800" spc="-20" dirty="0">
                <a:latin typeface="Calibri"/>
                <a:cs typeface="Calibri"/>
              </a:rPr>
              <a:t> </a:t>
            </a:r>
            <a:r>
              <a:rPr sz="2800" dirty="0">
                <a:latin typeface="Calibri"/>
                <a:cs typeface="Calibri"/>
              </a:rPr>
              <a:t>3,</a:t>
            </a:r>
            <a:r>
              <a:rPr sz="2800" spc="-20" dirty="0">
                <a:latin typeface="Calibri"/>
                <a:cs typeface="Calibri"/>
              </a:rPr>
              <a:t> </a:t>
            </a:r>
            <a:r>
              <a:rPr sz="2800" spc="-25" dirty="0">
                <a:latin typeface="Calibri"/>
                <a:cs typeface="Calibri"/>
              </a:rPr>
              <a:t>4}.</a:t>
            </a:r>
            <a:endParaRPr sz="2800">
              <a:latin typeface="Calibri"/>
              <a:cs typeface="Calibri"/>
            </a:endParaRPr>
          </a:p>
          <a:p>
            <a:pPr marL="1010919">
              <a:lnSpc>
                <a:spcPct val="100000"/>
              </a:lnSpc>
              <a:spcBef>
                <a:spcPts val="670"/>
              </a:spcBef>
            </a:pPr>
            <a:r>
              <a:rPr sz="2800" dirty="0">
                <a:latin typeface="Calibri"/>
                <a:cs typeface="Calibri"/>
              </a:rPr>
              <a:t>R={(1,1),</a:t>
            </a:r>
            <a:r>
              <a:rPr sz="2800" spc="-40" dirty="0">
                <a:latin typeface="Calibri"/>
                <a:cs typeface="Calibri"/>
              </a:rPr>
              <a:t> </a:t>
            </a:r>
            <a:r>
              <a:rPr sz="2800" dirty="0">
                <a:latin typeface="Calibri"/>
                <a:cs typeface="Calibri"/>
              </a:rPr>
              <a:t>(2,2),</a:t>
            </a:r>
            <a:r>
              <a:rPr sz="2800" spc="-40" dirty="0">
                <a:latin typeface="Calibri"/>
                <a:cs typeface="Calibri"/>
              </a:rPr>
              <a:t> </a:t>
            </a:r>
            <a:r>
              <a:rPr sz="2800" dirty="0">
                <a:latin typeface="Calibri"/>
                <a:cs typeface="Calibri"/>
              </a:rPr>
              <a:t>(3,3),</a:t>
            </a:r>
            <a:r>
              <a:rPr sz="2800" spc="-40" dirty="0">
                <a:latin typeface="Calibri"/>
                <a:cs typeface="Calibri"/>
              </a:rPr>
              <a:t> </a:t>
            </a:r>
            <a:r>
              <a:rPr sz="2800" dirty="0">
                <a:latin typeface="Calibri"/>
                <a:cs typeface="Calibri"/>
              </a:rPr>
              <a:t>(4,4),</a:t>
            </a:r>
            <a:r>
              <a:rPr sz="2800" spc="-40" dirty="0">
                <a:latin typeface="Calibri"/>
                <a:cs typeface="Calibri"/>
              </a:rPr>
              <a:t> </a:t>
            </a:r>
            <a:r>
              <a:rPr sz="2800" dirty="0">
                <a:latin typeface="Calibri"/>
                <a:cs typeface="Calibri"/>
              </a:rPr>
              <a:t>(1,2),</a:t>
            </a:r>
            <a:r>
              <a:rPr sz="2800" spc="-55" dirty="0">
                <a:latin typeface="Calibri"/>
                <a:cs typeface="Calibri"/>
              </a:rPr>
              <a:t> </a:t>
            </a:r>
            <a:r>
              <a:rPr sz="2800" dirty="0">
                <a:latin typeface="Calibri"/>
                <a:cs typeface="Calibri"/>
              </a:rPr>
              <a:t>(2,3),</a:t>
            </a:r>
            <a:r>
              <a:rPr sz="2800" spc="-40" dirty="0">
                <a:latin typeface="Calibri"/>
                <a:cs typeface="Calibri"/>
              </a:rPr>
              <a:t> </a:t>
            </a:r>
            <a:r>
              <a:rPr sz="2800" spc="-10" dirty="0">
                <a:latin typeface="Calibri"/>
                <a:cs typeface="Calibri"/>
              </a:rPr>
              <a:t>(1,3)}</a:t>
            </a:r>
            <a:endParaRPr sz="2800">
              <a:latin typeface="Calibri"/>
              <a:cs typeface="Calibri"/>
            </a:endParaRPr>
          </a:p>
          <a:p>
            <a:pPr marL="1261745">
              <a:lnSpc>
                <a:spcPct val="100000"/>
              </a:lnSpc>
              <a:spcBef>
                <a:spcPts val="1760"/>
              </a:spcBef>
              <a:tabLst>
                <a:tab pos="2849880" algn="l"/>
                <a:tab pos="4369435" algn="l"/>
                <a:tab pos="5887085" algn="l"/>
              </a:tabLst>
            </a:pPr>
            <a:r>
              <a:rPr sz="2400" spc="-50" dirty="0">
                <a:latin typeface="Calibri"/>
                <a:cs typeface="Calibri"/>
              </a:rPr>
              <a:t>1</a:t>
            </a:r>
            <a:r>
              <a:rPr sz="2400" dirty="0">
                <a:latin typeface="Calibri"/>
                <a:cs typeface="Calibri"/>
              </a:rPr>
              <a:t>	</a:t>
            </a:r>
            <a:r>
              <a:rPr sz="2400" spc="-50" dirty="0">
                <a:latin typeface="Calibri"/>
                <a:cs typeface="Calibri"/>
              </a:rPr>
              <a:t>2</a:t>
            </a:r>
            <a:r>
              <a:rPr sz="2400" dirty="0">
                <a:latin typeface="Calibri"/>
                <a:cs typeface="Calibri"/>
              </a:rPr>
              <a:t>	</a:t>
            </a:r>
            <a:r>
              <a:rPr sz="2400" spc="-50" dirty="0">
                <a:latin typeface="Calibri"/>
                <a:cs typeface="Calibri"/>
              </a:rPr>
              <a:t>3</a:t>
            </a:r>
            <a:r>
              <a:rPr sz="2400" dirty="0">
                <a:latin typeface="Calibri"/>
                <a:cs typeface="Calibri"/>
              </a:rPr>
              <a:t>	</a:t>
            </a:r>
            <a:r>
              <a:rPr sz="2400" spc="-50" dirty="0">
                <a:latin typeface="Calibri"/>
                <a:cs typeface="Calibri"/>
              </a:rPr>
              <a:t>4</a:t>
            </a:r>
            <a:endParaRPr sz="2400">
              <a:latin typeface="Calibri"/>
              <a:cs typeface="Calibri"/>
            </a:endParaRPr>
          </a:p>
          <a:p>
            <a:pPr marL="2359025">
              <a:lnSpc>
                <a:spcPct val="100000"/>
              </a:lnSpc>
              <a:spcBef>
                <a:spcPts val="1255"/>
              </a:spcBef>
            </a:pPr>
            <a:r>
              <a:rPr sz="4000" spc="-50" dirty="0">
                <a:latin typeface="Symbol"/>
                <a:cs typeface="Symbol"/>
              </a:rPr>
              <a:t></a:t>
            </a:r>
            <a:endParaRPr sz="4000">
              <a:latin typeface="Symbol"/>
              <a:cs typeface="Symbol"/>
            </a:endParaRPr>
          </a:p>
        </p:txBody>
      </p:sp>
      <p:grpSp>
        <p:nvGrpSpPr>
          <p:cNvPr id="31" name="object 31"/>
          <p:cNvGrpSpPr/>
          <p:nvPr/>
        </p:nvGrpSpPr>
        <p:grpSpPr>
          <a:xfrm>
            <a:off x="6230111" y="5321808"/>
            <a:ext cx="254635" cy="254635"/>
            <a:chOff x="6230111" y="5321808"/>
            <a:chExt cx="254635" cy="254635"/>
          </a:xfrm>
        </p:grpSpPr>
        <p:pic>
          <p:nvPicPr>
            <p:cNvPr id="32" name="object 32"/>
            <p:cNvPicPr/>
            <p:nvPr/>
          </p:nvPicPr>
          <p:blipFill>
            <a:blip r:embed="rId2" cstate="print"/>
            <a:stretch>
              <a:fillRect/>
            </a:stretch>
          </p:blipFill>
          <p:spPr>
            <a:xfrm>
              <a:off x="6243065" y="5334762"/>
              <a:ext cx="228600" cy="228600"/>
            </a:xfrm>
            <a:prstGeom prst="rect">
              <a:avLst/>
            </a:prstGeom>
          </p:spPr>
        </p:pic>
        <p:sp>
          <p:nvSpPr>
            <p:cNvPr id="33" name="object 33"/>
            <p:cNvSpPr/>
            <p:nvPr/>
          </p:nvSpPr>
          <p:spPr>
            <a:xfrm>
              <a:off x="6243065" y="5334762"/>
              <a:ext cx="228600" cy="228600"/>
            </a:xfrm>
            <a:custGeom>
              <a:avLst/>
              <a:gdLst/>
              <a:ahLst/>
              <a:cxnLst/>
              <a:rect l="l" t="t" r="r" b="b"/>
              <a:pathLst>
                <a:path w="228600" h="228600">
                  <a:moveTo>
                    <a:pt x="0" y="114300"/>
                  </a:moveTo>
                  <a:lnTo>
                    <a:pt x="8983" y="69812"/>
                  </a:lnTo>
                  <a:lnTo>
                    <a:pt x="33480" y="33480"/>
                  </a:lnTo>
                  <a:lnTo>
                    <a:pt x="69812" y="8983"/>
                  </a:lnTo>
                  <a:lnTo>
                    <a:pt x="114300" y="0"/>
                  </a:lnTo>
                  <a:lnTo>
                    <a:pt x="158787" y="8983"/>
                  </a:lnTo>
                  <a:lnTo>
                    <a:pt x="195119" y="33480"/>
                  </a:lnTo>
                  <a:lnTo>
                    <a:pt x="219616" y="69812"/>
                  </a:lnTo>
                  <a:lnTo>
                    <a:pt x="228600" y="114300"/>
                  </a:lnTo>
                  <a:lnTo>
                    <a:pt x="219616" y="158787"/>
                  </a:lnTo>
                  <a:lnTo>
                    <a:pt x="195119" y="195119"/>
                  </a:lnTo>
                  <a:lnTo>
                    <a:pt x="158787" y="219616"/>
                  </a:lnTo>
                  <a:lnTo>
                    <a:pt x="114300" y="228600"/>
                  </a:lnTo>
                  <a:lnTo>
                    <a:pt x="69812" y="219616"/>
                  </a:lnTo>
                  <a:lnTo>
                    <a:pt x="33480" y="195119"/>
                  </a:lnTo>
                  <a:lnTo>
                    <a:pt x="8983" y="158787"/>
                  </a:lnTo>
                  <a:lnTo>
                    <a:pt x="0" y="114300"/>
                  </a:lnTo>
                  <a:close/>
                </a:path>
              </a:pathLst>
            </a:custGeom>
            <a:ln w="25908">
              <a:solidFill>
                <a:srgbClr val="000000"/>
              </a:solidFill>
            </a:ln>
          </p:spPr>
          <p:txBody>
            <a:bodyPr wrap="square" lIns="0" tIns="0" rIns="0" bIns="0" rtlCol="0"/>
            <a:lstStyle/>
            <a:p>
              <a:endParaRPr/>
            </a:p>
          </p:txBody>
        </p:sp>
      </p:gr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object 12"/>
          <p:cNvSpPr/>
          <p:nvPr/>
        </p:nvSpPr>
        <p:spPr>
          <a:xfrm>
            <a:off x="2820161" y="4344161"/>
            <a:ext cx="4800600" cy="1143000"/>
          </a:xfrm>
          <a:custGeom>
            <a:avLst/>
            <a:gdLst/>
            <a:ahLst/>
            <a:cxnLst/>
            <a:rect l="l" t="t" r="r" b="b"/>
            <a:pathLst>
              <a:path w="4800600" h="1143000">
                <a:moveTo>
                  <a:pt x="4800599" y="0"/>
                </a:moveTo>
                <a:lnTo>
                  <a:pt x="0" y="0"/>
                </a:lnTo>
                <a:lnTo>
                  <a:pt x="0" y="1143000"/>
                </a:lnTo>
                <a:lnTo>
                  <a:pt x="4800599" y="1143000"/>
                </a:lnTo>
                <a:lnTo>
                  <a:pt x="4800599" y="0"/>
                </a:lnTo>
                <a:close/>
              </a:path>
            </a:pathLst>
          </a:custGeom>
          <a:solidFill>
            <a:srgbClr val="4F81BC"/>
          </a:solidFill>
        </p:spPr>
        <p:txBody>
          <a:bodyPr wrap="square" lIns="0" tIns="0" rIns="0" bIns="0" rtlCol="0"/>
          <a:lstStyle/>
          <a:p>
            <a:endParaRPr/>
          </a:p>
        </p:txBody>
      </p:sp>
      <p:sp>
        <p:nvSpPr>
          <p:cNvPr id="11" name="object 11"/>
          <p:cNvSpPr/>
          <p:nvPr/>
        </p:nvSpPr>
        <p:spPr>
          <a:xfrm>
            <a:off x="2896361" y="2439161"/>
            <a:ext cx="4572000" cy="829310"/>
          </a:xfrm>
          <a:custGeom>
            <a:avLst/>
            <a:gdLst/>
            <a:ahLst/>
            <a:cxnLst/>
            <a:rect l="l" t="t" r="r" b="b"/>
            <a:pathLst>
              <a:path w="4572000" h="829310">
                <a:moveTo>
                  <a:pt x="4571999" y="0"/>
                </a:moveTo>
                <a:lnTo>
                  <a:pt x="0" y="0"/>
                </a:lnTo>
                <a:lnTo>
                  <a:pt x="0" y="829056"/>
                </a:lnTo>
                <a:lnTo>
                  <a:pt x="4571999" y="829056"/>
                </a:lnTo>
                <a:lnTo>
                  <a:pt x="4571999" y="0"/>
                </a:lnTo>
                <a:close/>
              </a:path>
            </a:pathLst>
          </a:custGeom>
          <a:solidFill>
            <a:srgbClr val="4F81BC"/>
          </a:solidFill>
        </p:spPr>
        <p:txBody>
          <a:bodyPr wrap="square" lIns="0" tIns="0" rIns="0" bIns="0" rtlCol="0"/>
          <a:lstStyle/>
          <a:p>
            <a:endParaRPr/>
          </a:p>
        </p:txBody>
      </p:sp>
      <p:sp>
        <p:nvSpPr>
          <p:cNvPr id="2" name="object 2"/>
          <p:cNvSpPr txBox="1">
            <a:spLocks noGrp="1"/>
          </p:cNvSpPr>
          <p:nvPr>
            <p:ph type="title"/>
          </p:nvPr>
        </p:nvSpPr>
        <p:spPr>
          <a:xfrm>
            <a:off x="383540" y="315213"/>
            <a:ext cx="3847465" cy="452120"/>
          </a:xfrm>
          <a:prstGeom prst="rect">
            <a:avLst/>
          </a:prstGeom>
        </p:spPr>
        <p:txBody>
          <a:bodyPr vert="horz" wrap="square" lIns="0" tIns="12065" rIns="0" bIns="0" rtlCol="0">
            <a:spAutoFit/>
          </a:bodyPr>
          <a:lstStyle/>
          <a:p>
            <a:pPr marL="12700">
              <a:lnSpc>
                <a:spcPct val="100000"/>
              </a:lnSpc>
              <a:spcBef>
                <a:spcPts val="95"/>
              </a:spcBef>
            </a:pPr>
            <a:r>
              <a:rPr b="1" dirty="0">
                <a:latin typeface="Calibri"/>
                <a:cs typeface="Calibri"/>
              </a:rPr>
              <a:t>Định</a:t>
            </a:r>
            <a:r>
              <a:rPr b="1" spc="-60" dirty="0">
                <a:latin typeface="Calibri"/>
                <a:cs typeface="Calibri"/>
              </a:rPr>
              <a:t> </a:t>
            </a:r>
            <a:r>
              <a:rPr b="1" dirty="0">
                <a:latin typeface="Calibri"/>
                <a:cs typeface="Calibri"/>
              </a:rPr>
              <a:t>nghĩa</a:t>
            </a:r>
            <a:r>
              <a:rPr b="1" spc="-30" dirty="0">
                <a:latin typeface="Calibri"/>
                <a:cs typeface="Calibri"/>
              </a:rPr>
              <a:t> </a:t>
            </a:r>
            <a:r>
              <a:rPr b="1" i="1" dirty="0">
                <a:latin typeface="Calibri"/>
                <a:cs typeface="Calibri"/>
              </a:rPr>
              <a:t>biểu</a:t>
            </a:r>
            <a:r>
              <a:rPr b="1" i="1" spc="-25" dirty="0">
                <a:latin typeface="Calibri"/>
                <a:cs typeface="Calibri"/>
              </a:rPr>
              <a:t> </a:t>
            </a:r>
            <a:r>
              <a:rPr b="1" i="1" dirty="0">
                <a:latin typeface="Calibri"/>
                <a:cs typeface="Calibri"/>
              </a:rPr>
              <a:t>đồ</a:t>
            </a:r>
            <a:r>
              <a:rPr b="1" i="1" spc="-55" dirty="0">
                <a:latin typeface="Calibri"/>
                <a:cs typeface="Calibri"/>
              </a:rPr>
              <a:t> </a:t>
            </a:r>
            <a:r>
              <a:rPr b="1" i="1" spc="-10" dirty="0">
                <a:latin typeface="Calibri"/>
                <a:cs typeface="Calibri"/>
              </a:rPr>
              <a:t>Hasse</a:t>
            </a:r>
            <a:r>
              <a:rPr b="1" spc="-10" dirty="0">
                <a:latin typeface="Calibri"/>
                <a:cs typeface="Calibri"/>
              </a:rPr>
              <a:t>:</a:t>
            </a:r>
          </a:p>
        </p:txBody>
      </p:sp>
      <p:sp>
        <p:nvSpPr>
          <p:cNvPr id="3" name="object 3"/>
          <p:cNvSpPr txBox="1"/>
          <p:nvPr/>
        </p:nvSpPr>
        <p:spPr>
          <a:xfrm>
            <a:off x="383540" y="741324"/>
            <a:ext cx="8119745" cy="1562100"/>
          </a:xfrm>
          <a:prstGeom prst="rect">
            <a:avLst/>
          </a:prstGeom>
        </p:spPr>
        <p:txBody>
          <a:bodyPr vert="horz" wrap="square" lIns="0" tIns="97790" rIns="0" bIns="0" rtlCol="0">
            <a:spAutoFit/>
          </a:bodyPr>
          <a:lstStyle/>
          <a:p>
            <a:pPr marL="12700">
              <a:lnSpc>
                <a:spcPct val="100000"/>
              </a:lnSpc>
              <a:spcBef>
                <a:spcPts val="770"/>
              </a:spcBef>
            </a:pPr>
            <a:r>
              <a:rPr sz="2800" b="1" dirty="0">
                <a:latin typeface="Calibri"/>
                <a:cs typeface="Calibri"/>
              </a:rPr>
              <a:t>Ví dụ </a:t>
            </a:r>
            <a:r>
              <a:rPr sz="2800" b="1" spc="-50" dirty="0">
                <a:latin typeface="Calibri"/>
                <a:cs typeface="Calibri"/>
              </a:rPr>
              <a:t>:</a:t>
            </a:r>
            <a:endParaRPr sz="2800">
              <a:latin typeface="Calibri"/>
              <a:cs typeface="Calibri"/>
            </a:endParaRPr>
          </a:p>
          <a:p>
            <a:pPr marL="12700">
              <a:lnSpc>
                <a:spcPct val="100000"/>
              </a:lnSpc>
              <a:spcBef>
                <a:spcPts val="675"/>
              </a:spcBef>
            </a:pPr>
            <a:r>
              <a:rPr sz="2800" dirty="0">
                <a:latin typeface="Calibri"/>
                <a:cs typeface="Calibri"/>
              </a:rPr>
              <a:t>a)</a:t>
            </a:r>
            <a:r>
              <a:rPr sz="2800" spc="-25" dirty="0">
                <a:latin typeface="Calibri"/>
                <a:cs typeface="Calibri"/>
              </a:rPr>
              <a:t> </a:t>
            </a:r>
            <a:r>
              <a:rPr sz="2800" dirty="0">
                <a:latin typeface="Calibri"/>
                <a:cs typeface="Calibri"/>
              </a:rPr>
              <a:t>Quan</a:t>
            </a:r>
            <a:r>
              <a:rPr sz="2800" spc="10" dirty="0">
                <a:latin typeface="Calibri"/>
                <a:cs typeface="Calibri"/>
              </a:rPr>
              <a:t> </a:t>
            </a:r>
            <a:r>
              <a:rPr sz="2800" dirty="0">
                <a:latin typeface="Calibri"/>
                <a:cs typeface="Calibri"/>
              </a:rPr>
              <a:t>hệ</a:t>
            </a:r>
            <a:r>
              <a:rPr sz="2800" spc="-20" dirty="0">
                <a:latin typeface="Calibri"/>
                <a:cs typeface="Calibri"/>
              </a:rPr>
              <a:t> </a:t>
            </a:r>
            <a:r>
              <a:rPr sz="2800" dirty="0">
                <a:latin typeface="Calibri"/>
                <a:cs typeface="Calibri"/>
              </a:rPr>
              <a:t>R</a:t>
            </a:r>
            <a:r>
              <a:rPr sz="2800" spc="-15"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{(x,</a:t>
            </a:r>
            <a:r>
              <a:rPr sz="2800" spc="-20" dirty="0">
                <a:latin typeface="Calibri"/>
                <a:cs typeface="Calibri"/>
              </a:rPr>
              <a:t> </a:t>
            </a:r>
            <a:r>
              <a:rPr sz="2800" dirty="0">
                <a:latin typeface="Calibri"/>
                <a:cs typeface="Calibri"/>
              </a:rPr>
              <a:t>y)</a:t>
            </a:r>
            <a:r>
              <a:rPr sz="2800" spc="-30"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x</a:t>
            </a:r>
            <a:r>
              <a:rPr sz="2800" spc="-25"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y</a:t>
            </a:r>
            <a:r>
              <a:rPr sz="2800" spc="-25"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trên</a:t>
            </a:r>
            <a:r>
              <a:rPr sz="2800" spc="-15" dirty="0">
                <a:latin typeface="Calibri"/>
                <a:cs typeface="Calibri"/>
              </a:rPr>
              <a:t> </a:t>
            </a:r>
            <a:r>
              <a:rPr sz="2800" dirty="0">
                <a:latin typeface="Calibri"/>
                <a:cs typeface="Calibri"/>
              </a:rPr>
              <a:t>X</a:t>
            </a:r>
            <a:r>
              <a:rPr sz="2800" spc="-30"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1,</a:t>
            </a:r>
            <a:r>
              <a:rPr sz="2800" spc="-15" dirty="0">
                <a:latin typeface="Calibri"/>
                <a:cs typeface="Calibri"/>
              </a:rPr>
              <a:t> </a:t>
            </a:r>
            <a:r>
              <a:rPr sz="2800" dirty="0">
                <a:latin typeface="Calibri"/>
                <a:cs typeface="Calibri"/>
              </a:rPr>
              <a:t>2,</a:t>
            </a:r>
            <a:r>
              <a:rPr sz="2800" spc="-15" dirty="0">
                <a:latin typeface="Calibri"/>
                <a:cs typeface="Calibri"/>
              </a:rPr>
              <a:t> </a:t>
            </a:r>
            <a:r>
              <a:rPr sz="2800" dirty="0">
                <a:latin typeface="Calibri"/>
                <a:cs typeface="Calibri"/>
              </a:rPr>
              <a:t>3,</a:t>
            </a:r>
            <a:r>
              <a:rPr sz="2800" spc="-5" dirty="0">
                <a:latin typeface="Calibri"/>
                <a:cs typeface="Calibri"/>
              </a:rPr>
              <a:t> </a:t>
            </a:r>
            <a:r>
              <a:rPr sz="2800" dirty="0">
                <a:latin typeface="Calibri"/>
                <a:cs typeface="Calibri"/>
              </a:rPr>
              <a:t>4 </a:t>
            </a:r>
            <a:r>
              <a:rPr sz="2800" spc="-25" dirty="0">
                <a:latin typeface="Calibri"/>
                <a:cs typeface="Calibri"/>
              </a:rPr>
              <a:t>}.</a:t>
            </a:r>
            <a:endParaRPr sz="2800">
              <a:latin typeface="Calibri"/>
              <a:cs typeface="Calibri"/>
            </a:endParaRPr>
          </a:p>
          <a:p>
            <a:pPr marL="12700">
              <a:lnSpc>
                <a:spcPct val="100000"/>
              </a:lnSpc>
              <a:spcBef>
                <a:spcPts val="675"/>
              </a:spcBef>
            </a:pPr>
            <a:r>
              <a:rPr sz="2800" dirty="0">
                <a:latin typeface="Calibri"/>
                <a:cs typeface="Calibri"/>
              </a:rPr>
              <a:t>R</a:t>
            </a:r>
            <a:r>
              <a:rPr sz="2800" spc="-50" dirty="0">
                <a:latin typeface="Calibri"/>
                <a:cs typeface="Calibri"/>
              </a:rPr>
              <a:t> </a:t>
            </a:r>
            <a:r>
              <a:rPr sz="2800" dirty="0">
                <a:latin typeface="Calibri"/>
                <a:cs typeface="Calibri"/>
              </a:rPr>
              <a:t>=</a:t>
            </a:r>
            <a:r>
              <a:rPr sz="2800" spc="-40" dirty="0">
                <a:latin typeface="Calibri"/>
                <a:cs typeface="Calibri"/>
              </a:rPr>
              <a:t> </a:t>
            </a:r>
            <a:r>
              <a:rPr sz="2800" dirty="0">
                <a:latin typeface="Calibri"/>
                <a:cs typeface="Calibri"/>
              </a:rPr>
              <a:t>{(1,1),</a:t>
            </a:r>
            <a:r>
              <a:rPr sz="2800" spc="-25" dirty="0">
                <a:latin typeface="Calibri"/>
                <a:cs typeface="Calibri"/>
              </a:rPr>
              <a:t> </a:t>
            </a:r>
            <a:r>
              <a:rPr sz="2800" dirty="0">
                <a:latin typeface="Calibri"/>
                <a:cs typeface="Calibri"/>
              </a:rPr>
              <a:t>(1,2),</a:t>
            </a:r>
            <a:r>
              <a:rPr sz="2800" spc="-25" dirty="0">
                <a:latin typeface="Calibri"/>
                <a:cs typeface="Calibri"/>
              </a:rPr>
              <a:t> </a:t>
            </a:r>
            <a:r>
              <a:rPr sz="2800" dirty="0">
                <a:latin typeface="Calibri"/>
                <a:cs typeface="Calibri"/>
              </a:rPr>
              <a:t>(1,3),</a:t>
            </a:r>
            <a:r>
              <a:rPr sz="2800" spc="-30" dirty="0">
                <a:latin typeface="Calibri"/>
                <a:cs typeface="Calibri"/>
              </a:rPr>
              <a:t> </a:t>
            </a:r>
            <a:r>
              <a:rPr sz="2800" dirty="0">
                <a:latin typeface="Calibri"/>
                <a:cs typeface="Calibri"/>
              </a:rPr>
              <a:t>(1,4),</a:t>
            </a:r>
            <a:r>
              <a:rPr sz="2800" spc="-25" dirty="0">
                <a:latin typeface="Calibri"/>
                <a:cs typeface="Calibri"/>
              </a:rPr>
              <a:t> </a:t>
            </a:r>
            <a:r>
              <a:rPr sz="2800" dirty="0">
                <a:latin typeface="Calibri"/>
                <a:cs typeface="Calibri"/>
              </a:rPr>
              <a:t>(2,2),</a:t>
            </a:r>
            <a:r>
              <a:rPr sz="2800" spc="-25" dirty="0">
                <a:latin typeface="Calibri"/>
                <a:cs typeface="Calibri"/>
              </a:rPr>
              <a:t> </a:t>
            </a:r>
            <a:r>
              <a:rPr sz="2800" dirty="0">
                <a:latin typeface="Calibri"/>
                <a:cs typeface="Calibri"/>
              </a:rPr>
              <a:t>(2,3),</a:t>
            </a:r>
            <a:r>
              <a:rPr sz="2800" spc="-30" dirty="0">
                <a:latin typeface="Calibri"/>
                <a:cs typeface="Calibri"/>
              </a:rPr>
              <a:t> </a:t>
            </a:r>
            <a:r>
              <a:rPr sz="2800" dirty="0">
                <a:latin typeface="Calibri"/>
                <a:cs typeface="Calibri"/>
              </a:rPr>
              <a:t>(2,4),</a:t>
            </a:r>
            <a:r>
              <a:rPr sz="2800" spc="-25" dirty="0">
                <a:latin typeface="Calibri"/>
                <a:cs typeface="Calibri"/>
              </a:rPr>
              <a:t> </a:t>
            </a:r>
            <a:r>
              <a:rPr sz="2800" dirty="0">
                <a:latin typeface="Calibri"/>
                <a:cs typeface="Calibri"/>
              </a:rPr>
              <a:t>(3,3),</a:t>
            </a:r>
            <a:r>
              <a:rPr sz="2800" spc="-25" dirty="0">
                <a:latin typeface="Calibri"/>
                <a:cs typeface="Calibri"/>
              </a:rPr>
              <a:t> </a:t>
            </a:r>
            <a:r>
              <a:rPr sz="2800" spc="-10" dirty="0">
                <a:latin typeface="Calibri"/>
                <a:cs typeface="Calibri"/>
              </a:rPr>
              <a:t>(3,4),</a:t>
            </a:r>
            <a:endParaRPr sz="2800">
              <a:latin typeface="Calibri"/>
              <a:cs typeface="Calibri"/>
            </a:endParaRPr>
          </a:p>
        </p:txBody>
      </p:sp>
      <p:sp>
        <p:nvSpPr>
          <p:cNvPr id="4" name="object 4"/>
          <p:cNvSpPr txBox="1"/>
          <p:nvPr/>
        </p:nvSpPr>
        <p:spPr>
          <a:xfrm>
            <a:off x="383540" y="2278506"/>
            <a:ext cx="800100" cy="452120"/>
          </a:xfrm>
          <a:prstGeom prst="rect">
            <a:avLst/>
          </a:prstGeom>
        </p:spPr>
        <p:txBody>
          <a:bodyPr vert="horz" wrap="square" lIns="0" tIns="12065" rIns="0" bIns="0" rtlCol="0">
            <a:spAutoFit/>
          </a:bodyPr>
          <a:lstStyle/>
          <a:p>
            <a:pPr marL="12700">
              <a:lnSpc>
                <a:spcPct val="100000"/>
              </a:lnSpc>
              <a:spcBef>
                <a:spcPts val="95"/>
              </a:spcBef>
            </a:pPr>
            <a:r>
              <a:rPr sz="2800" spc="-10" dirty="0">
                <a:latin typeface="Calibri"/>
                <a:cs typeface="Calibri"/>
              </a:rPr>
              <a:t>(4,4)}</a:t>
            </a:r>
            <a:endParaRPr sz="2800">
              <a:latin typeface="Calibri"/>
              <a:cs typeface="Calibri"/>
            </a:endParaRPr>
          </a:p>
        </p:txBody>
      </p:sp>
      <p:sp>
        <p:nvSpPr>
          <p:cNvPr id="5" name="object 5"/>
          <p:cNvSpPr txBox="1"/>
          <p:nvPr/>
        </p:nvSpPr>
        <p:spPr>
          <a:xfrm>
            <a:off x="383540" y="3302889"/>
            <a:ext cx="8188325" cy="878840"/>
          </a:xfrm>
          <a:prstGeom prst="rect">
            <a:avLst/>
          </a:prstGeom>
        </p:spPr>
        <p:txBody>
          <a:bodyPr vert="horz" wrap="square" lIns="0" tIns="12065" rIns="0" bIns="0" rtlCol="0">
            <a:spAutoFit/>
          </a:bodyPr>
          <a:lstStyle/>
          <a:p>
            <a:pPr marL="12700" marR="5080">
              <a:lnSpc>
                <a:spcPct val="100000"/>
              </a:lnSpc>
              <a:spcBef>
                <a:spcPts val="95"/>
              </a:spcBef>
              <a:tabLst>
                <a:tab pos="636905" algn="l"/>
              </a:tabLst>
            </a:pPr>
            <a:r>
              <a:rPr sz="2800" dirty="0">
                <a:latin typeface="Calibri"/>
                <a:cs typeface="Calibri"/>
              </a:rPr>
              <a:t>b)</a:t>
            </a:r>
            <a:r>
              <a:rPr sz="2800" spc="-20" dirty="0">
                <a:latin typeface="Calibri"/>
                <a:cs typeface="Calibri"/>
              </a:rPr>
              <a:t> </a:t>
            </a:r>
            <a:r>
              <a:rPr sz="2800" dirty="0">
                <a:latin typeface="Calibri"/>
                <a:cs typeface="Calibri"/>
              </a:rPr>
              <a:t>Quan</a:t>
            </a:r>
            <a:r>
              <a:rPr sz="2800" spc="5" dirty="0">
                <a:latin typeface="Calibri"/>
                <a:cs typeface="Calibri"/>
              </a:rPr>
              <a:t> </a:t>
            </a:r>
            <a:r>
              <a:rPr sz="2800" dirty="0">
                <a:latin typeface="Calibri"/>
                <a:cs typeface="Calibri"/>
              </a:rPr>
              <a:t>hệ</a:t>
            </a:r>
            <a:r>
              <a:rPr sz="2800" spc="-25" dirty="0">
                <a:latin typeface="Calibri"/>
                <a:cs typeface="Calibri"/>
              </a:rPr>
              <a:t> </a:t>
            </a:r>
            <a:r>
              <a:rPr sz="2800" dirty="0">
                <a:latin typeface="Calibri"/>
                <a:cs typeface="Calibri"/>
              </a:rPr>
              <a:t>R</a:t>
            </a:r>
            <a:r>
              <a:rPr sz="2800" spc="-30"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{(x,</a:t>
            </a:r>
            <a:r>
              <a:rPr sz="2800" spc="-15" dirty="0">
                <a:latin typeface="Calibri"/>
                <a:cs typeface="Calibri"/>
              </a:rPr>
              <a:t> </a:t>
            </a:r>
            <a:r>
              <a:rPr sz="2800" dirty="0">
                <a:latin typeface="Calibri"/>
                <a:cs typeface="Calibri"/>
              </a:rPr>
              <a:t>y)</a:t>
            </a:r>
            <a:r>
              <a:rPr sz="2800" spc="-30"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y</a:t>
            </a:r>
            <a:r>
              <a:rPr sz="2800" spc="-20" dirty="0">
                <a:latin typeface="Calibri"/>
                <a:cs typeface="Calibri"/>
              </a:rPr>
              <a:t> </a:t>
            </a:r>
            <a:r>
              <a:rPr sz="2800" dirty="0">
                <a:latin typeface="Calibri"/>
                <a:cs typeface="Calibri"/>
              </a:rPr>
              <a:t>chia</a:t>
            </a:r>
            <a:r>
              <a:rPr sz="2800" spc="-30" dirty="0">
                <a:latin typeface="Calibri"/>
                <a:cs typeface="Calibri"/>
              </a:rPr>
              <a:t> </a:t>
            </a:r>
            <a:r>
              <a:rPr sz="2800" dirty="0">
                <a:latin typeface="Calibri"/>
                <a:cs typeface="Calibri"/>
              </a:rPr>
              <a:t>hết</a:t>
            </a:r>
            <a:r>
              <a:rPr sz="2800" spc="-15" dirty="0">
                <a:latin typeface="Calibri"/>
                <a:cs typeface="Calibri"/>
              </a:rPr>
              <a:t> </a:t>
            </a:r>
            <a:r>
              <a:rPr sz="2800" dirty="0">
                <a:latin typeface="Calibri"/>
                <a:cs typeface="Calibri"/>
              </a:rPr>
              <a:t>cho</a:t>
            </a:r>
            <a:r>
              <a:rPr sz="2800" spc="-15" dirty="0">
                <a:latin typeface="Calibri"/>
                <a:cs typeface="Calibri"/>
              </a:rPr>
              <a:t> </a:t>
            </a:r>
            <a:r>
              <a:rPr sz="2800" dirty="0">
                <a:latin typeface="Calibri"/>
                <a:cs typeface="Calibri"/>
              </a:rPr>
              <a:t>x</a:t>
            </a:r>
            <a:r>
              <a:rPr sz="2800" spc="-15" dirty="0">
                <a:latin typeface="Calibri"/>
                <a:cs typeface="Calibri"/>
              </a:rPr>
              <a:t> </a:t>
            </a:r>
            <a:r>
              <a:rPr sz="2800" dirty="0">
                <a:latin typeface="Calibri"/>
                <a:cs typeface="Calibri"/>
              </a:rPr>
              <a:t>}</a:t>
            </a:r>
            <a:r>
              <a:rPr sz="2800" spc="-30" dirty="0">
                <a:latin typeface="Calibri"/>
                <a:cs typeface="Calibri"/>
              </a:rPr>
              <a:t> </a:t>
            </a:r>
            <a:r>
              <a:rPr sz="2800" dirty="0">
                <a:latin typeface="Calibri"/>
                <a:cs typeface="Calibri"/>
              </a:rPr>
              <a:t>trên</a:t>
            </a:r>
            <a:r>
              <a:rPr sz="2800" spc="-20" dirty="0">
                <a:latin typeface="Calibri"/>
                <a:cs typeface="Calibri"/>
              </a:rPr>
              <a:t> </a:t>
            </a:r>
            <a:r>
              <a:rPr sz="2800" dirty="0">
                <a:latin typeface="Calibri"/>
                <a:cs typeface="Calibri"/>
              </a:rPr>
              <a:t>X</a:t>
            </a:r>
            <a:r>
              <a:rPr sz="2800" spc="-30"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a:t>
            </a:r>
            <a:r>
              <a:rPr sz="2800" spc="-30" dirty="0">
                <a:latin typeface="Calibri"/>
                <a:cs typeface="Calibri"/>
              </a:rPr>
              <a:t> </a:t>
            </a:r>
            <a:r>
              <a:rPr sz="2800" dirty="0">
                <a:latin typeface="Calibri"/>
                <a:cs typeface="Calibri"/>
              </a:rPr>
              <a:t>1,</a:t>
            </a:r>
            <a:r>
              <a:rPr sz="2800" spc="-15" dirty="0">
                <a:latin typeface="Calibri"/>
                <a:cs typeface="Calibri"/>
              </a:rPr>
              <a:t> </a:t>
            </a:r>
            <a:r>
              <a:rPr sz="2800" dirty="0">
                <a:latin typeface="Calibri"/>
                <a:cs typeface="Calibri"/>
              </a:rPr>
              <a:t>2,</a:t>
            </a:r>
            <a:r>
              <a:rPr sz="2800" spc="-20" dirty="0">
                <a:latin typeface="Calibri"/>
                <a:cs typeface="Calibri"/>
              </a:rPr>
              <a:t> </a:t>
            </a:r>
            <a:r>
              <a:rPr sz="2800" spc="-25" dirty="0">
                <a:latin typeface="Calibri"/>
                <a:cs typeface="Calibri"/>
              </a:rPr>
              <a:t>3, </a:t>
            </a:r>
            <a:r>
              <a:rPr sz="2800" dirty="0">
                <a:latin typeface="Calibri"/>
                <a:cs typeface="Calibri"/>
              </a:rPr>
              <a:t>4</a:t>
            </a:r>
            <a:r>
              <a:rPr sz="2800" spc="-5" dirty="0">
                <a:latin typeface="Calibri"/>
                <a:cs typeface="Calibri"/>
              </a:rPr>
              <a:t> </a:t>
            </a:r>
            <a:r>
              <a:rPr sz="2800" spc="-25" dirty="0">
                <a:latin typeface="Calibri"/>
                <a:cs typeface="Calibri"/>
              </a:rPr>
              <a:t>}.</a:t>
            </a:r>
            <a:r>
              <a:rPr sz="2800" dirty="0">
                <a:latin typeface="Calibri"/>
                <a:cs typeface="Calibri"/>
              </a:rPr>
              <a:t>	R</a:t>
            </a:r>
            <a:r>
              <a:rPr sz="2800" spc="-40" dirty="0">
                <a:latin typeface="Calibri"/>
                <a:cs typeface="Calibri"/>
              </a:rPr>
              <a:t> </a:t>
            </a:r>
            <a:r>
              <a:rPr sz="2800" dirty="0">
                <a:latin typeface="Calibri"/>
                <a:cs typeface="Calibri"/>
              </a:rPr>
              <a:t>=</a:t>
            </a:r>
            <a:r>
              <a:rPr sz="2800" spc="-50" dirty="0">
                <a:latin typeface="Calibri"/>
                <a:cs typeface="Calibri"/>
              </a:rPr>
              <a:t> </a:t>
            </a:r>
            <a:r>
              <a:rPr sz="2800" dirty="0">
                <a:latin typeface="Calibri"/>
                <a:cs typeface="Calibri"/>
              </a:rPr>
              <a:t>{(1,1),</a:t>
            </a:r>
            <a:r>
              <a:rPr sz="2800" spc="-25" dirty="0">
                <a:latin typeface="Calibri"/>
                <a:cs typeface="Calibri"/>
              </a:rPr>
              <a:t> </a:t>
            </a:r>
            <a:r>
              <a:rPr sz="2800" dirty="0">
                <a:latin typeface="Calibri"/>
                <a:cs typeface="Calibri"/>
              </a:rPr>
              <a:t>(2,2),</a:t>
            </a:r>
            <a:r>
              <a:rPr sz="2800" spc="-30" dirty="0">
                <a:latin typeface="Calibri"/>
                <a:cs typeface="Calibri"/>
              </a:rPr>
              <a:t> </a:t>
            </a:r>
            <a:r>
              <a:rPr sz="2800" dirty="0">
                <a:latin typeface="Calibri"/>
                <a:cs typeface="Calibri"/>
              </a:rPr>
              <a:t>(3,3),</a:t>
            </a:r>
            <a:r>
              <a:rPr sz="2800" spc="-25" dirty="0">
                <a:latin typeface="Calibri"/>
                <a:cs typeface="Calibri"/>
              </a:rPr>
              <a:t> </a:t>
            </a:r>
            <a:r>
              <a:rPr sz="2800" dirty="0">
                <a:latin typeface="Calibri"/>
                <a:cs typeface="Calibri"/>
              </a:rPr>
              <a:t>(4,4),</a:t>
            </a:r>
            <a:r>
              <a:rPr sz="2800" spc="-25" dirty="0">
                <a:latin typeface="Calibri"/>
                <a:cs typeface="Calibri"/>
              </a:rPr>
              <a:t> </a:t>
            </a:r>
            <a:r>
              <a:rPr sz="2800" dirty="0">
                <a:latin typeface="Calibri"/>
                <a:cs typeface="Calibri"/>
              </a:rPr>
              <a:t>(1,2),</a:t>
            </a:r>
            <a:r>
              <a:rPr sz="2800" spc="-25" dirty="0">
                <a:latin typeface="Calibri"/>
                <a:cs typeface="Calibri"/>
              </a:rPr>
              <a:t> </a:t>
            </a:r>
            <a:r>
              <a:rPr sz="2800" dirty="0">
                <a:latin typeface="Calibri"/>
                <a:cs typeface="Calibri"/>
              </a:rPr>
              <a:t>(1,3),</a:t>
            </a:r>
            <a:r>
              <a:rPr sz="2800" spc="-25" dirty="0">
                <a:latin typeface="Calibri"/>
                <a:cs typeface="Calibri"/>
              </a:rPr>
              <a:t> </a:t>
            </a:r>
            <a:r>
              <a:rPr sz="2800" dirty="0">
                <a:latin typeface="Calibri"/>
                <a:cs typeface="Calibri"/>
              </a:rPr>
              <a:t>(1,4),</a:t>
            </a:r>
            <a:r>
              <a:rPr sz="2800" spc="-25" dirty="0">
                <a:latin typeface="Calibri"/>
                <a:cs typeface="Calibri"/>
              </a:rPr>
              <a:t> </a:t>
            </a:r>
            <a:r>
              <a:rPr sz="2800" spc="-10" dirty="0">
                <a:latin typeface="Calibri"/>
                <a:cs typeface="Calibri"/>
              </a:rPr>
              <a:t>(2,4)}</a:t>
            </a:r>
            <a:endParaRPr sz="2800">
              <a:latin typeface="Calibri"/>
              <a:cs typeface="Calibri"/>
            </a:endParaRPr>
          </a:p>
        </p:txBody>
      </p:sp>
      <p:sp>
        <p:nvSpPr>
          <p:cNvPr id="6" name="object 6"/>
          <p:cNvSpPr txBox="1"/>
          <p:nvPr/>
        </p:nvSpPr>
        <p:spPr>
          <a:xfrm>
            <a:off x="383540" y="5778195"/>
            <a:ext cx="6736715" cy="452120"/>
          </a:xfrm>
          <a:prstGeom prst="rect">
            <a:avLst/>
          </a:prstGeom>
        </p:spPr>
        <p:txBody>
          <a:bodyPr vert="horz" wrap="square" lIns="0" tIns="12065" rIns="0" bIns="0" rtlCol="0">
            <a:spAutoFit/>
          </a:bodyPr>
          <a:lstStyle/>
          <a:p>
            <a:pPr marL="469900" indent="-457200">
              <a:lnSpc>
                <a:spcPct val="100000"/>
              </a:lnSpc>
              <a:spcBef>
                <a:spcPts val="95"/>
              </a:spcBef>
              <a:buFont typeface="Wingdings"/>
              <a:buChar char=""/>
              <a:tabLst>
                <a:tab pos="469900" algn="l"/>
              </a:tabLst>
            </a:pPr>
            <a:r>
              <a:rPr sz="2800" b="1" dirty="0">
                <a:latin typeface="Calibri"/>
                <a:cs typeface="Calibri"/>
              </a:rPr>
              <a:t>y</a:t>
            </a:r>
            <a:r>
              <a:rPr sz="2800" b="1" spc="-30" dirty="0">
                <a:latin typeface="Calibri"/>
                <a:cs typeface="Calibri"/>
              </a:rPr>
              <a:t> </a:t>
            </a:r>
            <a:r>
              <a:rPr sz="2800" b="1" dirty="0">
                <a:latin typeface="Calibri"/>
                <a:cs typeface="Calibri"/>
              </a:rPr>
              <a:t>chia</a:t>
            </a:r>
            <a:r>
              <a:rPr sz="2800" b="1" spc="-40" dirty="0">
                <a:latin typeface="Calibri"/>
                <a:cs typeface="Calibri"/>
              </a:rPr>
              <a:t> </a:t>
            </a:r>
            <a:r>
              <a:rPr sz="2800" b="1" dirty="0">
                <a:latin typeface="Calibri"/>
                <a:cs typeface="Calibri"/>
              </a:rPr>
              <a:t>hết</a:t>
            </a:r>
            <a:r>
              <a:rPr sz="2800" b="1" spc="-10" dirty="0">
                <a:latin typeface="Calibri"/>
                <a:cs typeface="Calibri"/>
              </a:rPr>
              <a:t> </a:t>
            </a:r>
            <a:r>
              <a:rPr sz="2800" b="1" dirty="0">
                <a:latin typeface="Calibri"/>
                <a:cs typeface="Calibri"/>
              </a:rPr>
              <a:t>cho</a:t>
            </a:r>
            <a:r>
              <a:rPr sz="2800" b="1" spc="-35" dirty="0">
                <a:latin typeface="Calibri"/>
                <a:cs typeface="Calibri"/>
              </a:rPr>
              <a:t> </a:t>
            </a:r>
            <a:r>
              <a:rPr sz="2800" b="1" dirty="0">
                <a:latin typeface="Calibri"/>
                <a:cs typeface="Calibri"/>
              </a:rPr>
              <a:t>x</a:t>
            </a:r>
            <a:r>
              <a:rPr sz="2800" b="1" spc="-40" dirty="0">
                <a:latin typeface="Calibri"/>
                <a:cs typeface="Calibri"/>
              </a:rPr>
              <a:t> </a:t>
            </a:r>
            <a:r>
              <a:rPr sz="2800" b="1" dirty="0">
                <a:latin typeface="Calibri"/>
                <a:cs typeface="Calibri"/>
              </a:rPr>
              <a:t>còn</a:t>
            </a:r>
            <a:r>
              <a:rPr sz="2800" b="1" spc="-35" dirty="0">
                <a:latin typeface="Calibri"/>
                <a:cs typeface="Calibri"/>
              </a:rPr>
              <a:t> </a:t>
            </a:r>
            <a:r>
              <a:rPr sz="2800" b="1" dirty="0">
                <a:latin typeface="Calibri"/>
                <a:cs typeface="Calibri"/>
              </a:rPr>
              <a:t>được</a:t>
            </a:r>
            <a:r>
              <a:rPr sz="2800" b="1" spc="-15" dirty="0">
                <a:latin typeface="Calibri"/>
                <a:cs typeface="Calibri"/>
              </a:rPr>
              <a:t> </a:t>
            </a:r>
            <a:r>
              <a:rPr sz="2800" b="1" dirty="0">
                <a:latin typeface="Calibri"/>
                <a:cs typeface="Calibri"/>
              </a:rPr>
              <a:t>ký</a:t>
            </a:r>
            <a:r>
              <a:rPr sz="2800" b="1" spc="-30" dirty="0">
                <a:latin typeface="Calibri"/>
                <a:cs typeface="Calibri"/>
              </a:rPr>
              <a:t> </a:t>
            </a:r>
            <a:r>
              <a:rPr sz="2800" b="1" dirty="0">
                <a:latin typeface="Calibri"/>
                <a:cs typeface="Calibri"/>
              </a:rPr>
              <a:t>hiệu</a:t>
            </a:r>
            <a:r>
              <a:rPr sz="2800" b="1" spc="-30" dirty="0">
                <a:latin typeface="Calibri"/>
                <a:cs typeface="Calibri"/>
              </a:rPr>
              <a:t> </a:t>
            </a:r>
            <a:r>
              <a:rPr sz="2800" b="1" dirty="0">
                <a:latin typeface="Calibri"/>
                <a:cs typeface="Calibri"/>
              </a:rPr>
              <a:t>bởi</a:t>
            </a:r>
            <a:r>
              <a:rPr sz="2800" b="1" spc="-35" dirty="0">
                <a:latin typeface="Calibri"/>
                <a:cs typeface="Calibri"/>
              </a:rPr>
              <a:t> </a:t>
            </a:r>
            <a:r>
              <a:rPr sz="2800" b="1" dirty="0">
                <a:latin typeface="Calibri"/>
                <a:cs typeface="Calibri"/>
              </a:rPr>
              <a:t>x</a:t>
            </a:r>
            <a:r>
              <a:rPr sz="2800" b="1" spc="-25" dirty="0">
                <a:latin typeface="Calibri"/>
                <a:cs typeface="Calibri"/>
              </a:rPr>
              <a:t> </a:t>
            </a:r>
            <a:r>
              <a:rPr sz="2800" b="1" dirty="0">
                <a:latin typeface="Calibri"/>
                <a:cs typeface="Calibri"/>
              </a:rPr>
              <a:t>|</a:t>
            </a:r>
            <a:r>
              <a:rPr sz="2800" b="1" spc="-40" dirty="0">
                <a:latin typeface="Calibri"/>
                <a:cs typeface="Calibri"/>
              </a:rPr>
              <a:t> </a:t>
            </a:r>
            <a:r>
              <a:rPr sz="2800" b="1" spc="-50" dirty="0">
                <a:latin typeface="Calibri"/>
                <a:cs typeface="Calibri"/>
              </a:rPr>
              <a:t>y</a:t>
            </a:r>
            <a:endParaRPr sz="2800">
              <a:latin typeface="Calibri"/>
              <a:cs typeface="Calibri"/>
            </a:endParaRPr>
          </a:p>
        </p:txBody>
      </p:sp>
      <p:pic>
        <p:nvPicPr>
          <p:cNvPr id="7" name="object 7"/>
          <p:cNvPicPr/>
          <p:nvPr/>
        </p:nvPicPr>
        <p:blipFill>
          <a:blip r:embed="rId2" cstate="print"/>
          <a:stretch>
            <a:fillRect/>
          </a:stretch>
        </p:blipFill>
        <p:spPr>
          <a:xfrm>
            <a:off x="3333750" y="2628921"/>
            <a:ext cx="2476500" cy="600413"/>
          </a:xfrm>
          <a:prstGeom prst="rect">
            <a:avLst/>
          </a:prstGeom>
        </p:spPr>
      </p:pic>
      <p:pic>
        <p:nvPicPr>
          <p:cNvPr id="8" name="object 8"/>
          <p:cNvPicPr/>
          <p:nvPr/>
        </p:nvPicPr>
        <p:blipFill>
          <a:blip r:embed="rId3" cstate="print"/>
          <a:stretch>
            <a:fillRect/>
          </a:stretch>
        </p:blipFill>
        <p:spPr>
          <a:xfrm>
            <a:off x="3372216" y="4467225"/>
            <a:ext cx="2476147" cy="952500"/>
          </a:xfrm>
          <a:prstGeom prst="rect">
            <a:avLst/>
          </a:prstGeom>
        </p:spPr>
      </p:pic>
      <p:sp>
        <p:nvSpPr>
          <p:cNvPr id="9" name="object 9"/>
          <p:cNvSpPr txBox="1"/>
          <p:nvPr/>
        </p:nvSpPr>
        <p:spPr>
          <a:xfrm>
            <a:off x="2896361" y="2439161"/>
            <a:ext cx="4572000" cy="829310"/>
          </a:xfrm>
          <a:prstGeom prst="rect">
            <a:avLst/>
          </a:prstGeom>
          <a:ln w="25907">
            <a:solidFill>
              <a:srgbClr val="385D89"/>
            </a:solidFill>
          </a:ln>
        </p:spPr>
        <p:txBody>
          <a:bodyPr vert="horz" wrap="square" lIns="0" tIns="12700" rIns="0" bIns="0" rtlCol="0">
            <a:spAutoFit/>
          </a:bodyPr>
          <a:lstStyle/>
          <a:p>
            <a:pPr marR="217804" algn="r">
              <a:lnSpc>
                <a:spcPct val="100000"/>
              </a:lnSpc>
              <a:spcBef>
                <a:spcPts val="100"/>
              </a:spcBef>
            </a:pPr>
            <a:r>
              <a:rPr sz="4000" dirty="0">
                <a:latin typeface="Calibri"/>
                <a:cs typeface="Calibri"/>
              </a:rPr>
              <a:t>z</a:t>
            </a:r>
            <a:r>
              <a:rPr sz="4000" spc="-5" dirty="0">
                <a:latin typeface="Calibri"/>
                <a:cs typeface="Calibri"/>
              </a:rPr>
              <a:t> </a:t>
            </a:r>
            <a:r>
              <a:rPr sz="4000" spc="-25" dirty="0">
                <a:latin typeface="Calibri"/>
                <a:cs typeface="Calibri"/>
              </a:rPr>
              <a:t>=2</a:t>
            </a:r>
            <a:endParaRPr sz="4000">
              <a:latin typeface="Calibri"/>
              <a:cs typeface="Calibri"/>
            </a:endParaRPr>
          </a:p>
        </p:txBody>
      </p:sp>
      <p:sp>
        <p:nvSpPr>
          <p:cNvPr id="10" name="object 10"/>
          <p:cNvSpPr txBox="1"/>
          <p:nvPr/>
        </p:nvSpPr>
        <p:spPr>
          <a:xfrm>
            <a:off x="2820161" y="4344161"/>
            <a:ext cx="4800600" cy="1143000"/>
          </a:xfrm>
          <a:prstGeom prst="rect">
            <a:avLst/>
          </a:prstGeom>
          <a:ln w="25907">
            <a:solidFill>
              <a:srgbClr val="385D89"/>
            </a:solidFill>
          </a:ln>
        </p:spPr>
        <p:txBody>
          <a:bodyPr vert="horz" wrap="square" lIns="0" tIns="281305" rIns="0" bIns="0" rtlCol="0">
            <a:spAutoFit/>
          </a:bodyPr>
          <a:lstStyle/>
          <a:p>
            <a:pPr marR="217804" algn="r">
              <a:lnSpc>
                <a:spcPct val="100000"/>
              </a:lnSpc>
              <a:spcBef>
                <a:spcPts val="2215"/>
              </a:spcBef>
            </a:pPr>
            <a:r>
              <a:rPr sz="4000" dirty="0">
                <a:latin typeface="Calibri"/>
                <a:cs typeface="Calibri"/>
              </a:rPr>
              <a:t>z</a:t>
            </a:r>
            <a:r>
              <a:rPr sz="4000" spc="-5" dirty="0">
                <a:latin typeface="Calibri"/>
                <a:cs typeface="Calibri"/>
              </a:rPr>
              <a:t> </a:t>
            </a:r>
            <a:r>
              <a:rPr sz="4000" spc="-25" dirty="0">
                <a:latin typeface="Calibri"/>
                <a:cs typeface="Calibri"/>
              </a:rPr>
              <a:t>=2</a:t>
            </a:r>
            <a:endParaRPr sz="4000">
              <a:latin typeface="Calibri"/>
              <a:cs typeface="Calibri"/>
            </a:endParaRPr>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70916" y="3677553"/>
            <a:ext cx="8110855" cy="0"/>
          </a:xfrm>
          <a:custGeom>
            <a:avLst/>
            <a:gdLst/>
            <a:ahLst/>
            <a:cxnLst/>
            <a:rect l="l" t="t" r="r" b="b"/>
            <a:pathLst>
              <a:path w="8110855">
                <a:moveTo>
                  <a:pt x="0" y="0"/>
                </a:moveTo>
                <a:lnTo>
                  <a:pt x="8110256" y="0"/>
                </a:lnTo>
              </a:path>
            </a:pathLst>
          </a:custGeom>
          <a:ln w="22157">
            <a:solidFill>
              <a:srgbClr val="000000"/>
            </a:solidFill>
            <a:prstDash val="dash"/>
          </a:ln>
        </p:spPr>
        <p:txBody>
          <a:bodyPr wrap="square" lIns="0" tIns="0" rIns="0" bIns="0" rtlCol="0"/>
          <a:lstStyle/>
          <a:p>
            <a:endParaRPr/>
          </a:p>
        </p:txBody>
      </p:sp>
      <p:sp>
        <p:nvSpPr>
          <p:cNvPr id="3" name="object 3"/>
          <p:cNvSpPr txBox="1"/>
          <p:nvPr/>
        </p:nvSpPr>
        <p:spPr>
          <a:xfrm>
            <a:off x="383540" y="244551"/>
            <a:ext cx="8203565" cy="5892165"/>
          </a:xfrm>
          <a:prstGeom prst="rect">
            <a:avLst/>
          </a:prstGeom>
        </p:spPr>
        <p:txBody>
          <a:bodyPr vert="horz" wrap="square" lIns="0" tIns="13335" rIns="0" bIns="0" rtlCol="0">
            <a:spAutoFit/>
          </a:bodyPr>
          <a:lstStyle/>
          <a:p>
            <a:pPr marL="12700">
              <a:lnSpc>
                <a:spcPct val="100000"/>
              </a:lnSpc>
              <a:spcBef>
                <a:spcPts val="105"/>
              </a:spcBef>
            </a:pPr>
            <a:r>
              <a:rPr sz="2600" b="1" dirty="0">
                <a:latin typeface="Calibri"/>
                <a:cs typeface="Calibri"/>
              </a:rPr>
              <a:t>3.4.3</a:t>
            </a:r>
            <a:r>
              <a:rPr sz="2600" b="1" spc="-50" dirty="0">
                <a:latin typeface="Calibri"/>
                <a:cs typeface="Calibri"/>
              </a:rPr>
              <a:t> </a:t>
            </a:r>
            <a:r>
              <a:rPr sz="2600" b="1" dirty="0">
                <a:latin typeface="Calibri"/>
                <a:cs typeface="Calibri"/>
              </a:rPr>
              <a:t>Phần</a:t>
            </a:r>
            <a:r>
              <a:rPr sz="2600" b="1" spc="-40" dirty="0">
                <a:latin typeface="Calibri"/>
                <a:cs typeface="Calibri"/>
              </a:rPr>
              <a:t> </a:t>
            </a:r>
            <a:r>
              <a:rPr sz="2600" b="1" dirty="0">
                <a:latin typeface="Calibri"/>
                <a:cs typeface="Calibri"/>
              </a:rPr>
              <a:t>tử</a:t>
            </a:r>
            <a:r>
              <a:rPr sz="2600" b="1" spc="-35" dirty="0">
                <a:latin typeface="Calibri"/>
                <a:cs typeface="Calibri"/>
              </a:rPr>
              <a:t> </a:t>
            </a:r>
            <a:r>
              <a:rPr sz="2600" b="1" dirty="0">
                <a:latin typeface="Calibri"/>
                <a:cs typeface="Calibri"/>
              </a:rPr>
              <a:t>lớn</a:t>
            </a:r>
            <a:r>
              <a:rPr sz="2600" b="1" spc="-35" dirty="0">
                <a:latin typeface="Calibri"/>
                <a:cs typeface="Calibri"/>
              </a:rPr>
              <a:t> </a:t>
            </a:r>
            <a:r>
              <a:rPr sz="2600" b="1" dirty="0">
                <a:latin typeface="Calibri"/>
                <a:cs typeface="Calibri"/>
              </a:rPr>
              <a:t>nhất,</a:t>
            </a:r>
            <a:r>
              <a:rPr sz="2600" b="1" spc="-15" dirty="0">
                <a:latin typeface="Calibri"/>
                <a:cs typeface="Calibri"/>
              </a:rPr>
              <a:t> </a:t>
            </a:r>
            <a:r>
              <a:rPr sz="2600" b="1" dirty="0">
                <a:latin typeface="Calibri"/>
                <a:cs typeface="Calibri"/>
              </a:rPr>
              <a:t>phần</a:t>
            </a:r>
            <a:r>
              <a:rPr sz="2600" b="1" spc="-25" dirty="0">
                <a:latin typeface="Calibri"/>
                <a:cs typeface="Calibri"/>
              </a:rPr>
              <a:t> </a:t>
            </a:r>
            <a:r>
              <a:rPr sz="2600" b="1" dirty="0">
                <a:latin typeface="Calibri"/>
                <a:cs typeface="Calibri"/>
              </a:rPr>
              <a:t>tử</a:t>
            </a:r>
            <a:r>
              <a:rPr sz="2600" b="1" spc="-50" dirty="0">
                <a:latin typeface="Calibri"/>
                <a:cs typeface="Calibri"/>
              </a:rPr>
              <a:t> </a:t>
            </a:r>
            <a:r>
              <a:rPr sz="2600" b="1" dirty="0">
                <a:latin typeface="Calibri"/>
                <a:cs typeface="Calibri"/>
              </a:rPr>
              <a:t>bé</a:t>
            </a:r>
            <a:r>
              <a:rPr sz="2600" b="1" spc="-40" dirty="0">
                <a:latin typeface="Calibri"/>
                <a:cs typeface="Calibri"/>
              </a:rPr>
              <a:t> </a:t>
            </a:r>
            <a:r>
              <a:rPr sz="2600" b="1" spc="-10" dirty="0">
                <a:latin typeface="Calibri"/>
                <a:cs typeface="Calibri"/>
              </a:rPr>
              <a:t>nhất,:</a:t>
            </a:r>
            <a:endParaRPr sz="2600">
              <a:latin typeface="Calibri"/>
              <a:cs typeface="Calibri"/>
            </a:endParaRPr>
          </a:p>
          <a:p>
            <a:pPr marL="12700">
              <a:lnSpc>
                <a:spcPct val="100000"/>
              </a:lnSpc>
              <a:tabLst>
                <a:tab pos="2571750" algn="l"/>
              </a:tabLst>
            </a:pPr>
            <a:r>
              <a:rPr sz="2600" b="1" dirty="0">
                <a:latin typeface="Calibri"/>
                <a:cs typeface="Calibri"/>
              </a:rPr>
              <a:t>Định</a:t>
            </a:r>
            <a:r>
              <a:rPr sz="2600" b="1" spc="-40" dirty="0">
                <a:latin typeface="Calibri"/>
                <a:cs typeface="Calibri"/>
              </a:rPr>
              <a:t> </a:t>
            </a:r>
            <a:r>
              <a:rPr sz="2600" b="1" dirty="0">
                <a:latin typeface="Calibri"/>
                <a:cs typeface="Calibri"/>
              </a:rPr>
              <a:t>nghĩa</a:t>
            </a:r>
            <a:r>
              <a:rPr sz="2600" b="1" spc="-25" dirty="0">
                <a:latin typeface="Calibri"/>
                <a:cs typeface="Calibri"/>
              </a:rPr>
              <a:t> </a:t>
            </a:r>
            <a:r>
              <a:rPr sz="2600" b="1" dirty="0">
                <a:latin typeface="Calibri"/>
                <a:cs typeface="Calibri"/>
              </a:rPr>
              <a:t>1</a:t>
            </a:r>
            <a:r>
              <a:rPr sz="2600" b="1" spc="-50" dirty="0">
                <a:latin typeface="Calibri"/>
                <a:cs typeface="Calibri"/>
              </a:rPr>
              <a:t> </a:t>
            </a:r>
            <a:r>
              <a:rPr sz="2600" b="1" spc="-20" dirty="0">
                <a:latin typeface="Calibri"/>
                <a:cs typeface="Calibri"/>
              </a:rPr>
              <a:t>:</a:t>
            </a:r>
            <a:r>
              <a:rPr sz="2600" spc="-20" dirty="0">
                <a:latin typeface="Calibri"/>
                <a:cs typeface="Calibri"/>
              </a:rPr>
              <a:t>Cho</a:t>
            </a:r>
            <a:r>
              <a:rPr sz="2600" dirty="0">
                <a:latin typeface="Calibri"/>
                <a:cs typeface="Calibri"/>
              </a:rPr>
              <a:t>	R</a:t>
            </a:r>
            <a:r>
              <a:rPr sz="2600" spc="-15" dirty="0">
                <a:latin typeface="Calibri"/>
                <a:cs typeface="Calibri"/>
              </a:rPr>
              <a:t> </a:t>
            </a:r>
            <a:r>
              <a:rPr sz="2600" dirty="0">
                <a:latin typeface="Calibri"/>
                <a:cs typeface="Calibri"/>
              </a:rPr>
              <a:t>là</a:t>
            </a:r>
            <a:r>
              <a:rPr sz="2600" spc="-15" dirty="0">
                <a:latin typeface="Calibri"/>
                <a:cs typeface="Calibri"/>
              </a:rPr>
              <a:t> </a:t>
            </a:r>
            <a:r>
              <a:rPr sz="2600" dirty="0">
                <a:latin typeface="Calibri"/>
                <a:cs typeface="Calibri"/>
              </a:rPr>
              <a:t>quan</a:t>
            </a:r>
            <a:r>
              <a:rPr sz="2600" spc="-20" dirty="0">
                <a:latin typeface="Calibri"/>
                <a:cs typeface="Calibri"/>
              </a:rPr>
              <a:t> </a:t>
            </a:r>
            <a:r>
              <a:rPr sz="2600" dirty="0">
                <a:latin typeface="Calibri"/>
                <a:cs typeface="Calibri"/>
              </a:rPr>
              <a:t>hệ</a:t>
            </a:r>
            <a:r>
              <a:rPr sz="2600" spc="-35" dirty="0">
                <a:latin typeface="Calibri"/>
                <a:cs typeface="Calibri"/>
              </a:rPr>
              <a:t> </a:t>
            </a:r>
            <a:r>
              <a:rPr sz="2600" dirty="0">
                <a:latin typeface="Calibri"/>
                <a:cs typeface="Calibri"/>
              </a:rPr>
              <a:t>thứ</a:t>
            </a:r>
            <a:r>
              <a:rPr sz="2600" spc="-30" dirty="0">
                <a:latin typeface="Calibri"/>
                <a:cs typeface="Calibri"/>
              </a:rPr>
              <a:t> </a:t>
            </a:r>
            <a:r>
              <a:rPr sz="2600" dirty="0">
                <a:latin typeface="Calibri"/>
                <a:cs typeface="Calibri"/>
              </a:rPr>
              <a:t>tự</a:t>
            </a:r>
            <a:r>
              <a:rPr sz="2600" spc="-15" dirty="0">
                <a:latin typeface="Calibri"/>
                <a:cs typeface="Calibri"/>
              </a:rPr>
              <a:t> </a:t>
            </a:r>
            <a:r>
              <a:rPr sz="2600" dirty="0">
                <a:latin typeface="Calibri"/>
                <a:cs typeface="Calibri"/>
              </a:rPr>
              <a:t>trên</a:t>
            </a:r>
            <a:r>
              <a:rPr sz="2600" spc="-30" dirty="0">
                <a:latin typeface="Calibri"/>
                <a:cs typeface="Calibri"/>
              </a:rPr>
              <a:t> </a:t>
            </a:r>
            <a:r>
              <a:rPr sz="2600" spc="-25" dirty="0">
                <a:latin typeface="Calibri"/>
                <a:cs typeface="Calibri"/>
              </a:rPr>
              <a:t>X.</a:t>
            </a:r>
            <a:endParaRPr sz="2600">
              <a:latin typeface="Calibri"/>
              <a:cs typeface="Calibri"/>
            </a:endParaRPr>
          </a:p>
          <a:p>
            <a:pPr marL="514984" marR="2766060" indent="-514984" algn="r">
              <a:lnSpc>
                <a:spcPct val="100000"/>
              </a:lnSpc>
              <a:buAutoNum type="alphaLcParenR"/>
              <a:tabLst>
                <a:tab pos="514984" algn="l"/>
              </a:tabLst>
            </a:pPr>
            <a:r>
              <a:rPr sz="2600" b="1" dirty="0">
                <a:latin typeface="Calibri"/>
                <a:cs typeface="Calibri"/>
              </a:rPr>
              <a:t>M</a:t>
            </a:r>
            <a:r>
              <a:rPr sz="2600" b="1" spc="-20" dirty="0">
                <a:latin typeface="Calibri"/>
                <a:cs typeface="Calibri"/>
              </a:rPr>
              <a:t> </a:t>
            </a:r>
            <a:r>
              <a:rPr sz="2600" dirty="0">
                <a:latin typeface="Symbol"/>
                <a:cs typeface="Symbol"/>
              </a:rPr>
              <a:t></a:t>
            </a:r>
            <a:r>
              <a:rPr sz="2600" spc="-90" dirty="0">
                <a:latin typeface="Times New Roman"/>
                <a:cs typeface="Times New Roman"/>
              </a:rPr>
              <a:t> </a:t>
            </a:r>
            <a:r>
              <a:rPr sz="2600" b="1" dirty="0">
                <a:latin typeface="Calibri"/>
                <a:cs typeface="Calibri"/>
              </a:rPr>
              <a:t>X</a:t>
            </a:r>
            <a:r>
              <a:rPr sz="2600" b="1" spc="-25" dirty="0">
                <a:latin typeface="Calibri"/>
                <a:cs typeface="Calibri"/>
              </a:rPr>
              <a:t> </a:t>
            </a:r>
            <a:r>
              <a:rPr sz="2600" dirty="0">
                <a:latin typeface="Calibri"/>
                <a:cs typeface="Calibri"/>
              </a:rPr>
              <a:t>là</a:t>
            </a:r>
            <a:r>
              <a:rPr sz="2600" spc="-5" dirty="0">
                <a:latin typeface="Calibri"/>
                <a:cs typeface="Calibri"/>
              </a:rPr>
              <a:t> </a:t>
            </a:r>
            <a:r>
              <a:rPr sz="2600" dirty="0">
                <a:latin typeface="Calibri"/>
                <a:cs typeface="Calibri"/>
              </a:rPr>
              <a:t>phần</a:t>
            </a:r>
            <a:r>
              <a:rPr sz="2600" spc="-40" dirty="0">
                <a:latin typeface="Calibri"/>
                <a:cs typeface="Calibri"/>
              </a:rPr>
              <a:t> </a:t>
            </a:r>
            <a:r>
              <a:rPr sz="2600" dirty="0">
                <a:latin typeface="Calibri"/>
                <a:cs typeface="Calibri"/>
              </a:rPr>
              <a:t>tử</a:t>
            </a:r>
            <a:r>
              <a:rPr sz="2600" spc="-15" dirty="0">
                <a:latin typeface="Calibri"/>
                <a:cs typeface="Calibri"/>
              </a:rPr>
              <a:t> </a:t>
            </a:r>
            <a:r>
              <a:rPr sz="2600" dirty="0">
                <a:latin typeface="Calibri"/>
                <a:cs typeface="Calibri"/>
              </a:rPr>
              <a:t>lớn</a:t>
            </a:r>
            <a:r>
              <a:rPr sz="2600" spc="-20" dirty="0">
                <a:latin typeface="Calibri"/>
                <a:cs typeface="Calibri"/>
              </a:rPr>
              <a:t> </a:t>
            </a:r>
            <a:r>
              <a:rPr sz="2600" dirty="0">
                <a:latin typeface="Calibri"/>
                <a:cs typeface="Calibri"/>
              </a:rPr>
              <a:t>nhất</a:t>
            </a:r>
            <a:r>
              <a:rPr sz="2600" spc="-20" dirty="0">
                <a:latin typeface="Calibri"/>
                <a:cs typeface="Calibri"/>
              </a:rPr>
              <a:t> </a:t>
            </a:r>
            <a:r>
              <a:rPr sz="2600" b="1" dirty="0">
                <a:latin typeface="Calibri"/>
                <a:cs typeface="Calibri"/>
              </a:rPr>
              <a:t>của</a:t>
            </a:r>
            <a:r>
              <a:rPr sz="2600" b="1" spc="-15" dirty="0">
                <a:latin typeface="Calibri"/>
                <a:cs typeface="Calibri"/>
              </a:rPr>
              <a:t> </a:t>
            </a:r>
            <a:r>
              <a:rPr sz="2600" b="1" dirty="0">
                <a:latin typeface="Calibri"/>
                <a:cs typeface="Calibri"/>
              </a:rPr>
              <a:t>X</a:t>
            </a:r>
            <a:r>
              <a:rPr sz="2600" b="1" spc="-20" dirty="0">
                <a:latin typeface="Calibri"/>
                <a:cs typeface="Calibri"/>
              </a:rPr>
              <a:t> </a:t>
            </a:r>
            <a:r>
              <a:rPr sz="2600" spc="-25" dirty="0">
                <a:latin typeface="Calibri"/>
                <a:cs typeface="Calibri"/>
              </a:rPr>
              <a:t>nếu</a:t>
            </a:r>
            <a:endParaRPr sz="2600">
              <a:latin typeface="Calibri"/>
              <a:cs typeface="Calibri"/>
            </a:endParaRPr>
          </a:p>
          <a:p>
            <a:pPr marR="2799080" algn="r">
              <a:lnSpc>
                <a:spcPct val="100000"/>
              </a:lnSpc>
            </a:pPr>
            <a:r>
              <a:rPr sz="2600" dirty="0">
                <a:latin typeface="Symbol"/>
                <a:cs typeface="Symbol"/>
              </a:rPr>
              <a:t></a:t>
            </a:r>
            <a:r>
              <a:rPr sz="2600" b="1" dirty="0">
                <a:latin typeface="Calibri"/>
                <a:cs typeface="Calibri"/>
              </a:rPr>
              <a:t>x</a:t>
            </a:r>
            <a:r>
              <a:rPr sz="2600" b="1" spc="-35" dirty="0">
                <a:latin typeface="Calibri"/>
                <a:cs typeface="Calibri"/>
              </a:rPr>
              <a:t> </a:t>
            </a:r>
            <a:r>
              <a:rPr sz="2600" dirty="0">
                <a:latin typeface="Symbol"/>
                <a:cs typeface="Symbol"/>
              </a:rPr>
              <a:t></a:t>
            </a:r>
            <a:r>
              <a:rPr sz="2600" spc="-80" dirty="0">
                <a:latin typeface="Times New Roman"/>
                <a:cs typeface="Times New Roman"/>
              </a:rPr>
              <a:t> </a:t>
            </a:r>
            <a:r>
              <a:rPr sz="2600" b="1" dirty="0">
                <a:latin typeface="Calibri"/>
                <a:cs typeface="Calibri"/>
              </a:rPr>
              <a:t>X,</a:t>
            </a:r>
            <a:r>
              <a:rPr sz="2600" b="1" spc="-10" dirty="0">
                <a:latin typeface="Calibri"/>
                <a:cs typeface="Calibri"/>
              </a:rPr>
              <a:t> </a:t>
            </a:r>
            <a:r>
              <a:rPr sz="2600" b="1" dirty="0">
                <a:latin typeface="Calibri"/>
                <a:cs typeface="Calibri"/>
              </a:rPr>
              <a:t>(x,</a:t>
            </a:r>
            <a:r>
              <a:rPr sz="2600" b="1" spc="-5" dirty="0">
                <a:latin typeface="Calibri"/>
                <a:cs typeface="Calibri"/>
              </a:rPr>
              <a:t> </a:t>
            </a:r>
            <a:r>
              <a:rPr sz="2600" b="1" dirty="0">
                <a:latin typeface="Calibri"/>
                <a:cs typeface="Calibri"/>
              </a:rPr>
              <a:t>M)</a:t>
            </a:r>
            <a:r>
              <a:rPr sz="2600" b="1" spc="-15" dirty="0">
                <a:latin typeface="Calibri"/>
                <a:cs typeface="Calibri"/>
              </a:rPr>
              <a:t> </a:t>
            </a:r>
            <a:r>
              <a:rPr sz="2600" dirty="0">
                <a:latin typeface="Symbol"/>
                <a:cs typeface="Symbol"/>
              </a:rPr>
              <a:t></a:t>
            </a:r>
            <a:r>
              <a:rPr sz="2600" spc="-65" dirty="0">
                <a:latin typeface="Times New Roman"/>
                <a:cs typeface="Times New Roman"/>
              </a:rPr>
              <a:t> </a:t>
            </a:r>
            <a:r>
              <a:rPr sz="2600" b="1" spc="-50" dirty="0">
                <a:latin typeface="Calibri"/>
                <a:cs typeface="Calibri"/>
              </a:rPr>
              <a:t>R</a:t>
            </a:r>
            <a:endParaRPr sz="2600">
              <a:latin typeface="Calibri"/>
              <a:cs typeface="Calibri"/>
            </a:endParaRPr>
          </a:p>
          <a:p>
            <a:pPr marL="12700">
              <a:lnSpc>
                <a:spcPct val="100000"/>
              </a:lnSpc>
              <a:spcBef>
                <a:spcPts val="5"/>
              </a:spcBef>
            </a:pPr>
            <a:r>
              <a:rPr sz="2600" dirty="0">
                <a:latin typeface="Calibri"/>
                <a:cs typeface="Calibri"/>
              </a:rPr>
              <a:t>có</a:t>
            </a:r>
            <a:r>
              <a:rPr sz="2600" spc="-35" dirty="0">
                <a:latin typeface="Calibri"/>
                <a:cs typeface="Calibri"/>
              </a:rPr>
              <a:t> </a:t>
            </a:r>
            <a:r>
              <a:rPr sz="2600" dirty="0">
                <a:latin typeface="Calibri"/>
                <a:cs typeface="Calibri"/>
              </a:rPr>
              <a:t>chân</a:t>
            </a:r>
            <a:r>
              <a:rPr sz="2600" spc="-40" dirty="0">
                <a:latin typeface="Calibri"/>
                <a:cs typeface="Calibri"/>
              </a:rPr>
              <a:t> </a:t>
            </a:r>
            <a:r>
              <a:rPr sz="2600" dirty="0">
                <a:latin typeface="Calibri"/>
                <a:cs typeface="Calibri"/>
              </a:rPr>
              <a:t>trị</a:t>
            </a:r>
            <a:r>
              <a:rPr sz="2600" spc="-20" dirty="0">
                <a:latin typeface="Calibri"/>
                <a:cs typeface="Calibri"/>
              </a:rPr>
              <a:t> </a:t>
            </a:r>
            <a:r>
              <a:rPr sz="2600" spc="-10" dirty="0">
                <a:latin typeface="Calibri"/>
                <a:cs typeface="Calibri"/>
              </a:rPr>
              <a:t>ĐÚNG.</a:t>
            </a:r>
            <a:endParaRPr sz="2600">
              <a:latin typeface="Calibri"/>
              <a:cs typeface="Calibri"/>
            </a:endParaRPr>
          </a:p>
          <a:p>
            <a:pPr marL="429895" marR="2900045" indent="-429895" algn="r">
              <a:lnSpc>
                <a:spcPct val="100000"/>
              </a:lnSpc>
              <a:buAutoNum type="alphaLcParenR" startAt="2"/>
              <a:tabLst>
                <a:tab pos="429895" algn="l"/>
                <a:tab pos="4770755" algn="l"/>
              </a:tabLst>
            </a:pPr>
            <a:r>
              <a:rPr sz="2600" b="1" dirty="0">
                <a:latin typeface="Calibri"/>
                <a:cs typeface="Calibri"/>
              </a:rPr>
              <a:t>m</a:t>
            </a:r>
            <a:r>
              <a:rPr sz="2600" b="1" spc="-25" dirty="0">
                <a:latin typeface="Calibri"/>
                <a:cs typeface="Calibri"/>
              </a:rPr>
              <a:t> </a:t>
            </a:r>
            <a:r>
              <a:rPr sz="2600" dirty="0">
                <a:latin typeface="Symbol"/>
                <a:cs typeface="Symbol"/>
              </a:rPr>
              <a:t></a:t>
            </a:r>
            <a:r>
              <a:rPr sz="2600" spc="-90" dirty="0">
                <a:latin typeface="Times New Roman"/>
                <a:cs typeface="Times New Roman"/>
              </a:rPr>
              <a:t> </a:t>
            </a:r>
            <a:r>
              <a:rPr sz="2600" b="1" dirty="0">
                <a:latin typeface="Calibri"/>
                <a:cs typeface="Calibri"/>
              </a:rPr>
              <a:t>X</a:t>
            </a:r>
            <a:r>
              <a:rPr sz="2600" b="1" spc="-5" dirty="0">
                <a:latin typeface="Calibri"/>
                <a:cs typeface="Calibri"/>
              </a:rPr>
              <a:t> </a:t>
            </a:r>
            <a:r>
              <a:rPr sz="2600" dirty="0">
                <a:latin typeface="Calibri"/>
                <a:cs typeface="Calibri"/>
              </a:rPr>
              <a:t>là</a:t>
            </a:r>
            <a:r>
              <a:rPr sz="2600" spc="-15" dirty="0">
                <a:latin typeface="Calibri"/>
                <a:cs typeface="Calibri"/>
              </a:rPr>
              <a:t> </a:t>
            </a:r>
            <a:r>
              <a:rPr sz="2600" dirty="0">
                <a:latin typeface="Calibri"/>
                <a:cs typeface="Calibri"/>
              </a:rPr>
              <a:t>phần</a:t>
            </a:r>
            <a:r>
              <a:rPr sz="2600" spc="-25" dirty="0">
                <a:latin typeface="Calibri"/>
                <a:cs typeface="Calibri"/>
              </a:rPr>
              <a:t> </a:t>
            </a:r>
            <a:r>
              <a:rPr sz="2600" dirty="0">
                <a:latin typeface="Calibri"/>
                <a:cs typeface="Calibri"/>
              </a:rPr>
              <a:t>tử</a:t>
            </a:r>
            <a:r>
              <a:rPr sz="2600" spc="-10" dirty="0">
                <a:latin typeface="Calibri"/>
                <a:cs typeface="Calibri"/>
              </a:rPr>
              <a:t> </a:t>
            </a:r>
            <a:r>
              <a:rPr sz="2600" dirty="0">
                <a:latin typeface="Calibri"/>
                <a:cs typeface="Calibri"/>
              </a:rPr>
              <a:t>bé</a:t>
            </a:r>
            <a:r>
              <a:rPr sz="2600" spc="-35" dirty="0">
                <a:latin typeface="Calibri"/>
                <a:cs typeface="Calibri"/>
              </a:rPr>
              <a:t> </a:t>
            </a:r>
            <a:r>
              <a:rPr sz="2600" dirty="0">
                <a:latin typeface="Calibri"/>
                <a:cs typeface="Calibri"/>
              </a:rPr>
              <a:t>nhất</a:t>
            </a:r>
            <a:r>
              <a:rPr sz="2600" spc="-25" dirty="0">
                <a:latin typeface="Calibri"/>
                <a:cs typeface="Calibri"/>
              </a:rPr>
              <a:t> </a:t>
            </a:r>
            <a:r>
              <a:rPr sz="2600" b="1" dirty="0">
                <a:latin typeface="Calibri"/>
                <a:cs typeface="Calibri"/>
              </a:rPr>
              <a:t>của</a:t>
            </a:r>
            <a:r>
              <a:rPr sz="2600" b="1" spc="-10" dirty="0">
                <a:latin typeface="Calibri"/>
                <a:cs typeface="Calibri"/>
              </a:rPr>
              <a:t> </a:t>
            </a:r>
            <a:r>
              <a:rPr sz="2600" b="1" spc="-50" dirty="0">
                <a:latin typeface="Calibri"/>
                <a:cs typeface="Calibri"/>
              </a:rPr>
              <a:t>X</a:t>
            </a:r>
            <a:r>
              <a:rPr sz="2600" b="1" dirty="0">
                <a:latin typeface="Calibri"/>
                <a:cs typeface="Calibri"/>
              </a:rPr>
              <a:t>	</a:t>
            </a:r>
            <a:r>
              <a:rPr sz="2600" spc="-25" dirty="0">
                <a:latin typeface="Calibri"/>
                <a:cs typeface="Calibri"/>
              </a:rPr>
              <a:t>nếu</a:t>
            </a:r>
            <a:endParaRPr sz="2600">
              <a:latin typeface="Calibri"/>
              <a:cs typeface="Calibri"/>
            </a:endParaRPr>
          </a:p>
          <a:p>
            <a:pPr marR="2809875" algn="r">
              <a:lnSpc>
                <a:spcPct val="100000"/>
              </a:lnSpc>
            </a:pPr>
            <a:r>
              <a:rPr sz="2600" dirty="0">
                <a:latin typeface="Symbol"/>
                <a:cs typeface="Symbol"/>
              </a:rPr>
              <a:t></a:t>
            </a:r>
            <a:r>
              <a:rPr sz="2600" b="1" dirty="0">
                <a:latin typeface="Calibri"/>
                <a:cs typeface="Calibri"/>
              </a:rPr>
              <a:t>x</a:t>
            </a:r>
            <a:r>
              <a:rPr sz="2600" b="1" spc="-35" dirty="0">
                <a:latin typeface="Calibri"/>
                <a:cs typeface="Calibri"/>
              </a:rPr>
              <a:t> </a:t>
            </a:r>
            <a:r>
              <a:rPr sz="2600" dirty="0">
                <a:latin typeface="Symbol"/>
                <a:cs typeface="Symbol"/>
              </a:rPr>
              <a:t></a:t>
            </a:r>
            <a:r>
              <a:rPr sz="2600" spc="-80" dirty="0">
                <a:latin typeface="Times New Roman"/>
                <a:cs typeface="Times New Roman"/>
              </a:rPr>
              <a:t> </a:t>
            </a:r>
            <a:r>
              <a:rPr sz="2600" b="1" dirty="0">
                <a:latin typeface="Calibri"/>
                <a:cs typeface="Calibri"/>
              </a:rPr>
              <a:t>X,</a:t>
            </a:r>
            <a:r>
              <a:rPr sz="2600" b="1" spc="-10" dirty="0">
                <a:latin typeface="Calibri"/>
                <a:cs typeface="Calibri"/>
              </a:rPr>
              <a:t> </a:t>
            </a:r>
            <a:r>
              <a:rPr sz="2600" b="1" dirty="0">
                <a:latin typeface="Calibri"/>
                <a:cs typeface="Calibri"/>
              </a:rPr>
              <a:t>(m,</a:t>
            </a:r>
            <a:r>
              <a:rPr sz="2600" b="1" spc="-20" dirty="0">
                <a:latin typeface="Calibri"/>
                <a:cs typeface="Calibri"/>
              </a:rPr>
              <a:t> </a:t>
            </a:r>
            <a:r>
              <a:rPr sz="2600" b="1" dirty="0">
                <a:latin typeface="Calibri"/>
                <a:cs typeface="Calibri"/>
              </a:rPr>
              <a:t>x) </a:t>
            </a:r>
            <a:r>
              <a:rPr sz="2600" dirty="0">
                <a:latin typeface="Symbol"/>
                <a:cs typeface="Symbol"/>
              </a:rPr>
              <a:t></a:t>
            </a:r>
            <a:r>
              <a:rPr sz="2600" spc="-80" dirty="0">
                <a:latin typeface="Times New Roman"/>
                <a:cs typeface="Times New Roman"/>
              </a:rPr>
              <a:t> </a:t>
            </a:r>
            <a:r>
              <a:rPr sz="2600" b="1" spc="-50" dirty="0">
                <a:latin typeface="Calibri"/>
                <a:cs typeface="Calibri"/>
              </a:rPr>
              <a:t>R</a:t>
            </a:r>
            <a:endParaRPr sz="2600">
              <a:latin typeface="Calibri"/>
              <a:cs typeface="Calibri"/>
            </a:endParaRPr>
          </a:p>
          <a:p>
            <a:pPr marL="12700">
              <a:lnSpc>
                <a:spcPct val="100000"/>
              </a:lnSpc>
            </a:pPr>
            <a:r>
              <a:rPr sz="2600" dirty="0">
                <a:latin typeface="Calibri"/>
                <a:cs typeface="Calibri"/>
              </a:rPr>
              <a:t>có</a:t>
            </a:r>
            <a:r>
              <a:rPr sz="2600" spc="-30" dirty="0">
                <a:latin typeface="Calibri"/>
                <a:cs typeface="Calibri"/>
              </a:rPr>
              <a:t> </a:t>
            </a:r>
            <a:r>
              <a:rPr sz="2600" dirty="0">
                <a:latin typeface="Calibri"/>
                <a:cs typeface="Calibri"/>
              </a:rPr>
              <a:t>chân</a:t>
            </a:r>
            <a:r>
              <a:rPr sz="2600" spc="-45" dirty="0">
                <a:latin typeface="Calibri"/>
                <a:cs typeface="Calibri"/>
              </a:rPr>
              <a:t> </a:t>
            </a:r>
            <a:r>
              <a:rPr sz="2600" dirty="0">
                <a:latin typeface="Calibri"/>
                <a:cs typeface="Calibri"/>
              </a:rPr>
              <a:t>trị</a:t>
            </a:r>
            <a:r>
              <a:rPr sz="2600" spc="-25" dirty="0">
                <a:latin typeface="Calibri"/>
                <a:cs typeface="Calibri"/>
              </a:rPr>
              <a:t> </a:t>
            </a:r>
            <a:r>
              <a:rPr sz="2600" spc="-10" dirty="0">
                <a:latin typeface="Calibri"/>
                <a:cs typeface="Calibri"/>
              </a:rPr>
              <a:t>ĐÚNG.</a:t>
            </a:r>
            <a:endParaRPr sz="2600">
              <a:latin typeface="Calibri"/>
              <a:cs typeface="Calibri"/>
            </a:endParaRPr>
          </a:p>
          <a:p>
            <a:pPr>
              <a:lnSpc>
                <a:spcPct val="100000"/>
              </a:lnSpc>
              <a:spcBef>
                <a:spcPts val="570"/>
              </a:spcBef>
            </a:pPr>
            <a:endParaRPr sz="2600">
              <a:latin typeface="Calibri"/>
              <a:cs typeface="Calibri"/>
            </a:endParaRPr>
          </a:p>
          <a:p>
            <a:pPr marL="12700" marR="432434">
              <a:lnSpc>
                <a:spcPct val="80000"/>
              </a:lnSpc>
              <a:tabLst>
                <a:tab pos="1199515" algn="l"/>
              </a:tabLst>
            </a:pPr>
            <a:r>
              <a:rPr sz="2600" b="1" dirty="0">
                <a:latin typeface="Calibri"/>
                <a:cs typeface="Calibri"/>
              </a:rPr>
              <a:t>Ví</a:t>
            </a:r>
            <a:r>
              <a:rPr sz="2600" b="1" spc="-25" dirty="0">
                <a:latin typeface="Calibri"/>
                <a:cs typeface="Calibri"/>
              </a:rPr>
              <a:t> </a:t>
            </a:r>
            <a:r>
              <a:rPr sz="2600" b="1" dirty="0">
                <a:latin typeface="Calibri"/>
                <a:cs typeface="Calibri"/>
              </a:rPr>
              <a:t>dụ</a:t>
            </a:r>
            <a:r>
              <a:rPr sz="2600" b="1" spc="-15" dirty="0">
                <a:latin typeface="Calibri"/>
                <a:cs typeface="Calibri"/>
              </a:rPr>
              <a:t> </a:t>
            </a:r>
            <a:r>
              <a:rPr sz="2600" b="1" spc="-25" dirty="0">
                <a:latin typeface="Calibri"/>
                <a:cs typeface="Calibri"/>
              </a:rPr>
              <a:t>1:</a:t>
            </a:r>
            <a:r>
              <a:rPr sz="2600" b="1" dirty="0">
                <a:latin typeface="Calibri"/>
                <a:cs typeface="Calibri"/>
              </a:rPr>
              <a:t>	</a:t>
            </a:r>
            <a:r>
              <a:rPr sz="2600" dirty="0">
                <a:latin typeface="Calibri"/>
                <a:cs typeface="Calibri"/>
              </a:rPr>
              <a:t>Hãy</a:t>
            </a:r>
            <a:r>
              <a:rPr sz="2600" spc="-25" dirty="0">
                <a:latin typeface="Calibri"/>
                <a:cs typeface="Calibri"/>
              </a:rPr>
              <a:t> </a:t>
            </a:r>
            <a:r>
              <a:rPr sz="2600" dirty="0">
                <a:latin typeface="Calibri"/>
                <a:cs typeface="Calibri"/>
              </a:rPr>
              <a:t>cho</a:t>
            </a:r>
            <a:r>
              <a:rPr sz="2600" spc="-35" dirty="0">
                <a:latin typeface="Calibri"/>
                <a:cs typeface="Calibri"/>
              </a:rPr>
              <a:t> </a:t>
            </a:r>
            <a:r>
              <a:rPr sz="2600" dirty="0">
                <a:latin typeface="Calibri"/>
                <a:cs typeface="Calibri"/>
              </a:rPr>
              <a:t>biết</a:t>
            </a:r>
            <a:r>
              <a:rPr sz="2600" spc="-35" dirty="0">
                <a:latin typeface="Calibri"/>
                <a:cs typeface="Calibri"/>
              </a:rPr>
              <a:t> </a:t>
            </a:r>
            <a:r>
              <a:rPr sz="2600" dirty="0">
                <a:latin typeface="Calibri"/>
                <a:cs typeface="Calibri"/>
              </a:rPr>
              <a:t>phần</a:t>
            </a:r>
            <a:r>
              <a:rPr sz="2600" spc="-40" dirty="0">
                <a:latin typeface="Calibri"/>
                <a:cs typeface="Calibri"/>
              </a:rPr>
              <a:t> </a:t>
            </a:r>
            <a:r>
              <a:rPr sz="2600" dirty="0">
                <a:latin typeface="Calibri"/>
                <a:cs typeface="Calibri"/>
              </a:rPr>
              <a:t>tử</a:t>
            </a:r>
            <a:r>
              <a:rPr sz="2600" spc="-25" dirty="0">
                <a:latin typeface="Calibri"/>
                <a:cs typeface="Calibri"/>
              </a:rPr>
              <a:t> </a:t>
            </a:r>
            <a:r>
              <a:rPr sz="2600" dirty="0">
                <a:latin typeface="Calibri"/>
                <a:cs typeface="Calibri"/>
              </a:rPr>
              <a:t>lơn</a:t>
            </a:r>
            <a:r>
              <a:rPr sz="2600" spc="-40" dirty="0">
                <a:latin typeface="Calibri"/>
                <a:cs typeface="Calibri"/>
              </a:rPr>
              <a:t> </a:t>
            </a:r>
            <a:r>
              <a:rPr sz="2600" dirty="0">
                <a:latin typeface="Calibri"/>
                <a:cs typeface="Calibri"/>
              </a:rPr>
              <a:t>nhất,</a:t>
            </a:r>
            <a:r>
              <a:rPr sz="2600" spc="-25" dirty="0">
                <a:latin typeface="Calibri"/>
                <a:cs typeface="Calibri"/>
              </a:rPr>
              <a:t> </a:t>
            </a:r>
            <a:r>
              <a:rPr sz="2600" dirty="0">
                <a:latin typeface="Calibri"/>
                <a:cs typeface="Calibri"/>
              </a:rPr>
              <a:t>nhỏ</a:t>
            </a:r>
            <a:r>
              <a:rPr sz="2600" spc="-45" dirty="0">
                <a:latin typeface="Calibri"/>
                <a:cs typeface="Calibri"/>
              </a:rPr>
              <a:t> </a:t>
            </a:r>
            <a:r>
              <a:rPr sz="2600" dirty="0">
                <a:latin typeface="Calibri"/>
                <a:cs typeface="Calibri"/>
              </a:rPr>
              <a:t>nhất</a:t>
            </a:r>
            <a:r>
              <a:rPr sz="2600" spc="-35" dirty="0">
                <a:latin typeface="Calibri"/>
                <a:cs typeface="Calibri"/>
              </a:rPr>
              <a:t> </a:t>
            </a:r>
            <a:r>
              <a:rPr sz="2600" dirty="0">
                <a:latin typeface="Calibri"/>
                <a:cs typeface="Calibri"/>
              </a:rPr>
              <a:t>(biểu</a:t>
            </a:r>
            <a:r>
              <a:rPr sz="2600" spc="-45" dirty="0">
                <a:latin typeface="Calibri"/>
                <a:cs typeface="Calibri"/>
              </a:rPr>
              <a:t> </a:t>
            </a:r>
            <a:r>
              <a:rPr sz="2600" spc="-25" dirty="0">
                <a:latin typeface="Calibri"/>
                <a:cs typeface="Calibri"/>
              </a:rPr>
              <a:t>đồ </a:t>
            </a:r>
            <a:r>
              <a:rPr sz="2600" spc="-10" dirty="0">
                <a:latin typeface="Calibri"/>
                <a:cs typeface="Calibri"/>
              </a:rPr>
              <a:t>Hasse).</a:t>
            </a:r>
            <a:endParaRPr sz="2600">
              <a:latin typeface="Calibri"/>
              <a:cs typeface="Calibri"/>
            </a:endParaRPr>
          </a:p>
          <a:p>
            <a:pPr marL="527685" indent="-514984">
              <a:lnSpc>
                <a:spcPct val="100000"/>
              </a:lnSpc>
              <a:buAutoNum type="alphaLcParenR"/>
              <a:tabLst>
                <a:tab pos="527685" algn="l"/>
              </a:tabLst>
            </a:pPr>
            <a:r>
              <a:rPr sz="2600" dirty="0">
                <a:latin typeface="Calibri"/>
                <a:cs typeface="Calibri"/>
              </a:rPr>
              <a:t>Quan</a:t>
            </a:r>
            <a:r>
              <a:rPr sz="2600" spc="-25" dirty="0">
                <a:latin typeface="Calibri"/>
                <a:cs typeface="Calibri"/>
              </a:rPr>
              <a:t> </a:t>
            </a:r>
            <a:r>
              <a:rPr sz="2600" dirty="0">
                <a:latin typeface="Calibri"/>
                <a:cs typeface="Calibri"/>
              </a:rPr>
              <a:t>hệ</a:t>
            </a:r>
            <a:r>
              <a:rPr sz="2600" spc="-20" dirty="0">
                <a:latin typeface="Calibri"/>
                <a:cs typeface="Calibri"/>
              </a:rPr>
              <a:t> </a:t>
            </a:r>
            <a:r>
              <a:rPr sz="2600" dirty="0">
                <a:latin typeface="Calibri"/>
                <a:cs typeface="Calibri"/>
              </a:rPr>
              <a:t>R</a:t>
            </a:r>
            <a:r>
              <a:rPr sz="2600" spc="-20" dirty="0">
                <a:latin typeface="Calibri"/>
                <a:cs typeface="Calibri"/>
              </a:rPr>
              <a:t> </a:t>
            </a:r>
            <a:r>
              <a:rPr sz="2600" dirty="0">
                <a:latin typeface="Calibri"/>
                <a:cs typeface="Calibri"/>
              </a:rPr>
              <a:t>=</a:t>
            </a:r>
            <a:r>
              <a:rPr sz="2600" spc="-5" dirty="0">
                <a:latin typeface="Calibri"/>
                <a:cs typeface="Calibri"/>
              </a:rPr>
              <a:t> </a:t>
            </a:r>
            <a:r>
              <a:rPr sz="2600" dirty="0">
                <a:latin typeface="Calibri"/>
                <a:cs typeface="Calibri"/>
              </a:rPr>
              <a:t>{(x,</a:t>
            </a:r>
            <a:r>
              <a:rPr sz="2600" spc="-25" dirty="0">
                <a:latin typeface="Calibri"/>
                <a:cs typeface="Calibri"/>
              </a:rPr>
              <a:t> </a:t>
            </a:r>
            <a:r>
              <a:rPr sz="2600" dirty="0">
                <a:latin typeface="Calibri"/>
                <a:cs typeface="Calibri"/>
              </a:rPr>
              <a:t>y)</a:t>
            </a:r>
            <a:r>
              <a:rPr sz="2600" spc="-5" dirty="0">
                <a:latin typeface="Calibri"/>
                <a:cs typeface="Calibri"/>
              </a:rPr>
              <a:t> </a:t>
            </a:r>
            <a:r>
              <a:rPr sz="2600" dirty="0">
                <a:latin typeface="Calibri"/>
                <a:cs typeface="Calibri"/>
              </a:rPr>
              <a:t>:</a:t>
            </a:r>
            <a:r>
              <a:rPr sz="2600" spc="-10" dirty="0">
                <a:latin typeface="Calibri"/>
                <a:cs typeface="Calibri"/>
              </a:rPr>
              <a:t> </a:t>
            </a:r>
            <a:r>
              <a:rPr sz="2600" dirty="0">
                <a:latin typeface="Calibri"/>
                <a:cs typeface="Calibri"/>
              </a:rPr>
              <a:t>x</a:t>
            </a:r>
            <a:r>
              <a:rPr sz="2600" spc="-15" dirty="0">
                <a:latin typeface="Calibri"/>
                <a:cs typeface="Calibri"/>
              </a:rPr>
              <a:t> </a:t>
            </a:r>
            <a:r>
              <a:rPr sz="2600" dirty="0">
                <a:latin typeface="Calibri"/>
                <a:cs typeface="Calibri"/>
              </a:rPr>
              <a:t>≤</a:t>
            </a:r>
            <a:r>
              <a:rPr sz="2600" spc="-5" dirty="0">
                <a:latin typeface="Calibri"/>
                <a:cs typeface="Calibri"/>
              </a:rPr>
              <a:t> </a:t>
            </a:r>
            <a:r>
              <a:rPr sz="2600" dirty="0">
                <a:latin typeface="Calibri"/>
                <a:cs typeface="Calibri"/>
              </a:rPr>
              <a:t>y</a:t>
            </a:r>
            <a:r>
              <a:rPr sz="2600" spc="-20" dirty="0">
                <a:latin typeface="Calibri"/>
                <a:cs typeface="Calibri"/>
              </a:rPr>
              <a:t> </a:t>
            </a:r>
            <a:r>
              <a:rPr sz="2600" dirty="0">
                <a:latin typeface="Calibri"/>
                <a:cs typeface="Calibri"/>
              </a:rPr>
              <a:t>}</a:t>
            </a:r>
            <a:r>
              <a:rPr sz="2600" spc="-25" dirty="0">
                <a:latin typeface="Calibri"/>
                <a:cs typeface="Calibri"/>
              </a:rPr>
              <a:t> </a:t>
            </a:r>
            <a:r>
              <a:rPr sz="2600" dirty="0">
                <a:latin typeface="Calibri"/>
                <a:cs typeface="Calibri"/>
              </a:rPr>
              <a:t>trên</a:t>
            </a:r>
            <a:r>
              <a:rPr sz="2600" spc="-25" dirty="0">
                <a:latin typeface="Calibri"/>
                <a:cs typeface="Calibri"/>
              </a:rPr>
              <a:t> </a:t>
            </a:r>
            <a:r>
              <a:rPr sz="2600" dirty="0">
                <a:latin typeface="Calibri"/>
                <a:cs typeface="Calibri"/>
              </a:rPr>
              <a:t>X</a:t>
            </a:r>
            <a:r>
              <a:rPr sz="2600" spc="-5" dirty="0">
                <a:latin typeface="Calibri"/>
                <a:cs typeface="Calibri"/>
              </a:rPr>
              <a:t> </a:t>
            </a:r>
            <a:r>
              <a:rPr sz="2600" dirty="0">
                <a:latin typeface="Calibri"/>
                <a:cs typeface="Calibri"/>
              </a:rPr>
              <a:t>=</a:t>
            </a:r>
            <a:r>
              <a:rPr sz="2600" spc="-10" dirty="0">
                <a:latin typeface="Calibri"/>
                <a:cs typeface="Calibri"/>
              </a:rPr>
              <a:t> </a:t>
            </a:r>
            <a:r>
              <a:rPr sz="2600" dirty="0">
                <a:latin typeface="Calibri"/>
                <a:cs typeface="Calibri"/>
              </a:rPr>
              <a:t>{</a:t>
            </a:r>
            <a:r>
              <a:rPr sz="2600" spc="-5" dirty="0">
                <a:latin typeface="Calibri"/>
                <a:cs typeface="Calibri"/>
              </a:rPr>
              <a:t> </a:t>
            </a:r>
            <a:r>
              <a:rPr sz="2600" dirty="0">
                <a:latin typeface="Calibri"/>
                <a:cs typeface="Calibri"/>
              </a:rPr>
              <a:t>1,</a:t>
            </a:r>
            <a:r>
              <a:rPr sz="2600" spc="-30" dirty="0">
                <a:latin typeface="Calibri"/>
                <a:cs typeface="Calibri"/>
              </a:rPr>
              <a:t> </a:t>
            </a:r>
            <a:r>
              <a:rPr sz="2600" dirty="0">
                <a:latin typeface="Calibri"/>
                <a:cs typeface="Calibri"/>
              </a:rPr>
              <a:t>2,</a:t>
            </a:r>
            <a:r>
              <a:rPr sz="2600" spc="-10" dirty="0">
                <a:latin typeface="Calibri"/>
                <a:cs typeface="Calibri"/>
              </a:rPr>
              <a:t> </a:t>
            </a:r>
            <a:r>
              <a:rPr sz="2600" dirty="0">
                <a:latin typeface="Calibri"/>
                <a:cs typeface="Calibri"/>
              </a:rPr>
              <a:t>3,</a:t>
            </a:r>
            <a:r>
              <a:rPr sz="2600" spc="-30" dirty="0">
                <a:latin typeface="Calibri"/>
                <a:cs typeface="Calibri"/>
              </a:rPr>
              <a:t> </a:t>
            </a:r>
            <a:r>
              <a:rPr sz="2600" dirty="0">
                <a:latin typeface="Calibri"/>
                <a:cs typeface="Calibri"/>
              </a:rPr>
              <a:t>4</a:t>
            </a:r>
            <a:r>
              <a:rPr sz="2600" spc="-15" dirty="0">
                <a:latin typeface="Calibri"/>
                <a:cs typeface="Calibri"/>
              </a:rPr>
              <a:t> </a:t>
            </a:r>
            <a:r>
              <a:rPr sz="2600" spc="-25" dirty="0">
                <a:latin typeface="Calibri"/>
                <a:cs typeface="Calibri"/>
              </a:rPr>
              <a:t>}.</a:t>
            </a:r>
            <a:endParaRPr sz="2600">
              <a:latin typeface="Calibri"/>
              <a:cs typeface="Calibri"/>
            </a:endParaRPr>
          </a:p>
          <a:p>
            <a:pPr marL="12700">
              <a:lnSpc>
                <a:spcPct val="100000"/>
              </a:lnSpc>
              <a:spcBef>
                <a:spcPts val="5"/>
              </a:spcBef>
            </a:pPr>
            <a:r>
              <a:rPr sz="2600" dirty="0">
                <a:latin typeface="Calibri"/>
                <a:cs typeface="Calibri"/>
              </a:rPr>
              <a:t>R</a:t>
            </a:r>
            <a:r>
              <a:rPr sz="2600" spc="-5" dirty="0">
                <a:latin typeface="Calibri"/>
                <a:cs typeface="Calibri"/>
              </a:rPr>
              <a:t> </a:t>
            </a:r>
            <a:r>
              <a:rPr sz="2600" dirty="0">
                <a:latin typeface="Calibri"/>
                <a:cs typeface="Calibri"/>
              </a:rPr>
              <a:t>= {(1,1),</a:t>
            </a:r>
            <a:r>
              <a:rPr sz="2600" spc="-25" dirty="0">
                <a:latin typeface="Calibri"/>
                <a:cs typeface="Calibri"/>
              </a:rPr>
              <a:t> </a:t>
            </a:r>
            <a:r>
              <a:rPr sz="2600" dirty="0">
                <a:latin typeface="Calibri"/>
                <a:cs typeface="Calibri"/>
              </a:rPr>
              <a:t>(2,2),</a:t>
            </a:r>
            <a:r>
              <a:rPr sz="2600" spc="-25" dirty="0">
                <a:latin typeface="Calibri"/>
                <a:cs typeface="Calibri"/>
              </a:rPr>
              <a:t> </a:t>
            </a:r>
            <a:r>
              <a:rPr sz="2600" dirty="0">
                <a:latin typeface="Calibri"/>
                <a:cs typeface="Calibri"/>
              </a:rPr>
              <a:t>(3,3),</a:t>
            </a:r>
            <a:r>
              <a:rPr sz="2600" spc="-20" dirty="0">
                <a:latin typeface="Calibri"/>
                <a:cs typeface="Calibri"/>
              </a:rPr>
              <a:t> </a:t>
            </a:r>
            <a:r>
              <a:rPr sz="2600" dirty="0">
                <a:latin typeface="Calibri"/>
                <a:cs typeface="Calibri"/>
              </a:rPr>
              <a:t>(4,4),</a:t>
            </a:r>
            <a:r>
              <a:rPr sz="2600" spc="-25" dirty="0">
                <a:latin typeface="Calibri"/>
                <a:cs typeface="Calibri"/>
              </a:rPr>
              <a:t> </a:t>
            </a:r>
            <a:r>
              <a:rPr sz="2600" dirty="0">
                <a:latin typeface="Calibri"/>
                <a:cs typeface="Calibri"/>
              </a:rPr>
              <a:t>(1,2),</a:t>
            </a:r>
            <a:r>
              <a:rPr sz="2600" spc="-25" dirty="0">
                <a:latin typeface="Calibri"/>
                <a:cs typeface="Calibri"/>
              </a:rPr>
              <a:t> </a:t>
            </a:r>
            <a:r>
              <a:rPr sz="2600" dirty="0">
                <a:latin typeface="Calibri"/>
                <a:cs typeface="Calibri"/>
              </a:rPr>
              <a:t>(1,3),</a:t>
            </a:r>
            <a:r>
              <a:rPr sz="2600" spc="-25" dirty="0">
                <a:latin typeface="Calibri"/>
                <a:cs typeface="Calibri"/>
              </a:rPr>
              <a:t> </a:t>
            </a:r>
            <a:r>
              <a:rPr sz="2600" dirty="0">
                <a:latin typeface="Calibri"/>
                <a:cs typeface="Calibri"/>
              </a:rPr>
              <a:t>(1,4),</a:t>
            </a:r>
            <a:r>
              <a:rPr sz="2600" spc="-20" dirty="0">
                <a:latin typeface="Calibri"/>
                <a:cs typeface="Calibri"/>
              </a:rPr>
              <a:t> </a:t>
            </a:r>
            <a:r>
              <a:rPr sz="2600" dirty="0">
                <a:latin typeface="Calibri"/>
                <a:cs typeface="Calibri"/>
              </a:rPr>
              <a:t>(2,3),</a:t>
            </a:r>
            <a:r>
              <a:rPr sz="2600" spc="-25" dirty="0">
                <a:latin typeface="Calibri"/>
                <a:cs typeface="Calibri"/>
              </a:rPr>
              <a:t> </a:t>
            </a:r>
            <a:r>
              <a:rPr sz="2600" dirty="0">
                <a:latin typeface="Calibri"/>
                <a:cs typeface="Calibri"/>
              </a:rPr>
              <a:t>(2,4),</a:t>
            </a:r>
            <a:r>
              <a:rPr sz="2600" spc="-25" dirty="0">
                <a:latin typeface="Calibri"/>
                <a:cs typeface="Calibri"/>
              </a:rPr>
              <a:t> </a:t>
            </a:r>
            <a:r>
              <a:rPr sz="2600" spc="-10" dirty="0">
                <a:latin typeface="Calibri"/>
                <a:cs typeface="Calibri"/>
              </a:rPr>
              <a:t>(3,4)</a:t>
            </a:r>
            <a:endParaRPr sz="2600">
              <a:latin typeface="Calibri"/>
              <a:cs typeface="Calibri"/>
            </a:endParaRPr>
          </a:p>
          <a:p>
            <a:pPr marL="359410" indent="-346710">
              <a:lnSpc>
                <a:spcPct val="100000"/>
              </a:lnSpc>
              <a:buAutoNum type="alphaLcParenR" startAt="2"/>
              <a:tabLst>
                <a:tab pos="359410" algn="l"/>
              </a:tabLst>
            </a:pPr>
            <a:r>
              <a:rPr sz="2600" dirty="0">
                <a:latin typeface="Calibri"/>
                <a:cs typeface="Calibri"/>
              </a:rPr>
              <a:t>Quan</a:t>
            </a:r>
            <a:r>
              <a:rPr sz="2600" spc="-20" dirty="0">
                <a:latin typeface="Calibri"/>
                <a:cs typeface="Calibri"/>
              </a:rPr>
              <a:t> </a:t>
            </a:r>
            <a:r>
              <a:rPr sz="2600" dirty="0">
                <a:latin typeface="Calibri"/>
                <a:cs typeface="Calibri"/>
              </a:rPr>
              <a:t>hệ</a:t>
            </a:r>
            <a:r>
              <a:rPr sz="2600" spc="-20" dirty="0">
                <a:latin typeface="Calibri"/>
                <a:cs typeface="Calibri"/>
              </a:rPr>
              <a:t> </a:t>
            </a:r>
            <a:r>
              <a:rPr sz="2600" dirty="0">
                <a:latin typeface="Calibri"/>
                <a:cs typeface="Calibri"/>
              </a:rPr>
              <a:t>R</a:t>
            </a:r>
            <a:r>
              <a:rPr sz="2600" spc="-5" dirty="0">
                <a:latin typeface="Calibri"/>
                <a:cs typeface="Calibri"/>
              </a:rPr>
              <a:t> </a:t>
            </a:r>
            <a:r>
              <a:rPr sz="2600" dirty="0">
                <a:latin typeface="Calibri"/>
                <a:cs typeface="Calibri"/>
              </a:rPr>
              <a:t>=</a:t>
            </a:r>
            <a:r>
              <a:rPr sz="2600" spc="-5" dirty="0">
                <a:latin typeface="Calibri"/>
                <a:cs typeface="Calibri"/>
              </a:rPr>
              <a:t> </a:t>
            </a:r>
            <a:r>
              <a:rPr sz="2600" dirty="0">
                <a:latin typeface="Calibri"/>
                <a:cs typeface="Calibri"/>
              </a:rPr>
              <a:t>{(x,</a:t>
            </a:r>
            <a:r>
              <a:rPr sz="2600" spc="-25" dirty="0">
                <a:latin typeface="Calibri"/>
                <a:cs typeface="Calibri"/>
              </a:rPr>
              <a:t> </a:t>
            </a:r>
            <a:r>
              <a:rPr sz="2600" dirty="0">
                <a:latin typeface="Calibri"/>
                <a:cs typeface="Calibri"/>
              </a:rPr>
              <a:t>y)</a:t>
            </a:r>
            <a:r>
              <a:rPr sz="2600" spc="-5" dirty="0">
                <a:latin typeface="Calibri"/>
                <a:cs typeface="Calibri"/>
              </a:rPr>
              <a:t> </a:t>
            </a:r>
            <a:r>
              <a:rPr sz="2600" dirty="0">
                <a:latin typeface="Calibri"/>
                <a:cs typeface="Calibri"/>
              </a:rPr>
              <a:t>:</a:t>
            </a:r>
            <a:r>
              <a:rPr sz="2600" spc="-5" dirty="0">
                <a:latin typeface="Calibri"/>
                <a:cs typeface="Calibri"/>
              </a:rPr>
              <a:t> </a:t>
            </a:r>
            <a:r>
              <a:rPr sz="2600" dirty="0">
                <a:latin typeface="Calibri"/>
                <a:cs typeface="Calibri"/>
              </a:rPr>
              <a:t>x|y</a:t>
            </a:r>
            <a:r>
              <a:rPr sz="2600" spc="-10" dirty="0">
                <a:latin typeface="Calibri"/>
                <a:cs typeface="Calibri"/>
              </a:rPr>
              <a:t> </a:t>
            </a:r>
            <a:r>
              <a:rPr sz="2600" dirty="0">
                <a:latin typeface="Calibri"/>
                <a:cs typeface="Calibri"/>
              </a:rPr>
              <a:t>}</a:t>
            </a:r>
            <a:r>
              <a:rPr sz="2600" spc="-25" dirty="0">
                <a:latin typeface="Calibri"/>
                <a:cs typeface="Calibri"/>
              </a:rPr>
              <a:t> </a:t>
            </a:r>
            <a:r>
              <a:rPr sz="2600" dirty="0">
                <a:latin typeface="Calibri"/>
                <a:cs typeface="Calibri"/>
              </a:rPr>
              <a:t>trên</a:t>
            </a:r>
            <a:r>
              <a:rPr sz="2600" spc="-20" dirty="0">
                <a:latin typeface="Calibri"/>
                <a:cs typeface="Calibri"/>
              </a:rPr>
              <a:t> </a:t>
            </a:r>
            <a:r>
              <a:rPr sz="2600" dirty="0">
                <a:latin typeface="Calibri"/>
                <a:cs typeface="Calibri"/>
              </a:rPr>
              <a:t>X</a:t>
            </a:r>
            <a:r>
              <a:rPr sz="2600" spc="-5" dirty="0">
                <a:latin typeface="Calibri"/>
                <a:cs typeface="Calibri"/>
              </a:rPr>
              <a:t> </a:t>
            </a:r>
            <a:r>
              <a:rPr sz="2600" dirty="0">
                <a:latin typeface="Calibri"/>
                <a:cs typeface="Calibri"/>
              </a:rPr>
              <a:t>=</a:t>
            </a:r>
            <a:r>
              <a:rPr sz="2600" spc="-5" dirty="0">
                <a:latin typeface="Calibri"/>
                <a:cs typeface="Calibri"/>
              </a:rPr>
              <a:t> </a:t>
            </a:r>
            <a:r>
              <a:rPr sz="2600" dirty="0">
                <a:latin typeface="Calibri"/>
                <a:cs typeface="Calibri"/>
              </a:rPr>
              <a:t>{</a:t>
            </a:r>
            <a:r>
              <a:rPr sz="2600" spc="-15" dirty="0">
                <a:latin typeface="Calibri"/>
                <a:cs typeface="Calibri"/>
              </a:rPr>
              <a:t> </a:t>
            </a:r>
            <a:r>
              <a:rPr sz="2600" dirty="0">
                <a:latin typeface="Calibri"/>
                <a:cs typeface="Calibri"/>
              </a:rPr>
              <a:t>1,</a:t>
            </a:r>
            <a:r>
              <a:rPr sz="2600" spc="-20" dirty="0">
                <a:latin typeface="Calibri"/>
                <a:cs typeface="Calibri"/>
              </a:rPr>
              <a:t> </a:t>
            </a:r>
            <a:r>
              <a:rPr sz="2600" dirty="0">
                <a:latin typeface="Calibri"/>
                <a:cs typeface="Calibri"/>
              </a:rPr>
              <a:t>2,</a:t>
            </a:r>
            <a:r>
              <a:rPr sz="2600" spc="-5" dirty="0">
                <a:latin typeface="Calibri"/>
                <a:cs typeface="Calibri"/>
              </a:rPr>
              <a:t> </a:t>
            </a:r>
            <a:r>
              <a:rPr sz="2600" dirty="0">
                <a:latin typeface="Calibri"/>
                <a:cs typeface="Calibri"/>
              </a:rPr>
              <a:t>3,</a:t>
            </a:r>
            <a:r>
              <a:rPr sz="2600" spc="-25" dirty="0">
                <a:latin typeface="Calibri"/>
                <a:cs typeface="Calibri"/>
              </a:rPr>
              <a:t> </a:t>
            </a:r>
            <a:r>
              <a:rPr sz="2600" dirty="0">
                <a:latin typeface="Calibri"/>
                <a:cs typeface="Calibri"/>
              </a:rPr>
              <a:t>4</a:t>
            </a:r>
            <a:r>
              <a:rPr sz="2600" spc="-30" dirty="0">
                <a:latin typeface="Calibri"/>
                <a:cs typeface="Calibri"/>
              </a:rPr>
              <a:t> </a:t>
            </a:r>
            <a:r>
              <a:rPr sz="2600" spc="-25" dirty="0">
                <a:latin typeface="Calibri"/>
                <a:cs typeface="Calibri"/>
              </a:rPr>
              <a:t>}.</a:t>
            </a:r>
            <a:endParaRPr sz="2600">
              <a:latin typeface="Calibri"/>
              <a:cs typeface="Calibri"/>
            </a:endParaRPr>
          </a:p>
          <a:p>
            <a:pPr marL="12700">
              <a:lnSpc>
                <a:spcPct val="100000"/>
              </a:lnSpc>
            </a:pPr>
            <a:r>
              <a:rPr sz="2600" dirty="0">
                <a:latin typeface="Calibri"/>
                <a:cs typeface="Calibri"/>
              </a:rPr>
              <a:t>R</a:t>
            </a:r>
            <a:r>
              <a:rPr sz="2600" spc="-5" dirty="0">
                <a:latin typeface="Calibri"/>
                <a:cs typeface="Calibri"/>
              </a:rPr>
              <a:t> </a:t>
            </a:r>
            <a:r>
              <a:rPr sz="2600" dirty="0">
                <a:latin typeface="Calibri"/>
                <a:cs typeface="Calibri"/>
              </a:rPr>
              <a:t>=</a:t>
            </a:r>
            <a:r>
              <a:rPr sz="2600" spc="-5" dirty="0">
                <a:latin typeface="Calibri"/>
                <a:cs typeface="Calibri"/>
              </a:rPr>
              <a:t> </a:t>
            </a:r>
            <a:r>
              <a:rPr sz="2600" dirty="0">
                <a:latin typeface="Calibri"/>
                <a:cs typeface="Calibri"/>
              </a:rPr>
              <a:t>{(1,1),</a:t>
            </a:r>
            <a:r>
              <a:rPr sz="2600" spc="-30" dirty="0">
                <a:latin typeface="Calibri"/>
                <a:cs typeface="Calibri"/>
              </a:rPr>
              <a:t> </a:t>
            </a:r>
            <a:r>
              <a:rPr sz="2600" dirty="0">
                <a:latin typeface="Calibri"/>
                <a:cs typeface="Calibri"/>
              </a:rPr>
              <a:t>(2,2),</a:t>
            </a:r>
            <a:r>
              <a:rPr sz="2600" spc="-25" dirty="0">
                <a:latin typeface="Calibri"/>
                <a:cs typeface="Calibri"/>
              </a:rPr>
              <a:t> </a:t>
            </a:r>
            <a:r>
              <a:rPr sz="2600" dirty="0">
                <a:latin typeface="Calibri"/>
                <a:cs typeface="Calibri"/>
              </a:rPr>
              <a:t>(3,3),</a:t>
            </a:r>
            <a:r>
              <a:rPr sz="2600" spc="-20" dirty="0">
                <a:latin typeface="Calibri"/>
                <a:cs typeface="Calibri"/>
              </a:rPr>
              <a:t> </a:t>
            </a:r>
            <a:r>
              <a:rPr sz="2600" dirty="0">
                <a:latin typeface="Calibri"/>
                <a:cs typeface="Calibri"/>
              </a:rPr>
              <a:t>(4,4),</a:t>
            </a:r>
            <a:r>
              <a:rPr sz="2600" spc="-30" dirty="0">
                <a:latin typeface="Calibri"/>
                <a:cs typeface="Calibri"/>
              </a:rPr>
              <a:t> </a:t>
            </a:r>
            <a:r>
              <a:rPr sz="2600" dirty="0">
                <a:latin typeface="Calibri"/>
                <a:cs typeface="Calibri"/>
              </a:rPr>
              <a:t>(1,2),</a:t>
            </a:r>
            <a:r>
              <a:rPr sz="2600" spc="-30" dirty="0">
                <a:latin typeface="Calibri"/>
                <a:cs typeface="Calibri"/>
              </a:rPr>
              <a:t> </a:t>
            </a:r>
            <a:r>
              <a:rPr sz="2600" dirty="0">
                <a:latin typeface="Calibri"/>
                <a:cs typeface="Calibri"/>
              </a:rPr>
              <a:t>(1,3),</a:t>
            </a:r>
            <a:r>
              <a:rPr sz="2600" spc="-25" dirty="0">
                <a:latin typeface="Calibri"/>
                <a:cs typeface="Calibri"/>
              </a:rPr>
              <a:t> </a:t>
            </a:r>
            <a:r>
              <a:rPr sz="2600" dirty="0">
                <a:latin typeface="Calibri"/>
                <a:cs typeface="Calibri"/>
              </a:rPr>
              <a:t>(1,4),</a:t>
            </a:r>
            <a:r>
              <a:rPr sz="2600" spc="-20" dirty="0">
                <a:latin typeface="Calibri"/>
                <a:cs typeface="Calibri"/>
              </a:rPr>
              <a:t> </a:t>
            </a:r>
            <a:r>
              <a:rPr sz="2600" spc="-10" dirty="0">
                <a:latin typeface="Calibri"/>
                <a:cs typeface="Calibri"/>
              </a:rPr>
              <a:t>(2,4)}</a:t>
            </a:r>
            <a:endParaRPr sz="2600">
              <a:latin typeface="Calibri"/>
              <a:cs typeface="Calibri"/>
            </a:endParaRPr>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229260"/>
            <a:ext cx="8091805" cy="2415540"/>
          </a:xfrm>
          <a:prstGeom prst="rect">
            <a:avLst/>
          </a:prstGeom>
        </p:spPr>
        <p:txBody>
          <a:bodyPr vert="horz" wrap="square" lIns="0" tIns="97790" rIns="0" bIns="0" rtlCol="0">
            <a:spAutoFit/>
          </a:bodyPr>
          <a:lstStyle/>
          <a:p>
            <a:pPr marL="12700">
              <a:lnSpc>
                <a:spcPct val="100000"/>
              </a:lnSpc>
              <a:spcBef>
                <a:spcPts val="770"/>
              </a:spcBef>
            </a:pPr>
            <a:r>
              <a:rPr sz="2800" b="1" dirty="0">
                <a:latin typeface="Calibri"/>
                <a:cs typeface="Calibri"/>
              </a:rPr>
              <a:t>Chú</a:t>
            </a:r>
            <a:r>
              <a:rPr sz="2800" b="1" spc="-35" dirty="0">
                <a:latin typeface="Calibri"/>
                <a:cs typeface="Calibri"/>
              </a:rPr>
              <a:t> </a:t>
            </a:r>
            <a:r>
              <a:rPr sz="2800" b="1" dirty="0">
                <a:latin typeface="Calibri"/>
                <a:cs typeface="Calibri"/>
              </a:rPr>
              <a:t>ý</a:t>
            </a:r>
            <a:r>
              <a:rPr sz="2800" b="1" spc="-35" dirty="0">
                <a:latin typeface="Calibri"/>
                <a:cs typeface="Calibri"/>
              </a:rPr>
              <a:t> </a:t>
            </a:r>
            <a:r>
              <a:rPr sz="2800" b="1" dirty="0">
                <a:latin typeface="Calibri"/>
                <a:cs typeface="Calibri"/>
              </a:rPr>
              <a:t>:</a:t>
            </a:r>
            <a:r>
              <a:rPr sz="2800" b="1" spc="-45" dirty="0">
                <a:latin typeface="Calibri"/>
                <a:cs typeface="Calibri"/>
              </a:rPr>
              <a:t> </a:t>
            </a:r>
            <a:r>
              <a:rPr sz="2800" b="1" dirty="0">
                <a:latin typeface="Calibri"/>
                <a:cs typeface="Calibri"/>
              </a:rPr>
              <a:t>Tìm</a:t>
            </a:r>
            <a:r>
              <a:rPr sz="2800" b="1" spc="-30" dirty="0">
                <a:latin typeface="Calibri"/>
                <a:cs typeface="Calibri"/>
              </a:rPr>
              <a:t> </a:t>
            </a:r>
            <a:r>
              <a:rPr sz="2800" b="1" dirty="0">
                <a:latin typeface="Calibri"/>
                <a:cs typeface="Calibri"/>
              </a:rPr>
              <a:t>phần</a:t>
            </a:r>
            <a:r>
              <a:rPr sz="2800" b="1" spc="-35" dirty="0">
                <a:latin typeface="Calibri"/>
                <a:cs typeface="Calibri"/>
              </a:rPr>
              <a:t> </a:t>
            </a:r>
            <a:r>
              <a:rPr sz="2800" b="1" dirty="0">
                <a:latin typeface="Calibri"/>
                <a:cs typeface="Calibri"/>
              </a:rPr>
              <a:t>tử</a:t>
            </a:r>
            <a:r>
              <a:rPr sz="2800" b="1" spc="-40" dirty="0">
                <a:latin typeface="Calibri"/>
                <a:cs typeface="Calibri"/>
              </a:rPr>
              <a:t> </a:t>
            </a:r>
            <a:r>
              <a:rPr sz="2800" b="1" dirty="0">
                <a:latin typeface="Calibri"/>
                <a:cs typeface="Calibri"/>
              </a:rPr>
              <a:t>lớn</a:t>
            </a:r>
            <a:r>
              <a:rPr sz="2800" b="1" spc="-30" dirty="0">
                <a:latin typeface="Calibri"/>
                <a:cs typeface="Calibri"/>
              </a:rPr>
              <a:t> </a:t>
            </a:r>
            <a:r>
              <a:rPr sz="2800" b="1" dirty="0">
                <a:latin typeface="Calibri"/>
                <a:cs typeface="Calibri"/>
              </a:rPr>
              <a:t>nhất</a:t>
            </a:r>
            <a:r>
              <a:rPr sz="2800" b="1" spc="-30" dirty="0">
                <a:latin typeface="Calibri"/>
                <a:cs typeface="Calibri"/>
              </a:rPr>
              <a:t> </a:t>
            </a:r>
            <a:r>
              <a:rPr sz="2800" b="1" dirty="0">
                <a:latin typeface="Calibri"/>
                <a:cs typeface="Calibri"/>
              </a:rPr>
              <a:t>,</a:t>
            </a:r>
            <a:r>
              <a:rPr sz="2800" b="1" spc="-30" dirty="0">
                <a:latin typeface="Calibri"/>
                <a:cs typeface="Calibri"/>
              </a:rPr>
              <a:t> </a:t>
            </a:r>
            <a:r>
              <a:rPr sz="2800" b="1" dirty="0">
                <a:latin typeface="Calibri"/>
                <a:cs typeface="Calibri"/>
              </a:rPr>
              <a:t>bé</a:t>
            </a:r>
            <a:r>
              <a:rPr sz="2800" b="1" spc="-35" dirty="0">
                <a:latin typeface="Calibri"/>
                <a:cs typeface="Calibri"/>
              </a:rPr>
              <a:t> </a:t>
            </a:r>
            <a:r>
              <a:rPr sz="2800" b="1" dirty="0">
                <a:latin typeface="Calibri"/>
                <a:cs typeface="Calibri"/>
              </a:rPr>
              <a:t>nhất</a:t>
            </a:r>
            <a:r>
              <a:rPr sz="2800" b="1" spc="-30" dirty="0">
                <a:latin typeface="Calibri"/>
                <a:cs typeface="Calibri"/>
              </a:rPr>
              <a:t> </a:t>
            </a:r>
            <a:r>
              <a:rPr sz="2800" b="1" dirty="0">
                <a:latin typeface="Calibri"/>
                <a:cs typeface="Calibri"/>
              </a:rPr>
              <a:t>trong</a:t>
            </a:r>
            <a:r>
              <a:rPr sz="2800" b="1" spc="-40" dirty="0">
                <a:latin typeface="Calibri"/>
                <a:cs typeface="Calibri"/>
              </a:rPr>
              <a:t> </a:t>
            </a:r>
            <a:r>
              <a:rPr sz="2800" b="1" spc="-25" dirty="0">
                <a:latin typeface="Calibri"/>
                <a:cs typeface="Calibri"/>
              </a:rPr>
              <a:t>X.</a:t>
            </a:r>
            <a:endParaRPr sz="2800">
              <a:latin typeface="Calibri"/>
              <a:cs typeface="Calibri"/>
            </a:endParaRPr>
          </a:p>
          <a:p>
            <a:pPr marL="203200" indent="-190500">
              <a:lnSpc>
                <a:spcPct val="100000"/>
              </a:lnSpc>
              <a:spcBef>
                <a:spcPts val="675"/>
              </a:spcBef>
              <a:buChar char="-"/>
              <a:tabLst>
                <a:tab pos="203200" algn="l"/>
              </a:tabLst>
            </a:pPr>
            <a:r>
              <a:rPr sz="2800" dirty="0">
                <a:latin typeface="Calibri"/>
                <a:cs typeface="Calibri"/>
              </a:rPr>
              <a:t>Nếu</a:t>
            </a:r>
            <a:r>
              <a:rPr sz="2800" spc="-35" dirty="0">
                <a:latin typeface="Calibri"/>
                <a:cs typeface="Calibri"/>
              </a:rPr>
              <a:t> </a:t>
            </a:r>
            <a:r>
              <a:rPr sz="2800" dirty="0">
                <a:latin typeface="Calibri"/>
                <a:cs typeface="Calibri"/>
              </a:rPr>
              <a:t>có</a:t>
            </a:r>
            <a:r>
              <a:rPr sz="2800" spc="-40" dirty="0">
                <a:latin typeface="Calibri"/>
                <a:cs typeface="Calibri"/>
              </a:rPr>
              <a:t> </a:t>
            </a:r>
            <a:r>
              <a:rPr sz="2800" dirty="0">
                <a:latin typeface="Calibri"/>
                <a:cs typeface="Calibri"/>
              </a:rPr>
              <a:t>đường</a:t>
            </a:r>
            <a:r>
              <a:rPr sz="2800" spc="-30" dirty="0">
                <a:latin typeface="Calibri"/>
                <a:cs typeface="Calibri"/>
              </a:rPr>
              <a:t> </a:t>
            </a:r>
            <a:r>
              <a:rPr sz="2800" dirty="0">
                <a:latin typeface="Calibri"/>
                <a:cs typeface="Calibri"/>
              </a:rPr>
              <a:t>đi</a:t>
            </a:r>
            <a:r>
              <a:rPr sz="2800" spc="-35" dirty="0">
                <a:latin typeface="Calibri"/>
                <a:cs typeface="Calibri"/>
              </a:rPr>
              <a:t> </a:t>
            </a:r>
            <a:r>
              <a:rPr sz="2800" dirty="0">
                <a:latin typeface="Calibri"/>
                <a:cs typeface="Calibri"/>
              </a:rPr>
              <a:t>từ</a:t>
            </a:r>
            <a:r>
              <a:rPr sz="2800" spc="-35" dirty="0">
                <a:latin typeface="Calibri"/>
                <a:cs typeface="Calibri"/>
              </a:rPr>
              <a:t> </a:t>
            </a:r>
            <a:r>
              <a:rPr sz="2800" dirty="0">
                <a:latin typeface="Calibri"/>
                <a:cs typeface="Calibri"/>
              </a:rPr>
              <a:t>đỉnh </a:t>
            </a:r>
            <a:r>
              <a:rPr sz="2800" b="1" dirty="0">
                <a:latin typeface="Calibri"/>
                <a:cs typeface="Calibri"/>
              </a:rPr>
              <a:t>m</a:t>
            </a:r>
            <a:r>
              <a:rPr sz="2800" b="1" spc="-30" dirty="0">
                <a:latin typeface="Calibri"/>
                <a:cs typeface="Calibri"/>
              </a:rPr>
              <a:t> </a:t>
            </a:r>
            <a:r>
              <a:rPr sz="2800" dirty="0">
                <a:latin typeface="Calibri"/>
                <a:cs typeface="Calibri"/>
              </a:rPr>
              <a:t>đến</a:t>
            </a:r>
            <a:r>
              <a:rPr sz="2800" spc="-25" dirty="0">
                <a:latin typeface="Calibri"/>
                <a:cs typeface="Calibri"/>
              </a:rPr>
              <a:t> </a:t>
            </a:r>
            <a:r>
              <a:rPr sz="2800" b="1" dirty="0">
                <a:latin typeface="Calibri"/>
                <a:cs typeface="Calibri"/>
              </a:rPr>
              <a:t>tất</a:t>
            </a:r>
            <a:r>
              <a:rPr sz="2800" b="1" spc="-45" dirty="0">
                <a:latin typeface="Calibri"/>
                <a:cs typeface="Calibri"/>
              </a:rPr>
              <a:t> </a:t>
            </a:r>
            <a:r>
              <a:rPr sz="2800" b="1" dirty="0">
                <a:latin typeface="Calibri"/>
                <a:cs typeface="Calibri"/>
              </a:rPr>
              <a:t>cả</a:t>
            </a:r>
            <a:r>
              <a:rPr sz="2800" b="1" spc="-30" dirty="0">
                <a:latin typeface="Calibri"/>
                <a:cs typeface="Calibri"/>
              </a:rPr>
              <a:t> </a:t>
            </a:r>
            <a:r>
              <a:rPr sz="2800" b="1" dirty="0">
                <a:latin typeface="Calibri"/>
                <a:cs typeface="Calibri"/>
              </a:rPr>
              <a:t>các</a:t>
            </a:r>
            <a:r>
              <a:rPr sz="2800" b="1" spc="-45" dirty="0">
                <a:latin typeface="Calibri"/>
                <a:cs typeface="Calibri"/>
              </a:rPr>
              <a:t> </a:t>
            </a:r>
            <a:r>
              <a:rPr sz="2800" b="1" dirty="0">
                <a:latin typeface="Calibri"/>
                <a:cs typeface="Calibri"/>
              </a:rPr>
              <a:t>đỉnh</a:t>
            </a:r>
            <a:r>
              <a:rPr sz="2800" b="1" spc="-40" dirty="0">
                <a:latin typeface="Calibri"/>
                <a:cs typeface="Calibri"/>
              </a:rPr>
              <a:t> </a:t>
            </a:r>
            <a:r>
              <a:rPr sz="2800" b="1" dirty="0">
                <a:latin typeface="Calibri"/>
                <a:cs typeface="Calibri"/>
              </a:rPr>
              <a:t>y</a:t>
            </a:r>
            <a:r>
              <a:rPr sz="2800" b="1" spc="-40" dirty="0">
                <a:latin typeface="Calibri"/>
                <a:cs typeface="Calibri"/>
              </a:rPr>
              <a:t> </a:t>
            </a:r>
            <a:r>
              <a:rPr sz="2800" dirty="0">
                <a:latin typeface="Calibri"/>
                <a:cs typeface="Calibri"/>
              </a:rPr>
              <a:t>thì</a:t>
            </a:r>
            <a:r>
              <a:rPr sz="2800" spc="-40" dirty="0">
                <a:latin typeface="Calibri"/>
                <a:cs typeface="Calibri"/>
              </a:rPr>
              <a:t> </a:t>
            </a:r>
            <a:r>
              <a:rPr sz="2800" b="1" spc="-50" dirty="0">
                <a:latin typeface="Calibri"/>
                <a:cs typeface="Calibri"/>
              </a:rPr>
              <a:t>m</a:t>
            </a:r>
            <a:endParaRPr sz="2800">
              <a:latin typeface="Calibri"/>
              <a:cs typeface="Calibri"/>
            </a:endParaRPr>
          </a:p>
          <a:p>
            <a:pPr marL="12700">
              <a:lnSpc>
                <a:spcPct val="100000"/>
              </a:lnSpc>
              <a:spcBef>
                <a:spcPts val="10"/>
              </a:spcBef>
            </a:pPr>
            <a:r>
              <a:rPr sz="2800" dirty="0">
                <a:latin typeface="Calibri"/>
                <a:cs typeface="Calibri"/>
              </a:rPr>
              <a:t>là</a:t>
            </a:r>
            <a:r>
              <a:rPr sz="2800" spc="-40" dirty="0">
                <a:latin typeface="Calibri"/>
                <a:cs typeface="Calibri"/>
              </a:rPr>
              <a:t> </a:t>
            </a:r>
            <a:r>
              <a:rPr sz="2800" dirty="0">
                <a:latin typeface="Calibri"/>
                <a:cs typeface="Calibri"/>
              </a:rPr>
              <a:t>phần</a:t>
            </a:r>
            <a:r>
              <a:rPr sz="2800" spc="-15" dirty="0">
                <a:latin typeface="Calibri"/>
                <a:cs typeface="Calibri"/>
              </a:rPr>
              <a:t> </a:t>
            </a:r>
            <a:r>
              <a:rPr sz="2800" dirty="0">
                <a:latin typeface="Calibri"/>
                <a:cs typeface="Calibri"/>
              </a:rPr>
              <a:t>tử</a:t>
            </a:r>
            <a:r>
              <a:rPr sz="2800" spc="-30" dirty="0">
                <a:latin typeface="Calibri"/>
                <a:cs typeface="Calibri"/>
              </a:rPr>
              <a:t> </a:t>
            </a:r>
            <a:r>
              <a:rPr sz="2800" dirty="0">
                <a:latin typeface="Calibri"/>
                <a:cs typeface="Calibri"/>
              </a:rPr>
              <a:t>bé</a:t>
            </a:r>
            <a:r>
              <a:rPr sz="2800" spc="-25" dirty="0">
                <a:latin typeface="Calibri"/>
                <a:cs typeface="Calibri"/>
              </a:rPr>
              <a:t> </a:t>
            </a:r>
            <a:r>
              <a:rPr sz="2800" spc="-20" dirty="0">
                <a:latin typeface="Calibri"/>
                <a:cs typeface="Calibri"/>
              </a:rPr>
              <a:t>nhất</a:t>
            </a:r>
            <a:r>
              <a:rPr sz="2800" spc="-20" dirty="0">
                <a:latin typeface="Cambria Math"/>
                <a:cs typeface="Cambria Math"/>
              </a:rPr>
              <a:t>.</a:t>
            </a:r>
            <a:endParaRPr sz="2800">
              <a:latin typeface="Cambria Math"/>
              <a:cs typeface="Cambria Math"/>
            </a:endParaRPr>
          </a:p>
          <a:p>
            <a:pPr marL="203200" indent="-190500">
              <a:lnSpc>
                <a:spcPct val="100000"/>
              </a:lnSpc>
              <a:spcBef>
                <a:spcPts val="660"/>
              </a:spcBef>
              <a:buChar char="-"/>
              <a:tabLst>
                <a:tab pos="203200" algn="l"/>
              </a:tabLst>
            </a:pPr>
            <a:r>
              <a:rPr sz="2800" dirty="0">
                <a:latin typeface="Calibri"/>
                <a:cs typeface="Calibri"/>
              </a:rPr>
              <a:t>Nếu</a:t>
            </a:r>
            <a:r>
              <a:rPr sz="2800" spc="-20" dirty="0">
                <a:latin typeface="Calibri"/>
                <a:cs typeface="Calibri"/>
              </a:rPr>
              <a:t> </a:t>
            </a:r>
            <a:r>
              <a:rPr sz="2800" b="1" dirty="0">
                <a:latin typeface="Calibri"/>
                <a:cs typeface="Calibri"/>
              </a:rPr>
              <a:t>với</a:t>
            </a:r>
            <a:r>
              <a:rPr sz="2800" b="1" spc="-35" dirty="0">
                <a:latin typeface="Calibri"/>
                <a:cs typeface="Calibri"/>
              </a:rPr>
              <a:t> </a:t>
            </a:r>
            <a:r>
              <a:rPr sz="2800" b="1" dirty="0">
                <a:latin typeface="Calibri"/>
                <a:cs typeface="Calibri"/>
              </a:rPr>
              <a:t>mọi</a:t>
            </a:r>
            <a:r>
              <a:rPr sz="2800" b="1" spc="-35" dirty="0">
                <a:latin typeface="Calibri"/>
                <a:cs typeface="Calibri"/>
              </a:rPr>
              <a:t> </a:t>
            </a:r>
            <a:r>
              <a:rPr sz="2800" b="1" dirty="0">
                <a:latin typeface="Calibri"/>
                <a:cs typeface="Calibri"/>
              </a:rPr>
              <a:t>x</a:t>
            </a:r>
            <a:r>
              <a:rPr sz="2800" b="1" spc="-30" dirty="0">
                <a:latin typeface="Calibri"/>
                <a:cs typeface="Calibri"/>
              </a:rPr>
              <a:t> </a:t>
            </a:r>
            <a:r>
              <a:rPr sz="2800" dirty="0">
                <a:latin typeface="Calibri"/>
                <a:cs typeface="Calibri"/>
              </a:rPr>
              <a:t>đều</a:t>
            </a:r>
            <a:r>
              <a:rPr sz="2800" spc="-30" dirty="0">
                <a:latin typeface="Calibri"/>
                <a:cs typeface="Calibri"/>
              </a:rPr>
              <a:t> </a:t>
            </a:r>
            <a:r>
              <a:rPr sz="2800" dirty="0">
                <a:latin typeface="Calibri"/>
                <a:cs typeface="Calibri"/>
              </a:rPr>
              <a:t>có</a:t>
            </a:r>
            <a:r>
              <a:rPr sz="2800" spc="-25" dirty="0">
                <a:latin typeface="Calibri"/>
                <a:cs typeface="Calibri"/>
              </a:rPr>
              <a:t> </a:t>
            </a:r>
            <a:r>
              <a:rPr sz="2800" dirty="0">
                <a:latin typeface="Calibri"/>
                <a:cs typeface="Calibri"/>
              </a:rPr>
              <a:t>đường</a:t>
            </a:r>
            <a:r>
              <a:rPr sz="2800" spc="-30" dirty="0">
                <a:latin typeface="Calibri"/>
                <a:cs typeface="Calibri"/>
              </a:rPr>
              <a:t> </a:t>
            </a:r>
            <a:r>
              <a:rPr sz="2800" dirty="0">
                <a:latin typeface="Calibri"/>
                <a:cs typeface="Calibri"/>
              </a:rPr>
              <a:t>đi</a:t>
            </a:r>
            <a:r>
              <a:rPr sz="2800" spc="-35" dirty="0">
                <a:latin typeface="Calibri"/>
                <a:cs typeface="Calibri"/>
              </a:rPr>
              <a:t> </a:t>
            </a:r>
            <a:r>
              <a:rPr sz="2800" dirty="0">
                <a:latin typeface="Calibri"/>
                <a:cs typeface="Calibri"/>
              </a:rPr>
              <a:t>từ</a:t>
            </a:r>
            <a:r>
              <a:rPr sz="2800" spc="-30" dirty="0">
                <a:latin typeface="Calibri"/>
                <a:cs typeface="Calibri"/>
              </a:rPr>
              <a:t> </a:t>
            </a:r>
            <a:r>
              <a:rPr sz="2800" dirty="0">
                <a:latin typeface="Calibri"/>
                <a:cs typeface="Calibri"/>
              </a:rPr>
              <a:t>đỉnh</a:t>
            </a:r>
            <a:r>
              <a:rPr sz="2800" spc="-20" dirty="0">
                <a:latin typeface="Calibri"/>
                <a:cs typeface="Calibri"/>
              </a:rPr>
              <a:t> </a:t>
            </a:r>
            <a:r>
              <a:rPr sz="2800" dirty="0">
                <a:latin typeface="Calibri"/>
                <a:cs typeface="Calibri"/>
              </a:rPr>
              <a:t>x</a:t>
            </a:r>
            <a:r>
              <a:rPr sz="2800" spc="-45" dirty="0">
                <a:latin typeface="Calibri"/>
                <a:cs typeface="Calibri"/>
              </a:rPr>
              <a:t> </a:t>
            </a:r>
            <a:r>
              <a:rPr sz="2800" dirty="0">
                <a:latin typeface="Calibri"/>
                <a:cs typeface="Calibri"/>
              </a:rPr>
              <a:t>đến</a:t>
            </a:r>
            <a:r>
              <a:rPr sz="2800" spc="-5" dirty="0">
                <a:latin typeface="Calibri"/>
                <a:cs typeface="Calibri"/>
              </a:rPr>
              <a:t> </a:t>
            </a:r>
            <a:r>
              <a:rPr sz="2800" b="1" dirty="0">
                <a:latin typeface="Calibri"/>
                <a:cs typeface="Calibri"/>
              </a:rPr>
              <a:t>M</a:t>
            </a:r>
            <a:r>
              <a:rPr sz="2800" b="1" spc="-30" dirty="0">
                <a:latin typeface="Calibri"/>
                <a:cs typeface="Calibri"/>
              </a:rPr>
              <a:t> </a:t>
            </a:r>
            <a:r>
              <a:rPr sz="2800" dirty="0">
                <a:latin typeface="Calibri"/>
                <a:cs typeface="Calibri"/>
              </a:rPr>
              <a:t>thì</a:t>
            </a:r>
            <a:r>
              <a:rPr sz="2800" spc="-40" dirty="0">
                <a:latin typeface="Calibri"/>
                <a:cs typeface="Calibri"/>
              </a:rPr>
              <a:t> </a:t>
            </a:r>
            <a:r>
              <a:rPr sz="2800" b="1" spc="-50" dirty="0">
                <a:latin typeface="Calibri"/>
                <a:cs typeface="Calibri"/>
              </a:rPr>
              <a:t>M</a:t>
            </a:r>
            <a:endParaRPr sz="2800">
              <a:latin typeface="Calibri"/>
              <a:cs typeface="Calibri"/>
            </a:endParaRPr>
          </a:p>
          <a:p>
            <a:pPr marL="12700">
              <a:lnSpc>
                <a:spcPct val="100000"/>
              </a:lnSpc>
              <a:spcBef>
                <a:spcPts val="5"/>
              </a:spcBef>
            </a:pPr>
            <a:r>
              <a:rPr sz="2800" dirty="0">
                <a:latin typeface="Calibri"/>
                <a:cs typeface="Calibri"/>
              </a:rPr>
              <a:t>là</a:t>
            </a:r>
            <a:r>
              <a:rPr sz="2800" spc="-45" dirty="0">
                <a:latin typeface="Calibri"/>
                <a:cs typeface="Calibri"/>
              </a:rPr>
              <a:t> </a:t>
            </a:r>
            <a:r>
              <a:rPr sz="2800" dirty="0">
                <a:latin typeface="Calibri"/>
                <a:cs typeface="Calibri"/>
              </a:rPr>
              <a:t>phần</a:t>
            </a:r>
            <a:r>
              <a:rPr sz="2800" spc="-20" dirty="0">
                <a:latin typeface="Calibri"/>
                <a:cs typeface="Calibri"/>
              </a:rPr>
              <a:t> </a:t>
            </a:r>
            <a:r>
              <a:rPr sz="2800" dirty="0">
                <a:latin typeface="Calibri"/>
                <a:cs typeface="Calibri"/>
              </a:rPr>
              <a:t>tử</a:t>
            </a:r>
            <a:r>
              <a:rPr sz="2800" spc="-30" dirty="0">
                <a:latin typeface="Calibri"/>
                <a:cs typeface="Calibri"/>
              </a:rPr>
              <a:t> </a:t>
            </a:r>
            <a:r>
              <a:rPr sz="2800" dirty="0">
                <a:latin typeface="Calibri"/>
                <a:cs typeface="Calibri"/>
              </a:rPr>
              <a:t>lớn</a:t>
            </a:r>
            <a:r>
              <a:rPr sz="2800" spc="-25" dirty="0">
                <a:latin typeface="Calibri"/>
                <a:cs typeface="Calibri"/>
              </a:rPr>
              <a:t> </a:t>
            </a:r>
            <a:r>
              <a:rPr sz="2800" spc="-20" dirty="0">
                <a:latin typeface="Calibri"/>
                <a:cs typeface="Calibri"/>
              </a:rPr>
              <a:t>nhất.</a:t>
            </a:r>
            <a:endParaRPr sz="2800">
              <a:latin typeface="Calibri"/>
              <a:cs typeface="Calibri"/>
            </a:endParaRPr>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315213"/>
            <a:ext cx="6616700" cy="452120"/>
          </a:xfrm>
          <a:prstGeom prst="rect">
            <a:avLst/>
          </a:prstGeom>
        </p:spPr>
        <p:txBody>
          <a:bodyPr vert="horz" wrap="square" lIns="0" tIns="12065" rIns="0" bIns="0" rtlCol="0">
            <a:spAutoFit/>
          </a:bodyPr>
          <a:lstStyle/>
          <a:p>
            <a:pPr marL="12700">
              <a:lnSpc>
                <a:spcPct val="100000"/>
              </a:lnSpc>
              <a:spcBef>
                <a:spcPts val="95"/>
              </a:spcBef>
              <a:tabLst>
                <a:tab pos="2768600" algn="l"/>
              </a:tabLst>
            </a:pPr>
            <a:r>
              <a:rPr b="1" dirty="0">
                <a:latin typeface="Calibri"/>
                <a:cs typeface="Calibri"/>
              </a:rPr>
              <a:t>Định</a:t>
            </a:r>
            <a:r>
              <a:rPr b="1" spc="-45" dirty="0">
                <a:latin typeface="Calibri"/>
                <a:cs typeface="Calibri"/>
              </a:rPr>
              <a:t> </a:t>
            </a:r>
            <a:r>
              <a:rPr b="1" dirty="0">
                <a:latin typeface="Calibri"/>
                <a:cs typeface="Calibri"/>
              </a:rPr>
              <a:t>nghĩa</a:t>
            </a:r>
            <a:r>
              <a:rPr b="1" spc="-15" dirty="0">
                <a:latin typeface="Calibri"/>
                <a:cs typeface="Calibri"/>
              </a:rPr>
              <a:t> </a:t>
            </a:r>
            <a:r>
              <a:rPr b="1" dirty="0">
                <a:latin typeface="Calibri"/>
                <a:cs typeface="Calibri"/>
              </a:rPr>
              <a:t>2</a:t>
            </a:r>
            <a:r>
              <a:rPr b="1" spc="-25" dirty="0">
                <a:latin typeface="Calibri"/>
                <a:cs typeface="Calibri"/>
              </a:rPr>
              <a:t> </a:t>
            </a:r>
            <a:r>
              <a:rPr b="1" spc="-20" dirty="0">
                <a:latin typeface="Calibri"/>
                <a:cs typeface="Calibri"/>
              </a:rPr>
              <a:t>:</a:t>
            </a:r>
            <a:r>
              <a:rPr spc="-20" dirty="0"/>
              <a:t>Cho</a:t>
            </a:r>
            <a:r>
              <a:rPr dirty="0"/>
              <a:t>	R</a:t>
            </a:r>
            <a:r>
              <a:rPr spc="-25" dirty="0"/>
              <a:t> </a:t>
            </a:r>
            <a:r>
              <a:rPr dirty="0"/>
              <a:t>là</a:t>
            </a:r>
            <a:r>
              <a:rPr spc="-55" dirty="0"/>
              <a:t> </a:t>
            </a:r>
            <a:r>
              <a:rPr dirty="0"/>
              <a:t>quan</a:t>
            </a:r>
            <a:r>
              <a:rPr spc="-15" dirty="0"/>
              <a:t> </a:t>
            </a:r>
            <a:r>
              <a:rPr dirty="0"/>
              <a:t>hệ</a:t>
            </a:r>
            <a:r>
              <a:rPr spc="-40" dirty="0"/>
              <a:t> </a:t>
            </a:r>
            <a:r>
              <a:rPr dirty="0"/>
              <a:t>thứ</a:t>
            </a:r>
            <a:r>
              <a:rPr spc="-30" dirty="0"/>
              <a:t> </a:t>
            </a:r>
            <a:r>
              <a:rPr dirty="0"/>
              <a:t>tự</a:t>
            </a:r>
            <a:r>
              <a:rPr spc="-35" dirty="0"/>
              <a:t> </a:t>
            </a:r>
            <a:r>
              <a:rPr dirty="0"/>
              <a:t>trên</a:t>
            </a:r>
            <a:r>
              <a:rPr spc="-35" dirty="0"/>
              <a:t> </a:t>
            </a:r>
            <a:r>
              <a:rPr spc="-25" dirty="0"/>
              <a:t>X.</a:t>
            </a:r>
          </a:p>
        </p:txBody>
      </p:sp>
      <p:sp>
        <p:nvSpPr>
          <p:cNvPr id="3" name="object 3"/>
          <p:cNvSpPr txBox="1"/>
          <p:nvPr/>
        </p:nvSpPr>
        <p:spPr>
          <a:xfrm>
            <a:off x="383540" y="745896"/>
            <a:ext cx="7050405" cy="3094355"/>
          </a:xfrm>
          <a:prstGeom prst="rect">
            <a:avLst/>
          </a:prstGeom>
        </p:spPr>
        <p:txBody>
          <a:bodyPr vert="horz" wrap="square" lIns="0" tIns="97790" rIns="0" bIns="0" rtlCol="0">
            <a:spAutoFit/>
          </a:bodyPr>
          <a:lstStyle/>
          <a:p>
            <a:pPr marL="12700">
              <a:lnSpc>
                <a:spcPct val="100000"/>
              </a:lnSpc>
              <a:spcBef>
                <a:spcPts val="770"/>
              </a:spcBef>
            </a:pPr>
            <a:r>
              <a:rPr sz="2800" b="1" dirty="0">
                <a:latin typeface="Calibri"/>
                <a:cs typeface="Calibri"/>
              </a:rPr>
              <a:t>a</a:t>
            </a:r>
            <a:r>
              <a:rPr sz="2800" b="1" spc="-20" dirty="0">
                <a:latin typeface="Calibri"/>
                <a:cs typeface="Calibri"/>
              </a:rPr>
              <a:t> </a:t>
            </a:r>
            <a:r>
              <a:rPr sz="2800" b="1" dirty="0">
                <a:latin typeface="Calibri"/>
                <a:cs typeface="Calibri"/>
              </a:rPr>
              <a:t>)</a:t>
            </a:r>
            <a:r>
              <a:rPr sz="2800" b="1" spc="-30" dirty="0">
                <a:latin typeface="Calibri"/>
                <a:cs typeface="Calibri"/>
              </a:rPr>
              <a:t> </a:t>
            </a:r>
            <a:r>
              <a:rPr sz="2800" b="1" dirty="0">
                <a:latin typeface="Calibri"/>
                <a:cs typeface="Calibri"/>
              </a:rPr>
              <a:t>M</a:t>
            </a:r>
            <a:r>
              <a:rPr sz="2800" b="1" spc="-5" dirty="0">
                <a:latin typeface="Calibri"/>
                <a:cs typeface="Calibri"/>
              </a:rPr>
              <a:t> </a:t>
            </a:r>
            <a:r>
              <a:rPr sz="2800" dirty="0">
                <a:latin typeface="Symbol"/>
                <a:cs typeface="Symbol"/>
              </a:rPr>
              <a:t></a:t>
            </a:r>
            <a:r>
              <a:rPr sz="2800" spc="-85" dirty="0">
                <a:latin typeface="Times New Roman"/>
                <a:cs typeface="Times New Roman"/>
              </a:rPr>
              <a:t> </a:t>
            </a:r>
            <a:r>
              <a:rPr sz="2800" b="1" dirty="0">
                <a:latin typeface="Calibri"/>
                <a:cs typeface="Calibri"/>
              </a:rPr>
              <a:t>A</a:t>
            </a:r>
            <a:r>
              <a:rPr sz="2800" b="1" spc="-15" dirty="0">
                <a:latin typeface="Calibri"/>
                <a:cs typeface="Calibri"/>
              </a:rPr>
              <a:t> </a:t>
            </a:r>
            <a:r>
              <a:rPr sz="2800" dirty="0">
                <a:latin typeface="Calibri"/>
                <a:cs typeface="Calibri"/>
              </a:rPr>
              <a:t>là</a:t>
            </a:r>
            <a:r>
              <a:rPr sz="2800" spc="-45" dirty="0">
                <a:latin typeface="Calibri"/>
                <a:cs typeface="Calibri"/>
              </a:rPr>
              <a:t> </a:t>
            </a:r>
            <a:r>
              <a:rPr sz="2800" dirty="0">
                <a:latin typeface="Calibri"/>
                <a:cs typeface="Calibri"/>
              </a:rPr>
              <a:t>phần tử</a:t>
            </a:r>
            <a:r>
              <a:rPr sz="2800" spc="-25" dirty="0">
                <a:latin typeface="Calibri"/>
                <a:cs typeface="Calibri"/>
              </a:rPr>
              <a:t> </a:t>
            </a:r>
            <a:r>
              <a:rPr sz="2800" dirty="0">
                <a:latin typeface="Calibri"/>
                <a:cs typeface="Calibri"/>
              </a:rPr>
              <a:t>lớn</a:t>
            </a:r>
            <a:r>
              <a:rPr sz="2800" spc="-25" dirty="0">
                <a:latin typeface="Calibri"/>
                <a:cs typeface="Calibri"/>
              </a:rPr>
              <a:t> </a:t>
            </a:r>
            <a:r>
              <a:rPr sz="2800" dirty="0">
                <a:latin typeface="Calibri"/>
                <a:cs typeface="Calibri"/>
              </a:rPr>
              <a:t>nhất</a:t>
            </a:r>
            <a:r>
              <a:rPr sz="2800" spc="15" dirty="0">
                <a:latin typeface="Calibri"/>
                <a:cs typeface="Calibri"/>
              </a:rPr>
              <a:t> </a:t>
            </a:r>
            <a:r>
              <a:rPr sz="2800" b="1" dirty="0">
                <a:latin typeface="Calibri"/>
                <a:cs typeface="Calibri"/>
              </a:rPr>
              <a:t>của</a:t>
            </a:r>
            <a:r>
              <a:rPr sz="2800" b="1" spc="-25" dirty="0">
                <a:latin typeface="Calibri"/>
                <a:cs typeface="Calibri"/>
              </a:rPr>
              <a:t> </a:t>
            </a:r>
            <a:r>
              <a:rPr sz="2800" b="1" dirty="0">
                <a:latin typeface="Calibri"/>
                <a:cs typeface="Calibri"/>
              </a:rPr>
              <a:t>A</a:t>
            </a:r>
            <a:r>
              <a:rPr sz="2800" b="1" spc="-15" dirty="0">
                <a:latin typeface="Calibri"/>
                <a:cs typeface="Calibri"/>
              </a:rPr>
              <a:t> </a:t>
            </a:r>
            <a:r>
              <a:rPr sz="2800" dirty="0">
                <a:latin typeface="Symbol"/>
                <a:cs typeface="Symbol"/>
              </a:rPr>
              <a:t></a:t>
            </a:r>
            <a:r>
              <a:rPr sz="2800" spc="-85" dirty="0">
                <a:latin typeface="Times New Roman"/>
                <a:cs typeface="Times New Roman"/>
              </a:rPr>
              <a:t> </a:t>
            </a:r>
            <a:r>
              <a:rPr sz="2800" b="1" dirty="0">
                <a:latin typeface="Calibri"/>
                <a:cs typeface="Calibri"/>
              </a:rPr>
              <a:t>X</a:t>
            </a:r>
            <a:r>
              <a:rPr sz="2800" b="1" spc="-30" dirty="0">
                <a:latin typeface="Calibri"/>
                <a:cs typeface="Calibri"/>
              </a:rPr>
              <a:t> </a:t>
            </a:r>
            <a:r>
              <a:rPr sz="2800" spc="-25" dirty="0">
                <a:latin typeface="Calibri"/>
                <a:cs typeface="Calibri"/>
              </a:rPr>
              <a:t>nếu</a:t>
            </a:r>
            <a:endParaRPr sz="2800">
              <a:latin typeface="Calibri"/>
              <a:cs typeface="Calibri"/>
            </a:endParaRPr>
          </a:p>
          <a:p>
            <a:pPr marL="2792730">
              <a:lnSpc>
                <a:spcPct val="100000"/>
              </a:lnSpc>
              <a:spcBef>
                <a:spcPts val="675"/>
              </a:spcBef>
            </a:pPr>
            <a:r>
              <a:rPr sz="2800" dirty="0">
                <a:latin typeface="Symbol"/>
                <a:cs typeface="Symbol"/>
              </a:rPr>
              <a:t></a:t>
            </a:r>
            <a:r>
              <a:rPr sz="2800" b="1" dirty="0">
                <a:latin typeface="Calibri"/>
                <a:cs typeface="Calibri"/>
              </a:rPr>
              <a:t>x</a:t>
            </a:r>
            <a:r>
              <a:rPr sz="2800" b="1" spc="-20" dirty="0">
                <a:latin typeface="Calibri"/>
                <a:cs typeface="Calibri"/>
              </a:rPr>
              <a:t> </a:t>
            </a:r>
            <a:r>
              <a:rPr sz="2800" dirty="0">
                <a:latin typeface="Symbol"/>
                <a:cs typeface="Symbol"/>
              </a:rPr>
              <a:t></a:t>
            </a:r>
            <a:r>
              <a:rPr sz="2800" spc="-75" dirty="0">
                <a:latin typeface="Times New Roman"/>
                <a:cs typeface="Times New Roman"/>
              </a:rPr>
              <a:t> </a:t>
            </a:r>
            <a:r>
              <a:rPr sz="2800" b="1" dirty="0">
                <a:latin typeface="Calibri"/>
                <a:cs typeface="Calibri"/>
              </a:rPr>
              <a:t>A,</a:t>
            </a:r>
            <a:r>
              <a:rPr sz="2800" b="1" spc="-5" dirty="0">
                <a:latin typeface="Calibri"/>
                <a:cs typeface="Calibri"/>
              </a:rPr>
              <a:t> </a:t>
            </a:r>
            <a:r>
              <a:rPr sz="2800" b="1" dirty="0">
                <a:latin typeface="Calibri"/>
                <a:cs typeface="Calibri"/>
              </a:rPr>
              <a:t>(x,</a:t>
            </a:r>
            <a:r>
              <a:rPr sz="2800" b="1" spc="-5" dirty="0">
                <a:latin typeface="Calibri"/>
                <a:cs typeface="Calibri"/>
              </a:rPr>
              <a:t> </a:t>
            </a:r>
            <a:r>
              <a:rPr sz="2800" b="1" dirty="0">
                <a:latin typeface="Calibri"/>
                <a:cs typeface="Calibri"/>
              </a:rPr>
              <a:t>M)</a:t>
            </a:r>
            <a:r>
              <a:rPr sz="2800" b="1" spc="-15" dirty="0">
                <a:latin typeface="Calibri"/>
                <a:cs typeface="Calibri"/>
              </a:rPr>
              <a:t> </a:t>
            </a:r>
            <a:r>
              <a:rPr sz="2800" dirty="0">
                <a:latin typeface="Symbol"/>
                <a:cs typeface="Symbol"/>
              </a:rPr>
              <a:t></a:t>
            </a:r>
            <a:r>
              <a:rPr sz="2800" spc="-70" dirty="0">
                <a:latin typeface="Times New Roman"/>
                <a:cs typeface="Times New Roman"/>
              </a:rPr>
              <a:t> </a:t>
            </a:r>
            <a:r>
              <a:rPr sz="2800" b="1" spc="-50" dirty="0">
                <a:latin typeface="Calibri"/>
                <a:cs typeface="Calibri"/>
              </a:rPr>
              <a:t>R</a:t>
            </a:r>
            <a:endParaRPr sz="2800">
              <a:latin typeface="Calibri"/>
              <a:cs typeface="Calibri"/>
            </a:endParaRPr>
          </a:p>
          <a:p>
            <a:pPr marL="12700">
              <a:lnSpc>
                <a:spcPct val="100000"/>
              </a:lnSpc>
              <a:spcBef>
                <a:spcPts val="635"/>
              </a:spcBef>
            </a:pPr>
            <a:r>
              <a:rPr sz="2800" dirty="0">
                <a:latin typeface="Calibri"/>
                <a:cs typeface="Calibri"/>
              </a:rPr>
              <a:t>có</a:t>
            </a:r>
            <a:r>
              <a:rPr sz="2800" spc="-45" dirty="0">
                <a:latin typeface="Calibri"/>
                <a:cs typeface="Calibri"/>
              </a:rPr>
              <a:t> </a:t>
            </a:r>
            <a:r>
              <a:rPr sz="2800" dirty="0">
                <a:latin typeface="Calibri"/>
                <a:cs typeface="Calibri"/>
              </a:rPr>
              <a:t>chân</a:t>
            </a:r>
            <a:r>
              <a:rPr sz="2800" spc="-30" dirty="0">
                <a:latin typeface="Calibri"/>
                <a:cs typeface="Calibri"/>
              </a:rPr>
              <a:t> </a:t>
            </a:r>
            <a:r>
              <a:rPr sz="2800" dirty="0">
                <a:latin typeface="Calibri"/>
                <a:cs typeface="Calibri"/>
              </a:rPr>
              <a:t>trị</a:t>
            </a:r>
            <a:r>
              <a:rPr sz="2800" spc="-35" dirty="0">
                <a:latin typeface="Calibri"/>
                <a:cs typeface="Calibri"/>
              </a:rPr>
              <a:t> </a:t>
            </a:r>
            <a:r>
              <a:rPr sz="2800" spc="-10" dirty="0">
                <a:latin typeface="Calibri"/>
                <a:cs typeface="Calibri"/>
              </a:rPr>
              <a:t>ĐÚNG.</a:t>
            </a:r>
            <a:endParaRPr sz="2800">
              <a:latin typeface="Calibri"/>
              <a:cs typeface="Calibri"/>
            </a:endParaRPr>
          </a:p>
          <a:p>
            <a:pPr marL="12700">
              <a:lnSpc>
                <a:spcPct val="100000"/>
              </a:lnSpc>
              <a:spcBef>
                <a:spcPts val="710"/>
              </a:spcBef>
              <a:tabLst>
                <a:tab pos="6129655" algn="l"/>
                <a:tab pos="6487795" algn="l"/>
              </a:tabLst>
            </a:pPr>
            <a:r>
              <a:rPr sz="2800" b="1" dirty="0">
                <a:latin typeface="Calibri"/>
                <a:cs typeface="Calibri"/>
              </a:rPr>
              <a:t>b</a:t>
            </a:r>
            <a:r>
              <a:rPr sz="2800" b="1" spc="-30" dirty="0">
                <a:latin typeface="Calibri"/>
                <a:cs typeface="Calibri"/>
              </a:rPr>
              <a:t> </a:t>
            </a:r>
            <a:r>
              <a:rPr sz="2800" b="1" dirty="0">
                <a:latin typeface="Calibri"/>
                <a:cs typeface="Calibri"/>
              </a:rPr>
              <a:t>)</a:t>
            </a:r>
            <a:r>
              <a:rPr sz="2800" b="1" spc="-20" dirty="0">
                <a:latin typeface="Calibri"/>
                <a:cs typeface="Calibri"/>
              </a:rPr>
              <a:t> </a:t>
            </a:r>
            <a:r>
              <a:rPr sz="2800" b="1" dirty="0">
                <a:latin typeface="Calibri"/>
                <a:cs typeface="Calibri"/>
              </a:rPr>
              <a:t>m</a:t>
            </a:r>
            <a:r>
              <a:rPr sz="2800" b="1" spc="-25" dirty="0">
                <a:latin typeface="Calibri"/>
                <a:cs typeface="Calibri"/>
              </a:rPr>
              <a:t> </a:t>
            </a:r>
            <a:r>
              <a:rPr sz="2800" dirty="0">
                <a:latin typeface="Symbol"/>
                <a:cs typeface="Symbol"/>
              </a:rPr>
              <a:t></a:t>
            </a:r>
            <a:r>
              <a:rPr sz="2800" spc="-85" dirty="0">
                <a:latin typeface="Times New Roman"/>
                <a:cs typeface="Times New Roman"/>
              </a:rPr>
              <a:t> </a:t>
            </a:r>
            <a:r>
              <a:rPr sz="2800" b="1" dirty="0">
                <a:latin typeface="Calibri"/>
                <a:cs typeface="Calibri"/>
              </a:rPr>
              <a:t>A</a:t>
            </a:r>
            <a:r>
              <a:rPr sz="2800" b="1" spc="-25" dirty="0">
                <a:latin typeface="Calibri"/>
                <a:cs typeface="Calibri"/>
              </a:rPr>
              <a:t> </a:t>
            </a:r>
            <a:r>
              <a:rPr sz="2800" dirty="0">
                <a:latin typeface="Calibri"/>
                <a:cs typeface="Calibri"/>
              </a:rPr>
              <a:t>là</a:t>
            </a:r>
            <a:r>
              <a:rPr sz="2800" spc="-35" dirty="0">
                <a:latin typeface="Calibri"/>
                <a:cs typeface="Calibri"/>
              </a:rPr>
              <a:t> </a:t>
            </a:r>
            <a:r>
              <a:rPr sz="2800" dirty="0">
                <a:latin typeface="Calibri"/>
                <a:cs typeface="Calibri"/>
              </a:rPr>
              <a:t>phần</a:t>
            </a:r>
            <a:r>
              <a:rPr sz="2800" spc="-5" dirty="0">
                <a:latin typeface="Calibri"/>
                <a:cs typeface="Calibri"/>
              </a:rPr>
              <a:t> </a:t>
            </a:r>
            <a:r>
              <a:rPr sz="2800" dirty="0">
                <a:latin typeface="Calibri"/>
                <a:cs typeface="Calibri"/>
              </a:rPr>
              <a:t>tử</a:t>
            </a:r>
            <a:r>
              <a:rPr sz="2800" spc="-30" dirty="0">
                <a:latin typeface="Calibri"/>
                <a:cs typeface="Calibri"/>
              </a:rPr>
              <a:t> </a:t>
            </a:r>
            <a:r>
              <a:rPr sz="2800" dirty="0">
                <a:latin typeface="Calibri"/>
                <a:cs typeface="Calibri"/>
              </a:rPr>
              <a:t>bé</a:t>
            </a:r>
            <a:r>
              <a:rPr sz="2800" spc="-20" dirty="0">
                <a:latin typeface="Calibri"/>
                <a:cs typeface="Calibri"/>
              </a:rPr>
              <a:t> </a:t>
            </a:r>
            <a:r>
              <a:rPr sz="2800" dirty="0">
                <a:latin typeface="Calibri"/>
                <a:cs typeface="Calibri"/>
              </a:rPr>
              <a:t>nhất</a:t>
            </a:r>
            <a:r>
              <a:rPr sz="2800" spc="-10" dirty="0">
                <a:latin typeface="Calibri"/>
                <a:cs typeface="Calibri"/>
              </a:rPr>
              <a:t> </a:t>
            </a:r>
            <a:r>
              <a:rPr sz="2800" b="1" dirty="0">
                <a:latin typeface="Calibri"/>
                <a:cs typeface="Calibri"/>
              </a:rPr>
              <a:t>của</a:t>
            </a:r>
            <a:r>
              <a:rPr sz="2800" b="1" spc="-15" dirty="0">
                <a:latin typeface="Calibri"/>
                <a:cs typeface="Calibri"/>
              </a:rPr>
              <a:t> </a:t>
            </a:r>
            <a:r>
              <a:rPr sz="2800" b="1" dirty="0">
                <a:latin typeface="Calibri"/>
                <a:cs typeface="Calibri"/>
              </a:rPr>
              <a:t>của</a:t>
            </a:r>
            <a:r>
              <a:rPr sz="2800" b="1" spc="-15" dirty="0">
                <a:latin typeface="Calibri"/>
                <a:cs typeface="Calibri"/>
              </a:rPr>
              <a:t> </a:t>
            </a:r>
            <a:r>
              <a:rPr sz="2800" b="1" dirty="0">
                <a:latin typeface="Calibri"/>
                <a:cs typeface="Calibri"/>
              </a:rPr>
              <a:t>A</a:t>
            </a:r>
            <a:r>
              <a:rPr sz="2800" b="1" spc="-15" dirty="0">
                <a:latin typeface="Calibri"/>
                <a:cs typeface="Calibri"/>
              </a:rPr>
              <a:t> </a:t>
            </a:r>
            <a:r>
              <a:rPr sz="2800" spc="-50" dirty="0">
                <a:latin typeface="Symbol"/>
                <a:cs typeface="Symbol"/>
              </a:rPr>
              <a:t></a:t>
            </a:r>
            <a:r>
              <a:rPr sz="2800" dirty="0">
                <a:latin typeface="Times New Roman"/>
                <a:cs typeface="Times New Roman"/>
              </a:rPr>
              <a:t>	</a:t>
            </a:r>
            <a:r>
              <a:rPr sz="2800" b="1" spc="-50" dirty="0">
                <a:latin typeface="Calibri"/>
                <a:cs typeface="Calibri"/>
              </a:rPr>
              <a:t>X</a:t>
            </a:r>
            <a:r>
              <a:rPr sz="2800" b="1" dirty="0">
                <a:latin typeface="Calibri"/>
                <a:cs typeface="Calibri"/>
              </a:rPr>
              <a:t>	</a:t>
            </a:r>
            <a:r>
              <a:rPr sz="2800" spc="-25" dirty="0">
                <a:latin typeface="Calibri"/>
                <a:cs typeface="Calibri"/>
              </a:rPr>
              <a:t>nếu</a:t>
            </a:r>
            <a:endParaRPr sz="2800">
              <a:latin typeface="Calibri"/>
              <a:cs typeface="Calibri"/>
            </a:endParaRPr>
          </a:p>
          <a:p>
            <a:pPr marL="2804795">
              <a:lnSpc>
                <a:spcPct val="100000"/>
              </a:lnSpc>
              <a:spcBef>
                <a:spcPts val="670"/>
              </a:spcBef>
            </a:pPr>
            <a:r>
              <a:rPr sz="2800" dirty="0">
                <a:latin typeface="Symbol"/>
                <a:cs typeface="Symbol"/>
              </a:rPr>
              <a:t></a:t>
            </a:r>
            <a:r>
              <a:rPr sz="2800" b="1" dirty="0">
                <a:latin typeface="Calibri"/>
                <a:cs typeface="Calibri"/>
              </a:rPr>
              <a:t>x</a:t>
            </a:r>
            <a:r>
              <a:rPr sz="2800" b="1" spc="-20" dirty="0">
                <a:latin typeface="Calibri"/>
                <a:cs typeface="Calibri"/>
              </a:rPr>
              <a:t> </a:t>
            </a:r>
            <a:r>
              <a:rPr sz="2800" dirty="0">
                <a:latin typeface="Symbol"/>
                <a:cs typeface="Symbol"/>
              </a:rPr>
              <a:t></a:t>
            </a:r>
            <a:r>
              <a:rPr sz="2800" spc="-75" dirty="0">
                <a:latin typeface="Times New Roman"/>
                <a:cs typeface="Times New Roman"/>
              </a:rPr>
              <a:t> </a:t>
            </a:r>
            <a:r>
              <a:rPr sz="2800" b="1" dirty="0">
                <a:latin typeface="Calibri"/>
                <a:cs typeface="Calibri"/>
              </a:rPr>
              <a:t>A,</a:t>
            </a:r>
            <a:r>
              <a:rPr sz="2800" b="1" spc="-10" dirty="0">
                <a:latin typeface="Calibri"/>
                <a:cs typeface="Calibri"/>
              </a:rPr>
              <a:t> </a:t>
            </a:r>
            <a:r>
              <a:rPr sz="2800" b="1" dirty="0">
                <a:latin typeface="Calibri"/>
                <a:cs typeface="Calibri"/>
              </a:rPr>
              <a:t>(m,</a:t>
            </a:r>
            <a:r>
              <a:rPr sz="2800" b="1" spc="-25" dirty="0">
                <a:latin typeface="Calibri"/>
                <a:cs typeface="Calibri"/>
              </a:rPr>
              <a:t> </a:t>
            </a:r>
            <a:r>
              <a:rPr sz="2800" b="1" dirty="0">
                <a:latin typeface="Calibri"/>
                <a:cs typeface="Calibri"/>
              </a:rPr>
              <a:t>x) </a:t>
            </a:r>
            <a:r>
              <a:rPr sz="2800" dirty="0">
                <a:latin typeface="Symbol"/>
                <a:cs typeface="Symbol"/>
              </a:rPr>
              <a:t></a:t>
            </a:r>
            <a:r>
              <a:rPr sz="2800" spc="-75" dirty="0">
                <a:latin typeface="Times New Roman"/>
                <a:cs typeface="Times New Roman"/>
              </a:rPr>
              <a:t> </a:t>
            </a:r>
            <a:r>
              <a:rPr sz="2800" b="1" spc="-50" dirty="0">
                <a:latin typeface="Calibri"/>
                <a:cs typeface="Calibri"/>
              </a:rPr>
              <a:t>R</a:t>
            </a:r>
            <a:endParaRPr sz="2800">
              <a:latin typeface="Calibri"/>
              <a:cs typeface="Calibri"/>
            </a:endParaRPr>
          </a:p>
          <a:p>
            <a:pPr marL="12700">
              <a:lnSpc>
                <a:spcPct val="100000"/>
              </a:lnSpc>
              <a:spcBef>
                <a:spcPts val="640"/>
              </a:spcBef>
            </a:pPr>
            <a:r>
              <a:rPr sz="2800" dirty="0">
                <a:latin typeface="Calibri"/>
                <a:cs typeface="Calibri"/>
              </a:rPr>
              <a:t>có</a:t>
            </a:r>
            <a:r>
              <a:rPr sz="2800" spc="-45" dirty="0">
                <a:latin typeface="Calibri"/>
                <a:cs typeface="Calibri"/>
              </a:rPr>
              <a:t> </a:t>
            </a:r>
            <a:r>
              <a:rPr sz="2800" dirty="0">
                <a:latin typeface="Calibri"/>
                <a:cs typeface="Calibri"/>
              </a:rPr>
              <a:t>chân</a:t>
            </a:r>
            <a:r>
              <a:rPr sz="2800" spc="-30" dirty="0">
                <a:latin typeface="Calibri"/>
                <a:cs typeface="Calibri"/>
              </a:rPr>
              <a:t> </a:t>
            </a:r>
            <a:r>
              <a:rPr sz="2800" dirty="0">
                <a:latin typeface="Calibri"/>
                <a:cs typeface="Calibri"/>
              </a:rPr>
              <a:t>trị</a:t>
            </a:r>
            <a:r>
              <a:rPr sz="2800" spc="-35" dirty="0">
                <a:latin typeface="Calibri"/>
                <a:cs typeface="Calibri"/>
              </a:rPr>
              <a:t> </a:t>
            </a:r>
            <a:r>
              <a:rPr sz="2800" spc="-10" dirty="0">
                <a:latin typeface="Calibri"/>
                <a:cs typeface="Calibri"/>
              </a:rPr>
              <a:t>ĐÚNG.</a:t>
            </a:r>
            <a:endParaRPr sz="2800">
              <a:latin typeface="Calibri"/>
              <a:cs typeface="Calibri"/>
            </a:endParaRPr>
          </a:p>
        </p:txBody>
      </p:sp>
      <p:sp>
        <p:nvSpPr>
          <p:cNvPr id="4" name="object 4"/>
          <p:cNvSpPr/>
          <p:nvPr/>
        </p:nvSpPr>
        <p:spPr>
          <a:xfrm>
            <a:off x="396240" y="4180558"/>
            <a:ext cx="8190865" cy="0"/>
          </a:xfrm>
          <a:custGeom>
            <a:avLst/>
            <a:gdLst/>
            <a:ahLst/>
            <a:cxnLst/>
            <a:rect l="l" t="t" r="r" b="b"/>
            <a:pathLst>
              <a:path w="8190865">
                <a:moveTo>
                  <a:pt x="0" y="0"/>
                </a:moveTo>
                <a:lnTo>
                  <a:pt x="8190606" y="0"/>
                </a:lnTo>
              </a:path>
            </a:pathLst>
          </a:custGeom>
          <a:ln w="23791">
            <a:solidFill>
              <a:srgbClr val="000000"/>
            </a:solidFill>
            <a:prstDash val="dash"/>
          </a:ln>
        </p:spPr>
        <p:txBody>
          <a:bodyPr wrap="square" lIns="0" tIns="0" rIns="0" bIns="0" rtlCol="0"/>
          <a:lstStyle/>
          <a:p>
            <a:endParaRPr/>
          </a:p>
        </p:txBody>
      </p:sp>
      <p:sp>
        <p:nvSpPr>
          <p:cNvPr id="5" name="object 5"/>
          <p:cNvSpPr txBox="1"/>
          <p:nvPr/>
        </p:nvSpPr>
        <p:spPr>
          <a:xfrm>
            <a:off x="383540" y="4412056"/>
            <a:ext cx="1143635" cy="452120"/>
          </a:xfrm>
          <a:prstGeom prst="rect">
            <a:avLst/>
          </a:prstGeom>
        </p:spPr>
        <p:txBody>
          <a:bodyPr vert="horz" wrap="square" lIns="0" tIns="12065" rIns="0" bIns="0" rtlCol="0">
            <a:spAutoFit/>
          </a:bodyPr>
          <a:lstStyle/>
          <a:p>
            <a:pPr marL="12700">
              <a:lnSpc>
                <a:spcPct val="100000"/>
              </a:lnSpc>
              <a:spcBef>
                <a:spcPts val="95"/>
              </a:spcBef>
            </a:pPr>
            <a:r>
              <a:rPr sz="2800" b="1" dirty="0">
                <a:latin typeface="Calibri"/>
                <a:cs typeface="Calibri"/>
              </a:rPr>
              <a:t>Ví</a:t>
            </a:r>
            <a:r>
              <a:rPr sz="2800" b="1" spc="-5" dirty="0">
                <a:latin typeface="Calibri"/>
                <a:cs typeface="Calibri"/>
              </a:rPr>
              <a:t> </a:t>
            </a:r>
            <a:r>
              <a:rPr sz="2800" b="1" dirty="0">
                <a:latin typeface="Calibri"/>
                <a:cs typeface="Calibri"/>
              </a:rPr>
              <a:t>dụ </a:t>
            </a:r>
            <a:r>
              <a:rPr sz="2800" b="1" spc="-25" dirty="0">
                <a:latin typeface="Calibri"/>
                <a:cs typeface="Calibri"/>
              </a:rPr>
              <a:t>2:</a:t>
            </a:r>
            <a:endParaRPr sz="2800">
              <a:latin typeface="Calibri"/>
              <a:cs typeface="Calibri"/>
            </a:endParaRPr>
          </a:p>
        </p:txBody>
      </p:sp>
      <p:grpSp>
        <p:nvGrpSpPr>
          <p:cNvPr id="6" name="object 6"/>
          <p:cNvGrpSpPr/>
          <p:nvPr/>
        </p:nvGrpSpPr>
        <p:grpSpPr>
          <a:xfrm>
            <a:off x="1343025" y="4255008"/>
            <a:ext cx="6696075" cy="2094230"/>
            <a:chOff x="1343025" y="4255008"/>
            <a:chExt cx="6696075" cy="2094230"/>
          </a:xfrm>
        </p:grpSpPr>
        <p:pic>
          <p:nvPicPr>
            <p:cNvPr id="7" name="object 7"/>
            <p:cNvPicPr/>
            <p:nvPr/>
          </p:nvPicPr>
          <p:blipFill>
            <a:blip r:embed="rId2" cstate="print"/>
            <a:stretch>
              <a:fillRect/>
            </a:stretch>
          </p:blipFill>
          <p:spPr>
            <a:xfrm>
              <a:off x="1343025" y="4966743"/>
              <a:ext cx="6696075" cy="1382129"/>
            </a:xfrm>
            <a:prstGeom prst="rect">
              <a:avLst/>
            </a:prstGeom>
          </p:spPr>
        </p:pic>
        <p:sp>
          <p:nvSpPr>
            <p:cNvPr id="8" name="object 8"/>
            <p:cNvSpPr/>
            <p:nvPr/>
          </p:nvSpPr>
          <p:spPr>
            <a:xfrm>
              <a:off x="5863082" y="4267962"/>
              <a:ext cx="1681480" cy="910590"/>
            </a:xfrm>
            <a:custGeom>
              <a:avLst/>
              <a:gdLst/>
              <a:ahLst/>
              <a:cxnLst/>
              <a:rect l="l" t="t" r="r" b="b"/>
              <a:pathLst>
                <a:path w="1681479" h="910589">
                  <a:moveTo>
                    <a:pt x="1681479" y="0"/>
                  </a:moveTo>
                  <a:lnTo>
                    <a:pt x="157479" y="0"/>
                  </a:lnTo>
                  <a:lnTo>
                    <a:pt x="157479" y="533400"/>
                  </a:lnTo>
                  <a:lnTo>
                    <a:pt x="411479" y="533400"/>
                  </a:lnTo>
                  <a:lnTo>
                    <a:pt x="0" y="910336"/>
                  </a:lnTo>
                  <a:lnTo>
                    <a:pt x="792479" y="533400"/>
                  </a:lnTo>
                  <a:lnTo>
                    <a:pt x="1681479" y="533400"/>
                  </a:lnTo>
                  <a:lnTo>
                    <a:pt x="1681479" y="0"/>
                  </a:lnTo>
                  <a:close/>
                </a:path>
              </a:pathLst>
            </a:custGeom>
            <a:solidFill>
              <a:srgbClr val="FFFFFF"/>
            </a:solidFill>
          </p:spPr>
          <p:txBody>
            <a:bodyPr wrap="square" lIns="0" tIns="0" rIns="0" bIns="0" rtlCol="0"/>
            <a:lstStyle/>
            <a:p>
              <a:endParaRPr/>
            </a:p>
          </p:txBody>
        </p:sp>
        <p:sp>
          <p:nvSpPr>
            <p:cNvPr id="9" name="object 9"/>
            <p:cNvSpPr/>
            <p:nvPr/>
          </p:nvSpPr>
          <p:spPr>
            <a:xfrm>
              <a:off x="5863082" y="4267962"/>
              <a:ext cx="1681480" cy="910590"/>
            </a:xfrm>
            <a:custGeom>
              <a:avLst/>
              <a:gdLst/>
              <a:ahLst/>
              <a:cxnLst/>
              <a:rect l="l" t="t" r="r" b="b"/>
              <a:pathLst>
                <a:path w="1681479" h="910589">
                  <a:moveTo>
                    <a:pt x="157479" y="0"/>
                  </a:moveTo>
                  <a:lnTo>
                    <a:pt x="411479" y="0"/>
                  </a:lnTo>
                  <a:lnTo>
                    <a:pt x="792479" y="0"/>
                  </a:lnTo>
                  <a:lnTo>
                    <a:pt x="1681479" y="0"/>
                  </a:lnTo>
                  <a:lnTo>
                    <a:pt x="1681479" y="311150"/>
                  </a:lnTo>
                  <a:lnTo>
                    <a:pt x="1681479" y="444500"/>
                  </a:lnTo>
                  <a:lnTo>
                    <a:pt x="1681479" y="533400"/>
                  </a:lnTo>
                  <a:lnTo>
                    <a:pt x="792479" y="533400"/>
                  </a:lnTo>
                  <a:lnTo>
                    <a:pt x="0" y="910336"/>
                  </a:lnTo>
                  <a:lnTo>
                    <a:pt x="411479" y="533400"/>
                  </a:lnTo>
                  <a:lnTo>
                    <a:pt x="157479" y="533400"/>
                  </a:lnTo>
                  <a:lnTo>
                    <a:pt x="157479" y="444500"/>
                  </a:lnTo>
                  <a:lnTo>
                    <a:pt x="157479" y="311150"/>
                  </a:lnTo>
                  <a:lnTo>
                    <a:pt x="157479" y="0"/>
                  </a:lnTo>
                  <a:close/>
                </a:path>
              </a:pathLst>
            </a:custGeom>
            <a:ln w="25908">
              <a:solidFill>
                <a:srgbClr val="000000"/>
              </a:solidFill>
            </a:ln>
          </p:spPr>
          <p:txBody>
            <a:bodyPr wrap="square" lIns="0" tIns="0" rIns="0" bIns="0" rtlCol="0"/>
            <a:lstStyle/>
            <a:p>
              <a:endParaRPr/>
            </a:p>
          </p:txBody>
        </p:sp>
      </p:grpSp>
      <p:sp>
        <p:nvSpPr>
          <p:cNvPr id="10" name="object 10"/>
          <p:cNvSpPr txBox="1"/>
          <p:nvPr/>
        </p:nvSpPr>
        <p:spPr>
          <a:xfrm>
            <a:off x="6673342" y="4311777"/>
            <a:ext cx="217804" cy="406400"/>
          </a:xfrm>
          <a:prstGeom prst="rect">
            <a:avLst/>
          </a:prstGeom>
        </p:spPr>
        <p:txBody>
          <a:bodyPr vert="horz" wrap="square" lIns="0" tIns="12065" rIns="0" bIns="0" rtlCol="0">
            <a:spAutoFit/>
          </a:bodyPr>
          <a:lstStyle/>
          <a:p>
            <a:pPr marL="12700">
              <a:lnSpc>
                <a:spcPct val="100000"/>
              </a:lnSpc>
              <a:spcBef>
                <a:spcPts val="95"/>
              </a:spcBef>
            </a:pPr>
            <a:r>
              <a:rPr sz="2500" b="1" spc="-50" dirty="0">
                <a:latin typeface="Calibri"/>
                <a:cs typeface="Calibri"/>
              </a:rPr>
              <a:t>A</a:t>
            </a:r>
            <a:endParaRPr sz="2500">
              <a:latin typeface="Calibri"/>
              <a:cs typeface="Calibri"/>
            </a:endParaRPr>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065" rIns="0" bIns="0" rtlCol="0">
            <a:spAutoFit/>
          </a:bodyPr>
          <a:lstStyle/>
          <a:p>
            <a:pPr marL="12700">
              <a:lnSpc>
                <a:spcPct val="100000"/>
              </a:lnSpc>
              <a:spcBef>
                <a:spcPts val="95"/>
              </a:spcBef>
            </a:pPr>
            <a:r>
              <a:rPr b="1" dirty="0">
                <a:latin typeface="Calibri"/>
                <a:cs typeface="Calibri"/>
              </a:rPr>
              <a:t>Ví dụ </a:t>
            </a:r>
            <a:r>
              <a:rPr b="1" spc="-25" dirty="0">
                <a:latin typeface="Calibri"/>
                <a:cs typeface="Calibri"/>
              </a:rPr>
              <a:t>3:</a:t>
            </a:r>
          </a:p>
        </p:txBody>
      </p:sp>
      <p:grpSp>
        <p:nvGrpSpPr>
          <p:cNvPr id="3" name="object 3"/>
          <p:cNvGrpSpPr/>
          <p:nvPr/>
        </p:nvGrpSpPr>
        <p:grpSpPr>
          <a:xfrm>
            <a:off x="1371591" y="1435608"/>
            <a:ext cx="6696075" cy="3517265"/>
            <a:chOff x="1371591" y="1435608"/>
            <a:chExt cx="6696075" cy="3517265"/>
          </a:xfrm>
        </p:grpSpPr>
        <p:pic>
          <p:nvPicPr>
            <p:cNvPr id="4" name="object 4"/>
            <p:cNvPicPr/>
            <p:nvPr/>
          </p:nvPicPr>
          <p:blipFill>
            <a:blip r:embed="rId2" cstate="print"/>
            <a:stretch>
              <a:fillRect/>
            </a:stretch>
          </p:blipFill>
          <p:spPr>
            <a:xfrm>
              <a:off x="1371591" y="2933693"/>
              <a:ext cx="6695709" cy="2018941"/>
            </a:xfrm>
            <a:prstGeom prst="rect">
              <a:avLst/>
            </a:prstGeom>
          </p:spPr>
        </p:pic>
        <p:sp>
          <p:nvSpPr>
            <p:cNvPr id="5" name="object 5"/>
            <p:cNvSpPr/>
            <p:nvPr/>
          </p:nvSpPr>
          <p:spPr>
            <a:xfrm>
              <a:off x="5360288" y="1448562"/>
              <a:ext cx="2184400" cy="1656714"/>
            </a:xfrm>
            <a:custGeom>
              <a:avLst/>
              <a:gdLst/>
              <a:ahLst/>
              <a:cxnLst/>
              <a:rect l="l" t="t" r="r" b="b"/>
              <a:pathLst>
                <a:path w="2184400" h="1656714">
                  <a:moveTo>
                    <a:pt x="2184272" y="0"/>
                  </a:moveTo>
                  <a:lnTo>
                    <a:pt x="660273" y="0"/>
                  </a:lnTo>
                  <a:lnTo>
                    <a:pt x="660273" y="896112"/>
                  </a:lnTo>
                  <a:lnTo>
                    <a:pt x="914273" y="896112"/>
                  </a:lnTo>
                  <a:lnTo>
                    <a:pt x="0" y="1656334"/>
                  </a:lnTo>
                  <a:lnTo>
                    <a:pt x="1295272" y="896112"/>
                  </a:lnTo>
                  <a:lnTo>
                    <a:pt x="2184272" y="896112"/>
                  </a:lnTo>
                  <a:lnTo>
                    <a:pt x="2184272" y="0"/>
                  </a:lnTo>
                  <a:close/>
                </a:path>
              </a:pathLst>
            </a:custGeom>
            <a:solidFill>
              <a:srgbClr val="FFFFFF"/>
            </a:solidFill>
          </p:spPr>
          <p:txBody>
            <a:bodyPr wrap="square" lIns="0" tIns="0" rIns="0" bIns="0" rtlCol="0"/>
            <a:lstStyle/>
            <a:p>
              <a:endParaRPr/>
            </a:p>
          </p:txBody>
        </p:sp>
        <p:sp>
          <p:nvSpPr>
            <p:cNvPr id="6" name="object 6"/>
            <p:cNvSpPr/>
            <p:nvPr/>
          </p:nvSpPr>
          <p:spPr>
            <a:xfrm>
              <a:off x="5360288" y="1448562"/>
              <a:ext cx="2184400" cy="1656714"/>
            </a:xfrm>
            <a:custGeom>
              <a:avLst/>
              <a:gdLst/>
              <a:ahLst/>
              <a:cxnLst/>
              <a:rect l="l" t="t" r="r" b="b"/>
              <a:pathLst>
                <a:path w="2184400" h="1656714">
                  <a:moveTo>
                    <a:pt x="660273" y="0"/>
                  </a:moveTo>
                  <a:lnTo>
                    <a:pt x="914273" y="0"/>
                  </a:lnTo>
                  <a:lnTo>
                    <a:pt x="1295272" y="0"/>
                  </a:lnTo>
                  <a:lnTo>
                    <a:pt x="2184272" y="0"/>
                  </a:lnTo>
                  <a:lnTo>
                    <a:pt x="2184272" y="522732"/>
                  </a:lnTo>
                  <a:lnTo>
                    <a:pt x="2184272" y="746760"/>
                  </a:lnTo>
                  <a:lnTo>
                    <a:pt x="2184272" y="896112"/>
                  </a:lnTo>
                  <a:lnTo>
                    <a:pt x="1295272" y="896112"/>
                  </a:lnTo>
                  <a:lnTo>
                    <a:pt x="0" y="1656334"/>
                  </a:lnTo>
                  <a:lnTo>
                    <a:pt x="914273" y="896112"/>
                  </a:lnTo>
                  <a:lnTo>
                    <a:pt x="660273" y="896112"/>
                  </a:lnTo>
                  <a:lnTo>
                    <a:pt x="660273" y="746760"/>
                  </a:lnTo>
                  <a:lnTo>
                    <a:pt x="660273" y="522732"/>
                  </a:lnTo>
                  <a:lnTo>
                    <a:pt x="660273" y="0"/>
                  </a:lnTo>
                  <a:close/>
                </a:path>
              </a:pathLst>
            </a:custGeom>
            <a:ln w="25908">
              <a:solidFill>
                <a:srgbClr val="000000"/>
              </a:solidFill>
            </a:ln>
          </p:spPr>
          <p:txBody>
            <a:bodyPr wrap="square" lIns="0" tIns="0" rIns="0" bIns="0" rtlCol="0"/>
            <a:lstStyle/>
            <a:p>
              <a:endParaRPr/>
            </a:p>
          </p:txBody>
        </p:sp>
      </p:grpSp>
      <p:sp>
        <p:nvSpPr>
          <p:cNvPr id="7" name="object 7"/>
          <p:cNvSpPr txBox="1"/>
          <p:nvPr/>
        </p:nvSpPr>
        <p:spPr>
          <a:xfrm>
            <a:off x="6673342" y="1673479"/>
            <a:ext cx="217804" cy="406400"/>
          </a:xfrm>
          <a:prstGeom prst="rect">
            <a:avLst/>
          </a:prstGeom>
        </p:spPr>
        <p:txBody>
          <a:bodyPr vert="horz" wrap="square" lIns="0" tIns="12065" rIns="0" bIns="0" rtlCol="0">
            <a:spAutoFit/>
          </a:bodyPr>
          <a:lstStyle/>
          <a:p>
            <a:pPr marL="12700">
              <a:lnSpc>
                <a:spcPct val="100000"/>
              </a:lnSpc>
              <a:spcBef>
                <a:spcPts val="95"/>
              </a:spcBef>
            </a:pPr>
            <a:r>
              <a:rPr sz="2500" b="1" spc="-50" dirty="0">
                <a:latin typeface="Calibri"/>
                <a:cs typeface="Calibri"/>
              </a:rPr>
              <a:t>A</a:t>
            </a:r>
            <a:endParaRPr sz="2500">
              <a:latin typeface="Calibri"/>
              <a:cs typeface="Calibri"/>
            </a:endParaRPr>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228471"/>
            <a:ext cx="6127750" cy="965200"/>
          </a:xfrm>
          <a:prstGeom prst="rect">
            <a:avLst/>
          </a:prstGeom>
        </p:spPr>
        <p:txBody>
          <a:bodyPr vert="horz" wrap="square" lIns="0" tIns="55880" rIns="0" bIns="0" rtlCol="0">
            <a:spAutoFit/>
          </a:bodyPr>
          <a:lstStyle/>
          <a:p>
            <a:pPr marL="12700">
              <a:lnSpc>
                <a:spcPct val="100000"/>
              </a:lnSpc>
              <a:spcBef>
                <a:spcPts val="440"/>
              </a:spcBef>
            </a:pPr>
            <a:r>
              <a:rPr b="1" dirty="0">
                <a:latin typeface="Calibri"/>
                <a:cs typeface="Calibri"/>
              </a:rPr>
              <a:t>3.4.4</a:t>
            </a:r>
            <a:r>
              <a:rPr b="1" spc="-15" dirty="0">
                <a:latin typeface="Calibri"/>
                <a:cs typeface="Calibri"/>
              </a:rPr>
              <a:t> </a:t>
            </a:r>
            <a:r>
              <a:rPr b="1" dirty="0">
                <a:latin typeface="Calibri"/>
                <a:cs typeface="Calibri"/>
              </a:rPr>
              <a:t>Định</a:t>
            </a:r>
            <a:r>
              <a:rPr b="1" spc="-35" dirty="0">
                <a:latin typeface="Calibri"/>
                <a:cs typeface="Calibri"/>
              </a:rPr>
              <a:t> </a:t>
            </a:r>
            <a:r>
              <a:rPr b="1" dirty="0">
                <a:latin typeface="Calibri"/>
                <a:cs typeface="Calibri"/>
              </a:rPr>
              <a:t>nghĩa</a:t>
            </a:r>
            <a:r>
              <a:rPr b="1" spc="-40" dirty="0">
                <a:latin typeface="Calibri"/>
                <a:cs typeface="Calibri"/>
              </a:rPr>
              <a:t> </a:t>
            </a:r>
            <a:r>
              <a:rPr b="1" dirty="0">
                <a:latin typeface="Calibri"/>
                <a:cs typeface="Calibri"/>
              </a:rPr>
              <a:t>phần</a:t>
            </a:r>
            <a:r>
              <a:rPr b="1" spc="-40" dirty="0">
                <a:latin typeface="Calibri"/>
                <a:cs typeface="Calibri"/>
              </a:rPr>
              <a:t> </a:t>
            </a:r>
            <a:r>
              <a:rPr b="1" dirty="0">
                <a:latin typeface="Calibri"/>
                <a:cs typeface="Calibri"/>
              </a:rPr>
              <a:t>tử</a:t>
            </a:r>
            <a:r>
              <a:rPr b="1" spc="-30" dirty="0">
                <a:latin typeface="Calibri"/>
                <a:cs typeface="Calibri"/>
              </a:rPr>
              <a:t> </a:t>
            </a:r>
            <a:r>
              <a:rPr b="1" i="1" dirty="0">
                <a:latin typeface="Calibri"/>
                <a:cs typeface="Calibri"/>
              </a:rPr>
              <a:t>tối</a:t>
            </a:r>
            <a:r>
              <a:rPr b="1" i="1" spc="-40" dirty="0">
                <a:latin typeface="Calibri"/>
                <a:cs typeface="Calibri"/>
              </a:rPr>
              <a:t> </a:t>
            </a:r>
            <a:r>
              <a:rPr b="1" i="1" dirty="0">
                <a:latin typeface="Calibri"/>
                <a:cs typeface="Calibri"/>
              </a:rPr>
              <a:t>đại,</a:t>
            </a:r>
            <a:r>
              <a:rPr b="1" i="1" spc="-30" dirty="0">
                <a:latin typeface="Calibri"/>
                <a:cs typeface="Calibri"/>
              </a:rPr>
              <a:t> </a:t>
            </a:r>
            <a:r>
              <a:rPr b="1" i="1" dirty="0">
                <a:latin typeface="Calibri"/>
                <a:cs typeface="Calibri"/>
              </a:rPr>
              <a:t>tối</a:t>
            </a:r>
            <a:r>
              <a:rPr b="1" i="1" spc="-40" dirty="0">
                <a:latin typeface="Calibri"/>
                <a:cs typeface="Calibri"/>
              </a:rPr>
              <a:t> </a:t>
            </a:r>
            <a:r>
              <a:rPr b="1" i="1" dirty="0">
                <a:latin typeface="Calibri"/>
                <a:cs typeface="Calibri"/>
              </a:rPr>
              <a:t>tiểu</a:t>
            </a:r>
            <a:r>
              <a:rPr b="1" i="1" spc="-20" dirty="0">
                <a:latin typeface="Calibri"/>
                <a:cs typeface="Calibri"/>
              </a:rPr>
              <a:t> </a:t>
            </a:r>
            <a:r>
              <a:rPr b="1" spc="-50" dirty="0">
                <a:latin typeface="Calibri"/>
                <a:cs typeface="Calibri"/>
              </a:rPr>
              <a:t>:</a:t>
            </a:r>
          </a:p>
          <a:p>
            <a:pPr marL="12700">
              <a:lnSpc>
                <a:spcPct val="100000"/>
              </a:lnSpc>
              <a:spcBef>
                <a:spcPts val="340"/>
              </a:spcBef>
              <a:tabLst>
                <a:tab pos="736600" algn="l"/>
              </a:tabLst>
            </a:pPr>
            <a:r>
              <a:rPr spc="-25" dirty="0"/>
              <a:t>Cho</a:t>
            </a:r>
            <a:r>
              <a:rPr dirty="0"/>
              <a:t>	R</a:t>
            </a:r>
            <a:r>
              <a:rPr spc="-35" dirty="0"/>
              <a:t> </a:t>
            </a:r>
            <a:r>
              <a:rPr dirty="0"/>
              <a:t>là</a:t>
            </a:r>
            <a:r>
              <a:rPr spc="-45" dirty="0"/>
              <a:t> </a:t>
            </a:r>
            <a:r>
              <a:rPr dirty="0"/>
              <a:t>quan</a:t>
            </a:r>
            <a:r>
              <a:rPr spc="-20" dirty="0"/>
              <a:t> </a:t>
            </a:r>
            <a:r>
              <a:rPr dirty="0"/>
              <a:t>hệ</a:t>
            </a:r>
            <a:r>
              <a:rPr spc="-35" dirty="0"/>
              <a:t> </a:t>
            </a:r>
            <a:r>
              <a:rPr dirty="0"/>
              <a:t>thứ</a:t>
            </a:r>
            <a:r>
              <a:rPr spc="-30" dirty="0"/>
              <a:t> </a:t>
            </a:r>
            <a:r>
              <a:rPr dirty="0"/>
              <a:t>tự</a:t>
            </a:r>
            <a:r>
              <a:rPr spc="-35" dirty="0"/>
              <a:t> </a:t>
            </a:r>
            <a:r>
              <a:rPr dirty="0"/>
              <a:t>trên</a:t>
            </a:r>
            <a:r>
              <a:rPr spc="-35" dirty="0"/>
              <a:t> </a:t>
            </a:r>
            <a:r>
              <a:rPr spc="-25" dirty="0"/>
              <a:t>X.</a:t>
            </a:r>
          </a:p>
        </p:txBody>
      </p:sp>
      <p:sp>
        <p:nvSpPr>
          <p:cNvPr id="3" name="object 3"/>
          <p:cNvSpPr/>
          <p:nvPr/>
        </p:nvSpPr>
        <p:spPr>
          <a:xfrm>
            <a:off x="396240" y="3369461"/>
            <a:ext cx="8194040" cy="0"/>
          </a:xfrm>
          <a:custGeom>
            <a:avLst/>
            <a:gdLst/>
            <a:ahLst/>
            <a:cxnLst/>
            <a:rect l="l" t="t" r="r" b="b"/>
            <a:pathLst>
              <a:path w="8194040">
                <a:moveTo>
                  <a:pt x="0" y="0"/>
                </a:moveTo>
                <a:lnTo>
                  <a:pt x="8193673" y="0"/>
                </a:lnTo>
              </a:path>
            </a:pathLst>
          </a:custGeom>
          <a:ln w="23811">
            <a:solidFill>
              <a:srgbClr val="000000"/>
            </a:solidFill>
            <a:prstDash val="dash"/>
          </a:ln>
        </p:spPr>
        <p:txBody>
          <a:bodyPr wrap="square" lIns="0" tIns="0" rIns="0" bIns="0" rtlCol="0"/>
          <a:lstStyle/>
          <a:p>
            <a:endParaRPr/>
          </a:p>
        </p:txBody>
      </p:sp>
      <p:sp>
        <p:nvSpPr>
          <p:cNvPr id="4" name="object 4"/>
          <p:cNvSpPr txBox="1"/>
          <p:nvPr/>
        </p:nvSpPr>
        <p:spPr>
          <a:xfrm>
            <a:off x="345440" y="1172958"/>
            <a:ext cx="7071359" cy="5191760"/>
          </a:xfrm>
          <a:prstGeom prst="rect">
            <a:avLst/>
          </a:prstGeom>
        </p:spPr>
        <p:txBody>
          <a:bodyPr vert="horz" wrap="square" lIns="0" tIns="55244" rIns="0" bIns="0" rtlCol="0">
            <a:spAutoFit/>
          </a:bodyPr>
          <a:lstStyle/>
          <a:p>
            <a:pPr marL="501015" indent="-450215">
              <a:lnSpc>
                <a:spcPct val="100000"/>
              </a:lnSpc>
              <a:spcBef>
                <a:spcPts val="434"/>
              </a:spcBef>
              <a:buFont typeface="Calibri"/>
              <a:buAutoNum type="alphaLcParenR"/>
              <a:tabLst>
                <a:tab pos="501015" algn="l"/>
              </a:tabLst>
            </a:pPr>
            <a:r>
              <a:rPr sz="2800" dirty="0">
                <a:latin typeface="Calibri"/>
                <a:cs typeface="Calibri"/>
              </a:rPr>
              <a:t>M</a:t>
            </a:r>
            <a:r>
              <a:rPr sz="2800" spc="-20" dirty="0">
                <a:latin typeface="Calibri"/>
                <a:cs typeface="Calibri"/>
              </a:rPr>
              <a:t> </a:t>
            </a:r>
            <a:r>
              <a:rPr sz="2800" dirty="0">
                <a:latin typeface="Symbol"/>
                <a:cs typeface="Symbol"/>
              </a:rPr>
              <a:t></a:t>
            </a:r>
            <a:r>
              <a:rPr sz="2800" spc="-80" dirty="0">
                <a:latin typeface="Times New Roman"/>
                <a:cs typeface="Times New Roman"/>
              </a:rPr>
              <a:t> </a:t>
            </a:r>
            <a:r>
              <a:rPr sz="2800" dirty="0">
                <a:latin typeface="Calibri"/>
                <a:cs typeface="Calibri"/>
              </a:rPr>
              <a:t>X</a:t>
            </a:r>
            <a:r>
              <a:rPr sz="2800" spc="-30" dirty="0">
                <a:latin typeface="Calibri"/>
                <a:cs typeface="Calibri"/>
              </a:rPr>
              <a:t> </a:t>
            </a:r>
            <a:r>
              <a:rPr sz="2800" dirty="0">
                <a:latin typeface="Calibri"/>
                <a:cs typeface="Calibri"/>
              </a:rPr>
              <a:t>là</a:t>
            </a:r>
            <a:r>
              <a:rPr sz="2800" spc="-25" dirty="0">
                <a:latin typeface="Calibri"/>
                <a:cs typeface="Calibri"/>
              </a:rPr>
              <a:t> </a:t>
            </a:r>
            <a:r>
              <a:rPr sz="2800" dirty="0">
                <a:latin typeface="Calibri"/>
                <a:cs typeface="Calibri"/>
              </a:rPr>
              <a:t>phần tử</a:t>
            </a:r>
            <a:r>
              <a:rPr sz="2800" spc="-10" dirty="0">
                <a:latin typeface="Calibri"/>
                <a:cs typeface="Calibri"/>
              </a:rPr>
              <a:t> </a:t>
            </a:r>
            <a:r>
              <a:rPr sz="2800" b="1" dirty="0">
                <a:latin typeface="Calibri"/>
                <a:cs typeface="Calibri"/>
              </a:rPr>
              <a:t>tối</a:t>
            </a:r>
            <a:r>
              <a:rPr sz="2800" b="1" spc="-25" dirty="0">
                <a:latin typeface="Calibri"/>
                <a:cs typeface="Calibri"/>
              </a:rPr>
              <a:t> </a:t>
            </a:r>
            <a:r>
              <a:rPr sz="2800" b="1" dirty="0">
                <a:latin typeface="Calibri"/>
                <a:cs typeface="Calibri"/>
              </a:rPr>
              <a:t>đại</a:t>
            </a:r>
            <a:r>
              <a:rPr sz="2800" b="1" spc="-25" dirty="0">
                <a:latin typeface="Calibri"/>
                <a:cs typeface="Calibri"/>
              </a:rPr>
              <a:t> </a:t>
            </a:r>
            <a:r>
              <a:rPr sz="2800" dirty="0">
                <a:latin typeface="Calibri"/>
                <a:cs typeface="Calibri"/>
              </a:rPr>
              <a:t>,</a:t>
            </a:r>
            <a:r>
              <a:rPr sz="2800" spc="-15" dirty="0">
                <a:latin typeface="Calibri"/>
                <a:cs typeface="Calibri"/>
              </a:rPr>
              <a:t> </a:t>
            </a:r>
            <a:r>
              <a:rPr sz="2800" spc="-25" dirty="0">
                <a:latin typeface="Calibri"/>
                <a:cs typeface="Calibri"/>
              </a:rPr>
              <a:t>nếu</a:t>
            </a:r>
            <a:endParaRPr sz="2800">
              <a:latin typeface="Calibri"/>
              <a:cs typeface="Calibri"/>
            </a:endParaRPr>
          </a:p>
          <a:p>
            <a:pPr marL="50800">
              <a:lnSpc>
                <a:spcPct val="100000"/>
              </a:lnSpc>
              <a:spcBef>
                <a:spcPts val="335"/>
              </a:spcBef>
              <a:tabLst>
                <a:tab pos="2900680" algn="l"/>
              </a:tabLst>
            </a:pPr>
            <a:r>
              <a:rPr sz="2800" dirty="0">
                <a:solidFill>
                  <a:srgbClr val="FF0000"/>
                </a:solidFill>
                <a:latin typeface="Symbol"/>
                <a:cs typeface="Symbol"/>
              </a:rPr>
              <a:t></a:t>
            </a:r>
            <a:r>
              <a:rPr sz="2800" b="1" dirty="0">
                <a:solidFill>
                  <a:srgbClr val="FF0000"/>
                </a:solidFill>
                <a:latin typeface="Calibri"/>
                <a:cs typeface="Calibri"/>
              </a:rPr>
              <a:t>x</a:t>
            </a:r>
            <a:r>
              <a:rPr sz="2800" b="1" spc="-25" dirty="0">
                <a:solidFill>
                  <a:srgbClr val="FF0000"/>
                </a:solidFill>
                <a:latin typeface="Calibri"/>
                <a:cs typeface="Calibri"/>
              </a:rPr>
              <a:t> </a:t>
            </a:r>
            <a:r>
              <a:rPr sz="2800" dirty="0">
                <a:solidFill>
                  <a:srgbClr val="FF0000"/>
                </a:solidFill>
                <a:latin typeface="Symbol"/>
                <a:cs typeface="Symbol"/>
              </a:rPr>
              <a:t></a:t>
            </a:r>
            <a:r>
              <a:rPr sz="2800" spc="-75" dirty="0">
                <a:solidFill>
                  <a:srgbClr val="FF0000"/>
                </a:solidFill>
                <a:latin typeface="Times New Roman"/>
                <a:cs typeface="Times New Roman"/>
              </a:rPr>
              <a:t> </a:t>
            </a:r>
            <a:r>
              <a:rPr sz="2800" b="1" dirty="0">
                <a:solidFill>
                  <a:srgbClr val="FF0000"/>
                </a:solidFill>
                <a:latin typeface="Calibri"/>
                <a:cs typeface="Calibri"/>
              </a:rPr>
              <a:t>X,</a:t>
            </a:r>
            <a:r>
              <a:rPr sz="2800" b="1" spc="-20" dirty="0">
                <a:solidFill>
                  <a:srgbClr val="FF0000"/>
                </a:solidFill>
                <a:latin typeface="Calibri"/>
                <a:cs typeface="Calibri"/>
              </a:rPr>
              <a:t> </a:t>
            </a:r>
            <a:r>
              <a:rPr sz="2800" b="1" dirty="0">
                <a:solidFill>
                  <a:srgbClr val="FF0000"/>
                </a:solidFill>
                <a:latin typeface="Calibri"/>
                <a:cs typeface="Calibri"/>
              </a:rPr>
              <a:t>(M,</a:t>
            </a:r>
            <a:r>
              <a:rPr sz="2800" b="1" spc="-20" dirty="0">
                <a:solidFill>
                  <a:srgbClr val="FF0000"/>
                </a:solidFill>
                <a:latin typeface="Calibri"/>
                <a:cs typeface="Calibri"/>
              </a:rPr>
              <a:t> </a:t>
            </a:r>
            <a:r>
              <a:rPr sz="2800" b="1" dirty="0">
                <a:solidFill>
                  <a:srgbClr val="FF0000"/>
                </a:solidFill>
                <a:latin typeface="Calibri"/>
                <a:cs typeface="Calibri"/>
              </a:rPr>
              <a:t>x) </a:t>
            </a:r>
            <a:r>
              <a:rPr sz="2800" dirty="0">
                <a:solidFill>
                  <a:srgbClr val="FF0000"/>
                </a:solidFill>
                <a:latin typeface="Symbol"/>
                <a:cs typeface="Symbol"/>
              </a:rPr>
              <a:t></a:t>
            </a:r>
            <a:r>
              <a:rPr sz="2800" spc="-90" dirty="0">
                <a:solidFill>
                  <a:srgbClr val="FF0000"/>
                </a:solidFill>
                <a:latin typeface="Times New Roman"/>
                <a:cs typeface="Times New Roman"/>
              </a:rPr>
              <a:t> </a:t>
            </a:r>
            <a:r>
              <a:rPr sz="2800" b="1" spc="-50" dirty="0">
                <a:solidFill>
                  <a:srgbClr val="FF0000"/>
                </a:solidFill>
                <a:latin typeface="Calibri"/>
                <a:cs typeface="Calibri"/>
              </a:rPr>
              <a:t>R</a:t>
            </a:r>
            <a:r>
              <a:rPr sz="2800" b="1" dirty="0">
                <a:solidFill>
                  <a:srgbClr val="FF0000"/>
                </a:solidFill>
                <a:latin typeface="Calibri"/>
                <a:cs typeface="Calibri"/>
              </a:rPr>
              <a:t>	</a:t>
            </a:r>
            <a:r>
              <a:rPr sz="2800" dirty="0">
                <a:solidFill>
                  <a:srgbClr val="FF0000"/>
                </a:solidFill>
                <a:latin typeface="Symbol"/>
                <a:cs typeface="Symbol"/>
              </a:rPr>
              <a:t></a:t>
            </a:r>
            <a:r>
              <a:rPr sz="2800" spc="-95" dirty="0">
                <a:solidFill>
                  <a:srgbClr val="FF0000"/>
                </a:solidFill>
                <a:latin typeface="Times New Roman"/>
                <a:cs typeface="Times New Roman"/>
              </a:rPr>
              <a:t> </a:t>
            </a:r>
            <a:r>
              <a:rPr sz="2800" b="1" dirty="0">
                <a:solidFill>
                  <a:srgbClr val="FF0000"/>
                </a:solidFill>
                <a:latin typeface="Calibri"/>
                <a:cs typeface="Calibri"/>
              </a:rPr>
              <a:t>M</a:t>
            </a:r>
            <a:r>
              <a:rPr sz="2800" b="1" spc="-20" dirty="0">
                <a:solidFill>
                  <a:srgbClr val="FF0000"/>
                </a:solidFill>
                <a:latin typeface="Calibri"/>
                <a:cs typeface="Calibri"/>
              </a:rPr>
              <a:t> </a:t>
            </a:r>
            <a:r>
              <a:rPr sz="2800" b="1" dirty="0">
                <a:solidFill>
                  <a:srgbClr val="FF0000"/>
                </a:solidFill>
                <a:latin typeface="Calibri"/>
                <a:cs typeface="Calibri"/>
              </a:rPr>
              <a:t>=</a:t>
            </a:r>
            <a:r>
              <a:rPr sz="2800" b="1" spc="-10" dirty="0">
                <a:solidFill>
                  <a:srgbClr val="FF0000"/>
                </a:solidFill>
                <a:latin typeface="Calibri"/>
                <a:cs typeface="Calibri"/>
              </a:rPr>
              <a:t> </a:t>
            </a:r>
            <a:r>
              <a:rPr sz="2800" b="1" dirty="0">
                <a:solidFill>
                  <a:srgbClr val="FF0000"/>
                </a:solidFill>
                <a:latin typeface="Calibri"/>
                <a:cs typeface="Calibri"/>
              </a:rPr>
              <a:t>x</a:t>
            </a:r>
            <a:r>
              <a:rPr sz="2800" b="1" spc="-15" dirty="0">
                <a:solidFill>
                  <a:srgbClr val="FF0000"/>
                </a:solidFill>
                <a:latin typeface="Calibri"/>
                <a:cs typeface="Calibri"/>
              </a:rPr>
              <a:t> </a:t>
            </a:r>
            <a:r>
              <a:rPr sz="2800" dirty="0">
                <a:solidFill>
                  <a:srgbClr val="FF0000"/>
                </a:solidFill>
                <a:latin typeface="Calibri"/>
                <a:cs typeface="Calibri"/>
              </a:rPr>
              <a:t>có</a:t>
            </a:r>
            <a:r>
              <a:rPr sz="2800" spc="-30" dirty="0">
                <a:solidFill>
                  <a:srgbClr val="FF0000"/>
                </a:solidFill>
                <a:latin typeface="Calibri"/>
                <a:cs typeface="Calibri"/>
              </a:rPr>
              <a:t> </a:t>
            </a:r>
            <a:r>
              <a:rPr sz="2800" dirty="0">
                <a:solidFill>
                  <a:srgbClr val="FF0000"/>
                </a:solidFill>
                <a:latin typeface="Calibri"/>
                <a:cs typeface="Calibri"/>
              </a:rPr>
              <a:t>chân</a:t>
            </a:r>
            <a:r>
              <a:rPr sz="2800" spc="-25" dirty="0">
                <a:solidFill>
                  <a:srgbClr val="FF0000"/>
                </a:solidFill>
                <a:latin typeface="Calibri"/>
                <a:cs typeface="Calibri"/>
              </a:rPr>
              <a:t> </a:t>
            </a:r>
            <a:r>
              <a:rPr sz="2800" dirty="0">
                <a:solidFill>
                  <a:srgbClr val="FF0000"/>
                </a:solidFill>
                <a:latin typeface="Calibri"/>
                <a:cs typeface="Calibri"/>
              </a:rPr>
              <a:t>trị</a:t>
            </a:r>
            <a:r>
              <a:rPr sz="2800" spc="-15" dirty="0">
                <a:solidFill>
                  <a:srgbClr val="FF0000"/>
                </a:solidFill>
                <a:latin typeface="Calibri"/>
                <a:cs typeface="Calibri"/>
              </a:rPr>
              <a:t> </a:t>
            </a:r>
            <a:r>
              <a:rPr sz="2800" spc="-10" dirty="0">
                <a:solidFill>
                  <a:srgbClr val="FF0000"/>
                </a:solidFill>
                <a:latin typeface="Calibri"/>
                <a:cs typeface="Calibri"/>
              </a:rPr>
              <a:t>ĐÚNG</a:t>
            </a:r>
            <a:r>
              <a:rPr sz="2800" spc="-10" dirty="0">
                <a:latin typeface="Calibri"/>
                <a:cs typeface="Calibri"/>
              </a:rPr>
              <a:t>.</a:t>
            </a:r>
            <a:endParaRPr sz="2800">
              <a:latin typeface="Calibri"/>
              <a:cs typeface="Calibri"/>
            </a:endParaRPr>
          </a:p>
          <a:p>
            <a:pPr marL="514984" indent="-464184">
              <a:lnSpc>
                <a:spcPct val="100000"/>
              </a:lnSpc>
              <a:spcBef>
                <a:spcPts val="340"/>
              </a:spcBef>
              <a:buFont typeface="Calibri"/>
              <a:buAutoNum type="alphaLcParenR" startAt="2"/>
              <a:tabLst>
                <a:tab pos="514984" algn="l"/>
              </a:tabLst>
            </a:pPr>
            <a:r>
              <a:rPr sz="2800" dirty="0">
                <a:latin typeface="Calibri"/>
                <a:cs typeface="Calibri"/>
              </a:rPr>
              <a:t>m</a:t>
            </a:r>
            <a:r>
              <a:rPr sz="2800" spc="-20" dirty="0">
                <a:latin typeface="Calibri"/>
                <a:cs typeface="Calibri"/>
              </a:rPr>
              <a:t> </a:t>
            </a:r>
            <a:r>
              <a:rPr sz="2800" dirty="0">
                <a:latin typeface="Symbol"/>
                <a:cs typeface="Symbol"/>
              </a:rPr>
              <a:t></a:t>
            </a:r>
            <a:r>
              <a:rPr sz="2800" spc="-80" dirty="0">
                <a:latin typeface="Times New Roman"/>
                <a:cs typeface="Times New Roman"/>
              </a:rPr>
              <a:t> </a:t>
            </a:r>
            <a:r>
              <a:rPr sz="2800" dirty="0">
                <a:latin typeface="Calibri"/>
                <a:cs typeface="Calibri"/>
              </a:rPr>
              <a:t>X</a:t>
            </a:r>
            <a:r>
              <a:rPr sz="2800" spc="-35" dirty="0">
                <a:latin typeface="Calibri"/>
                <a:cs typeface="Calibri"/>
              </a:rPr>
              <a:t> </a:t>
            </a:r>
            <a:r>
              <a:rPr sz="2800" dirty="0">
                <a:latin typeface="Calibri"/>
                <a:cs typeface="Calibri"/>
              </a:rPr>
              <a:t>là</a:t>
            </a:r>
            <a:r>
              <a:rPr sz="2800" spc="-25" dirty="0">
                <a:latin typeface="Calibri"/>
                <a:cs typeface="Calibri"/>
              </a:rPr>
              <a:t> </a:t>
            </a:r>
            <a:r>
              <a:rPr sz="2800" dirty="0">
                <a:latin typeface="Calibri"/>
                <a:cs typeface="Calibri"/>
              </a:rPr>
              <a:t>phần</a:t>
            </a:r>
            <a:r>
              <a:rPr sz="2800" spc="-5" dirty="0">
                <a:latin typeface="Calibri"/>
                <a:cs typeface="Calibri"/>
              </a:rPr>
              <a:t> </a:t>
            </a:r>
            <a:r>
              <a:rPr sz="2800" dirty="0">
                <a:latin typeface="Calibri"/>
                <a:cs typeface="Calibri"/>
              </a:rPr>
              <a:t>tử</a:t>
            </a:r>
            <a:r>
              <a:rPr sz="2800" spc="-20" dirty="0">
                <a:latin typeface="Calibri"/>
                <a:cs typeface="Calibri"/>
              </a:rPr>
              <a:t> </a:t>
            </a:r>
            <a:r>
              <a:rPr sz="2800" b="1" dirty="0">
                <a:latin typeface="Calibri"/>
                <a:cs typeface="Calibri"/>
              </a:rPr>
              <a:t>tối</a:t>
            </a:r>
            <a:r>
              <a:rPr sz="2800" b="1" spc="-20" dirty="0">
                <a:latin typeface="Calibri"/>
                <a:cs typeface="Calibri"/>
              </a:rPr>
              <a:t> </a:t>
            </a:r>
            <a:r>
              <a:rPr sz="2800" b="1" dirty="0">
                <a:latin typeface="Calibri"/>
                <a:cs typeface="Calibri"/>
              </a:rPr>
              <a:t>tiểu</a:t>
            </a:r>
            <a:r>
              <a:rPr sz="2800" b="1" spc="-25" dirty="0">
                <a:latin typeface="Calibri"/>
                <a:cs typeface="Calibri"/>
              </a:rPr>
              <a:t> </a:t>
            </a:r>
            <a:r>
              <a:rPr sz="2800" dirty="0">
                <a:latin typeface="Calibri"/>
                <a:cs typeface="Calibri"/>
              </a:rPr>
              <a:t>,</a:t>
            </a:r>
            <a:r>
              <a:rPr sz="2800" spc="-15" dirty="0">
                <a:latin typeface="Calibri"/>
                <a:cs typeface="Calibri"/>
              </a:rPr>
              <a:t> </a:t>
            </a:r>
            <a:r>
              <a:rPr sz="2800" spc="-25" dirty="0">
                <a:latin typeface="Calibri"/>
                <a:cs typeface="Calibri"/>
              </a:rPr>
              <a:t>nếu</a:t>
            </a:r>
            <a:endParaRPr sz="2800">
              <a:latin typeface="Calibri"/>
              <a:cs typeface="Calibri"/>
            </a:endParaRPr>
          </a:p>
          <a:p>
            <a:pPr marL="50800">
              <a:lnSpc>
                <a:spcPct val="100000"/>
              </a:lnSpc>
              <a:spcBef>
                <a:spcPts val="335"/>
              </a:spcBef>
              <a:tabLst>
                <a:tab pos="2877820" algn="l"/>
              </a:tabLst>
            </a:pPr>
            <a:r>
              <a:rPr sz="2800" dirty="0">
                <a:latin typeface="Symbol"/>
                <a:cs typeface="Symbol"/>
              </a:rPr>
              <a:t></a:t>
            </a:r>
            <a:r>
              <a:rPr sz="2800" b="1" dirty="0">
                <a:latin typeface="Calibri"/>
                <a:cs typeface="Calibri"/>
              </a:rPr>
              <a:t>x</a:t>
            </a:r>
            <a:r>
              <a:rPr sz="2800" b="1" spc="-25" dirty="0">
                <a:latin typeface="Calibri"/>
                <a:cs typeface="Calibri"/>
              </a:rPr>
              <a:t> </a:t>
            </a:r>
            <a:r>
              <a:rPr sz="2800" dirty="0">
                <a:latin typeface="Symbol"/>
                <a:cs typeface="Symbol"/>
              </a:rPr>
              <a:t></a:t>
            </a:r>
            <a:r>
              <a:rPr sz="2800" spc="-80" dirty="0">
                <a:latin typeface="Times New Roman"/>
                <a:cs typeface="Times New Roman"/>
              </a:rPr>
              <a:t> </a:t>
            </a:r>
            <a:r>
              <a:rPr sz="2800" b="1" dirty="0">
                <a:latin typeface="Calibri"/>
                <a:cs typeface="Calibri"/>
              </a:rPr>
              <a:t>X,</a:t>
            </a:r>
            <a:r>
              <a:rPr sz="2800" b="1" spc="-20" dirty="0">
                <a:latin typeface="Calibri"/>
                <a:cs typeface="Calibri"/>
              </a:rPr>
              <a:t> </a:t>
            </a:r>
            <a:r>
              <a:rPr sz="2800" b="1" dirty="0">
                <a:latin typeface="Calibri"/>
                <a:cs typeface="Calibri"/>
              </a:rPr>
              <a:t>(x,</a:t>
            </a:r>
            <a:r>
              <a:rPr sz="2800" b="1" spc="-15" dirty="0">
                <a:latin typeface="Calibri"/>
                <a:cs typeface="Calibri"/>
              </a:rPr>
              <a:t> </a:t>
            </a:r>
            <a:r>
              <a:rPr sz="2800" b="1" dirty="0">
                <a:latin typeface="Calibri"/>
                <a:cs typeface="Calibri"/>
              </a:rPr>
              <a:t>m)</a:t>
            </a:r>
            <a:r>
              <a:rPr sz="2800" b="1" spc="-20" dirty="0">
                <a:latin typeface="Calibri"/>
                <a:cs typeface="Calibri"/>
              </a:rPr>
              <a:t> </a:t>
            </a:r>
            <a:r>
              <a:rPr sz="2800" dirty="0">
                <a:latin typeface="Symbol"/>
                <a:cs typeface="Symbol"/>
              </a:rPr>
              <a:t></a:t>
            </a:r>
            <a:r>
              <a:rPr sz="2800" spc="-80" dirty="0">
                <a:latin typeface="Times New Roman"/>
                <a:cs typeface="Times New Roman"/>
              </a:rPr>
              <a:t> </a:t>
            </a:r>
            <a:r>
              <a:rPr sz="2800" b="1" spc="-50" dirty="0">
                <a:latin typeface="Calibri"/>
                <a:cs typeface="Calibri"/>
              </a:rPr>
              <a:t>R</a:t>
            </a:r>
            <a:r>
              <a:rPr sz="2800" b="1" dirty="0">
                <a:latin typeface="Calibri"/>
                <a:cs typeface="Calibri"/>
              </a:rPr>
              <a:t>	</a:t>
            </a:r>
            <a:r>
              <a:rPr sz="2800" dirty="0">
                <a:latin typeface="Symbol"/>
                <a:cs typeface="Symbol"/>
              </a:rPr>
              <a:t></a:t>
            </a:r>
            <a:r>
              <a:rPr sz="2800" spc="-85" dirty="0">
                <a:latin typeface="Times New Roman"/>
                <a:cs typeface="Times New Roman"/>
              </a:rPr>
              <a:t> </a:t>
            </a:r>
            <a:r>
              <a:rPr sz="2800" b="1" dirty="0">
                <a:latin typeface="Calibri"/>
                <a:cs typeface="Calibri"/>
              </a:rPr>
              <a:t>m</a:t>
            </a:r>
            <a:r>
              <a:rPr sz="2800" b="1" spc="-30" dirty="0">
                <a:latin typeface="Calibri"/>
                <a:cs typeface="Calibri"/>
              </a:rPr>
              <a:t> </a:t>
            </a:r>
            <a:r>
              <a:rPr sz="2800" b="1" dirty="0">
                <a:latin typeface="Calibri"/>
                <a:cs typeface="Calibri"/>
              </a:rPr>
              <a:t>=</a:t>
            </a:r>
            <a:r>
              <a:rPr sz="2800" b="1" spc="-20" dirty="0">
                <a:latin typeface="Calibri"/>
                <a:cs typeface="Calibri"/>
              </a:rPr>
              <a:t> </a:t>
            </a:r>
            <a:r>
              <a:rPr sz="2800" b="1" dirty="0">
                <a:latin typeface="Calibri"/>
                <a:cs typeface="Calibri"/>
              </a:rPr>
              <a:t>x</a:t>
            </a:r>
            <a:r>
              <a:rPr sz="2800" b="1" spc="-25" dirty="0">
                <a:latin typeface="Calibri"/>
                <a:cs typeface="Calibri"/>
              </a:rPr>
              <a:t> </a:t>
            </a:r>
            <a:r>
              <a:rPr sz="2800" dirty="0">
                <a:latin typeface="Calibri"/>
                <a:cs typeface="Calibri"/>
              </a:rPr>
              <a:t>có</a:t>
            </a:r>
            <a:r>
              <a:rPr sz="2800" spc="-15" dirty="0">
                <a:latin typeface="Calibri"/>
                <a:cs typeface="Calibri"/>
              </a:rPr>
              <a:t> </a:t>
            </a:r>
            <a:r>
              <a:rPr sz="2800" dirty="0">
                <a:latin typeface="Calibri"/>
                <a:cs typeface="Calibri"/>
              </a:rPr>
              <a:t>chân</a:t>
            </a:r>
            <a:r>
              <a:rPr sz="2800" spc="-20" dirty="0">
                <a:latin typeface="Calibri"/>
                <a:cs typeface="Calibri"/>
              </a:rPr>
              <a:t> </a:t>
            </a:r>
            <a:r>
              <a:rPr sz="2800" dirty="0">
                <a:latin typeface="Calibri"/>
                <a:cs typeface="Calibri"/>
              </a:rPr>
              <a:t>trị</a:t>
            </a:r>
            <a:r>
              <a:rPr sz="2800" spc="-25" dirty="0">
                <a:latin typeface="Calibri"/>
                <a:cs typeface="Calibri"/>
              </a:rPr>
              <a:t> </a:t>
            </a:r>
            <a:r>
              <a:rPr sz="2800" spc="-10" dirty="0">
                <a:latin typeface="Calibri"/>
                <a:cs typeface="Calibri"/>
              </a:rPr>
              <a:t>ĐÚNG.</a:t>
            </a:r>
            <a:endParaRPr sz="2800">
              <a:latin typeface="Calibri"/>
              <a:cs typeface="Calibri"/>
            </a:endParaRPr>
          </a:p>
          <a:p>
            <a:pPr>
              <a:lnSpc>
                <a:spcPct val="100000"/>
              </a:lnSpc>
              <a:spcBef>
                <a:spcPts val="560"/>
              </a:spcBef>
            </a:pPr>
            <a:endParaRPr sz="2800">
              <a:latin typeface="Calibri"/>
              <a:cs typeface="Calibri"/>
            </a:endParaRPr>
          </a:p>
          <a:p>
            <a:pPr marL="50800">
              <a:lnSpc>
                <a:spcPct val="100000"/>
              </a:lnSpc>
            </a:pPr>
            <a:r>
              <a:rPr sz="2400" b="1" dirty="0">
                <a:latin typeface="Calibri"/>
                <a:cs typeface="Calibri"/>
              </a:rPr>
              <a:t>Ví</a:t>
            </a:r>
            <a:r>
              <a:rPr sz="2400" b="1" spc="-40" dirty="0">
                <a:latin typeface="Calibri"/>
                <a:cs typeface="Calibri"/>
              </a:rPr>
              <a:t> </a:t>
            </a:r>
            <a:r>
              <a:rPr sz="2400" b="1" dirty="0">
                <a:latin typeface="Calibri"/>
                <a:cs typeface="Calibri"/>
              </a:rPr>
              <a:t>dụ</a:t>
            </a:r>
            <a:r>
              <a:rPr sz="2400" b="1" spc="-25" dirty="0">
                <a:latin typeface="Calibri"/>
                <a:cs typeface="Calibri"/>
              </a:rPr>
              <a:t> </a:t>
            </a:r>
            <a:r>
              <a:rPr sz="2400" b="1" dirty="0">
                <a:latin typeface="Calibri"/>
                <a:cs typeface="Calibri"/>
              </a:rPr>
              <a:t>1:</a:t>
            </a:r>
            <a:r>
              <a:rPr sz="2400" b="1" spc="-35" dirty="0">
                <a:latin typeface="Calibri"/>
                <a:cs typeface="Calibri"/>
              </a:rPr>
              <a:t> </a:t>
            </a:r>
            <a:r>
              <a:rPr sz="2400" dirty="0">
                <a:latin typeface="Calibri"/>
                <a:cs typeface="Calibri"/>
              </a:rPr>
              <a:t>Hãy</a:t>
            </a:r>
            <a:r>
              <a:rPr sz="2400" spc="-40" dirty="0">
                <a:latin typeface="Calibri"/>
                <a:cs typeface="Calibri"/>
              </a:rPr>
              <a:t> </a:t>
            </a:r>
            <a:r>
              <a:rPr sz="2400" dirty="0">
                <a:latin typeface="Calibri"/>
                <a:cs typeface="Calibri"/>
              </a:rPr>
              <a:t>cho</a:t>
            </a:r>
            <a:r>
              <a:rPr sz="2400" spc="-35" dirty="0">
                <a:latin typeface="Calibri"/>
                <a:cs typeface="Calibri"/>
              </a:rPr>
              <a:t> </a:t>
            </a:r>
            <a:r>
              <a:rPr sz="2400" dirty="0">
                <a:latin typeface="Calibri"/>
                <a:cs typeface="Calibri"/>
              </a:rPr>
              <a:t>biết</a:t>
            </a:r>
            <a:r>
              <a:rPr sz="2400" spc="-45" dirty="0">
                <a:latin typeface="Calibri"/>
                <a:cs typeface="Calibri"/>
              </a:rPr>
              <a:t> </a:t>
            </a:r>
            <a:r>
              <a:rPr sz="2400" dirty="0">
                <a:latin typeface="Calibri"/>
                <a:cs typeface="Calibri"/>
              </a:rPr>
              <a:t>phần</a:t>
            </a:r>
            <a:r>
              <a:rPr sz="2400" spc="-25" dirty="0">
                <a:latin typeface="Calibri"/>
                <a:cs typeface="Calibri"/>
              </a:rPr>
              <a:t> </a:t>
            </a:r>
            <a:r>
              <a:rPr sz="2400" dirty="0">
                <a:latin typeface="Calibri"/>
                <a:cs typeface="Calibri"/>
              </a:rPr>
              <a:t>tử</a:t>
            </a:r>
            <a:r>
              <a:rPr sz="2400" spc="-35" dirty="0">
                <a:latin typeface="Calibri"/>
                <a:cs typeface="Calibri"/>
              </a:rPr>
              <a:t> </a:t>
            </a:r>
            <a:r>
              <a:rPr sz="2400" dirty="0">
                <a:latin typeface="Calibri"/>
                <a:cs typeface="Calibri"/>
              </a:rPr>
              <a:t>tối</a:t>
            </a:r>
            <a:r>
              <a:rPr sz="2400" spc="-40" dirty="0">
                <a:latin typeface="Calibri"/>
                <a:cs typeface="Calibri"/>
              </a:rPr>
              <a:t> </a:t>
            </a:r>
            <a:r>
              <a:rPr sz="2400" dirty="0">
                <a:latin typeface="Calibri"/>
                <a:cs typeface="Calibri"/>
              </a:rPr>
              <a:t>đại</a:t>
            </a:r>
            <a:r>
              <a:rPr sz="2400" spc="-50" dirty="0">
                <a:latin typeface="Calibri"/>
                <a:cs typeface="Calibri"/>
              </a:rPr>
              <a:t> </a:t>
            </a:r>
            <a:r>
              <a:rPr sz="2400" dirty="0">
                <a:latin typeface="Calibri"/>
                <a:cs typeface="Calibri"/>
              </a:rPr>
              <a:t>(biểu</a:t>
            </a:r>
            <a:r>
              <a:rPr sz="2400" spc="-35" dirty="0">
                <a:latin typeface="Calibri"/>
                <a:cs typeface="Calibri"/>
              </a:rPr>
              <a:t> </a:t>
            </a:r>
            <a:r>
              <a:rPr sz="2400" dirty="0">
                <a:latin typeface="Calibri"/>
                <a:cs typeface="Calibri"/>
              </a:rPr>
              <a:t>đồ</a:t>
            </a:r>
            <a:r>
              <a:rPr sz="2400" spc="-40" dirty="0">
                <a:latin typeface="Calibri"/>
                <a:cs typeface="Calibri"/>
              </a:rPr>
              <a:t> </a:t>
            </a:r>
            <a:r>
              <a:rPr sz="2400" spc="-10" dirty="0">
                <a:latin typeface="Calibri"/>
                <a:cs typeface="Calibri"/>
              </a:rPr>
              <a:t>Hasse).</a:t>
            </a:r>
            <a:endParaRPr sz="2400">
              <a:latin typeface="Calibri"/>
              <a:cs typeface="Calibri"/>
            </a:endParaRPr>
          </a:p>
          <a:p>
            <a:pPr marL="508000" indent="-457200">
              <a:lnSpc>
                <a:spcPct val="100000"/>
              </a:lnSpc>
              <a:spcBef>
                <a:spcPts val="285"/>
              </a:spcBef>
              <a:buAutoNum type="alphaLcParenR"/>
              <a:tabLst>
                <a:tab pos="508000" algn="l"/>
              </a:tabLst>
            </a:pPr>
            <a:r>
              <a:rPr sz="2400" dirty="0">
                <a:latin typeface="Calibri"/>
                <a:cs typeface="Calibri"/>
              </a:rPr>
              <a:t>Quan</a:t>
            </a:r>
            <a:r>
              <a:rPr sz="2400" spc="-25" dirty="0">
                <a:latin typeface="Calibri"/>
                <a:cs typeface="Calibri"/>
              </a:rPr>
              <a:t> </a:t>
            </a:r>
            <a:r>
              <a:rPr sz="2400" dirty="0">
                <a:latin typeface="Calibri"/>
                <a:cs typeface="Calibri"/>
              </a:rPr>
              <a:t>hệ</a:t>
            </a:r>
            <a:r>
              <a:rPr sz="2400" spc="-10" dirty="0">
                <a:latin typeface="Calibri"/>
                <a:cs typeface="Calibri"/>
              </a:rPr>
              <a:t> </a:t>
            </a:r>
            <a:r>
              <a:rPr sz="2400" dirty="0">
                <a:latin typeface="Calibri"/>
                <a:cs typeface="Calibri"/>
              </a:rPr>
              <a:t>R</a:t>
            </a:r>
            <a:r>
              <a:rPr sz="2400" spc="-10" dirty="0">
                <a:latin typeface="Calibri"/>
                <a:cs typeface="Calibri"/>
              </a:rPr>
              <a:t> </a:t>
            </a:r>
            <a:r>
              <a:rPr sz="2400" dirty="0">
                <a:latin typeface="Calibri"/>
                <a:cs typeface="Calibri"/>
              </a:rPr>
              <a:t>=</a:t>
            </a:r>
            <a:r>
              <a:rPr sz="2400" spc="-25" dirty="0">
                <a:latin typeface="Calibri"/>
                <a:cs typeface="Calibri"/>
              </a:rPr>
              <a:t> </a:t>
            </a:r>
            <a:r>
              <a:rPr sz="2400" dirty="0">
                <a:latin typeface="Calibri"/>
                <a:cs typeface="Calibri"/>
              </a:rPr>
              <a:t>{(x,</a:t>
            </a:r>
            <a:r>
              <a:rPr sz="2400" spc="-20" dirty="0">
                <a:latin typeface="Calibri"/>
                <a:cs typeface="Calibri"/>
              </a:rPr>
              <a:t> </a:t>
            </a:r>
            <a:r>
              <a:rPr sz="2400" dirty="0">
                <a:latin typeface="Calibri"/>
                <a:cs typeface="Calibri"/>
              </a:rPr>
              <a:t>y)</a:t>
            </a:r>
            <a:r>
              <a:rPr sz="2400" spc="-25" dirty="0">
                <a:latin typeface="Calibri"/>
                <a:cs typeface="Calibri"/>
              </a:rPr>
              <a:t> </a:t>
            </a:r>
            <a:r>
              <a:rPr sz="2400" dirty="0">
                <a:latin typeface="Calibri"/>
                <a:cs typeface="Calibri"/>
              </a:rPr>
              <a:t>:</a:t>
            </a:r>
            <a:r>
              <a:rPr sz="2400" spc="-20" dirty="0">
                <a:latin typeface="Calibri"/>
                <a:cs typeface="Calibri"/>
              </a:rPr>
              <a:t> </a:t>
            </a:r>
            <a:r>
              <a:rPr sz="2400" dirty="0">
                <a:latin typeface="Calibri"/>
                <a:cs typeface="Calibri"/>
              </a:rPr>
              <a:t>x</a:t>
            </a:r>
            <a:r>
              <a:rPr sz="2400" spc="-15" dirty="0">
                <a:latin typeface="Calibri"/>
                <a:cs typeface="Calibri"/>
              </a:rPr>
              <a:t> </a:t>
            </a:r>
            <a:r>
              <a:rPr sz="2400" dirty="0">
                <a:latin typeface="Calibri"/>
                <a:cs typeface="Calibri"/>
              </a:rPr>
              <a:t>≤</a:t>
            </a:r>
            <a:r>
              <a:rPr sz="2400" spc="-20" dirty="0">
                <a:latin typeface="Calibri"/>
                <a:cs typeface="Calibri"/>
              </a:rPr>
              <a:t> </a:t>
            </a:r>
            <a:r>
              <a:rPr sz="2400" dirty="0">
                <a:latin typeface="Calibri"/>
                <a:cs typeface="Calibri"/>
              </a:rPr>
              <a:t>y</a:t>
            </a:r>
            <a:r>
              <a:rPr sz="2400" spc="-10" dirty="0">
                <a:latin typeface="Calibri"/>
                <a:cs typeface="Calibri"/>
              </a:rPr>
              <a:t> </a:t>
            </a:r>
            <a:r>
              <a:rPr sz="2400" dirty="0">
                <a:latin typeface="Calibri"/>
                <a:cs typeface="Calibri"/>
              </a:rPr>
              <a:t>}</a:t>
            </a:r>
            <a:r>
              <a:rPr sz="2400" spc="-20" dirty="0">
                <a:latin typeface="Calibri"/>
                <a:cs typeface="Calibri"/>
              </a:rPr>
              <a:t> </a:t>
            </a:r>
            <a:r>
              <a:rPr sz="2400" dirty="0">
                <a:latin typeface="Calibri"/>
                <a:cs typeface="Calibri"/>
              </a:rPr>
              <a:t>trên</a:t>
            </a:r>
            <a:r>
              <a:rPr sz="2400" spc="-15" dirty="0">
                <a:latin typeface="Calibri"/>
                <a:cs typeface="Calibri"/>
              </a:rPr>
              <a:t> </a:t>
            </a:r>
            <a:r>
              <a:rPr sz="2400" dirty="0">
                <a:latin typeface="Calibri"/>
                <a:cs typeface="Calibri"/>
              </a:rPr>
              <a:t>X</a:t>
            </a:r>
            <a:r>
              <a:rPr sz="2400" spc="-15" dirty="0">
                <a:latin typeface="Calibri"/>
                <a:cs typeface="Calibri"/>
              </a:rPr>
              <a:t> </a:t>
            </a:r>
            <a:r>
              <a:rPr sz="2400" dirty="0">
                <a:latin typeface="Calibri"/>
                <a:cs typeface="Calibri"/>
              </a:rPr>
              <a:t>=</a:t>
            </a:r>
            <a:r>
              <a:rPr sz="2400" spc="-10" dirty="0">
                <a:latin typeface="Calibri"/>
                <a:cs typeface="Calibri"/>
              </a:rPr>
              <a:t> </a:t>
            </a:r>
            <a:r>
              <a:rPr sz="2400" dirty="0">
                <a:latin typeface="Calibri"/>
                <a:cs typeface="Calibri"/>
              </a:rPr>
              <a:t>{</a:t>
            </a:r>
            <a:r>
              <a:rPr sz="2400" spc="-30" dirty="0">
                <a:latin typeface="Calibri"/>
                <a:cs typeface="Calibri"/>
              </a:rPr>
              <a:t> </a:t>
            </a:r>
            <a:r>
              <a:rPr sz="2400" dirty="0">
                <a:latin typeface="Calibri"/>
                <a:cs typeface="Calibri"/>
              </a:rPr>
              <a:t>1,</a:t>
            </a:r>
            <a:r>
              <a:rPr sz="2400" spc="-15" dirty="0">
                <a:latin typeface="Calibri"/>
                <a:cs typeface="Calibri"/>
              </a:rPr>
              <a:t> </a:t>
            </a:r>
            <a:r>
              <a:rPr sz="2400" dirty="0">
                <a:latin typeface="Calibri"/>
                <a:cs typeface="Calibri"/>
              </a:rPr>
              <a:t>2,</a:t>
            </a:r>
            <a:r>
              <a:rPr sz="2400" spc="-20" dirty="0">
                <a:latin typeface="Calibri"/>
                <a:cs typeface="Calibri"/>
              </a:rPr>
              <a:t> </a:t>
            </a:r>
            <a:r>
              <a:rPr sz="2400" dirty="0">
                <a:latin typeface="Calibri"/>
                <a:cs typeface="Calibri"/>
              </a:rPr>
              <a:t>3,</a:t>
            </a:r>
            <a:r>
              <a:rPr sz="2400" spc="-30" dirty="0">
                <a:latin typeface="Calibri"/>
                <a:cs typeface="Calibri"/>
              </a:rPr>
              <a:t> </a:t>
            </a:r>
            <a:r>
              <a:rPr sz="2400" dirty="0">
                <a:latin typeface="Calibri"/>
                <a:cs typeface="Calibri"/>
              </a:rPr>
              <a:t>4</a:t>
            </a:r>
            <a:r>
              <a:rPr sz="2400" spc="-5" dirty="0">
                <a:latin typeface="Calibri"/>
                <a:cs typeface="Calibri"/>
              </a:rPr>
              <a:t> </a:t>
            </a:r>
            <a:r>
              <a:rPr sz="2400" spc="-25" dirty="0">
                <a:latin typeface="Calibri"/>
                <a:cs typeface="Calibri"/>
              </a:rPr>
              <a:t>}.</a:t>
            </a:r>
            <a:endParaRPr sz="2400">
              <a:latin typeface="Calibri"/>
              <a:cs typeface="Calibri"/>
            </a:endParaRPr>
          </a:p>
          <a:p>
            <a:pPr marL="460375">
              <a:lnSpc>
                <a:spcPct val="100000"/>
              </a:lnSpc>
              <a:spcBef>
                <a:spcPts val="290"/>
              </a:spcBef>
            </a:pPr>
            <a:r>
              <a:rPr sz="2400" dirty="0">
                <a:latin typeface="Calibri"/>
                <a:cs typeface="Calibri"/>
              </a:rPr>
              <a:t>R</a:t>
            </a:r>
            <a:r>
              <a:rPr sz="2400" spc="-15" dirty="0">
                <a:latin typeface="Calibri"/>
                <a:cs typeface="Calibri"/>
              </a:rPr>
              <a:t> </a:t>
            </a:r>
            <a:r>
              <a:rPr sz="2400" dirty="0">
                <a:latin typeface="Calibri"/>
                <a:cs typeface="Calibri"/>
              </a:rPr>
              <a:t>=</a:t>
            </a:r>
            <a:r>
              <a:rPr sz="2400" spc="-10" dirty="0">
                <a:latin typeface="Calibri"/>
                <a:cs typeface="Calibri"/>
              </a:rPr>
              <a:t> </a:t>
            </a:r>
            <a:r>
              <a:rPr sz="2400" dirty="0">
                <a:latin typeface="Calibri"/>
                <a:cs typeface="Calibri"/>
              </a:rPr>
              <a:t>{(1,1),</a:t>
            </a:r>
            <a:r>
              <a:rPr sz="2400" spc="-30" dirty="0">
                <a:latin typeface="Calibri"/>
                <a:cs typeface="Calibri"/>
              </a:rPr>
              <a:t> </a:t>
            </a:r>
            <a:r>
              <a:rPr sz="2400" dirty="0">
                <a:latin typeface="Calibri"/>
                <a:cs typeface="Calibri"/>
              </a:rPr>
              <a:t>...,</a:t>
            </a:r>
            <a:r>
              <a:rPr sz="2400" spc="-5" dirty="0">
                <a:latin typeface="Calibri"/>
                <a:cs typeface="Calibri"/>
              </a:rPr>
              <a:t> </a:t>
            </a:r>
            <a:r>
              <a:rPr sz="2400" dirty="0">
                <a:latin typeface="Calibri"/>
                <a:cs typeface="Calibri"/>
              </a:rPr>
              <a:t>(4,4),</a:t>
            </a:r>
            <a:r>
              <a:rPr sz="2400" spc="-30" dirty="0">
                <a:latin typeface="Calibri"/>
                <a:cs typeface="Calibri"/>
              </a:rPr>
              <a:t> </a:t>
            </a:r>
            <a:r>
              <a:rPr sz="2400" dirty="0">
                <a:latin typeface="Calibri"/>
                <a:cs typeface="Calibri"/>
              </a:rPr>
              <a:t>(1,2),</a:t>
            </a:r>
            <a:r>
              <a:rPr sz="2400" spc="-15" dirty="0">
                <a:latin typeface="Calibri"/>
                <a:cs typeface="Calibri"/>
              </a:rPr>
              <a:t> </a:t>
            </a:r>
            <a:r>
              <a:rPr sz="2400" dirty="0">
                <a:latin typeface="Calibri"/>
                <a:cs typeface="Calibri"/>
              </a:rPr>
              <a:t>(1,3),</a:t>
            </a:r>
            <a:r>
              <a:rPr sz="2400" spc="-10" dirty="0">
                <a:latin typeface="Calibri"/>
                <a:cs typeface="Calibri"/>
              </a:rPr>
              <a:t> </a:t>
            </a:r>
            <a:r>
              <a:rPr sz="2400" dirty="0">
                <a:latin typeface="Calibri"/>
                <a:cs typeface="Calibri"/>
              </a:rPr>
              <a:t>(1,4),</a:t>
            </a:r>
            <a:r>
              <a:rPr sz="2400" spc="-15" dirty="0">
                <a:latin typeface="Calibri"/>
                <a:cs typeface="Calibri"/>
              </a:rPr>
              <a:t> </a:t>
            </a:r>
            <a:r>
              <a:rPr sz="2400" dirty="0">
                <a:latin typeface="Calibri"/>
                <a:cs typeface="Calibri"/>
              </a:rPr>
              <a:t>(2,3),</a:t>
            </a:r>
            <a:r>
              <a:rPr sz="2400" spc="-30" dirty="0">
                <a:latin typeface="Calibri"/>
                <a:cs typeface="Calibri"/>
              </a:rPr>
              <a:t> </a:t>
            </a:r>
            <a:r>
              <a:rPr sz="2400" dirty="0">
                <a:latin typeface="Calibri"/>
                <a:cs typeface="Calibri"/>
              </a:rPr>
              <a:t>(2,4),</a:t>
            </a:r>
            <a:r>
              <a:rPr sz="2400" spc="-15" dirty="0">
                <a:latin typeface="Calibri"/>
                <a:cs typeface="Calibri"/>
              </a:rPr>
              <a:t> </a:t>
            </a:r>
            <a:r>
              <a:rPr sz="2400" spc="-10" dirty="0">
                <a:latin typeface="Calibri"/>
                <a:cs typeface="Calibri"/>
              </a:rPr>
              <a:t>(3,4)}</a:t>
            </a:r>
            <a:endParaRPr sz="2400">
              <a:latin typeface="Calibri"/>
              <a:cs typeface="Calibri"/>
            </a:endParaRPr>
          </a:p>
          <a:p>
            <a:pPr marL="368300" marR="1075690" indent="-318135">
              <a:lnSpc>
                <a:spcPct val="110000"/>
              </a:lnSpc>
              <a:spcBef>
                <a:spcPts val="5"/>
              </a:spcBef>
              <a:buAutoNum type="alphaLcParenR" startAt="2"/>
              <a:tabLst>
                <a:tab pos="460375" algn="l"/>
              </a:tabLst>
            </a:pPr>
            <a:r>
              <a:rPr sz="2400" dirty="0">
                <a:latin typeface="Calibri"/>
                <a:cs typeface="Calibri"/>
              </a:rPr>
              <a:t>Quan</a:t>
            </a:r>
            <a:r>
              <a:rPr sz="2400" spc="-15" dirty="0">
                <a:latin typeface="Calibri"/>
                <a:cs typeface="Calibri"/>
              </a:rPr>
              <a:t> </a:t>
            </a:r>
            <a:r>
              <a:rPr sz="2400" dirty="0">
                <a:latin typeface="Calibri"/>
                <a:cs typeface="Calibri"/>
              </a:rPr>
              <a:t>hệ</a:t>
            </a:r>
            <a:r>
              <a:rPr sz="2400" spc="-10" dirty="0">
                <a:latin typeface="Calibri"/>
                <a:cs typeface="Calibri"/>
              </a:rPr>
              <a:t> </a:t>
            </a:r>
            <a:r>
              <a:rPr sz="2400" dirty="0">
                <a:latin typeface="Calibri"/>
                <a:cs typeface="Calibri"/>
              </a:rPr>
              <a:t>R</a:t>
            </a:r>
            <a:r>
              <a:rPr sz="2400" spc="-20" dirty="0">
                <a:latin typeface="Calibri"/>
                <a:cs typeface="Calibri"/>
              </a:rPr>
              <a:t> </a:t>
            </a:r>
            <a:r>
              <a:rPr sz="2400" dirty="0">
                <a:latin typeface="Calibri"/>
                <a:cs typeface="Calibri"/>
              </a:rPr>
              <a:t>=</a:t>
            </a:r>
            <a:r>
              <a:rPr sz="2400" spc="-10" dirty="0">
                <a:latin typeface="Calibri"/>
                <a:cs typeface="Calibri"/>
              </a:rPr>
              <a:t> </a:t>
            </a:r>
            <a:r>
              <a:rPr sz="2400" dirty="0">
                <a:latin typeface="Calibri"/>
                <a:cs typeface="Calibri"/>
              </a:rPr>
              <a:t>{(x,</a:t>
            </a:r>
            <a:r>
              <a:rPr sz="2400" spc="-35" dirty="0">
                <a:latin typeface="Calibri"/>
                <a:cs typeface="Calibri"/>
              </a:rPr>
              <a:t> </a:t>
            </a:r>
            <a:r>
              <a:rPr sz="2400" dirty="0">
                <a:latin typeface="Calibri"/>
                <a:cs typeface="Calibri"/>
              </a:rPr>
              <a:t>y)</a:t>
            </a:r>
            <a:r>
              <a:rPr sz="2400" spc="-20" dirty="0">
                <a:latin typeface="Calibri"/>
                <a:cs typeface="Calibri"/>
              </a:rPr>
              <a:t> </a:t>
            </a:r>
            <a:r>
              <a:rPr sz="2400" dirty="0">
                <a:latin typeface="Calibri"/>
                <a:cs typeface="Calibri"/>
              </a:rPr>
              <a:t>:</a:t>
            </a:r>
            <a:r>
              <a:rPr sz="2400" spc="-15" dirty="0">
                <a:latin typeface="Calibri"/>
                <a:cs typeface="Calibri"/>
              </a:rPr>
              <a:t> </a:t>
            </a:r>
            <a:r>
              <a:rPr sz="2400" dirty="0">
                <a:latin typeface="Calibri"/>
                <a:cs typeface="Calibri"/>
              </a:rPr>
              <a:t>x|y</a:t>
            </a:r>
            <a:r>
              <a:rPr sz="2400" spc="-30" dirty="0">
                <a:latin typeface="Calibri"/>
                <a:cs typeface="Calibri"/>
              </a:rPr>
              <a:t> </a:t>
            </a:r>
            <a:r>
              <a:rPr sz="2400" dirty="0">
                <a:latin typeface="Calibri"/>
                <a:cs typeface="Calibri"/>
              </a:rPr>
              <a:t>}</a:t>
            </a:r>
            <a:r>
              <a:rPr sz="2400" spc="-15" dirty="0">
                <a:latin typeface="Calibri"/>
                <a:cs typeface="Calibri"/>
              </a:rPr>
              <a:t> </a:t>
            </a:r>
            <a:r>
              <a:rPr sz="2400" dirty="0">
                <a:latin typeface="Calibri"/>
                <a:cs typeface="Calibri"/>
              </a:rPr>
              <a:t>trên</a:t>
            </a:r>
            <a:r>
              <a:rPr sz="2400" spc="-20" dirty="0">
                <a:latin typeface="Calibri"/>
                <a:cs typeface="Calibri"/>
              </a:rPr>
              <a:t> </a:t>
            </a:r>
            <a:r>
              <a:rPr sz="2400" dirty="0">
                <a:latin typeface="Calibri"/>
                <a:cs typeface="Calibri"/>
              </a:rPr>
              <a:t>X</a:t>
            </a:r>
            <a:r>
              <a:rPr sz="2400" spc="-15" dirty="0">
                <a:latin typeface="Calibri"/>
                <a:cs typeface="Calibri"/>
              </a:rPr>
              <a:t> </a:t>
            </a:r>
            <a:r>
              <a:rPr sz="2400" dirty="0">
                <a:latin typeface="Calibri"/>
                <a:cs typeface="Calibri"/>
              </a:rPr>
              <a:t>=</a:t>
            </a:r>
            <a:r>
              <a:rPr sz="2400" spc="-15" dirty="0">
                <a:latin typeface="Calibri"/>
                <a:cs typeface="Calibri"/>
              </a:rPr>
              <a:t> </a:t>
            </a:r>
            <a:r>
              <a:rPr sz="2400" dirty="0">
                <a:latin typeface="Calibri"/>
                <a:cs typeface="Calibri"/>
              </a:rPr>
              <a:t>{</a:t>
            </a:r>
            <a:r>
              <a:rPr sz="2400" spc="-20" dirty="0">
                <a:latin typeface="Calibri"/>
                <a:cs typeface="Calibri"/>
              </a:rPr>
              <a:t> </a:t>
            </a:r>
            <a:r>
              <a:rPr sz="2400" dirty="0">
                <a:latin typeface="Calibri"/>
                <a:cs typeface="Calibri"/>
              </a:rPr>
              <a:t>1,</a:t>
            </a:r>
            <a:r>
              <a:rPr sz="2400" spc="-20" dirty="0">
                <a:latin typeface="Calibri"/>
                <a:cs typeface="Calibri"/>
              </a:rPr>
              <a:t> </a:t>
            </a:r>
            <a:r>
              <a:rPr sz="2400" dirty="0">
                <a:latin typeface="Calibri"/>
                <a:cs typeface="Calibri"/>
              </a:rPr>
              <a:t>2,</a:t>
            </a:r>
            <a:r>
              <a:rPr sz="2400" spc="-20" dirty="0">
                <a:latin typeface="Calibri"/>
                <a:cs typeface="Calibri"/>
              </a:rPr>
              <a:t> </a:t>
            </a:r>
            <a:r>
              <a:rPr sz="2400" dirty="0">
                <a:latin typeface="Calibri"/>
                <a:cs typeface="Calibri"/>
              </a:rPr>
              <a:t>3,</a:t>
            </a:r>
            <a:r>
              <a:rPr sz="2400" spc="-15" dirty="0">
                <a:latin typeface="Calibri"/>
                <a:cs typeface="Calibri"/>
              </a:rPr>
              <a:t> </a:t>
            </a:r>
            <a:r>
              <a:rPr sz="2400" dirty="0">
                <a:latin typeface="Calibri"/>
                <a:cs typeface="Calibri"/>
              </a:rPr>
              <a:t>4</a:t>
            </a:r>
            <a:r>
              <a:rPr sz="2400" spc="-10" dirty="0">
                <a:latin typeface="Calibri"/>
                <a:cs typeface="Calibri"/>
              </a:rPr>
              <a:t> </a:t>
            </a:r>
            <a:r>
              <a:rPr sz="2400" spc="-25" dirty="0">
                <a:latin typeface="Calibri"/>
                <a:cs typeface="Calibri"/>
              </a:rPr>
              <a:t>}. 	</a:t>
            </a:r>
            <a:r>
              <a:rPr sz="2400" dirty="0">
                <a:latin typeface="Calibri"/>
                <a:cs typeface="Calibri"/>
              </a:rPr>
              <a:t>R</a:t>
            </a:r>
            <a:r>
              <a:rPr sz="2400" spc="-20" dirty="0">
                <a:latin typeface="Calibri"/>
                <a:cs typeface="Calibri"/>
              </a:rPr>
              <a:t> </a:t>
            </a:r>
            <a:r>
              <a:rPr sz="2400" dirty="0">
                <a:latin typeface="Calibri"/>
                <a:cs typeface="Calibri"/>
              </a:rPr>
              <a:t>=</a:t>
            </a:r>
            <a:r>
              <a:rPr sz="2400" spc="-15" dirty="0">
                <a:latin typeface="Calibri"/>
                <a:cs typeface="Calibri"/>
              </a:rPr>
              <a:t> </a:t>
            </a:r>
            <a:r>
              <a:rPr sz="2400" dirty="0">
                <a:latin typeface="Calibri"/>
                <a:cs typeface="Calibri"/>
              </a:rPr>
              <a:t>{(1,1),</a:t>
            </a:r>
            <a:r>
              <a:rPr sz="2400" spc="-35" dirty="0">
                <a:latin typeface="Calibri"/>
                <a:cs typeface="Calibri"/>
              </a:rPr>
              <a:t> </a:t>
            </a:r>
            <a:r>
              <a:rPr sz="2400" dirty="0">
                <a:latin typeface="Calibri"/>
                <a:cs typeface="Calibri"/>
              </a:rPr>
              <a:t>...,</a:t>
            </a:r>
            <a:r>
              <a:rPr sz="2400" spc="-5" dirty="0">
                <a:latin typeface="Calibri"/>
                <a:cs typeface="Calibri"/>
              </a:rPr>
              <a:t> </a:t>
            </a:r>
            <a:r>
              <a:rPr sz="2400" dirty="0">
                <a:latin typeface="Calibri"/>
                <a:cs typeface="Calibri"/>
              </a:rPr>
              <a:t>(4,4),</a:t>
            </a:r>
            <a:r>
              <a:rPr sz="2400" spc="-35" dirty="0">
                <a:latin typeface="Calibri"/>
                <a:cs typeface="Calibri"/>
              </a:rPr>
              <a:t> </a:t>
            </a:r>
            <a:r>
              <a:rPr sz="2400" dirty="0">
                <a:latin typeface="Calibri"/>
                <a:cs typeface="Calibri"/>
              </a:rPr>
              <a:t>(1,2),</a:t>
            </a:r>
            <a:r>
              <a:rPr sz="2400" spc="-25" dirty="0">
                <a:latin typeface="Calibri"/>
                <a:cs typeface="Calibri"/>
              </a:rPr>
              <a:t> </a:t>
            </a:r>
            <a:r>
              <a:rPr sz="2400" dirty="0">
                <a:latin typeface="Calibri"/>
                <a:cs typeface="Calibri"/>
              </a:rPr>
              <a:t>(1,3),</a:t>
            </a:r>
            <a:r>
              <a:rPr sz="2400" spc="-20" dirty="0">
                <a:latin typeface="Calibri"/>
                <a:cs typeface="Calibri"/>
              </a:rPr>
              <a:t> </a:t>
            </a:r>
            <a:r>
              <a:rPr sz="2400" dirty="0">
                <a:latin typeface="Calibri"/>
                <a:cs typeface="Calibri"/>
              </a:rPr>
              <a:t>(1,4),</a:t>
            </a:r>
            <a:r>
              <a:rPr sz="2400" spc="-25" dirty="0">
                <a:latin typeface="Calibri"/>
                <a:cs typeface="Calibri"/>
              </a:rPr>
              <a:t> </a:t>
            </a:r>
            <a:r>
              <a:rPr sz="2400" spc="-10" dirty="0">
                <a:latin typeface="Calibri"/>
                <a:cs typeface="Calibri"/>
              </a:rPr>
              <a:t>(2,4)}</a:t>
            </a:r>
            <a:endParaRPr sz="2400">
              <a:latin typeface="Calibri"/>
              <a:cs typeface="Calibri"/>
            </a:endParaRPr>
          </a:p>
          <a:p>
            <a:pPr marL="50800" marR="246379" indent="287655">
              <a:lnSpc>
                <a:spcPct val="110000"/>
              </a:lnSpc>
              <a:spcBef>
                <a:spcPts val="20"/>
              </a:spcBef>
              <a:buAutoNum type="alphaLcParenR" startAt="2"/>
              <a:tabLst>
                <a:tab pos="338455" algn="l"/>
              </a:tabLst>
            </a:pPr>
            <a:r>
              <a:rPr sz="2400" dirty="0">
                <a:latin typeface="Calibri"/>
                <a:cs typeface="Calibri"/>
              </a:rPr>
              <a:t>U</a:t>
            </a:r>
            <a:r>
              <a:rPr sz="2400" baseline="-20833" dirty="0">
                <a:latin typeface="Calibri"/>
                <a:cs typeface="Calibri"/>
              </a:rPr>
              <a:t>6</a:t>
            </a:r>
            <a:r>
              <a:rPr sz="2400" spc="225" baseline="-20833" dirty="0">
                <a:latin typeface="Calibri"/>
                <a:cs typeface="Calibri"/>
              </a:rPr>
              <a:t> </a:t>
            </a:r>
            <a:r>
              <a:rPr sz="2400" dirty="0">
                <a:latin typeface="Calibri"/>
                <a:cs typeface="Calibri"/>
              </a:rPr>
              <a:t>=</a:t>
            </a:r>
            <a:r>
              <a:rPr sz="2400" spc="-25" dirty="0">
                <a:latin typeface="Calibri"/>
                <a:cs typeface="Calibri"/>
              </a:rPr>
              <a:t> </a:t>
            </a:r>
            <a:r>
              <a:rPr sz="2400" dirty="0">
                <a:latin typeface="Calibri"/>
                <a:cs typeface="Calibri"/>
              </a:rPr>
              <a:t>{a</a:t>
            </a:r>
            <a:r>
              <a:rPr sz="2400" spc="-30" dirty="0">
                <a:latin typeface="Calibri"/>
                <a:cs typeface="Calibri"/>
              </a:rPr>
              <a:t> </a:t>
            </a:r>
            <a:r>
              <a:rPr sz="2400" dirty="0">
                <a:latin typeface="Symbol"/>
                <a:cs typeface="Symbol"/>
              </a:rPr>
              <a:t></a:t>
            </a:r>
            <a:r>
              <a:rPr sz="2400" spc="-70" dirty="0">
                <a:latin typeface="Times New Roman"/>
                <a:cs typeface="Times New Roman"/>
              </a:rPr>
              <a:t> </a:t>
            </a:r>
            <a:r>
              <a:rPr sz="2400" dirty="0">
                <a:latin typeface="Calibri"/>
                <a:cs typeface="Calibri"/>
              </a:rPr>
              <a:t>N</a:t>
            </a:r>
            <a:r>
              <a:rPr sz="2400" spc="-20" dirty="0">
                <a:latin typeface="Calibri"/>
                <a:cs typeface="Calibri"/>
              </a:rPr>
              <a:t> </a:t>
            </a:r>
            <a:r>
              <a:rPr sz="2400" dirty="0">
                <a:latin typeface="Calibri"/>
                <a:cs typeface="Calibri"/>
              </a:rPr>
              <a:t>:</a:t>
            </a:r>
            <a:r>
              <a:rPr sz="2400" spc="-35" dirty="0">
                <a:latin typeface="Calibri"/>
                <a:cs typeface="Calibri"/>
              </a:rPr>
              <a:t> </a:t>
            </a:r>
            <a:r>
              <a:rPr sz="2400" dirty="0">
                <a:latin typeface="Calibri"/>
                <a:cs typeface="Calibri"/>
              </a:rPr>
              <a:t>a</a:t>
            </a:r>
            <a:r>
              <a:rPr sz="2400" spc="-35" dirty="0">
                <a:latin typeface="Calibri"/>
                <a:cs typeface="Calibri"/>
              </a:rPr>
              <a:t> </a:t>
            </a:r>
            <a:r>
              <a:rPr sz="2400" dirty="0">
                <a:latin typeface="Calibri"/>
                <a:cs typeface="Calibri"/>
              </a:rPr>
              <a:t>|</a:t>
            </a:r>
            <a:r>
              <a:rPr sz="2400" spc="-20" dirty="0">
                <a:latin typeface="Calibri"/>
                <a:cs typeface="Calibri"/>
              </a:rPr>
              <a:t> </a:t>
            </a:r>
            <a:r>
              <a:rPr sz="2400" dirty="0">
                <a:latin typeface="Calibri"/>
                <a:cs typeface="Calibri"/>
              </a:rPr>
              <a:t>6}=</a:t>
            </a:r>
            <a:r>
              <a:rPr sz="2400" spc="-30" dirty="0">
                <a:latin typeface="Calibri"/>
                <a:cs typeface="Calibri"/>
              </a:rPr>
              <a:t> </a:t>
            </a:r>
            <a:r>
              <a:rPr sz="2400" dirty="0">
                <a:latin typeface="Calibri"/>
                <a:cs typeface="Calibri"/>
              </a:rPr>
              <a:t>{1,</a:t>
            </a:r>
            <a:r>
              <a:rPr sz="2400" spc="-40" dirty="0">
                <a:latin typeface="Calibri"/>
                <a:cs typeface="Calibri"/>
              </a:rPr>
              <a:t> </a:t>
            </a:r>
            <a:r>
              <a:rPr sz="2400" dirty="0">
                <a:latin typeface="Calibri"/>
                <a:cs typeface="Calibri"/>
              </a:rPr>
              <a:t>2,</a:t>
            </a:r>
            <a:r>
              <a:rPr sz="2400" spc="-25" dirty="0">
                <a:latin typeface="Calibri"/>
                <a:cs typeface="Calibri"/>
              </a:rPr>
              <a:t> </a:t>
            </a:r>
            <a:r>
              <a:rPr sz="2400" dirty="0">
                <a:latin typeface="Calibri"/>
                <a:cs typeface="Calibri"/>
              </a:rPr>
              <a:t>3,</a:t>
            </a:r>
            <a:r>
              <a:rPr sz="2400" spc="-30" dirty="0">
                <a:latin typeface="Calibri"/>
                <a:cs typeface="Calibri"/>
              </a:rPr>
              <a:t> </a:t>
            </a:r>
            <a:r>
              <a:rPr sz="2400" dirty="0">
                <a:latin typeface="Calibri"/>
                <a:cs typeface="Calibri"/>
              </a:rPr>
              <a:t>6}.</a:t>
            </a:r>
            <a:r>
              <a:rPr sz="2400" spc="-45" dirty="0">
                <a:latin typeface="Calibri"/>
                <a:cs typeface="Calibri"/>
              </a:rPr>
              <a:t> </a:t>
            </a:r>
            <a:r>
              <a:rPr sz="2400" spc="-30" dirty="0">
                <a:latin typeface="Calibri"/>
                <a:cs typeface="Calibri"/>
              </a:rPr>
              <a:t>Trên</a:t>
            </a:r>
            <a:r>
              <a:rPr sz="2400" dirty="0">
                <a:latin typeface="Calibri"/>
                <a:cs typeface="Calibri"/>
              </a:rPr>
              <a:t> U</a:t>
            </a:r>
            <a:r>
              <a:rPr sz="2400" baseline="-20833" dirty="0">
                <a:latin typeface="Calibri"/>
                <a:cs typeface="Calibri"/>
              </a:rPr>
              <a:t>6</a:t>
            </a:r>
            <a:r>
              <a:rPr sz="2400" spc="240" baseline="-20833" dirty="0">
                <a:latin typeface="Calibri"/>
                <a:cs typeface="Calibri"/>
              </a:rPr>
              <a:t> </a:t>
            </a:r>
            <a:r>
              <a:rPr sz="2400" dirty="0">
                <a:latin typeface="Calibri"/>
                <a:cs typeface="Calibri"/>
              </a:rPr>
              <a:t>định</a:t>
            </a:r>
            <a:r>
              <a:rPr sz="2400" spc="-25" dirty="0">
                <a:latin typeface="Calibri"/>
                <a:cs typeface="Calibri"/>
              </a:rPr>
              <a:t> </a:t>
            </a:r>
            <a:r>
              <a:rPr sz="2400" dirty="0">
                <a:latin typeface="Calibri"/>
                <a:cs typeface="Calibri"/>
              </a:rPr>
              <a:t>nghĩa</a:t>
            </a:r>
            <a:r>
              <a:rPr sz="2400" spc="-25" dirty="0">
                <a:latin typeface="Calibri"/>
                <a:cs typeface="Calibri"/>
              </a:rPr>
              <a:t> </a:t>
            </a:r>
            <a:r>
              <a:rPr sz="2400" spc="-35" dirty="0">
                <a:latin typeface="Calibri"/>
                <a:cs typeface="Calibri"/>
              </a:rPr>
              <a:t>R: </a:t>
            </a:r>
            <a:r>
              <a:rPr sz="2400" dirty="0">
                <a:latin typeface="Calibri"/>
                <a:cs typeface="Calibri"/>
              </a:rPr>
              <a:t>x</a:t>
            </a:r>
            <a:r>
              <a:rPr sz="2400" spc="-15" dirty="0">
                <a:latin typeface="Calibri"/>
                <a:cs typeface="Calibri"/>
              </a:rPr>
              <a:t> </a:t>
            </a:r>
            <a:r>
              <a:rPr sz="2400" dirty="0">
                <a:latin typeface="Calibri"/>
                <a:cs typeface="Calibri"/>
              </a:rPr>
              <a:t>R</a:t>
            </a:r>
            <a:r>
              <a:rPr sz="2400" spc="-15" dirty="0">
                <a:latin typeface="Calibri"/>
                <a:cs typeface="Calibri"/>
              </a:rPr>
              <a:t> </a:t>
            </a:r>
            <a:r>
              <a:rPr sz="2400" dirty="0">
                <a:latin typeface="Calibri"/>
                <a:cs typeface="Calibri"/>
              </a:rPr>
              <a:t>y</a:t>
            </a:r>
            <a:r>
              <a:rPr sz="2400" spc="5" dirty="0">
                <a:latin typeface="Calibri"/>
                <a:cs typeface="Calibri"/>
              </a:rPr>
              <a:t> </a:t>
            </a:r>
            <a:r>
              <a:rPr sz="2400" dirty="0">
                <a:latin typeface="Symbol"/>
                <a:cs typeface="Symbol"/>
              </a:rPr>
              <a:t></a:t>
            </a:r>
            <a:r>
              <a:rPr sz="2400" spc="-70" dirty="0">
                <a:latin typeface="Times New Roman"/>
                <a:cs typeface="Times New Roman"/>
              </a:rPr>
              <a:t> </a:t>
            </a:r>
            <a:r>
              <a:rPr sz="2400" dirty="0">
                <a:latin typeface="Calibri"/>
                <a:cs typeface="Calibri"/>
              </a:rPr>
              <a:t>x</a:t>
            </a:r>
            <a:r>
              <a:rPr sz="2400" spc="-15" dirty="0">
                <a:latin typeface="Calibri"/>
                <a:cs typeface="Calibri"/>
              </a:rPr>
              <a:t> </a:t>
            </a:r>
            <a:r>
              <a:rPr sz="2400" dirty="0">
                <a:latin typeface="Calibri"/>
                <a:cs typeface="Calibri"/>
              </a:rPr>
              <a:t>|</a:t>
            </a:r>
            <a:r>
              <a:rPr sz="2400" spc="-5" dirty="0">
                <a:latin typeface="Calibri"/>
                <a:cs typeface="Calibri"/>
              </a:rPr>
              <a:t> </a:t>
            </a:r>
            <a:r>
              <a:rPr sz="2400" spc="-25" dirty="0">
                <a:latin typeface="Calibri"/>
                <a:cs typeface="Calibri"/>
              </a:rPr>
              <a:t>y.</a:t>
            </a:r>
            <a:endParaRPr sz="2400">
              <a:latin typeface="Calibri"/>
              <a:cs typeface="Calibri"/>
            </a:endParaRPr>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229260"/>
            <a:ext cx="5848985" cy="6171565"/>
          </a:xfrm>
          <a:prstGeom prst="rect">
            <a:avLst/>
          </a:prstGeom>
        </p:spPr>
        <p:txBody>
          <a:bodyPr vert="horz" wrap="square" lIns="0" tIns="97790" rIns="0" bIns="0" rtlCol="0">
            <a:spAutoFit/>
          </a:bodyPr>
          <a:lstStyle/>
          <a:p>
            <a:pPr marL="12700">
              <a:lnSpc>
                <a:spcPct val="100000"/>
              </a:lnSpc>
              <a:spcBef>
                <a:spcPts val="770"/>
              </a:spcBef>
              <a:tabLst>
                <a:tab pos="1374775" algn="l"/>
              </a:tabLst>
            </a:pPr>
            <a:r>
              <a:rPr sz="2800" b="1" dirty="0">
                <a:latin typeface="Calibri"/>
                <a:cs typeface="Calibri"/>
              </a:rPr>
              <a:t>Ví</a:t>
            </a:r>
            <a:r>
              <a:rPr sz="2800" b="1" spc="-5" dirty="0">
                <a:latin typeface="Calibri"/>
                <a:cs typeface="Calibri"/>
              </a:rPr>
              <a:t> </a:t>
            </a:r>
            <a:r>
              <a:rPr sz="2800" b="1" dirty="0">
                <a:latin typeface="Calibri"/>
                <a:cs typeface="Calibri"/>
              </a:rPr>
              <a:t>dụ</a:t>
            </a:r>
            <a:r>
              <a:rPr sz="2800" b="1" spc="-5" dirty="0">
                <a:latin typeface="Calibri"/>
                <a:cs typeface="Calibri"/>
              </a:rPr>
              <a:t> </a:t>
            </a:r>
            <a:r>
              <a:rPr sz="2800" b="1" dirty="0">
                <a:latin typeface="Calibri"/>
                <a:cs typeface="Calibri"/>
              </a:rPr>
              <a:t>2</a:t>
            </a:r>
            <a:r>
              <a:rPr sz="2800" b="1" spc="10" dirty="0">
                <a:latin typeface="Calibri"/>
                <a:cs typeface="Calibri"/>
              </a:rPr>
              <a:t> </a:t>
            </a:r>
            <a:r>
              <a:rPr sz="2800" b="1" spc="-50" dirty="0">
                <a:latin typeface="Calibri"/>
                <a:cs typeface="Calibri"/>
              </a:rPr>
              <a:t>:</a:t>
            </a:r>
            <a:r>
              <a:rPr sz="2800" b="1" dirty="0">
                <a:latin typeface="Calibri"/>
                <a:cs typeface="Calibri"/>
              </a:rPr>
              <a:t>	</a:t>
            </a:r>
            <a:r>
              <a:rPr sz="2800" dirty="0">
                <a:latin typeface="Calibri"/>
                <a:cs typeface="Calibri"/>
              </a:rPr>
              <a:t>X</a:t>
            </a:r>
            <a:r>
              <a:rPr sz="2800" spc="-20" dirty="0">
                <a:latin typeface="Calibri"/>
                <a:cs typeface="Calibri"/>
              </a:rPr>
              <a:t> </a:t>
            </a:r>
            <a:r>
              <a:rPr sz="2800" dirty="0">
                <a:latin typeface="Calibri"/>
                <a:cs typeface="Calibri"/>
              </a:rPr>
              <a:t>= {a,</a:t>
            </a:r>
            <a:r>
              <a:rPr sz="2800" spc="-10" dirty="0">
                <a:latin typeface="Calibri"/>
                <a:cs typeface="Calibri"/>
              </a:rPr>
              <a:t> </a:t>
            </a:r>
            <a:r>
              <a:rPr sz="2800" dirty="0">
                <a:latin typeface="Calibri"/>
                <a:cs typeface="Calibri"/>
              </a:rPr>
              <a:t>b,</a:t>
            </a:r>
            <a:r>
              <a:rPr sz="2800" spc="5" dirty="0">
                <a:latin typeface="Calibri"/>
                <a:cs typeface="Calibri"/>
              </a:rPr>
              <a:t> </a:t>
            </a:r>
            <a:r>
              <a:rPr sz="2800" spc="-25" dirty="0">
                <a:latin typeface="Calibri"/>
                <a:cs typeface="Calibri"/>
              </a:rPr>
              <a:t>c}</a:t>
            </a:r>
            <a:endParaRPr sz="2800">
              <a:latin typeface="Calibri"/>
              <a:cs typeface="Calibri"/>
            </a:endParaRPr>
          </a:p>
          <a:p>
            <a:pPr marL="12700">
              <a:lnSpc>
                <a:spcPct val="100000"/>
              </a:lnSpc>
              <a:spcBef>
                <a:spcPts val="675"/>
              </a:spcBef>
            </a:pPr>
            <a:r>
              <a:rPr sz="2800" dirty="0">
                <a:latin typeface="Calibri"/>
                <a:cs typeface="Calibri"/>
              </a:rPr>
              <a:t>R</a:t>
            </a:r>
            <a:r>
              <a:rPr sz="2800" spc="-20"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(a,</a:t>
            </a:r>
            <a:r>
              <a:rPr sz="2800" spc="-20" dirty="0">
                <a:latin typeface="Calibri"/>
                <a:cs typeface="Calibri"/>
              </a:rPr>
              <a:t> </a:t>
            </a:r>
            <a:r>
              <a:rPr sz="2800" dirty="0">
                <a:latin typeface="Calibri"/>
                <a:cs typeface="Calibri"/>
              </a:rPr>
              <a:t>a),</a:t>
            </a:r>
            <a:r>
              <a:rPr sz="2800" spc="-25" dirty="0">
                <a:latin typeface="Calibri"/>
                <a:cs typeface="Calibri"/>
              </a:rPr>
              <a:t> </a:t>
            </a:r>
            <a:r>
              <a:rPr sz="2800" dirty="0">
                <a:latin typeface="Calibri"/>
                <a:cs typeface="Calibri"/>
              </a:rPr>
              <a:t>(b,</a:t>
            </a:r>
            <a:r>
              <a:rPr sz="2800" spc="-15" dirty="0">
                <a:latin typeface="Calibri"/>
                <a:cs typeface="Calibri"/>
              </a:rPr>
              <a:t> </a:t>
            </a:r>
            <a:r>
              <a:rPr sz="2800" dirty="0">
                <a:latin typeface="Calibri"/>
                <a:cs typeface="Calibri"/>
              </a:rPr>
              <a:t>b),</a:t>
            </a:r>
            <a:r>
              <a:rPr sz="2800" spc="-10" dirty="0">
                <a:latin typeface="Calibri"/>
                <a:cs typeface="Calibri"/>
              </a:rPr>
              <a:t> </a:t>
            </a:r>
            <a:r>
              <a:rPr sz="2800" dirty="0">
                <a:latin typeface="Calibri"/>
                <a:cs typeface="Calibri"/>
              </a:rPr>
              <a:t>(c,</a:t>
            </a:r>
            <a:r>
              <a:rPr sz="2800" spc="-25" dirty="0">
                <a:latin typeface="Calibri"/>
                <a:cs typeface="Calibri"/>
              </a:rPr>
              <a:t> </a:t>
            </a:r>
            <a:r>
              <a:rPr sz="2800" dirty="0">
                <a:latin typeface="Calibri"/>
                <a:cs typeface="Calibri"/>
              </a:rPr>
              <a:t>c),</a:t>
            </a:r>
            <a:r>
              <a:rPr sz="2800" spc="-20" dirty="0">
                <a:latin typeface="Calibri"/>
                <a:cs typeface="Calibri"/>
              </a:rPr>
              <a:t> </a:t>
            </a:r>
            <a:r>
              <a:rPr sz="2800" dirty="0">
                <a:latin typeface="Calibri"/>
                <a:cs typeface="Calibri"/>
              </a:rPr>
              <a:t>(a,</a:t>
            </a:r>
            <a:r>
              <a:rPr sz="2800" spc="-25" dirty="0">
                <a:latin typeface="Calibri"/>
                <a:cs typeface="Calibri"/>
              </a:rPr>
              <a:t> </a:t>
            </a:r>
            <a:r>
              <a:rPr sz="2800" dirty="0">
                <a:latin typeface="Calibri"/>
                <a:cs typeface="Calibri"/>
              </a:rPr>
              <a:t>b),</a:t>
            </a:r>
            <a:r>
              <a:rPr sz="2800" spc="-10" dirty="0">
                <a:latin typeface="Calibri"/>
                <a:cs typeface="Calibri"/>
              </a:rPr>
              <a:t> </a:t>
            </a:r>
            <a:r>
              <a:rPr sz="2800" dirty="0">
                <a:latin typeface="Calibri"/>
                <a:cs typeface="Calibri"/>
              </a:rPr>
              <a:t>(a,</a:t>
            </a:r>
            <a:r>
              <a:rPr sz="2800" spc="-25" dirty="0">
                <a:latin typeface="Calibri"/>
                <a:cs typeface="Calibri"/>
              </a:rPr>
              <a:t> c)}</a:t>
            </a:r>
            <a:endParaRPr sz="2800">
              <a:latin typeface="Calibri"/>
              <a:cs typeface="Calibri"/>
            </a:endParaRPr>
          </a:p>
          <a:p>
            <a:pPr marL="469900" indent="-457200">
              <a:lnSpc>
                <a:spcPct val="100000"/>
              </a:lnSpc>
              <a:spcBef>
                <a:spcPts val="670"/>
              </a:spcBef>
              <a:buChar char="-"/>
              <a:tabLst>
                <a:tab pos="469900" algn="l"/>
              </a:tabLst>
            </a:pPr>
            <a:r>
              <a:rPr sz="2800" spc="-10" dirty="0">
                <a:latin typeface="Calibri"/>
                <a:cs typeface="Calibri"/>
              </a:rPr>
              <a:t>Vẽ</a:t>
            </a:r>
            <a:r>
              <a:rPr sz="2800" spc="-85" dirty="0">
                <a:latin typeface="Calibri"/>
                <a:cs typeface="Calibri"/>
              </a:rPr>
              <a:t> </a:t>
            </a:r>
            <a:r>
              <a:rPr sz="2800" dirty="0">
                <a:latin typeface="Calibri"/>
                <a:cs typeface="Calibri"/>
              </a:rPr>
              <a:t>biểu</a:t>
            </a:r>
            <a:r>
              <a:rPr sz="2800" spc="-70" dirty="0">
                <a:latin typeface="Calibri"/>
                <a:cs typeface="Calibri"/>
              </a:rPr>
              <a:t> </a:t>
            </a:r>
            <a:r>
              <a:rPr sz="2800" dirty="0">
                <a:latin typeface="Calibri"/>
                <a:cs typeface="Calibri"/>
              </a:rPr>
              <a:t>đồ</a:t>
            </a:r>
            <a:r>
              <a:rPr sz="2800" spc="-80" dirty="0">
                <a:latin typeface="Calibri"/>
                <a:cs typeface="Calibri"/>
              </a:rPr>
              <a:t> </a:t>
            </a:r>
            <a:r>
              <a:rPr sz="2800" spc="-10" dirty="0">
                <a:latin typeface="Calibri"/>
                <a:cs typeface="Calibri"/>
              </a:rPr>
              <a:t>Hasse</a:t>
            </a:r>
            <a:endParaRPr sz="2800">
              <a:latin typeface="Calibri"/>
              <a:cs typeface="Calibri"/>
            </a:endParaRPr>
          </a:p>
          <a:p>
            <a:pPr marL="469900" indent="-457200">
              <a:lnSpc>
                <a:spcPct val="100000"/>
              </a:lnSpc>
              <a:spcBef>
                <a:spcPts val="675"/>
              </a:spcBef>
              <a:buChar char="-"/>
              <a:tabLst>
                <a:tab pos="469900" algn="l"/>
              </a:tabLst>
            </a:pPr>
            <a:r>
              <a:rPr sz="2800" dirty="0">
                <a:latin typeface="Calibri"/>
                <a:cs typeface="Calibri"/>
              </a:rPr>
              <a:t>Phần</a:t>
            </a:r>
            <a:r>
              <a:rPr sz="2800" spc="-25" dirty="0">
                <a:latin typeface="Calibri"/>
                <a:cs typeface="Calibri"/>
              </a:rPr>
              <a:t> </a:t>
            </a:r>
            <a:r>
              <a:rPr sz="2800" dirty="0">
                <a:latin typeface="Calibri"/>
                <a:cs typeface="Calibri"/>
              </a:rPr>
              <a:t>tử</a:t>
            </a:r>
            <a:r>
              <a:rPr sz="2800" spc="-35" dirty="0">
                <a:latin typeface="Calibri"/>
                <a:cs typeface="Calibri"/>
              </a:rPr>
              <a:t> </a:t>
            </a:r>
            <a:r>
              <a:rPr sz="2800" dirty="0">
                <a:latin typeface="Calibri"/>
                <a:cs typeface="Calibri"/>
              </a:rPr>
              <a:t>tối</a:t>
            </a:r>
            <a:r>
              <a:rPr sz="2800" spc="-45" dirty="0">
                <a:latin typeface="Calibri"/>
                <a:cs typeface="Calibri"/>
              </a:rPr>
              <a:t> </a:t>
            </a:r>
            <a:r>
              <a:rPr sz="2800" dirty="0">
                <a:latin typeface="Calibri"/>
                <a:cs typeface="Calibri"/>
              </a:rPr>
              <a:t>tiểu</a:t>
            </a:r>
            <a:r>
              <a:rPr sz="2800" spc="-35" dirty="0">
                <a:latin typeface="Calibri"/>
                <a:cs typeface="Calibri"/>
              </a:rPr>
              <a:t> </a:t>
            </a:r>
            <a:r>
              <a:rPr sz="2800" spc="-50" dirty="0">
                <a:latin typeface="Calibri"/>
                <a:cs typeface="Calibri"/>
              </a:rPr>
              <a:t>?</a:t>
            </a:r>
            <a:endParaRPr sz="2800">
              <a:latin typeface="Calibri"/>
              <a:cs typeface="Calibri"/>
            </a:endParaRPr>
          </a:p>
          <a:p>
            <a:pPr marL="469900" indent="-457200">
              <a:lnSpc>
                <a:spcPct val="100000"/>
              </a:lnSpc>
              <a:spcBef>
                <a:spcPts val="670"/>
              </a:spcBef>
              <a:buChar char="-"/>
              <a:tabLst>
                <a:tab pos="469900" algn="l"/>
              </a:tabLst>
            </a:pPr>
            <a:r>
              <a:rPr sz="2800" dirty="0">
                <a:latin typeface="Calibri"/>
                <a:cs typeface="Calibri"/>
              </a:rPr>
              <a:t>Phần</a:t>
            </a:r>
            <a:r>
              <a:rPr sz="2800" spc="-25" dirty="0">
                <a:latin typeface="Calibri"/>
                <a:cs typeface="Calibri"/>
              </a:rPr>
              <a:t> </a:t>
            </a:r>
            <a:r>
              <a:rPr sz="2800" dirty="0">
                <a:latin typeface="Calibri"/>
                <a:cs typeface="Calibri"/>
              </a:rPr>
              <a:t>tử</a:t>
            </a:r>
            <a:r>
              <a:rPr sz="2800" spc="-30" dirty="0">
                <a:latin typeface="Calibri"/>
                <a:cs typeface="Calibri"/>
              </a:rPr>
              <a:t> </a:t>
            </a:r>
            <a:r>
              <a:rPr sz="2800" dirty="0">
                <a:latin typeface="Calibri"/>
                <a:cs typeface="Calibri"/>
              </a:rPr>
              <a:t>tối</a:t>
            </a:r>
            <a:r>
              <a:rPr sz="2800" spc="-45" dirty="0">
                <a:latin typeface="Calibri"/>
                <a:cs typeface="Calibri"/>
              </a:rPr>
              <a:t> </a:t>
            </a:r>
            <a:r>
              <a:rPr sz="2800" dirty="0">
                <a:latin typeface="Calibri"/>
                <a:cs typeface="Calibri"/>
              </a:rPr>
              <a:t>đại</a:t>
            </a:r>
            <a:r>
              <a:rPr sz="2800" spc="-40" dirty="0">
                <a:latin typeface="Calibri"/>
                <a:cs typeface="Calibri"/>
              </a:rPr>
              <a:t> </a:t>
            </a:r>
            <a:r>
              <a:rPr sz="2800" spc="-50" dirty="0">
                <a:latin typeface="Calibri"/>
                <a:cs typeface="Calibri"/>
              </a:rPr>
              <a:t>?</a:t>
            </a:r>
            <a:endParaRPr sz="2800">
              <a:latin typeface="Calibri"/>
              <a:cs typeface="Calibri"/>
            </a:endParaRPr>
          </a:p>
          <a:p>
            <a:pPr marL="469900" indent="-457200">
              <a:lnSpc>
                <a:spcPct val="100000"/>
              </a:lnSpc>
              <a:spcBef>
                <a:spcPts val="675"/>
              </a:spcBef>
              <a:buChar char="-"/>
              <a:tabLst>
                <a:tab pos="469900" algn="l"/>
              </a:tabLst>
            </a:pPr>
            <a:r>
              <a:rPr sz="2800" dirty="0">
                <a:latin typeface="Calibri"/>
                <a:cs typeface="Calibri"/>
              </a:rPr>
              <a:t>Phần</a:t>
            </a:r>
            <a:r>
              <a:rPr sz="2800" spc="-35" dirty="0">
                <a:latin typeface="Calibri"/>
                <a:cs typeface="Calibri"/>
              </a:rPr>
              <a:t> </a:t>
            </a:r>
            <a:r>
              <a:rPr sz="2800" dirty="0">
                <a:latin typeface="Calibri"/>
                <a:cs typeface="Calibri"/>
              </a:rPr>
              <a:t>tử</a:t>
            </a:r>
            <a:r>
              <a:rPr sz="2800" spc="-45" dirty="0">
                <a:latin typeface="Calibri"/>
                <a:cs typeface="Calibri"/>
              </a:rPr>
              <a:t> </a:t>
            </a:r>
            <a:r>
              <a:rPr sz="2800" dirty="0">
                <a:latin typeface="Calibri"/>
                <a:cs typeface="Calibri"/>
              </a:rPr>
              <a:t>lớn</a:t>
            </a:r>
            <a:r>
              <a:rPr sz="2800" spc="-35" dirty="0">
                <a:latin typeface="Calibri"/>
                <a:cs typeface="Calibri"/>
              </a:rPr>
              <a:t> </a:t>
            </a:r>
            <a:r>
              <a:rPr sz="2800" dirty="0">
                <a:latin typeface="Calibri"/>
                <a:cs typeface="Calibri"/>
              </a:rPr>
              <a:t>nhất</a:t>
            </a:r>
            <a:r>
              <a:rPr sz="2800" spc="-40" dirty="0">
                <a:latin typeface="Calibri"/>
                <a:cs typeface="Calibri"/>
              </a:rPr>
              <a:t> </a:t>
            </a:r>
            <a:r>
              <a:rPr sz="2800" dirty="0">
                <a:latin typeface="Calibri"/>
                <a:cs typeface="Calibri"/>
              </a:rPr>
              <a:t>,</a:t>
            </a:r>
            <a:r>
              <a:rPr sz="2800" spc="-40" dirty="0">
                <a:latin typeface="Calibri"/>
                <a:cs typeface="Calibri"/>
              </a:rPr>
              <a:t> </a:t>
            </a:r>
            <a:r>
              <a:rPr sz="2800" dirty="0">
                <a:latin typeface="Calibri"/>
                <a:cs typeface="Calibri"/>
              </a:rPr>
              <a:t>phần</a:t>
            </a:r>
            <a:r>
              <a:rPr sz="2800" spc="-35" dirty="0">
                <a:latin typeface="Calibri"/>
                <a:cs typeface="Calibri"/>
              </a:rPr>
              <a:t> </a:t>
            </a:r>
            <a:r>
              <a:rPr sz="2800" dirty="0">
                <a:latin typeface="Calibri"/>
                <a:cs typeface="Calibri"/>
              </a:rPr>
              <a:t>tử</a:t>
            </a:r>
            <a:r>
              <a:rPr sz="2800" spc="-45" dirty="0">
                <a:latin typeface="Calibri"/>
                <a:cs typeface="Calibri"/>
              </a:rPr>
              <a:t> </a:t>
            </a:r>
            <a:r>
              <a:rPr sz="2800" dirty="0">
                <a:latin typeface="Calibri"/>
                <a:cs typeface="Calibri"/>
              </a:rPr>
              <a:t>bé</a:t>
            </a:r>
            <a:r>
              <a:rPr sz="2800" spc="-45" dirty="0">
                <a:latin typeface="Calibri"/>
                <a:cs typeface="Calibri"/>
              </a:rPr>
              <a:t> </a:t>
            </a:r>
            <a:r>
              <a:rPr sz="2800" dirty="0">
                <a:latin typeface="Calibri"/>
                <a:cs typeface="Calibri"/>
              </a:rPr>
              <a:t>nhất</a:t>
            </a:r>
            <a:r>
              <a:rPr sz="2800" spc="-30" dirty="0">
                <a:latin typeface="Calibri"/>
                <a:cs typeface="Calibri"/>
              </a:rPr>
              <a:t> </a:t>
            </a:r>
            <a:r>
              <a:rPr sz="2800" spc="-50" dirty="0">
                <a:latin typeface="Calibri"/>
                <a:cs typeface="Calibri"/>
              </a:rPr>
              <a:t>?</a:t>
            </a:r>
            <a:endParaRPr sz="2800">
              <a:latin typeface="Calibri"/>
              <a:cs typeface="Calibri"/>
            </a:endParaRPr>
          </a:p>
          <a:p>
            <a:pPr>
              <a:lnSpc>
                <a:spcPct val="100000"/>
              </a:lnSpc>
              <a:spcBef>
                <a:spcPts val="1300"/>
              </a:spcBef>
              <a:buFont typeface="Calibri"/>
              <a:buChar char="-"/>
            </a:pPr>
            <a:endParaRPr sz="2800">
              <a:latin typeface="Calibri"/>
              <a:cs typeface="Calibri"/>
            </a:endParaRPr>
          </a:p>
          <a:p>
            <a:pPr marL="12700">
              <a:lnSpc>
                <a:spcPct val="100000"/>
              </a:lnSpc>
            </a:pPr>
            <a:r>
              <a:rPr sz="2800" b="1" dirty="0">
                <a:latin typeface="Calibri"/>
                <a:cs typeface="Calibri"/>
              </a:rPr>
              <a:t>Ví</a:t>
            </a:r>
            <a:r>
              <a:rPr sz="2800" b="1" spc="-25" dirty="0">
                <a:latin typeface="Calibri"/>
                <a:cs typeface="Calibri"/>
              </a:rPr>
              <a:t> </a:t>
            </a:r>
            <a:r>
              <a:rPr sz="2800" b="1" dirty="0">
                <a:latin typeface="Calibri"/>
                <a:cs typeface="Calibri"/>
              </a:rPr>
              <a:t>dụ</a:t>
            </a:r>
            <a:r>
              <a:rPr sz="2800" b="1" spc="-20" dirty="0">
                <a:latin typeface="Calibri"/>
                <a:cs typeface="Calibri"/>
              </a:rPr>
              <a:t> </a:t>
            </a:r>
            <a:r>
              <a:rPr sz="2800" b="1" dirty="0">
                <a:latin typeface="Calibri"/>
                <a:cs typeface="Calibri"/>
              </a:rPr>
              <a:t>3</a:t>
            </a:r>
            <a:r>
              <a:rPr sz="2800" b="1" spc="-10" dirty="0">
                <a:latin typeface="Calibri"/>
                <a:cs typeface="Calibri"/>
              </a:rPr>
              <a:t> </a:t>
            </a:r>
            <a:r>
              <a:rPr sz="2800" b="1" dirty="0">
                <a:latin typeface="Calibri"/>
                <a:cs typeface="Calibri"/>
              </a:rPr>
              <a:t>:</a:t>
            </a:r>
            <a:r>
              <a:rPr sz="2800" b="1" spc="-15" dirty="0">
                <a:latin typeface="Calibri"/>
                <a:cs typeface="Calibri"/>
              </a:rPr>
              <a:t> </a:t>
            </a:r>
            <a:r>
              <a:rPr sz="2800" spc="-40" dirty="0">
                <a:latin typeface="Calibri"/>
                <a:cs typeface="Calibri"/>
              </a:rPr>
              <a:t>Trên</a:t>
            </a:r>
            <a:r>
              <a:rPr sz="2800" spc="-25" dirty="0">
                <a:latin typeface="Calibri"/>
                <a:cs typeface="Calibri"/>
              </a:rPr>
              <a:t> </a:t>
            </a:r>
            <a:r>
              <a:rPr sz="2800" dirty="0">
                <a:latin typeface="Cambria Math"/>
                <a:cs typeface="Cambria Math"/>
              </a:rPr>
              <a:t>ℕ</a:t>
            </a:r>
            <a:r>
              <a:rPr sz="2800" dirty="0">
                <a:latin typeface="Calibri"/>
                <a:cs typeface="Calibri"/>
              </a:rPr>
              <a:t>=</a:t>
            </a:r>
            <a:r>
              <a:rPr sz="2800" spc="-25" dirty="0">
                <a:latin typeface="Calibri"/>
                <a:cs typeface="Calibri"/>
              </a:rPr>
              <a:t> </a:t>
            </a:r>
            <a:r>
              <a:rPr sz="2800" dirty="0">
                <a:latin typeface="Calibri"/>
                <a:cs typeface="Calibri"/>
              </a:rPr>
              <a:t>{0,</a:t>
            </a:r>
            <a:r>
              <a:rPr sz="2800" spc="-15" dirty="0">
                <a:latin typeface="Calibri"/>
                <a:cs typeface="Calibri"/>
              </a:rPr>
              <a:t> </a:t>
            </a:r>
            <a:r>
              <a:rPr sz="2800" dirty="0">
                <a:latin typeface="Calibri"/>
                <a:cs typeface="Calibri"/>
              </a:rPr>
              <a:t>1,</a:t>
            </a:r>
            <a:r>
              <a:rPr sz="2800" spc="-10" dirty="0">
                <a:latin typeface="Calibri"/>
                <a:cs typeface="Calibri"/>
              </a:rPr>
              <a:t> </a:t>
            </a:r>
            <a:r>
              <a:rPr sz="2800" dirty="0">
                <a:latin typeface="Calibri"/>
                <a:cs typeface="Calibri"/>
              </a:rPr>
              <a:t>2,</a:t>
            </a:r>
            <a:r>
              <a:rPr sz="2800" spc="-15"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định</a:t>
            </a:r>
            <a:r>
              <a:rPr sz="2800" spc="5" dirty="0">
                <a:latin typeface="Calibri"/>
                <a:cs typeface="Calibri"/>
              </a:rPr>
              <a:t> </a:t>
            </a:r>
            <a:r>
              <a:rPr sz="2800" spc="-10" dirty="0">
                <a:latin typeface="Calibri"/>
                <a:cs typeface="Calibri"/>
              </a:rPr>
              <a:t>nghĩa</a:t>
            </a:r>
            <a:endParaRPr sz="2800">
              <a:latin typeface="Calibri"/>
              <a:cs typeface="Calibri"/>
            </a:endParaRPr>
          </a:p>
          <a:p>
            <a:pPr marL="3213735">
              <a:lnSpc>
                <a:spcPct val="100000"/>
              </a:lnSpc>
              <a:spcBef>
                <a:spcPts val="695"/>
              </a:spcBef>
            </a:pPr>
            <a:r>
              <a:rPr sz="2800" dirty="0">
                <a:latin typeface="Calibri"/>
                <a:cs typeface="Calibri"/>
              </a:rPr>
              <a:t>x</a:t>
            </a:r>
            <a:r>
              <a:rPr sz="2800" spc="-15" dirty="0">
                <a:latin typeface="Calibri"/>
                <a:cs typeface="Calibri"/>
              </a:rPr>
              <a:t> </a:t>
            </a:r>
            <a:r>
              <a:rPr sz="2800" dirty="0">
                <a:latin typeface="Calibri"/>
                <a:cs typeface="Calibri"/>
              </a:rPr>
              <a:t>R</a:t>
            </a:r>
            <a:r>
              <a:rPr sz="2800" spc="-5" dirty="0">
                <a:latin typeface="Calibri"/>
                <a:cs typeface="Calibri"/>
              </a:rPr>
              <a:t> </a:t>
            </a:r>
            <a:r>
              <a:rPr sz="2800" dirty="0">
                <a:latin typeface="Calibri"/>
                <a:cs typeface="Calibri"/>
              </a:rPr>
              <a:t>y </a:t>
            </a:r>
            <a:r>
              <a:rPr sz="2800" dirty="0">
                <a:latin typeface="Symbol"/>
                <a:cs typeface="Symbol"/>
              </a:rPr>
              <a:t></a:t>
            </a:r>
            <a:r>
              <a:rPr sz="2800" spc="-75" dirty="0">
                <a:latin typeface="Times New Roman"/>
                <a:cs typeface="Times New Roman"/>
              </a:rPr>
              <a:t> </a:t>
            </a:r>
            <a:r>
              <a:rPr sz="2800" dirty="0">
                <a:latin typeface="Calibri"/>
                <a:cs typeface="Calibri"/>
              </a:rPr>
              <a:t>x</a:t>
            </a:r>
            <a:r>
              <a:rPr sz="2800" spc="-10" dirty="0">
                <a:latin typeface="Calibri"/>
                <a:cs typeface="Calibri"/>
              </a:rPr>
              <a:t> </a:t>
            </a:r>
            <a:r>
              <a:rPr sz="2800" dirty="0">
                <a:latin typeface="Symbol"/>
                <a:cs typeface="Symbol"/>
              </a:rPr>
              <a:t></a:t>
            </a:r>
            <a:r>
              <a:rPr sz="2800" spc="-70" dirty="0">
                <a:latin typeface="Times New Roman"/>
                <a:cs typeface="Times New Roman"/>
              </a:rPr>
              <a:t> </a:t>
            </a:r>
            <a:r>
              <a:rPr sz="2800" spc="-50" dirty="0">
                <a:latin typeface="Calibri"/>
                <a:cs typeface="Calibri"/>
              </a:rPr>
              <a:t>y</a:t>
            </a:r>
            <a:endParaRPr sz="2800">
              <a:latin typeface="Calibri"/>
              <a:cs typeface="Calibri"/>
            </a:endParaRPr>
          </a:p>
          <a:p>
            <a:pPr marL="469900" indent="-457200">
              <a:lnSpc>
                <a:spcPct val="100000"/>
              </a:lnSpc>
              <a:spcBef>
                <a:spcPts val="640"/>
              </a:spcBef>
              <a:buChar char="-"/>
              <a:tabLst>
                <a:tab pos="469900" algn="l"/>
              </a:tabLst>
            </a:pPr>
            <a:r>
              <a:rPr sz="2800" dirty="0">
                <a:latin typeface="Calibri"/>
                <a:cs typeface="Calibri"/>
              </a:rPr>
              <a:t>Phần</a:t>
            </a:r>
            <a:r>
              <a:rPr sz="2800" spc="-20" dirty="0">
                <a:latin typeface="Calibri"/>
                <a:cs typeface="Calibri"/>
              </a:rPr>
              <a:t> </a:t>
            </a:r>
            <a:r>
              <a:rPr sz="2800" dirty="0">
                <a:latin typeface="Calibri"/>
                <a:cs typeface="Calibri"/>
              </a:rPr>
              <a:t>tử</a:t>
            </a:r>
            <a:r>
              <a:rPr sz="2800" spc="-35" dirty="0">
                <a:latin typeface="Calibri"/>
                <a:cs typeface="Calibri"/>
              </a:rPr>
              <a:t> </a:t>
            </a:r>
            <a:r>
              <a:rPr sz="2800" dirty="0">
                <a:latin typeface="Calibri"/>
                <a:cs typeface="Calibri"/>
              </a:rPr>
              <a:t>tối</a:t>
            </a:r>
            <a:r>
              <a:rPr sz="2800" spc="-45" dirty="0">
                <a:latin typeface="Calibri"/>
                <a:cs typeface="Calibri"/>
              </a:rPr>
              <a:t> </a:t>
            </a:r>
            <a:r>
              <a:rPr sz="2800" dirty="0">
                <a:latin typeface="Calibri"/>
                <a:cs typeface="Calibri"/>
              </a:rPr>
              <a:t>tiểu</a:t>
            </a:r>
            <a:r>
              <a:rPr sz="2800" spc="-35" dirty="0">
                <a:latin typeface="Calibri"/>
                <a:cs typeface="Calibri"/>
              </a:rPr>
              <a:t> </a:t>
            </a:r>
            <a:r>
              <a:rPr sz="2800" spc="-50" dirty="0">
                <a:latin typeface="Calibri"/>
                <a:cs typeface="Calibri"/>
              </a:rPr>
              <a:t>?</a:t>
            </a:r>
            <a:endParaRPr sz="2800">
              <a:latin typeface="Calibri"/>
              <a:cs typeface="Calibri"/>
            </a:endParaRPr>
          </a:p>
          <a:p>
            <a:pPr marL="469900" indent="-457200">
              <a:lnSpc>
                <a:spcPct val="100000"/>
              </a:lnSpc>
              <a:spcBef>
                <a:spcPts val="670"/>
              </a:spcBef>
              <a:buChar char="-"/>
              <a:tabLst>
                <a:tab pos="469900" algn="l"/>
              </a:tabLst>
            </a:pPr>
            <a:r>
              <a:rPr sz="2800" dirty="0">
                <a:latin typeface="Calibri"/>
                <a:cs typeface="Calibri"/>
              </a:rPr>
              <a:t>Phần</a:t>
            </a:r>
            <a:r>
              <a:rPr sz="2800" spc="-25" dirty="0">
                <a:latin typeface="Calibri"/>
                <a:cs typeface="Calibri"/>
              </a:rPr>
              <a:t> </a:t>
            </a:r>
            <a:r>
              <a:rPr sz="2800" dirty="0">
                <a:latin typeface="Calibri"/>
                <a:cs typeface="Calibri"/>
              </a:rPr>
              <a:t>tử</a:t>
            </a:r>
            <a:r>
              <a:rPr sz="2800" spc="-35" dirty="0">
                <a:latin typeface="Calibri"/>
                <a:cs typeface="Calibri"/>
              </a:rPr>
              <a:t> </a:t>
            </a:r>
            <a:r>
              <a:rPr sz="2800" dirty="0">
                <a:latin typeface="Calibri"/>
                <a:cs typeface="Calibri"/>
              </a:rPr>
              <a:t>tối</a:t>
            </a:r>
            <a:r>
              <a:rPr sz="2800" spc="-45" dirty="0">
                <a:latin typeface="Calibri"/>
                <a:cs typeface="Calibri"/>
              </a:rPr>
              <a:t> </a:t>
            </a:r>
            <a:r>
              <a:rPr sz="2800" dirty="0">
                <a:latin typeface="Calibri"/>
                <a:cs typeface="Calibri"/>
              </a:rPr>
              <a:t>đại</a:t>
            </a:r>
            <a:r>
              <a:rPr sz="2800" spc="-40" dirty="0">
                <a:latin typeface="Calibri"/>
                <a:cs typeface="Calibri"/>
              </a:rPr>
              <a:t> </a:t>
            </a:r>
            <a:r>
              <a:rPr sz="2800" spc="-50" dirty="0">
                <a:latin typeface="Calibri"/>
                <a:cs typeface="Calibri"/>
              </a:rPr>
              <a:t>?</a:t>
            </a:r>
            <a:endParaRPr sz="2800">
              <a:latin typeface="Calibri"/>
              <a:cs typeface="Calibri"/>
            </a:endParaRPr>
          </a:p>
          <a:p>
            <a:pPr marL="469900" indent="-457200">
              <a:lnSpc>
                <a:spcPct val="100000"/>
              </a:lnSpc>
              <a:spcBef>
                <a:spcPts val="675"/>
              </a:spcBef>
              <a:buChar char="-"/>
              <a:tabLst>
                <a:tab pos="469900" algn="l"/>
              </a:tabLst>
            </a:pPr>
            <a:r>
              <a:rPr sz="2800" dirty="0">
                <a:latin typeface="Calibri"/>
                <a:cs typeface="Calibri"/>
              </a:rPr>
              <a:t>Phần</a:t>
            </a:r>
            <a:r>
              <a:rPr sz="2800" spc="-25" dirty="0">
                <a:latin typeface="Calibri"/>
                <a:cs typeface="Calibri"/>
              </a:rPr>
              <a:t> </a:t>
            </a:r>
            <a:r>
              <a:rPr sz="2800" dirty="0">
                <a:latin typeface="Calibri"/>
                <a:cs typeface="Calibri"/>
              </a:rPr>
              <a:t>tử</a:t>
            </a:r>
            <a:r>
              <a:rPr sz="2800" spc="-45" dirty="0">
                <a:latin typeface="Calibri"/>
                <a:cs typeface="Calibri"/>
              </a:rPr>
              <a:t> </a:t>
            </a:r>
            <a:r>
              <a:rPr sz="2800" dirty="0">
                <a:latin typeface="Calibri"/>
                <a:cs typeface="Calibri"/>
              </a:rPr>
              <a:t>lớn</a:t>
            </a:r>
            <a:r>
              <a:rPr sz="2800" spc="-35" dirty="0">
                <a:latin typeface="Calibri"/>
                <a:cs typeface="Calibri"/>
              </a:rPr>
              <a:t> </a:t>
            </a:r>
            <a:r>
              <a:rPr sz="2800" dirty="0">
                <a:latin typeface="Calibri"/>
                <a:cs typeface="Calibri"/>
              </a:rPr>
              <a:t>nhất</a:t>
            </a:r>
            <a:r>
              <a:rPr sz="2800" spc="-40" dirty="0">
                <a:latin typeface="Calibri"/>
                <a:cs typeface="Calibri"/>
              </a:rPr>
              <a:t> </a:t>
            </a:r>
            <a:r>
              <a:rPr sz="2800" dirty="0">
                <a:latin typeface="Calibri"/>
                <a:cs typeface="Calibri"/>
              </a:rPr>
              <a:t>,</a:t>
            </a:r>
            <a:r>
              <a:rPr sz="2800" spc="-45" dirty="0">
                <a:latin typeface="Calibri"/>
                <a:cs typeface="Calibri"/>
              </a:rPr>
              <a:t> </a:t>
            </a:r>
            <a:r>
              <a:rPr sz="2800" dirty="0">
                <a:latin typeface="Calibri"/>
                <a:cs typeface="Calibri"/>
              </a:rPr>
              <a:t>phần</a:t>
            </a:r>
            <a:r>
              <a:rPr sz="2800" spc="-25" dirty="0">
                <a:latin typeface="Calibri"/>
                <a:cs typeface="Calibri"/>
              </a:rPr>
              <a:t> </a:t>
            </a:r>
            <a:r>
              <a:rPr sz="2800" dirty="0">
                <a:latin typeface="Calibri"/>
                <a:cs typeface="Calibri"/>
              </a:rPr>
              <a:t>tử</a:t>
            </a:r>
            <a:r>
              <a:rPr sz="2800" spc="-45" dirty="0">
                <a:latin typeface="Calibri"/>
                <a:cs typeface="Calibri"/>
              </a:rPr>
              <a:t> </a:t>
            </a:r>
            <a:r>
              <a:rPr sz="2800" dirty="0">
                <a:latin typeface="Calibri"/>
                <a:cs typeface="Calibri"/>
              </a:rPr>
              <a:t>bé</a:t>
            </a:r>
            <a:r>
              <a:rPr sz="2800" spc="-45" dirty="0">
                <a:latin typeface="Calibri"/>
                <a:cs typeface="Calibri"/>
              </a:rPr>
              <a:t> </a:t>
            </a:r>
            <a:r>
              <a:rPr sz="2800" dirty="0">
                <a:latin typeface="Calibri"/>
                <a:cs typeface="Calibri"/>
              </a:rPr>
              <a:t>nhất</a:t>
            </a:r>
            <a:r>
              <a:rPr sz="2800" spc="-5" dirty="0">
                <a:latin typeface="Calibri"/>
                <a:cs typeface="Calibri"/>
              </a:rPr>
              <a:t> </a:t>
            </a:r>
            <a:r>
              <a:rPr sz="2800" spc="-50" dirty="0">
                <a:latin typeface="Calibri"/>
                <a:cs typeface="Calibri"/>
              </a:rPr>
              <a:t>?</a:t>
            </a:r>
            <a:endParaRPr sz="2800">
              <a:latin typeface="Calibri"/>
              <a:cs typeface="Calibri"/>
            </a:endParaRPr>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229260"/>
            <a:ext cx="7799705" cy="3610610"/>
          </a:xfrm>
          <a:prstGeom prst="rect">
            <a:avLst/>
          </a:prstGeom>
        </p:spPr>
        <p:txBody>
          <a:bodyPr vert="horz" wrap="square" lIns="0" tIns="97790" rIns="0" bIns="0" rtlCol="0">
            <a:spAutoFit/>
          </a:bodyPr>
          <a:lstStyle/>
          <a:p>
            <a:pPr marL="12700">
              <a:lnSpc>
                <a:spcPct val="100000"/>
              </a:lnSpc>
              <a:spcBef>
                <a:spcPts val="770"/>
              </a:spcBef>
              <a:tabLst>
                <a:tab pos="1294130" algn="l"/>
              </a:tabLst>
            </a:pPr>
            <a:r>
              <a:rPr sz="2800" b="1" dirty="0">
                <a:latin typeface="Calibri"/>
                <a:cs typeface="Calibri"/>
              </a:rPr>
              <a:t>Ví dụ </a:t>
            </a:r>
            <a:r>
              <a:rPr sz="2800" b="1" spc="-25" dirty="0">
                <a:latin typeface="Calibri"/>
                <a:cs typeface="Calibri"/>
              </a:rPr>
              <a:t>4:</a:t>
            </a:r>
            <a:r>
              <a:rPr sz="2800" b="1" dirty="0">
                <a:latin typeface="Calibri"/>
                <a:cs typeface="Calibri"/>
              </a:rPr>
              <a:t>	</a:t>
            </a:r>
            <a:r>
              <a:rPr sz="2800" dirty="0">
                <a:latin typeface="Calibri"/>
                <a:cs typeface="Calibri"/>
              </a:rPr>
              <a:t>X</a:t>
            </a:r>
            <a:r>
              <a:rPr sz="2800" spc="-20"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{a,</a:t>
            </a:r>
            <a:r>
              <a:rPr sz="2800" spc="-10" dirty="0">
                <a:latin typeface="Calibri"/>
                <a:cs typeface="Calibri"/>
              </a:rPr>
              <a:t> </a:t>
            </a:r>
            <a:r>
              <a:rPr sz="2800" dirty="0">
                <a:latin typeface="Calibri"/>
                <a:cs typeface="Calibri"/>
              </a:rPr>
              <a:t>b,</a:t>
            </a:r>
            <a:r>
              <a:rPr sz="2800" spc="5" dirty="0">
                <a:latin typeface="Calibri"/>
                <a:cs typeface="Calibri"/>
              </a:rPr>
              <a:t> </a:t>
            </a:r>
            <a:r>
              <a:rPr sz="2800" dirty="0">
                <a:latin typeface="Calibri"/>
                <a:cs typeface="Calibri"/>
              </a:rPr>
              <a:t>c,</a:t>
            </a:r>
            <a:r>
              <a:rPr sz="2800" spc="-10" dirty="0">
                <a:latin typeface="Calibri"/>
                <a:cs typeface="Calibri"/>
              </a:rPr>
              <a:t> </a:t>
            </a:r>
            <a:r>
              <a:rPr sz="2800" dirty="0">
                <a:latin typeface="Calibri"/>
                <a:cs typeface="Calibri"/>
              </a:rPr>
              <a:t>d,</a:t>
            </a:r>
            <a:r>
              <a:rPr sz="2800" spc="-5" dirty="0">
                <a:latin typeface="Calibri"/>
                <a:cs typeface="Calibri"/>
              </a:rPr>
              <a:t> </a:t>
            </a:r>
            <a:r>
              <a:rPr sz="2800" spc="-25" dirty="0">
                <a:latin typeface="Calibri"/>
                <a:cs typeface="Calibri"/>
              </a:rPr>
              <a:t>e}</a:t>
            </a:r>
            <a:endParaRPr sz="2800">
              <a:latin typeface="Calibri"/>
              <a:cs typeface="Calibri"/>
            </a:endParaRPr>
          </a:p>
          <a:p>
            <a:pPr marL="741045" marR="5080" indent="-728980">
              <a:lnSpc>
                <a:spcPct val="120000"/>
              </a:lnSpc>
            </a:pPr>
            <a:r>
              <a:rPr sz="2800" dirty="0">
                <a:latin typeface="Calibri"/>
                <a:cs typeface="Calibri"/>
              </a:rPr>
              <a:t>R</a:t>
            </a:r>
            <a:r>
              <a:rPr sz="2800" spc="-20" dirty="0">
                <a:latin typeface="Calibri"/>
                <a:cs typeface="Calibri"/>
              </a:rPr>
              <a:t> </a:t>
            </a:r>
            <a:r>
              <a:rPr sz="2800" dirty="0">
                <a:latin typeface="Calibri"/>
                <a:cs typeface="Calibri"/>
              </a:rPr>
              <a:t>=</a:t>
            </a:r>
            <a:r>
              <a:rPr sz="2800" spc="-20"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(a,</a:t>
            </a:r>
            <a:r>
              <a:rPr sz="2800" spc="-25" dirty="0">
                <a:latin typeface="Calibri"/>
                <a:cs typeface="Calibri"/>
              </a:rPr>
              <a:t> </a:t>
            </a:r>
            <a:r>
              <a:rPr sz="2800" dirty="0">
                <a:latin typeface="Calibri"/>
                <a:cs typeface="Calibri"/>
              </a:rPr>
              <a:t>a),</a:t>
            </a:r>
            <a:r>
              <a:rPr sz="2800" spc="-25" dirty="0">
                <a:latin typeface="Calibri"/>
                <a:cs typeface="Calibri"/>
              </a:rPr>
              <a:t> </a:t>
            </a:r>
            <a:r>
              <a:rPr sz="2800" dirty="0">
                <a:latin typeface="Calibri"/>
                <a:cs typeface="Calibri"/>
              </a:rPr>
              <a:t>(b,</a:t>
            </a:r>
            <a:r>
              <a:rPr sz="2800" spc="-15" dirty="0">
                <a:latin typeface="Calibri"/>
                <a:cs typeface="Calibri"/>
              </a:rPr>
              <a:t> </a:t>
            </a:r>
            <a:r>
              <a:rPr sz="2800" dirty="0">
                <a:latin typeface="Calibri"/>
                <a:cs typeface="Calibri"/>
              </a:rPr>
              <a:t>b),</a:t>
            </a:r>
            <a:r>
              <a:rPr sz="2800" spc="-15" dirty="0">
                <a:latin typeface="Calibri"/>
                <a:cs typeface="Calibri"/>
              </a:rPr>
              <a:t> </a:t>
            </a:r>
            <a:r>
              <a:rPr sz="2800" dirty="0">
                <a:latin typeface="Calibri"/>
                <a:cs typeface="Calibri"/>
              </a:rPr>
              <a:t>(c,</a:t>
            </a:r>
            <a:r>
              <a:rPr sz="2800" spc="-25" dirty="0">
                <a:latin typeface="Calibri"/>
                <a:cs typeface="Calibri"/>
              </a:rPr>
              <a:t> </a:t>
            </a:r>
            <a:r>
              <a:rPr sz="2800" dirty="0">
                <a:latin typeface="Calibri"/>
                <a:cs typeface="Calibri"/>
              </a:rPr>
              <a:t>c),</a:t>
            </a:r>
            <a:r>
              <a:rPr sz="2800" spc="-25" dirty="0">
                <a:latin typeface="Calibri"/>
                <a:cs typeface="Calibri"/>
              </a:rPr>
              <a:t> </a:t>
            </a:r>
            <a:r>
              <a:rPr sz="2800" dirty="0">
                <a:latin typeface="Calibri"/>
                <a:cs typeface="Calibri"/>
              </a:rPr>
              <a:t>(d, d),</a:t>
            </a:r>
            <a:r>
              <a:rPr sz="2800" spc="-15" dirty="0">
                <a:latin typeface="Calibri"/>
                <a:cs typeface="Calibri"/>
              </a:rPr>
              <a:t> </a:t>
            </a:r>
            <a:r>
              <a:rPr sz="2800" dirty="0">
                <a:latin typeface="Calibri"/>
                <a:cs typeface="Calibri"/>
              </a:rPr>
              <a:t>(e,</a:t>
            </a:r>
            <a:r>
              <a:rPr sz="2800" spc="-25" dirty="0">
                <a:latin typeface="Calibri"/>
                <a:cs typeface="Calibri"/>
              </a:rPr>
              <a:t> </a:t>
            </a:r>
            <a:r>
              <a:rPr sz="2800" dirty="0">
                <a:latin typeface="Calibri"/>
                <a:cs typeface="Calibri"/>
              </a:rPr>
              <a:t>e),(a,</a:t>
            </a:r>
            <a:r>
              <a:rPr sz="2800" spc="-25" dirty="0">
                <a:latin typeface="Calibri"/>
                <a:cs typeface="Calibri"/>
              </a:rPr>
              <a:t> </a:t>
            </a:r>
            <a:r>
              <a:rPr sz="2800" dirty="0">
                <a:latin typeface="Calibri"/>
                <a:cs typeface="Calibri"/>
              </a:rPr>
              <a:t>c),</a:t>
            </a:r>
            <a:r>
              <a:rPr sz="2800" spc="-10" dirty="0">
                <a:latin typeface="Calibri"/>
                <a:cs typeface="Calibri"/>
              </a:rPr>
              <a:t> </a:t>
            </a:r>
            <a:r>
              <a:rPr sz="2800" dirty="0">
                <a:latin typeface="Calibri"/>
                <a:cs typeface="Calibri"/>
              </a:rPr>
              <a:t>(a,</a:t>
            </a:r>
            <a:r>
              <a:rPr sz="2800" spc="-40" dirty="0">
                <a:latin typeface="Calibri"/>
                <a:cs typeface="Calibri"/>
              </a:rPr>
              <a:t> </a:t>
            </a:r>
            <a:r>
              <a:rPr sz="2800" dirty="0">
                <a:latin typeface="Calibri"/>
                <a:cs typeface="Calibri"/>
              </a:rPr>
              <a:t>d),</a:t>
            </a:r>
            <a:r>
              <a:rPr sz="2800" spc="-5" dirty="0">
                <a:latin typeface="Calibri"/>
                <a:cs typeface="Calibri"/>
              </a:rPr>
              <a:t> </a:t>
            </a:r>
            <a:r>
              <a:rPr sz="2800" dirty="0">
                <a:latin typeface="Calibri"/>
                <a:cs typeface="Calibri"/>
              </a:rPr>
              <a:t>(a,</a:t>
            </a:r>
            <a:r>
              <a:rPr sz="2800" spc="-40" dirty="0">
                <a:latin typeface="Calibri"/>
                <a:cs typeface="Calibri"/>
              </a:rPr>
              <a:t> </a:t>
            </a:r>
            <a:r>
              <a:rPr sz="2800" spc="-25" dirty="0">
                <a:latin typeface="Calibri"/>
                <a:cs typeface="Calibri"/>
              </a:rPr>
              <a:t>e), </a:t>
            </a:r>
            <a:r>
              <a:rPr sz="2800" dirty="0">
                <a:latin typeface="Calibri"/>
                <a:cs typeface="Calibri"/>
              </a:rPr>
              <a:t>(b,</a:t>
            </a:r>
            <a:r>
              <a:rPr sz="2800" spc="-20" dirty="0">
                <a:latin typeface="Calibri"/>
                <a:cs typeface="Calibri"/>
              </a:rPr>
              <a:t> </a:t>
            </a:r>
            <a:r>
              <a:rPr sz="2800" dirty="0">
                <a:latin typeface="Calibri"/>
                <a:cs typeface="Calibri"/>
              </a:rPr>
              <a:t>c),</a:t>
            </a:r>
            <a:r>
              <a:rPr sz="2800" spc="-15" dirty="0">
                <a:latin typeface="Calibri"/>
                <a:cs typeface="Calibri"/>
              </a:rPr>
              <a:t> </a:t>
            </a:r>
            <a:r>
              <a:rPr sz="2800" dirty="0">
                <a:latin typeface="Calibri"/>
                <a:cs typeface="Calibri"/>
              </a:rPr>
              <a:t>(b,</a:t>
            </a:r>
            <a:r>
              <a:rPr sz="2800" spc="-15" dirty="0">
                <a:latin typeface="Calibri"/>
                <a:cs typeface="Calibri"/>
              </a:rPr>
              <a:t> </a:t>
            </a:r>
            <a:r>
              <a:rPr sz="2800" dirty="0">
                <a:latin typeface="Calibri"/>
                <a:cs typeface="Calibri"/>
              </a:rPr>
              <a:t>d),</a:t>
            </a:r>
            <a:r>
              <a:rPr sz="2800" spc="-15" dirty="0">
                <a:latin typeface="Calibri"/>
                <a:cs typeface="Calibri"/>
              </a:rPr>
              <a:t> </a:t>
            </a:r>
            <a:r>
              <a:rPr sz="2800" dirty="0">
                <a:latin typeface="Calibri"/>
                <a:cs typeface="Calibri"/>
              </a:rPr>
              <a:t>(b,</a:t>
            </a:r>
            <a:r>
              <a:rPr sz="2800" spc="-15" dirty="0">
                <a:latin typeface="Calibri"/>
                <a:cs typeface="Calibri"/>
              </a:rPr>
              <a:t> </a:t>
            </a:r>
            <a:r>
              <a:rPr sz="2800" dirty="0">
                <a:latin typeface="Calibri"/>
                <a:cs typeface="Calibri"/>
              </a:rPr>
              <a:t>e),</a:t>
            </a:r>
            <a:r>
              <a:rPr sz="2800" spc="-25" dirty="0">
                <a:latin typeface="Calibri"/>
                <a:cs typeface="Calibri"/>
              </a:rPr>
              <a:t> </a:t>
            </a:r>
            <a:r>
              <a:rPr sz="2800" dirty="0">
                <a:latin typeface="Calibri"/>
                <a:cs typeface="Calibri"/>
              </a:rPr>
              <a:t>(c,</a:t>
            </a:r>
            <a:r>
              <a:rPr sz="2800" spc="-30" dirty="0">
                <a:latin typeface="Calibri"/>
                <a:cs typeface="Calibri"/>
              </a:rPr>
              <a:t> </a:t>
            </a:r>
            <a:r>
              <a:rPr sz="2800" dirty="0">
                <a:latin typeface="Calibri"/>
                <a:cs typeface="Calibri"/>
              </a:rPr>
              <a:t>d),</a:t>
            </a:r>
            <a:r>
              <a:rPr sz="2800" spc="5" dirty="0">
                <a:latin typeface="Calibri"/>
                <a:cs typeface="Calibri"/>
              </a:rPr>
              <a:t> </a:t>
            </a:r>
            <a:r>
              <a:rPr sz="2800" dirty="0">
                <a:latin typeface="Calibri"/>
                <a:cs typeface="Calibri"/>
              </a:rPr>
              <a:t>(c,</a:t>
            </a:r>
            <a:r>
              <a:rPr sz="2800" spc="-25" dirty="0">
                <a:latin typeface="Calibri"/>
                <a:cs typeface="Calibri"/>
              </a:rPr>
              <a:t> </a:t>
            </a:r>
            <a:r>
              <a:rPr sz="2800" dirty="0">
                <a:latin typeface="Calibri"/>
                <a:cs typeface="Calibri"/>
              </a:rPr>
              <a:t>e)</a:t>
            </a:r>
            <a:r>
              <a:rPr sz="2800" spc="-30" dirty="0">
                <a:latin typeface="Calibri"/>
                <a:cs typeface="Calibri"/>
              </a:rPr>
              <a:t> </a:t>
            </a:r>
            <a:r>
              <a:rPr sz="2800" spc="-50" dirty="0">
                <a:latin typeface="Calibri"/>
                <a:cs typeface="Calibri"/>
              </a:rPr>
              <a:t>}</a:t>
            </a:r>
            <a:endParaRPr sz="2800">
              <a:latin typeface="Calibri"/>
              <a:cs typeface="Calibri"/>
            </a:endParaRPr>
          </a:p>
          <a:p>
            <a:pPr marL="469900" indent="-457200">
              <a:lnSpc>
                <a:spcPct val="100000"/>
              </a:lnSpc>
              <a:spcBef>
                <a:spcPts val="675"/>
              </a:spcBef>
              <a:buChar char="-"/>
              <a:tabLst>
                <a:tab pos="469900" algn="l"/>
              </a:tabLst>
            </a:pPr>
            <a:r>
              <a:rPr sz="2800" spc="-10" dirty="0">
                <a:latin typeface="Calibri"/>
                <a:cs typeface="Calibri"/>
              </a:rPr>
              <a:t>Vẽ</a:t>
            </a:r>
            <a:r>
              <a:rPr sz="2800" spc="-85" dirty="0">
                <a:latin typeface="Calibri"/>
                <a:cs typeface="Calibri"/>
              </a:rPr>
              <a:t> </a:t>
            </a:r>
            <a:r>
              <a:rPr sz="2800" dirty="0">
                <a:latin typeface="Calibri"/>
                <a:cs typeface="Calibri"/>
              </a:rPr>
              <a:t>biểu</a:t>
            </a:r>
            <a:r>
              <a:rPr sz="2800" spc="-70" dirty="0">
                <a:latin typeface="Calibri"/>
                <a:cs typeface="Calibri"/>
              </a:rPr>
              <a:t> </a:t>
            </a:r>
            <a:r>
              <a:rPr sz="2800" dirty="0">
                <a:latin typeface="Calibri"/>
                <a:cs typeface="Calibri"/>
              </a:rPr>
              <a:t>đồ</a:t>
            </a:r>
            <a:r>
              <a:rPr sz="2800" spc="-80" dirty="0">
                <a:latin typeface="Calibri"/>
                <a:cs typeface="Calibri"/>
              </a:rPr>
              <a:t> </a:t>
            </a:r>
            <a:r>
              <a:rPr sz="2800" spc="-10" dirty="0">
                <a:latin typeface="Calibri"/>
                <a:cs typeface="Calibri"/>
              </a:rPr>
              <a:t>Hasse</a:t>
            </a:r>
            <a:endParaRPr sz="2800">
              <a:latin typeface="Calibri"/>
              <a:cs typeface="Calibri"/>
            </a:endParaRPr>
          </a:p>
          <a:p>
            <a:pPr marL="469900" indent="-457200">
              <a:lnSpc>
                <a:spcPct val="100000"/>
              </a:lnSpc>
              <a:spcBef>
                <a:spcPts val="675"/>
              </a:spcBef>
              <a:buChar char="-"/>
              <a:tabLst>
                <a:tab pos="469900" algn="l"/>
              </a:tabLst>
            </a:pPr>
            <a:r>
              <a:rPr sz="2800" dirty="0">
                <a:latin typeface="Calibri"/>
                <a:cs typeface="Calibri"/>
              </a:rPr>
              <a:t>Phần</a:t>
            </a:r>
            <a:r>
              <a:rPr sz="2800" spc="-25" dirty="0">
                <a:latin typeface="Calibri"/>
                <a:cs typeface="Calibri"/>
              </a:rPr>
              <a:t> </a:t>
            </a:r>
            <a:r>
              <a:rPr sz="2800" dirty="0">
                <a:latin typeface="Calibri"/>
                <a:cs typeface="Calibri"/>
              </a:rPr>
              <a:t>tử</a:t>
            </a:r>
            <a:r>
              <a:rPr sz="2800" spc="-35" dirty="0">
                <a:latin typeface="Calibri"/>
                <a:cs typeface="Calibri"/>
              </a:rPr>
              <a:t> </a:t>
            </a:r>
            <a:r>
              <a:rPr sz="2800" dirty="0">
                <a:latin typeface="Calibri"/>
                <a:cs typeface="Calibri"/>
              </a:rPr>
              <a:t>tối</a:t>
            </a:r>
            <a:r>
              <a:rPr sz="2800" spc="-45" dirty="0">
                <a:latin typeface="Calibri"/>
                <a:cs typeface="Calibri"/>
              </a:rPr>
              <a:t> </a:t>
            </a:r>
            <a:r>
              <a:rPr sz="2800" dirty="0">
                <a:latin typeface="Calibri"/>
                <a:cs typeface="Calibri"/>
              </a:rPr>
              <a:t>tiểu</a:t>
            </a:r>
            <a:r>
              <a:rPr sz="2800" spc="-35" dirty="0">
                <a:latin typeface="Calibri"/>
                <a:cs typeface="Calibri"/>
              </a:rPr>
              <a:t> </a:t>
            </a:r>
            <a:r>
              <a:rPr sz="2800" spc="-50" dirty="0">
                <a:latin typeface="Calibri"/>
                <a:cs typeface="Calibri"/>
              </a:rPr>
              <a:t>?</a:t>
            </a:r>
            <a:endParaRPr sz="2800">
              <a:latin typeface="Calibri"/>
              <a:cs typeface="Calibri"/>
            </a:endParaRPr>
          </a:p>
          <a:p>
            <a:pPr marL="469900" indent="-457200">
              <a:lnSpc>
                <a:spcPct val="100000"/>
              </a:lnSpc>
              <a:spcBef>
                <a:spcPts val="670"/>
              </a:spcBef>
              <a:buChar char="-"/>
              <a:tabLst>
                <a:tab pos="469900" algn="l"/>
              </a:tabLst>
            </a:pPr>
            <a:r>
              <a:rPr sz="2800" dirty="0">
                <a:latin typeface="Calibri"/>
                <a:cs typeface="Calibri"/>
              </a:rPr>
              <a:t>Phần</a:t>
            </a:r>
            <a:r>
              <a:rPr sz="2800" spc="-25" dirty="0">
                <a:latin typeface="Calibri"/>
                <a:cs typeface="Calibri"/>
              </a:rPr>
              <a:t> </a:t>
            </a:r>
            <a:r>
              <a:rPr sz="2800" dirty="0">
                <a:latin typeface="Calibri"/>
                <a:cs typeface="Calibri"/>
              </a:rPr>
              <a:t>tử</a:t>
            </a:r>
            <a:r>
              <a:rPr sz="2800" spc="-30" dirty="0">
                <a:latin typeface="Calibri"/>
                <a:cs typeface="Calibri"/>
              </a:rPr>
              <a:t> </a:t>
            </a:r>
            <a:r>
              <a:rPr sz="2800" dirty="0">
                <a:latin typeface="Calibri"/>
                <a:cs typeface="Calibri"/>
              </a:rPr>
              <a:t>tối</a:t>
            </a:r>
            <a:r>
              <a:rPr sz="2800" spc="-45" dirty="0">
                <a:latin typeface="Calibri"/>
                <a:cs typeface="Calibri"/>
              </a:rPr>
              <a:t> </a:t>
            </a:r>
            <a:r>
              <a:rPr sz="2800" dirty="0">
                <a:latin typeface="Calibri"/>
                <a:cs typeface="Calibri"/>
              </a:rPr>
              <a:t>đại</a:t>
            </a:r>
            <a:r>
              <a:rPr sz="2800" spc="-40" dirty="0">
                <a:latin typeface="Calibri"/>
                <a:cs typeface="Calibri"/>
              </a:rPr>
              <a:t> </a:t>
            </a:r>
            <a:r>
              <a:rPr sz="2800" spc="-50" dirty="0">
                <a:latin typeface="Calibri"/>
                <a:cs typeface="Calibri"/>
              </a:rPr>
              <a:t>?</a:t>
            </a:r>
            <a:endParaRPr sz="2800">
              <a:latin typeface="Calibri"/>
              <a:cs typeface="Calibri"/>
            </a:endParaRPr>
          </a:p>
          <a:p>
            <a:pPr marL="469900" indent="-457200">
              <a:lnSpc>
                <a:spcPct val="100000"/>
              </a:lnSpc>
              <a:spcBef>
                <a:spcPts val="675"/>
              </a:spcBef>
              <a:buChar char="-"/>
              <a:tabLst>
                <a:tab pos="469900" algn="l"/>
              </a:tabLst>
            </a:pPr>
            <a:r>
              <a:rPr sz="2800" dirty="0">
                <a:latin typeface="Calibri"/>
                <a:cs typeface="Calibri"/>
              </a:rPr>
              <a:t>Phần</a:t>
            </a:r>
            <a:r>
              <a:rPr sz="2800" spc="-35" dirty="0">
                <a:latin typeface="Calibri"/>
                <a:cs typeface="Calibri"/>
              </a:rPr>
              <a:t> </a:t>
            </a:r>
            <a:r>
              <a:rPr sz="2800" dirty="0">
                <a:latin typeface="Calibri"/>
                <a:cs typeface="Calibri"/>
              </a:rPr>
              <a:t>tử</a:t>
            </a:r>
            <a:r>
              <a:rPr sz="2800" spc="-45" dirty="0">
                <a:latin typeface="Calibri"/>
                <a:cs typeface="Calibri"/>
              </a:rPr>
              <a:t> </a:t>
            </a:r>
            <a:r>
              <a:rPr sz="2800" dirty="0">
                <a:latin typeface="Calibri"/>
                <a:cs typeface="Calibri"/>
              </a:rPr>
              <a:t>lớn</a:t>
            </a:r>
            <a:r>
              <a:rPr sz="2800" spc="-35" dirty="0">
                <a:latin typeface="Calibri"/>
                <a:cs typeface="Calibri"/>
              </a:rPr>
              <a:t> </a:t>
            </a:r>
            <a:r>
              <a:rPr sz="2800" dirty="0">
                <a:latin typeface="Calibri"/>
                <a:cs typeface="Calibri"/>
              </a:rPr>
              <a:t>nhất</a:t>
            </a:r>
            <a:r>
              <a:rPr sz="2800" spc="-40" dirty="0">
                <a:latin typeface="Calibri"/>
                <a:cs typeface="Calibri"/>
              </a:rPr>
              <a:t> </a:t>
            </a:r>
            <a:r>
              <a:rPr sz="2800" dirty="0">
                <a:latin typeface="Calibri"/>
                <a:cs typeface="Calibri"/>
              </a:rPr>
              <a:t>,</a:t>
            </a:r>
            <a:r>
              <a:rPr sz="2800" spc="-40" dirty="0">
                <a:latin typeface="Calibri"/>
                <a:cs typeface="Calibri"/>
              </a:rPr>
              <a:t> </a:t>
            </a:r>
            <a:r>
              <a:rPr sz="2800" dirty="0">
                <a:latin typeface="Calibri"/>
                <a:cs typeface="Calibri"/>
              </a:rPr>
              <a:t>phần</a:t>
            </a:r>
            <a:r>
              <a:rPr sz="2800" spc="-35" dirty="0">
                <a:latin typeface="Calibri"/>
                <a:cs typeface="Calibri"/>
              </a:rPr>
              <a:t> </a:t>
            </a:r>
            <a:r>
              <a:rPr sz="2800" dirty="0">
                <a:latin typeface="Calibri"/>
                <a:cs typeface="Calibri"/>
              </a:rPr>
              <a:t>tử</a:t>
            </a:r>
            <a:r>
              <a:rPr sz="2800" spc="-45" dirty="0">
                <a:latin typeface="Calibri"/>
                <a:cs typeface="Calibri"/>
              </a:rPr>
              <a:t> </a:t>
            </a:r>
            <a:r>
              <a:rPr sz="2800" dirty="0">
                <a:latin typeface="Calibri"/>
                <a:cs typeface="Calibri"/>
              </a:rPr>
              <a:t>bé</a:t>
            </a:r>
            <a:r>
              <a:rPr sz="2800" spc="-45" dirty="0">
                <a:latin typeface="Calibri"/>
                <a:cs typeface="Calibri"/>
              </a:rPr>
              <a:t> </a:t>
            </a:r>
            <a:r>
              <a:rPr sz="2800" dirty="0">
                <a:latin typeface="Calibri"/>
                <a:cs typeface="Calibri"/>
              </a:rPr>
              <a:t>nhất</a:t>
            </a:r>
            <a:r>
              <a:rPr sz="2800" spc="-30" dirty="0">
                <a:latin typeface="Calibri"/>
                <a:cs typeface="Calibri"/>
              </a:rPr>
              <a:t> </a:t>
            </a:r>
            <a:r>
              <a:rPr sz="2800" spc="-50" dirty="0">
                <a:latin typeface="Calibri"/>
                <a:cs typeface="Calibri"/>
              </a:rPr>
              <a:t>?</a:t>
            </a:r>
            <a:endParaRPr sz="2800">
              <a:latin typeface="Calibri"/>
              <a:cs typeface="Calibri"/>
            </a:endParaRPr>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229260"/>
            <a:ext cx="6103620" cy="1049655"/>
          </a:xfrm>
          <a:prstGeom prst="rect">
            <a:avLst/>
          </a:prstGeom>
        </p:spPr>
        <p:txBody>
          <a:bodyPr vert="horz" wrap="square" lIns="0" tIns="12700" rIns="0" bIns="0" rtlCol="0">
            <a:spAutoFit/>
          </a:bodyPr>
          <a:lstStyle/>
          <a:p>
            <a:pPr marL="12700" marR="5080">
              <a:lnSpc>
                <a:spcPct val="120000"/>
              </a:lnSpc>
              <a:spcBef>
                <a:spcPts val="100"/>
              </a:spcBef>
            </a:pPr>
            <a:r>
              <a:rPr b="1" dirty="0">
                <a:latin typeface="Calibri"/>
                <a:cs typeface="Calibri"/>
              </a:rPr>
              <a:t>3.4.5</a:t>
            </a:r>
            <a:r>
              <a:rPr b="1" spc="-45" dirty="0">
                <a:latin typeface="Calibri"/>
                <a:cs typeface="Calibri"/>
              </a:rPr>
              <a:t> </a:t>
            </a:r>
            <a:r>
              <a:rPr b="1" dirty="0">
                <a:latin typeface="Calibri"/>
                <a:cs typeface="Calibri"/>
              </a:rPr>
              <a:t>Chặn</a:t>
            </a:r>
            <a:r>
              <a:rPr b="1" spc="-50" dirty="0">
                <a:latin typeface="Calibri"/>
                <a:cs typeface="Calibri"/>
              </a:rPr>
              <a:t> </a:t>
            </a:r>
            <a:r>
              <a:rPr b="1" dirty="0">
                <a:latin typeface="Calibri"/>
                <a:cs typeface="Calibri"/>
              </a:rPr>
              <a:t>trên</a:t>
            </a:r>
            <a:r>
              <a:rPr b="1" spc="-45" dirty="0">
                <a:latin typeface="Calibri"/>
                <a:cs typeface="Calibri"/>
              </a:rPr>
              <a:t> </a:t>
            </a:r>
            <a:r>
              <a:rPr b="1" dirty="0">
                <a:latin typeface="Calibri"/>
                <a:cs typeface="Calibri"/>
              </a:rPr>
              <a:t>chung,</a:t>
            </a:r>
            <a:r>
              <a:rPr b="1" spc="-50" dirty="0">
                <a:latin typeface="Calibri"/>
                <a:cs typeface="Calibri"/>
              </a:rPr>
              <a:t> </a:t>
            </a:r>
            <a:r>
              <a:rPr b="1" dirty="0">
                <a:latin typeface="Calibri"/>
                <a:cs typeface="Calibri"/>
              </a:rPr>
              <a:t>chặn</a:t>
            </a:r>
            <a:r>
              <a:rPr b="1" spc="-55" dirty="0">
                <a:latin typeface="Calibri"/>
                <a:cs typeface="Calibri"/>
              </a:rPr>
              <a:t> </a:t>
            </a:r>
            <a:r>
              <a:rPr b="1" dirty="0">
                <a:latin typeface="Calibri"/>
                <a:cs typeface="Calibri"/>
              </a:rPr>
              <a:t>dưới</a:t>
            </a:r>
            <a:r>
              <a:rPr b="1" spc="-65" dirty="0">
                <a:latin typeface="Calibri"/>
                <a:cs typeface="Calibri"/>
              </a:rPr>
              <a:t> </a:t>
            </a:r>
            <a:r>
              <a:rPr b="1" dirty="0">
                <a:latin typeface="Calibri"/>
                <a:cs typeface="Calibri"/>
              </a:rPr>
              <a:t>chung</a:t>
            </a:r>
            <a:r>
              <a:rPr b="1" spc="-55" dirty="0">
                <a:latin typeface="Calibri"/>
                <a:cs typeface="Calibri"/>
              </a:rPr>
              <a:t> </a:t>
            </a:r>
            <a:r>
              <a:rPr b="1" spc="-50" dirty="0">
                <a:latin typeface="Calibri"/>
                <a:cs typeface="Calibri"/>
              </a:rPr>
              <a:t>: </a:t>
            </a:r>
            <a:r>
              <a:rPr b="1" dirty="0">
                <a:latin typeface="Calibri"/>
                <a:cs typeface="Calibri"/>
              </a:rPr>
              <a:t>Định</a:t>
            </a:r>
            <a:r>
              <a:rPr b="1" spc="-45" dirty="0">
                <a:latin typeface="Calibri"/>
                <a:cs typeface="Calibri"/>
              </a:rPr>
              <a:t> </a:t>
            </a:r>
            <a:r>
              <a:rPr b="1" dirty="0">
                <a:latin typeface="Calibri"/>
                <a:cs typeface="Calibri"/>
              </a:rPr>
              <a:t>nghĩa</a:t>
            </a:r>
            <a:r>
              <a:rPr b="1" spc="-15" dirty="0">
                <a:latin typeface="Calibri"/>
                <a:cs typeface="Calibri"/>
              </a:rPr>
              <a:t> </a:t>
            </a:r>
            <a:r>
              <a:rPr b="1" dirty="0">
                <a:latin typeface="Calibri"/>
                <a:cs typeface="Calibri"/>
              </a:rPr>
              <a:t>1</a:t>
            </a:r>
            <a:r>
              <a:rPr b="1" spc="-25" dirty="0">
                <a:latin typeface="Calibri"/>
                <a:cs typeface="Calibri"/>
              </a:rPr>
              <a:t> </a:t>
            </a:r>
            <a:r>
              <a:rPr b="1" spc="-50" dirty="0">
                <a:latin typeface="Calibri"/>
                <a:cs typeface="Calibri"/>
              </a:rPr>
              <a:t>:</a:t>
            </a:r>
          </a:p>
        </p:txBody>
      </p:sp>
      <p:sp>
        <p:nvSpPr>
          <p:cNvPr id="3" name="object 3"/>
          <p:cNvSpPr txBox="1"/>
          <p:nvPr/>
        </p:nvSpPr>
        <p:spPr>
          <a:xfrm>
            <a:off x="383540" y="1257579"/>
            <a:ext cx="8134984" cy="2496820"/>
          </a:xfrm>
          <a:prstGeom prst="rect">
            <a:avLst/>
          </a:prstGeom>
        </p:spPr>
        <p:txBody>
          <a:bodyPr vert="horz" wrap="square" lIns="0" tIns="98425" rIns="0" bIns="0" rtlCol="0">
            <a:spAutoFit/>
          </a:bodyPr>
          <a:lstStyle/>
          <a:p>
            <a:pPr marL="12700">
              <a:lnSpc>
                <a:spcPct val="100000"/>
              </a:lnSpc>
              <a:spcBef>
                <a:spcPts val="775"/>
              </a:spcBef>
            </a:pPr>
            <a:r>
              <a:rPr sz="2800" dirty="0">
                <a:latin typeface="Calibri"/>
                <a:cs typeface="Calibri"/>
              </a:rPr>
              <a:t>Cho</a:t>
            </a:r>
            <a:r>
              <a:rPr sz="2800" spc="-30" dirty="0">
                <a:latin typeface="Calibri"/>
                <a:cs typeface="Calibri"/>
              </a:rPr>
              <a:t> </a:t>
            </a:r>
            <a:r>
              <a:rPr sz="2800" dirty="0">
                <a:latin typeface="Calibri"/>
                <a:cs typeface="Calibri"/>
              </a:rPr>
              <a:t>R</a:t>
            </a:r>
            <a:r>
              <a:rPr sz="2800" spc="-30" dirty="0">
                <a:latin typeface="Calibri"/>
                <a:cs typeface="Calibri"/>
              </a:rPr>
              <a:t> </a:t>
            </a:r>
            <a:r>
              <a:rPr sz="2800" dirty="0">
                <a:latin typeface="Calibri"/>
                <a:cs typeface="Calibri"/>
              </a:rPr>
              <a:t>là</a:t>
            </a:r>
            <a:r>
              <a:rPr sz="2800" spc="-35" dirty="0">
                <a:latin typeface="Calibri"/>
                <a:cs typeface="Calibri"/>
              </a:rPr>
              <a:t> </a:t>
            </a:r>
            <a:r>
              <a:rPr sz="2800" dirty="0">
                <a:latin typeface="Calibri"/>
                <a:cs typeface="Calibri"/>
              </a:rPr>
              <a:t>quan</a:t>
            </a:r>
            <a:r>
              <a:rPr sz="2800" spc="-20" dirty="0">
                <a:latin typeface="Calibri"/>
                <a:cs typeface="Calibri"/>
              </a:rPr>
              <a:t> </a:t>
            </a:r>
            <a:r>
              <a:rPr sz="2800" dirty="0">
                <a:latin typeface="Calibri"/>
                <a:cs typeface="Calibri"/>
              </a:rPr>
              <a:t>hệ</a:t>
            </a:r>
            <a:r>
              <a:rPr sz="2800" spc="-30" dirty="0">
                <a:latin typeface="Calibri"/>
                <a:cs typeface="Calibri"/>
              </a:rPr>
              <a:t> </a:t>
            </a:r>
            <a:r>
              <a:rPr sz="2800" dirty="0">
                <a:latin typeface="Calibri"/>
                <a:cs typeface="Calibri"/>
              </a:rPr>
              <a:t>thứ</a:t>
            </a:r>
            <a:r>
              <a:rPr sz="2800" spc="-25" dirty="0">
                <a:latin typeface="Calibri"/>
                <a:cs typeface="Calibri"/>
              </a:rPr>
              <a:t> </a:t>
            </a:r>
            <a:r>
              <a:rPr sz="2800" dirty="0">
                <a:latin typeface="Calibri"/>
                <a:cs typeface="Calibri"/>
              </a:rPr>
              <a:t>tự</a:t>
            </a:r>
            <a:r>
              <a:rPr sz="2800" spc="-25" dirty="0">
                <a:latin typeface="Calibri"/>
                <a:cs typeface="Calibri"/>
              </a:rPr>
              <a:t> </a:t>
            </a:r>
            <a:r>
              <a:rPr sz="2800" dirty="0">
                <a:latin typeface="Calibri"/>
                <a:cs typeface="Calibri"/>
              </a:rPr>
              <a:t>trên</a:t>
            </a:r>
            <a:r>
              <a:rPr sz="2800" spc="-15" dirty="0">
                <a:latin typeface="Calibri"/>
                <a:cs typeface="Calibri"/>
              </a:rPr>
              <a:t> </a:t>
            </a:r>
            <a:r>
              <a:rPr sz="2800" dirty="0">
                <a:latin typeface="Calibri"/>
                <a:cs typeface="Calibri"/>
              </a:rPr>
              <a:t>X</a:t>
            </a:r>
            <a:r>
              <a:rPr sz="2800" spc="-40" dirty="0">
                <a:latin typeface="Calibri"/>
                <a:cs typeface="Calibri"/>
              </a:rPr>
              <a:t> </a:t>
            </a:r>
            <a:r>
              <a:rPr sz="2800" dirty="0">
                <a:latin typeface="Calibri"/>
                <a:cs typeface="Calibri"/>
              </a:rPr>
              <a:t>và</a:t>
            </a:r>
            <a:r>
              <a:rPr sz="2800" spc="-30" dirty="0">
                <a:latin typeface="Calibri"/>
                <a:cs typeface="Calibri"/>
              </a:rPr>
              <a:t> </a:t>
            </a:r>
            <a:r>
              <a:rPr sz="2800" dirty="0">
                <a:latin typeface="Calibri"/>
                <a:cs typeface="Calibri"/>
              </a:rPr>
              <a:t>A</a:t>
            </a:r>
            <a:r>
              <a:rPr sz="2800" spc="-25" dirty="0">
                <a:latin typeface="Calibri"/>
                <a:cs typeface="Calibri"/>
              </a:rPr>
              <a:t> </a:t>
            </a:r>
            <a:r>
              <a:rPr sz="2800" dirty="0">
                <a:latin typeface="Symbol"/>
                <a:cs typeface="Symbol"/>
              </a:rPr>
              <a:t></a:t>
            </a:r>
            <a:r>
              <a:rPr sz="2800" spc="-90" dirty="0">
                <a:latin typeface="Times New Roman"/>
                <a:cs typeface="Times New Roman"/>
              </a:rPr>
              <a:t> </a:t>
            </a:r>
            <a:r>
              <a:rPr sz="2800" spc="-25" dirty="0">
                <a:latin typeface="Calibri"/>
                <a:cs typeface="Calibri"/>
              </a:rPr>
              <a:t>X.</a:t>
            </a:r>
            <a:endParaRPr sz="2800">
              <a:latin typeface="Calibri"/>
              <a:cs typeface="Calibri"/>
            </a:endParaRPr>
          </a:p>
          <a:p>
            <a:pPr marL="203200" indent="-190500">
              <a:lnSpc>
                <a:spcPct val="100000"/>
              </a:lnSpc>
              <a:spcBef>
                <a:spcPts val="675"/>
              </a:spcBef>
              <a:buFont typeface="Calibri"/>
              <a:buChar char="-"/>
              <a:tabLst>
                <a:tab pos="203200" algn="l"/>
                <a:tab pos="1125220" algn="l"/>
              </a:tabLst>
            </a:pPr>
            <a:r>
              <a:rPr sz="2800" b="1" dirty="0">
                <a:latin typeface="Calibri"/>
                <a:cs typeface="Calibri"/>
              </a:rPr>
              <a:t>c</a:t>
            </a:r>
            <a:r>
              <a:rPr sz="2800" b="1" spc="-10" dirty="0">
                <a:latin typeface="Calibri"/>
                <a:cs typeface="Calibri"/>
              </a:rPr>
              <a:t> </a:t>
            </a:r>
            <a:r>
              <a:rPr sz="2800" dirty="0">
                <a:latin typeface="Symbol"/>
                <a:cs typeface="Symbol"/>
              </a:rPr>
              <a:t></a:t>
            </a:r>
            <a:r>
              <a:rPr sz="2800" spc="-70" dirty="0">
                <a:latin typeface="Times New Roman"/>
                <a:cs typeface="Times New Roman"/>
              </a:rPr>
              <a:t> </a:t>
            </a:r>
            <a:r>
              <a:rPr sz="2800" b="1" spc="-60" dirty="0">
                <a:latin typeface="Calibri"/>
                <a:cs typeface="Calibri"/>
              </a:rPr>
              <a:t>X</a:t>
            </a:r>
            <a:r>
              <a:rPr sz="2800" b="1" dirty="0">
                <a:latin typeface="Calibri"/>
                <a:cs typeface="Calibri"/>
              </a:rPr>
              <a:t>	</a:t>
            </a:r>
            <a:r>
              <a:rPr sz="2800" dirty="0">
                <a:latin typeface="Calibri"/>
                <a:cs typeface="Calibri"/>
              </a:rPr>
              <a:t>là</a:t>
            </a:r>
            <a:r>
              <a:rPr sz="2800" spc="-50" dirty="0">
                <a:latin typeface="Calibri"/>
                <a:cs typeface="Calibri"/>
              </a:rPr>
              <a:t> </a:t>
            </a:r>
            <a:r>
              <a:rPr sz="2800" b="1" dirty="0">
                <a:latin typeface="Calibri"/>
                <a:cs typeface="Calibri"/>
              </a:rPr>
              <a:t>chặn</a:t>
            </a:r>
            <a:r>
              <a:rPr sz="2800" b="1" spc="-35" dirty="0">
                <a:latin typeface="Calibri"/>
                <a:cs typeface="Calibri"/>
              </a:rPr>
              <a:t> </a:t>
            </a:r>
            <a:r>
              <a:rPr sz="2800" b="1" dirty="0">
                <a:latin typeface="Calibri"/>
                <a:cs typeface="Calibri"/>
              </a:rPr>
              <a:t>trên</a:t>
            </a:r>
            <a:r>
              <a:rPr sz="2800" b="1" spc="-45" dirty="0">
                <a:latin typeface="Calibri"/>
                <a:cs typeface="Calibri"/>
              </a:rPr>
              <a:t> </a:t>
            </a:r>
            <a:r>
              <a:rPr sz="2800" b="1" dirty="0">
                <a:latin typeface="Calibri"/>
                <a:cs typeface="Calibri"/>
              </a:rPr>
              <a:t>chung</a:t>
            </a:r>
            <a:r>
              <a:rPr sz="2800" b="1" spc="-45" dirty="0">
                <a:latin typeface="Calibri"/>
                <a:cs typeface="Calibri"/>
              </a:rPr>
              <a:t> </a:t>
            </a:r>
            <a:r>
              <a:rPr sz="2800" b="1" dirty="0">
                <a:latin typeface="Calibri"/>
                <a:cs typeface="Calibri"/>
              </a:rPr>
              <a:t>của</a:t>
            </a:r>
            <a:r>
              <a:rPr sz="2800" b="1" spc="-30" dirty="0">
                <a:latin typeface="Calibri"/>
                <a:cs typeface="Calibri"/>
              </a:rPr>
              <a:t> </a:t>
            </a:r>
            <a:r>
              <a:rPr sz="2800" b="1" dirty="0">
                <a:latin typeface="Calibri"/>
                <a:cs typeface="Calibri"/>
              </a:rPr>
              <a:t>A</a:t>
            </a:r>
            <a:r>
              <a:rPr sz="2800" b="1" spc="-35" dirty="0">
                <a:latin typeface="Calibri"/>
                <a:cs typeface="Calibri"/>
              </a:rPr>
              <a:t> </a:t>
            </a:r>
            <a:r>
              <a:rPr sz="2800" dirty="0">
                <a:latin typeface="Calibri"/>
                <a:cs typeface="Calibri"/>
              </a:rPr>
              <a:t>nếu</a:t>
            </a:r>
            <a:r>
              <a:rPr sz="2800" spc="-30" dirty="0">
                <a:latin typeface="Calibri"/>
                <a:cs typeface="Calibri"/>
              </a:rPr>
              <a:t> </a:t>
            </a:r>
            <a:r>
              <a:rPr sz="2800" dirty="0">
                <a:latin typeface="Calibri"/>
                <a:cs typeface="Calibri"/>
              </a:rPr>
              <a:t>mệnh</a:t>
            </a:r>
            <a:r>
              <a:rPr sz="2800" spc="-40" dirty="0">
                <a:latin typeface="Calibri"/>
                <a:cs typeface="Calibri"/>
              </a:rPr>
              <a:t> </a:t>
            </a:r>
            <a:r>
              <a:rPr sz="2800" dirty="0">
                <a:latin typeface="Calibri"/>
                <a:cs typeface="Calibri"/>
              </a:rPr>
              <a:t>đề</a:t>
            </a:r>
            <a:r>
              <a:rPr sz="2800" spc="-50" dirty="0">
                <a:latin typeface="Calibri"/>
                <a:cs typeface="Calibri"/>
              </a:rPr>
              <a:t> </a:t>
            </a:r>
            <a:r>
              <a:rPr sz="2800" dirty="0">
                <a:latin typeface="Calibri"/>
                <a:cs typeface="Calibri"/>
              </a:rPr>
              <a:t>sau</a:t>
            </a:r>
            <a:r>
              <a:rPr sz="2800" spc="-40" dirty="0">
                <a:latin typeface="Calibri"/>
                <a:cs typeface="Calibri"/>
              </a:rPr>
              <a:t> </a:t>
            </a:r>
            <a:r>
              <a:rPr sz="2800" spc="-20" dirty="0">
                <a:latin typeface="Calibri"/>
                <a:cs typeface="Calibri"/>
              </a:rPr>
              <a:t>đúng</a:t>
            </a:r>
            <a:endParaRPr sz="2800">
              <a:latin typeface="Calibri"/>
              <a:cs typeface="Calibri"/>
            </a:endParaRPr>
          </a:p>
          <a:p>
            <a:pPr marL="2852420">
              <a:lnSpc>
                <a:spcPct val="100000"/>
              </a:lnSpc>
              <a:spcBef>
                <a:spcPts val="670"/>
              </a:spcBef>
            </a:pPr>
            <a:r>
              <a:rPr sz="2800" dirty="0">
                <a:latin typeface="Symbol"/>
                <a:cs typeface="Symbol"/>
              </a:rPr>
              <a:t></a:t>
            </a:r>
            <a:r>
              <a:rPr sz="2800" dirty="0">
                <a:latin typeface="Calibri"/>
                <a:cs typeface="Calibri"/>
              </a:rPr>
              <a:t>x</a:t>
            </a:r>
            <a:r>
              <a:rPr sz="2800" spc="-10" dirty="0">
                <a:latin typeface="Calibri"/>
                <a:cs typeface="Calibri"/>
              </a:rPr>
              <a:t> </a:t>
            </a:r>
            <a:r>
              <a:rPr sz="2800" dirty="0">
                <a:latin typeface="Symbol"/>
                <a:cs typeface="Symbol"/>
              </a:rPr>
              <a:t></a:t>
            </a:r>
            <a:r>
              <a:rPr sz="2800" spc="-75" dirty="0">
                <a:latin typeface="Times New Roman"/>
                <a:cs typeface="Times New Roman"/>
              </a:rPr>
              <a:t> </a:t>
            </a:r>
            <a:r>
              <a:rPr sz="2800" dirty="0">
                <a:latin typeface="Calibri"/>
                <a:cs typeface="Calibri"/>
              </a:rPr>
              <a:t>A,</a:t>
            </a:r>
            <a:r>
              <a:rPr sz="2800" spc="-20" dirty="0">
                <a:latin typeface="Calibri"/>
                <a:cs typeface="Calibri"/>
              </a:rPr>
              <a:t> </a:t>
            </a:r>
            <a:r>
              <a:rPr sz="2800" dirty="0">
                <a:latin typeface="Calibri"/>
                <a:cs typeface="Calibri"/>
              </a:rPr>
              <a:t>(x,</a:t>
            </a:r>
            <a:r>
              <a:rPr sz="2800" spc="-10" dirty="0">
                <a:latin typeface="Calibri"/>
                <a:cs typeface="Calibri"/>
              </a:rPr>
              <a:t> </a:t>
            </a:r>
            <a:r>
              <a:rPr sz="2800" dirty="0">
                <a:latin typeface="Calibri"/>
                <a:cs typeface="Calibri"/>
              </a:rPr>
              <a:t>c)</a:t>
            </a:r>
            <a:r>
              <a:rPr sz="2800" spc="-20" dirty="0">
                <a:latin typeface="Calibri"/>
                <a:cs typeface="Calibri"/>
              </a:rPr>
              <a:t> </a:t>
            </a:r>
            <a:r>
              <a:rPr sz="2800" dirty="0">
                <a:latin typeface="Symbol"/>
                <a:cs typeface="Symbol"/>
              </a:rPr>
              <a:t></a:t>
            </a:r>
            <a:r>
              <a:rPr sz="2800" spc="-75" dirty="0">
                <a:latin typeface="Times New Roman"/>
                <a:cs typeface="Times New Roman"/>
              </a:rPr>
              <a:t> </a:t>
            </a:r>
            <a:r>
              <a:rPr sz="2800" spc="-25" dirty="0">
                <a:latin typeface="Calibri"/>
                <a:cs typeface="Calibri"/>
              </a:rPr>
              <a:t>R.</a:t>
            </a:r>
            <a:endParaRPr sz="2800">
              <a:latin typeface="Calibri"/>
              <a:cs typeface="Calibri"/>
            </a:endParaRPr>
          </a:p>
          <a:p>
            <a:pPr marL="12700" marR="380365" indent="190500">
              <a:lnSpc>
                <a:spcPts val="3329"/>
              </a:lnSpc>
              <a:spcBef>
                <a:spcPts val="800"/>
              </a:spcBef>
              <a:buChar char="-"/>
              <a:tabLst>
                <a:tab pos="203200" algn="l"/>
              </a:tabLst>
            </a:pPr>
            <a:r>
              <a:rPr sz="2800" dirty="0">
                <a:latin typeface="Calibri"/>
                <a:cs typeface="Calibri"/>
              </a:rPr>
              <a:t>Giá</a:t>
            </a:r>
            <a:r>
              <a:rPr sz="2800" spc="-30" dirty="0">
                <a:latin typeface="Calibri"/>
                <a:cs typeface="Calibri"/>
              </a:rPr>
              <a:t> </a:t>
            </a:r>
            <a:r>
              <a:rPr sz="2800" dirty="0">
                <a:latin typeface="Calibri"/>
                <a:cs typeface="Calibri"/>
              </a:rPr>
              <a:t>trị</a:t>
            </a:r>
            <a:r>
              <a:rPr sz="2800" spc="-40" dirty="0">
                <a:latin typeface="Calibri"/>
                <a:cs typeface="Calibri"/>
              </a:rPr>
              <a:t> </a:t>
            </a:r>
            <a:r>
              <a:rPr sz="2800" dirty="0">
                <a:latin typeface="Calibri"/>
                <a:cs typeface="Calibri"/>
              </a:rPr>
              <a:t>bé</a:t>
            </a:r>
            <a:r>
              <a:rPr sz="2800" spc="-15" dirty="0">
                <a:latin typeface="Calibri"/>
                <a:cs typeface="Calibri"/>
              </a:rPr>
              <a:t> </a:t>
            </a:r>
            <a:r>
              <a:rPr sz="2800" dirty="0">
                <a:latin typeface="Calibri"/>
                <a:cs typeface="Calibri"/>
              </a:rPr>
              <a:t>nhất</a:t>
            </a:r>
            <a:r>
              <a:rPr sz="2800" spc="-15" dirty="0">
                <a:latin typeface="Calibri"/>
                <a:cs typeface="Calibri"/>
              </a:rPr>
              <a:t> </a:t>
            </a:r>
            <a:r>
              <a:rPr sz="2800" dirty="0">
                <a:latin typeface="Calibri"/>
                <a:cs typeface="Calibri"/>
              </a:rPr>
              <a:t>(nếu</a:t>
            </a:r>
            <a:r>
              <a:rPr sz="2800" spc="-5" dirty="0">
                <a:latin typeface="Calibri"/>
                <a:cs typeface="Calibri"/>
              </a:rPr>
              <a:t> </a:t>
            </a:r>
            <a:r>
              <a:rPr sz="2800" dirty="0">
                <a:latin typeface="Calibri"/>
                <a:cs typeface="Calibri"/>
              </a:rPr>
              <a:t>có)</a:t>
            </a:r>
            <a:r>
              <a:rPr sz="2800" spc="-25" dirty="0">
                <a:latin typeface="Calibri"/>
                <a:cs typeface="Calibri"/>
              </a:rPr>
              <a:t> </a:t>
            </a:r>
            <a:r>
              <a:rPr sz="2800" dirty="0">
                <a:latin typeface="Calibri"/>
                <a:cs typeface="Calibri"/>
              </a:rPr>
              <a:t>của</a:t>
            </a:r>
            <a:r>
              <a:rPr sz="2800" spc="-20" dirty="0">
                <a:latin typeface="Calibri"/>
                <a:cs typeface="Calibri"/>
              </a:rPr>
              <a:t> </a:t>
            </a:r>
            <a:r>
              <a:rPr sz="2800" dirty="0">
                <a:latin typeface="Calibri"/>
                <a:cs typeface="Calibri"/>
              </a:rPr>
              <a:t>tập B</a:t>
            </a:r>
            <a:r>
              <a:rPr sz="2800" spc="-30"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c</a:t>
            </a:r>
            <a:r>
              <a:rPr sz="2800" spc="-15" dirty="0">
                <a:latin typeface="Calibri"/>
                <a:cs typeface="Calibri"/>
              </a:rPr>
              <a:t> </a:t>
            </a:r>
            <a:r>
              <a:rPr sz="2800" dirty="0">
                <a:latin typeface="Symbol"/>
                <a:cs typeface="Symbol"/>
              </a:rPr>
              <a:t></a:t>
            </a:r>
            <a:r>
              <a:rPr sz="2800" spc="-80" dirty="0">
                <a:latin typeface="Times New Roman"/>
                <a:cs typeface="Times New Roman"/>
              </a:rPr>
              <a:t> </a:t>
            </a:r>
            <a:r>
              <a:rPr sz="2800" dirty="0">
                <a:latin typeface="Calibri"/>
                <a:cs typeface="Calibri"/>
              </a:rPr>
              <a:t>X</a:t>
            </a:r>
            <a:r>
              <a:rPr sz="2800" spc="-30"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c</a:t>
            </a:r>
            <a:r>
              <a:rPr sz="2800" spc="-30" dirty="0">
                <a:latin typeface="Calibri"/>
                <a:cs typeface="Calibri"/>
              </a:rPr>
              <a:t> </a:t>
            </a:r>
            <a:r>
              <a:rPr sz="2800" dirty="0">
                <a:latin typeface="Calibri"/>
                <a:cs typeface="Calibri"/>
              </a:rPr>
              <a:t>là</a:t>
            </a:r>
            <a:r>
              <a:rPr sz="2800" spc="-30" dirty="0">
                <a:latin typeface="Calibri"/>
                <a:cs typeface="Calibri"/>
              </a:rPr>
              <a:t> </a:t>
            </a:r>
            <a:r>
              <a:rPr sz="2800" spc="-20" dirty="0">
                <a:latin typeface="Calibri"/>
                <a:cs typeface="Calibri"/>
              </a:rPr>
              <a:t>chặn </a:t>
            </a:r>
            <a:r>
              <a:rPr sz="2800" dirty="0">
                <a:latin typeface="Calibri"/>
                <a:cs typeface="Calibri"/>
              </a:rPr>
              <a:t>trên</a:t>
            </a:r>
            <a:r>
              <a:rPr sz="2800" spc="-40" dirty="0">
                <a:latin typeface="Calibri"/>
                <a:cs typeface="Calibri"/>
              </a:rPr>
              <a:t> </a:t>
            </a:r>
            <a:r>
              <a:rPr sz="2800" dirty="0">
                <a:latin typeface="Calibri"/>
                <a:cs typeface="Calibri"/>
              </a:rPr>
              <a:t>chung</a:t>
            </a:r>
            <a:r>
              <a:rPr sz="2800" spc="-25" dirty="0">
                <a:latin typeface="Calibri"/>
                <a:cs typeface="Calibri"/>
              </a:rPr>
              <a:t> </a:t>
            </a:r>
            <a:r>
              <a:rPr sz="2800" dirty="0">
                <a:latin typeface="Calibri"/>
                <a:cs typeface="Calibri"/>
              </a:rPr>
              <a:t>của</a:t>
            </a:r>
            <a:r>
              <a:rPr sz="2800" spc="-25" dirty="0">
                <a:latin typeface="Calibri"/>
                <a:cs typeface="Calibri"/>
              </a:rPr>
              <a:t> </a:t>
            </a:r>
            <a:r>
              <a:rPr sz="2800" dirty="0">
                <a:latin typeface="Calibri"/>
                <a:cs typeface="Calibri"/>
              </a:rPr>
              <a:t>A}</a:t>
            </a:r>
            <a:r>
              <a:rPr sz="2800" spc="-35" dirty="0">
                <a:latin typeface="Calibri"/>
                <a:cs typeface="Calibri"/>
              </a:rPr>
              <a:t> </a:t>
            </a:r>
            <a:r>
              <a:rPr sz="2800" dirty="0">
                <a:latin typeface="Calibri"/>
                <a:cs typeface="Calibri"/>
              </a:rPr>
              <a:t>được</a:t>
            </a:r>
            <a:r>
              <a:rPr sz="2800" spc="-20" dirty="0">
                <a:latin typeface="Calibri"/>
                <a:cs typeface="Calibri"/>
              </a:rPr>
              <a:t> </a:t>
            </a:r>
            <a:r>
              <a:rPr sz="2800" dirty="0">
                <a:latin typeface="Calibri"/>
                <a:cs typeface="Calibri"/>
              </a:rPr>
              <a:t>ký</a:t>
            </a:r>
            <a:r>
              <a:rPr sz="2800" spc="-35" dirty="0">
                <a:latin typeface="Calibri"/>
                <a:cs typeface="Calibri"/>
              </a:rPr>
              <a:t> </a:t>
            </a:r>
            <a:r>
              <a:rPr sz="2800" dirty="0">
                <a:latin typeface="Calibri"/>
                <a:cs typeface="Calibri"/>
              </a:rPr>
              <a:t>hiệu</a:t>
            </a:r>
            <a:r>
              <a:rPr sz="2800" spc="-20" dirty="0">
                <a:latin typeface="Calibri"/>
                <a:cs typeface="Calibri"/>
              </a:rPr>
              <a:t> </a:t>
            </a:r>
            <a:r>
              <a:rPr sz="2800" dirty="0">
                <a:latin typeface="Calibri"/>
                <a:cs typeface="Calibri"/>
              </a:rPr>
              <a:t>là</a:t>
            </a:r>
            <a:r>
              <a:rPr sz="2800" spc="-55" dirty="0">
                <a:latin typeface="Calibri"/>
                <a:cs typeface="Calibri"/>
              </a:rPr>
              <a:t> </a:t>
            </a:r>
            <a:r>
              <a:rPr sz="2800" b="1" dirty="0">
                <a:latin typeface="Calibri"/>
                <a:cs typeface="Calibri"/>
              </a:rPr>
              <a:t>sup</a:t>
            </a:r>
            <a:r>
              <a:rPr sz="2800" b="1" spc="-40" dirty="0">
                <a:latin typeface="Calibri"/>
                <a:cs typeface="Calibri"/>
              </a:rPr>
              <a:t> </a:t>
            </a:r>
            <a:r>
              <a:rPr sz="2800" b="1" spc="-25" dirty="0">
                <a:latin typeface="Calibri"/>
                <a:cs typeface="Calibri"/>
              </a:rPr>
              <a:t>A</a:t>
            </a:r>
            <a:r>
              <a:rPr sz="2800" spc="-25" dirty="0">
                <a:latin typeface="Calibri"/>
                <a:cs typeface="Calibri"/>
              </a:rPr>
              <a:t>.</a:t>
            </a:r>
            <a:endParaRPr sz="2800">
              <a:latin typeface="Calibri"/>
              <a:cs typeface="Calibri"/>
            </a:endParaRPr>
          </a:p>
        </p:txBody>
      </p:sp>
      <p:grpSp>
        <p:nvGrpSpPr>
          <p:cNvPr id="4" name="object 4"/>
          <p:cNvGrpSpPr/>
          <p:nvPr/>
        </p:nvGrpSpPr>
        <p:grpSpPr>
          <a:xfrm>
            <a:off x="1303256" y="4429086"/>
            <a:ext cx="6401435" cy="1715770"/>
            <a:chOff x="1303256" y="4429086"/>
            <a:chExt cx="6401435" cy="1715770"/>
          </a:xfrm>
        </p:grpSpPr>
        <p:pic>
          <p:nvPicPr>
            <p:cNvPr id="5" name="object 5"/>
            <p:cNvPicPr/>
            <p:nvPr/>
          </p:nvPicPr>
          <p:blipFill>
            <a:blip r:embed="rId2" cstate="print"/>
            <a:stretch>
              <a:fillRect/>
            </a:stretch>
          </p:blipFill>
          <p:spPr>
            <a:xfrm>
              <a:off x="1303256" y="4429086"/>
              <a:ext cx="6401382" cy="1411941"/>
            </a:xfrm>
            <a:prstGeom prst="rect">
              <a:avLst/>
            </a:prstGeom>
          </p:spPr>
        </p:pic>
        <p:sp>
          <p:nvSpPr>
            <p:cNvPr id="6" name="object 6"/>
            <p:cNvSpPr/>
            <p:nvPr/>
          </p:nvSpPr>
          <p:spPr>
            <a:xfrm>
              <a:off x="2974086" y="5700902"/>
              <a:ext cx="1319530" cy="431165"/>
            </a:xfrm>
            <a:custGeom>
              <a:avLst/>
              <a:gdLst/>
              <a:ahLst/>
              <a:cxnLst/>
              <a:rect l="l" t="t" r="r" b="b"/>
              <a:pathLst>
                <a:path w="1319529" h="431164">
                  <a:moveTo>
                    <a:pt x="1319022" y="0"/>
                  </a:moveTo>
                  <a:lnTo>
                    <a:pt x="931163" y="85471"/>
                  </a:lnTo>
                  <a:lnTo>
                    <a:pt x="931163" y="16383"/>
                  </a:lnTo>
                  <a:lnTo>
                    <a:pt x="0" y="16383"/>
                  </a:lnTo>
                  <a:lnTo>
                    <a:pt x="0" y="430911"/>
                  </a:lnTo>
                  <a:lnTo>
                    <a:pt x="931163" y="430911"/>
                  </a:lnTo>
                  <a:lnTo>
                    <a:pt x="931163" y="189103"/>
                  </a:lnTo>
                  <a:lnTo>
                    <a:pt x="1319022" y="0"/>
                  </a:lnTo>
                  <a:close/>
                </a:path>
              </a:pathLst>
            </a:custGeom>
            <a:solidFill>
              <a:srgbClr val="FFFFFF"/>
            </a:solidFill>
          </p:spPr>
          <p:txBody>
            <a:bodyPr wrap="square" lIns="0" tIns="0" rIns="0" bIns="0" rtlCol="0"/>
            <a:lstStyle/>
            <a:p>
              <a:endParaRPr/>
            </a:p>
          </p:txBody>
        </p:sp>
        <p:sp>
          <p:nvSpPr>
            <p:cNvPr id="7" name="object 7"/>
            <p:cNvSpPr/>
            <p:nvPr/>
          </p:nvSpPr>
          <p:spPr>
            <a:xfrm>
              <a:off x="2974086" y="5700902"/>
              <a:ext cx="1319530" cy="431165"/>
            </a:xfrm>
            <a:custGeom>
              <a:avLst/>
              <a:gdLst/>
              <a:ahLst/>
              <a:cxnLst/>
              <a:rect l="l" t="t" r="r" b="b"/>
              <a:pathLst>
                <a:path w="1319529" h="431164">
                  <a:moveTo>
                    <a:pt x="0" y="16383"/>
                  </a:moveTo>
                  <a:lnTo>
                    <a:pt x="543178" y="16383"/>
                  </a:lnTo>
                  <a:lnTo>
                    <a:pt x="775969" y="16383"/>
                  </a:lnTo>
                  <a:lnTo>
                    <a:pt x="931163" y="16383"/>
                  </a:lnTo>
                  <a:lnTo>
                    <a:pt x="931163" y="85471"/>
                  </a:lnTo>
                  <a:lnTo>
                    <a:pt x="1319022" y="0"/>
                  </a:lnTo>
                  <a:lnTo>
                    <a:pt x="931163" y="189103"/>
                  </a:lnTo>
                  <a:lnTo>
                    <a:pt x="931163" y="430911"/>
                  </a:lnTo>
                  <a:lnTo>
                    <a:pt x="775969" y="430911"/>
                  </a:lnTo>
                  <a:lnTo>
                    <a:pt x="543178" y="430911"/>
                  </a:lnTo>
                  <a:lnTo>
                    <a:pt x="0" y="430911"/>
                  </a:lnTo>
                  <a:lnTo>
                    <a:pt x="0" y="189103"/>
                  </a:lnTo>
                  <a:lnTo>
                    <a:pt x="0" y="85471"/>
                  </a:lnTo>
                  <a:lnTo>
                    <a:pt x="0" y="16383"/>
                  </a:lnTo>
                  <a:close/>
                </a:path>
              </a:pathLst>
            </a:custGeom>
            <a:ln w="25908">
              <a:solidFill>
                <a:srgbClr val="000000"/>
              </a:solidFill>
            </a:ln>
          </p:spPr>
          <p:txBody>
            <a:bodyPr wrap="square" lIns="0" tIns="0" rIns="0" bIns="0" rtlCol="0"/>
            <a:lstStyle/>
            <a:p>
              <a:endParaRPr/>
            </a:p>
          </p:txBody>
        </p:sp>
      </p:grpSp>
      <p:sp>
        <p:nvSpPr>
          <p:cNvPr id="8" name="object 8"/>
          <p:cNvSpPr txBox="1"/>
          <p:nvPr/>
        </p:nvSpPr>
        <p:spPr>
          <a:xfrm>
            <a:off x="3357117" y="5760211"/>
            <a:ext cx="16446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Calibri"/>
                <a:cs typeface="Calibri"/>
              </a:rPr>
              <a:t>A</a:t>
            </a:r>
            <a:endParaRPr sz="1800">
              <a:latin typeface="Calibri"/>
              <a:cs typeface="Calibri"/>
            </a:endParaRPr>
          </a:p>
        </p:txBody>
      </p:sp>
      <p:sp>
        <p:nvSpPr>
          <p:cNvPr id="9" name="object 9"/>
          <p:cNvSpPr/>
          <p:nvPr/>
        </p:nvSpPr>
        <p:spPr>
          <a:xfrm>
            <a:off x="5258561" y="5948883"/>
            <a:ext cx="1752600" cy="741045"/>
          </a:xfrm>
          <a:custGeom>
            <a:avLst/>
            <a:gdLst/>
            <a:ahLst/>
            <a:cxnLst/>
            <a:rect l="l" t="t" r="r" b="b"/>
            <a:pathLst>
              <a:path w="1752600" h="741045">
                <a:moveTo>
                  <a:pt x="0" y="131114"/>
                </a:moveTo>
                <a:lnTo>
                  <a:pt x="1022350" y="131114"/>
                </a:lnTo>
                <a:lnTo>
                  <a:pt x="1372489" y="0"/>
                </a:lnTo>
                <a:lnTo>
                  <a:pt x="1460499" y="131114"/>
                </a:lnTo>
                <a:lnTo>
                  <a:pt x="1752599" y="131114"/>
                </a:lnTo>
                <a:lnTo>
                  <a:pt x="1752599" y="232714"/>
                </a:lnTo>
                <a:lnTo>
                  <a:pt x="1752599" y="385114"/>
                </a:lnTo>
                <a:lnTo>
                  <a:pt x="1752599" y="740714"/>
                </a:lnTo>
                <a:lnTo>
                  <a:pt x="1460499" y="740714"/>
                </a:lnTo>
                <a:lnTo>
                  <a:pt x="1022350" y="740714"/>
                </a:lnTo>
                <a:lnTo>
                  <a:pt x="0" y="740714"/>
                </a:lnTo>
                <a:lnTo>
                  <a:pt x="0" y="385114"/>
                </a:lnTo>
                <a:lnTo>
                  <a:pt x="0" y="232714"/>
                </a:lnTo>
                <a:lnTo>
                  <a:pt x="0" y="131114"/>
                </a:lnTo>
                <a:close/>
              </a:path>
            </a:pathLst>
          </a:custGeom>
          <a:ln w="25908">
            <a:solidFill>
              <a:srgbClr val="000000"/>
            </a:solidFill>
          </a:ln>
        </p:spPr>
        <p:txBody>
          <a:bodyPr wrap="square" lIns="0" tIns="0" rIns="0" bIns="0" rtlCol="0"/>
          <a:lstStyle/>
          <a:p>
            <a:endParaRPr/>
          </a:p>
        </p:txBody>
      </p:sp>
      <p:sp>
        <p:nvSpPr>
          <p:cNvPr id="10" name="object 10"/>
          <p:cNvSpPr txBox="1"/>
          <p:nvPr/>
        </p:nvSpPr>
        <p:spPr>
          <a:xfrm>
            <a:off x="5484367" y="6082385"/>
            <a:ext cx="1298575" cy="574675"/>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a:cs typeface="Calibri"/>
              </a:rPr>
              <a:t>B</a:t>
            </a:r>
            <a:r>
              <a:rPr sz="1800" b="1" spc="-5" dirty="0">
                <a:latin typeface="Calibri"/>
                <a:cs typeface="Calibri"/>
              </a:rPr>
              <a:t> </a:t>
            </a:r>
            <a:r>
              <a:rPr sz="1800" b="1" dirty="0">
                <a:latin typeface="Calibri"/>
                <a:cs typeface="Calibri"/>
              </a:rPr>
              <a:t>=</a:t>
            </a:r>
            <a:r>
              <a:rPr sz="1800" b="1" spc="-5" dirty="0">
                <a:latin typeface="Calibri"/>
                <a:cs typeface="Calibri"/>
              </a:rPr>
              <a:t> </a:t>
            </a:r>
            <a:r>
              <a:rPr sz="1800" b="1" dirty="0">
                <a:latin typeface="Calibri"/>
                <a:cs typeface="Calibri"/>
              </a:rPr>
              <a:t>Chặn</a:t>
            </a:r>
            <a:r>
              <a:rPr sz="1800" b="1" spc="-15" dirty="0">
                <a:latin typeface="Calibri"/>
                <a:cs typeface="Calibri"/>
              </a:rPr>
              <a:t> </a:t>
            </a:r>
            <a:r>
              <a:rPr sz="1800" b="1" spc="-20" dirty="0">
                <a:latin typeface="Calibri"/>
                <a:cs typeface="Calibri"/>
              </a:rPr>
              <a:t>trên</a:t>
            </a:r>
            <a:endParaRPr sz="1800">
              <a:latin typeface="Calibri"/>
              <a:cs typeface="Calibri"/>
            </a:endParaRPr>
          </a:p>
          <a:p>
            <a:pPr marL="78105">
              <a:lnSpc>
                <a:spcPct val="100000"/>
              </a:lnSpc>
              <a:spcBef>
                <a:spcPts val="5"/>
              </a:spcBef>
            </a:pPr>
            <a:r>
              <a:rPr sz="1800" b="1" dirty="0">
                <a:latin typeface="Calibri"/>
                <a:cs typeface="Calibri"/>
              </a:rPr>
              <a:t>chung</a:t>
            </a:r>
            <a:r>
              <a:rPr sz="1800" b="1" spc="-40" dirty="0">
                <a:latin typeface="Calibri"/>
                <a:cs typeface="Calibri"/>
              </a:rPr>
              <a:t> </a:t>
            </a:r>
            <a:r>
              <a:rPr sz="1800" b="1" dirty="0">
                <a:latin typeface="Calibri"/>
                <a:cs typeface="Calibri"/>
              </a:rPr>
              <a:t>của</a:t>
            </a:r>
            <a:r>
              <a:rPr sz="1800" b="1" spc="-5" dirty="0">
                <a:latin typeface="Calibri"/>
                <a:cs typeface="Calibri"/>
              </a:rPr>
              <a:t> </a:t>
            </a:r>
            <a:r>
              <a:rPr sz="1800" b="1" spc="-50" dirty="0">
                <a:latin typeface="Calibri"/>
                <a:cs typeface="Calibri"/>
              </a:rPr>
              <a:t>A</a:t>
            </a:r>
            <a:endParaRPr sz="1800">
              <a:latin typeface="Calibri"/>
              <a:cs typeface="Calibri"/>
            </a:endParaRPr>
          </a:p>
        </p:txBody>
      </p:sp>
      <p:grpSp>
        <p:nvGrpSpPr>
          <p:cNvPr id="11" name="object 11"/>
          <p:cNvGrpSpPr/>
          <p:nvPr/>
        </p:nvGrpSpPr>
        <p:grpSpPr>
          <a:xfrm>
            <a:off x="4236720" y="4091940"/>
            <a:ext cx="4083050" cy="1868805"/>
            <a:chOff x="4236720" y="4091940"/>
            <a:chExt cx="4083050" cy="1868805"/>
          </a:xfrm>
        </p:grpSpPr>
        <p:sp>
          <p:nvSpPr>
            <p:cNvPr id="12" name="object 12"/>
            <p:cNvSpPr/>
            <p:nvPr/>
          </p:nvSpPr>
          <p:spPr>
            <a:xfrm>
              <a:off x="5029962" y="4414266"/>
              <a:ext cx="3276600" cy="1519555"/>
            </a:xfrm>
            <a:custGeom>
              <a:avLst/>
              <a:gdLst/>
              <a:ahLst/>
              <a:cxnLst/>
              <a:rect l="l" t="t" r="r" b="b"/>
              <a:pathLst>
                <a:path w="3276600" h="1519554">
                  <a:moveTo>
                    <a:pt x="0" y="759713"/>
                  </a:moveTo>
                  <a:lnTo>
                    <a:pt x="4929" y="700338"/>
                  </a:lnTo>
                  <a:lnTo>
                    <a:pt x="19474" y="642214"/>
                  </a:lnTo>
                  <a:lnTo>
                    <a:pt x="43271" y="585509"/>
                  </a:lnTo>
                  <a:lnTo>
                    <a:pt x="75956" y="530392"/>
                  </a:lnTo>
                  <a:lnTo>
                    <a:pt x="117163" y="477032"/>
                  </a:lnTo>
                  <a:lnTo>
                    <a:pt x="166529" y="425598"/>
                  </a:lnTo>
                  <a:lnTo>
                    <a:pt x="223689" y="376258"/>
                  </a:lnTo>
                  <a:lnTo>
                    <a:pt x="255078" y="352427"/>
                  </a:lnTo>
                  <a:lnTo>
                    <a:pt x="288279" y="329182"/>
                  </a:lnTo>
                  <a:lnTo>
                    <a:pt x="323246" y="306546"/>
                  </a:lnTo>
                  <a:lnTo>
                    <a:pt x="359935" y="284539"/>
                  </a:lnTo>
                  <a:lnTo>
                    <a:pt x="398298" y="263182"/>
                  </a:lnTo>
                  <a:lnTo>
                    <a:pt x="438291" y="242496"/>
                  </a:lnTo>
                  <a:lnTo>
                    <a:pt x="479869" y="222504"/>
                  </a:lnTo>
                  <a:lnTo>
                    <a:pt x="522985" y="203224"/>
                  </a:lnTo>
                  <a:lnTo>
                    <a:pt x="567595" y="184680"/>
                  </a:lnTo>
                  <a:lnTo>
                    <a:pt x="613652" y="166891"/>
                  </a:lnTo>
                  <a:lnTo>
                    <a:pt x="661111" y="149879"/>
                  </a:lnTo>
                  <a:lnTo>
                    <a:pt x="709926" y="133665"/>
                  </a:lnTo>
                  <a:lnTo>
                    <a:pt x="760053" y="118271"/>
                  </a:lnTo>
                  <a:lnTo>
                    <a:pt x="811445" y="103716"/>
                  </a:lnTo>
                  <a:lnTo>
                    <a:pt x="864057" y="90023"/>
                  </a:lnTo>
                  <a:lnTo>
                    <a:pt x="917843" y="77213"/>
                  </a:lnTo>
                  <a:lnTo>
                    <a:pt x="972758" y="65306"/>
                  </a:lnTo>
                  <a:lnTo>
                    <a:pt x="1028756" y="54323"/>
                  </a:lnTo>
                  <a:lnTo>
                    <a:pt x="1085792" y="44287"/>
                  </a:lnTo>
                  <a:lnTo>
                    <a:pt x="1143820" y="35217"/>
                  </a:lnTo>
                  <a:lnTo>
                    <a:pt x="1202795" y="27135"/>
                  </a:lnTo>
                  <a:lnTo>
                    <a:pt x="1262671" y="20063"/>
                  </a:lnTo>
                  <a:lnTo>
                    <a:pt x="1323403" y="14020"/>
                  </a:lnTo>
                  <a:lnTo>
                    <a:pt x="1384944" y="9029"/>
                  </a:lnTo>
                  <a:lnTo>
                    <a:pt x="1447250" y="5110"/>
                  </a:lnTo>
                  <a:lnTo>
                    <a:pt x="1510275" y="2285"/>
                  </a:lnTo>
                  <a:lnTo>
                    <a:pt x="1573973" y="574"/>
                  </a:lnTo>
                  <a:lnTo>
                    <a:pt x="1638299" y="0"/>
                  </a:lnTo>
                  <a:lnTo>
                    <a:pt x="1702626" y="574"/>
                  </a:lnTo>
                  <a:lnTo>
                    <a:pt x="1766324" y="2285"/>
                  </a:lnTo>
                  <a:lnTo>
                    <a:pt x="1829349" y="5110"/>
                  </a:lnTo>
                  <a:lnTo>
                    <a:pt x="1891655" y="9029"/>
                  </a:lnTo>
                  <a:lnTo>
                    <a:pt x="1953196" y="14020"/>
                  </a:lnTo>
                  <a:lnTo>
                    <a:pt x="2013928" y="20063"/>
                  </a:lnTo>
                  <a:lnTo>
                    <a:pt x="2073804" y="27135"/>
                  </a:lnTo>
                  <a:lnTo>
                    <a:pt x="2132779" y="35217"/>
                  </a:lnTo>
                  <a:lnTo>
                    <a:pt x="2190807" y="44287"/>
                  </a:lnTo>
                  <a:lnTo>
                    <a:pt x="2247843" y="54323"/>
                  </a:lnTo>
                  <a:lnTo>
                    <a:pt x="2303841" y="65306"/>
                  </a:lnTo>
                  <a:lnTo>
                    <a:pt x="2358756" y="77213"/>
                  </a:lnTo>
                  <a:lnTo>
                    <a:pt x="2412542" y="90023"/>
                  </a:lnTo>
                  <a:lnTo>
                    <a:pt x="2465154" y="103716"/>
                  </a:lnTo>
                  <a:lnTo>
                    <a:pt x="2516546" y="118271"/>
                  </a:lnTo>
                  <a:lnTo>
                    <a:pt x="2566673" y="133665"/>
                  </a:lnTo>
                  <a:lnTo>
                    <a:pt x="2615488" y="149879"/>
                  </a:lnTo>
                  <a:lnTo>
                    <a:pt x="2662947" y="166891"/>
                  </a:lnTo>
                  <a:lnTo>
                    <a:pt x="2709004" y="184680"/>
                  </a:lnTo>
                  <a:lnTo>
                    <a:pt x="2753614" y="203224"/>
                  </a:lnTo>
                  <a:lnTo>
                    <a:pt x="2796730" y="222503"/>
                  </a:lnTo>
                  <a:lnTo>
                    <a:pt x="2838308" y="242496"/>
                  </a:lnTo>
                  <a:lnTo>
                    <a:pt x="2878301" y="263182"/>
                  </a:lnTo>
                  <a:lnTo>
                    <a:pt x="2916664" y="284539"/>
                  </a:lnTo>
                  <a:lnTo>
                    <a:pt x="2953353" y="306546"/>
                  </a:lnTo>
                  <a:lnTo>
                    <a:pt x="2988320" y="329182"/>
                  </a:lnTo>
                  <a:lnTo>
                    <a:pt x="3021521" y="352427"/>
                  </a:lnTo>
                  <a:lnTo>
                    <a:pt x="3052910" y="376258"/>
                  </a:lnTo>
                  <a:lnTo>
                    <a:pt x="3082442" y="400655"/>
                  </a:lnTo>
                  <a:lnTo>
                    <a:pt x="3135750" y="451063"/>
                  </a:lnTo>
                  <a:lnTo>
                    <a:pt x="3181082" y="503482"/>
                  </a:lnTo>
                  <a:lnTo>
                    <a:pt x="3218074" y="557741"/>
                  </a:lnTo>
                  <a:lnTo>
                    <a:pt x="3246360" y="613673"/>
                  </a:lnTo>
                  <a:lnTo>
                    <a:pt x="3265577" y="671109"/>
                  </a:lnTo>
                  <a:lnTo>
                    <a:pt x="3275360" y="729880"/>
                  </a:lnTo>
                  <a:lnTo>
                    <a:pt x="3276599" y="759713"/>
                  </a:lnTo>
                  <a:lnTo>
                    <a:pt x="3275360" y="789545"/>
                  </a:lnTo>
                  <a:lnTo>
                    <a:pt x="3265577" y="848313"/>
                  </a:lnTo>
                  <a:lnTo>
                    <a:pt x="3246360" y="905747"/>
                  </a:lnTo>
                  <a:lnTo>
                    <a:pt x="3218074" y="961677"/>
                  </a:lnTo>
                  <a:lnTo>
                    <a:pt x="3181082" y="1015935"/>
                  </a:lnTo>
                  <a:lnTo>
                    <a:pt x="3135750" y="1068353"/>
                  </a:lnTo>
                  <a:lnTo>
                    <a:pt x="3082442" y="1118760"/>
                  </a:lnTo>
                  <a:lnTo>
                    <a:pt x="3052910" y="1143158"/>
                  </a:lnTo>
                  <a:lnTo>
                    <a:pt x="3021521" y="1166989"/>
                  </a:lnTo>
                  <a:lnTo>
                    <a:pt x="2988320" y="1190234"/>
                  </a:lnTo>
                  <a:lnTo>
                    <a:pt x="2953353" y="1212870"/>
                  </a:lnTo>
                  <a:lnTo>
                    <a:pt x="2916664" y="1234878"/>
                  </a:lnTo>
                  <a:lnTo>
                    <a:pt x="2878301" y="1256235"/>
                  </a:lnTo>
                  <a:lnTo>
                    <a:pt x="2838308" y="1276921"/>
                  </a:lnTo>
                  <a:lnTo>
                    <a:pt x="2796730" y="1296914"/>
                  </a:lnTo>
                  <a:lnTo>
                    <a:pt x="2753614" y="1316194"/>
                  </a:lnTo>
                  <a:lnTo>
                    <a:pt x="2709004" y="1334739"/>
                  </a:lnTo>
                  <a:lnTo>
                    <a:pt x="2662947" y="1352528"/>
                  </a:lnTo>
                  <a:lnTo>
                    <a:pt x="2615488" y="1369541"/>
                  </a:lnTo>
                  <a:lnTo>
                    <a:pt x="2566673" y="1385755"/>
                  </a:lnTo>
                  <a:lnTo>
                    <a:pt x="2516546" y="1401150"/>
                  </a:lnTo>
                  <a:lnTo>
                    <a:pt x="2465154" y="1415705"/>
                  </a:lnTo>
                  <a:lnTo>
                    <a:pt x="2412542" y="1429399"/>
                  </a:lnTo>
                  <a:lnTo>
                    <a:pt x="2358756" y="1442210"/>
                  </a:lnTo>
                  <a:lnTo>
                    <a:pt x="2303841" y="1454118"/>
                  </a:lnTo>
                  <a:lnTo>
                    <a:pt x="2247843" y="1465101"/>
                  </a:lnTo>
                  <a:lnTo>
                    <a:pt x="2190807" y="1475138"/>
                  </a:lnTo>
                  <a:lnTo>
                    <a:pt x="2132779" y="1484208"/>
                  </a:lnTo>
                  <a:lnTo>
                    <a:pt x="2073804" y="1492290"/>
                  </a:lnTo>
                  <a:lnTo>
                    <a:pt x="2013928" y="1499363"/>
                  </a:lnTo>
                  <a:lnTo>
                    <a:pt x="1953196" y="1505406"/>
                  </a:lnTo>
                  <a:lnTo>
                    <a:pt x="1891655" y="1510397"/>
                  </a:lnTo>
                  <a:lnTo>
                    <a:pt x="1829349" y="1514316"/>
                  </a:lnTo>
                  <a:lnTo>
                    <a:pt x="1766324" y="1517142"/>
                  </a:lnTo>
                  <a:lnTo>
                    <a:pt x="1702626" y="1518853"/>
                  </a:lnTo>
                  <a:lnTo>
                    <a:pt x="1638299" y="1519427"/>
                  </a:lnTo>
                  <a:lnTo>
                    <a:pt x="1573973" y="1518853"/>
                  </a:lnTo>
                  <a:lnTo>
                    <a:pt x="1510275" y="1517142"/>
                  </a:lnTo>
                  <a:lnTo>
                    <a:pt x="1447250" y="1514316"/>
                  </a:lnTo>
                  <a:lnTo>
                    <a:pt x="1384944" y="1510397"/>
                  </a:lnTo>
                  <a:lnTo>
                    <a:pt x="1323403" y="1505406"/>
                  </a:lnTo>
                  <a:lnTo>
                    <a:pt x="1262671" y="1499363"/>
                  </a:lnTo>
                  <a:lnTo>
                    <a:pt x="1202795" y="1492290"/>
                  </a:lnTo>
                  <a:lnTo>
                    <a:pt x="1143820" y="1484208"/>
                  </a:lnTo>
                  <a:lnTo>
                    <a:pt x="1085792" y="1475138"/>
                  </a:lnTo>
                  <a:lnTo>
                    <a:pt x="1028756" y="1465101"/>
                  </a:lnTo>
                  <a:lnTo>
                    <a:pt x="972758" y="1454118"/>
                  </a:lnTo>
                  <a:lnTo>
                    <a:pt x="917843" y="1442210"/>
                  </a:lnTo>
                  <a:lnTo>
                    <a:pt x="864057" y="1429399"/>
                  </a:lnTo>
                  <a:lnTo>
                    <a:pt x="811445" y="1415705"/>
                  </a:lnTo>
                  <a:lnTo>
                    <a:pt x="760053" y="1401150"/>
                  </a:lnTo>
                  <a:lnTo>
                    <a:pt x="709926" y="1385755"/>
                  </a:lnTo>
                  <a:lnTo>
                    <a:pt x="661111" y="1369541"/>
                  </a:lnTo>
                  <a:lnTo>
                    <a:pt x="613652" y="1352528"/>
                  </a:lnTo>
                  <a:lnTo>
                    <a:pt x="567595" y="1334739"/>
                  </a:lnTo>
                  <a:lnTo>
                    <a:pt x="522985" y="1316194"/>
                  </a:lnTo>
                  <a:lnTo>
                    <a:pt x="479869" y="1296914"/>
                  </a:lnTo>
                  <a:lnTo>
                    <a:pt x="438291" y="1276921"/>
                  </a:lnTo>
                  <a:lnTo>
                    <a:pt x="398298" y="1256235"/>
                  </a:lnTo>
                  <a:lnTo>
                    <a:pt x="359935" y="1234878"/>
                  </a:lnTo>
                  <a:lnTo>
                    <a:pt x="323246" y="1212870"/>
                  </a:lnTo>
                  <a:lnTo>
                    <a:pt x="288279" y="1190234"/>
                  </a:lnTo>
                  <a:lnTo>
                    <a:pt x="255078" y="1166989"/>
                  </a:lnTo>
                  <a:lnTo>
                    <a:pt x="223689" y="1143158"/>
                  </a:lnTo>
                  <a:lnTo>
                    <a:pt x="194157" y="1118760"/>
                  </a:lnTo>
                  <a:lnTo>
                    <a:pt x="140849" y="1068353"/>
                  </a:lnTo>
                  <a:lnTo>
                    <a:pt x="95517" y="1015935"/>
                  </a:lnTo>
                  <a:lnTo>
                    <a:pt x="58525" y="961677"/>
                  </a:lnTo>
                  <a:lnTo>
                    <a:pt x="30239" y="905747"/>
                  </a:lnTo>
                  <a:lnTo>
                    <a:pt x="11022" y="848313"/>
                  </a:lnTo>
                  <a:lnTo>
                    <a:pt x="1239" y="789545"/>
                  </a:lnTo>
                  <a:lnTo>
                    <a:pt x="0" y="759713"/>
                  </a:lnTo>
                  <a:close/>
                </a:path>
              </a:pathLst>
            </a:custGeom>
            <a:ln w="25908">
              <a:solidFill>
                <a:srgbClr val="4F81BC"/>
              </a:solidFill>
            </a:ln>
          </p:spPr>
          <p:txBody>
            <a:bodyPr wrap="square" lIns="0" tIns="0" rIns="0" bIns="0" rtlCol="0"/>
            <a:lstStyle/>
            <a:p>
              <a:endParaRPr/>
            </a:p>
          </p:txBody>
        </p:sp>
        <p:sp>
          <p:nvSpPr>
            <p:cNvPr id="13" name="object 13"/>
            <p:cNvSpPr/>
            <p:nvPr/>
          </p:nvSpPr>
          <p:spPr>
            <a:xfrm>
              <a:off x="4249674" y="4104894"/>
              <a:ext cx="571500" cy="1842770"/>
            </a:xfrm>
            <a:custGeom>
              <a:avLst/>
              <a:gdLst/>
              <a:ahLst/>
              <a:cxnLst/>
              <a:rect l="l" t="t" r="r" b="b"/>
              <a:pathLst>
                <a:path w="571500" h="1842770">
                  <a:moveTo>
                    <a:pt x="0" y="921257"/>
                  </a:moveTo>
                  <a:lnTo>
                    <a:pt x="783" y="852507"/>
                  </a:lnTo>
                  <a:lnTo>
                    <a:pt x="3097" y="785129"/>
                  </a:lnTo>
                  <a:lnTo>
                    <a:pt x="6886" y="719300"/>
                  </a:lnTo>
                  <a:lnTo>
                    <a:pt x="12094" y="655199"/>
                  </a:lnTo>
                  <a:lnTo>
                    <a:pt x="18668" y="593004"/>
                  </a:lnTo>
                  <a:lnTo>
                    <a:pt x="26550" y="532893"/>
                  </a:lnTo>
                  <a:lnTo>
                    <a:pt x="35688" y="475045"/>
                  </a:lnTo>
                  <a:lnTo>
                    <a:pt x="46024" y="419638"/>
                  </a:lnTo>
                  <a:lnTo>
                    <a:pt x="57504" y="366850"/>
                  </a:lnTo>
                  <a:lnTo>
                    <a:pt x="70074" y="316859"/>
                  </a:lnTo>
                  <a:lnTo>
                    <a:pt x="83677" y="269843"/>
                  </a:lnTo>
                  <a:lnTo>
                    <a:pt x="98258" y="225980"/>
                  </a:lnTo>
                  <a:lnTo>
                    <a:pt x="113763" y="185450"/>
                  </a:lnTo>
                  <a:lnTo>
                    <a:pt x="130135" y="148429"/>
                  </a:lnTo>
                  <a:lnTo>
                    <a:pt x="165265" y="85629"/>
                  </a:lnTo>
                  <a:lnTo>
                    <a:pt x="203204" y="39007"/>
                  </a:lnTo>
                  <a:lnTo>
                    <a:pt x="243513" y="9989"/>
                  </a:lnTo>
                  <a:lnTo>
                    <a:pt x="285750" y="0"/>
                  </a:lnTo>
                  <a:lnTo>
                    <a:pt x="307081" y="2527"/>
                  </a:lnTo>
                  <a:lnTo>
                    <a:pt x="348409" y="22209"/>
                  </a:lnTo>
                  <a:lnTo>
                    <a:pt x="387588" y="60207"/>
                  </a:lnTo>
                  <a:lnTo>
                    <a:pt x="424178" y="115096"/>
                  </a:lnTo>
                  <a:lnTo>
                    <a:pt x="457736" y="185450"/>
                  </a:lnTo>
                  <a:lnTo>
                    <a:pt x="473241" y="225980"/>
                  </a:lnTo>
                  <a:lnTo>
                    <a:pt x="487822" y="269843"/>
                  </a:lnTo>
                  <a:lnTo>
                    <a:pt x="501425" y="316859"/>
                  </a:lnTo>
                  <a:lnTo>
                    <a:pt x="513995" y="366850"/>
                  </a:lnTo>
                  <a:lnTo>
                    <a:pt x="525475" y="419638"/>
                  </a:lnTo>
                  <a:lnTo>
                    <a:pt x="535811" y="475045"/>
                  </a:lnTo>
                  <a:lnTo>
                    <a:pt x="544949" y="532893"/>
                  </a:lnTo>
                  <a:lnTo>
                    <a:pt x="552831" y="593004"/>
                  </a:lnTo>
                  <a:lnTo>
                    <a:pt x="559405" y="655199"/>
                  </a:lnTo>
                  <a:lnTo>
                    <a:pt x="564613" y="719300"/>
                  </a:lnTo>
                  <a:lnTo>
                    <a:pt x="568402" y="785129"/>
                  </a:lnTo>
                  <a:lnTo>
                    <a:pt x="570716" y="852507"/>
                  </a:lnTo>
                  <a:lnTo>
                    <a:pt x="571500" y="921257"/>
                  </a:lnTo>
                  <a:lnTo>
                    <a:pt x="570716" y="990008"/>
                  </a:lnTo>
                  <a:lnTo>
                    <a:pt x="568402" y="1057386"/>
                  </a:lnTo>
                  <a:lnTo>
                    <a:pt x="564613" y="1123215"/>
                  </a:lnTo>
                  <a:lnTo>
                    <a:pt x="559405" y="1187316"/>
                  </a:lnTo>
                  <a:lnTo>
                    <a:pt x="552831" y="1249511"/>
                  </a:lnTo>
                  <a:lnTo>
                    <a:pt x="544949" y="1309622"/>
                  </a:lnTo>
                  <a:lnTo>
                    <a:pt x="535811" y="1367470"/>
                  </a:lnTo>
                  <a:lnTo>
                    <a:pt x="525475" y="1422877"/>
                  </a:lnTo>
                  <a:lnTo>
                    <a:pt x="513995" y="1475665"/>
                  </a:lnTo>
                  <a:lnTo>
                    <a:pt x="501425" y="1525656"/>
                  </a:lnTo>
                  <a:lnTo>
                    <a:pt x="487822" y="1572672"/>
                  </a:lnTo>
                  <a:lnTo>
                    <a:pt x="473241" y="1616535"/>
                  </a:lnTo>
                  <a:lnTo>
                    <a:pt x="457736" y="1657065"/>
                  </a:lnTo>
                  <a:lnTo>
                    <a:pt x="441364" y="1694086"/>
                  </a:lnTo>
                  <a:lnTo>
                    <a:pt x="406234" y="1756886"/>
                  </a:lnTo>
                  <a:lnTo>
                    <a:pt x="368295" y="1803508"/>
                  </a:lnTo>
                  <a:lnTo>
                    <a:pt x="327986" y="1832526"/>
                  </a:lnTo>
                  <a:lnTo>
                    <a:pt x="285750" y="1842515"/>
                  </a:lnTo>
                  <a:lnTo>
                    <a:pt x="264418" y="1839988"/>
                  </a:lnTo>
                  <a:lnTo>
                    <a:pt x="223090" y="1820306"/>
                  </a:lnTo>
                  <a:lnTo>
                    <a:pt x="183911" y="1782308"/>
                  </a:lnTo>
                  <a:lnTo>
                    <a:pt x="147321" y="1727419"/>
                  </a:lnTo>
                  <a:lnTo>
                    <a:pt x="113763" y="1657065"/>
                  </a:lnTo>
                  <a:lnTo>
                    <a:pt x="98258" y="1616535"/>
                  </a:lnTo>
                  <a:lnTo>
                    <a:pt x="83677" y="1572672"/>
                  </a:lnTo>
                  <a:lnTo>
                    <a:pt x="70074" y="1525656"/>
                  </a:lnTo>
                  <a:lnTo>
                    <a:pt x="57504" y="1475665"/>
                  </a:lnTo>
                  <a:lnTo>
                    <a:pt x="46024" y="1422877"/>
                  </a:lnTo>
                  <a:lnTo>
                    <a:pt x="35688" y="1367470"/>
                  </a:lnTo>
                  <a:lnTo>
                    <a:pt x="26550" y="1309622"/>
                  </a:lnTo>
                  <a:lnTo>
                    <a:pt x="18668" y="1249511"/>
                  </a:lnTo>
                  <a:lnTo>
                    <a:pt x="12094" y="1187316"/>
                  </a:lnTo>
                  <a:lnTo>
                    <a:pt x="6886" y="1123215"/>
                  </a:lnTo>
                  <a:lnTo>
                    <a:pt x="3097" y="1057386"/>
                  </a:lnTo>
                  <a:lnTo>
                    <a:pt x="783" y="990008"/>
                  </a:lnTo>
                  <a:lnTo>
                    <a:pt x="0" y="921257"/>
                  </a:lnTo>
                  <a:close/>
                </a:path>
              </a:pathLst>
            </a:custGeom>
            <a:ln w="25908">
              <a:solidFill>
                <a:srgbClr val="385D89"/>
              </a:solidFill>
            </a:ln>
          </p:spPr>
          <p:txBody>
            <a:bodyPr wrap="square" lIns="0" tIns="0" rIns="0" bIns="0" rtlCol="0"/>
            <a:lstStyle/>
            <a:p>
              <a:endParaRPr/>
            </a:p>
          </p:txBody>
        </p:sp>
      </p:gr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b="1" dirty="0">
                <a:latin typeface="Calibri"/>
                <a:cs typeface="Calibri"/>
              </a:rPr>
              <a:t>Ví</a:t>
            </a:r>
            <a:r>
              <a:rPr b="1" spc="-5" dirty="0">
                <a:latin typeface="Calibri"/>
                <a:cs typeface="Calibri"/>
              </a:rPr>
              <a:t> </a:t>
            </a:r>
            <a:r>
              <a:rPr b="1" dirty="0">
                <a:latin typeface="Calibri"/>
                <a:cs typeface="Calibri"/>
              </a:rPr>
              <a:t>dụ</a:t>
            </a:r>
            <a:r>
              <a:rPr b="1" spc="-5" dirty="0">
                <a:latin typeface="Calibri"/>
                <a:cs typeface="Calibri"/>
              </a:rPr>
              <a:t> </a:t>
            </a:r>
            <a:r>
              <a:rPr b="1" dirty="0">
                <a:latin typeface="Calibri"/>
                <a:cs typeface="Calibri"/>
              </a:rPr>
              <a:t>2</a:t>
            </a:r>
            <a:r>
              <a:rPr b="1" spc="10" dirty="0">
                <a:latin typeface="Calibri"/>
                <a:cs typeface="Calibri"/>
              </a:rPr>
              <a:t> </a:t>
            </a:r>
            <a:r>
              <a:rPr b="1" spc="-50" dirty="0">
                <a:latin typeface="Calibri"/>
                <a:cs typeface="Calibri"/>
              </a:rPr>
              <a:t>:</a:t>
            </a:r>
          </a:p>
        </p:txBody>
      </p:sp>
      <p:sp>
        <p:nvSpPr>
          <p:cNvPr id="3" name="object 3"/>
          <p:cNvSpPr/>
          <p:nvPr/>
        </p:nvSpPr>
        <p:spPr>
          <a:xfrm>
            <a:off x="3810761" y="1067561"/>
            <a:ext cx="1752600" cy="1351280"/>
          </a:xfrm>
          <a:custGeom>
            <a:avLst/>
            <a:gdLst/>
            <a:ahLst/>
            <a:cxnLst/>
            <a:rect l="l" t="t" r="r" b="b"/>
            <a:pathLst>
              <a:path w="1752600" h="1351280">
                <a:moveTo>
                  <a:pt x="0" y="0"/>
                </a:moveTo>
                <a:lnTo>
                  <a:pt x="292100" y="0"/>
                </a:lnTo>
                <a:lnTo>
                  <a:pt x="730250" y="0"/>
                </a:lnTo>
                <a:lnTo>
                  <a:pt x="1752600" y="0"/>
                </a:lnTo>
                <a:lnTo>
                  <a:pt x="1752600" y="355600"/>
                </a:lnTo>
                <a:lnTo>
                  <a:pt x="1752600" y="508000"/>
                </a:lnTo>
                <a:lnTo>
                  <a:pt x="1752600" y="609600"/>
                </a:lnTo>
                <a:lnTo>
                  <a:pt x="730250" y="609600"/>
                </a:lnTo>
                <a:lnTo>
                  <a:pt x="694054" y="1350772"/>
                </a:lnTo>
                <a:lnTo>
                  <a:pt x="292100" y="609600"/>
                </a:lnTo>
                <a:lnTo>
                  <a:pt x="0" y="609600"/>
                </a:lnTo>
                <a:lnTo>
                  <a:pt x="0" y="508000"/>
                </a:lnTo>
                <a:lnTo>
                  <a:pt x="0" y="355600"/>
                </a:lnTo>
                <a:lnTo>
                  <a:pt x="0" y="0"/>
                </a:lnTo>
                <a:close/>
              </a:path>
            </a:pathLst>
          </a:custGeom>
          <a:ln w="25908">
            <a:solidFill>
              <a:srgbClr val="000000"/>
            </a:solidFill>
          </a:ln>
        </p:spPr>
        <p:txBody>
          <a:bodyPr wrap="square" lIns="0" tIns="0" rIns="0" bIns="0" rtlCol="0"/>
          <a:lstStyle/>
          <a:p>
            <a:endParaRPr/>
          </a:p>
        </p:txBody>
      </p:sp>
      <p:sp>
        <p:nvSpPr>
          <p:cNvPr id="4" name="object 4"/>
          <p:cNvSpPr txBox="1"/>
          <p:nvPr/>
        </p:nvSpPr>
        <p:spPr>
          <a:xfrm>
            <a:off x="4605020" y="1206753"/>
            <a:ext cx="16446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Calibri"/>
                <a:cs typeface="Calibri"/>
              </a:rPr>
              <a:t>A</a:t>
            </a:r>
            <a:endParaRPr sz="1800">
              <a:latin typeface="Calibri"/>
              <a:cs typeface="Calibri"/>
            </a:endParaRPr>
          </a:p>
        </p:txBody>
      </p:sp>
      <p:sp>
        <p:nvSpPr>
          <p:cNvPr id="5" name="object 5"/>
          <p:cNvSpPr/>
          <p:nvPr/>
        </p:nvSpPr>
        <p:spPr>
          <a:xfrm>
            <a:off x="4115561" y="4333113"/>
            <a:ext cx="2074545" cy="1154430"/>
          </a:xfrm>
          <a:custGeom>
            <a:avLst/>
            <a:gdLst/>
            <a:ahLst/>
            <a:cxnLst/>
            <a:rect l="l" t="t" r="r" b="b"/>
            <a:pathLst>
              <a:path w="2074545" h="1154429">
                <a:moveTo>
                  <a:pt x="0" y="544449"/>
                </a:moveTo>
                <a:lnTo>
                  <a:pt x="1022350" y="544449"/>
                </a:lnTo>
                <a:lnTo>
                  <a:pt x="2074037" y="0"/>
                </a:lnTo>
                <a:lnTo>
                  <a:pt x="1460500" y="544449"/>
                </a:lnTo>
                <a:lnTo>
                  <a:pt x="1752600" y="544449"/>
                </a:lnTo>
                <a:lnTo>
                  <a:pt x="1752600" y="646049"/>
                </a:lnTo>
                <a:lnTo>
                  <a:pt x="1752600" y="798449"/>
                </a:lnTo>
                <a:lnTo>
                  <a:pt x="1752600" y="1154049"/>
                </a:lnTo>
                <a:lnTo>
                  <a:pt x="1460500" y="1154049"/>
                </a:lnTo>
                <a:lnTo>
                  <a:pt x="1022350" y="1154049"/>
                </a:lnTo>
                <a:lnTo>
                  <a:pt x="0" y="1154049"/>
                </a:lnTo>
                <a:lnTo>
                  <a:pt x="0" y="798449"/>
                </a:lnTo>
                <a:lnTo>
                  <a:pt x="0" y="646049"/>
                </a:lnTo>
                <a:lnTo>
                  <a:pt x="0" y="544449"/>
                </a:lnTo>
                <a:close/>
              </a:path>
            </a:pathLst>
          </a:custGeom>
          <a:ln w="25908">
            <a:solidFill>
              <a:srgbClr val="000000"/>
            </a:solidFill>
          </a:ln>
        </p:spPr>
        <p:txBody>
          <a:bodyPr wrap="square" lIns="0" tIns="0" rIns="0" bIns="0" rtlCol="0"/>
          <a:lstStyle/>
          <a:p>
            <a:endParaRPr/>
          </a:p>
        </p:txBody>
      </p:sp>
      <p:sp>
        <p:nvSpPr>
          <p:cNvPr id="6" name="object 6"/>
          <p:cNvSpPr txBox="1"/>
          <p:nvPr/>
        </p:nvSpPr>
        <p:spPr>
          <a:xfrm>
            <a:off x="4202684" y="4880609"/>
            <a:ext cx="1576070" cy="574040"/>
          </a:xfrm>
          <a:prstGeom prst="rect">
            <a:avLst/>
          </a:prstGeom>
        </p:spPr>
        <p:txBody>
          <a:bodyPr vert="horz" wrap="square" lIns="0" tIns="12700" rIns="0" bIns="0" rtlCol="0">
            <a:spAutoFit/>
          </a:bodyPr>
          <a:lstStyle/>
          <a:p>
            <a:pPr marL="527685" marR="5080" indent="-515620">
              <a:lnSpc>
                <a:spcPct val="100000"/>
              </a:lnSpc>
              <a:spcBef>
                <a:spcPts val="100"/>
              </a:spcBef>
            </a:pPr>
            <a:r>
              <a:rPr sz="1800" b="1" dirty="0">
                <a:latin typeface="Calibri"/>
                <a:cs typeface="Calibri"/>
              </a:rPr>
              <a:t>Chặn</a:t>
            </a:r>
            <a:r>
              <a:rPr sz="1800" b="1" spc="-30" dirty="0">
                <a:latin typeface="Calibri"/>
                <a:cs typeface="Calibri"/>
              </a:rPr>
              <a:t> </a:t>
            </a:r>
            <a:r>
              <a:rPr sz="1800" b="1" dirty="0">
                <a:latin typeface="Calibri"/>
                <a:cs typeface="Calibri"/>
              </a:rPr>
              <a:t>trên</a:t>
            </a:r>
            <a:r>
              <a:rPr sz="1800" b="1" spc="-25" dirty="0">
                <a:latin typeface="Calibri"/>
                <a:cs typeface="Calibri"/>
              </a:rPr>
              <a:t> </a:t>
            </a:r>
            <a:r>
              <a:rPr sz="1800" b="1" spc="-20" dirty="0">
                <a:latin typeface="Calibri"/>
                <a:cs typeface="Calibri"/>
              </a:rPr>
              <a:t>chung </a:t>
            </a:r>
            <a:r>
              <a:rPr sz="1800" b="1" dirty="0">
                <a:latin typeface="Calibri"/>
                <a:cs typeface="Calibri"/>
              </a:rPr>
              <a:t>của</a:t>
            </a:r>
            <a:r>
              <a:rPr sz="1800" b="1" spc="-10" dirty="0">
                <a:latin typeface="Calibri"/>
                <a:cs typeface="Calibri"/>
              </a:rPr>
              <a:t> </a:t>
            </a:r>
            <a:r>
              <a:rPr sz="1800" b="1" spc="-50" dirty="0">
                <a:latin typeface="Calibri"/>
                <a:cs typeface="Calibri"/>
              </a:rPr>
              <a:t>A</a:t>
            </a:r>
            <a:endParaRPr sz="1800">
              <a:latin typeface="Calibri"/>
              <a:cs typeface="Calibri"/>
            </a:endParaRPr>
          </a:p>
        </p:txBody>
      </p:sp>
      <p:grpSp>
        <p:nvGrpSpPr>
          <p:cNvPr id="7" name="object 7"/>
          <p:cNvGrpSpPr/>
          <p:nvPr/>
        </p:nvGrpSpPr>
        <p:grpSpPr>
          <a:xfrm>
            <a:off x="1057290" y="2350007"/>
            <a:ext cx="7338695" cy="2007235"/>
            <a:chOff x="1057290" y="2350007"/>
            <a:chExt cx="7338695" cy="2007235"/>
          </a:xfrm>
        </p:grpSpPr>
        <p:pic>
          <p:nvPicPr>
            <p:cNvPr id="8" name="object 8"/>
            <p:cNvPicPr/>
            <p:nvPr/>
          </p:nvPicPr>
          <p:blipFill>
            <a:blip r:embed="rId2" cstate="print"/>
            <a:stretch>
              <a:fillRect/>
            </a:stretch>
          </p:blipFill>
          <p:spPr>
            <a:xfrm>
              <a:off x="1057290" y="2581308"/>
              <a:ext cx="6763479" cy="1343705"/>
            </a:xfrm>
            <a:prstGeom prst="rect">
              <a:avLst/>
            </a:prstGeom>
          </p:spPr>
        </p:pic>
        <p:sp>
          <p:nvSpPr>
            <p:cNvPr id="9" name="object 9"/>
            <p:cNvSpPr/>
            <p:nvPr/>
          </p:nvSpPr>
          <p:spPr>
            <a:xfrm>
              <a:off x="4039362" y="2362961"/>
              <a:ext cx="1447800" cy="1828800"/>
            </a:xfrm>
            <a:custGeom>
              <a:avLst/>
              <a:gdLst/>
              <a:ahLst/>
              <a:cxnLst/>
              <a:rect l="l" t="t" r="r" b="b"/>
              <a:pathLst>
                <a:path w="1447800" h="1828800">
                  <a:moveTo>
                    <a:pt x="0" y="914400"/>
                  </a:moveTo>
                  <a:lnTo>
                    <a:pt x="1228" y="860677"/>
                  </a:lnTo>
                  <a:lnTo>
                    <a:pt x="4870" y="807772"/>
                  </a:lnTo>
                  <a:lnTo>
                    <a:pt x="10856" y="755769"/>
                  </a:lnTo>
                  <a:lnTo>
                    <a:pt x="19118" y="704754"/>
                  </a:lnTo>
                  <a:lnTo>
                    <a:pt x="29590" y="654813"/>
                  </a:lnTo>
                  <a:lnTo>
                    <a:pt x="42202" y="606033"/>
                  </a:lnTo>
                  <a:lnTo>
                    <a:pt x="56888" y="558498"/>
                  </a:lnTo>
                  <a:lnTo>
                    <a:pt x="73578" y="512295"/>
                  </a:lnTo>
                  <a:lnTo>
                    <a:pt x="92206" y="467509"/>
                  </a:lnTo>
                  <a:lnTo>
                    <a:pt x="112703" y="424226"/>
                  </a:lnTo>
                  <a:lnTo>
                    <a:pt x="135001" y="382532"/>
                  </a:lnTo>
                  <a:lnTo>
                    <a:pt x="159033" y="342513"/>
                  </a:lnTo>
                  <a:lnTo>
                    <a:pt x="184731" y="304255"/>
                  </a:lnTo>
                  <a:lnTo>
                    <a:pt x="212026" y="267842"/>
                  </a:lnTo>
                  <a:lnTo>
                    <a:pt x="240851" y="233363"/>
                  </a:lnTo>
                  <a:lnTo>
                    <a:pt x="271138" y="200901"/>
                  </a:lnTo>
                  <a:lnTo>
                    <a:pt x="302819" y="170543"/>
                  </a:lnTo>
                  <a:lnTo>
                    <a:pt x="335827" y="142375"/>
                  </a:lnTo>
                  <a:lnTo>
                    <a:pt x="370092" y="116482"/>
                  </a:lnTo>
                  <a:lnTo>
                    <a:pt x="405548" y="92950"/>
                  </a:lnTo>
                  <a:lnTo>
                    <a:pt x="442126" y="71866"/>
                  </a:lnTo>
                  <a:lnTo>
                    <a:pt x="479759" y="53314"/>
                  </a:lnTo>
                  <a:lnTo>
                    <a:pt x="518379" y="37381"/>
                  </a:lnTo>
                  <a:lnTo>
                    <a:pt x="557917" y="24152"/>
                  </a:lnTo>
                  <a:lnTo>
                    <a:pt x="598306" y="13714"/>
                  </a:lnTo>
                  <a:lnTo>
                    <a:pt x="639478" y="6152"/>
                  </a:lnTo>
                  <a:lnTo>
                    <a:pt x="681365" y="1552"/>
                  </a:lnTo>
                  <a:lnTo>
                    <a:pt x="723900" y="0"/>
                  </a:lnTo>
                  <a:lnTo>
                    <a:pt x="766434" y="1552"/>
                  </a:lnTo>
                  <a:lnTo>
                    <a:pt x="808321" y="6152"/>
                  </a:lnTo>
                  <a:lnTo>
                    <a:pt x="849493" y="13714"/>
                  </a:lnTo>
                  <a:lnTo>
                    <a:pt x="889882" y="24152"/>
                  </a:lnTo>
                  <a:lnTo>
                    <a:pt x="929420" y="37381"/>
                  </a:lnTo>
                  <a:lnTo>
                    <a:pt x="968040" y="53314"/>
                  </a:lnTo>
                  <a:lnTo>
                    <a:pt x="1005673" y="71866"/>
                  </a:lnTo>
                  <a:lnTo>
                    <a:pt x="1042251" y="92950"/>
                  </a:lnTo>
                  <a:lnTo>
                    <a:pt x="1077707" y="116482"/>
                  </a:lnTo>
                  <a:lnTo>
                    <a:pt x="1111972" y="142375"/>
                  </a:lnTo>
                  <a:lnTo>
                    <a:pt x="1144980" y="170543"/>
                  </a:lnTo>
                  <a:lnTo>
                    <a:pt x="1176661" y="200901"/>
                  </a:lnTo>
                  <a:lnTo>
                    <a:pt x="1206948" y="233363"/>
                  </a:lnTo>
                  <a:lnTo>
                    <a:pt x="1235773" y="267842"/>
                  </a:lnTo>
                  <a:lnTo>
                    <a:pt x="1263068" y="304255"/>
                  </a:lnTo>
                  <a:lnTo>
                    <a:pt x="1288766" y="342513"/>
                  </a:lnTo>
                  <a:lnTo>
                    <a:pt x="1312798" y="382532"/>
                  </a:lnTo>
                  <a:lnTo>
                    <a:pt x="1335096" y="424226"/>
                  </a:lnTo>
                  <a:lnTo>
                    <a:pt x="1355593" y="467509"/>
                  </a:lnTo>
                  <a:lnTo>
                    <a:pt x="1374221" y="512295"/>
                  </a:lnTo>
                  <a:lnTo>
                    <a:pt x="1390911" y="558498"/>
                  </a:lnTo>
                  <a:lnTo>
                    <a:pt x="1405597" y="606033"/>
                  </a:lnTo>
                  <a:lnTo>
                    <a:pt x="1418209" y="654813"/>
                  </a:lnTo>
                  <a:lnTo>
                    <a:pt x="1428681" y="704754"/>
                  </a:lnTo>
                  <a:lnTo>
                    <a:pt x="1436943" y="755769"/>
                  </a:lnTo>
                  <a:lnTo>
                    <a:pt x="1442929" y="807772"/>
                  </a:lnTo>
                  <a:lnTo>
                    <a:pt x="1446571" y="860677"/>
                  </a:lnTo>
                  <a:lnTo>
                    <a:pt x="1447800" y="914400"/>
                  </a:lnTo>
                  <a:lnTo>
                    <a:pt x="1446571" y="968122"/>
                  </a:lnTo>
                  <a:lnTo>
                    <a:pt x="1442929" y="1021027"/>
                  </a:lnTo>
                  <a:lnTo>
                    <a:pt x="1436943" y="1073030"/>
                  </a:lnTo>
                  <a:lnTo>
                    <a:pt x="1428681" y="1124045"/>
                  </a:lnTo>
                  <a:lnTo>
                    <a:pt x="1418209" y="1173986"/>
                  </a:lnTo>
                  <a:lnTo>
                    <a:pt x="1405597" y="1222766"/>
                  </a:lnTo>
                  <a:lnTo>
                    <a:pt x="1390911" y="1270301"/>
                  </a:lnTo>
                  <a:lnTo>
                    <a:pt x="1374221" y="1316504"/>
                  </a:lnTo>
                  <a:lnTo>
                    <a:pt x="1355593" y="1361290"/>
                  </a:lnTo>
                  <a:lnTo>
                    <a:pt x="1335096" y="1404573"/>
                  </a:lnTo>
                  <a:lnTo>
                    <a:pt x="1312798" y="1446267"/>
                  </a:lnTo>
                  <a:lnTo>
                    <a:pt x="1288766" y="1486286"/>
                  </a:lnTo>
                  <a:lnTo>
                    <a:pt x="1263068" y="1524544"/>
                  </a:lnTo>
                  <a:lnTo>
                    <a:pt x="1235773" y="1560957"/>
                  </a:lnTo>
                  <a:lnTo>
                    <a:pt x="1206948" y="1595436"/>
                  </a:lnTo>
                  <a:lnTo>
                    <a:pt x="1176661" y="1627898"/>
                  </a:lnTo>
                  <a:lnTo>
                    <a:pt x="1144980" y="1658256"/>
                  </a:lnTo>
                  <a:lnTo>
                    <a:pt x="1111972" y="1686424"/>
                  </a:lnTo>
                  <a:lnTo>
                    <a:pt x="1077707" y="1712317"/>
                  </a:lnTo>
                  <a:lnTo>
                    <a:pt x="1042251" y="1735849"/>
                  </a:lnTo>
                  <a:lnTo>
                    <a:pt x="1005673" y="1756933"/>
                  </a:lnTo>
                  <a:lnTo>
                    <a:pt x="968040" y="1775485"/>
                  </a:lnTo>
                  <a:lnTo>
                    <a:pt x="929420" y="1791418"/>
                  </a:lnTo>
                  <a:lnTo>
                    <a:pt x="889882" y="1804647"/>
                  </a:lnTo>
                  <a:lnTo>
                    <a:pt x="849493" y="1815085"/>
                  </a:lnTo>
                  <a:lnTo>
                    <a:pt x="808321" y="1822647"/>
                  </a:lnTo>
                  <a:lnTo>
                    <a:pt x="766434" y="1827247"/>
                  </a:lnTo>
                  <a:lnTo>
                    <a:pt x="723900" y="1828800"/>
                  </a:lnTo>
                  <a:lnTo>
                    <a:pt x="681365" y="1827247"/>
                  </a:lnTo>
                  <a:lnTo>
                    <a:pt x="639478" y="1822647"/>
                  </a:lnTo>
                  <a:lnTo>
                    <a:pt x="598306" y="1815085"/>
                  </a:lnTo>
                  <a:lnTo>
                    <a:pt x="557917" y="1804647"/>
                  </a:lnTo>
                  <a:lnTo>
                    <a:pt x="518379" y="1791418"/>
                  </a:lnTo>
                  <a:lnTo>
                    <a:pt x="479759" y="1775485"/>
                  </a:lnTo>
                  <a:lnTo>
                    <a:pt x="442126" y="1756933"/>
                  </a:lnTo>
                  <a:lnTo>
                    <a:pt x="405548" y="1735849"/>
                  </a:lnTo>
                  <a:lnTo>
                    <a:pt x="370092" y="1712317"/>
                  </a:lnTo>
                  <a:lnTo>
                    <a:pt x="335827" y="1686424"/>
                  </a:lnTo>
                  <a:lnTo>
                    <a:pt x="302819" y="1658256"/>
                  </a:lnTo>
                  <a:lnTo>
                    <a:pt x="271138" y="1627898"/>
                  </a:lnTo>
                  <a:lnTo>
                    <a:pt x="240851" y="1595436"/>
                  </a:lnTo>
                  <a:lnTo>
                    <a:pt x="212026" y="1560957"/>
                  </a:lnTo>
                  <a:lnTo>
                    <a:pt x="184731" y="1524544"/>
                  </a:lnTo>
                  <a:lnTo>
                    <a:pt x="159033" y="1486286"/>
                  </a:lnTo>
                  <a:lnTo>
                    <a:pt x="135001" y="1446267"/>
                  </a:lnTo>
                  <a:lnTo>
                    <a:pt x="112703" y="1404573"/>
                  </a:lnTo>
                  <a:lnTo>
                    <a:pt x="92206" y="1361290"/>
                  </a:lnTo>
                  <a:lnTo>
                    <a:pt x="73578" y="1316504"/>
                  </a:lnTo>
                  <a:lnTo>
                    <a:pt x="56888" y="1270301"/>
                  </a:lnTo>
                  <a:lnTo>
                    <a:pt x="42202" y="1222766"/>
                  </a:lnTo>
                  <a:lnTo>
                    <a:pt x="29590" y="1173986"/>
                  </a:lnTo>
                  <a:lnTo>
                    <a:pt x="19118" y="1124045"/>
                  </a:lnTo>
                  <a:lnTo>
                    <a:pt x="10856" y="1073030"/>
                  </a:lnTo>
                  <a:lnTo>
                    <a:pt x="4870" y="1021027"/>
                  </a:lnTo>
                  <a:lnTo>
                    <a:pt x="1228" y="968122"/>
                  </a:lnTo>
                  <a:lnTo>
                    <a:pt x="0" y="914400"/>
                  </a:lnTo>
                  <a:close/>
                </a:path>
              </a:pathLst>
            </a:custGeom>
            <a:ln w="25908">
              <a:solidFill>
                <a:srgbClr val="000000"/>
              </a:solidFill>
            </a:ln>
          </p:spPr>
          <p:txBody>
            <a:bodyPr wrap="square" lIns="0" tIns="0" rIns="0" bIns="0" rtlCol="0"/>
            <a:lstStyle/>
            <a:p>
              <a:endParaRPr/>
            </a:p>
          </p:txBody>
        </p:sp>
        <p:sp>
          <p:nvSpPr>
            <p:cNvPr id="10" name="object 10"/>
            <p:cNvSpPr/>
            <p:nvPr/>
          </p:nvSpPr>
          <p:spPr>
            <a:xfrm>
              <a:off x="4991861" y="2362961"/>
              <a:ext cx="3390900" cy="1981200"/>
            </a:xfrm>
            <a:custGeom>
              <a:avLst/>
              <a:gdLst/>
              <a:ahLst/>
              <a:cxnLst/>
              <a:rect l="l" t="t" r="r" b="b"/>
              <a:pathLst>
                <a:path w="3390900" h="1981200">
                  <a:moveTo>
                    <a:pt x="0" y="990600"/>
                  </a:moveTo>
                  <a:lnTo>
                    <a:pt x="4078" y="921344"/>
                  </a:lnTo>
                  <a:lnTo>
                    <a:pt x="16135" y="853372"/>
                  </a:lnTo>
                  <a:lnTo>
                    <a:pt x="35901" y="786839"/>
                  </a:lnTo>
                  <a:lnTo>
                    <a:pt x="63107" y="721904"/>
                  </a:lnTo>
                  <a:lnTo>
                    <a:pt x="97485" y="658724"/>
                  </a:lnTo>
                  <a:lnTo>
                    <a:pt x="138765" y="597455"/>
                  </a:lnTo>
                  <a:lnTo>
                    <a:pt x="186678" y="538255"/>
                  </a:lnTo>
                  <a:lnTo>
                    <a:pt x="213038" y="509479"/>
                  </a:lnTo>
                  <a:lnTo>
                    <a:pt x="240955" y="481280"/>
                  </a:lnTo>
                  <a:lnTo>
                    <a:pt x="270396" y="453677"/>
                  </a:lnTo>
                  <a:lnTo>
                    <a:pt x="301328" y="426688"/>
                  </a:lnTo>
                  <a:lnTo>
                    <a:pt x="333716" y="400335"/>
                  </a:lnTo>
                  <a:lnTo>
                    <a:pt x="367527" y="374637"/>
                  </a:lnTo>
                  <a:lnTo>
                    <a:pt x="402727" y="349613"/>
                  </a:lnTo>
                  <a:lnTo>
                    <a:pt x="439283" y="325282"/>
                  </a:lnTo>
                  <a:lnTo>
                    <a:pt x="477161" y="301666"/>
                  </a:lnTo>
                  <a:lnTo>
                    <a:pt x="516328" y="278782"/>
                  </a:lnTo>
                  <a:lnTo>
                    <a:pt x="556749" y="256651"/>
                  </a:lnTo>
                  <a:lnTo>
                    <a:pt x="598392" y="235293"/>
                  </a:lnTo>
                  <a:lnTo>
                    <a:pt x="641222" y="214727"/>
                  </a:lnTo>
                  <a:lnTo>
                    <a:pt x="685206" y="194973"/>
                  </a:lnTo>
                  <a:lnTo>
                    <a:pt x="730311" y="176050"/>
                  </a:lnTo>
                  <a:lnTo>
                    <a:pt x="776503" y="157978"/>
                  </a:lnTo>
                  <a:lnTo>
                    <a:pt x="823747" y="140777"/>
                  </a:lnTo>
                  <a:lnTo>
                    <a:pt x="872011" y="124466"/>
                  </a:lnTo>
                  <a:lnTo>
                    <a:pt x="921261" y="109066"/>
                  </a:lnTo>
                  <a:lnTo>
                    <a:pt x="971463" y="94594"/>
                  </a:lnTo>
                  <a:lnTo>
                    <a:pt x="1022584" y="81072"/>
                  </a:lnTo>
                  <a:lnTo>
                    <a:pt x="1074590" y="68519"/>
                  </a:lnTo>
                  <a:lnTo>
                    <a:pt x="1127447" y="56955"/>
                  </a:lnTo>
                  <a:lnTo>
                    <a:pt x="1181122" y="46398"/>
                  </a:lnTo>
                  <a:lnTo>
                    <a:pt x="1235581" y="36870"/>
                  </a:lnTo>
                  <a:lnTo>
                    <a:pt x="1290791" y="28389"/>
                  </a:lnTo>
                  <a:lnTo>
                    <a:pt x="1346718" y="20975"/>
                  </a:lnTo>
                  <a:lnTo>
                    <a:pt x="1403328" y="14648"/>
                  </a:lnTo>
                  <a:lnTo>
                    <a:pt x="1460587" y="9427"/>
                  </a:lnTo>
                  <a:lnTo>
                    <a:pt x="1518463" y="5332"/>
                  </a:lnTo>
                  <a:lnTo>
                    <a:pt x="1576921" y="2382"/>
                  </a:lnTo>
                  <a:lnTo>
                    <a:pt x="1635928" y="599"/>
                  </a:lnTo>
                  <a:lnTo>
                    <a:pt x="1695449" y="0"/>
                  </a:lnTo>
                  <a:lnTo>
                    <a:pt x="1754971" y="599"/>
                  </a:lnTo>
                  <a:lnTo>
                    <a:pt x="1813978" y="2382"/>
                  </a:lnTo>
                  <a:lnTo>
                    <a:pt x="1872436" y="5332"/>
                  </a:lnTo>
                  <a:lnTo>
                    <a:pt x="1930312" y="9427"/>
                  </a:lnTo>
                  <a:lnTo>
                    <a:pt x="1987571" y="14648"/>
                  </a:lnTo>
                  <a:lnTo>
                    <a:pt x="2044181" y="20975"/>
                  </a:lnTo>
                  <a:lnTo>
                    <a:pt x="2100108" y="28389"/>
                  </a:lnTo>
                  <a:lnTo>
                    <a:pt x="2155318" y="36870"/>
                  </a:lnTo>
                  <a:lnTo>
                    <a:pt x="2209777" y="46398"/>
                  </a:lnTo>
                  <a:lnTo>
                    <a:pt x="2263452" y="56955"/>
                  </a:lnTo>
                  <a:lnTo>
                    <a:pt x="2316309" y="68519"/>
                  </a:lnTo>
                  <a:lnTo>
                    <a:pt x="2368315" y="81072"/>
                  </a:lnTo>
                  <a:lnTo>
                    <a:pt x="2419436" y="94594"/>
                  </a:lnTo>
                  <a:lnTo>
                    <a:pt x="2469638" y="109066"/>
                  </a:lnTo>
                  <a:lnTo>
                    <a:pt x="2518888" y="124466"/>
                  </a:lnTo>
                  <a:lnTo>
                    <a:pt x="2567152" y="140777"/>
                  </a:lnTo>
                  <a:lnTo>
                    <a:pt x="2614396" y="157978"/>
                  </a:lnTo>
                  <a:lnTo>
                    <a:pt x="2660588" y="176050"/>
                  </a:lnTo>
                  <a:lnTo>
                    <a:pt x="2705693" y="194973"/>
                  </a:lnTo>
                  <a:lnTo>
                    <a:pt x="2749677" y="214727"/>
                  </a:lnTo>
                  <a:lnTo>
                    <a:pt x="2792507" y="235293"/>
                  </a:lnTo>
                  <a:lnTo>
                    <a:pt x="2834150" y="256651"/>
                  </a:lnTo>
                  <a:lnTo>
                    <a:pt x="2874571" y="278782"/>
                  </a:lnTo>
                  <a:lnTo>
                    <a:pt x="2913738" y="301666"/>
                  </a:lnTo>
                  <a:lnTo>
                    <a:pt x="2951616" y="325282"/>
                  </a:lnTo>
                  <a:lnTo>
                    <a:pt x="2988172" y="349613"/>
                  </a:lnTo>
                  <a:lnTo>
                    <a:pt x="3023372" y="374637"/>
                  </a:lnTo>
                  <a:lnTo>
                    <a:pt x="3057183" y="400335"/>
                  </a:lnTo>
                  <a:lnTo>
                    <a:pt x="3089571" y="426688"/>
                  </a:lnTo>
                  <a:lnTo>
                    <a:pt x="3120503" y="453677"/>
                  </a:lnTo>
                  <a:lnTo>
                    <a:pt x="3149944" y="481280"/>
                  </a:lnTo>
                  <a:lnTo>
                    <a:pt x="3177861" y="509479"/>
                  </a:lnTo>
                  <a:lnTo>
                    <a:pt x="3204221" y="538255"/>
                  </a:lnTo>
                  <a:lnTo>
                    <a:pt x="3228990" y="567586"/>
                  </a:lnTo>
                  <a:lnTo>
                    <a:pt x="3273620" y="627841"/>
                  </a:lnTo>
                  <a:lnTo>
                    <a:pt x="3311482" y="690085"/>
                  </a:lnTo>
                  <a:lnTo>
                    <a:pt x="3342308" y="754162"/>
                  </a:lnTo>
                  <a:lnTo>
                    <a:pt x="3365828" y="819916"/>
                  </a:lnTo>
                  <a:lnTo>
                    <a:pt x="3381773" y="887188"/>
                  </a:lnTo>
                  <a:lnTo>
                    <a:pt x="3389874" y="955821"/>
                  </a:lnTo>
                  <a:lnTo>
                    <a:pt x="3390899" y="990600"/>
                  </a:lnTo>
                  <a:lnTo>
                    <a:pt x="3389874" y="1025378"/>
                  </a:lnTo>
                  <a:lnTo>
                    <a:pt x="3381773" y="1094011"/>
                  </a:lnTo>
                  <a:lnTo>
                    <a:pt x="3365828" y="1161283"/>
                  </a:lnTo>
                  <a:lnTo>
                    <a:pt x="3342308" y="1227037"/>
                  </a:lnTo>
                  <a:lnTo>
                    <a:pt x="3311482" y="1291114"/>
                  </a:lnTo>
                  <a:lnTo>
                    <a:pt x="3273620" y="1353358"/>
                  </a:lnTo>
                  <a:lnTo>
                    <a:pt x="3228990" y="1413613"/>
                  </a:lnTo>
                  <a:lnTo>
                    <a:pt x="3204221" y="1442944"/>
                  </a:lnTo>
                  <a:lnTo>
                    <a:pt x="3177861" y="1471720"/>
                  </a:lnTo>
                  <a:lnTo>
                    <a:pt x="3149944" y="1499919"/>
                  </a:lnTo>
                  <a:lnTo>
                    <a:pt x="3120503" y="1527522"/>
                  </a:lnTo>
                  <a:lnTo>
                    <a:pt x="3089571" y="1554511"/>
                  </a:lnTo>
                  <a:lnTo>
                    <a:pt x="3057183" y="1580864"/>
                  </a:lnTo>
                  <a:lnTo>
                    <a:pt x="3023372" y="1606562"/>
                  </a:lnTo>
                  <a:lnTo>
                    <a:pt x="2988172" y="1631586"/>
                  </a:lnTo>
                  <a:lnTo>
                    <a:pt x="2951616" y="1655917"/>
                  </a:lnTo>
                  <a:lnTo>
                    <a:pt x="2913738" y="1679533"/>
                  </a:lnTo>
                  <a:lnTo>
                    <a:pt x="2874571" y="1702417"/>
                  </a:lnTo>
                  <a:lnTo>
                    <a:pt x="2834150" y="1724548"/>
                  </a:lnTo>
                  <a:lnTo>
                    <a:pt x="2792507" y="1745906"/>
                  </a:lnTo>
                  <a:lnTo>
                    <a:pt x="2749677" y="1766472"/>
                  </a:lnTo>
                  <a:lnTo>
                    <a:pt x="2705693" y="1786226"/>
                  </a:lnTo>
                  <a:lnTo>
                    <a:pt x="2660588" y="1805149"/>
                  </a:lnTo>
                  <a:lnTo>
                    <a:pt x="2614396" y="1823221"/>
                  </a:lnTo>
                  <a:lnTo>
                    <a:pt x="2567152" y="1840422"/>
                  </a:lnTo>
                  <a:lnTo>
                    <a:pt x="2518888" y="1856733"/>
                  </a:lnTo>
                  <a:lnTo>
                    <a:pt x="2469638" y="1872133"/>
                  </a:lnTo>
                  <a:lnTo>
                    <a:pt x="2419436" y="1886605"/>
                  </a:lnTo>
                  <a:lnTo>
                    <a:pt x="2368315" y="1900127"/>
                  </a:lnTo>
                  <a:lnTo>
                    <a:pt x="2316309" y="1912680"/>
                  </a:lnTo>
                  <a:lnTo>
                    <a:pt x="2263452" y="1924244"/>
                  </a:lnTo>
                  <a:lnTo>
                    <a:pt x="2209777" y="1934801"/>
                  </a:lnTo>
                  <a:lnTo>
                    <a:pt x="2155318" y="1944329"/>
                  </a:lnTo>
                  <a:lnTo>
                    <a:pt x="2100108" y="1952810"/>
                  </a:lnTo>
                  <a:lnTo>
                    <a:pt x="2044181" y="1960224"/>
                  </a:lnTo>
                  <a:lnTo>
                    <a:pt x="1987571" y="1966551"/>
                  </a:lnTo>
                  <a:lnTo>
                    <a:pt x="1930312" y="1971772"/>
                  </a:lnTo>
                  <a:lnTo>
                    <a:pt x="1872436" y="1975867"/>
                  </a:lnTo>
                  <a:lnTo>
                    <a:pt x="1813978" y="1978817"/>
                  </a:lnTo>
                  <a:lnTo>
                    <a:pt x="1754971" y="1980600"/>
                  </a:lnTo>
                  <a:lnTo>
                    <a:pt x="1695449" y="1981200"/>
                  </a:lnTo>
                  <a:lnTo>
                    <a:pt x="1635928" y="1980600"/>
                  </a:lnTo>
                  <a:lnTo>
                    <a:pt x="1576921" y="1978817"/>
                  </a:lnTo>
                  <a:lnTo>
                    <a:pt x="1518463" y="1975867"/>
                  </a:lnTo>
                  <a:lnTo>
                    <a:pt x="1460587" y="1971772"/>
                  </a:lnTo>
                  <a:lnTo>
                    <a:pt x="1403328" y="1966551"/>
                  </a:lnTo>
                  <a:lnTo>
                    <a:pt x="1346718" y="1960224"/>
                  </a:lnTo>
                  <a:lnTo>
                    <a:pt x="1290791" y="1952810"/>
                  </a:lnTo>
                  <a:lnTo>
                    <a:pt x="1235581" y="1944329"/>
                  </a:lnTo>
                  <a:lnTo>
                    <a:pt x="1181122" y="1934801"/>
                  </a:lnTo>
                  <a:lnTo>
                    <a:pt x="1127447" y="1924244"/>
                  </a:lnTo>
                  <a:lnTo>
                    <a:pt x="1074590" y="1912680"/>
                  </a:lnTo>
                  <a:lnTo>
                    <a:pt x="1022584" y="1900127"/>
                  </a:lnTo>
                  <a:lnTo>
                    <a:pt x="971463" y="1886605"/>
                  </a:lnTo>
                  <a:lnTo>
                    <a:pt x="921261" y="1872133"/>
                  </a:lnTo>
                  <a:lnTo>
                    <a:pt x="872011" y="1856733"/>
                  </a:lnTo>
                  <a:lnTo>
                    <a:pt x="823747" y="1840422"/>
                  </a:lnTo>
                  <a:lnTo>
                    <a:pt x="776503" y="1823221"/>
                  </a:lnTo>
                  <a:lnTo>
                    <a:pt x="730311" y="1805149"/>
                  </a:lnTo>
                  <a:lnTo>
                    <a:pt x="685206" y="1786226"/>
                  </a:lnTo>
                  <a:lnTo>
                    <a:pt x="641222" y="1766472"/>
                  </a:lnTo>
                  <a:lnTo>
                    <a:pt x="598392" y="1745906"/>
                  </a:lnTo>
                  <a:lnTo>
                    <a:pt x="556749" y="1724548"/>
                  </a:lnTo>
                  <a:lnTo>
                    <a:pt x="516328" y="1702417"/>
                  </a:lnTo>
                  <a:lnTo>
                    <a:pt x="477161" y="1679533"/>
                  </a:lnTo>
                  <a:lnTo>
                    <a:pt x="439283" y="1655917"/>
                  </a:lnTo>
                  <a:lnTo>
                    <a:pt x="402727" y="1631586"/>
                  </a:lnTo>
                  <a:lnTo>
                    <a:pt x="367527" y="1606562"/>
                  </a:lnTo>
                  <a:lnTo>
                    <a:pt x="333716" y="1580864"/>
                  </a:lnTo>
                  <a:lnTo>
                    <a:pt x="301328" y="1554511"/>
                  </a:lnTo>
                  <a:lnTo>
                    <a:pt x="270396" y="1527522"/>
                  </a:lnTo>
                  <a:lnTo>
                    <a:pt x="240955" y="1499919"/>
                  </a:lnTo>
                  <a:lnTo>
                    <a:pt x="213038" y="1471720"/>
                  </a:lnTo>
                  <a:lnTo>
                    <a:pt x="186678" y="1442944"/>
                  </a:lnTo>
                  <a:lnTo>
                    <a:pt x="161909" y="1413613"/>
                  </a:lnTo>
                  <a:lnTo>
                    <a:pt x="117279" y="1353358"/>
                  </a:lnTo>
                  <a:lnTo>
                    <a:pt x="79417" y="1291114"/>
                  </a:lnTo>
                  <a:lnTo>
                    <a:pt x="48591" y="1227037"/>
                  </a:lnTo>
                  <a:lnTo>
                    <a:pt x="25071" y="1161283"/>
                  </a:lnTo>
                  <a:lnTo>
                    <a:pt x="9126" y="1094011"/>
                  </a:lnTo>
                  <a:lnTo>
                    <a:pt x="1025" y="1025378"/>
                  </a:lnTo>
                  <a:lnTo>
                    <a:pt x="0" y="990600"/>
                  </a:lnTo>
                  <a:close/>
                </a:path>
              </a:pathLst>
            </a:custGeom>
            <a:ln w="25908">
              <a:solidFill>
                <a:srgbClr val="FF0000"/>
              </a:solidFill>
            </a:ln>
          </p:spPr>
          <p:txBody>
            <a:bodyPr wrap="square" lIns="0" tIns="0" rIns="0" bIns="0" rtlCol="0"/>
            <a:lstStyle/>
            <a:p>
              <a:endParaRPr/>
            </a:p>
          </p:txBody>
        </p:sp>
      </p:gr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252715" y="2578607"/>
            <a:ext cx="6762750" cy="1854835"/>
            <a:chOff x="1252715" y="2578607"/>
            <a:chExt cx="6762750" cy="1854835"/>
          </a:xfrm>
        </p:grpSpPr>
        <p:pic>
          <p:nvPicPr>
            <p:cNvPr id="3" name="object 3"/>
            <p:cNvPicPr/>
            <p:nvPr/>
          </p:nvPicPr>
          <p:blipFill>
            <a:blip r:embed="rId2" cstate="print"/>
            <a:stretch>
              <a:fillRect/>
            </a:stretch>
          </p:blipFill>
          <p:spPr>
            <a:xfrm>
              <a:off x="1252715" y="2747490"/>
              <a:ext cx="6762386" cy="1343956"/>
            </a:xfrm>
            <a:prstGeom prst="rect">
              <a:avLst/>
            </a:prstGeom>
          </p:spPr>
        </p:pic>
        <p:sp>
          <p:nvSpPr>
            <p:cNvPr id="4" name="object 4"/>
            <p:cNvSpPr/>
            <p:nvPr/>
          </p:nvSpPr>
          <p:spPr>
            <a:xfrm>
              <a:off x="4115561" y="2591561"/>
              <a:ext cx="1066800" cy="1828800"/>
            </a:xfrm>
            <a:custGeom>
              <a:avLst/>
              <a:gdLst/>
              <a:ahLst/>
              <a:cxnLst/>
              <a:rect l="l" t="t" r="r" b="b"/>
              <a:pathLst>
                <a:path w="1066800" h="1828800">
                  <a:moveTo>
                    <a:pt x="0" y="914400"/>
                  </a:moveTo>
                  <a:lnTo>
                    <a:pt x="1134" y="854284"/>
                  </a:lnTo>
                  <a:lnTo>
                    <a:pt x="4490" y="795205"/>
                  </a:lnTo>
                  <a:lnTo>
                    <a:pt x="9998" y="737285"/>
                  </a:lnTo>
                  <a:lnTo>
                    <a:pt x="17587" y="680643"/>
                  </a:lnTo>
                  <a:lnTo>
                    <a:pt x="27188" y="625400"/>
                  </a:lnTo>
                  <a:lnTo>
                    <a:pt x="38729" y="571677"/>
                  </a:lnTo>
                  <a:lnTo>
                    <a:pt x="52141" y="519594"/>
                  </a:lnTo>
                  <a:lnTo>
                    <a:pt x="67354" y="469272"/>
                  </a:lnTo>
                  <a:lnTo>
                    <a:pt x="84297" y="420831"/>
                  </a:lnTo>
                  <a:lnTo>
                    <a:pt x="102900" y="374391"/>
                  </a:lnTo>
                  <a:lnTo>
                    <a:pt x="123093" y="330075"/>
                  </a:lnTo>
                  <a:lnTo>
                    <a:pt x="144805" y="288001"/>
                  </a:lnTo>
                  <a:lnTo>
                    <a:pt x="167967" y="248290"/>
                  </a:lnTo>
                  <a:lnTo>
                    <a:pt x="192508" y="211064"/>
                  </a:lnTo>
                  <a:lnTo>
                    <a:pt x="218358" y="176442"/>
                  </a:lnTo>
                  <a:lnTo>
                    <a:pt x="245447" y="144546"/>
                  </a:lnTo>
                  <a:lnTo>
                    <a:pt x="273704" y="115495"/>
                  </a:lnTo>
                  <a:lnTo>
                    <a:pt x="303059" y="89410"/>
                  </a:lnTo>
                  <a:lnTo>
                    <a:pt x="333443" y="66412"/>
                  </a:lnTo>
                  <a:lnTo>
                    <a:pt x="397013" y="30159"/>
                  </a:lnTo>
                  <a:lnTo>
                    <a:pt x="463852" y="7700"/>
                  </a:lnTo>
                  <a:lnTo>
                    <a:pt x="533400" y="0"/>
                  </a:lnTo>
                  <a:lnTo>
                    <a:pt x="568476" y="1945"/>
                  </a:lnTo>
                  <a:lnTo>
                    <a:pt x="636740" y="17145"/>
                  </a:lnTo>
                  <a:lnTo>
                    <a:pt x="702015" y="46622"/>
                  </a:lnTo>
                  <a:lnTo>
                    <a:pt x="763740" y="89410"/>
                  </a:lnTo>
                  <a:lnTo>
                    <a:pt x="793095" y="115495"/>
                  </a:lnTo>
                  <a:lnTo>
                    <a:pt x="821352" y="144546"/>
                  </a:lnTo>
                  <a:lnTo>
                    <a:pt x="848441" y="176442"/>
                  </a:lnTo>
                  <a:lnTo>
                    <a:pt x="874291" y="211064"/>
                  </a:lnTo>
                  <a:lnTo>
                    <a:pt x="898832" y="248290"/>
                  </a:lnTo>
                  <a:lnTo>
                    <a:pt x="921994" y="288001"/>
                  </a:lnTo>
                  <a:lnTo>
                    <a:pt x="943706" y="330075"/>
                  </a:lnTo>
                  <a:lnTo>
                    <a:pt x="963899" y="374391"/>
                  </a:lnTo>
                  <a:lnTo>
                    <a:pt x="982502" y="420831"/>
                  </a:lnTo>
                  <a:lnTo>
                    <a:pt x="999445" y="469272"/>
                  </a:lnTo>
                  <a:lnTo>
                    <a:pt x="1014658" y="519594"/>
                  </a:lnTo>
                  <a:lnTo>
                    <a:pt x="1028070" y="571677"/>
                  </a:lnTo>
                  <a:lnTo>
                    <a:pt x="1039611" y="625400"/>
                  </a:lnTo>
                  <a:lnTo>
                    <a:pt x="1049212" y="680643"/>
                  </a:lnTo>
                  <a:lnTo>
                    <a:pt x="1056801" y="737285"/>
                  </a:lnTo>
                  <a:lnTo>
                    <a:pt x="1062309" y="795205"/>
                  </a:lnTo>
                  <a:lnTo>
                    <a:pt x="1065665" y="854284"/>
                  </a:lnTo>
                  <a:lnTo>
                    <a:pt x="1066800" y="914400"/>
                  </a:lnTo>
                  <a:lnTo>
                    <a:pt x="1065665" y="974515"/>
                  </a:lnTo>
                  <a:lnTo>
                    <a:pt x="1062309" y="1033594"/>
                  </a:lnTo>
                  <a:lnTo>
                    <a:pt x="1056801" y="1091514"/>
                  </a:lnTo>
                  <a:lnTo>
                    <a:pt x="1049212" y="1148156"/>
                  </a:lnTo>
                  <a:lnTo>
                    <a:pt x="1039611" y="1203399"/>
                  </a:lnTo>
                  <a:lnTo>
                    <a:pt x="1028070" y="1257122"/>
                  </a:lnTo>
                  <a:lnTo>
                    <a:pt x="1014658" y="1309205"/>
                  </a:lnTo>
                  <a:lnTo>
                    <a:pt x="999445" y="1359527"/>
                  </a:lnTo>
                  <a:lnTo>
                    <a:pt x="982502" y="1407968"/>
                  </a:lnTo>
                  <a:lnTo>
                    <a:pt x="963899" y="1454408"/>
                  </a:lnTo>
                  <a:lnTo>
                    <a:pt x="943706" y="1498724"/>
                  </a:lnTo>
                  <a:lnTo>
                    <a:pt x="921994" y="1540798"/>
                  </a:lnTo>
                  <a:lnTo>
                    <a:pt x="898832" y="1580509"/>
                  </a:lnTo>
                  <a:lnTo>
                    <a:pt x="874291" y="1617735"/>
                  </a:lnTo>
                  <a:lnTo>
                    <a:pt x="848441" y="1652357"/>
                  </a:lnTo>
                  <a:lnTo>
                    <a:pt x="821352" y="1684253"/>
                  </a:lnTo>
                  <a:lnTo>
                    <a:pt x="793095" y="1713304"/>
                  </a:lnTo>
                  <a:lnTo>
                    <a:pt x="763740" y="1739389"/>
                  </a:lnTo>
                  <a:lnTo>
                    <a:pt x="733356" y="1762387"/>
                  </a:lnTo>
                  <a:lnTo>
                    <a:pt x="669786" y="1798640"/>
                  </a:lnTo>
                  <a:lnTo>
                    <a:pt x="602947" y="1821099"/>
                  </a:lnTo>
                  <a:lnTo>
                    <a:pt x="533400" y="1828800"/>
                  </a:lnTo>
                  <a:lnTo>
                    <a:pt x="498323" y="1826854"/>
                  </a:lnTo>
                  <a:lnTo>
                    <a:pt x="430059" y="1811654"/>
                  </a:lnTo>
                  <a:lnTo>
                    <a:pt x="364784" y="1782177"/>
                  </a:lnTo>
                  <a:lnTo>
                    <a:pt x="303059" y="1739389"/>
                  </a:lnTo>
                  <a:lnTo>
                    <a:pt x="273704" y="1713304"/>
                  </a:lnTo>
                  <a:lnTo>
                    <a:pt x="245447" y="1684253"/>
                  </a:lnTo>
                  <a:lnTo>
                    <a:pt x="218358" y="1652357"/>
                  </a:lnTo>
                  <a:lnTo>
                    <a:pt x="192508" y="1617735"/>
                  </a:lnTo>
                  <a:lnTo>
                    <a:pt x="167967" y="1580509"/>
                  </a:lnTo>
                  <a:lnTo>
                    <a:pt x="144805" y="1540798"/>
                  </a:lnTo>
                  <a:lnTo>
                    <a:pt x="123093" y="1498724"/>
                  </a:lnTo>
                  <a:lnTo>
                    <a:pt x="102900" y="1454408"/>
                  </a:lnTo>
                  <a:lnTo>
                    <a:pt x="84297" y="1407968"/>
                  </a:lnTo>
                  <a:lnTo>
                    <a:pt x="67354" y="1359527"/>
                  </a:lnTo>
                  <a:lnTo>
                    <a:pt x="52141" y="1309205"/>
                  </a:lnTo>
                  <a:lnTo>
                    <a:pt x="38729" y="1257122"/>
                  </a:lnTo>
                  <a:lnTo>
                    <a:pt x="27188" y="1203399"/>
                  </a:lnTo>
                  <a:lnTo>
                    <a:pt x="17587" y="1148156"/>
                  </a:lnTo>
                  <a:lnTo>
                    <a:pt x="9998" y="1091514"/>
                  </a:lnTo>
                  <a:lnTo>
                    <a:pt x="4490" y="1033594"/>
                  </a:lnTo>
                  <a:lnTo>
                    <a:pt x="1134" y="974515"/>
                  </a:lnTo>
                  <a:lnTo>
                    <a:pt x="0" y="914400"/>
                  </a:lnTo>
                  <a:close/>
                </a:path>
              </a:pathLst>
            </a:custGeom>
            <a:ln w="25908">
              <a:solidFill>
                <a:srgbClr val="000000"/>
              </a:solidFill>
            </a:ln>
          </p:spPr>
          <p:txBody>
            <a:bodyPr wrap="square" lIns="0" tIns="0" rIns="0" bIns="0" rtlCol="0"/>
            <a:lstStyle/>
            <a:p>
              <a:endParaRPr/>
            </a:p>
          </p:txBody>
        </p:sp>
      </p:grpSp>
      <p:sp>
        <p:nvSpPr>
          <p:cNvPr id="5" name="object 5"/>
          <p:cNvSpPr txBox="1">
            <a:spLocks noGrp="1"/>
          </p:cNvSpPr>
          <p:nvPr>
            <p:ph type="ctrTitle"/>
          </p:nvPr>
        </p:nvSpPr>
        <p:spPr>
          <a:prstGeom prst="rect">
            <a:avLst/>
          </a:prstGeom>
        </p:spPr>
        <p:txBody>
          <a:bodyPr vert="horz" wrap="square" lIns="0" tIns="12065" rIns="0" bIns="0" rtlCol="0">
            <a:spAutoFit/>
          </a:bodyPr>
          <a:lstStyle/>
          <a:p>
            <a:pPr marL="12700">
              <a:lnSpc>
                <a:spcPct val="100000"/>
              </a:lnSpc>
              <a:spcBef>
                <a:spcPts val="95"/>
              </a:spcBef>
            </a:pPr>
            <a:r>
              <a:rPr b="1" dirty="0">
                <a:latin typeface="Calibri"/>
                <a:cs typeface="Calibri"/>
              </a:rPr>
              <a:t>Ví</a:t>
            </a:r>
            <a:r>
              <a:rPr b="1" spc="-50" dirty="0">
                <a:latin typeface="Calibri"/>
                <a:cs typeface="Calibri"/>
              </a:rPr>
              <a:t> </a:t>
            </a:r>
            <a:r>
              <a:rPr b="1" dirty="0">
                <a:latin typeface="Calibri"/>
                <a:cs typeface="Calibri"/>
              </a:rPr>
              <a:t>dụ</a:t>
            </a:r>
            <a:r>
              <a:rPr b="1" spc="-45" dirty="0">
                <a:latin typeface="Calibri"/>
                <a:cs typeface="Calibri"/>
              </a:rPr>
              <a:t> </a:t>
            </a:r>
            <a:r>
              <a:rPr b="1" dirty="0">
                <a:latin typeface="Calibri"/>
                <a:cs typeface="Calibri"/>
              </a:rPr>
              <a:t>3</a:t>
            </a:r>
            <a:r>
              <a:rPr b="1" spc="-30" dirty="0">
                <a:latin typeface="Calibri"/>
                <a:cs typeface="Calibri"/>
              </a:rPr>
              <a:t> </a:t>
            </a:r>
            <a:r>
              <a:rPr b="1" dirty="0">
                <a:latin typeface="Calibri"/>
                <a:cs typeface="Calibri"/>
              </a:rPr>
              <a:t>:</a:t>
            </a:r>
            <a:r>
              <a:rPr b="1" spc="-40" dirty="0">
                <a:latin typeface="Calibri"/>
                <a:cs typeface="Calibri"/>
              </a:rPr>
              <a:t> </a:t>
            </a:r>
            <a:r>
              <a:rPr dirty="0"/>
              <a:t>Không</a:t>
            </a:r>
            <a:r>
              <a:rPr spc="-40" dirty="0"/>
              <a:t> </a:t>
            </a:r>
            <a:r>
              <a:rPr dirty="0"/>
              <a:t>có</a:t>
            </a:r>
            <a:r>
              <a:rPr spc="-50" dirty="0"/>
              <a:t> </a:t>
            </a:r>
            <a:r>
              <a:rPr dirty="0"/>
              <a:t>chặn</a:t>
            </a:r>
            <a:r>
              <a:rPr spc="-45" dirty="0"/>
              <a:t> </a:t>
            </a:r>
            <a:r>
              <a:rPr dirty="0"/>
              <a:t>trên</a:t>
            </a:r>
            <a:r>
              <a:rPr spc="-40" dirty="0"/>
              <a:t> </a:t>
            </a:r>
            <a:r>
              <a:rPr dirty="0"/>
              <a:t>chung.</a:t>
            </a:r>
            <a:r>
              <a:rPr spc="-20" dirty="0"/>
              <a:t> </a:t>
            </a:r>
            <a:r>
              <a:rPr dirty="0"/>
              <a:t>Không</a:t>
            </a:r>
            <a:r>
              <a:rPr spc="-40" dirty="0"/>
              <a:t> </a:t>
            </a:r>
            <a:r>
              <a:rPr dirty="0"/>
              <a:t>có</a:t>
            </a:r>
            <a:r>
              <a:rPr spc="-50" dirty="0"/>
              <a:t> </a:t>
            </a:r>
            <a:r>
              <a:rPr spc="-10" dirty="0"/>
              <a:t>supA.</a:t>
            </a:r>
          </a:p>
        </p:txBody>
      </p:sp>
      <p:sp>
        <p:nvSpPr>
          <p:cNvPr id="6" name="object 6"/>
          <p:cNvSpPr/>
          <p:nvPr/>
        </p:nvSpPr>
        <p:spPr>
          <a:xfrm>
            <a:off x="3810761" y="1067561"/>
            <a:ext cx="1752600" cy="1434465"/>
          </a:xfrm>
          <a:custGeom>
            <a:avLst/>
            <a:gdLst/>
            <a:ahLst/>
            <a:cxnLst/>
            <a:rect l="l" t="t" r="r" b="b"/>
            <a:pathLst>
              <a:path w="1752600" h="1434464">
                <a:moveTo>
                  <a:pt x="0" y="0"/>
                </a:moveTo>
                <a:lnTo>
                  <a:pt x="292100" y="0"/>
                </a:lnTo>
                <a:lnTo>
                  <a:pt x="730250" y="0"/>
                </a:lnTo>
                <a:lnTo>
                  <a:pt x="1752600" y="0"/>
                </a:lnTo>
                <a:lnTo>
                  <a:pt x="1752600" y="355600"/>
                </a:lnTo>
                <a:lnTo>
                  <a:pt x="1752600" y="508000"/>
                </a:lnTo>
                <a:lnTo>
                  <a:pt x="1752600" y="609600"/>
                </a:lnTo>
                <a:lnTo>
                  <a:pt x="730250" y="609600"/>
                </a:lnTo>
                <a:lnTo>
                  <a:pt x="793876" y="1433957"/>
                </a:lnTo>
                <a:lnTo>
                  <a:pt x="292100" y="609600"/>
                </a:lnTo>
                <a:lnTo>
                  <a:pt x="0" y="609600"/>
                </a:lnTo>
                <a:lnTo>
                  <a:pt x="0" y="508000"/>
                </a:lnTo>
                <a:lnTo>
                  <a:pt x="0" y="355600"/>
                </a:lnTo>
                <a:lnTo>
                  <a:pt x="0" y="0"/>
                </a:lnTo>
                <a:close/>
              </a:path>
            </a:pathLst>
          </a:custGeom>
          <a:ln w="25908">
            <a:solidFill>
              <a:srgbClr val="000000"/>
            </a:solidFill>
          </a:ln>
        </p:spPr>
        <p:txBody>
          <a:bodyPr wrap="square" lIns="0" tIns="0" rIns="0" bIns="0" rtlCol="0"/>
          <a:lstStyle/>
          <a:p>
            <a:endParaRPr/>
          </a:p>
        </p:txBody>
      </p:sp>
      <p:sp>
        <p:nvSpPr>
          <p:cNvPr id="7" name="object 7"/>
          <p:cNvSpPr txBox="1"/>
          <p:nvPr/>
        </p:nvSpPr>
        <p:spPr>
          <a:xfrm>
            <a:off x="4605020" y="1206753"/>
            <a:ext cx="16446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Calibri"/>
                <a:cs typeface="Calibri"/>
              </a:rPr>
              <a:t>A</a:t>
            </a:r>
            <a:endParaRPr sz="1800">
              <a:latin typeface="Calibri"/>
              <a:cs typeface="Calibri"/>
            </a:endParaRPr>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315213"/>
            <a:ext cx="2055495" cy="452120"/>
          </a:xfrm>
          <a:prstGeom prst="rect">
            <a:avLst/>
          </a:prstGeom>
        </p:spPr>
        <p:txBody>
          <a:bodyPr vert="horz" wrap="square" lIns="0" tIns="12065" rIns="0" bIns="0" rtlCol="0">
            <a:spAutoFit/>
          </a:bodyPr>
          <a:lstStyle/>
          <a:p>
            <a:pPr marL="12700">
              <a:lnSpc>
                <a:spcPct val="100000"/>
              </a:lnSpc>
              <a:spcBef>
                <a:spcPts val="95"/>
              </a:spcBef>
            </a:pPr>
            <a:r>
              <a:rPr b="1" dirty="0">
                <a:latin typeface="Calibri"/>
                <a:cs typeface="Calibri"/>
              </a:rPr>
              <a:t>Định</a:t>
            </a:r>
            <a:r>
              <a:rPr b="1" spc="-45" dirty="0">
                <a:latin typeface="Calibri"/>
                <a:cs typeface="Calibri"/>
              </a:rPr>
              <a:t> </a:t>
            </a:r>
            <a:r>
              <a:rPr b="1" dirty="0">
                <a:latin typeface="Calibri"/>
                <a:cs typeface="Calibri"/>
              </a:rPr>
              <a:t>nghĩa</a:t>
            </a:r>
            <a:r>
              <a:rPr b="1" spc="-15" dirty="0">
                <a:latin typeface="Calibri"/>
                <a:cs typeface="Calibri"/>
              </a:rPr>
              <a:t> </a:t>
            </a:r>
            <a:r>
              <a:rPr b="1" dirty="0">
                <a:latin typeface="Calibri"/>
                <a:cs typeface="Calibri"/>
              </a:rPr>
              <a:t>2</a:t>
            </a:r>
            <a:r>
              <a:rPr b="1" spc="-25" dirty="0">
                <a:latin typeface="Calibri"/>
                <a:cs typeface="Calibri"/>
              </a:rPr>
              <a:t> </a:t>
            </a:r>
            <a:r>
              <a:rPr b="1" spc="-50" dirty="0">
                <a:latin typeface="Calibri"/>
                <a:cs typeface="Calibri"/>
              </a:rPr>
              <a:t>:</a:t>
            </a:r>
          </a:p>
        </p:txBody>
      </p:sp>
      <p:sp>
        <p:nvSpPr>
          <p:cNvPr id="3" name="object 3"/>
          <p:cNvSpPr txBox="1"/>
          <p:nvPr/>
        </p:nvSpPr>
        <p:spPr>
          <a:xfrm>
            <a:off x="383540" y="745896"/>
            <a:ext cx="8252459" cy="2496185"/>
          </a:xfrm>
          <a:prstGeom prst="rect">
            <a:avLst/>
          </a:prstGeom>
        </p:spPr>
        <p:txBody>
          <a:bodyPr vert="horz" wrap="square" lIns="0" tIns="97790" rIns="0" bIns="0" rtlCol="0">
            <a:spAutoFit/>
          </a:bodyPr>
          <a:lstStyle/>
          <a:p>
            <a:pPr marL="12700">
              <a:lnSpc>
                <a:spcPct val="100000"/>
              </a:lnSpc>
              <a:spcBef>
                <a:spcPts val="770"/>
              </a:spcBef>
            </a:pPr>
            <a:r>
              <a:rPr sz="2800" dirty="0">
                <a:latin typeface="Calibri"/>
                <a:cs typeface="Calibri"/>
              </a:rPr>
              <a:t>Cho</a:t>
            </a:r>
            <a:r>
              <a:rPr sz="2800" spc="-25" dirty="0">
                <a:latin typeface="Calibri"/>
                <a:cs typeface="Calibri"/>
              </a:rPr>
              <a:t> </a:t>
            </a:r>
            <a:r>
              <a:rPr sz="2800" dirty="0">
                <a:latin typeface="Calibri"/>
                <a:cs typeface="Calibri"/>
              </a:rPr>
              <a:t>R</a:t>
            </a:r>
            <a:r>
              <a:rPr sz="2800" spc="-30" dirty="0">
                <a:latin typeface="Calibri"/>
                <a:cs typeface="Calibri"/>
              </a:rPr>
              <a:t> </a:t>
            </a:r>
            <a:r>
              <a:rPr sz="2800" dirty="0">
                <a:latin typeface="Calibri"/>
                <a:cs typeface="Calibri"/>
              </a:rPr>
              <a:t>là</a:t>
            </a:r>
            <a:r>
              <a:rPr sz="2800" spc="-40" dirty="0">
                <a:latin typeface="Calibri"/>
                <a:cs typeface="Calibri"/>
              </a:rPr>
              <a:t> </a:t>
            </a:r>
            <a:r>
              <a:rPr sz="2800" dirty="0">
                <a:latin typeface="Calibri"/>
                <a:cs typeface="Calibri"/>
              </a:rPr>
              <a:t>quan</a:t>
            </a:r>
            <a:r>
              <a:rPr sz="2800" spc="-20" dirty="0">
                <a:latin typeface="Calibri"/>
                <a:cs typeface="Calibri"/>
              </a:rPr>
              <a:t> </a:t>
            </a:r>
            <a:r>
              <a:rPr sz="2800" dirty="0">
                <a:latin typeface="Calibri"/>
                <a:cs typeface="Calibri"/>
              </a:rPr>
              <a:t>hệ</a:t>
            </a:r>
            <a:r>
              <a:rPr sz="2800" spc="-25" dirty="0">
                <a:latin typeface="Calibri"/>
                <a:cs typeface="Calibri"/>
              </a:rPr>
              <a:t> </a:t>
            </a:r>
            <a:r>
              <a:rPr sz="2800" dirty="0">
                <a:latin typeface="Calibri"/>
                <a:cs typeface="Calibri"/>
              </a:rPr>
              <a:t>thứ</a:t>
            </a:r>
            <a:r>
              <a:rPr sz="2800" spc="-25" dirty="0">
                <a:latin typeface="Calibri"/>
                <a:cs typeface="Calibri"/>
              </a:rPr>
              <a:t> </a:t>
            </a:r>
            <a:r>
              <a:rPr sz="2800" dirty="0">
                <a:latin typeface="Calibri"/>
                <a:cs typeface="Calibri"/>
              </a:rPr>
              <a:t>tự</a:t>
            </a:r>
            <a:r>
              <a:rPr sz="2800" spc="-30" dirty="0">
                <a:latin typeface="Calibri"/>
                <a:cs typeface="Calibri"/>
              </a:rPr>
              <a:t> </a:t>
            </a:r>
            <a:r>
              <a:rPr sz="2800" dirty="0">
                <a:latin typeface="Calibri"/>
                <a:cs typeface="Calibri"/>
              </a:rPr>
              <a:t>trên</a:t>
            </a:r>
            <a:r>
              <a:rPr sz="2800" spc="-40" dirty="0">
                <a:latin typeface="Calibri"/>
                <a:cs typeface="Calibri"/>
              </a:rPr>
              <a:t> </a:t>
            </a:r>
            <a:r>
              <a:rPr sz="2800" dirty="0">
                <a:latin typeface="Calibri"/>
                <a:cs typeface="Calibri"/>
              </a:rPr>
              <a:t>X</a:t>
            </a:r>
            <a:r>
              <a:rPr sz="2800" spc="-35" dirty="0">
                <a:latin typeface="Calibri"/>
                <a:cs typeface="Calibri"/>
              </a:rPr>
              <a:t> </a:t>
            </a:r>
            <a:r>
              <a:rPr sz="2800" dirty="0">
                <a:latin typeface="Calibri"/>
                <a:cs typeface="Calibri"/>
              </a:rPr>
              <a:t>và</a:t>
            </a:r>
            <a:r>
              <a:rPr sz="2800" spc="-35" dirty="0">
                <a:latin typeface="Calibri"/>
                <a:cs typeface="Calibri"/>
              </a:rPr>
              <a:t> </a:t>
            </a:r>
            <a:r>
              <a:rPr sz="2800" dirty="0">
                <a:latin typeface="Calibri"/>
                <a:cs typeface="Calibri"/>
              </a:rPr>
              <a:t>A</a:t>
            </a:r>
            <a:r>
              <a:rPr sz="2800" spc="-10" dirty="0">
                <a:latin typeface="Calibri"/>
                <a:cs typeface="Calibri"/>
              </a:rPr>
              <a:t> </a:t>
            </a:r>
            <a:r>
              <a:rPr sz="2800" dirty="0">
                <a:latin typeface="Symbol"/>
                <a:cs typeface="Symbol"/>
              </a:rPr>
              <a:t></a:t>
            </a:r>
            <a:r>
              <a:rPr sz="2800" spc="-90" dirty="0">
                <a:latin typeface="Times New Roman"/>
                <a:cs typeface="Times New Roman"/>
              </a:rPr>
              <a:t> </a:t>
            </a:r>
            <a:r>
              <a:rPr sz="2800" spc="-25" dirty="0">
                <a:latin typeface="Calibri"/>
                <a:cs typeface="Calibri"/>
              </a:rPr>
              <a:t>X.</a:t>
            </a:r>
            <a:endParaRPr sz="2800">
              <a:latin typeface="Calibri"/>
              <a:cs typeface="Calibri"/>
            </a:endParaRPr>
          </a:p>
          <a:p>
            <a:pPr marL="203200" indent="-190500">
              <a:lnSpc>
                <a:spcPct val="100000"/>
              </a:lnSpc>
              <a:spcBef>
                <a:spcPts val="675"/>
              </a:spcBef>
              <a:buFont typeface="Calibri"/>
              <a:buChar char="-"/>
              <a:tabLst>
                <a:tab pos="203200" algn="l"/>
                <a:tab pos="1125220" algn="l"/>
              </a:tabLst>
            </a:pPr>
            <a:r>
              <a:rPr sz="2800" b="1" dirty="0">
                <a:latin typeface="Calibri"/>
                <a:cs typeface="Calibri"/>
              </a:rPr>
              <a:t>c</a:t>
            </a:r>
            <a:r>
              <a:rPr sz="2800" b="1" spc="-10" dirty="0">
                <a:latin typeface="Calibri"/>
                <a:cs typeface="Calibri"/>
              </a:rPr>
              <a:t> </a:t>
            </a:r>
            <a:r>
              <a:rPr sz="2800" dirty="0">
                <a:latin typeface="Symbol"/>
                <a:cs typeface="Symbol"/>
              </a:rPr>
              <a:t></a:t>
            </a:r>
            <a:r>
              <a:rPr sz="2800" spc="-70" dirty="0">
                <a:latin typeface="Times New Roman"/>
                <a:cs typeface="Times New Roman"/>
              </a:rPr>
              <a:t> </a:t>
            </a:r>
            <a:r>
              <a:rPr sz="2800" b="1" spc="-60" dirty="0">
                <a:latin typeface="Calibri"/>
                <a:cs typeface="Calibri"/>
              </a:rPr>
              <a:t>X</a:t>
            </a:r>
            <a:r>
              <a:rPr sz="2800" b="1" dirty="0">
                <a:latin typeface="Calibri"/>
                <a:cs typeface="Calibri"/>
              </a:rPr>
              <a:t>	</a:t>
            </a:r>
            <a:r>
              <a:rPr sz="2800" dirty="0">
                <a:latin typeface="Calibri"/>
                <a:cs typeface="Calibri"/>
              </a:rPr>
              <a:t>là</a:t>
            </a:r>
            <a:r>
              <a:rPr sz="2800" spc="-40" dirty="0">
                <a:latin typeface="Calibri"/>
                <a:cs typeface="Calibri"/>
              </a:rPr>
              <a:t> </a:t>
            </a:r>
            <a:r>
              <a:rPr sz="2800" b="1" dirty="0">
                <a:latin typeface="Calibri"/>
                <a:cs typeface="Calibri"/>
              </a:rPr>
              <a:t>chặn</a:t>
            </a:r>
            <a:r>
              <a:rPr sz="2800" b="1" spc="-25" dirty="0">
                <a:latin typeface="Calibri"/>
                <a:cs typeface="Calibri"/>
              </a:rPr>
              <a:t> </a:t>
            </a:r>
            <a:r>
              <a:rPr sz="2800" b="1" dirty="0">
                <a:latin typeface="Calibri"/>
                <a:cs typeface="Calibri"/>
              </a:rPr>
              <a:t>dưới</a:t>
            </a:r>
            <a:r>
              <a:rPr sz="2800" b="1" spc="-40" dirty="0">
                <a:latin typeface="Calibri"/>
                <a:cs typeface="Calibri"/>
              </a:rPr>
              <a:t> </a:t>
            </a:r>
            <a:r>
              <a:rPr sz="2800" b="1" dirty="0">
                <a:latin typeface="Calibri"/>
                <a:cs typeface="Calibri"/>
              </a:rPr>
              <a:t>chung</a:t>
            </a:r>
            <a:r>
              <a:rPr sz="2800" b="1" spc="-50" dirty="0">
                <a:latin typeface="Calibri"/>
                <a:cs typeface="Calibri"/>
              </a:rPr>
              <a:t> </a:t>
            </a:r>
            <a:r>
              <a:rPr sz="2800" b="1" dirty="0">
                <a:latin typeface="Calibri"/>
                <a:cs typeface="Calibri"/>
              </a:rPr>
              <a:t>của</a:t>
            </a:r>
            <a:r>
              <a:rPr sz="2800" b="1" spc="-30" dirty="0">
                <a:latin typeface="Calibri"/>
                <a:cs typeface="Calibri"/>
              </a:rPr>
              <a:t> </a:t>
            </a:r>
            <a:r>
              <a:rPr sz="2800" b="1" dirty="0">
                <a:latin typeface="Calibri"/>
                <a:cs typeface="Calibri"/>
              </a:rPr>
              <a:t>A</a:t>
            </a:r>
            <a:r>
              <a:rPr sz="2800" b="1" spc="-15" dirty="0">
                <a:latin typeface="Calibri"/>
                <a:cs typeface="Calibri"/>
              </a:rPr>
              <a:t> </a:t>
            </a:r>
            <a:r>
              <a:rPr sz="2800" dirty="0">
                <a:latin typeface="Calibri"/>
                <a:cs typeface="Calibri"/>
              </a:rPr>
              <a:t>nếu</a:t>
            </a:r>
            <a:r>
              <a:rPr sz="2800" spc="-45" dirty="0">
                <a:latin typeface="Calibri"/>
                <a:cs typeface="Calibri"/>
              </a:rPr>
              <a:t> </a:t>
            </a:r>
            <a:r>
              <a:rPr sz="2800" dirty="0">
                <a:latin typeface="Calibri"/>
                <a:cs typeface="Calibri"/>
              </a:rPr>
              <a:t>mệnh</a:t>
            </a:r>
            <a:r>
              <a:rPr sz="2800" spc="-15" dirty="0">
                <a:latin typeface="Calibri"/>
                <a:cs typeface="Calibri"/>
              </a:rPr>
              <a:t> </a:t>
            </a:r>
            <a:r>
              <a:rPr sz="2800" dirty="0">
                <a:latin typeface="Calibri"/>
                <a:cs typeface="Calibri"/>
              </a:rPr>
              <a:t>đề</a:t>
            </a:r>
            <a:r>
              <a:rPr sz="2800" spc="-35" dirty="0">
                <a:latin typeface="Calibri"/>
                <a:cs typeface="Calibri"/>
              </a:rPr>
              <a:t> </a:t>
            </a:r>
            <a:r>
              <a:rPr sz="2800" dirty="0">
                <a:latin typeface="Calibri"/>
                <a:cs typeface="Calibri"/>
              </a:rPr>
              <a:t>sau</a:t>
            </a:r>
            <a:r>
              <a:rPr sz="2800" spc="-25" dirty="0">
                <a:latin typeface="Calibri"/>
                <a:cs typeface="Calibri"/>
              </a:rPr>
              <a:t> </a:t>
            </a:r>
            <a:r>
              <a:rPr sz="2800" spc="-20" dirty="0">
                <a:latin typeface="Calibri"/>
                <a:cs typeface="Calibri"/>
              </a:rPr>
              <a:t>đúng</a:t>
            </a:r>
            <a:endParaRPr sz="2800">
              <a:latin typeface="Calibri"/>
              <a:cs typeface="Calibri"/>
            </a:endParaRPr>
          </a:p>
          <a:p>
            <a:pPr marL="2852420">
              <a:lnSpc>
                <a:spcPct val="100000"/>
              </a:lnSpc>
              <a:spcBef>
                <a:spcPts val="675"/>
              </a:spcBef>
            </a:pPr>
            <a:r>
              <a:rPr sz="2800" dirty="0">
                <a:latin typeface="Symbol"/>
                <a:cs typeface="Symbol"/>
              </a:rPr>
              <a:t></a:t>
            </a:r>
            <a:r>
              <a:rPr sz="2800" dirty="0">
                <a:latin typeface="Calibri"/>
                <a:cs typeface="Calibri"/>
              </a:rPr>
              <a:t>x</a:t>
            </a:r>
            <a:r>
              <a:rPr sz="2800" spc="-10" dirty="0">
                <a:latin typeface="Calibri"/>
                <a:cs typeface="Calibri"/>
              </a:rPr>
              <a:t> </a:t>
            </a:r>
            <a:r>
              <a:rPr sz="2800" dirty="0">
                <a:latin typeface="Symbol"/>
                <a:cs typeface="Symbol"/>
              </a:rPr>
              <a:t></a:t>
            </a:r>
            <a:r>
              <a:rPr sz="2800" spc="-75" dirty="0">
                <a:latin typeface="Times New Roman"/>
                <a:cs typeface="Times New Roman"/>
              </a:rPr>
              <a:t> </a:t>
            </a:r>
            <a:r>
              <a:rPr sz="2800" dirty="0">
                <a:latin typeface="Calibri"/>
                <a:cs typeface="Calibri"/>
              </a:rPr>
              <a:t>A,</a:t>
            </a:r>
            <a:r>
              <a:rPr sz="2800" spc="-20" dirty="0">
                <a:latin typeface="Calibri"/>
                <a:cs typeface="Calibri"/>
              </a:rPr>
              <a:t> </a:t>
            </a:r>
            <a:r>
              <a:rPr sz="2800" dirty="0">
                <a:latin typeface="Calibri"/>
                <a:cs typeface="Calibri"/>
              </a:rPr>
              <a:t>(c,</a:t>
            </a:r>
            <a:r>
              <a:rPr sz="2800" spc="-25" dirty="0">
                <a:latin typeface="Calibri"/>
                <a:cs typeface="Calibri"/>
              </a:rPr>
              <a:t> </a:t>
            </a:r>
            <a:r>
              <a:rPr sz="2800" dirty="0">
                <a:latin typeface="Calibri"/>
                <a:cs typeface="Calibri"/>
              </a:rPr>
              <a:t>x)</a:t>
            </a:r>
            <a:r>
              <a:rPr sz="2800" spc="-5" dirty="0">
                <a:latin typeface="Calibri"/>
                <a:cs typeface="Calibri"/>
              </a:rPr>
              <a:t> </a:t>
            </a:r>
            <a:r>
              <a:rPr sz="2800" dirty="0">
                <a:latin typeface="Symbol"/>
                <a:cs typeface="Symbol"/>
              </a:rPr>
              <a:t></a:t>
            </a:r>
            <a:r>
              <a:rPr sz="2800" spc="-75" dirty="0">
                <a:latin typeface="Times New Roman"/>
                <a:cs typeface="Times New Roman"/>
              </a:rPr>
              <a:t> </a:t>
            </a:r>
            <a:r>
              <a:rPr sz="2800" spc="-25" dirty="0">
                <a:latin typeface="Calibri"/>
                <a:cs typeface="Calibri"/>
              </a:rPr>
              <a:t>R.</a:t>
            </a:r>
            <a:endParaRPr sz="2800">
              <a:latin typeface="Calibri"/>
              <a:cs typeface="Calibri"/>
            </a:endParaRPr>
          </a:p>
          <a:p>
            <a:pPr marL="12700" marR="386715" indent="190500">
              <a:lnSpc>
                <a:spcPts val="3320"/>
              </a:lnSpc>
              <a:spcBef>
                <a:spcPts val="815"/>
              </a:spcBef>
              <a:buChar char="-"/>
              <a:tabLst>
                <a:tab pos="203200" algn="l"/>
              </a:tabLst>
            </a:pPr>
            <a:r>
              <a:rPr sz="2800" dirty="0">
                <a:latin typeface="Calibri"/>
                <a:cs typeface="Calibri"/>
              </a:rPr>
              <a:t>Giá</a:t>
            </a:r>
            <a:r>
              <a:rPr sz="2800" spc="-30" dirty="0">
                <a:latin typeface="Calibri"/>
                <a:cs typeface="Calibri"/>
              </a:rPr>
              <a:t> </a:t>
            </a:r>
            <a:r>
              <a:rPr sz="2800" dirty="0">
                <a:latin typeface="Calibri"/>
                <a:cs typeface="Calibri"/>
              </a:rPr>
              <a:t>trị</a:t>
            </a:r>
            <a:r>
              <a:rPr sz="2800" spc="-40" dirty="0">
                <a:latin typeface="Calibri"/>
                <a:cs typeface="Calibri"/>
              </a:rPr>
              <a:t> </a:t>
            </a:r>
            <a:r>
              <a:rPr sz="2800" dirty="0">
                <a:latin typeface="Calibri"/>
                <a:cs typeface="Calibri"/>
              </a:rPr>
              <a:t>lớn</a:t>
            </a:r>
            <a:r>
              <a:rPr sz="2800" spc="-10" dirty="0">
                <a:latin typeface="Calibri"/>
                <a:cs typeface="Calibri"/>
              </a:rPr>
              <a:t> </a:t>
            </a:r>
            <a:r>
              <a:rPr sz="2800" dirty="0">
                <a:latin typeface="Calibri"/>
                <a:cs typeface="Calibri"/>
              </a:rPr>
              <a:t>nhất</a:t>
            </a:r>
            <a:r>
              <a:rPr sz="2800" spc="-15" dirty="0">
                <a:latin typeface="Calibri"/>
                <a:cs typeface="Calibri"/>
              </a:rPr>
              <a:t> </a:t>
            </a:r>
            <a:r>
              <a:rPr sz="2800" dirty="0">
                <a:latin typeface="Calibri"/>
                <a:cs typeface="Calibri"/>
              </a:rPr>
              <a:t>(nếu</a:t>
            </a:r>
            <a:r>
              <a:rPr sz="2800" spc="-10" dirty="0">
                <a:latin typeface="Calibri"/>
                <a:cs typeface="Calibri"/>
              </a:rPr>
              <a:t> </a:t>
            </a:r>
            <a:r>
              <a:rPr sz="2800" dirty="0">
                <a:latin typeface="Calibri"/>
                <a:cs typeface="Calibri"/>
              </a:rPr>
              <a:t>có)</a:t>
            </a:r>
            <a:r>
              <a:rPr sz="2800" spc="-20" dirty="0">
                <a:latin typeface="Calibri"/>
                <a:cs typeface="Calibri"/>
              </a:rPr>
              <a:t> </a:t>
            </a:r>
            <a:r>
              <a:rPr sz="2800" dirty="0">
                <a:latin typeface="Calibri"/>
                <a:cs typeface="Calibri"/>
              </a:rPr>
              <a:t>của</a:t>
            </a:r>
            <a:r>
              <a:rPr sz="2800" spc="-20" dirty="0">
                <a:latin typeface="Calibri"/>
                <a:cs typeface="Calibri"/>
              </a:rPr>
              <a:t> </a:t>
            </a:r>
            <a:r>
              <a:rPr sz="2800" dirty="0">
                <a:latin typeface="Calibri"/>
                <a:cs typeface="Calibri"/>
              </a:rPr>
              <a:t>tập B</a:t>
            </a:r>
            <a:r>
              <a:rPr sz="2800" spc="-30"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c</a:t>
            </a:r>
            <a:r>
              <a:rPr sz="2800" spc="-20" dirty="0">
                <a:latin typeface="Calibri"/>
                <a:cs typeface="Calibri"/>
              </a:rPr>
              <a:t> </a:t>
            </a:r>
            <a:r>
              <a:rPr sz="2800" dirty="0">
                <a:latin typeface="Symbol"/>
                <a:cs typeface="Symbol"/>
              </a:rPr>
              <a:t></a:t>
            </a:r>
            <a:r>
              <a:rPr sz="2800" spc="-80" dirty="0">
                <a:latin typeface="Times New Roman"/>
                <a:cs typeface="Times New Roman"/>
              </a:rPr>
              <a:t> </a:t>
            </a:r>
            <a:r>
              <a:rPr sz="2800" dirty="0">
                <a:latin typeface="Calibri"/>
                <a:cs typeface="Calibri"/>
              </a:rPr>
              <a:t>X</a:t>
            </a:r>
            <a:r>
              <a:rPr sz="2800" spc="-30" dirty="0">
                <a:latin typeface="Calibri"/>
                <a:cs typeface="Calibri"/>
              </a:rPr>
              <a:t> </a:t>
            </a:r>
            <a:r>
              <a:rPr sz="2800" dirty="0">
                <a:latin typeface="Calibri"/>
                <a:cs typeface="Calibri"/>
              </a:rPr>
              <a:t>:</a:t>
            </a:r>
            <a:r>
              <a:rPr sz="2800" spc="-30" dirty="0">
                <a:latin typeface="Calibri"/>
                <a:cs typeface="Calibri"/>
              </a:rPr>
              <a:t> </a:t>
            </a:r>
            <a:r>
              <a:rPr sz="2800" dirty="0">
                <a:latin typeface="Calibri"/>
                <a:cs typeface="Calibri"/>
              </a:rPr>
              <a:t>c</a:t>
            </a:r>
            <a:r>
              <a:rPr sz="2800" spc="-25" dirty="0">
                <a:latin typeface="Calibri"/>
                <a:cs typeface="Calibri"/>
              </a:rPr>
              <a:t> </a:t>
            </a:r>
            <a:r>
              <a:rPr sz="2800" dirty="0">
                <a:latin typeface="Calibri"/>
                <a:cs typeface="Calibri"/>
              </a:rPr>
              <a:t>là</a:t>
            </a:r>
            <a:r>
              <a:rPr sz="2800" spc="-30" dirty="0">
                <a:latin typeface="Calibri"/>
                <a:cs typeface="Calibri"/>
              </a:rPr>
              <a:t> </a:t>
            </a:r>
            <a:r>
              <a:rPr sz="2800" spc="-20" dirty="0">
                <a:latin typeface="Calibri"/>
                <a:cs typeface="Calibri"/>
              </a:rPr>
              <a:t>chặn </a:t>
            </a:r>
            <a:r>
              <a:rPr sz="2800" dirty="0">
                <a:latin typeface="Calibri"/>
                <a:cs typeface="Calibri"/>
              </a:rPr>
              <a:t>dưới</a:t>
            </a:r>
            <a:r>
              <a:rPr sz="2800" spc="-30" dirty="0">
                <a:latin typeface="Calibri"/>
                <a:cs typeface="Calibri"/>
              </a:rPr>
              <a:t> </a:t>
            </a:r>
            <a:r>
              <a:rPr sz="2800" dirty="0">
                <a:latin typeface="Calibri"/>
                <a:cs typeface="Calibri"/>
              </a:rPr>
              <a:t>chung</a:t>
            </a:r>
            <a:r>
              <a:rPr sz="2800" spc="-25" dirty="0">
                <a:latin typeface="Calibri"/>
                <a:cs typeface="Calibri"/>
              </a:rPr>
              <a:t> </a:t>
            </a:r>
            <a:r>
              <a:rPr sz="2800" dirty="0">
                <a:latin typeface="Calibri"/>
                <a:cs typeface="Calibri"/>
              </a:rPr>
              <a:t>của</a:t>
            </a:r>
            <a:r>
              <a:rPr sz="2800" spc="-30" dirty="0">
                <a:latin typeface="Calibri"/>
                <a:cs typeface="Calibri"/>
              </a:rPr>
              <a:t> </a:t>
            </a:r>
            <a:r>
              <a:rPr sz="2800" dirty="0">
                <a:latin typeface="Calibri"/>
                <a:cs typeface="Calibri"/>
              </a:rPr>
              <a:t>A}</a:t>
            </a:r>
            <a:r>
              <a:rPr sz="2800" spc="-40" dirty="0">
                <a:latin typeface="Calibri"/>
                <a:cs typeface="Calibri"/>
              </a:rPr>
              <a:t> </a:t>
            </a:r>
            <a:r>
              <a:rPr sz="2800" dirty="0">
                <a:latin typeface="Calibri"/>
                <a:cs typeface="Calibri"/>
              </a:rPr>
              <a:t>được</a:t>
            </a:r>
            <a:r>
              <a:rPr sz="2800" spc="-15" dirty="0">
                <a:latin typeface="Calibri"/>
                <a:cs typeface="Calibri"/>
              </a:rPr>
              <a:t> </a:t>
            </a:r>
            <a:r>
              <a:rPr sz="2800" dirty="0">
                <a:latin typeface="Calibri"/>
                <a:cs typeface="Calibri"/>
              </a:rPr>
              <a:t>ký</a:t>
            </a:r>
            <a:r>
              <a:rPr sz="2800" spc="-45" dirty="0">
                <a:latin typeface="Calibri"/>
                <a:cs typeface="Calibri"/>
              </a:rPr>
              <a:t> </a:t>
            </a:r>
            <a:r>
              <a:rPr sz="2800" dirty="0">
                <a:latin typeface="Calibri"/>
                <a:cs typeface="Calibri"/>
              </a:rPr>
              <a:t>hiệu</a:t>
            </a:r>
            <a:r>
              <a:rPr sz="2800" spc="-25" dirty="0">
                <a:latin typeface="Calibri"/>
                <a:cs typeface="Calibri"/>
              </a:rPr>
              <a:t> </a:t>
            </a:r>
            <a:r>
              <a:rPr sz="2800" dirty="0">
                <a:latin typeface="Calibri"/>
                <a:cs typeface="Calibri"/>
              </a:rPr>
              <a:t>là</a:t>
            </a:r>
            <a:r>
              <a:rPr sz="2800" spc="-45" dirty="0">
                <a:latin typeface="Calibri"/>
                <a:cs typeface="Calibri"/>
              </a:rPr>
              <a:t> </a:t>
            </a:r>
            <a:r>
              <a:rPr sz="2800" b="1" dirty="0">
                <a:latin typeface="Calibri"/>
                <a:cs typeface="Calibri"/>
              </a:rPr>
              <a:t>Inf</a:t>
            </a:r>
            <a:r>
              <a:rPr sz="2800" b="1" spc="-45" dirty="0">
                <a:latin typeface="Calibri"/>
                <a:cs typeface="Calibri"/>
              </a:rPr>
              <a:t> </a:t>
            </a:r>
            <a:r>
              <a:rPr sz="2800" b="1" spc="-25" dirty="0">
                <a:latin typeface="Calibri"/>
                <a:cs typeface="Calibri"/>
              </a:rPr>
              <a:t>A</a:t>
            </a:r>
            <a:r>
              <a:rPr sz="2800" spc="-25" dirty="0">
                <a:latin typeface="Calibri"/>
                <a:cs typeface="Calibri"/>
              </a:rPr>
              <a:t>.</a:t>
            </a:r>
            <a:endParaRPr sz="2800">
              <a:latin typeface="Calibri"/>
              <a:cs typeface="Calibri"/>
            </a:endParaRPr>
          </a:p>
        </p:txBody>
      </p:sp>
      <p:grpSp>
        <p:nvGrpSpPr>
          <p:cNvPr id="4" name="object 4"/>
          <p:cNvGrpSpPr/>
          <p:nvPr/>
        </p:nvGrpSpPr>
        <p:grpSpPr>
          <a:xfrm>
            <a:off x="1207008" y="3645408"/>
            <a:ext cx="6076950" cy="2997835"/>
            <a:chOff x="1207008" y="3645408"/>
            <a:chExt cx="6076950" cy="2997835"/>
          </a:xfrm>
        </p:grpSpPr>
        <p:pic>
          <p:nvPicPr>
            <p:cNvPr id="5" name="object 5"/>
            <p:cNvPicPr/>
            <p:nvPr/>
          </p:nvPicPr>
          <p:blipFill>
            <a:blip r:embed="rId2" cstate="print"/>
            <a:stretch>
              <a:fillRect/>
            </a:stretch>
          </p:blipFill>
          <p:spPr>
            <a:xfrm>
              <a:off x="1545887" y="3978430"/>
              <a:ext cx="5737905" cy="1283545"/>
            </a:xfrm>
            <a:prstGeom prst="rect">
              <a:avLst/>
            </a:prstGeom>
          </p:spPr>
        </p:pic>
        <p:sp>
          <p:nvSpPr>
            <p:cNvPr id="6" name="object 6"/>
            <p:cNvSpPr/>
            <p:nvPr/>
          </p:nvSpPr>
          <p:spPr>
            <a:xfrm>
              <a:off x="1477518" y="5562727"/>
              <a:ext cx="2514600" cy="1067435"/>
            </a:xfrm>
            <a:custGeom>
              <a:avLst/>
              <a:gdLst/>
              <a:ahLst/>
              <a:cxnLst/>
              <a:rect l="l" t="t" r="r" b="b"/>
              <a:pathLst>
                <a:path w="2514600" h="1067434">
                  <a:moveTo>
                    <a:pt x="0" y="308483"/>
                  </a:moveTo>
                  <a:lnTo>
                    <a:pt x="419100" y="308483"/>
                  </a:lnTo>
                  <a:lnTo>
                    <a:pt x="1178306" y="0"/>
                  </a:lnTo>
                  <a:lnTo>
                    <a:pt x="1047750" y="308483"/>
                  </a:lnTo>
                  <a:lnTo>
                    <a:pt x="2514599" y="308483"/>
                  </a:lnTo>
                  <a:lnTo>
                    <a:pt x="2514599" y="434975"/>
                  </a:lnTo>
                  <a:lnTo>
                    <a:pt x="2514599" y="624713"/>
                  </a:lnTo>
                  <a:lnTo>
                    <a:pt x="2514599" y="1067435"/>
                  </a:lnTo>
                  <a:lnTo>
                    <a:pt x="1047750" y="1067435"/>
                  </a:lnTo>
                  <a:lnTo>
                    <a:pt x="419100" y="1067435"/>
                  </a:lnTo>
                  <a:lnTo>
                    <a:pt x="0" y="1067435"/>
                  </a:lnTo>
                  <a:lnTo>
                    <a:pt x="0" y="624713"/>
                  </a:lnTo>
                  <a:lnTo>
                    <a:pt x="0" y="434975"/>
                  </a:lnTo>
                  <a:lnTo>
                    <a:pt x="0" y="308483"/>
                  </a:lnTo>
                  <a:close/>
                </a:path>
              </a:pathLst>
            </a:custGeom>
            <a:ln w="25908">
              <a:solidFill>
                <a:srgbClr val="000000"/>
              </a:solidFill>
            </a:ln>
          </p:spPr>
          <p:txBody>
            <a:bodyPr wrap="square" lIns="0" tIns="0" rIns="0" bIns="0" rtlCol="0"/>
            <a:lstStyle/>
            <a:p>
              <a:endParaRPr/>
            </a:p>
          </p:txBody>
        </p:sp>
        <p:sp>
          <p:nvSpPr>
            <p:cNvPr id="7" name="object 7"/>
            <p:cNvSpPr/>
            <p:nvPr/>
          </p:nvSpPr>
          <p:spPr>
            <a:xfrm>
              <a:off x="1219962" y="3658362"/>
              <a:ext cx="2895600" cy="1902460"/>
            </a:xfrm>
            <a:custGeom>
              <a:avLst/>
              <a:gdLst/>
              <a:ahLst/>
              <a:cxnLst/>
              <a:rect l="l" t="t" r="r" b="b"/>
              <a:pathLst>
                <a:path w="2895600" h="1902460">
                  <a:moveTo>
                    <a:pt x="0" y="950976"/>
                  </a:moveTo>
                  <a:lnTo>
                    <a:pt x="1149" y="912723"/>
                  </a:lnTo>
                  <a:lnTo>
                    <a:pt x="10216" y="837399"/>
                  </a:lnTo>
                  <a:lnTo>
                    <a:pt x="28019" y="763837"/>
                  </a:lnTo>
                  <a:lnTo>
                    <a:pt x="54211" y="692264"/>
                  </a:lnTo>
                  <a:lnTo>
                    <a:pt x="70346" y="657294"/>
                  </a:lnTo>
                  <a:lnTo>
                    <a:pt x="88447" y="622908"/>
                  </a:lnTo>
                  <a:lnTo>
                    <a:pt x="108473" y="589132"/>
                  </a:lnTo>
                  <a:lnTo>
                    <a:pt x="130381" y="555995"/>
                  </a:lnTo>
                  <a:lnTo>
                    <a:pt x="154126" y="523526"/>
                  </a:lnTo>
                  <a:lnTo>
                    <a:pt x="179666" y="491753"/>
                  </a:lnTo>
                  <a:lnTo>
                    <a:pt x="206957" y="460705"/>
                  </a:lnTo>
                  <a:lnTo>
                    <a:pt x="235956" y="430409"/>
                  </a:lnTo>
                  <a:lnTo>
                    <a:pt x="266620" y="400895"/>
                  </a:lnTo>
                  <a:lnTo>
                    <a:pt x="298906" y="372190"/>
                  </a:lnTo>
                  <a:lnTo>
                    <a:pt x="332770" y="344324"/>
                  </a:lnTo>
                  <a:lnTo>
                    <a:pt x="368170" y="317324"/>
                  </a:lnTo>
                  <a:lnTo>
                    <a:pt x="405061" y="291219"/>
                  </a:lnTo>
                  <a:lnTo>
                    <a:pt x="443401" y="266037"/>
                  </a:lnTo>
                  <a:lnTo>
                    <a:pt x="483146" y="241806"/>
                  </a:lnTo>
                  <a:lnTo>
                    <a:pt x="524253" y="218556"/>
                  </a:lnTo>
                  <a:lnTo>
                    <a:pt x="566679" y="196314"/>
                  </a:lnTo>
                  <a:lnTo>
                    <a:pt x="610381" y="175109"/>
                  </a:lnTo>
                  <a:lnTo>
                    <a:pt x="655315" y="154969"/>
                  </a:lnTo>
                  <a:lnTo>
                    <a:pt x="701439" y="135923"/>
                  </a:lnTo>
                  <a:lnTo>
                    <a:pt x="748708" y="117998"/>
                  </a:lnTo>
                  <a:lnTo>
                    <a:pt x="797079" y="101224"/>
                  </a:lnTo>
                  <a:lnTo>
                    <a:pt x="846510" y="85629"/>
                  </a:lnTo>
                  <a:lnTo>
                    <a:pt x="896958" y="71241"/>
                  </a:lnTo>
                  <a:lnTo>
                    <a:pt x="948378" y="58088"/>
                  </a:lnTo>
                  <a:lnTo>
                    <a:pt x="1000727" y="46200"/>
                  </a:lnTo>
                  <a:lnTo>
                    <a:pt x="1053963" y="35603"/>
                  </a:lnTo>
                  <a:lnTo>
                    <a:pt x="1108042" y="26328"/>
                  </a:lnTo>
                  <a:lnTo>
                    <a:pt x="1162921" y="18401"/>
                  </a:lnTo>
                  <a:lnTo>
                    <a:pt x="1218557" y="11852"/>
                  </a:lnTo>
                  <a:lnTo>
                    <a:pt x="1274905" y="6709"/>
                  </a:lnTo>
                  <a:lnTo>
                    <a:pt x="1331924" y="3001"/>
                  </a:lnTo>
                  <a:lnTo>
                    <a:pt x="1389570" y="755"/>
                  </a:lnTo>
                  <a:lnTo>
                    <a:pt x="1447800" y="0"/>
                  </a:lnTo>
                  <a:lnTo>
                    <a:pt x="1506029" y="755"/>
                  </a:lnTo>
                  <a:lnTo>
                    <a:pt x="1563675" y="3001"/>
                  </a:lnTo>
                  <a:lnTo>
                    <a:pt x="1620694" y="6709"/>
                  </a:lnTo>
                  <a:lnTo>
                    <a:pt x="1677042" y="11852"/>
                  </a:lnTo>
                  <a:lnTo>
                    <a:pt x="1732678" y="18401"/>
                  </a:lnTo>
                  <a:lnTo>
                    <a:pt x="1787557" y="26328"/>
                  </a:lnTo>
                  <a:lnTo>
                    <a:pt x="1841636" y="35603"/>
                  </a:lnTo>
                  <a:lnTo>
                    <a:pt x="1894872" y="46200"/>
                  </a:lnTo>
                  <a:lnTo>
                    <a:pt x="1947221" y="58088"/>
                  </a:lnTo>
                  <a:lnTo>
                    <a:pt x="1998641" y="71241"/>
                  </a:lnTo>
                  <a:lnTo>
                    <a:pt x="2049089" y="85629"/>
                  </a:lnTo>
                  <a:lnTo>
                    <a:pt x="2098520" y="101224"/>
                  </a:lnTo>
                  <a:lnTo>
                    <a:pt x="2146891" y="117998"/>
                  </a:lnTo>
                  <a:lnTo>
                    <a:pt x="2194160" y="135923"/>
                  </a:lnTo>
                  <a:lnTo>
                    <a:pt x="2240284" y="154969"/>
                  </a:lnTo>
                  <a:lnTo>
                    <a:pt x="2285218" y="175109"/>
                  </a:lnTo>
                  <a:lnTo>
                    <a:pt x="2328920" y="196314"/>
                  </a:lnTo>
                  <a:lnTo>
                    <a:pt x="2371346" y="218556"/>
                  </a:lnTo>
                  <a:lnTo>
                    <a:pt x="2412453" y="241806"/>
                  </a:lnTo>
                  <a:lnTo>
                    <a:pt x="2452198" y="266037"/>
                  </a:lnTo>
                  <a:lnTo>
                    <a:pt x="2490538" y="291219"/>
                  </a:lnTo>
                  <a:lnTo>
                    <a:pt x="2527429" y="317324"/>
                  </a:lnTo>
                  <a:lnTo>
                    <a:pt x="2562829" y="344324"/>
                  </a:lnTo>
                  <a:lnTo>
                    <a:pt x="2596693" y="372190"/>
                  </a:lnTo>
                  <a:lnTo>
                    <a:pt x="2628979" y="400895"/>
                  </a:lnTo>
                  <a:lnTo>
                    <a:pt x="2659643" y="430409"/>
                  </a:lnTo>
                  <a:lnTo>
                    <a:pt x="2688642" y="460705"/>
                  </a:lnTo>
                  <a:lnTo>
                    <a:pt x="2715933" y="491753"/>
                  </a:lnTo>
                  <a:lnTo>
                    <a:pt x="2741473" y="523526"/>
                  </a:lnTo>
                  <a:lnTo>
                    <a:pt x="2765218" y="555995"/>
                  </a:lnTo>
                  <a:lnTo>
                    <a:pt x="2787126" y="589132"/>
                  </a:lnTo>
                  <a:lnTo>
                    <a:pt x="2807152" y="622908"/>
                  </a:lnTo>
                  <a:lnTo>
                    <a:pt x="2825253" y="657294"/>
                  </a:lnTo>
                  <a:lnTo>
                    <a:pt x="2841388" y="692264"/>
                  </a:lnTo>
                  <a:lnTo>
                    <a:pt x="2855511" y="727787"/>
                  </a:lnTo>
                  <a:lnTo>
                    <a:pt x="2877552" y="800383"/>
                  </a:lnTo>
                  <a:lnTo>
                    <a:pt x="2891030" y="874855"/>
                  </a:lnTo>
                  <a:lnTo>
                    <a:pt x="2895600" y="950976"/>
                  </a:lnTo>
                  <a:lnTo>
                    <a:pt x="2894450" y="989228"/>
                  </a:lnTo>
                  <a:lnTo>
                    <a:pt x="2885383" y="1064552"/>
                  </a:lnTo>
                  <a:lnTo>
                    <a:pt x="2867580" y="1138114"/>
                  </a:lnTo>
                  <a:lnTo>
                    <a:pt x="2841388" y="1209687"/>
                  </a:lnTo>
                  <a:lnTo>
                    <a:pt x="2825253" y="1244657"/>
                  </a:lnTo>
                  <a:lnTo>
                    <a:pt x="2807152" y="1279043"/>
                  </a:lnTo>
                  <a:lnTo>
                    <a:pt x="2787126" y="1312819"/>
                  </a:lnTo>
                  <a:lnTo>
                    <a:pt x="2765218" y="1345956"/>
                  </a:lnTo>
                  <a:lnTo>
                    <a:pt x="2741473" y="1378425"/>
                  </a:lnTo>
                  <a:lnTo>
                    <a:pt x="2715933" y="1410198"/>
                  </a:lnTo>
                  <a:lnTo>
                    <a:pt x="2688642" y="1441246"/>
                  </a:lnTo>
                  <a:lnTo>
                    <a:pt x="2659643" y="1471542"/>
                  </a:lnTo>
                  <a:lnTo>
                    <a:pt x="2628979" y="1501056"/>
                  </a:lnTo>
                  <a:lnTo>
                    <a:pt x="2596693" y="1529761"/>
                  </a:lnTo>
                  <a:lnTo>
                    <a:pt x="2562829" y="1557627"/>
                  </a:lnTo>
                  <a:lnTo>
                    <a:pt x="2527429" y="1584627"/>
                  </a:lnTo>
                  <a:lnTo>
                    <a:pt x="2490538" y="1610732"/>
                  </a:lnTo>
                  <a:lnTo>
                    <a:pt x="2452198" y="1635914"/>
                  </a:lnTo>
                  <a:lnTo>
                    <a:pt x="2412453" y="1660145"/>
                  </a:lnTo>
                  <a:lnTo>
                    <a:pt x="2371346" y="1683395"/>
                  </a:lnTo>
                  <a:lnTo>
                    <a:pt x="2328920" y="1705637"/>
                  </a:lnTo>
                  <a:lnTo>
                    <a:pt x="2285218" y="1726842"/>
                  </a:lnTo>
                  <a:lnTo>
                    <a:pt x="2240284" y="1746982"/>
                  </a:lnTo>
                  <a:lnTo>
                    <a:pt x="2194160" y="1766028"/>
                  </a:lnTo>
                  <a:lnTo>
                    <a:pt x="2146891" y="1783953"/>
                  </a:lnTo>
                  <a:lnTo>
                    <a:pt x="2098520" y="1800727"/>
                  </a:lnTo>
                  <a:lnTo>
                    <a:pt x="2049089" y="1816322"/>
                  </a:lnTo>
                  <a:lnTo>
                    <a:pt x="1998641" y="1830710"/>
                  </a:lnTo>
                  <a:lnTo>
                    <a:pt x="1947221" y="1843863"/>
                  </a:lnTo>
                  <a:lnTo>
                    <a:pt x="1894872" y="1855751"/>
                  </a:lnTo>
                  <a:lnTo>
                    <a:pt x="1841636" y="1866348"/>
                  </a:lnTo>
                  <a:lnTo>
                    <a:pt x="1787557" y="1875623"/>
                  </a:lnTo>
                  <a:lnTo>
                    <a:pt x="1732678" y="1883550"/>
                  </a:lnTo>
                  <a:lnTo>
                    <a:pt x="1677042" y="1890099"/>
                  </a:lnTo>
                  <a:lnTo>
                    <a:pt x="1620694" y="1895242"/>
                  </a:lnTo>
                  <a:lnTo>
                    <a:pt x="1563675" y="1898950"/>
                  </a:lnTo>
                  <a:lnTo>
                    <a:pt x="1506029" y="1901196"/>
                  </a:lnTo>
                  <a:lnTo>
                    <a:pt x="1447800" y="1901952"/>
                  </a:lnTo>
                  <a:lnTo>
                    <a:pt x="1389570" y="1901196"/>
                  </a:lnTo>
                  <a:lnTo>
                    <a:pt x="1331924" y="1898950"/>
                  </a:lnTo>
                  <a:lnTo>
                    <a:pt x="1274905" y="1895242"/>
                  </a:lnTo>
                  <a:lnTo>
                    <a:pt x="1218557" y="1890099"/>
                  </a:lnTo>
                  <a:lnTo>
                    <a:pt x="1162921" y="1883550"/>
                  </a:lnTo>
                  <a:lnTo>
                    <a:pt x="1108042" y="1875623"/>
                  </a:lnTo>
                  <a:lnTo>
                    <a:pt x="1053963" y="1866348"/>
                  </a:lnTo>
                  <a:lnTo>
                    <a:pt x="1000727" y="1855751"/>
                  </a:lnTo>
                  <a:lnTo>
                    <a:pt x="948378" y="1843863"/>
                  </a:lnTo>
                  <a:lnTo>
                    <a:pt x="896958" y="1830710"/>
                  </a:lnTo>
                  <a:lnTo>
                    <a:pt x="846510" y="1816322"/>
                  </a:lnTo>
                  <a:lnTo>
                    <a:pt x="797079" y="1800727"/>
                  </a:lnTo>
                  <a:lnTo>
                    <a:pt x="748708" y="1783953"/>
                  </a:lnTo>
                  <a:lnTo>
                    <a:pt x="701439" y="1766028"/>
                  </a:lnTo>
                  <a:lnTo>
                    <a:pt x="655315" y="1746982"/>
                  </a:lnTo>
                  <a:lnTo>
                    <a:pt x="610381" y="1726842"/>
                  </a:lnTo>
                  <a:lnTo>
                    <a:pt x="566679" y="1705637"/>
                  </a:lnTo>
                  <a:lnTo>
                    <a:pt x="524253" y="1683395"/>
                  </a:lnTo>
                  <a:lnTo>
                    <a:pt x="483146" y="1660145"/>
                  </a:lnTo>
                  <a:lnTo>
                    <a:pt x="443401" y="1635914"/>
                  </a:lnTo>
                  <a:lnTo>
                    <a:pt x="405061" y="1610732"/>
                  </a:lnTo>
                  <a:lnTo>
                    <a:pt x="368170" y="1584627"/>
                  </a:lnTo>
                  <a:lnTo>
                    <a:pt x="332770" y="1557627"/>
                  </a:lnTo>
                  <a:lnTo>
                    <a:pt x="298906" y="1529761"/>
                  </a:lnTo>
                  <a:lnTo>
                    <a:pt x="266620" y="1501056"/>
                  </a:lnTo>
                  <a:lnTo>
                    <a:pt x="235956" y="1471542"/>
                  </a:lnTo>
                  <a:lnTo>
                    <a:pt x="206957" y="1441246"/>
                  </a:lnTo>
                  <a:lnTo>
                    <a:pt x="179666" y="1410198"/>
                  </a:lnTo>
                  <a:lnTo>
                    <a:pt x="154126" y="1378425"/>
                  </a:lnTo>
                  <a:lnTo>
                    <a:pt x="130381" y="1345956"/>
                  </a:lnTo>
                  <a:lnTo>
                    <a:pt x="108473" y="1312819"/>
                  </a:lnTo>
                  <a:lnTo>
                    <a:pt x="88447" y="1279043"/>
                  </a:lnTo>
                  <a:lnTo>
                    <a:pt x="70346" y="1244657"/>
                  </a:lnTo>
                  <a:lnTo>
                    <a:pt x="54211" y="1209687"/>
                  </a:lnTo>
                  <a:lnTo>
                    <a:pt x="40088" y="1174164"/>
                  </a:lnTo>
                  <a:lnTo>
                    <a:pt x="18047" y="1101568"/>
                  </a:lnTo>
                  <a:lnTo>
                    <a:pt x="4569" y="1027096"/>
                  </a:lnTo>
                  <a:lnTo>
                    <a:pt x="0" y="950976"/>
                  </a:lnTo>
                  <a:close/>
                </a:path>
              </a:pathLst>
            </a:custGeom>
            <a:ln w="25907">
              <a:solidFill>
                <a:srgbClr val="FF0000"/>
              </a:solidFill>
            </a:ln>
          </p:spPr>
          <p:txBody>
            <a:bodyPr wrap="square" lIns="0" tIns="0" rIns="0" bIns="0" rtlCol="0"/>
            <a:lstStyle/>
            <a:p>
              <a:endParaRPr/>
            </a:p>
          </p:txBody>
        </p:sp>
        <p:sp>
          <p:nvSpPr>
            <p:cNvPr id="8" name="object 8"/>
            <p:cNvSpPr/>
            <p:nvPr/>
          </p:nvSpPr>
          <p:spPr>
            <a:xfrm>
              <a:off x="4191762" y="3886962"/>
              <a:ext cx="533400" cy="1485900"/>
            </a:xfrm>
            <a:custGeom>
              <a:avLst/>
              <a:gdLst/>
              <a:ahLst/>
              <a:cxnLst/>
              <a:rect l="l" t="t" r="r" b="b"/>
              <a:pathLst>
                <a:path w="533400" h="1485900">
                  <a:moveTo>
                    <a:pt x="0" y="742950"/>
                  </a:moveTo>
                  <a:lnTo>
                    <a:pt x="1089" y="675323"/>
                  </a:lnTo>
                  <a:lnTo>
                    <a:pt x="4296" y="609399"/>
                  </a:lnTo>
                  <a:lnTo>
                    <a:pt x="9525" y="545438"/>
                  </a:lnTo>
                  <a:lnTo>
                    <a:pt x="16682" y="483703"/>
                  </a:lnTo>
                  <a:lnTo>
                    <a:pt x="25674" y="424457"/>
                  </a:lnTo>
                  <a:lnTo>
                    <a:pt x="36406" y="367961"/>
                  </a:lnTo>
                  <a:lnTo>
                    <a:pt x="48785" y="314478"/>
                  </a:lnTo>
                  <a:lnTo>
                    <a:pt x="62716" y="264269"/>
                  </a:lnTo>
                  <a:lnTo>
                    <a:pt x="78105" y="217598"/>
                  </a:lnTo>
                  <a:lnTo>
                    <a:pt x="94858" y="174726"/>
                  </a:lnTo>
                  <a:lnTo>
                    <a:pt x="112881" y="135916"/>
                  </a:lnTo>
                  <a:lnTo>
                    <a:pt x="132080" y="101430"/>
                  </a:lnTo>
                  <a:lnTo>
                    <a:pt x="173629" y="46478"/>
                  </a:lnTo>
                  <a:lnTo>
                    <a:pt x="218753" y="11969"/>
                  </a:lnTo>
                  <a:lnTo>
                    <a:pt x="266700" y="0"/>
                  </a:lnTo>
                  <a:lnTo>
                    <a:pt x="290978" y="3036"/>
                  </a:lnTo>
                  <a:lnTo>
                    <a:pt x="337608" y="26537"/>
                  </a:lnTo>
                  <a:lnTo>
                    <a:pt x="381039" y="71530"/>
                  </a:lnTo>
                  <a:lnTo>
                    <a:pt x="420518" y="135916"/>
                  </a:lnTo>
                  <a:lnTo>
                    <a:pt x="438541" y="174726"/>
                  </a:lnTo>
                  <a:lnTo>
                    <a:pt x="455294" y="217598"/>
                  </a:lnTo>
                  <a:lnTo>
                    <a:pt x="470683" y="264269"/>
                  </a:lnTo>
                  <a:lnTo>
                    <a:pt x="484614" y="314478"/>
                  </a:lnTo>
                  <a:lnTo>
                    <a:pt x="496993" y="367961"/>
                  </a:lnTo>
                  <a:lnTo>
                    <a:pt x="507725" y="424457"/>
                  </a:lnTo>
                  <a:lnTo>
                    <a:pt x="516717" y="483703"/>
                  </a:lnTo>
                  <a:lnTo>
                    <a:pt x="523875" y="545438"/>
                  </a:lnTo>
                  <a:lnTo>
                    <a:pt x="529103" y="609399"/>
                  </a:lnTo>
                  <a:lnTo>
                    <a:pt x="532310" y="675323"/>
                  </a:lnTo>
                  <a:lnTo>
                    <a:pt x="533400" y="742950"/>
                  </a:lnTo>
                  <a:lnTo>
                    <a:pt x="532310" y="810576"/>
                  </a:lnTo>
                  <a:lnTo>
                    <a:pt x="529103" y="876500"/>
                  </a:lnTo>
                  <a:lnTo>
                    <a:pt x="523875" y="940461"/>
                  </a:lnTo>
                  <a:lnTo>
                    <a:pt x="516717" y="1002196"/>
                  </a:lnTo>
                  <a:lnTo>
                    <a:pt x="507725" y="1061442"/>
                  </a:lnTo>
                  <a:lnTo>
                    <a:pt x="496993" y="1117938"/>
                  </a:lnTo>
                  <a:lnTo>
                    <a:pt x="484614" y="1171421"/>
                  </a:lnTo>
                  <a:lnTo>
                    <a:pt x="470683" y="1221630"/>
                  </a:lnTo>
                  <a:lnTo>
                    <a:pt x="455294" y="1268301"/>
                  </a:lnTo>
                  <a:lnTo>
                    <a:pt x="438541" y="1311173"/>
                  </a:lnTo>
                  <a:lnTo>
                    <a:pt x="420518" y="1349983"/>
                  </a:lnTo>
                  <a:lnTo>
                    <a:pt x="401319" y="1384469"/>
                  </a:lnTo>
                  <a:lnTo>
                    <a:pt x="359770" y="1439421"/>
                  </a:lnTo>
                  <a:lnTo>
                    <a:pt x="314646" y="1473930"/>
                  </a:lnTo>
                  <a:lnTo>
                    <a:pt x="266700" y="1485900"/>
                  </a:lnTo>
                  <a:lnTo>
                    <a:pt x="242421" y="1482863"/>
                  </a:lnTo>
                  <a:lnTo>
                    <a:pt x="195791" y="1459362"/>
                  </a:lnTo>
                  <a:lnTo>
                    <a:pt x="152360" y="1414369"/>
                  </a:lnTo>
                  <a:lnTo>
                    <a:pt x="112881" y="1349983"/>
                  </a:lnTo>
                  <a:lnTo>
                    <a:pt x="94858" y="1311173"/>
                  </a:lnTo>
                  <a:lnTo>
                    <a:pt x="78105" y="1268301"/>
                  </a:lnTo>
                  <a:lnTo>
                    <a:pt x="62716" y="1221630"/>
                  </a:lnTo>
                  <a:lnTo>
                    <a:pt x="48785" y="1171421"/>
                  </a:lnTo>
                  <a:lnTo>
                    <a:pt x="36406" y="1117938"/>
                  </a:lnTo>
                  <a:lnTo>
                    <a:pt x="25674" y="1061442"/>
                  </a:lnTo>
                  <a:lnTo>
                    <a:pt x="16682" y="1002196"/>
                  </a:lnTo>
                  <a:lnTo>
                    <a:pt x="9524" y="940461"/>
                  </a:lnTo>
                  <a:lnTo>
                    <a:pt x="4296" y="876500"/>
                  </a:lnTo>
                  <a:lnTo>
                    <a:pt x="1089" y="810576"/>
                  </a:lnTo>
                  <a:lnTo>
                    <a:pt x="0" y="742950"/>
                  </a:lnTo>
                  <a:close/>
                </a:path>
              </a:pathLst>
            </a:custGeom>
            <a:ln w="25908">
              <a:solidFill>
                <a:srgbClr val="006FC0"/>
              </a:solidFill>
            </a:ln>
          </p:spPr>
          <p:txBody>
            <a:bodyPr wrap="square" lIns="0" tIns="0" rIns="0" bIns="0" rtlCol="0"/>
            <a:lstStyle/>
            <a:p>
              <a:endParaRPr/>
            </a:p>
          </p:txBody>
        </p:sp>
        <p:sp>
          <p:nvSpPr>
            <p:cNvPr id="9" name="object 9"/>
            <p:cNvSpPr/>
            <p:nvPr/>
          </p:nvSpPr>
          <p:spPr>
            <a:xfrm>
              <a:off x="4699761" y="5101844"/>
              <a:ext cx="942975" cy="696595"/>
            </a:xfrm>
            <a:custGeom>
              <a:avLst/>
              <a:gdLst/>
              <a:ahLst/>
              <a:cxnLst/>
              <a:rect l="l" t="t" r="r" b="b"/>
              <a:pathLst>
                <a:path w="942975" h="696595">
                  <a:moveTo>
                    <a:pt x="0" y="0"/>
                  </a:moveTo>
                  <a:lnTo>
                    <a:pt x="305308" y="335025"/>
                  </a:lnTo>
                  <a:lnTo>
                    <a:pt x="177800" y="335025"/>
                  </a:lnTo>
                  <a:lnTo>
                    <a:pt x="177800" y="696213"/>
                  </a:lnTo>
                  <a:lnTo>
                    <a:pt x="942848" y="696213"/>
                  </a:lnTo>
                  <a:lnTo>
                    <a:pt x="942848" y="335025"/>
                  </a:lnTo>
                  <a:lnTo>
                    <a:pt x="496570" y="335025"/>
                  </a:lnTo>
                  <a:lnTo>
                    <a:pt x="0" y="0"/>
                  </a:lnTo>
                  <a:close/>
                </a:path>
              </a:pathLst>
            </a:custGeom>
            <a:solidFill>
              <a:srgbClr val="FFFFFF"/>
            </a:solidFill>
          </p:spPr>
          <p:txBody>
            <a:bodyPr wrap="square" lIns="0" tIns="0" rIns="0" bIns="0" rtlCol="0"/>
            <a:lstStyle/>
            <a:p>
              <a:endParaRPr/>
            </a:p>
          </p:txBody>
        </p:sp>
        <p:sp>
          <p:nvSpPr>
            <p:cNvPr id="10" name="object 10"/>
            <p:cNvSpPr/>
            <p:nvPr/>
          </p:nvSpPr>
          <p:spPr>
            <a:xfrm>
              <a:off x="4699761" y="5101844"/>
              <a:ext cx="942975" cy="696595"/>
            </a:xfrm>
            <a:custGeom>
              <a:avLst/>
              <a:gdLst/>
              <a:ahLst/>
              <a:cxnLst/>
              <a:rect l="l" t="t" r="r" b="b"/>
              <a:pathLst>
                <a:path w="942975" h="696595">
                  <a:moveTo>
                    <a:pt x="177800" y="335025"/>
                  </a:moveTo>
                  <a:lnTo>
                    <a:pt x="305308" y="335025"/>
                  </a:lnTo>
                  <a:lnTo>
                    <a:pt x="0" y="0"/>
                  </a:lnTo>
                  <a:lnTo>
                    <a:pt x="496570" y="335025"/>
                  </a:lnTo>
                  <a:lnTo>
                    <a:pt x="942848" y="335025"/>
                  </a:lnTo>
                  <a:lnTo>
                    <a:pt x="942848" y="395223"/>
                  </a:lnTo>
                  <a:lnTo>
                    <a:pt x="942848" y="485520"/>
                  </a:lnTo>
                  <a:lnTo>
                    <a:pt x="942848" y="696213"/>
                  </a:lnTo>
                  <a:lnTo>
                    <a:pt x="496570" y="696213"/>
                  </a:lnTo>
                  <a:lnTo>
                    <a:pt x="305308" y="696213"/>
                  </a:lnTo>
                  <a:lnTo>
                    <a:pt x="177800" y="696213"/>
                  </a:lnTo>
                  <a:lnTo>
                    <a:pt x="177800" y="485520"/>
                  </a:lnTo>
                  <a:lnTo>
                    <a:pt x="177800" y="395223"/>
                  </a:lnTo>
                  <a:lnTo>
                    <a:pt x="177800" y="335025"/>
                  </a:lnTo>
                  <a:close/>
                </a:path>
              </a:pathLst>
            </a:custGeom>
            <a:ln w="25908">
              <a:solidFill>
                <a:srgbClr val="000000"/>
              </a:solidFill>
            </a:ln>
          </p:spPr>
          <p:txBody>
            <a:bodyPr wrap="square" lIns="0" tIns="0" rIns="0" bIns="0" rtlCol="0"/>
            <a:lstStyle/>
            <a:p>
              <a:endParaRPr/>
            </a:p>
          </p:txBody>
        </p:sp>
      </p:grpSp>
      <p:sp>
        <p:nvSpPr>
          <p:cNvPr id="11" name="object 11"/>
          <p:cNvSpPr txBox="1"/>
          <p:nvPr/>
        </p:nvSpPr>
        <p:spPr>
          <a:xfrm>
            <a:off x="1623186" y="5452973"/>
            <a:ext cx="3718560" cy="1100455"/>
          </a:xfrm>
          <a:prstGeom prst="rect">
            <a:avLst/>
          </a:prstGeom>
        </p:spPr>
        <p:txBody>
          <a:bodyPr vert="horz" wrap="square" lIns="0" tIns="12700" rIns="0" bIns="0" rtlCol="0">
            <a:spAutoFit/>
          </a:bodyPr>
          <a:lstStyle/>
          <a:p>
            <a:pPr marR="5080" algn="r">
              <a:lnSpc>
                <a:spcPct val="100000"/>
              </a:lnSpc>
              <a:spcBef>
                <a:spcPts val="100"/>
              </a:spcBef>
            </a:pPr>
            <a:r>
              <a:rPr sz="1800" b="1" spc="-50" dirty="0">
                <a:latin typeface="Calibri"/>
                <a:cs typeface="Calibri"/>
              </a:rPr>
              <a:t>A</a:t>
            </a:r>
            <a:endParaRPr sz="1800">
              <a:latin typeface="Calibri"/>
              <a:cs typeface="Calibri"/>
            </a:endParaRPr>
          </a:p>
          <a:p>
            <a:pPr marL="820419" marR="1503045" indent="-807720">
              <a:lnSpc>
                <a:spcPct val="100000"/>
              </a:lnSpc>
              <a:spcBef>
                <a:spcPts val="1500"/>
              </a:spcBef>
            </a:pPr>
            <a:r>
              <a:rPr sz="2000" b="1" dirty="0">
                <a:latin typeface="Calibri"/>
                <a:cs typeface="Calibri"/>
              </a:rPr>
              <a:t>B</a:t>
            </a:r>
            <a:r>
              <a:rPr sz="2000" b="1" spc="-5" dirty="0">
                <a:latin typeface="Calibri"/>
                <a:cs typeface="Calibri"/>
              </a:rPr>
              <a:t> </a:t>
            </a:r>
            <a:r>
              <a:rPr sz="2000" b="1" dirty="0">
                <a:latin typeface="Calibri"/>
                <a:cs typeface="Calibri"/>
              </a:rPr>
              <a:t>=</a:t>
            </a:r>
            <a:r>
              <a:rPr sz="2000" b="1" spc="-15" dirty="0">
                <a:latin typeface="Calibri"/>
                <a:cs typeface="Calibri"/>
              </a:rPr>
              <a:t> </a:t>
            </a:r>
            <a:r>
              <a:rPr sz="2000" b="1" dirty="0">
                <a:latin typeface="Calibri"/>
                <a:cs typeface="Calibri"/>
              </a:rPr>
              <a:t>Chặn</a:t>
            </a:r>
            <a:r>
              <a:rPr sz="2000" b="1" spc="-5" dirty="0">
                <a:latin typeface="Calibri"/>
                <a:cs typeface="Calibri"/>
              </a:rPr>
              <a:t> </a:t>
            </a:r>
            <a:r>
              <a:rPr sz="2000" b="1" dirty="0">
                <a:latin typeface="Calibri"/>
                <a:cs typeface="Calibri"/>
              </a:rPr>
              <a:t>dưới</a:t>
            </a:r>
            <a:r>
              <a:rPr sz="2000" b="1" spc="-25" dirty="0">
                <a:latin typeface="Calibri"/>
                <a:cs typeface="Calibri"/>
              </a:rPr>
              <a:t> </a:t>
            </a:r>
            <a:r>
              <a:rPr sz="2000" b="1" spc="-20" dirty="0">
                <a:latin typeface="Calibri"/>
                <a:cs typeface="Calibri"/>
              </a:rPr>
              <a:t>chung </a:t>
            </a:r>
            <a:r>
              <a:rPr sz="2000" b="1" dirty="0">
                <a:latin typeface="Calibri"/>
                <a:cs typeface="Calibri"/>
              </a:rPr>
              <a:t>của</a:t>
            </a:r>
            <a:r>
              <a:rPr sz="2000" b="1" spc="-25" dirty="0">
                <a:latin typeface="Calibri"/>
                <a:cs typeface="Calibri"/>
              </a:rPr>
              <a:t> </a:t>
            </a:r>
            <a:r>
              <a:rPr sz="2000" b="1" spc="-50" dirty="0">
                <a:latin typeface="Calibri"/>
                <a:cs typeface="Calibri"/>
              </a:rPr>
              <a:t>A</a:t>
            </a:r>
            <a:endParaRPr sz="2000">
              <a:latin typeface="Calibri"/>
              <a:cs typeface="Calibri"/>
            </a:endParaRPr>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b="1" dirty="0">
                <a:latin typeface="Calibri"/>
                <a:cs typeface="Calibri"/>
              </a:rPr>
              <a:t>Ví</a:t>
            </a:r>
            <a:r>
              <a:rPr b="1" spc="-5" dirty="0">
                <a:latin typeface="Calibri"/>
                <a:cs typeface="Calibri"/>
              </a:rPr>
              <a:t> </a:t>
            </a:r>
            <a:r>
              <a:rPr b="1" dirty="0">
                <a:latin typeface="Calibri"/>
                <a:cs typeface="Calibri"/>
              </a:rPr>
              <a:t>dụ 2</a:t>
            </a:r>
            <a:r>
              <a:rPr b="1" spc="5" dirty="0">
                <a:latin typeface="Calibri"/>
                <a:cs typeface="Calibri"/>
              </a:rPr>
              <a:t> </a:t>
            </a:r>
            <a:r>
              <a:rPr b="1" spc="-50" dirty="0">
                <a:latin typeface="Calibri"/>
                <a:cs typeface="Calibri"/>
              </a:rPr>
              <a:t>:</a:t>
            </a:r>
          </a:p>
        </p:txBody>
      </p:sp>
      <p:sp>
        <p:nvSpPr>
          <p:cNvPr id="3" name="object 3"/>
          <p:cNvSpPr/>
          <p:nvPr/>
        </p:nvSpPr>
        <p:spPr>
          <a:xfrm>
            <a:off x="3810761" y="1067561"/>
            <a:ext cx="1752600" cy="1351280"/>
          </a:xfrm>
          <a:custGeom>
            <a:avLst/>
            <a:gdLst/>
            <a:ahLst/>
            <a:cxnLst/>
            <a:rect l="l" t="t" r="r" b="b"/>
            <a:pathLst>
              <a:path w="1752600" h="1351280">
                <a:moveTo>
                  <a:pt x="0" y="0"/>
                </a:moveTo>
                <a:lnTo>
                  <a:pt x="292100" y="0"/>
                </a:lnTo>
                <a:lnTo>
                  <a:pt x="730250" y="0"/>
                </a:lnTo>
                <a:lnTo>
                  <a:pt x="1752600" y="0"/>
                </a:lnTo>
                <a:lnTo>
                  <a:pt x="1752600" y="355600"/>
                </a:lnTo>
                <a:lnTo>
                  <a:pt x="1752600" y="508000"/>
                </a:lnTo>
                <a:lnTo>
                  <a:pt x="1752600" y="609600"/>
                </a:lnTo>
                <a:lnTo>
                  <a:pt x="730250" y="609600"/>
                </a:lnTo>
                <a:lnTo>
                  <a:pt x="694054" y="1350772"/>
                </a:lnTo>
                <a:lnTo>
                  <a:pt x="292100" y="609600"/>
                </a:lnTo>
                <a:lnTo>
                  <a:pt x="0" y="609600"/>
                </a:lnTo>
                <a:lnTo>
                  <a:pt x="0" y="508000"/>
                </a:lnTo>
                <a:lnTo>
                  <a:pt x="0" y="355600"/>
                </a:lnTo>
                <a:lnTo>
                  <a:pt x="0" y="0"/>
                </a:lnTo>
                <a:close/>
              </a:path>
            </a:pathLst>
          </a:custGeom>
          <a:ln w="25908">
            <a:solidFill>
              <a:srgbClr val="000000"/>
            </a:solidFill>
          </a:ln>
        </p:spPr>
        <p:txBody>
          <a:bodyPr wrap="square" lIns="0" tIns="0" rIns="0" bIns="0" rtlCol="0"/>
          <a:lstStyle/>
          <a:p>
            <a:endParaRPr/>
          </a:p>
        </p:txBody>
      </p:sp>
      <p:sp>
        <p:nvSpPr>
          <p:cNvPr id="4" name="object 4"/>
          <p:cNvSpPr txBox="1"/>
          <p:nvPr/>
        </p:nvSpPr>
        <p:spPr>
          <a:xfrm>
            <a:off x="4605020" y="1206753"/>
            <a:ext cx="16446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Calibri"/>
                <a:cs typeface="Calibri"/>
              </a:rPr>
              <a:t>A</a:t>
            </a:r>
            <a:endParaRPr sz="1800">
              <a:latin typeface="Calibri"/>
              <a:cs typeface="Calibri"/>
            </a:endParaRPr>
          </a:p>
        </p:txBody>
      </p:sp>
      <p:sp>
        <p:nvSpPr>
          <p:cNvPr id="5" name="object 5"/>
          <p:cNvSpPr/>
          <p:nvPr/>
        </p:nvSpPr>
        <p:spPr>
          <a:xfrm>
            <a:off x="2876295" y="4220845"/>
            <a:ext cx="3754120" cy="1876425"/>
          </a:xfrm>
          <a:custGeom>
            <a:avLst/>
            <a:gdLst/>
            <a:ahLst/>
            <a:cxnLst/>
            <a:rect l="l" t="t" r="r" b="b"/>
            <a:pathLst>
              <a:path w="3754120" h="1876425">
                <a:moveTo>
                  <a:pt x="1239266" y="656716"/>
                </a:moveTo>
                <a:lnTo>
                  <a:pt x="1658366" y="656716"/>
                </a:lnTo>
                <a:lnTo>
                  <a:pt x="0" y="0"/>
                </a:lnTo>
                <a:lnTo>
                  <a:pt x="2287016" y="656716"/>
                </a:lnTo>
                <a:lnTo>
                  <a:pt x="3753865" y="656716"/>
                </a:lnTo>
                <a:lnTo>
                  <a:pt x="3753865" y="859916"/>
                </a:lnTo>
                <a:lnTo>
                  <a:pt x="3753865" y="1164716"/>
                </a:lnTo>
                <a:lnTo>
                  <a:pt x="3753865" y="1875916"/>
                </a:lnTo>
                <a:lnTo>
                  <a:pt x="2287016" y="1875916"/>
                </a:lnTo>
                <a:lnTo>
                  <a:pt x="1658366" y="1875916"/>
                </a:lnTo>
                <a:lnTo>
                  <a:pt x="1239266" y="1875916"/>
                </a:lnTo>
                <a:lnTo>
                  <a:pt x="1239266" y="1164716"/>
                </a:lnTo>
                <a:lnTo>
                  <a:pt x="1239266" y="859916"/>
                </a:lnTo>
                <a:lnTo>
                  <a:pt x="1239266" y="656716"/>
                </a:lnTo>
                <a:close/>
              </a:path>
            </a:pathLst>
          </a:custGeom>
          <a:ln w="25907">
            <a:solidFill>
              <a:srgbClr val="000000"/>
            </a:solidFill>
          </a:ln>
        </p:spPr>
        <p:txBody>
          <a:bodyPr wrap="square" lIns="0" tIns="0" rIns="0" bIns="0" rtlCol="0"/>
          <a:lstStyle/>
          <a:p>
            <a:endParaRPr/>
          </a:p>
        </p:txBody>
      </p:sp>
      <p:sp>
        <p:nvSpPr>
          <p:cNvPr id="6" name="object 6"/>
          <p:cNvSpPr txBox="1"/>
          <p:nvPr/>
        </p:nvSpPr>
        <p:spPr>
          <a:xfrm>
            <a:off x="4423664" y="5074158"/>
            <a:ext cx="1895475" cy="786765"/>
          </a:xfrm>
          <a:prstGeom prst="rect">
            <a:avLst/>
          </a:prstGeom>
        </p:spPr>
        <p:txBody>
          <a:bodyPr vert="horz" wrap="square" lIns="0" tIns="12065" rIns="0" bIns="0" rtlCol="0">
            <a:spAutoFit/>
          </a:bodyPr>
          <a:lstStyle/>
          <a:p>
            <a:pPr marL="154305" marR="5080" indent="-142240">
              <a:lnSpc>
                <a:spcPct val="100000"/>
              </a:lnSpc>
              <a:spcBef>
                <a:spcPts val="95"/>
              </a:spcBef>
            </a:pPr>
            <a:r>
              <a:rPr sz="2500" b="1" dirty="0">
                <a:latin typeface="Calibri"/>
                <a:cs typeface="Calibri"/>
              </a:rPr>
              <a:t>B</a:t>
            </a:r>
            <a:r>
              <a:rPr sz="2500" b="1" spc="-30" dirty="0">
                <a:latin typeface="Calibri"/>
                <a:cs typeface="Calibri"/>
              </a:rPr>
              <a:t> </a:t>
            </a:r>
            <a:r>
              <a:rPr sz="2500" b="1" dirty="0">
                <a:latin typeface="Calibri"/>
                <a:cs typeface="Calibri"/>
              </a:rPr>
              <a:t>=</a:t>
            </a:r>
            <a:r>
              <a:rPr sz="2500" b="1" spc="-25" dirty="0">
                <a:latin typeface="Calibri"/>
                <a:cs typeface="Calibri"/>
              </a:rPr>
              <a:t> </a:t>
            </a:r>
            <a:r>
              <a:rPr sz="2500" b="1" dirty="0">
                <a:latin typeface="Calibri"/>
                <a:cs typeface="Calibri"/>
              </a:rPr>
              <a:t>Chặn</a:t>
            </a:r>
            <a:r>
              <a:rPr sz="2500" b="1" spc="-35" dirty="0">
                <a:latin typeface="Calibri"/>
                <a:cs typeface="Calibri"/>
              </a:rPr>
              <a:t> </a:t>
            </a:r>
            <a:r>
              <a:rPr sz="2500" b="1" spc="-20" dirty="0">
                <a:latin typeface="Calibri"/>
                <a:cs typeface="Calibri"/>
              </a:rPr>
              <a:t>dưới </a:t>
            </a:r>
            <a:r>
              <a:rPr sz="2500" b="1" dirty="0">
                <a:latin typeface="Calibri"/>
                <a:cs typeface="Calibri"/>
              </a:rPr>
              <a:t>chung</a:t>
            </a:r>
            <a:r>
              <a:rPr sz="2500" b="1" spc="-60" dirty="0">
                <a:latin typeface="Calibri"/>
                <a:cs typeface="Calibri"/>
              </a:rPr>
              <a:t> </a:t>
            </a:r>
            <a:r>
              <a:rPr sz="2500" b="1" dirty="0">
                <a:latin typeface="Calibri"/>
                <a:cs typeface="Calibri"/>
              </a:rPr>
              <a:t>của</a:t>
            </a:r>
            <a:r>
              <a:rPr sz="2500" b="1" spc="-55" dirty="0">
                <a:latin typeface="Calibri"/>
                <a:cs typeface="Calibri"/>
              </a:rPr>
              <a:t> </a:t>
            </a:r>
            <a:r>
              <a:rPr sz="2500" b="1" spc="-50" dirty="0">
                <a:latin typeface="Calibri"/>
                <a:cs typeface="Calibri"/>
              </a:rPr>
              <a:t>A</a:t>
            </a:r>
            <a:endParaRPr sz="2500">
              <a:latin typeface="Calibri"/>
              <a:cs typeface="Calibri"/>
            </a:endParaRPr>
          </a:p>
        </p:txBody>
      </p:sp>
      <p:grpSp>
        <p:nvGrpSpPr>
          <p:cNvPr id="7" name="object 7"/>
          <p:cNvGrpSpPr/>
          <p:nvPr/>
        </p:nvGrpSpPr>
        <p:grpSpPr>
          <a:xfrm>
            <a:off x="440436" y="2264664"/>
            <a:ext cx="7380605" cy="2007235"/>
            <a:chOff x="440436" y="2264664"/>
            <a:chExt cx="7380605" cy="2007235"/>
          </a:xfrm>
        </p:grpSpPr>
        <p:pic>
          <p:nvPicPr>
            <p:cNvPr id="8" name="object 8"/>
            <p:cNvPicPr/>
            <p:nvPr/>
          </p:nvPicPr>
          <p:blipFill>
            <a:blip r:embed="rId2" cstate="print"/>
            <a:stretch>
              <a:fillRect/>
            </a:stretch>
          </p:blipFill>
          <p:spPr>
            <a:xfrm>
              <a:off x="1057290" y="2581308"/>
              <a:ext cx="6763479" cy="1343705"/>
            </a:xfrm>
            <a:prstGeom prst="rect">
              <a:avLst/>
            </a:prstGeom>
          </p:spPr>
        </p:pic>
        <p:sp>
          <p:nvSpPr>
            <p:cNvPr id="9" name="object 9"/>
            <p:cNvSpPr/>
            <p:nvPr/>
          </p:nvSpPr>
          <p:spPr>
            <a:xfrm>
              <a:off x="3505962" y="2362962"/>
              <a:ext cx="1981200" cy="1828800"/>
            </a:xfrm>
            <a:custGeom>
              <a:avLst/>
              <a:gdLst/>
              <a:ahLst/>
              <a:cxnLst/>
              <a:rect l="l" t="t" r="r" b="b"/>
              <a:pathLst>
                <a:path w="1981200" h="1828800">
                  <a:moveTo>
                    <a:pt x="0" y="914400"/>
                  </a:moveTo>
                  <a:lnTo>
                    <a:pt x="1212" y="868767"/>
                  </a:lnTo>
                  <a:lnTo>
                    <a:pt x="4811" y="823712"/>
                  </a:lnTo>
                  <a:lnTo>
                    <a:pt x="10740" y="779289"/>
                  </a:lnTo>
                  <a:lnTo>
                    <a:pt x="18942" y="735549"/>
                  </a:lnTo>
                  <a:lnTo>
                    <a:pt x="29360" y="692545"/>
                  </a:lnTo>
                  <a:lnTo>
                    <a:pt x="41939" y="650330"/>
                  </a:lnTo>
                  <a:lnTo>
                    <a:pt x="56620" y="608955"/>
                  </a:lnTo>
                  <a:lnTo>
                    <a:pt x="73348" y="568473"/>
                  </a:lnTo>
                  <a:lnTo>
                    <a:pt x="92065" y="528936"/>
                  </a:lnTo>
                  <a:lnTo>
                    <a:pt x="112715" y="490398"/>
                  </a:lnTo>
                  <a:lnTo>
                    <a:pt x="135240" y="452910"/>
                  </a:lnTo>
                  <a:lnTo>
                    <a:pt x="159586" y="416524"/>
                  </a:lnTo>
                  <a:lnTo>
                    <a:pt x="185693" y="381294"/>
                  </a:lnTo>
                  <a:lnTo>
                    <a:pt x="213507" y="347272"/>
                  </a:lnTo>
                  <a:lnTo>
                    <a:pt x="242969" y="314509"/>
                  </a:lnTo>
                  <a:lnTo>
                    <a:pt x="274024" y="283059"/>
                  </a:lnTo>
                  <a:lnTo>
                    <a:pt x="306615" y="252974"/>
                  </a:lnTo>
                  <a:lnTo>
                    <a:pt x="340684" y="224306"/>
                  </a:lnTo>
                  <a:lnTo>
                    <a:pt x="376175" y="197107"/>
                  </a:lnTo>
                  <a:lnTo>
                    <a:pt x="413032" y="171431"/>
                  </a:lnTo>
                  <a:lnTo>
                    <a:pt x="451197" y="147329"/>
                  </a:lnTo>
                  <a:lnTo>
                    <a:pt x="490615" y="124855"/>
                  </a:lnTo>
                  <a:lnTo>
                    <a:pt x="531227" y="104059"/>
                  </a:lnTo>
                  <a:lnTo>
                    <a:pt x="572978" y="84995"/>
                  </a:lnTo>
                  <a:lnTo>
                    <a:pt x="615810" y="67716"/>
                  </a:lnTo>
                  <a:lnTo>
                    <a:pt x="659667" y="52273"/>
                  </a:lnTo>
                  <a:lnTo>
                    <a:pt x="704493" y="38719"/>
                  </a:lnTo>
                  <a:lnTo>
                    <a:pt x="750230" y="27106"/>
                  </a:lnTo>
                  <a:lnTo>
                    <a:pt x="796821" y="17488"/>
                  </a:lnTo>
                  <a:lnTo>
                    <a:pt x="844211" y="9915"/>
                  </a:lnTo>
                  <a:lnTo>
                    <a:pt x="892341" y="4441"/>
                  </a:lnTo>
                  <a:lnTo>
                    <a:pt x="941157" y="1119"/>
                  </a:lnTo>
                  <a:lnTo>
                    <a:pt x="990600" y="0"/>
                  </a:lnTo>
                  <a:lnTo>
                    <a:pt x="1040042" y="1119"/>
                  </a:lnTo>
                  <a:lnTo>
                    <a:pt x="1088858" y="4441"/>
                  </a:lnTo>
                  <a:lnTo>
                    <a:pt x="1136988" y="9915"/>
                  </a:lnTo>
                  <a:lnTo>
                    <a:pt x="1184378" y="17488"/>
                  </a:lnTo>
                  <a:lnTo>
                    <a:pt x="1230969" y="27106"/>
                  </a:lnTo>
                  <a:lnTo>
                    <a:pt x="1276706" y="38719"/>
                  </a:lnTo>
                  <a:lnTo>
                    <a:pt x="1321532" y="52273"/>
                  </a:lnTo>
                  <a:lnTo>
                    <a:pt x="1365389" y="67716"/>
                  </a:lnTo>
                  <a:lnTo>
                    <a:pt x="1408221" y="84995"/>
                  </a:lnTo>
                  <a:lnTo>
                    <a:pt x="1449972" y="104059"/>
                  </a:lnTo>
                  <a:lnTo>
                    <a:pt x="1490584" y="124855"/>
                  </a:lnTo>
                  <a:lnTo>
                    <a:pt x="1530002" y="147329"/>
                  </a:lnTo>
                  <a:lnTo>
                    <a:pt x="1568167" y="171431"/>
                  </a:lnTo>
                  <a:lnTo>
                    <a:pt x="1605024" y="197107"/>
                  </a:lnTo>
                  <a:lnTo>
                    <a:pt x="1640515" y="224306"/>
                  </a:lnTo>
                  <a:lnTo>
                    <a:pt x="1674584" y="252974"/>
                  </a:lnTo>
                  <a:lnTo>
                    <a:pt x="1707175" y="283059"/>
                  </a:lnTo>
                  <a:lnTo>
                    <a:pt x="1738230" y="314509"/>
                  </a:lnTo>
                  <a:lnTo>
                    <a:pt x="1767692" y="347272"/>
                  </a:lnTo>
                  <a:lnTo>
                    <a:pt x="1795506" y="381294"/>
                  </a:lnTo>
                  <a:lnTo>
                    <a:pt x="1821613" y="416524"/>
                  </a:lnTo>
                  <a:lnTo>
                    <a:pt x="1845959" y="452910"/>
                  </a:lnTo>
                  <a:lnTo>
                    <a:pt x="1868484" y="490398"/>
                  </a:lnTo>
                  <a:lnTo>
                    <a:pt x="1889134" y="528936"/>
                  </a:lnTo>
                  <a:lnTo>
                    <a:pt x="1907851" y="568473"/>
                  </a:lnTo>
                  <a:lnTo>
                    <a:pt x="1924579" y="608955"/>
                  </a:lnTo>
                  <a:lnTo>
                    <a:pt x="1939260" y="650330"/>
                  </a:lnTo>
                  <a:lnTo>
                    <a:pt x="1951839" y="692545"/>
                  </a:lnTo>
                  <a:lnTo>
                    <a:pt x="1962257" y="735549"/>
                  </a:lnTo>
                  <a:lnTo>
                    <a:pt x="1970459" y="779289"/>
                  </a:lnTo>
                  <a:lnTo>
                    <a:pt x="1976388" y="823712"/>
                  </a:lnTo>
                  <a:lnTo>
                    <a:pt x="1979987" y="868767"/>
                  </a:lnTo>
                  <a:lnTo>
                    <a:pt x="1981200" y="914400"/>
                  </a:lnTo>
                  <a:lnTo>
                    <a:pt x="1979987" y="960032"/>
                  </a:lnTo>
                  <a:lnTo>
                    <a:pt x="1976388" y="1005087"/>
                  </a:lnTo>
                  <a:lnTo>
                    <a:pt x="1970459" y="1049510"/>
                  </a:lnTo>
                  <a:lnTo>
                    <a:pt x="1962257" y="1093250"/>
                  </a:lnTo>
                  <a:lnTo>
                    <a:pt x="1951839" y="1136254"/>
                  </a:lnTo>
                  <a:lnTo>
                    <a:pt x="1939260" y="1178469"/>
                  </a:lnTo>
                  <a:lnTo>
                    <a:pt x="1924579" y="1219844"/>
                  </a:lnTo>
                  <a:lnTo>
                    <a:pt x="1907851" y="1260326"/>
                  </a:lnTo>
                  <a:lnTo>
                    <a:pt x="1889134" y="1299863"/>
                  </a:lnTo>
                  <a:lnTo>
                    <a:pt x="1868484" y="1338401"/>
                  </a:lnTo>
                  <a:lnTo>
                    <a:pt x="1845959" y="1375889"/>
                  </a:lnTo>
                  <a:lnTo>
                    <a:pt x="1821613" y="1412275"/>
                  </a:lnTo>
                  <a:lnTo>
                    <a:pt x="1795506" y="1447505"/>
                  </a:lnTo>
                  <a:lnTo>
                    <a:pt x="1767692" y="1481527"/>
                  </a:lnTo>
                  <a:lnTo>
                    <a:pt x="1738230" y="1514290"/>
                  </a:lnTo>
                  <a:lnTo>
                    <a:pt x="1707175" y="1545740"/>
                  </a:lnTo>
                  <a:lnTo>
                    <a:pt x="1674584" y="1575825"/>
                  </a:lnTo>
                  <a:lnTo>
                    <a:pt x="1640515" y="1604493"/>
                  </a:lnTo>
                  <a:lnTo>
                    <a:pt x="1605024" y="1631692"/>
                  </a:lnTo>
                  <a:lnTo>
                    <a:pt x="1568167" y="1657368"/>
                  </a:lnTo>
                  <a:lnTo>
                    <a:pt x="1530002" y="1681470"/>
                  </a:lnTo>
                  <a:lnTo>
                    <a:pt x="1490584" y="1703944"/>
                  </a:lnTo>
                  <a:lnTo>
                    <a:pt x="1449972" y="1724740"/>
                  </a:lnTo>
                  <a:lnTo>
                    <a:pt x="1408221" y="1743804"/>
                  </a:lnTo>
                  <a:lnTo>
                    <a:pt x="1365389" y="1761083"/>
                  </a:lnTo>
                  <a:lnTo>
                    <a:pt x="1321532" y="1776526"/>
                  </a:lnTo>
                  <a:lnTo>
                    <a:pt x="1276706" y="1790080"/>
                  </a:lnTo>
                  <a:lnTo>
                    <a:pt x="1230969" y="1801693"/>
                  </a:lnTo>
                  <a:lnTo>
                    <a:pt x="1184378" y="1811311"/>
                  </a:lnTo>
                  <a:lnTo>
                    <a:pt x="1136988" y="1818884"/>
                  </a:lnTo>
                  <a:lnTo>
                    <a:pt x="1088858" y="1824358"/>
                  </a:lnTo>
                  <a:lnTo>
                    <a:pt x="1040042" y="1827680"/>
                  </a:lnTo>
                  <a:lnTo>
                    <a:pt x="990600" y="1828800"/>
                  </a:lnTo>
                  <a:lnTo>
                    <a:pt x="941157" y="1827680"/>
                  </a:lnTo>
                  <a:lnTo>
                    <a:pt x="892341" y="1824358"/>
                  </a:lnTo>
                  <a:lnTo>
                    <a:pt x="844211" y="1818884"/>
                  </a:lnTo>
                  <a:lnTo>
                    <a:pt x="796821" y="1811311"/>
                  </a:lnTo>
                  <a:lnTo>
                    <a:pt x="750230" y="1801693"/>
                  </a:lnTo>
                  <a:lnTo>
                    <a:pt x="704493" y="1790080"/>
                  </a:lnTo>
                  <a:lnTo>
                    <a:pt x="659667" y="1776526"/>
                  </a:lnTo>
                  <a:lnTo>
                    <a:pt x="615810" y="1761083"/>
                  </a:lnTo>
                  <a:lnTo>
                    <a:pt x="572978" y="1743804"/>
                  </a:lnTo>
                  <a:lnTo>
                    <a:pt x="531227" y="1724740"/>
                  </a:lnTo>
                  <a:lnTo>
                    <a:pt x="490615" y="1703944"/>
                  </a:lnTo>
                  <a:lnTo>
                    <a:pt x="451197" y="1681470"/>
                  </a:lnTo>
                  <a:lnTo>
                    <a:pt x="413032" y="1657368"/>
                  </a:lnTo>
                  <a:lnTo>
                    <a:pt x="376175" y="1631692"/>
                  </a:lnTo>
                  <a:lnTo>
                    <a:pt x="340684" y="1604493"/>
                  </a:lnTo>
                  <a:lnTo>
                    <a:pt x="306615" y="1575825"/>
                  </a:lnTo>
                  <a:lnTo>
                    <a:pt x="274024" y="1545740"/>
                  </a:lnTo>
                  <a:lnTo>
                    <a:pt x="242969" y="1514290"/>
                  </a:lnTo>
                  <a:lnTo>
                    <a:pt x="213507" y="1481527"/>
                  </a:lnTo>
                  <a:lnTo>
                    <a:pt x="185693" y="1447505"/>
                  </a:lnTo>
                  <a:lnTo>
                    <a:pt x="159586" y="1412275"/>
                  </a:lnTo>
                  <a:lnTo>
                    <a:pt x="135240" y="1375889"/>
                  </a:lnTo>
                  <a:lnTo>
                    <a:pt x="112715" y="1338401"/>
                  </a:lnTo>
                  <a:lnTo>
                    <a:pt x="92065" y="1299863"/>
                  </a:lnTo>
                  <a:lnTo>
                    <a:pt x="73348" y="1260326"/>
                  </a:lnTo>
                  <a:lnTo>
                    <a:pt x="56620" y="1219844"/>
                  </a:lnTo>
                  <a:lnTo>
                    <a:pt x="41939" y="1178469"/>
                  </a:lnTo>
                  <a:lnTo>
                    <a:pt x="29360" y="1136254"/>
                  </a:lnTo>
                  <a:lnTo>
                    <a:pt x="18942" y="1093250"/>
                  </a:lnTo>
                  <a:lnTo>
                    <a:pt x="10740" y="1049510"/>
                  </a:lnTo>
                  <a:lnTo>
                    <a:pt x="4811" y="1005087"/>
                  </a:lnTo>
                  <a:lnTo>
                    <a:pt x="1212" y="960032"/>
                  </a:lnTo>
                  <a:lnTo>
                    <a:pt x="0" y="914400"/>
                  </a:lnTo>
                  <a:close/>
                </a:path>
              </a:pathLst>
            </a:custGeom>
            <a:ln w="25908">
              <a:solidFill>
                <a:srgbClr val="000000"/>
              </a:solidFill>
            </a:ln>
          </p:spPr>
          <p:txBody>
            <a:bodyPr wrap="square" lIns="0" tIns="0" rIns="0" bIns="0" rtlCol="0"/>
            <a:lstStyle/>
            <a:p>
              <a:endParaRPr/>
            </a:p>
          </p:txBody>
        </p:sp>
        <p:sp>
          <p:nvSpPr>
            <p:cNvPr id="10" name="object 10"/>
            <p:cNvSpPr/>
            <p:nvPr/>
          </p:nvSpPr>
          <p:spPr>
            <a:xfrm>
              <a:off x="453390" y="2277618"/>
              <a:ext cx="3390900" cy="1981200"/>
            </a:xfrm>
            <a:custGeom>
              <a:avLst/>
              <a:gdLst/>
              <a:ahLst/>
              <a:cxnLst/>
              <a:rect l="l" t="t" r="r" b="b"/>
              <a:pathLst>
                <a:path w="3390900" h="1981200">
                  <a:moveTo>
                    <a:pt x="0" y="990600"/>
                  </a:moveTo>
                  <a:lnTo>
                    <a:pt x="4078" y="921344"/>
                  </a:lnTo>
                  <a:lnTo>
                    <a:pt x="16135" y="853372"/>
                  </a:lnTo>
                  <a:lnTo>
                    <a:pt x="35901" y="786839"/>
                  </a:lnTo>
                  <a:lnTo>
                    <a:pt x="63107" y="721904"/>
                  </a:lnTo>
                  <a:lnTo>
                    <a:pt x="97485" y="658724"/>
                  </a:lnTo>
                  <a:lnTo>
                    <a:pt x="138765" y="597455"/>
                  </a:lnTo>
                  <a:lnTo>
                    <a:pt x="186678" y="538255"/>
                  </a:lnTo>
                  <a:lnTo>
                    <a:pt x="213038" y="509479"/>
                  </a:lnTo>
                  <a:lnTo>
                    <a:pt x="240955" y="481280"/>
                  </a:lnTo>
                  <a:lnTo>
                    <a:pt x="270396" y="453677"/>
                  </a:lnTo>
                  <a:lnTo>
                    <a:pt x="301328" y="426688"/>
                  </a:lnTo>
                  <a:lnTo>
                    <a:pt x="333716" y="400335"/>
                  </a:lnTo>
                  <a:lnTo>
                    <a:pt x="367527" y="374637"/>
                  </a:lnTo>
                  <a:lnTo>
                    <a:pt x="402727" y="349613"/>
                  </a:lnTo>
                  <a:lnTo>
                    <a:pt x="439283" y="325282"/>
                  </a:lnTo>
                  <a:lnTo>
                    <a:pt x="477161" y="301666"/>
                  </a:lnTo>
                  <a:lnTo>
                    <a:pt x="516328" y="278782"/>
                  </a:lnTo>
                  <a:lnTo>
                    <a:pt x="556749" y="256651"/>
                  </a:lnTo>
                  <a:lnTo>
                    <a:pt x="598392" y="235293"/>
                  </a:lnTo>
                  <a:lnTo>
                    <a:pt x="641222" y="214727"/>
                  </a:lnTo>
                  <a:lnTo>
                    <a:pt x="685206" y="194973"/>
                  </a:lnTo>
                  <a:lnTo>
                    <a:pt x="730311" y="176050"/>
                  </a:lnTo>
                  <a:lnTo>
                    <a:pt x="776503" y="157978"/>
                  </a:lnTo>
                  <a:lnTo>
                    <a:pt x="823747" y="140777"/>
                  </a:lnTo>
                  <a:lnTo>
                    <a:pt x="872011" y="124466"/>
                  </a:lnTo>
                  <a:lnTo>
                    <a:pt x="921261" y="109066"/>
                  </a:lnTo>
                  <a:lnTo>
                    <a:pt x="971463" y="94594"/>
                  </a:lnTo>
                  <a:lnTo>
                    <a:pt x="1022584" y="81072"/>
                  </a:lnTo>
                  <a:lnTo>
                    <a:pt x="1074590" y="68519"/>
                  </a:lnTo>
                  <a:lnTo>
                    <a:pt x="1127447" y="56955"/>
                  </a:lnTo>
                  <a:lnTo>
                    <a:pt x="1181122" y="46398"/>
                  </a:lnTo>
                  <a:lnTo>
                    <a:pt x="1235581" y="36870"/>
                  </a:lnTo>
                  <a:lnTo>
                    <a:pt x="1290791" y="28389"/>
                  </a:lnTo>
                  <a:lnTo>
                    <a:pt x="1346718" y="20975"/>
                  </a:lnTo>
                  <a:lnTo>
                    <a:pt x="1403328" y="14648"/>
                  </a:lnTo>
                  <a:lnTo>
                    <a:pt x="1460587" y="9427"/>
                  </a:lnTo>
                  <a:lnTo>
                    <a:pt x="1518463" y="5332"/>
                  </a:lnTo>
                  <a:lnTo>
                    <a:pt x="1576921" y="2382"/>
                  </a:lnTo>
                  <a:lnTo>
                    <a:pt x="1635928" y="599"/>
                  </a:lnTo>
                  <a:lnTo>
                    <a:pt x="1695450" y="0"/>
                  </a:lnTo>
                  <a:lnTo>
                    <a:pt x="1754971" y="599"/>
                  </a:lnTo>
                  <a:lnTo>
                    <a:pt x="1813978" y="2382"/>
                  </a:lnTo>
                  <a:lnTo>
                    <a:pt x="1872436" y="5332"/>
                  </a:lnTo>
                  <a:lnTo>
                    <a:pt x="1930312" y="9427"/>
                  </a:lnTo>
                  <a:lnTo>
                    <a:pt x="1987571" y="14648"/>
                  </a:lnTo>
                  <a:lnTo>
                    <a:pt x="2044181" y="20975"/>
                  </a:lnTo>
                  <a:lnTo>
                    <a:pt x="2100108" y="28389"/>
                  </a:lnTo>
                  <a:lnTo>
                    <a:pt x="2155318" y="36870"/>
                  </a:lnTo>
                  <a:lnTo>
                    <a:pt x="2209777" y="46398"/>
                  </a:lnTo>
                  <a:lnTo>
                    <a:pt x="2263452" y="56955"/>
                  </a:lnTo>
                  <a:lnTo>
                    <a:pt x="2316309" y="68519"/>
                  </a:lnTo>
                  <a:lnTo>
                    <a:pt x="2368315" y="81072"/>
                  </a:lnTo>
                  <a:lnTo>
                    <a:pt x="2419436" y="94594"/>
                  </a:lnTo>
                  <a:lnTo>
                    <a:pt x="2469638" y="109066"/>
                  </a:lnTo>
                  <a:lnTo>
                    <a:pt x="2518888" y="124466"/>
                  </a:lnTo>
                  <a:lnTo>
                    <a:pt x="2567152" y="140777"/>
                  </a:lnTo>
                  <a:lnTo>
                    <a:pt x="2614396" y="157978"/>
                  </a:lnTo>
                  <a:lnTo>
                    <a:pt x="2660588" y="176050"/>
                  </a:lnTo>
                  <a:lnTo>
                    <a:pt x="2705693" y="194973"/>
                  </a:lnTo>
                  <a:lnTo>
                    <a:pt x="2749677" y="214727"/>
                  </a:lnTo>
                  <a:lnTo>
                    <a:pt x="2792507" y="235293"/>
                  </a:lnTo>
                  <a:lnTo>
                    <a:pt x="2834150" y="256651"/>
                  </a:lnTo>
                  <a:lnTo>
                    <a:pt x="2874571" y="278782"/>
                  </a:lnTo>
                  <a:lnTo>
                    <a:pt x="2913738" y="301666"/>
                  </a:lnTo>
                  <a:lnTo>
                    <a:pt x="2951616" y="325282"/>
                  </a:lnTo>
                  <a:lnTo>
                    <a:pt x="2988172" y="349613"/>
                  </a:lnTo>
                  <a:lnTo>
                    <a:pt x="3023372" y="374637"/>
                  </a:lnTo>
                  <a:lnTo>
                    <a:pt x="3057183" y="400335"/>
                  </a:lnTo>
                  <a:lnTo>
                    <a:pt x="3089571" y="426688"/>
                  </a:lnTo>
                  <a:lnTo>
                    <a:pt x="3120503" y="453677"/>
                  </a:lnTo>
                  <a:lnTo>
                    <a:pt x="3149944" y="481280"/>
                  </a:lnTo>
                  <a:lnTo>
                    <a:pt x="3177861" y="509479"/>
                  </a:lnTo>
                  <a:lnTo>
                    <a:pt x="3204221" y="538255"/>
                  </a:lnTo>
                  <a:lnTo>
                    <a:pt x="3228990" y="567586"/>
                  </a:lnTo>
                  <a:lnTo>
                    <a:pt x="3273620" y="627841"/>
                  </a:lnTo>
                  <a:lnTo>
                    <a:pt x="3311482" y="690085"/>
                  </a:lnTo>
                  <a:lnTo>
                    <a:pt x="3342308" y="754162"/>
                  </a:lnTo>
                  <a:lnTo>
                    <a:pt x="3365828" y="819916"/>
                  </a:lnTo>
                  <a:lnTo>
                    <a:pt x="3381773" y="887188"/>
                  </a:lnTo>
                  <a:lnTo>
                    <a:pt x="3389874" y="955821"/>
                  </a:lnTo>
                  <a:lnTo>
                    <a:pt x="3390900" y="990600"/>
                  </a:lnTo>
                  <a:lnTo>
                    <a:pt x="3389874" y="1025378"/>
                  </a:lnTo>
                  <a:lnTo>
                    <a:pt x="3381773" y="1094011"/>
                  </a:lnTo>
                  <a:lnTo>
                    <a:pt x="3365828" y="1161283"/>
                  </a:lnTo>
                  <a:lnTo>
                    <a:pt x="3342308" y="1227037"/>
                  </a:lnTo>
                  <a:lnTo>
                    <a:pt x="3311482" y="1291114"/>
                  </a:lnTo>
                  <a:lnTo>
                    <a:pt x="3273620" y="1353358"/>
                  </a:lnTo>
                  <a:lnTo>
                    <a:pt x="3228990" y="1413613"/>
                  </a:lnTo>
                  <a:lnTo>
                    <a:pt x="3204221" y="1442944"/>
                  </a:lnTo>
                  <a:lnTo>
                    <a:pt x="3177861" y="1471720"/>
                  </a:lnTo>
                  <a:lnTo>
                    <a:pt x="3149944" y="1499919"/>
                  </a:lnTo>
                  <a:lnTo>
                    <a:pt x="3120503" y="1527522"/>
                  </a:lnTo>
                  <a:lnTo>
                    <a:pt x="3089571" y="1554511"/>
                  </a:lnTo>
                  <a:lnTo>
                    <a:pt x="3057183" y="1580864"/>
                  </a:lnTo>
                  <a:lnTo>
                    <a:pt x="3023372" y="1606562"/>
                  </a:lnTo>
                  <a:lnTo>
                    <a:pt x="2988172" y="1631586"/>
                  </a:lnTo>
                  <a:lnTo>
                    <a:pt x="2951616" y="1655917"/>
                  </a:lnTo>
                  <a:lnTo>
                    <a:pt x="2913738" y="1679533"/>
                  </a:lnTo>
                  <a:lnTo>
                    <a:pt x="2874571" y="1702417"/>
                  </a:lnTo>
                  <a:lnTo>
                    <a:pt x="2834150" y="1724548"/>
                  </a:lnTo>
                  <a:lnTo>
                    <a:pt x="2792507" y="1745906"/>
                  </a:lnTo>
                  <a:lnTo>
                    <a:pt x="2749677" y="1766472"/>
                  </a:lnTo>
                  <a:lnTo>
                    <a:pt x="2705693" y="1786226"/>
                  </a:lnTo>
                  <a:lnTo>
                    <a:pt x="2660588" y="1805149"/>
                  </a:lnTo>
                  <a:lnTo>
                    <a:pt x="2614396" y="1823221"/>
                  </a:lnTo>
                  <a:lnTo>
                    <a:pt x="2567152" y="1840422"/>
                  </a:lnTo>
                  <a:lnTo>
                    <a:pt x="2518888" y="1856733"/>
                  </a:lnTo>
                  <a:lnTo>
                    <a:pt x="2469638" y="1872133"/>
                  </a:lnTo>
                  <a:lnTo>
                    <a:pt x="2419436" y="1886605"/>
                  </a:lnTo>
                  <a:lnTo>
                    <a:pt x="2368315" y="1900127"/>
                  </a:lnTo>
                  <a:lnTo>
                    <a:pt x="2316309" y="1912680"/>
                  </a:lnTo>
                  <a:lnTo>
                    <a:pt x="2263452" y="1924244"/>
                  </a:lnTo>
                  <a:lnTo>
                    <a:pt x="2209777" y="1934801"/>
                  </a:lnTo>
                  <a:lnTo>
                    <a:pt x="2155318" y="1944329"/>
                  </a:lnTo>
                  <a:lnTo>
                    <a:pt x="2100108" y="1952810"/>
                  </a:lnTo>
                  <a:lnTo>
                    <a:pt x="2044181" y="1960224"/>
                  </a:lnTo>
                  <a:lnTo>
                    <a:pt x="1987571" y="1966551"/>
                  </a:lnTo>
                  <a:lnTo>
                    <a:pt x="1930312" y="1971772"/>
                  </a:lnTo>
                  <a:lnTo>
                    <a:pt x="1872436" y="1975867"/>
                  </a:lnTo>
                  <a:lnTo>
                    <a:pt x="1813978" y="1978817"/>
                  </a:lnTo>
                  <a:lnTo>
                    <a:pt x="1754971" y="1980600"/>
                  </a:lnTo>
                  <a:lnTo>
                    <a:pt x="1695450" y="1981200"/>
                  </a:lnTo>
                  <a:lnTo>
                    <a:pt x="1635928" y="1980600"/>
                  </a:lnTo>
                  <a:lnTo>
                    <a:pt x="1576921" y="1978817"/>
                  </a:lnTo>
                  <a:lnTo>
                    <a:pt x="1518463" y="1975867"/>
                  </a:lnTo>
                  <a:lnTo>
                    <a:pt x="1460587" y="1971772"/>
                  </a:lnTo>
                  <a:lnTo>
                    <a:pt x="1403328" y="1966551"/>
                  </a:lnTo>
                  <a:lnTo>
                    <a:pt x="1346718" y="1960224"/>
                  </a:lnTo>
                  <a:lnTo>
                    <a:pt x="1290791" y="1952810"/>
                  </a:lnTo>
                  <a:lnTo>
                    <a:pt x="1235581" y="1944329"/>
                  </a:lnTo>
                  <a:lnTo>
                    <a:pt x="1181122" y="1934801"/>
                  </a:lnTo>
                  <a:lnTo>
                    <a:pt x="1127447" y="1924244"/>
                  </a:lnTo>
                  <a:lnTo>
                    <a:pt x="1074590" y="1912680"/>
                  </a:lnTo>
                  <a:lnTo>
                    <a:pt x="1022584" y="1900127"/>
                  </a:lnTo>
                  <a:lnTo>
                    <a:pt x="971463" y="1886605"/>
                  </a:lnTo>
                  <a:lnTo>
                    <a:pt x="921261" y="1872133"/>
                  </a:lnTo>
                  <a:lnTo>
                    <a:pt x="872011" y="1856733"/>
                  </a:lnTo>
                  <a:lnTo>
                    <a:pt x="823747" y="1840422"/>
                  </a:lnTo>
                  <a:lnTo>
                    <a:pt x="776503" y="1823221"/>
                  </a:lnTo>
                  <a:lnTo>
                    <a:pt x="730311" y="1805149"/>
                  </a:lnTo>
                  <a:lnTo>
                    <a:pt x="685206" y="1786226"/>
                  </a:lnTo>
                  <a:lnTo>
                    <a:pt x="641222" y="1766472"/>
                  </a:lnTo>
                  <a:lnTo>
                    <a:pt x="598392" y="1745906"/>
                  </a:lnTo>
                  <a:lnTo>
                    <a:pt x="556749" y="1724548"/>
                  </a:lnTo>
                  <a:lnTo>
                    <a:pt x="516328" y="1702417"/>
                  </a:lnTo>
                  <a:lnTo>
                    <a:pt x="477161" y="1679533"/>
                  </a:lnTo>
                  <a:lnTo>
                    <a:pt x="439283" y="1655917"/>
                  </a:lnTo>
                  <a:lnTo>
                    <a:pt x="402727" y="1631586"/>
                  </a:lnTo>
                  <a:lnTo>
                    <a:pt x="367527" y="1606562"/>
                  </a:lnTo>
                  <a:lnTo>
                    <a:pt x="333716" y="1580864"/>
                  </a:lnTo>
                  <a:lnTo>
                    <a:pt x="301328" y="1554511"/>
                  </a:lnTo>
                  <a:lnTo>
                    <a:pt x="270396" y="1527522"/>
                  </a:lnTo>
                  <a:lnTo>
                    <a:pt x="240955" y="1499919"/>
                  </a:lnTo>
                  <a:lnTo>
                    <a:pt x="213038" y="1471720"/>
                  </a:lnTo>
                  <a:lnTo>
                    <a:pt x="186678" y="1442944"/>
                  </a:lnTo>
                  <a:lnTo>
                    <a:pt x="161909" y="1413613"/>
                  </a:lnTo>
                  <a:lnTo>
                    <a:pt x="117279" y="1353358"/>
                  </a:lnTo>
                  <a:lnTo>
                    <a:pt x="79417" y="1291114"/>
                  </a:lnTo>
                  <a:lnTo>
                    <a:pt x="48591" y="1227037"/>
                  </a:lnTo>
                  <a:lnTo>
                    <a:pt x="25071" y="1161283"/>
                  </a:lnTo>
                  <a:lnTo>
                    <a:pt x="9126" y="1094011"/>
                  </a:lnTo>
                  <a:lnTo>
                    <a:pt x="1025" y="1025378"/>
                  </a:lnTo>
                  <a:lnTo>
                    <a:pt x="0" y="990600"/>
                  </a:lnTo>
                  <a:close/>
                </a:path>
              </a:pathLst>
            </a:custGeom>
            <a:ln w="25908">
              <a:solidFill>
                <a:srgbClr val="FF0000"/>
              </a:solidFill>
            </a:ln>
          </p:spPr>
          <p:txBody>
            <a:bodyPr wrap="square" lIns="0" tIns="0" rIns="0" bIns="0" rtlCol="0"/>
            <a:lstStyle/>
            <a:p>
              <a:endParaRPr/>
            </a:p>
          </p:txBody>
        </p:sp>
      </p:gr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219200" y="1130744"/>
            <a:ext cx="6762750" cy="2956560"/>
            <a:chOff x="1219200" y="1130744"/>
            <a:chExt cx="6762750" cy="2956560"/>
          </a:xfrm>
        </p:grpSpPr>
        <p:pic>
          <p:nvPicPr>
            <p:cNvPr id="3" name="object 3"/>
            <p:cNvPicPr/>
            <p:nvPr/>
          </p:nvPicPr>
          <p:blipFill>
            <a:blip r:embed="rId2" cstate="print"/>
            <a:stretch>
              <a:fillRect/>
            </a:stretch>
          </p:blipFill>
          <p:spPr>
            <a:xfrm>
              <a:off x="1219200" y="2743962"/>
              <a:ext cx="6762750" cy="1343025"/>
            </a:xfrm>
            <a:prstGeom prst="rect">
              <a:avLst/>
            </a:prstGeom>
          </p:spPr>
        </p:pic>
        <p:sp>
          <p:nvSpPr>
            <p:cNvPr id="4" name="object 4"/>
            <p:cNvSpPr/>
            <p:nvPr/>
          </p:nvSpPr>
          <p:spPr>
            <a:xfrm>
              <a:off x="3810761" y="1143762"/>
              <a:ext cx="1752600" cy="1483995"/>
            </a:xfrm>
            <a:custGeom>
              <a:avLst/>
              <a:gdLst/>
              <a:ahLst/>
              <a:cxnLst/>
              <a:rect l="l" t="t" r="r" b="b"/>
              <a:pathLst>
                <a:path w="1752600" h="1483995">
                  <a:moveTo>
                    <a:pt x="1752600" y="0"/>
                  </a:moveTo>
                  <a:lnTo>
                    <a:pt x="0" y="0"/>
                  </a:lnTo>
                  <a:lnTo>
                    <a:pt x="0" y="609600"/>
                  </a:lnTo>
                  <a:lnTo>
                    <a:pt x="292100" y="609600"/>
                  </a:lnTo>
                  <a:lnTo>
                    <a:pt x="843661" y="1483867"/>
                  </a:lnTo>
                  <a:lnTo>
                    <a:pt x="730250" y="609600"/>
                  </a:lnTo>
                  <a:lnTo>
                    <a:pt x="1752600" y="609600"/>
                  </a:lnTo>
                  <a:lnTo>
                    <a:pt x="1752600" y="0"/>
                  </a:lnTo>
                  <a:close/>
                </a:path>
              </a:pathLst>
            </a:custGeom>
            <a:solidFill>
              <a:srgbClr val="FFFFFF"/>
            </a:solidFill>
          </p:spPr>
          <p:txBody>
            <a:bodyPr wrap="square" lIns="0" tIns="0" rIns="0" bIns="0" rtlCol="0"/>
            <a:lstStyle/>
            <a:p>
              <a:endParaRPr/>
            </a:p>
          </p:txBody>
        </p:sp>
        <p:sp>
          <p:nvSpPr>
            <p:cNvPr id="5" name="object 5"/>
            <p:cNvSpPr/>
            <p:nvPr/>
          </p:nvSpPr>
          <p:spPr>
            <a:xfrm>
              <a:off x="3810761" y="1143762"/>
              <a:ext cx="1752600" cy="1483995"/>
            </a:xfrm>
            <a:custGeom>
              <a:avLst/>
              <a:gdLst/>
              <a:ahLst/>
              <a:cxnLst/>
              <a:rect l="l" t="t" r="r" b="b"/>
              <a:pathLst>
                <a:path w="1752600" h="1483995">
                  <a:moveTo>
                    <a:pt x="0" y="0"/>
                  </a:moveTo>
                  <a:lnTo>
                    <a:pt x="292100" y="0"/>
                  </a:lnTo>
                  <a:lnTo>
                    <a:pt x="730250" y="0"/>
                  </a:lnTo>
                  <a:lnTo>
                    <a:pt x="1752600" y="0"/>
                  </a:lnTo>
                  <a:lnTo>
                    <a:pt x="1752600" y="355600"/>
                  </a:lnTo>
                  <a:lnTo>
                    <a:pt x="1752600" y="508000"/>
                  </a:lnTo>
                  <a:lnTo>
                    <a:pt x="1752600" y="609600"/>
                  </a:lnTo>
                  <a:lnTo>
                    <a:pt x="730250" y="609600"/>
                  </a:lnTo>
                  <a:lnTo>
                    <a:pt x="843661" y="1483867"/>
                  </a:lnTo>
                  <a:lnTo>
                    <a:pt x="292100" y="609600"/>
                  </a:lnTo>
                  <a:lnTo>
                    <a:pt x="0" y="609600"/>
                  </a:lnTo>
                  <a:lnTo>
                    <a:pt x="0" y="508000"/>
                  </a:lnTo>
                  <a:lnTo>
                    <a:pt x="0" y="355600"/>
                  </a:lnTo>
                  <a:lnTo>
                    <a:pt x="0" y="0"/>
                  </a:lnTo>
                  <a:close/>
                </a:path>
              </a:pathLst>
            </a:custGeom>
            <a:ln w="25908">
              <a:solidFill>
                <a:srgbClr val="000000"/>
              </a:solidFill>
            </a:ln>
          </p:spPr>
          <p:txBody>
            <a:bodyPr wrap="square" lIns="0" tIns="0" rIns="0" bIns="0" rtlCol="0"/>
            <a:lstStyle/>
            <a:p>
              <a:endParaRPr/>
            </a:p>
          </p:txBody>
        </p:sp>
      </p:grpSp>
      <p:sp>
        <p:nvSpPr>
          <p:cNvPr id="6" name="object 6"/>
          <p:cNvSpPr txBox="1">
            <a:spLocks noGrp="1"/>
          </p:cNvSpPr>
          <p:nvPr>
            <p:ph type="ctrTitle"/>
          </p:nvPr>
        </p:nvSpPr>
        <p:spPr>
          <a:prstGeom prst="rect">
            <a:avLst/>
          </a:prstGeom>
        </p:spPr>
        <p:txBody>
          <a:bodyPr vert="horz" wrap="square" lIns="0" tIns="12065" rIns="0" bIns="0" rtlCol="0">
            <a:spAutoFit/>
          </a:bodyPr>
          <a:lstStyle/>
          <a:p>
            <a:pPr marL="12700">
              <a:lnSpc>
                <a:spcPct val="100000"/>
              </a:lnSpc>
              <a:spcBef>
                <a:spcPts val="95"/>
              </a:spcBef>
            </a:pPr>
            <a:r>
              <a:rPr b="1" dirty="0">
                <a:latin typeface="Calibri"/>
                <a:cs typeface="Calibri"/>
              </a:rPr>
              <a:t>Ví</a:t>
            </a:r>
            <a:r>
              <a:rPr b="1" spc="-45" dirty="0">
                <a:latin typeface="Calibri"/>
                <a:cs typeface="Calibri"/>
              </a:rPr>
              <a:t> </a:t>
            </a:r>
            <a:r>
              <a:rPr b="1" dirty="0">
                <a:latin typeface="Calibri"/>
                <a:cs typeface="Calibri"/>
              </a:rPr>
              <a:t>dụ</a:t>
            </a:r>
            <a:r>
              <a:rPr b="1" spc="-40" dirty="0">
                <a:latin typeface="Calibri"/>
                <a:cs typeface="Calibri"/>
              </a:rPr>
              <a:t> </a:t>
            </a:r>
            <a:r>
              <a:rPr b="1" dirty="0">
                <a:latin typeface="Calibri"/>
                <a:cs typeface="Calibri"/>
              </a:rPr>
              <a:t>3</a:t>
            </a:r>
            <a:r>
              <a:rPr b="1" spc="-35" dirty="0">
                <a:latin typeface="Calibri"/>
                <a:cs typeface="Calibri"/>
              </a:rPr>
              <a:t> </a:t>
            </a:r>
            <a:r>
              <a:rPr b="1" dirty="0">
                <a:latin typeface="Calibri"/>
                <a:cs typeface="Calibri"/>
              </a:rPr>
              <a:t>:</a:t>
            </a:r>
            <a:r>
              <a:rPr b="1" spc="-30" dirty="0">
                <a:latin typeface="Calibri"/>
                <a:cs typeface="Calibri"/>
              </a:rPr>
              <a:t> </a:t>
            </a:r>
            <a:r>
              <a:rPr dirty="0"/>
              <a:t>Không</a:t>
            </a:r>
            <a:r>
              <a:rPr spc="-40" dirty="0"/>
              <a:t> </a:t>
            </a:r>
            <a:r>
              <a:rPr dirty="0"/>
              <a:t>có</a:t>
            </a:r>
            <a:r>
              <a:rPr spc="-50" dirty="0"/>
              <a:t> </a:t>
            </a:r>
            <a:r>
              <a:rPr dirty="0"/>
              <a:t>chặn</a:t>
            </a:r>
            <a:r>
              <a:rPr spc="-35" dirty="0"/>
              <a:t> </a:t>
            </a:r>
            <a:r>
              <a:rPr dirty="0"/>
              <a:t>dưới</a:t>
            </a:r>
            <a:r>
              <a:rPr spc="-25" dirty="0"/>
              <a:t> </a:t>
            </a:r>
            <a:r>
              <a:rPr dirty="0"/>
              <a:t>chung.</a:t>
            </a:r>
            <a:r>
              <a:rPr spc="-15" dirty="0"/>
              <a:t> </a:t>
            </a:r>
            <a:r>
              <a:rPr dirty="0"/>
              <a:t>Không</a:t>
            </a:r>
            <a:r>
              <a:rPr spc="-40" dirty="0"/>
              <a:t> </a:t>
            </a:r>
            <a:r>
              <a:rPr spc="-10" dirty="0"/>
              <a:t>infA.</a:t>
            </a:r>
          </a:p>
        </p:txBody>
      </p:sp>
      <p:sp>
        <p:nvSpPr>
          <p:cNvPr id="7" name="object 7"/>
          <p:cNvSpPr txBox="1"/>
          <p:nvPr/>
        </p:nvSpPr>
        <p:spPr>
          <a:xfrm>
            <a:off x="4605020" y="1282953"/>
            <a:ext cx="16446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Calibri"/>
                <a:cs typeface="Calibri"/>
              </a:rPr>
              <a:t>A</a:t>
            </a:r>
            <a:endParaRPr sz="1800">
              <a:latin typeface="Calibri"/>
              <a:cs typeface="Calibri"/>
            </a:endParaRPr>
          </a:p>
        </p:txBody>
      </p:sp>
      <p:sp>
        <p:nvSpPr>
          <p:cNvPr id="8" name="object 8"/>
          <p:cNvSpPr/>
          <p:nvPr/>
        </p:nvSpPr>
        <p:spPr>
          <a:xfrm>
            <a:off x="4458461" y="2687573"/>
            <a:ext cx="419100" cy="1504315"/>
          </a:xfrm>
          <a:custGeom>
            <a:avLst/>
            <a:gdLst/>
            <a:ahLst/>
            <a:cxnLst/>
            <a:rect l="l" t="t" r="r" b="b"/>
            <a:pathLst>
              <a:path w="419100" h="1504314">
                <a:moveTo>
                  <a:pt x="0" y="752093"/>
                </a:moveTo>
                <a:lnTo>
                  <a:pt x="959" y="679654"/>
                </a:lnTo>
                <a:lnTo>
                  <a:pt x="3779" y="609165"/>
                </a:lnTo>
                <a:lnTo>
                  <a:pt x="8372" y="540941"/>
                </a:lnTo>
                <a:lnTo>
                  <a:pt x="14650" y="475296"/>
                </a:lnTo>
                <a:lnTo>
                  <a:pt x="22524" y="412546"/>
                </a:lnTo>
                <a:lnTo>
                  <a:pt x="31907" y="353006"/>
                </a:lnTo>
                <a:lnTo>
                  <a:pt x="42711" y="296990"/>
                </a:lnTo>
                <a:lnTo>
                  <a:pt x="54847" y="244815"/>
                </a:lnTo>
                <a:lnTo>
                  <a:pt x="68229" y="196794"/>
                </a:lnTo>
                <a:lnTo>
                  <a:pt x="82768" y="153243"/>
                </a:lnTo>
                <a:lnTo>
                  <a:pt x="98376" y="114476"/>
                </a:lnTo>
                <a:lnTo>
                  <a:pt x="132447" y="52558"/>
                </a:lnTo>
                <a:lnTo>
                  <a:pt x="169740" y="13559"/>
                </a:lnTo>
                <a:lnTo>
                  <a:pt x="209550" y="0"/>
                </a:lnTo>
                <a:lnTo>
                  <a:pt x="229725" y="3442"/>
                </a:lnTo>
                <a:lnTo>
                  <a:pt x="268364" y="30036"/>
                </a:lnTo>
                <a:lnTo>
                  <a:pt x="304134" y="80810"/>
                </a:lnTo>
                <a:lnTo>
                  <a:pt x="336331" y="153243"/>
                </a:lnTo>
                <a:lnTo>
                  <a:pt x="350870" y="196794"/>
                </a:lnTo>
                <a:lnTo>
                  <a:pt x="364252" y="244815"/>
                </a:lnTo>
                <a:lnTo>
                  <a:pt x="376388" y="296990"/>
                </a:lnTo>
                <a:lnTo>
                  <a:pt x="387192" y="353006"/>
                </a:lnTo>
                <a:lnTo>
                  <a:pt x="396575" y="412546"/>
                </a:lnTo>
                <a:lnTo>
                  <a:pt x="404449" y="475296"/>
                </a:lnTo>
                <a:lnTo>
                  <a:pt x="410727" y="540941"/>
                </a:lnTo>
                <a:lnTo>
                  <a:pt x="415320" y="609165"/>
                </a:lnTo>
                <a:lnTo>
                  <a:pt x="418140" y="679654"/>
                </a:lnTo>
                <a:lnTo>
                  <a:pt x="419100" y="752093"/>
                </a:lnTo>
                <a:lnTo>
                  <a:pt x="418140" y="824533"/>
                </a:lnTo>
                <a:lnTo>
                  <a:pt x="415320" y="895022"/>
                </a:lnTo>
                <a:lnTo>
                  <a:pt x="410727" y="963246"/>
                </a:lnTo>
                <a:lnTo>
                  <a:pt x="404449" y="1028891"/>
                </a:lnTo>
                <a:lnTo>
                  <a:pt x="396575" y="1091641"/>
                </a:lnTo>
                <a:lnTo>
                  <a:pt x="387192" y="1151181"/>
                </a:lnTo>
                <a:lnTo>
                  <a:pt x="376388" y="1207197"/>
                </a:lnTo>
                <a:lnTo>
                  <a:pt x="364252" y="1259372"/>
                </a:lnTo>
                <a:lnTo>
                  <a:pt x="350870" y="1307393"/>
                </a:lnTo>
                <a:lnTo>
                  <a:pt x="336331" y="1350944"/>
                </a:lnTo>
                <a:lnTo>
                  <a:pt x="320723" y="1389711"/>
                </a:lnTo>
                <a:lnTo>
                  <a:pt x="286652" y="1451629"/>
                </a:lnTo>
                <a:lnTo>
                  <a:pt x="249359" y="1490628"/>
                </a:lnTo>
                <a:lnTo>
                  <a:pt x="209550" y="1504188"/>
                </a:lnTo>
                <a:lnTo>
                  <a:pt x="189374" y="1500745"/>
                </a:lnTo>
                <a:lnTo>
                  <a:pt x="150735" y="1474151"/>
                </a:lnTo>
                <a:lnTo>
                  <a:pt x="114965" y="1423377"/>
                </a:lnTo>
                <a:lnTo>
                  <a:pt x="82768" y="1350944"/>
                </a:lnTo>
                <a:lnTo>
                  <a:pt x="68229" y="1307393"/>
                </a:lnTo>
                <a:lnTo>
                  <a:pt x="54847" y="1259372"/>
                </a:lnTo>
                <a:lnTo>
                  <a:pt x="42711" y="1207197"/>
                </a:lnTo>
                <a:lnTo>
                  <a:pt x="31907" y="1151181"/>
                </a:lnTo>
                <a:lnTo>
                  <a:pt x="22524" y="1091641"/>
                </a:lnTo>
                <a:lnTo>
                  <a:pt x="14650" y="1028891"/>
                </a:lnTo>
                <a:lnTo>
                  <a:pt x="8372" y="963246"/>
                </a:lnTo>
                <a:lnTo>
                  <a:pt x="3779" y="895022"/>
                </a:lnTo>
                <a:lnTo>
                  <a:pt x="959" y="824533"/>
                </a:lnTo>
                <a:lnTo>
                  <a:pt x="0" y="752093"/>
                </a:lnTo>
                <a:close/>
              </a:path>
            </a:pathLst>
          </a:custGeom>
          <a:ln w="25908">
            <a:solidFill>
              <a:srgbClr val="000000"/>
            </a:solidFill>
          </a:ln>
        </p:spPr>
        <p:txBody>
          <a:bodyPr wrap="square" lIns="0" tIns="0" rIns="0" bIns="0" rtlCol="0"/>
          <a:lstStyle/>
          <a:p>
            <a:endParaRPr/>
          </a:p>
        </p:txBody>
      </p:sp>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229260"/>
            <a:ext cx="7929880" cy="1988820"/>
          </a:xfrm>
          <a:prstGeom prst="rect">
            <a:avLst/>
          </a:prstGeom>
        </p:spPr>
        <p:txBody>
          <a:bodyPr vert="horz" wrap="square" lIns="0" tIns="97790" rIns="0" bIns="0" rtlCol="0">
            <a:spAutoFit/>
          </a:bodyPr>
          <a:lstStyle/>
          <a:p>
            <a:pPr marL="12700">
              <a:lnSpc>
                <a:spcPct val="100000"/>
              </a:lnSpc>
              <a:spcBef>
                <a:spcPts val="770"/>
              </a:spcBef>
            </a:pPr>
            <a:r>
              <a:rPr sz="2800" b="1" dirty="0">
                <a:latin typeface="Calibri"/>
                <a:cs typeface="Calibri"/>
              </a:rPr>
              <a:t>3.4.5</a:t>
            </a:r>
            <a:r>
              <a:rPr sz="2800" b="1" spc="-40" dirty="0">
                <a:latin typeface="Calibri"/>
                <a:cs typeface="Calibri"/>
              </a:rPr>
              <a:t> </a:t>
            </a:r>
            <a:r>
              <a:rPr sz="2800" b="1" spc="-25" dirty="0">
                <a:latin typeface="Calibri"/>
                <a:cs typeface="Calibri"/>
              </a:rPr>
              <a:t>Dàn</a:t>
            </a:r>
            <a:endParaRPr sz="2800">
              <a:latin typeface="Calibri"/>
              <a:cs typeface="Calibri"/>
            </a:endParaRPr>
          </a:p>
          <a:p>
            <a:pPr marL="12700">
              <a:lnSpc>
                <a:spcPct val="100000"/>
              </a:lnSpc>
              <a:spcBef>
                <a:spcPts val="675"/>
              </a:spcBef>
            </a:pPr>
            <a:r>
              <a:rPr sz="2800" b="1" dirty="0">
                <a:latin typeface="Calibri"/>
                <a:cs typeface="Calibri"/>
              </a:rPr>
              <a:t>Định</a:t>
            </a:r>
            <a:r>
              <a:rPr sz="2800" b="1" spc="-55" dirty="0">
                <a:latin typeface="Calibri"/>
                <a:cs typeface="Calibri"/>
              </a:rPr>
              <a:t> </a:t>
            </a:r>
            <a:r>
              <a:rPr sz="2800" b="1" dirty="0">
                <a:latin typeface="Calibri"/>
                <a:cs typeface="Calibri"/>
              </a:rPr>
              <a:t>nghĩa</a:t>
            </a:r>
            <a:r>
              <a:rPr sz="2800" b="1" spc="-25" dirty="0">
                <a:latin typeface="Calibri"/>
                <a:cs typeface="Calibri"/>
              </a:rPr>
              <a:t> </a:t>
            </a:r>
            <a:r>
              <a:rPr sz="2800" b="1" spc="-50" dirty="0">
                <a:latin typeface="Calibri"/>
                <a:cs typeface="Calibri"/>
              </a:rPr>
              <a:t>:</a:t>
            </a:r>
            <a:endParaRPr sz="2800">
              <a:latin typeface="Calibri"/>
              <a:cs typeface="Calibri"/>
            </a:endParaRPr>
          </a:p>
          <a:p>
            <a:pPr marL="12700" marR="5080">
              <a:lnSpc>
                <a:spcPts val="3320"/>
              </a:lnSpc>
              <a:spcBef>
                <a:spcPts val="850"/>
              </a:spcBef>
            </a:pPr>
            <a:r>
              <a:rPr sz="2800" dirty="0">
                <a:latin typeface="Calibri"/>
                <a:cs typeface="Calibri"/>
              </a:rPr>
              <a:t>X</a:t>
            </a:r>
            <a:r>
              <a:rPr sz="2800" spc="-30" dirty="0">
                <a:latin typeface="Calibri"/>
                <a:cs typeface="Calibri"/>
              </a:rPr>
              <a:t> </a:t>
            </a:r>
            <a:r>
              <a:rPr sz="2800" dirty="0">
                <a:latin typeface="Calibri"/>
                <a:cs typeface="Calibri"/>
              </a:rPr>
              <a:t>là</a:t>
            </a:r>
            <a:r>
              <a:rPr sz="2800" spc="-30" dirty="0">
                <a:latin typeface="Calibri"/>
                <a:cs typeface="Calibri"/>
              </a:rPr>
              <a:t> </a:t>
            </a:r>
            <a:r>
              <a:rPr sz="2800" dirty="0">
                <a:latin typeface="Calibri"/>
                <a:cs typeface="Calibri"/>
              </a:rPr>
              <a:t>một</a:t>
            </a:r>
            <a:r>
              <a:rPr sz="2800" spc="-25" dirty="0">
                <a:latin typeface="Calibri"/>
                <a:cs typeface="Calibri"/>
              </a:rPr>
              <a:t> </a:t>
            </a:r>
            <a:r>
              <a:rPr sz="2800" b="1" dirty="0">
                <a:latin typeface="Calibri"/>
                <a:cs typeface="Calibri"/>
              </a:rPr>
              <a:t>dàn</a:t>
            </a:r>
            <a:r>
              <a:rPr sz="2800" b="1" spc="-15" dirty="0">
                <a:latin typeface="Calibri"/>
                <a:cs typeface="Calibri"/>
              </a:rPr>
              <a:t> </a:t>
            </a:r>
            <a:r>
              <a:rPr sz="2800" dirty="0">
                <a:latin typeface="Calibri"/>
                <a:cs typeface="Calibri"/>
              </a:rPr>
              <a:t>nếu</a:t>
            </a:r>
            <a:r>
              <a:rPr sz="2800" spc="-5" dirty="0">
                <a:latin typeface="Calibri"/>
                <a:cs typeface="Calibri"/>
              </a:rPr>
              <a:t> </a:t>
            </a:r>
            <a:r>
              <a:rPr sz="2800" dirty="0">
                <a:latin typeface="Calibri"/>
                <a:cs typeface="Calibri"/>
              </a:rPr>
              <a:t>với</a:t>
            </a:r>
            <a:r>
              <a:rPr sz="2800" spc="-30" dirty="0">
                <a:latin typeface="Calibri"/>
                <a:cs typeface="Calibri"/>
              </a:rPr>
              <a:t> </a:t>
            </a:r>
            <a:r>
              <a:rPr sz="2800" dirty="0">
                <a:latin typeface="Calibri"/>
                <a:cs typeface="Calibri"/>
              </a:rPr>
              <a:t>mọi</a:t>
            </a:r>
            <a:r>
              <a:rPr sz="2800" spc="-20" dirty="0">
                <a:latin typeface="Calibri"/>
                <a:cs typeface="Calibri"/>
              </a:rPr>
              <a:t> </a:t>
            </a:r>
            <a:r>
              <a:rPr sz="2800" dirty="0">
                <a:latin typeface="Calibri"/>
                <a:cs typeface="Calibri"/>
              </a:rPr>
              <a:t>x,</a:t>
            </a:r>
            <a:r>
              <a:rPr sz="2800" spc="-25" dirty="0">
                <a:latin typeface="Calibri"/>
                <a:cs typeface="Calibri"/>
              </a:rPr>
              <a:t> </a:t>
            </a:r>
            <a:r>
              <a:rPr sz="2800" dirty="0">
                <a:latin typeface="Calibri"/>
                <a:cs typeface="Calibri"/>
              </a:rPr>
              <a:t>y</a:t>
            </a:r>
            <a:r>
              <a:rPr sz="2800" spc="-20" dirty="0">
                <a:latin typeface="Calibri"/>
                <a:cs typeface="Calibri"/>
              </a:rPr>
              <a:t> </a:t>
            </a:r>
            <a:r>
              <a:rPr sz="2800" dirty="0">
                <a:latin typeface="Symbol"/>
                <a:cs typeface="Symbol"/>
              </a:rPr>
              <a:t></a:t>
            </a:r>
            <a:r>
              <a:rPr sz="2800" spc="-80" dirty="0">
                <a:latin typeface="Times New Roman"/>
                <a:cs typeface="Times New Roman"/>
              </a:rPr>
              <a:t> </a:t>
            </a:r>
            <a:r>
              <a:rPr sz="2800" dirty="0">
                <a:latin typeface="Calibri"/>
                <a:cs typeface="Calibri"/>
              </a:rPr>
              <a:t>X,</a:t>
            </a:r>
            <a:r>
              <a:rPr sz="2800" spc="-30" dirty="0">
                <a:latin typeface="Calibri"/>
                <a:cs typeface="Calibri"/>
              </a:rPr>
              <a:t> </a:t>
            </a:r>
            <a:r>
              <a:rPr sz="2800" dirty="0">
                <a:latin typeface="Calibri"/>
                <a:cs typeface="Calibri"/>
              </a:rPr>
              <a:t>sup {x,</a:t>
            </a:r>
            <a:r>
              <a:rPr sz="2800" spc="-30" dirty="0">
                <a:latin typeface="Calibri"/>
                <a:cs typeface="Calibri"/>
              </a:rPr>
              <a:t> </a:t>
            </a:r>
            <a:r>
              <a:rPr sz="2800" dirty="0">
                <a:latin typeface="Calibri"/>
                <a:cs typeface="Calibri"/>
              </a:rPr>
              <a:t>y}</a:t>
            </a:r>
            <a:r>
              <a:rPr sz="2800" spc="-30" dirty="0">
                <a:latin typeface="Calibri"/>
                <a:cs typeface="Calibri"/>
              </a:rPr>
              <a:t> </a:t>
            </a:r>
            <a:r>
              <a:rPr sz="2800" dirty="0">
                <a:latin typeface="Calibri"/>
                <a:cs typeface="Calibri"/>
              </a:rPr>
              <a:t>và</a:t>
            </a:r>
            <a:r>
              <a:rPr sz="2800" spc="-25" dirty="0">
                <a:latin typeface="Calibri"/>
                <a:cs typeface="Calibri"/>
              </a:rPr>
              <a:t> </a:t>
            </a:r>
            <a:r>
              <a:rPr sz="2800" dirty="0">
                <a:latin typeface="Calibri"/>
                <a:cs typeface="Calibri"/>
              </a:rPr>
              <a:t>inf</a:t>
            </a:r>
            <a:r>
              <a:rPr sz="2800" spc="-30" dirty="0">
                <a:latin typeface="Calibri"/>
                <a:cs typeface="Calibri"/>
              </a:rPr>
              <a:t> </a:t>
            </a:r>
            <a:r>
              <a:rPr sz="2800" dirty="0">
                <a:latin typeface="Calibri"/>
                <a:cs typeface="Calibri"/>
              </a:rPr>
              <a:t>{x,</a:t>
            </a:r>
            <a:r>
              <a:rPr sz="2800" spc="-20" dirty="0">
                <a:latin typeface="Calibri"/>
                <a:cs typeface="Calibri"/>
              </a:rPr>
              <a:t> </a:t>
            </a:r>
            <a:r>
              <a:rPr sz="2800" spc="-25" dirty="0">
                <a:latin typeface="Calibri"/>
                <a:cs typeface="Calibri"/>
              </a:rPr>
              <a:t>y} </a:t>
            </a:r>
            <a:r>
              <a:rPr sz="2800" dirty="0">
                <a:latin typeface="Calibri"/>
                <a:cs typeface="Calibri"/>
              </a:rPr>
              <a:t>tồn</a:t>
            </a:r>
            <a:r>
              <a:rPr sz="2800" spc="-70" dirty="0">
                <a:latin typeface="Calibri"/>
                <a:cs typeface="Calibri"/>
              </a:rPr>
              <a:t> </a:t>
            </a:r>
            <a:r>
              <a:rPr sz="2800" spc="-20" dirty="0">
                <a:latin typeface="Calibri"/>
                <a:cs typeface="Calibri"/>
              </a:rPr>
              <a:t>tại.</a:t>
            </a:r>
            <a:endParaRPr sz="2800">
              <a:latin typeface="Calibri"/>
              <a:cs typeface="Calibri"/>
            </a:endParaRPr>
          </a:p>
        </p:txBody>
      </p:sp>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315213"/>
            <a:ext cx="8110855" cy="878840"/>
          </a:xfrm>
          <a:prstGeom prst="rect">
            <a:avLst/>
          </a:prstGeom>
        </p:spPr>
        <p:txBody>
          <a:bodyPr vert="horz" wrap="square" lIns="0" tIns="12065" rIns="0" bIns="0" rtlCol="0">
            <a:spAutoFit/>
          </a:bodyPr>
          <a:lstStyle/>
          <a:p>
            <a:pPr marL="12700" marR="5080">
              <a:lnSpc>
                <a:spcPct val="100000"/>
              </a:lnSpc>
              <a:spcBef>
                <a:spcPts val="95"/>
              </a:spcBef>
            </a:pPr>
            <a:r>
              <a:rPr b="1" dirty="0">
                <a:latin typeface="Calibri"/>
                <a:cs typeface="Calibri"/>
              </a:rPr>
              <a:t>Ví</a:t>
            </a:r>
            <a:r>
              <a:rPr b="1" spc="-30" dirty="0">
                <a:latin typeface="Calibri"/>
                <a:cs typeface="Calibri"/>
              </a:rPr>
              <a:t> </a:t>
            </a:r>
            <a:r>
              <a:rPr b="1" dirty="0">
                <a:latin typeface="Calibri"/>
                <a:cs typeface="Calibri"/>
              </a:rPr>
              <a:t>dụ</a:t>
            </a:r>
            <a:r>
              <a:rPr b="1" spc="-30" dirty="0">
                <a:latin typeface="Calibri"/>
                <a:cs typeface="Calibri"/>
              </a:rPr>
              <a:t> </a:t>
            </a:r>
            <a:r>
              <a:rPr b="1" dirty="0">
                <a:latin typeface="Calibri"/>
                <a:cs typeface="Calibri"/>
              </a:rPr>
              <a:t>1:</a:t>
            </a:r>
            <a:r>
              <a:rPr b="1" spc="-15" dirty="0">
                <a:latin typeface="Calibri"/>
                <a:cs typeface="Calibri"/>
              </a:rPr>
              <a:t> </a:t>
            </a:r>
            <a:r>
              <a:rPr spc="-45" dirty="0"/>
              <a:t>Tập</a:t>
            </a:r>
            <a:r>
              <a:rPr spc="-35" dirty="0"/>
              <a:t> </a:t>
            </a:r>
            <a:r>
              <a:rPr dirty="0"/>
              <a:t>X</a:t>
            </a:r>
            <a:r>
              <a:rPr spc="-25" dirty="0"/>
              <a:t> </a:t>
            </a:r>
            <a:r>
              <a:rPr dirty="0"/>
              <a:t>=</a:t>
            </a:r>
            <a:r>
              <a:rPr spc="-20" dirty="0"/>
              <a:t> </a:t>
            </a:r>
            <a:r>
              <a:rPr dirty="0"/>
              <a:t>{a,</a:t>
            </a:r>
            <a:r>
              <a:rPr spc="-30" dirty="0"/>
              <a:t> </a:t>
            </a:r>
            <a:r>
              <a:rPr dirty="0"/>
              <a:t>b,</a:t>
            </a:r>
            <a:r>
              <a:rPr spc="-20" dirty="0"/>
              <a:t> </a:t>
            </a:r>
            <a:r>
              <a:rPr dirty="0"/>
              <a:t>c,</a:t>
            </a:r>
            <a:r>
              <a:rPr spc="-20" dirty="0"/>
              <a:t> </a:t>
            </a:r>
            <a:r>
              <a:rPr dirty="0"/>
              <a:t>d,</a:t>
            </a:r>
            <a:r>
              <a:rPr spc="-25" dirty="0"/>
              <a:t> </a:t>
            </a:r>
            <a:r>
              <a:rPr dirty="0"/>
              <a:t>e}</a:t>
            </a:r>
            <a:r>
              <a:rPr spc="-30" dirty="0"/>
              <a:t> </a:t>
            </a:r>
            <a:r>
              <a:rPr dirty="0"/>
              <a:t>với</a:t>
            </a:r>
            <a:r>
              <a:rPr spc="-30" dirty="0"/>
              <a:t> </a:t>
            </a:r>
            <a:r>
              <a:rPr dirty="0"/>
              <a:t>biểu</a:t>
            </a:r>
            <a:r>
              <a:rPr spc="-15" dirty="0"/>
              <a:t> </a:t>
            </a:r>
            <a:r>
              <a:rPr dirty="0"/>
              <a:t>đồ</a:t>
            </a:r>
            <a:r>
              <a:rPr spc="-25" dirty="0"/>
              <a:t> </a:t>
            </a:r>
            <a:r>
              <a:rPr dirty="0"/>
              <a:t>Hasse</a:t>
            </a:r>
            <a:r>
              <a:rPr spc="-5" dirty="0"/>
              <a:t> </a:t>
            </a:r>
            <a:r>
              <a:rPr dirty="0"/>
              <a:t>dưới</a:t>
            </a:r>
            <a:r>
              <a:rPr spc="-10" dirty="0"/>
              <a:t> </a:t>
            </a:r>
            <a:r>
              <a:rPr spc="-25" dirty="0"/>
              <a:t>đây </a:t>
            </a:r>
            <a:r>
              <a:rPr dirty="0"/>
              <a:t>là</a:t>
            </a:r>
            <a:r>
              <a:rPr spc="-30" dirty="0"/>
              <a:t> </a:t>
            </a:r>
            <a:r>
              <a:rPr dirty="0"/>
              <a:t>một</a:t>
            </a:r>
            <a:r>
              <a:rPr spc="-30" dirty="0"/>
              <a:t> </a:t>
            </a:r>
            <a:r>
              <a:rPr spc="-20" dirty="0"/>
              <a:t>dàn.</a:t>
            </a:r>
          </a:p>
        </p:txBody>
      </p:sp>
      <p:sp>
        <p:nvSpPr>
          <p:cNvPr id="3" name="object 3"/>
          <p:cNvSpPr txBox="1"/>
          <p:nvPr/>
        </p:nvSpPr>
        <p:spPr>
          <a:xfrm>
            <a:off x="383540" y="3302889"/>
            <a:ext cx="7953375" cy="878840"/>
          </a:xfrm>
          <a:prstGeom prst="rect">
            <a:avLst/>
          </a:prstGeom>
        </p:spPr>
        <p:txBody>
          <a:bodyPr vert="horz" wrap="square" lIns="0" tIns="12065" rIns="0" bIns="0" rtlCol="0">
            <a:spAutoFit/>
          </a:bodyPr>
          <a:lstStyle/>
          <a:p>
            <a:pPr marL="12700" marR="5080">
              <a:lnSpc>
                <a:spcPct val="100000"/>
              </a:lnSpc>
              <a:spcBef>
                <a:spcPts val="95"/>
              </a:spcBef>
            </a:pPr>
            <a:r>
              <a:rPr sz="2800" b="1" dirty="0">
                <a:latin typeface="Calibri"/>
                <a:cs typeface="Calibri"/>
              </a:rPr>
              <a:t>Ví</a:t>
            </a:r>
            <a:r>
              <a:rPr sz="2800" b="1" spc="-35" dirty="0">
                <a:latin typeface="Calibri"/>
                <a:cs typeface="Calibri"/>
              </a:rPr>
              <a:t> </a:t>
            </a:r>
            <a:r>
              <a:rPr sz="2800" b="1" dirty="0">
                <a:latin typeface="Calibri"/>
                <a:cs typeface="Calibri"/>
              </a:rPr>
              <a:t>dụ</a:t>
            </a:r>
            <a:r>
              <a:rPr sz="2800" b="1" spc="-30" dirty="0">
                <a:latin typeface="Calibri"/>
                <a:cs typeface="Calibri"/>
              </a:rPr>
              <a:t> </a:t>
            </a:r>
            <a:r>
              <a:rPr sz="2800" b="1" dirty="0">
                <a:latin typeface="Calibri"/>
                <a:cs typeface="Calibri"/>
              </a:rPr>
              <a:t>:</a:t>
            </a:r>
            <a:r>
              <a:rPr sz="2800" b="1" spc="-20" dirty="0">
                <a:latin typeface="Calibri"/>
                <a:cs typeface="Calibri"/>
              </a:rPr>
              <a:t> </a:t>
            </a:r>
            <a:r>
              <a:rPr sz="2800" spc="-45" dirty="0">
                <a:latin typeface="Calibri"/>
                <a:cs typeface="Calibri"/>
              </a:rPr>
              <a:t>Tập</a:t>
            </a:r>
            <a:r>
              <a:rPr sz="2800" spc="-35" dirty="0">
                <a:latin typeface="Calibri"/>
                <a:cs typeface="Calibri"/>
              </a:rPr>
              <a:t> </a:t>
            </a:r>
            <a:r>
              <a:rPr sz="2800" dirty="0">
                <a:latin typeface="Calibri"/>
                <a:cs typeface="Calibri"/>
              </a:rPr>
              <a:t>A</a:t>
            </a:r>
            <a:r>
              <a:rPr sz="2800" spc="-25" dirty="0">
                <a:latin typeface="Calibri"/>
                <a:cs typeface="Calibri"/>
              </a:rPr>
              <a:t> </a:t>
            </a:r>
            <a:r>
              <a:rPr sz="2800" dirty="0">
                <a:latin typeface="Calibri"/>
                <a:cs typeface="Calibri"/>
              </a:rPr>
              <a:t>=</a:t>
            </a:r>
            <a:r>
              <a:rPr sz="2800" spc="-20" dirty="0">
                <a:latin typeface="Calibri"/>
                <a:cs typeface="Calibri"/>
              </a:rPr>
              <a:t> </a:t>
            </a:r>
            <a:r>
              <a:rPr sz="2800" dirty="0">
                <a:latin typeface="Calibri"/>
                <a:cs typeface="Calibri"/>
              </a:rPr>
              <a:t>{a,</a:t>
            </a:r>
            <a:r>
              <a:rPr sz="2800" spc="-30" dirty="0">
                <a:latin typeface="Calibri"/>
                <a:cs typeface="Calibri"/>
              </a:rPr>
              <a:t> </a:t>
            </a:r>
            <a:r>
              <a:rPr sz="2800" dirty="0">
                <a:latin typeface="Calibri"/>
                <a:cs typeface="Calibri"/>
              </a:rPr>
              <a:t>b,</a:t>
            </a:r>
            <a:r>
              <a:rPr sz="2800" spc="-20" dirty="0">
                <a:latin typeface="Calibri"/>
                <a:cs typeface="Calibri"/>
              </a:rPr>
              <a:t> </a:t>
            </a:r>
            <a:r>
              <a:rPr sz="2800" dirty="0">
                <a:latin typeface="Calibri"/>
                <a:cs typeface="Calibri"/>
              </a:rPr>
              <a:t>c,</a:t>
            </a:r>
            <a:r>
              <a:rPr sz="2800" spc="-10" dirty="0">
                <a:latin typeface="Calibri"/>
                <a:cs typeface="Calibri"/>
              </a:rPr>
              <a:t> </a:t>
            </a:r>
            <a:r>
              <a:rPr sz="2800" dirty="0">
                <a:latin typeface="Calibri"/>
                <a:cs typeface="Calibri"/>
              </a:rPr>
              <a:t>d,</a:t>
            </a:r>
            <a:r>
              <a:rPr sz="2800" spc="-25" dirty="0">
                <a:latin typeface="Calibri"/>
                <a:cs typeface="Calibri"/>
              </a:rPr>
              <a:t> </a:t>
            </a:r>
            <a:r>
              <a:rPr sz="2800" dirty="0">
                <a:latin typeface="Calibri"/>
                <a:cs typeface="Calibri"/>
              </a:rPr>
              <a:t>e}</a:t>
            </a:r>
            <a:r>
              <a:rPr sz="2800" spc="-25" dirty="0">
                <a:latin typeface="Calibri"/>
                <a:cs typeface="Calibri"/>
              </a:rPr>
              <a:t> </a:t>
            </a:r>
            <a:r>
              <a:rPr sz="2800" dirty="0">
                <a:latin typeface="Calibri"/>
                <a:cs typeface="Calibri"/>
              </a:rPr>
              <a:t>với</a:t>
            </a:r>
            <a:r>
              <a:rPr sz="2800" spc="-30" dirty="0">
                <a:latin typeface="Calibri"/>
                <a:cs typeface="Calibri"/>
              </a:rPr>
              <a:t> </a:t>
            </a:r>
            <a:r>
              <a:rPr sz="2800" dirty="0">
                <a:latin typeface="Calibri"/>
                <a:cs typeface="Calibri"/>
              </a:rPr>
              <a:t>biểu</a:t>
            </a:r>
            <a:r>
              <a:rPr sz="2800" spc="-15" dirty="0">
                <a:latin typeface="Calibri"/>
                <a:cs typeface="Calibri"/>
              </a:rPr>
              <a:t> </a:t>
            </a:r>
            <a:r>
              <a:rPr sz="2800" dirty="0">
                <a:latin typeface="Calibri"/>
                <a:cs typeface="Calibri"/>
              </a:rPr>
              <a:t>đồ</a:t>
            </a:r>
            <a:r>
              <a:rPr sz="2800" spc="-25" dirty="0">
                <a:latin typeface="Calibri"/>
                <a:cs typeface="Calibri"/>
              </a:rPr>
              <a:t> </a:t>
            </a:r>
            <a:r>
              <a:rPr sz="2800" dirty="0">
                <a:latin typeface="Calibri"/>
                <a:cs typeface="Calibri"/>
              </a:rPr>
              <a:t>Hasse</a:t>
            </a:r>
            <a:r>
              <a:rPr sz="2800" spc="-5" dirty="0">
                <a:latin typeface="Calibri"/>
                <a:cs typeface="Calibri"/>
              </a:rPr>
              <a:t> </a:t>
            </a:r>
            <a:r>
              <a:rPr sz="2800" dirty="0">
                <a:latin typeface="Calibri"/>
                <a:cs typeface="Calibri"/>
              </a:rPr>
              <a:t>dưới</a:t>
            </a:r>
            <a:r>
              <a:rPr sz="2800" spc="-10" dirty="0">
                <a:latin typeface="Calibri"/>
                <a:cs typeface="Calibri"/>
              </a:rPr>
              <a:t> </a:t>
            </a:r>
            <a:r>
              <a:rPr sz="2800" spc="-25" dirty="0">
                <a:latin typeface="Calibri"/>
                <a:cs typeface="Calibri"/>
              </a:rPr>
              <a:t>đây </a:t>
            </a:r>
            <a:r>
              <a:rPr sz="2800" dirty="0">
                <a:latin typeface="Calibri"/>
                <a:cs typeface="Calibri"/>
              </a:rPr>
              <a:t>không</a:t>
            </a:r>
            <a:r>
              <a:rPr sz="2800" spc="-25" dirty="0">
                <a:latin typeface="Calibri"/>
                <a:cs typeface="Calibri"/>
              </a:rPr>
              <a:t> </a:t>
            </a:r>
            <a:r>
              <a:rPr sz="2800" dirty="0">
                <a:latin typeface="Calibri"/>
                <a:cs typeface="Calibri"/>
              </a:rPr>
              <a:t>là</a:t>
            </a:r>
            <a:r>
              <a:rPr sz="2800" spc="-30" dirty="0">
                <a:latin typeface="Calibri"/>
                <a:cs typeface="Calibri"/>
              </a:rPr>
              <a:t> </a:t>
            </a:r>
            <a:r>
              <a:rPr sz="2800" dirty="0">
                <a:latin typeface="Calibri"/>
                <a:cs typeface="Calibri"/>
              </a:rPr>
              <a:t>một</a:t>
            </a:r>
            <a:r>
              <a:rPr sz="2800" spc="-20" dirty="0">
                <a:latin typeface="Calibri"/>
                <a:cs typeface="Calibri"/>
              </a:rPr>
              <a:t> </a:t>
            </a:r>
            <a:r>
              <a:rPr sz="2800" dirty="0">
                <a:latin typeface="Calibri"/>
                <a:cs typeface="Calibri"/>
              </a:rPr>
              <a:t>dàn.</a:t>
            </a:r>
            <a:r>
              <a:rPr sz="2800" spc="-10" dirty="0">
                <a:latin typeface="Calibri"/>
                <a:cs typeface="Calibri"/>
              </a:rPr>
              <a:t> </a:t>
            </a:r>
            <a:r>
              <a:rPr sz="2800" dirty="0">
                <a:latin typeface="Calibri"/>
                <a:cs typeface="Calibri"/>
              </a:rPr>
              <a:t>Vì</a:t>
            </a:r>
            <a:r>
              <a:rPr sz="2800" spc="-25" dirty="0">
                <a:latin typeface="Calibri"/>
                <a:cs typeface="Calibri"/>
              </a:rPr>
              <a:t> </a:t>
            </a:r>
            <a:r>
              <a:rPr sz="2800" dirty="0">
                <a:latin typeface="Calibri"/>
                <a:cs typeface="Calibri"/>
              </a:rPr>
              <a:t>{e,</a:t>
            </a:r>
            <a:r>
              <a:rPr sz="2800" spc="-35" dirty="0">
                <a:latin typeface="Calibri"/>
                <a:cs typeface="Calibri"/>
              </a:rPr>
              <a:t> </a:t>
            </a:r>
            <a:r>
              <a:rPr sz="2800" dirty="0">
                <a:latin typeface="Calibri"/>
                <a:cs typeface="Calibri"/>
              </a:rPr>
              <a:t>c}</a:t>
            </a:r>
            <a:r>
              <a:rPr sz="2800" spc="-35" dirty="0">
                <a:latin typeface="Calibri"/>
                <a:cs typeface="Calibri"/>
              </a:rPr>
              <a:t> </a:t>
            </a:r>
            <a:r>
              <a:rPr sz="2800" dirty="0">
                <a:latin typeface="Calibri"/>
                <a:cs typeface="Calibri"/>
              </a:rPr>
              <a:t>không</a:t>
            </a:r>
            <a:r>
              <a:rPr sz="2800" spc="-15" dirty="0">
                <a:latin typeface="Calibri"/>
                <a:cs typeface="Calibri"/>
              </a:rPr>
              <a:t> </a:t>
            </a:r>
            <a:r>
              <a:rPr sz="2800" dirty="0">
                <a:latin typeface="Calibri"/>
                <a:cs typeface="Calibri"/>
              </a:rPr>
              <a:t>có</a:t>
            </a:r>
            <a:r>
              <a:rPr sz="2800" spc="-35" dirty="0">
                <a:latin typeface="Calibri"/>
                <a:cs typeface="Calibri"/>
              </a:rPr>
              <a:t> </a:t>
            </a:r>
            <a:r>
              <a:rPr sz="2800" spc="-20" dirty="0">
                <a:latin typeface="Calibri"/>
                <a:cs typeface="Calibri"/>
              </a:rPr>
              <a:t>inf.</a:t>
            </a:r>
            <a:endParaRPr sz="2800">
              <a:latin typeface="Calibri"/>
              <a:cs typeface="Calibri"/>
            </a:endParaRPr>
          </a:p>
        </p:txBody>
      </p:sp>
      <p:pic>
        <p:nvPicPr>
          <p:cNvPr id="4" name="object 4"/>
          <p:cNvPicPr/>
          <p:nvPr/>
        </p:nvPicPr>
        <p:blipFill>
          <a:blip r:embed="rId2" cstate="print"/>
          <a:stretch>
            <a:fillRect/>
          </a:stretch>
        </p:blipFill>
        <p:spPr>
          <a:xfrm>
            <a:off x="3781425" y="4857840"/>
            <a:ext cx="1704975" cy="943614"/>
          </a:xfrm>
          <a:prstGeom prst="rect">
            <a:avLst/>
          </a:prstGeom>
        </p:spPr>
      </p:pic>
      <p:pic>
        <p:nvPicPr>
          <p:cNvPr id="5" name="object 5"/>
          <p:cNvPicPr/>
          <p:nvPr/>
        </p:nvPicPr>
        <p:blipFill>
          <a:blip r:embed="rId3" cstate="print"/>
          <a:stretch>
            <a:fillRect/>
          </a:stretch>
        </p:blipFill>
        <p:spPr>
          <a:xfrm>
            <a:off x="3324269" y="1351900"/>
            <a:ext cx="1419542" cy="1257829"/>
          </a:xfrm>
          <a:prstGeom prst="rect">
            <a:avLst/>
          </a:prstGeom>
        </p:spPr>
      </p:pic>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315213"/>
            <a:ext cx="2167890" cy="452120"/>
          </a:xfrm>
          <a:prstGeom prst="rect">
            <a:avLst/>
          </a:prstGeom>
        </p:spPr>
        <p:txBody>
          <a:bodyPr vert="horz" wrap="square" lIns="0" tIns="12065" rIns="0" bIns="0" rtlCol="0">
            <a:spAutoFit/>
          </a:bodyPr>
          <a:lstStyle/>
          <a:p>
            <a:pPr marL="12700">
              <a:lnSpc>
                <a:spcPct val="100000"/>
              </a:lnSpc>
              <a:spcBef>
                <a:spcPts val="95"/>
              </a:spcBef>
            </a:pPr>
            <a:r>
              <a:rPr b="1" dirty="0">
                <a:latin typeface="Calibri"/>
                <a:cs typeface="Calibri"/>
              </a:rPr>
              <a:t>Bài</a:t>
            </a:r>
            <a:r>
              <a:rPr b="1" spc="-35" dirty="0">
                <a:latin typeface="Calibri"/>
                <a:cs typeface="Calibri"/>
              </a:rPr>
              <a:t> </a:t>
            </a:r>
            <a:r>
              <a:rPr b="1" dirty="0">
                <a:latin typeface="Calibri"/>
                <a:cs typeface="Calibri"/>
              </a:rPr>
              <a:t>tập</a:t>
            </a:r>
            <a:r>
              <a:rPr b="1" spc="-30" dirty="0">
                <a:latin typeface="Calibri"/>
                <a:cs typeface="Calibri"/>
              </a:rPr>
              <a:t> </a:t>
            </a:r>
            <a:r>
              <a:rPr b="1" dirty="0">
                <a:latin typeface="Calibri"/>
                <a:cs typeface="Calibri"/>
              </a:rPr>
              <a:t>:</a:t>
            </a:r>
            <a:r>
              <a:rPr b="1" spc="-25" dirty="0">
                <a:latin typeface="Calibri"/>
                <a:cs typeface="Calibri"/>
              </a:rPr>
              <a:t> </a:t>
            </a:r>
            <a:r>
              <a:rPr dirty="0"/>
              <a:t>Cho</a:t>
            </a:r>
            <a:r>
              <a:rPr spc="-35" dirty="0"/>
              <a:t> </a:t>
            </a:r>
            <a:r>
              <a:rPr spc="-50" dirty="0"/>
              <a:t>A</a:t>
            </a:r>
          </a:p>
        </p:txBody>
      </p:sp>
      <p:sp>
        <p:nvSpPr>
          <p:cNvPr id="3" name="object 3"/>
          <p:cNvSpPr txBox="1"/>
          <p:nvPr/>
        </p:nvSpPr>
        <p:spPr>
          <a:xfrm>
            <a:off x="383540" y="3814721"/>
            <a:ext cx="2682240" cy="1562100"/>
          </a:xfrm>
          <a:prstGeom prst="rect">
            <a:avLst/>
          </a:prstGeom>
        </p:spPr>
        <p:txBody>
          <a:bodyPr vert="horz" wrap="square" lIns="0" tIns="97790" rIns="0" bIns="0" rtlCol="0">
            <a:spAutoFit/>
          </a:bodyPr>
          <a:lstStyle/>
          <a:p>
            <a:pPr marL="12700">
              <a:lnSpc>
                <a:spcPct val="100000"/>
              </a:lnSpc>
              <a:spcBef>
                <a:spcPts val="770"/>
              </a:spcBef>
            </a:pPr>
            <a:r>
              <a:rPr sz="2800" b="1" dirty="0">
                <a:latin typeface="Calibri"/>
                <a:cs typeface="Calibri"/>
              </a:rPr>
              <a:t>1</a:t>
            </a:r>
            <a:r>
              <a:rPr sz="2800" b="1" spc="-5" dirty="0">
                <a:latin typeface="Calibri"/>
                <a:cs typeface="Calibri"/>
              </a:rPr>
              <a:t> </a:t>
            </a:r>
            <a:r>
              <a:rPr sz="2800" b="1" dirty="0">
                <a:latin typeface="Calibri"/>
                <a:cs typeface="Calibri"/>
              </a:rPr>
              <a:t>) </a:t>
            </a:r>
            <a:r>
              <a:rPr sz="2800" spc="-20" dirty="0">
                <a:latin typeface="Calibri"/>
                <a:cs typeface="Calibri"/>
              </a:rPr>
              <a:t>Tính</a:t>
            </a:r>
            <a:endParaRPr sz="2800">
              <a:latin typeface="Calibri"/>
              <a:cs typeface="Calibri"/>
            </a:endParaRPr>
          </a:p>
          <a:p>
            <a:pPr marL="12700">
              <a:lnSpc>
                <a:spcPct val="100000"/>
              </a:lnSpc>
              <a:spcBef>
                <a:spcPts val="670"/>
              </a:spcBef>
              <a:tabLst>
                <a:tab pos="1800225" algn="l"/>
              </a:tabLst>
            </a:pPr>
            <a:r>
              <a:rPr sz="2800" dirty="0">
                <a:latin typeface="Calibri"/>
                <a:cs typeface="Calibri"/>
              </a:rPr>
              <a:t>a</a:t>
            </a:r>
            <a:r>
              <a:rPr sz="2800" spc="-25"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inf</a:t>
            </a:r>
            <a:r>
              <a:rPr sz="2800" spc="-25" dirty="0">
                <a:latin typeface="Calibri"/>
                <a:cs typeface="Calibri"/>
              </a:rPr>
              <a:t> </a:t>
            </a:r>
            <a:r>
              <a:rPr sz="2800" dirty="0">
                <a:latin typeface="Calibri"/>
                <a:cs typeface="Calibri"/>
              </a:rPr>
              <a:t>{b,</a:t>
            </a:r>
            <a:r>
              <a:rPr sz="2800" spc="-10" dirty="0">
                <a:latin typeface="Calibri"/>
                <a:cs typeface="Calibri"/>
              </a:rPr>
              <a:t> </a:t>
            </a:r>
            <a:r>
              <a:rPr sz="2800" spc="-25" dirty="0">
                <a:latin typeface="Calibri"/>
                <a:cs typeface="Calibri"/>
              </a:rPr>
              <a:t>c}</a:t>
            </a:r>
            <a:r>
              <a:rPr sz="2800" dirty="0">
                <a:latin typeface="Calibri"/>
                <a:cs typeface="Calibri"/>
              </a:rPr>
              <a:t>	</a:t>
            </a:r>
            <a:r>
              <a:rPr sz="2800" b="1" dirty="0">
                <a:latin typeface="Calibri"/>
                <a:cs typeface="Calibri"/>
              </a:rPr>
              <a:t>kq</a:t>
            </a:r>
            <a:r>
              <a:rPr sz="2800" b="1" spc="-45" dirty="0">
                <a:latin typeface="Calibri"/>
                <a:cs typeface="Calibri"/>
              </a:rPr>
              <a:t> </a:t>
            </a:r>
            <a:r>
              <a:rPr sz="2800" b="1" dirty="0">
                <a:latin typeface="Calibri"/>
                <a:cs typeface="Calibri"/>
              </a:rPr>
              <a:t>:</a:t>
            </a:r>
            <a:r>
              <a:rPr sz="2800" b="1" spc="-35" dirty="0">
                <a:latin typeface="Calibri"/>
                <a:cs typeface="Calibri"/>
              </a:rPr>
              <a:t> </a:t>
            </a:r>
            <a:r>
              <a:rPr sz="2800" b="1" spc="-50" dirty="0">
                <a:latin typeface="Calibri"/>
                <a:cs typeface="Calibri"/>
              </a:rPr>
              <a:t>a</a:t>
            </a:r>
            <a:endParaRPr sz="2800">
              <a:latin typeface="Calibri"/>
              <a:cs typeface="Calibri"/>
            </a:endParaRPr>
          </a:p>
          <a:p>
            <a:pPr marL="12700">
              <a:lnSpc>
                <a:spcPct val="100000"/>
              </a:lnSpc>
              <a:spcBef>
                <a:spcPts val="675"/>
              </a:spcBef>
            </a:pPr>
            <a:r>
              <a:rPr sz="2800" dirty="0">
                <a:latin typeface="Calibri"/>
                <a:cs typeface="Calibri"/>
              </a:rPr>
              <a:t>d</a:t>
            </a:r>
            <a:r>
              <a:rPr sz="2800" spc="-25" dirty="0">
                <a:latin typeface="Calibri"/>
                <a:cs typeface="Calibri"/>
              </a:rPr>
              <a:t> </a:t>
            </a:r>
            <a:r>
              <a:rPr sz="2800" dirty="0">
                <a:latin typeface="Calibri"/>
                <a:cs typeface="Calibri"/>
              </a:rPr>
              <a:t>)</a:t>
            </a:r>
            <a:r>
              <a:rPr sz="2800" spc="-30" dirty="0">
                <a:latin typeface="Calibri"/>
                <a:cs typeface="Calibri"/>
              </a:rPr>
              <a:t> </a:t>
            </a:r>
            <a:r>
              <a:rPr sz="2800" dirty="0">
                <a:latin typeface="Calibri"/>
                <a:cs typeface="Calibri"/>
              </a:rPr>
              <a:t>sup</a:t>
            </a:r>
            <a:r>
              <a:rPr sz="2800" spc="-10" dirty="0">
                <a:latin typeface="Calibri"/>
                <a:cs typeface="Calibri"/>
              </a:rPr>
              <a:t> </a:t>
            </a:r>
            <a:r>
              <a:rPr sz="2800" dirty="0">
                <a:latin typeface="Calibri"/>
                <a:cs typeface="Calibri"/>
              </a:rPr>
              <a:t>{b,</a:t>
            </a:r>
            <a:r>
              <a:rPr sz="2800" spc="-25" dirty="0">
                <a:latin typeface="Calibri"/>
                <a:cs typeface="Calibri"/>
              </a:rPr>
              <a:t> </a:t>
            </a:r>
            <a:r>
              <a:rPr sz="2800" dirty="0">
                <a:latin typeface="Calibri"/>
                <a:cs typeface="Calibri"/>
              </a:rPr>
              <a:t>c}</a:t>
            </a:r>
            <a:r>
              <a:rPr sz="2800" spc="-15" dirty="0">
                <a:latin typeface="Calibri"/>
                <a:cs typeface="Calibri"/>
              </a:rPr>
              <a:t> </a:t>
            </a:r>
            <a:r>
              <a:rPr sz="2800" b="1" dirty="0">
                <a:latin typeface="Calibri"/>
                <a:cs typeface="Calibri"/>
              </a:rPr>
              <a:t>kq</a:t>
            </a:r>
            <a:r>
              <a:rPr sz="2800" b="1" spc="-30" dirty="0">
                <a:latin typeface="Calibri"/>
                <a:cs typeface="Calibri"/>
              </a:rPr>
              <a:t> </a:t>
            </a:r>
            <a:r>
              <a:rPr sz="2800" b="1" dirty="0">
                <a:latin typeface="Calibri"/>
                <a:cs typeface="Calibri"/>
              </a:rPr>
              <a:t>:</a:t>
            </a:r>
            <a:r>
              <a:rPr sz="2800" b="1" spc="-20" dirty="0">
                <a:latin typeface="Calibri"/>
                <a:cs typeface="Calibri"/>
              </a:rPr>
              <a:t> </a:t>
            </a:r>
            <a:r>
              <a:rPr sz="2800" b="1" spc="-50" dirty="0">
                <a:latin typeface="Calibri"/>
                <a:cs typeface="Calibri"/>
              </a:rPr>
              <a:t>e</a:t>
            </a:r>
            <a:endParaRPr sz="2800">
              <a:latin typeface="Calibri"/>
              <a:cs typeface="Calibri"/>
            </a:endParaRPr>
          </a:p>
        </p:txBody>
      </p:sp>
      <p:sp>
        <p:nvSpPr>
          <p:cNvPr id="4" name="object 4"/>
          <p:cNvSpPr txBox="1"/>
          <p:nvPr/>
        </p:nvSpPr>
        <p:spPr>
          <a:xfrm>
            <a:off x="383540" y="5351243"/>
            <a:ext cx="6027420" cy="1049655"/>
          </a:xfrm>
          <a:prstGeom prst="rect">
            <a:avLst/>
          </a:prstGeom>
        </p:spPr>
        <p:txBody>
          <a:bodyPr vert="horz" wrap="square" lIns="0" tIns="97790" rIns="0" bIns="0" rtlCol="0">
            <a:spAutoFit/>
          </a:bodyPr>
          <a:lstStyle/>
          <a:p>
            <a:pPr marL="467359" indent="-454659">
              <a:lnSpc>
                <a:spcPct val="100000"/>
              </a:lnSpc>
              <a:spcBef>
                <a:spcPts val="770"/>
              </a:spcBef>
              <a:buFont typeface="Calibri"/>
              <a:buAutoNum type="arabicParenR" startAt="2"/>
              <a:tabLst>
                <a:tab pos="467359" algn="l"/>
              </a:tabLst>
            </a:pPr>
            <a:r>
              <a:rPr sz="2800" dirty="0">
                <a:latin typeface="Calibri"/>
                <a:cs typeface="Calibri"/>
              </a:rPr>
              <a:t>A</a:t>
            </a:r>
            <a:r>
              <a:rPr sz="2800" spc="-55" dirty="0">
                <a:latin typeface="Calibri"/>
                <a:cs typeface="Calibri"/>
              </a:rPr>
              <a:t> </a:t>
            </a:r>
            <a:r>
              <a:rPr sz="2800" dirty="0">
                <a:latin typeface="Calibri"/>
                <a:cs typeface="Calibri"/>
              </a:rPr>
              <a:t>có</a:t>
            </a:r>
            <a:r>
              <a:rPr sz="2800" spc="-40" dirty="0">
                <a:latin typeface="Calibri"/>
                <a:cs typeface="Calibri"/>
              </a:rPr>
              <a:t> </a:t>
            </a:r>
            <a:r>
              <a:rPr sz="2800" dirty="0">
                <a:latin typeface="Calibri"/>
                <a:cs typeface="Calibri"/>
              </a:rPr>
              <a:t>phần</a:t>
            </a:r>
            <a:r>
              <a:rPr sz="2800" spc="-40" dirty="0">
                <a:latin typeface="Calibri"/>
                <a:cs typeface="Calibri"/>
              </a:rPr>
              <a:t> </a:t>
            </a:r>
            <a:r>
              <a:rPr sz="2800" dirty="0">
                <a:latin typeface="Calibri"/>
                <a:cs typeface="Calibri"/>
              </a:rPr>
              <a:t>tử</a:t>
            </a:r>
            <a:r>
              <a:rPr sz="2800" spc="-45" dirty="0">
                <a:latin typeface="Calibri"/>
                <a:cs typeface="Calibri"/>
              </a:rPr>
              <a:t> </a:t>
            </a:r>
            <a:r>
              <a:rPr sz="2800" dirty="0">
                <a:latin typeface="Calibri"/>
                <a:cs typeface="Calibri"/>
              </a:rPr>
              <a:t>lớn</a:t>
            </a:r>
            <a:r>
              <a:rPr sz="2800" spc="-50" dirty="0">
                <a:latin typeface="Calibri"/>
                <a:cs typeface="Calibri"/>
              </a:rPr>
              <a:t> </a:t>
            </a:r>
            <a:r>
              <a:rPr sz="2800" dirty="0">
                <a:latin typeface="Calibri"/>
                <a:cs typeface="Calibri"/>
              </a:rPr>
              <a:t>nhất</a:t>
            </a:r>
            <a:r>
              <a:rPr sz="2800" spc="-35" dirty="0">
                <a:latin typeface="Calibri"/>
                <a:cs typeface="Calibri"/>
              </a:rPr>
              <a:t> </a:t>
            </a:r>
            <a:r>
              <a:rPr sz="2800" dirty="0">
                <a:latin typeface="Calibri"/>
                <a:cs typeface="Calibri"/>
              </a:rPr>
              <a:t>bé</a:t>
            </a:r>
            <a:r>
              <a:rPr sz="2800" spc="-50" dirty="0">
                <a:latin typeface="Calibri"/>
                <a:cs typeface="Calibri"/>
              </a:rPr>
              <a:t> </a:t>
            </a:r>
            <a:r>
              <a:rPr sz="2800" dirty="0">
                <a:latin typeface="Calibri"/>
                <a:cs typeface="Calibri"/>
              </a:rPr>
              <a:t>nhất</a:t>
            </a:r>
            <a:r>
              <a:rPr sz="2800" spc="-35" dirty="0">
                <a:latin typeface="Calibri"/>
                <a:cs typeface="Calibri"/>
              </a:rPr>
              <a:t> </a:t>
            </a:r>
            <a:r>
              <a:rPr sz="2800" dirty="0">
                <a:latin typeface="Calibri"/>
                <a:cs typeface="Calibri"/>
              </a:rPr>
              <a:t>không</a:t>
            </a:r>
            <a:r>
              <a:rPr sz="2800" spc="-40" dirty="0">
                <a:latin typeface="Calibri"/>
                <a:cs typeface="Calibri"/>
              </a:rPr>
              <a:t> </a:t>
            </a:r>
            <a:r>
              <a:rPr sz="2800" spc="-50" dirty="0">
                <a:latin typeface="Calibri"/>
                <a:cs typeface="Calibri"/>
              </a:rPr>
              <a:t>?</a:t>
            </a:r>
            <a:endParaRPr sz="2800">
              <a:latin typeface="Calibri"/>
              <a:cs typeface="Calibri"/>
            </a:endParaRPr>
          </a:p>
          <a:p>
            <a:pPr marL="467995" indent="-455295">
              <a:lnSpc>
                <a:spcPct val="100000"/>
              </a:lnSpc>
              <a:spcBef>
                <a:spcPts val="670"/>
              </a:spcBef>
              <a:buFont typeface="Calibri"/>
              <a:buAutoNum type="arabicParenR" startAt="2"/>
              <a:tabLst>
                <a:tab pos="467995" algn="l"/>
              </a:tabLst>
            </a:pPr>
            <a:r>
              <a:rPr sz="2800" dirty="0">
                <a:latin typeface="Calibri"/>
                <a:cs typeface="Calibri"/>
              </a:rPr>
              <a:t>A</a:t>
            </a:r>
            <a:r>
              <a:rPr sz="2800" spc="-25" dirty="0">
                <a:latin typeface="Calibri"/>
                <a:cs typeface="Calibri"/>
              </a:rPr>
              <a:t> </a:t>
            </a:r>
            <a:r>
              <a:rPr sz="2800" dirty="0">
                <a:latin typeface="Calibri"/>
                <a:cs typeface="Calibri"/>
              </a:rPr>
              <a:t>là</a:t>
            </a:r>
            <a:r>
              <a:rPr sz="2800" spc="-30" dirty="0">
                <a:latin typeface="Calibri"/>
                <a:cs typeface="Calibri"/>
              </a:rPr>
              <a:t> </a:t>
            </a:r>
            <a:r>
              <a:rPr sz="2800" dirty="0">
                <a:latin typeface="Calibri"/>
                <a:cs typeface="Calibri"/>
              </a:rPr>
              <a:t>dàn</a:t>
            </a:r>
            <a:r>
              <a:rPr sz="2800" spc="-5" dirty="0">
                <a:latin typeface="Calibri"/>
                <a:cs typeface="Calibri"/>
              </a:rPr>
              <a:t> </a:t>
            </a:r>
            <a:r>
              <a:rPr sz="2800" spc="-50" dirty="0">
                <a:latin typeface="Calibri"/>
                <a:cs typeface="Calibri"/>
              </a:rPr>
              <a:t>?</a:t>
            </a:r>
            <a:endParaRPr sz="2800">
              <a:latin typeface="Calibri"/>
              <a:cs typeface="Calibri"/>
            </a:endParaRPr>
          </a:p>
        </p:txBody>
      </p:sp>
      <p:grpSp>
        <p:nvGrpSpPr>
          <p:cNvPr id="5" name="object 5"/>
          <p:cNvGrpSpPr/>
          <p:nvPr/>
        </p:nvGrpSpPr>
        <p:grpSpPr>
          <a:xfrm>
            <a:off x="3035807" y="673608"/>
            <a:ext cx="2750820" cy="3386454"/>
            <a:chOff x="3035807" y="673608"/>
            <a:chExt cx="2750820" cy="3386454"/>
          </a:xfrm>
        </p:grpSpPr>
        <p:sp>
          <p:nvSpPr>
            <p:cNvPr id="6" name="object 6"/>
            <p:cNvSpPr/>
            <p:nvPr/>
          </p:nvSpPr>
          <p:spPr>
            <a:xfrm>
              <a:off x="3937254" y="1539239"/>
              <a:ext cx="964565" cy="1604010"/>
            </a:xfrm>
            <a:custGeom>
              <a:avLst/>
              <a:gdLst/>
              <a:ahLst/>
              <a:cxnLst/>
              <a:rect l="l" t="t" r="r" b="b"/>
              <a:pathLst>
                <a:path w="964564" h="1604010">
                  <a:moveTo>
                    <a:pt x="76200" y="75819"/>
                  </a:moveTo>
                  <a:lnTo>
                    <a:pt x="69875" y="63500"/>
                  </a:lnTo>
                  <a:lnTo>
                    <a:pt x="37338" y="0"/>
                  </a:lnTo>
                  <a:lnTo>
                    <a:pt x="0" y="76581"/>
                  </a:lnTo>
                  <a:lnTo>
                    <a:pt x="31750" y="76263"/>
                  </a:lnTo>
                  <a:lnTo>
                    <a:pt x="31623" y="63500"/>
                  </a:lnTo>
                  <a:lnTo>
                    <a:pt x="31750" y="75819"/>
                  </a:lnTo>
                  <a:lnTo>
                    <a:pt x="31750" y="76263"/>
                  </a:lnTo>
                  <a:lnTo>
                    <a:pt x="37198" y="593852"/>
                  </a:lnTo>
                  <a:lnTo>
                    <a:pt x="37211" y="593979"/>
                  </a:lnTo>
                  <a:lnTo>
                    <a:pt x="49911" y="593852"/>
                  </a:lnTo>
                  <a:lnTo>
                    <a:pt x="44450" y="76581"/>
                  </a:lnTo>
                  <a:lnTo>
                    <a:pt x="44450" y="76136"/>
                  </a:lnTo>
                  <a:lnTo>
                    <a:pt x="44323" y="63500"/>
                  </a:lnTo>
                  <a:lnTo>
                    <a:pt x="44450" y="75819"/>
                  </a:lnTo>
                  <a:lnTo>
                    <a:pt x="44450" y="76136"/>
                  </a:lnTo>
                  <a:lnTo>
                    <a:pt x="76200" y="75819"/>
                  </a:lnTo>
                  <a:close/>
                </a:path>
                <a:path w="964564" h="1604010">
                  <a:moveTo>
                    <a:pt x="964184" y="1129919"/>
                  </a:moveTo>
                  <a:lnTo>
                    <a:pt x="957859" y="1117981"/>
                  </a:lnTo>
                  <a:lnTo>
                    <a:pt x="924306" y="1054608"/>
                  </a:lnTo>
                  <a:lnTo>
                    <a:pt x="887984" y="1131697"/>
                  </a:lnTo>
                  <a:lnTo>
                    <a:pt x="919645" y="1130960"/>
                  </a:lnTo>
                  <a:lnTo>
                    <a:pt x="930516" y="1603502"/>
                  </a:lnTo>
                  <a:lnTo>
                    <a:pt x="930529" y="1603756"/>
                  </a:lnTo>
                  <a:lnTo>
                    <a:pt x="943229" y="1603502"/>
                  </a:lnTo>
                  <a:lnTo>
                    <a:pt x="932357" y="1131697"/>
                  </a:lnTo>
                  <a:lnTo>
                    <a:pt x="932332" y="1130668"/>
                  </a:lnTo>
                  <a:lnTo>
                    <a:pt x="932053" y="1118235"/>
                  </a:lnTo>
                  <a:lnTo>
                    <a:pt x="932319" y="1129919"/>
                  </a:lnTo>
                  <a:lnTo>
                    <a:pt x="932332" y="1130668"/>
                  </a:lnTo>
                  <a:lnTo>
                    <a:pt x="964184" y="1129919"/>
                  </a:lnTo>
                  <a:close/>
                </a:path>
              </a:pathLst>
            </a:custGeom>
            <a:solidFill>
              <a:srgbClr val="000000"/>
            </a:solidFill>
          </p:spPr>
          <p:txBody>
            <a:bodyPr wrap="square" lIns="0" tIns="0" rIns="0" bIns="0" rtlCol="0"/>
            <a:lstStyle/>
            <a:p>
              <a:endParaRPr/>
            </a:p>
          </p:txBody>
        </p:sp>
        <p:pic>
          <p:nvPicPr>
            <p:cNvPr id="7" name="object 7"/>
            <p:cNvPicPr/>
            <p:nvPr/>
          </p:nvPicPr>
          <p:blipFill>
            <a:blip r:embed="rId2" cstate="print"/>
            <a:stretch>
              <a:fillRect/>
            </a:stretch>
          </p:blipFill>
          <p:spPr>
            <a:xfrm>
              <a:off x="3874007" y="673608"/>
              <a:ext cx="178307" cy="178307"/>
            </a:xfrm>
            <a:prstGeom prst="rect">
              <a:avLst/>
            </a:prstGeom>
          </p:spPr>
        </p:pic>
        <p:pic>
          <p:nvPicPr>
            <p:cNvPr id="8" name="object 8"/>
            <p:cNvPicPr/>
            <p:nvPr/>
          </p:nvPicPr>
          <p:blipFill>
            <a:blip r:embed="rId2" cstate="print"/>
            <a:stretch>
              <a:fillRect/>
            </a:stretch>
          </p:blipFill>
          <p:spPr>
            <a:xfrm>
              <a:off x="3035807" y="1359408"/>
              <a:ext cx="178308" cy="178307"/>
            </a:xfrm>
            <a:prstGeom prst="rect">
              <a:avLst/>
            </a:prstGeom>
          </p:spPr>
        </p:pic>
        <p:pic>
          <p:nvPicPr>
            <p:cNvPr id="9" name="object 9"/>
            <p:cNvPicPr/>
            <p:nvPr/>
          </p:nvPicPr>
          <p:blipFill>
            <a:blip r:embed="rId2" cstate="print"/>
            <a:stretch>
              <a:fillRect/>
            </a:stretch>
          </p:blipFill>
          <p:spPr>
            <a:xfrm>
              <a:off x="4712207" y="1359408"/>
              <a:ext cx="178307" cy="178307"/>
            </a:xfrm>
            <a:prstGeom prst="rect">
              <a:avLst/>
            </a:prstGeom>
          </p:spPr>
        </p:pic>
        <p:pic>
          <p:nvPicPr>
            <p:cNvPr id="10" name="object 10"/>
            <p:cNvPicPr/>
            <p:nvPr/>
          </p:nvPicPr>
          <p:blipFill>
            <a:blip r:embed="rId2" cstate="print"/>
            <a:stretch>
              <a:fillRect/>
            </a:stretch>
          </p:blipFill>
          <p:spPr>
            <a:xfrm>
              <a:off x="3892295" y="2121408"/>
              <a:ext cx="178307" cy="178307"/>
            </a:xfrm>
            <a:prstGeom prst="rect">
              <a:avLst/>
            </a:prstGeom>
          </p:spPr>
        </p:pic>
        <p:pic>
          <p:nvPicPr>
            <p:cNvPr id="11" name="object 11"/>
            <p:cNvPicPr/>
            <p:nvPr/>
          </p:nvPicPr>
          <p:blipFill>
            <a:blip r:embed="rId3" cstate="print"/>
            <a:stretch>
              <a:fillRect/>
            </a:stretch>
          </p:blipFill>
          <p:spPr>
            <a:xfrm>
              <a:off x="4770119" y="2433828"/>
              <a:ext cx="178307" cy="178307"/>
            </a:xfrm>
            <a:prstGeom prst="rect">
              <a:avLst/>
            </a:prstGeom>
          </p:spPr>
        </p:pic>
        <p:pic>
          <p:nvPicPr>
            <p:cNvPr id="12" name="object 12"/>
            <p:cNvPicPr/>
            <p:nvPr/>
          </p:nvPicPr>
          <p:blipFill>
            <a:blip r:embed="rId3" cstate="print"/>
            <a:stretch>
              <a:fillRect/>
            </a:stretch>
          </p:blipFill>
          <p:spPr>
            <a:xfrm>
              <a:off x="3931919" y="3119628"/>
              <a:ext cx="178307" cy="178307"/>
            </a:xfrm>
            <a:prstGeom prst="rect">
              <a:avLst/>
            </a:prstGeom>
          </p:spPr>
        </p:pic>
        <p:pic>
          <p:nvPicPr>
            <p:cNvPr id="13" name="object 13"/>
            <p:cNvPicPr/>
            <p:nvPr/>
          </p:nvPicPr>
          <p:blipFill>
            <a:blip r:embed="rId3" cstate="print"/>
            <a:stretch>
              <a:fillRect/>
            </a:stretch>
          </p:blipFill>
          <p:spPr>
            <a:xfrm>
              <a:off x="5608319" y="3119628"/>
              <a:ext cx="178307" cy="178307"/>
            </a:xfrm>
            <a:prstGeom prst="rect">
              <a:avLst/>
            </a:prstGeom>
          </p:spPr>
        </p:pic>
        <p:pic>
          <p:nvPicPr>
            <p:cNvPr id="14" name="object 14"/>
            <p:cNvPicPr/>
            <p:nvPr/>
          </p:nvPicPr>
          <p:blipFill>
            <a:blip r:embed="rId4" cstate="print"/>
            <a:stretch>
              <a:fillRect/>
            </a:stretch>
          </p:blipFill>
          <p:spPr>
            <a:xfrm>
              <a:off x="4788407" y="3881628"/>
              <a:ext cx="178307" cy="178308"/>
            </a:xfrm>
            <a:prstGeom prst="rect">
              <a:avLst/>
            </a:prstGeom>
          </p:spPr>
        </p:pic>
        <p:pic>
          <p:nvPicPr>
            <p:cNvPr id="15" name="object 15"/>
            <p:cNvPicPr/>
            <p:nvPr/>
          </p:nvPicPr>
          <p:blipFill>
            <a:blip r:embed="rId3" cstate="print"/>
            <a:stretch>
              <a:fillRect/>
            </a:stretch>
          </p:blipFill>
          <p:spPr>
            <a:xfrm>
              <a:off x="3886199" y="1374648"/>
              <a:ext cx="178307" cy="178307"/>
            </a:xfrm>
            <a:prstGeom prst="rect">
              <a:avLst/>
            </a:prstGeom>
          </p:spPr>
        </p:pic>
        <p:pic>
          <p:nvPicPr>
            <p:cNvPr id="16" name="object 16"/>
            <p:cNvPicPr/>
            <p:nvPr/>
          </p:nvPicPr>
          <p:blipFill>
            <a:blip r:embed="rId3" cstate="print"/>
            <a:stretch>
              <a:fillRect/>
            </a:stretch>
          </p:blipFill>
          <p:spPr>
            <a:xfrm>
              <a:off x="4770119" y="3119628"/>
              <a:ext cx="178307" cy="178307"/>
            </a:xfrm>
            <a:prstGeom prst="rect">
              <a:avLst/>
            </a:prstGeom>
          </p:spPr>
        </p:pic>
        <p:sp>
          <p:nvSpPr>
            <p:cNvPr id="17" name="object 17"/>
            <p:cNvSpPr/>
            <p:nvPr/>
          </p:nvSpPr>
          <p:spPr>
            <a:xfrm>
              <a:off x="3173603" y="815339"/>
              <a:ext cx="2475865" cy="3100705"/>
            </a:xfrm>
            <a:custGeom>
              <a:avLst/>
              <a:gdLst/>
              <a:ahLst/>
              <a:cxnLst/>
              <a:rect l="l" t="t" r="r" b="b"/>
              <a:pathLst>
                <a:path w="2475865" h="3100704">
                  <a:moveTo>
                    <a:pt x="734314" y="0"/>
                  </a:moveTo>
                  <a:lnTo>
                    <a:pt x="651002" y="17399"/>
                  </a:lnTo>
                  <a:lnTo>
                    <a:pt x="670648" y="42291"/>
                  </a:lnTo>
                  <a:lnTo>
                    <a:pt x="0" y="573024"/>
                  </a:lnTo>
                  <a:lnTo>
                    <a:pt x="7874" y="583057"/>
                  </a:lnTo>
                  <a:lnTo>
                    <a:pt x="678497" y="52222"/>
                  </a:lnTo>
                  <a:lnTo>
                    <a:pt x="698246" y="77216"/>
                  </a:lnTo>
                  <a:lnTo>
                    <a:pt x="718235" y="34417"/>
                  </a:lnTo>
                  <a:lnTo>
                    <a:pt x="734314" y="0"/>
                  </a:lnTo>
                  <a:close/>
                </a:path>
                <a:path w="2475865" h="3100704">
                  <a:moveTo>
                    <a:pt x="757301" y="1335278"/>
                  </a:moveTo>
                  <a:lnTo>
                    <a:pt x="65506" y="731177"/>
                  </a:lnTo>
                  <a:lnTo>
                    <a:pt x="72847" y="722757"/>
                  </a:lnTo>
                  <a:lnTo>
                    <a:pt x="86360" y="707263"/>
                  </a:lnTo>
                  <a:lnTo>
                    <a:pt x="3937" y="685800"/>
                  </a:lnTo>
                  <a:lnTo>
                    <a:pt x="36322" y="764667"/>
                  </a:lnTo>
                  <a:lnTo>
                    <a:pt x="57162" y="740752"/>
                  </a:lnTo>
                  <a:lnTo>
                    <a:pt x="749046" y="1344803"/>
                  </a:lnTo>
                  <a:lnTo>
                    <a:pt x="757301" y="1335278"/>
                  </a:lnTo>
                  <a:close/>
                </a:path>
                <a:path w="2475865" h="3100704">
                  <a:moveTo>
                    <a:pt x="828675" y="98171"/>
                  </a:moveTo>
                  <a:lnTo>
                    <a:pt x="822350" y="86233"/>
                  </a:lnTo>
                  <a:lnTo>
                    <a:pt x="788797" y="22860"/>
                  </a:lnTo>
                  <a:lnTo>
                    <a:pt x="752475" y="99949"/>
                  </a:lnTo>
                  <a:lnTo>
                    <a:pt x="784136" y="99212"/>
                  </a:lnTo>
                  <a:lnTo>
                    <a:pt x="795007" y="571754"/>
                  </a:lnTo>
                  <a:lnTo>
                    <a:pt x="795020" y="572008"/>
                  </a:lnTo>
                  <a:lnTo>
                    <a:pt x="807720" y="571754"/>
                  </a:lnTo>
                  <a:lnTo>
                    <a:pt x="796848" y="99949"/>
                  </a:lnTo>
                  <a:lnTo>
                    <a:pt x="796823" y="98920"/>
                  </a:lnTo>
                  <a:lnTo>
                    <a:pt x="796544" y="86487"/>
                  </a:lnTo>
                  <a:lnTo>
                    <a:pt x="796810" y="98171"/>
                  </a:lnTo>
                  <a:lnTo>
                    <a:pt x="796823" y="98920"/>
                  </a:lnTo>
                  <a:lnTo>
                    <a:pt x="828675" y="98171"/>
                  </a:lnTo>
                  <a:close/>
                </a:path>
                <a:path w="2475865" h="3100704">
                  <a:moveTo>
                    <a:pt x="852043" y="2315845"/>
                  </a:moveTo>
                  <a:lnTo>
                    <a:pt x="817016" y="1548511"/>
                  </a:lnTo>
                  <a:lnTo>
                    <a:pt x="816927" y="1546517"/>
                  </a:lnTo>
                  <a:lnTo>
                    <a:pt x="816381" y="1534414"/>
                  </a:lnTo>
                  <a:lnTo>
                    <a:pt x="816864" y="1545082"/>
                  </a:lnTo>
                  <a:lnTo>
                    <a:pt x="816927" y="1546517"/>
                  </a:lnTo>
                  <a:lnTo>
                    <a:pt x="848614" y="1545082"/>
                  </a:lnTo>
                  <a:lnTo>
                    <a:pt x="842302" y="1533779"/>
                  </a:lnTo>
                  <a:lnTo>
                    <a:pt x="807085" y="1470660"/>
                  </a:lnTo>
                  <a:lnTo>
                    <a:pt x="772541" y="1548511"/>
                  </a:lnTo>
                  <a:lnTo>
                    <a:pt x="804227" y="1547088"/>
                  </a:lnTo>
                  <a:lnTo>
                    <a:pt x="803656" y="1534414"/>
                  </a:lnTo>
                  <a:lnTo>
                    <a:pt x="804138" y="1545082"/>
                  </a:lnTo>
                  <a:lnTo>
                    <a:pt x="804227" y="1547088"/>
                  </a:lnTo>
                  <a:lnTo>
                    <a:pt x="839304" y="2315845"/>
                  </a:lnTo>
                  <a:lnTo>
                    <a:pt x="839343" y="2316480"/>
                  </a:lnTo>
                  <a:lnTo>
                    <a:pt x="852043" y="2315845"/>
                  </a:lnTo>
                  <a:close/>
                </a:path>
                <a:path w="2475865" h="3100704">
                  <a:moveTo>
                    <a:pt x="1573657" y="685800"/>
                  </a:moveTo>
                  <a:lnTo>
                    <a:pt x="1491742" y="709295"/>
                  </a:lnTo>
                  <a:lnTo>
                    <a:pt x="1513268" y="732739"/>
                  </a:lnTo>
                  <a:lnTo>
                    <a:pt x="857631" y="1335405"/>
                  </a:lnTo>
                  <a:lnTo>
                    <a:pt x="866267" y="1344676"/>
                  </a:lnTo>
                  <a:lnTo>
                    <a:pt x="1521777" y="742010"/>
                  </a:lnTo>
                  <a:lnTo>
                    <a:pt x="1543304" y="765429"/>
                  </a:lnTo>
                  <a:lnTo>
                    <a:pt x="1559026" y="724154"/>
                  </a:lnTo>
                  <a:lnTo>
                    <a:pt x="1573657" y="685800"/>
                  </a:lnTo>
                  <a:close/>
                </a:path>
                <a:path w="2475865" h="3100704">
                  <a:moveTo>
                    <a:pt x="1576451" y="573024"/>
                  </a:moveTo>
                  <a:lnTo>
                    <a:pt x="905840" y="42329"/>
                  </a:lnTo>
                  <a:lnTo>
                    <a:pt x="912088" y="34417"/>
                  </a:lnTo>
                  <a:lnTo>
                    <a:pt x="925576" y="17399"/>
                  </a:lnTo>
                  <a:lnTo>
                    <a:pt x="842137" y="0"/>
                  </a:lnTo>
                  <a:lnTo>
                    <a:pt x="878205" y="77216"/>
                  </a:lnTo>
                  <a:lnTo>
                    <a:pt x="897978" y="52247"/>
                  </a:lnTo>
                  <a:lnTo>
                    <a:pt x="1568577" y="583057"/>
                  </a:lnTo>
                  <a:lnTo>
                    <a:pt x="1576451" y="573024"/>
                  </a:lnTo>
                  <a:close/>
                </a:path>
                <a:path w="2475865" h="3100704">
                  <a:moveTo>
                    <a:pt x="1633474" y="1755648"/>
                  </a:moveTo>
                  <a:lnTo>
                    <a:pt x="1550162" y="1773047"/>
                  </a:lnTo>
                  <a:lnTo>
                    <a:pt x="1569808" y="1797939"/>
                  </a:lnTo>
                  <a:lnTo>
                    <a:pt x="899160" y="2328672"/>
                  </a:lnTo>
                  <a:lnTo>
                    <a:pt x="907034" y="2338705"/>
                  </a:lnTo>
                  <a:lnTo>
                    <a:pt x="1577657" y="1807870"/>
                  </a:lnTo>
                  <a:lnTo>
                    <a:pt x="1597406" y="1832864"/>
                  </a:lnTo>
                  <a:lnTo>
                    <a:pt x="1617395" y="1790065"/>
                  </a:lnTo>
                  <a:lnTo>
                    <a:pt x="1633474" y="1755648"/>
                  </a:lnTo>
                  <a:close/>
                </a:path>
                <a:path w="2475865" h="3100704">
                  <a:moveTo>
                    <a:pt x="1656461" y="3090926"/>
                  </a:moveTo>
                  <a:lnTo>
                    <a:pt x="964666" y="2486825"/>
                  </a:lnTo>
                  <a:lnTo>
                    <a:pt x="972007" y="2478405"/>
                  </a:lnTo>
                  <a:lnTo>
                    <a:pt x="985520" y="2462911"/>
                  </a:lnTo>
                  <a:lnTo>
                    <a:pt x="903097" y="2441448"/>
                  </a:lnTo>
                  <a:lnTo>
                    <a:pt x="935482" y="2520315"/>
                  </a:lnTo>
                  <a:lnTo>
                    <a:pt x="956322" y="2496401"/>
                  </a:lnTo>
                  <a:lnTo>
                    <a:pt x="1648206" y="3100451"/>
                  </a:lnTo>
                  <a:lnTo>
                    <a:pt x="1656461" y="3090926"/>
                  </a:lnTo>
                  <a:close/>
                </a:path>
                <a:path w="2475865" h="3100704">
                  <a:moveTo>
                    <a:pt x="1690751" y="1629918"/>
                  </a:moveTo>
                  <a:lnTo>
                    <a:pt x="1638236" y="787019"/>
                  </a:lnTo>
                  <a:lnTo>
                    <a:pt x="1638109" y="785075"/>
                  </a:lnTo>
                  <a:lnTo>
                    <a:pt x="1638058" y="784288"/>
                  </a:lnTo>
                  <a:lnTo>
                    <a:pt x="1637322" y="772414"/>
                  </a:lnTo>
                  <a:lnTo>
                    <a:pt x="1637944" y="782320"/>
                  </a:lnTo>
                  <a:lnTo>
                    <a:pt x="1638058" y="784288"/>
                  </a:lnTo>
                  <a:lnTo>
                    <a:pt x="1669796" y="782320"/>
                  </a:lnTo>
                  <a:lnTo>
                    <a:pt x="1663585" y="771652"/>
                  </a:lnTo>
                  <a:lnTo>
                    <a:pt x="1626997" y="708660"/>
                  </a:lnTo>
                  <a:lnTo>
                    <a:pt x="1593723" y="787019"/>
                  </a:lnTo>
                  <a:lnTo>
                    <a:pt x="1625371" y="785075"/>
                  </a:lnTo>
                  <a:lnTo>
                    <a:pt x="1677987" y="1629918"/>
                  </a:lnTo>
                  <a:lnTo>
                    <a:pt x="1678051" y="1630807"/>
                  </a:lnTo>
                  <a:lnTo>
                    <a:pt x="1690751" y="1629918"/>
                  </a:lnTo>
                  <a:close/>
                </a:path>
                <a:path w="2475865" h="3100704">
                  <a:moveTo>
                    <a:pt x="1725295" y="2543810"/>
                  </a:moveTo>
                  <a:lnTo>
                    <a:pt x="1718995" y="2532126"/>
                  </a:lnTo>
                  <a:lnTo>
                    <a:pt x="1684909" y="2468880"/>
                  </a:lnTo>
                  <a:lnTo>
                    <a:pt x="1649222" y="2546223"/>
                  </a:lnTo>
                  <a:lnTo>
                    <a:pt x="1680845" y="2545219"/>
                  </a:lnTo>
                  <a:lnTo>
                    <a:pt x="1680464" y="2532507"/>
                  </a:lnTo>
                  <a:lnTo>
                    <a:pt x="1680806" y="2543810"/>
                  </a:lnTo>
                  <a:lnTo>
                    <a:pt x="1680845" y="2545219"/>
                  </a:lnTo>
                  <a:lnTo>
                    <a:pt x="1697329" y="3078226"/>
                  </a:lnTo>
                  <a:lnTo>
                    <a:pt x="1697355" y="3078734"/>
                  </a:lnTo>
                  <a:lnTo>
                    <a:pt x="1710055" y="3078226"/>
                  </a:lnTo>
                  <a:lnTo>
                    <a:pt x="1693595" y="2546223"/>
                  </a:lnTo>
                  <a:lnTo>
                    <a:pt x="1693545" y="2544826"/>
                  </a:lnTo>
                  <a:lnTo>
                    <a:pt x="1693164" y="2532507"/>
                  </a:lnTo>
                  <a:lnTo>
                    <a:pt x="1693519" y="2543810"/>
                  </a:lnTo>
                  <a:lnTo>
                    <a:pt x="1693545" y="2544826"/>
                  </a:lnTo>
                  <a:lnTo>
                    <a:pt x="1725295" y="2543810"/>
                  </a:lnTo>
                  <a:close/>
                </a:path>
                <a:path w="2475865" h="3100704">
                  <a:moveTo>
                    <a:pt x="2472817" y="2441448"/>
                  </a:moveTo>
                  <a:lnTo>
                    <a:pt x="2390902" y="2464943"/>
                  </a:lnTo>
                  <a:lnTo>
                    <a:pt x="2412428" y="2488387"/>
                  </a:lnTo>
                  <a:lnTo>
                    <a:pt x="1756791" y="3091053"/>
                  </a:lnTo>
                  <a:lnTo>
                    <a:pt x="1765427" y="3100324"/>
                  </a:lnTo>
                  <a:lnTo>
                    <a:pt x="2420937" y="2497658"/>
                  </a:lnTo>
                  <a:lnTo>
                    <a:pt x="2442464" y="2521077"/>
                  </a:lnTo>
                  <a:lnTo>
                    <a:pt x="2458186" y="2479802"/>
                  </a:lnTo>
                  <a:lnTo>
                    <a:pt x="2472817" y="2441448"/>
                  </a:lnTo>
                  <a:close/>
                </a:path>
                <a:path w="2475865" h="3100704">
                  <a:moveTo>
                    <a:pt x="2475611" y="2328672"/>
                  </a:moveTo>
                  <a:lnTo>
                    <a:pt x="1805000" y="1797977"/>
                  </a:lnTo>
                  <a:lnTo>
                    <a:pt x="1811248" y="1790065"/>
                  </a:lnTo>
                  <a:lnTo>
                    <a:pt x="1824736" y="1773047"/>
                  </a:lnTo>
                  <a:lnTo>
                    <a:pt x="1741297" y="1755648"/>
                  </a:lnTo>
                  <a:lnTo>
                    <a:pt x="1777365" y="1832864"/>
                  </a:lnTo>
                  <a:lnTo>
                    <a:pt x="1797138" y="1807895"/>
                  </a:lnTo>
                  <a:lnTo>
                    <a:pt x="2467737" y="2338705"/>
                  </a:lnTo>
                  <a:lnTo>
                    <a:pt x="2475611" y="2328672"/>
                  </a:lnTo>
                  <a:close/>
                </a:path>
              </a:pathLst>
            </a:custGeom>
            <a:solidFill>
              <a:srgbClr val="000000"/>
            </a:solidFill>
          </p:spPr>
          <p:txBody>
            <a:bodyPr wrap="square" lIns="0" tIns="0" rIns="0" bIns="0" rtlCol="0"/>
            <a:lstStyle/>
            <a:p>
              <a:endParaRPr/>
            </a:p>
          </p:txBody>
        </p:sp>
      </p:grpSp>
      <p:sp>
        <p:nvSpPr>
          <p:cNvPr id="18" name="object 18"/>
          <p:cNvSpPr txBox="1"/>
          <p:nvPr/>
        </p:nvSpPr>
        <p:spPr>
          <a:xfrm>
            <a:off x="3863721" y="273558"/>
            <a:ext cx="146050"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alibri"/>
                <a:cs typeface="Calibri"/>
              </a:rPr>
              <a:t>z</a:t>
            </a:r>
            <a:endParaRPr sz="2400">
              <a:latin typeface="Calibri"/>
              <a:cs typeface="Calibri"/>
            </a:endParaRPr>
          </a:p>
        </p:txBody>
      </p:sp>
      <p:sp>
        <p:nvSpPr>
          <p:cNvPr id="19" name="object 19"/>
          <p:cNvSpPr txBox="1"/>
          <p:nvPr/>
        </p:nvSpPr>
        <p:spPr>
          <a:xfrm>
            <a:off x="2828925" y="1230629"/>
            <a:ext cx="157480"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alibri"/>
                <a:cs typeface="Calibri"/>
              </a:rPr>
              <a:t>x</a:t>
            </a:r>
            <a:endParaRPr sz="2400">
              <a:latin typeface="Calibri"/>
              <a:cs typeface="Calibri"/>
            </a:endParaRPr>
          </a:p>
        </p:txBody>
      </p:sp>
      <p:sp>
        <p:nvSpPr>
          <p:cNvPr id="20" name="object 20"/>
          <p:cNvSpPr txBox="1"/>
          <p:nvPr/>
        </p:nvSpPr>
        <p:spPr>
          <a:xfrm>
            <a:off x="4930902" y="1155268"/>
            <a:ext cx="163830" cy="391795"/>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alibri"/>
                <a:cs typeface="Calibri"/>
              </a:rPr>
              <a:t>y</a:t>
            </a:r>
            <a:endParaRPr sz="2400">
              <a:latin typeface="Calibri"/>
              <a:cs typeface="Calibri"/>
            </a:endParaRPr>
          </a:p>
        </p:txBody>
      </p:sp>
      <p:sp>
        <p:nvSpPr>
          <p:cNvPr id="21" name="object 21"/>
          <p:cNvSpPr txBox="1"/>
          <p:nvPr/>
        </p:nvSpPr>
        <p:spPr>
          <a:xfrm>
            <a:off x="4145407" y="1202816"/>
            <a:ext cx="12763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alibri"/>
                <a:cs typeface="Calibri"/>
              </a:rPr>
              <a:t>t</a:t>
            </a:r>
            <a:endParaRPr sz="2400">
              <a:latin typeface="Calibri"/>
              <a:cs typeface="Calibri"/>
            </a:endParaRPr>
          </a:p>
        </p:txBody>
      </p:sp>
      <p:sp>
        <p:nvSpPr>
          <p:cNvPr id="22" name="object 22"/>
          <p:cNvSpPr txBox="1"/>
          <p:nvPr/>
        </p:nvSpPr>
        <p:spPr>
          <a:xfrm>
            <a:off x="3603497" y="1980438"/>
            <a:ext cx="16319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alibri"/>
                <a:cs typeface="Calibri"/>
              </a:rPr>
              <a:t>v</a:t>
            </a:r>
            <a:endParaRPr sz="2400">
              <a:latin typeface="Calibri"/>
              <a:cs typeface="Calibri"/>
            </a:endParaRPr>
          </a:p>
        </p:txBody>
      </p:sp>
      <p:sp>
        <p:nvSpPr>
          <p:cNvPr id="23" name="object 23"/>
          <p:cNvSpPr txBox="1"/>
          <p:nvPr/>
        </p:nvSpPr>
        <p:spPr>
          <a:xfrm>
            <a:off x="4987797" y="2983229"/>
            <a:ext cx="18605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alibri"/>
                <a:cs typeface="Calibri"/>
              </a:rPr>
              <a:t>b</a:t>
            </a:r>
            <a:endParaRPr sz="2400">
              <a:latin typeface="Calibri"/>
              <a:cs typeface="Calibri"/>
            </a:endParaRPr>
          </a:p>
        </p:txBody>
      </p:sp>
      <p:sp>
        <p:nvSpPr>
          <p:cNvPr id="24" name="object 24"/>
          <p:cNvSpPr txBox="1"/>
          <p:nvPr/>
        </p:nvSpPr>
        <p:spPr>
          <a:xfrm>
            <a:off x="3671442" y="2961513"/>
            <a:ext cx="15430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alibri"/>
                <a:cs typeface="Calibri"/>
              </a:rPr>
              <a:t>c</a:t>
            </a:r>
            <a:endParaRPr sz="2400">
              <a:latin typeface="Calibri"/>
              <a:cs typeface="Calibri"/>
            </a:endParaRPr>
          </a:p>
        </p:txBody>
      </p:sp>
      <p:sp>
        <p:nvSpPr>
          <p:cNvPr id="25" name="object 25"/>
          <p:cNvSpPr txBox="1"/>
          <p:nvPr/>
        </p:nvSpPr>
        <p:spPr>
          <a:xfrm>
            <a:off x="4978653" y="2145538"/>
            <a:ext cx="17716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alibri"/>
                <a:cs typeface="Calibri"/>
              </a:rPr>
              <a:t>e</a:t>
            </a:r>
            <a:endParaRPr sz="2400">
              <a:latin typeface="Calibri"/>
              <a:cs typeface="Calibri"/>
            </a:endParaRPr>
          </a:p>
        </p:txBody>
      </p:sp>
      <p:sp>
        <p:nvSpPr>
          <p:cNvPr id="26" name="object 26"/>
          <p:cNvSpPr txBox="1"/>
          <p:nvPr/>
        </p:nvSpPr>
        <p:spPr>
          <a:xfrm>
            <a:off x="3284346" y="3985287"/>
            <a:ext cx="5249545" cy="1391285"/>
          </a:xfrm>
          <a:prstGeom prst="rect">
            <a:avLst/>
          </a:prstGeom>
        </p:spPr>
        <p:txBody>
          <a:bodyPr vert="horz" wrap="square" lIns="0" tIns="40640" rIns="0" bIns="0" rtlCol="0">
            <a:spAutoFit/>
          </a:bodyPr>
          <a:lstStyle/>
          <a:p>
            <a:pPr marL="1525270">
              <a:lnSpc>
                <a:spcPct val="100000"/>
              </a:lnSpc>
              <a:spcBef>
                <a:spcPts val="320"/>
              </a:spcBef>
            </a:pPr>
            <a:r>
              <a:rPr sz="2400" spc="-50" dirty="0">
                <a:latin typeface="Calibri"/>
                <a:cs typeface="Calibri"/>
              </a:rPr>
              <a:t>a</a:t>
            </a:r>
            <a:endParaRPr sz="2400">
              <a:latin typeface="Calibri"/>
              <a:cs typeface="Calibri"/>
            </a:endParaRPr>
          </a:p>
          <a:p>
            <a:pPr marL="13970">
              <a:lnSpc>
                <a:spcPct val="100000"/>
              </a:lnSpc>
              <a:spcBef>
                <a:spcPts val="254"/>
              </a:spcBef>
              <a:tabLst>
                <a:tab pos="1784985" algn="l"/>
              </a:tabLst>
            </a:pPr>
            <a:r>
              <a:rPr sz="2800" dirty="0">
                <a:latin typeface="Calibri"/>
                <a:cs typeface="Calibri"/>
              </a:rPr>
              <a:t>b)</a:t>
            </a:r>
            <a:r>
              <a:rPr sz="2800" spc="-25" dirty="0">
                <a:latin typeface="Calibri"/>
                <a:cs typeface="Calibri"/>
              </a:rPr>
              <a:t> </a:t>
            </a:r>
            <a:r>
              <a:rPr sz="2800" dirty="0">
                <a:latin typeface="Calibri"/>
                <a:cs typeface="Calibri"/>
              </a:rPr>
              <a:t>inf</a:t>
            </a:r>
            <a:r>
              <a:rPr sz="2800" spc="-35" dirty="0">
                <a:latin typeface="Calibri"/>
                <a:cs typeface="Calibri"/>
              </a:rPr>
              <a:t> </a:t>
            </a:r>
            <a:r>
              <a:rPr sz="2800" dirty="0">
                <a:latin typeface="Calibri"/>
                <a:cs typeface="Calibri"/>
              </a:rPr>
              <a:t>{b,</a:t>
            </a:r>
            <a:r>
              <a:rPr sz="2800" spc="-15" dirty="0">
                <a:latin typeface="Calibri"/>
                <a:cs typeface="Calibri"/>
              </a:rPr>
              <a:t> </a:t>
            </a:r>
            <a:r>
              <a:rPr sz="2800" spc="-25" dirty="0">
                <a:latin typeface="Calibri"/>
                <a:cs typeface="Calibri"/>
              </a:rPr>
              <a:t>t}</a:t>
            </a:r>
            <a:r>
              <a:rPr sz="2800" dirty="0">
                <a:latin typeface="Calibri"/>
                <a:cs typeface="Calibri"/>
              </a:rPr>
              <a:t>	c)</a:t>
            </a:r>
            <a:r>
              <a:rPr sz="2800" spc="-20" dirty="0">
                <a:latin typeface="Calibri"/>
                <a:cs typeface="Calibri"/>
              </a:rPr>
              <a:t> </a:t>
            </a:r>
            <a:r>
              <a:rPr sz="2800" dirty="0">
                <a:latin typeface="Calibri"/>
                <a:cs typeface="Calibri"/>
              </a:rPr>
              <a:t>inf</a:t>
            </a:r>
            <a:r>
              <a:rPr sz="2800" spc="-5" dirty="0">
                <a:latin typeface="Calibri"/>
                <a:cs typeface="Calibri"/>
              </a:rPr>
              <a:t> </a:t>
            </a:r>
            <a:r>
              <a:rPr sz="2800" dirty="0">
                <a:latin typeface="Calibri"/>
                <a:cs typeface="Calibri"/>
              </a:rPr>
              <a:t>{e,</a:t>
            </a:r>
            <a:r>
              <a:rPr sz="2800" spc="-15" dirty="0">
                <a:latin typeface="Calibri"/>
                <a:cs typeface="Calibri"/>
              </a:rPr>
              <a:t> </a:t>
            </a:r>
            <a:r>
              <a:rPr sz="2800" spc="-25" dirty="0">
                <a:latin typeface="Calibri"/>
                <a:cs typeface="Calibri"/>
              </a:rPr>
              <a:t>x}</a:t>
            </a:r>
            <a:endParaRPr sz="2800">
              <a:latin typeface="Calibri"/>
              <a:cs typeface="Calibri"/>
            </a:endParaRPr>
          </a:p>
          <a:p>
            <a:pPr marL="12700">
              <a:lnSpc>
                <a:spcPct val="100000"/>
              </a:lnSpc>
              <a:spcBef>
                <a:spcPts val="675"/>
              </a:spcBef>
              <a:tabLst>
                <a:tab pos="1786255" algn="l"/>
                <a:tab pos="3564254" algn="l"/>
              </a:tabLst>
            </a:pPr>
            <a:r>
              <a:rPr sz="2800" dirty="0">
                <a:latin typeface="Calibri"/>
                <a:cs typeface="Calibri"/>
              </a:rPr>
              <a:t>e)</a:t>
            </a:r>
            <a:r>
              <a:rPr sz="2800" spc="-30" dirty="0">
                <a:latin typeface="Calibri"/>
                <a:cs typeface="Calibri"/>
              </a:rPr>
              <a:t> </a:t>
            </a:r>
            <a:r>
              <a:rPr sz="2800" dirty="0">
                <a:latin typeface="Calibri"/>
                <a:cs typeface="Calibri"/>
              </a:rPr>
              <a:t>sup</a:t>
            </a:r>
            <a:r>
              <a:rPr sz="2800" spc="-20" dirty="0">
                <a:latin typeface="Calibri"/>
                <a:cs typeface="Calibri"/>
              </a:rPr>
              <a:t> {d,x}</a:t>
            </a:r>
            <a:r>
              <a:rPr sz="2800" dirty="0">
                <a:latin typeface="Calibri"/>
                <a:cs typeface="Calibri"/>
              </a:rPr>
              <a:t>	f)</a:t>
            </a:r>
            <a:r>
              <a:rPr sz="2800" spc="-20" dirty="0">
                <a:latin typeface="Calibri"/>
                <a:cs typeface="Calibri"/>
              </a:rPr>
              <a:t> </a:t>
            </a:r>
            <a:r>
              <a:rPr sz="2800" dirty="0">
                <a:latin typeface="Calibri"/>
                <a:cs typeface="Calibri"/>
              </a:rPr>
              <a:t>sup</a:t>
            </a:r>
            <a:r>
              <a:rPr sz="2800" spc="10" dirty="0">
                <a:latin typeface="Calibri"/>
                <a:cs typeface="Calibri"/>
              </a:rPr>
              <a:t> </a:t>
            </a:r>
            <a:r>
              <a:rPr sz="2800" dirty="0">
                <a:latin typeface="Calibri"/>
                <a:cs typeface="Calibri"/>
              </a:rPr>
              <a:t>{c,</a:t>
            </a:r>
            <a:r>
              <a:rPr sz="2800" spc="-20" dirty="0">
                <a:latin typeface="Calibri"/>
                <a:cs typeface="Calibri"/>
              </a:rPr>
              <a:t> </a:t>
            </a:r>
            <a:r>
              <a:rPr sz="2800" spc="-25" dirty="0">
                <a:latin typeface="Calibri"/>
                <a:cs typeface="Calibri"/>
              </a:rPr>
              <a:t>e}</a:t>
            </a:r>
            <a:r>
              <a:rPr sz="2800" dirty="0">
                <a:latin typeface="Calibri"/>
                <a:cs typeface="Calibri"/>
              </a:rPr>
              <a:t>	g)</a:t>
            </a:r>
            <a:r>
              <a:rPr sz="2800" spc="-25" dirty="0">
                <a:latin typeface="Calibri"/>
                <a:cs typeface="Calibri"/>
              </a:rPr>
              <a:t> </a:t>
            </a:r>
            <a:r>
              <a:rPr sz="2800" dirty="0">
                <a:latin typeface="Calibri"/>
                <a:cs typeface="Calibri"/>
              </a:rPr>
              <a:t>sup</a:t>
            </a:r>
            <a:r>
              <a:rPr sz="2800" spc="5" dirty="0">
                <a:latin typeface="Calibri"/>
                <a:cs typeface="Calibri"/>
              </a:rPr>
              <a:t> </a:t>
            </a:r>
            <a:r>
              <a:rPr sz="2800" dirty="0">
                <a:latin typeface="Calibri"/>
                <a:cs typeface="Calibri"/>
              </a:rPr>
              <a:t>{a,</a:t>
            </a:r>
            <a:r>
              <a:rPr sz="2800" spc="-20" dirty="0">
                <a:latin typeface="Calibri"/>
                <a:cs typeface="Calibri"/>
              </a:rPr>
              <a:t> </a:t>
            </a:r>
            <a:r>
              <a:rPr sz="2800" spc="-25" dirty="0">
                <a:latin typeface="Calibri"/>
                <a:cs typeface="Calibri"/>
              </a:rPr>
              <a:t>v}</a:t>
            </a:r>
            <a:endParaRPr sz="2800">
              <a:latin typeface="Calibri"/>
              <a:cs typeface="Calibri"/>
            </a:endParaRPr>
          </a:p>
        </p:txBody>
      </p:sp>
      <p:sp>
        <p:nvSpPr>
          <p:cNvPr id="27" name="object 27"/>
          <p:cNvSpPr txBox="1"/>
          <p:nvPr/>
        </p:nvSpPr>
        <p:spPr>
          <a:xfrm>
            <a:off x="5852286" y="2953969"/>
            <a:ext cx="186055" cy="391795"/>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alibri"/>
                <a:cs typeface="Calibri"/>
              </a:rPr>
              <a:t>d</a:t>
            </a:r>
            <a:endParaRPr sz="2400">
              <a:latin typeface="Calibri"/>
              <a:cs typeface="Calibri"/>
            </a:endParaRPr>
          </a:p>
        </p:txBody>
      </p:sp>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07340" y="215239"/>
            <a:ext cx="8383905" cy="2854325"/>
          </a:xfrm>
          <a:prstGeom prst="rect">
            <a:avLst/>
          </a:prstGeom>
        </p:spPr>
        <p:txBody>
          <a:bodyPr vert="horz" wrap="square" lIns="0" tIns="109855" rIns="0" bIns="0" rtlCol="0">
            <a:spAutoFit/>
          </a:bodyPr>
          <a:lstStyle/>
          <a:p>
            <a:pPr marL="12700">
              <a:lnSpc>
                <a:spcPct val="100000"/>
              </a:lnSpc>
              <a:spcBef>
                <a:spcPts val="865"/>
              </a:spcBef>
            </a:pPr>
            <a:r>
              <a:rPr sz="3200" spc="-65" dirty="0">
                <a:latin typeface="Calibri"/>
                <a:cs typeface="Calibri"/>
              </a:rPr>
              <a:t>Tài</a:t>
            </a:r>
            <a:r>
              <a:rPr sz="3200" spc="-80" dirty="0">
                <a:latin typeface="Calibri"/>
                <a:cs typeface="Calibri"/>
              </a:rPr>
              <a:t> </a:t>
            </a:r>
            <a:r>
              <a:rPr sz="3200" dirty="0">
                <a:latin typeface="Calibri"/>
                <a:cs typeface="Calibri"/>
              </a:rPr>
              <a:t>liệu</a:t>
            </a:r>
            <a:r>
              <a:rPr sz="3200" spc="-70" dirty="0">
                <a:latin typeface="Calibri"/>
                <a:cs typeface="Calibri"/>
              </a:rPr>
              <a:t> </a:t>
            </a:r>
            <a:r>
              <a:rPr sz="3200" dirty="0">
                <a:latin typeface="Calibri"/>
                <a:cs typeface="Calibri"/>
              </a:rPr>
              <a:t>tham</a:t>
            </a:r>
            <a:r>
              <a:rPr sz="3200" spc="-70" dirty="0">
                <a:latin typeface="Calibri"/>
                <a:cs typeface="Calibri"/>
              </a:rPr>
              <a:t> </a:t>
            </a:r>
            <a:r>
              <a:rPr sz="3200" spc="-10" dirty="0">
                <a:latin typeface="Calibri"/>
                <a:cs typeface="Calibri"/>
              </a:rPr>
              <a:t>khảo:</a:t>
            </a:r>
            <a:endParaRPr sz="3200">
              <a:latin typeface="Calibri"/>
              <a:cs typeface="Calibri"/>
            </a:endParaRPr>
          </a:p>
          <a:p>
            <a:pPr marL="433705" indent="-421005">
              <a:lnSpc>
                <a:spcPct val="100000"/>
              </a:lnSpc>
              <a:spcBef>
                <a:spcPts val="770"/>
              </a:spcBef>
              <a:buAutoNum type="arabicParenR"/>
              <a:tabLst>
                <a:tab pos="433705" algn="l"/>
              </a:tabLst>
            </a:pPr>
            <a:r>
              <a:rPr sz="3200" spc="-60" dirty="0">
                <a:latin typeface="Calibri"/>
                <a:cs typeface="Calibri"/>
              </a:rPr>
              <a:t>Toán</a:t>
            </a:r>
            <a:r>
              <a:rPr sz="3200" spc="-65" dirty="0">
                <a:latin typeface="Calibri"/>
                <a:cs typeface="Calibri"/>
              </a:rPr>
              <a:t> </a:t>
            </a:r>
            <a:r>
              <a:rPr sz="3200" dirty="0">
                <a:latin typeface="Calibri"/>
                <a:cs typeface="Calibri"/>
              </a:rPr>
              <a:t>rời</a:t>
            </a:r>
            <a:r>
              <a:rPr sz="3200" spc="-70" dirty="0">
                <a:latin typeface="Calibri"/>
                <a:cs typeface="Calibri"/>
              </a:rPr>
              <a:t> </a:t>
            </a:r>
            <a:r>
              <a:rPr sz="3200" dirty="0">
                <a:latin typeface="Calibri"/>
                <a:cs typeface="Calibri"/>
              </a:rPr>
              <a:t>rạc,</a:t>
            </a:r>
            <a:r>
              <a:rPr sz="3200" spc="-75" dirty="0">
                <a:latin typeface="Calibri"/>
                <a:cs typeface="Calibri"/>
              </a:rPr>
              <a:t> </a:t>
            </a:r>
            <a:r>
              <a:rPr sz="3200" dirty="0">
                <a:latin typeface="Calibri"/>
                <a:cs typeface="Calibri"/>
              </a:rPr>
              <a:t>GS.</a:t>
            </a:r>
            <a:r>
              <a:rPr sz="3200" spc="-60" dirty="0">
                <a:latin typeface="Calibri"/>
                <a:cs typeface="Calibri"/>
              </a:rPr>
              <a:t> </a:t>
            </a:r>
            <a:r>
              <a:rPr sz="3200" dirty="0">
                <a:latin typeface="Calibri"/>
                <a:cs typeface="Calibri"/>
              </a:rPr>
              <a:t>Nguyễn</a:t>
            </a:r>
            <a:r>
              <a:rPr sz="3200" spc="-75" dirty="0">
                <a:latin typeface="Calibri"/>
                <a:cs typeface="Calibri"/>
              </a:rPr>
              <a:t> </a:t>
            </a:r>
            <a:r>
              <a:rPr sz="3200" dirty="0">
                <a:latin typeface="Calibri"/>
                <a:cs typeface="Calibri"/>
              </a:rPr>
              <a:t>Hữu</a:t>
            </a:r>
            <a:r>
              <a:rPr sz="3200" spc="-70" dirty="0">
                <a:latin typeface="Calibri"/>
                <a:cs typeface="Calibri"/>
              </a:rPr>
              <a:t> </a:t>
            </a:r>
            <a:r>
              <a:rPr sz="3200" dirty="0">
                <a:latin typeface="Calibri"/>
                <a:cs typeface="Calibri"/>
              </a:rPr>
              <a:t>Anh,</a:t>
            </a:r>
            <a:r>
              <a:rPr sz="3200" spc="-55" dirty="0">
                <a:latin typeface="Calibri"/>
                <a:cs typeface="Calibri"/>
              </a:rPr>
              <a:t> </a:t>
            </a:r>
            <a:r>
              <a:rPr sz="3200" dirty="0">
                <a:latin typeface="Calibri"/>
                <a:cs typeface="Calibri"/>
              </a:rPr>
              <a:t>Ph.</a:t>
            </a:r>
            <a:r>
              <a:rPr sz="3200" spc="-70" dirty="0">
                <a:latin typeface="Calibri"/>
                <a:cs typeface="Calibri"/>
              </a:rPr>
              <a:t> </a:t>
            </a:r>
            <a:r>
              <a:rPr sz="3200" spc="-50" dirty="0">
                <a:latin typeface="Calibri"/>
                <a:cs typeface="Calibri"/>
              </a:rPr>
              <a:t>D</a:t>
            </a:r>
            <a:endParaRPr sz="3200">
              <a:latin typeface="Calibri"/>
              <a:cs typeface="Calibri"/>
            </a:endParaRPr>
          </a:p>
          <a:p>
            <a:pPr marL="433705" indent="-421005">
              <a:lnSpc>
                <a:spcPct val="100000"/>
              </a:lnSpc>
              <a:spcBef>
                <a:spcPts val="765"/>
              </a:spcBef>
              <a:buAutoNum type="arabicParenR"/>
              <a:tabLst>
                <a:tab pos="433705" algn="l"/>
              </a:tabLst>
            </a:pPr>
            <a:r>
              <a:rPr sz="3200" dirty="0">
                <a:latin typeface="Calibri"/>
                <a:cs typeface="Calibri"/>
              </a:rPr>
              <a:t>Discrete</a:t>
            </a:r>
            <a:r>
              <a:rPr sz="3200" spc="-140" dirty="0">
                <a:latin typeface="Calibri"/>
                <a:cs typeface="Calibri"/>
              </a:rPr>
              <a:t> </a:t>
            </a:r>
            <a:r>
              <a:rPr sz="3200" dirty="0">
                <a:latin typeface="Calibri"/>
                <a:cs typeface="Calibri"/>
              </a:rPr>
              <a:t>Mathematics,</a:t>
            </a:r>
            <a:r>
              <a:rPr sz="3200" spc="-114" dirty="0">
                <a:latin typeface="Calibri"/>
                <a:cs typeface="Calibri"/>
              </a:rPr>
              <a:t> </a:t>
            </a:r>
            <a:r>
              <a:rPr sz="3200" dirty="0">
                <a:latin typeface="Calibri"/>
                <a:cs typeface="Calibri"/>
              </a:rPr>
              <a:t>Richard</a:t>
            </a:r>
            <a:r>
              <a:rPr sz="3200" spc="-130" dirty="0">
                <a:latin typeface="Calibri"/>
                <a:cs typeface="Calibri"/>
              </a:rPr>
              <a:t> </a:t>
            </a:r>
            <a:r>
              <a:rPr sz="3200" spc="-10" dirty="0">
                <a:latin typeface="Calibri"/>
                <a:cs typeface="Calibri"/>
              </a:rPr>
              <a:t>Johnsonbaugh</a:t>
            </a:r>
            <a:endParaRPr sz="3200">
              <a:latin typeface="Calibri"/>
              <a:cs typeface="Calibri"/>
            </a:endParaRPr>
          </a:p>
          <a:p>
            <a:pPr marL="12700" marR="5080" indent="421005">
              <a:lnSpc>
                <a:spcPct val="100000"/>
              </a:lnSpc>
              <a:spcBef>
                <a:spcPts val="775"/>
              </a:spcBef>
              <a:buAutoNum type="arabicParenR"/>
              <a:tabLst>
                <a:tab pos="433705" algn="l"/>
              </a:tabLst>
            </a:pPr>
            <a:r>
              <a:rPr sz="3200" dirty="0">
                <a:latin typeface="Calibri"/>
                <a:cs typeface="Calibri"/>
              </a:rPr>
              <a:t>Discrete</a:t>
            </a:r>
            <a:r>
              <a:rPr sz="3200" spc="-135" dirty="0">
                <a:latin typeface="Calibri"/>
                <a:cs typeface="Calibri"/>
              </a:rPr>
              <a:t> </a:t>
            </a:r>
            <a:r>
              <a:rPr sz="3200" spc="-10" dirty="0">
                <a:latin typeface="Calibri"/>
                <a:cs typeface="Calibri"/>
              </a:rPr>
              <a:t>Mathematics,</a:t>
            </a:r>
            <a:r>
              <a:rPr sz="3200" spc="-110" dirty="0">
                <a:latin typeface="Calibri"/>
                <a:cs typeface="Calibri"/>
              </a:rPr>
              <a:t> </a:t>
            </a:r>
            <a:r>
              <a:rPr sz="3200" dirty="0">
                <a:latin typeface="Calibri"/>
                <a:cs typeface="Calibri"/>
              </a:rPr>
              <a:t>Seymour</a:t>
            </a:r>
            <a:r>
              <a:rPr sz="3200" spc="-130" dirty="0">
                <a:latin typeface="Calibri"/>
                <a:cs typeface="Calibri"/>
              </a:rPr>
              <a:t> </a:t>
            </a:r>
            <a:r>
              <a:rPr sz="3200" dirty="0">
                <a:latin typeface="Calibri"/>
                <a:cs typeface="Calibri"/>
              </a:rPr>
              <a:t>Lipschutz,</a:t>
            </a:r>
            <a:r>
              <a:rPr sz="3200" spc="-100" dirty="0">
                <a:latin typeface="Calibri"/>
                <a:cs typeface="Calibri"/>
              </a:rPr>
              <a:t> </a:t>
            </a:r>
            <a:r>
              <a:rPr sz="3200" spc="-20" dirty="0">
                <a:latin typeface="Calibri"/>
                <a:cs typeface="Calibri"/>
              </a:rPr>
              <a:t>Marc </a:t>
            </a:r>
            <a:r>
              <a:rPr sz="3200" spc="-10" dirty="0">
                <a:latin typeface="Calibri"/>
                <a:cs typeface="Calibri"/>
              </a:rPr>
              <a:t>Lipson</a:t>
            </a:r>
            <a:endParaRPr sz="3200">
              <a:latin typeface="Calibri"/>
              <a:cs typeface="Calibri"/>
            </a:endParaRPr>
          </a:p>
        </p:txBody>
      </p:sp>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67126" y="348742"/>
            <a:ext cx="3805554" cy="452120"/>
          </a:xfrm>
          <a:prstGeom prst="rect">
            <a:avLst/>
          </a:prstGeom>
        </p:spPr>
        <p:txBody>
          <a:bodyPr vert="horz" wrap="square" lIns="0" tIns="12065" rIns="0" bIns="0" rtlCol="0">
            <a:spAutoFit/>
          </a:bodyPr>
          <a:lstStyle/>
          <a:p>
            <a:pPr marL="12700">
              <a:lnSpc>
                <a:spcPct val="100000"/>
              </a:lnSpc>
              <a:spcBef>
                <a:spcPts val="95"/>
              </a:spcBef>
            </a:pPr>
            <a:r>
              <a:rPr b="1" spc="-10" dirty="0">
                <a:latin typeface="Calibri"/>
                <a:cs typeface="Calibri"/>
              </a:rPr>
              <a:t>CHƯƠNG</a:t>
            </a:r>
            <a:r>
              <a:rPr b="1" spc="-25" dirty="0">
                <a:latin typeface="Calibri"/>
                <a:cs typeface="Calibri"/>
              </a:rPr>
              <a:t> </a:t>
            </a:r>
            <a:r>
              <a:rPr b="1" dirty="0">
                <a:latin typeface="Calibri"/>
                <a:cs typeface="Calibri"/>
              </a:rPr>
              <a:t>4:</a:t>
            </a:r>
            <a:r>
              <a:rPr b="1" spc="-65" dirty="0">
                <a:latin typeface="Calibri"/>
                <a:cs typeface="Calibri"/>
              </a:rPr>
              <a:t> </a:t>
            </a:r>
            <a:r>
              <a:rPr b="1" dirty="0">
                <a:latin typeface="Calibri"/>
                <a:cs typeface="Calibri"/>
              </a:rPr>
              <a:t>ĐẠI</a:t>
            </a:r>
            <a:r>
              <a:rPr b="1" spc="-65" dirty="0">
                <a:latin typeface="Calibri"/>
                <a:cs typeface="Calibri"/>
              </a:rPr>
              <a:t> </a:t>
            </a:r>
            <a:r>
              <a:rPr b="1" dirty="0">
                <a:latin typeface="Calibri"/>
                <a:cs typeface="Calibri"/>
              </a:rPr>
              <a:t>SỐ</a:t>
            </a:r>
            <a:r>
              <a:rPr b="1" spc="-75" dirty="0">
                <a:latin typeface="Calibri"/>
                <a:cs typeface="Calibri"/>
              </a:rPr>
              <a:t> </a:t>
            </a:r>
            <a:r>
              <a:rPr b="1" spc="-20" dirty="0">
                <a:latin typeface="Calibri"/>
                <a:cs typeface="Calibri"/>
              </a:rPr>
              <a:t>BOOL</a:t>
            </a:r>
          </a:p>
        </p:txBody>
      </p:sp>
      <p:sp>
        <p:nvSpPr>
          <p:cNvPr id="3" name="object 3"/>
          <p:cNvSpPr txBox="1"/>
          <p:nvPr/>
        </p:nvSpPr>
        <p:spPr>
          <a:xfrm>
            <a:off x="447040" y="774547"/>
            <a:ext cx="6708140" cy="903605"/>
          </a:xfrm>
          <a:prstGeom prst="rect">
            <a:avLst/>
          </a:prstGeom>
        </p:spPr>
        <p:txBody>
          <a:bodyPr vert="horz" wrap="square" lIns="0" tIns="55244" rIns="0" bIns="0" rtlCol="0">
            <a:spAutoFit/>
          </a:bodyPr>
          <a:lstStyle/>
          <a:p>
            <a:pPr marL="25400">
              <a:lnSpc>
                <a:spcPct val="100000"/>
              </a:lnSpc>
              <a:spcBef>
                <a:spcPts val="434"/>
              </a:spcBef>
            </a:pPr>
            <a:r>
              <a:rPr sz="2600" b="1" dirty="0">
                <a:latin typeface="Calibri"/>
                <a:cs typeface="Calibri"/>
              </a:rPr>
              <a:t>4.1</a:t>
            </a:r>
            <a:r>
              <a:rPr sz="2600" b="1" spc="-30" dirty="0">
                <a:latin typeface="Calibri"/>
                <a:cs typeface="Calibri"/>
              </a:rPr>
              <a:t> </a:t>
            </a:r>
            <a:r>
              <a:rPr sz="2600" b="1" dirty="0">
                <a:latin typeface="Calibri"/>
                <a:cs typeface="Calibri"/>
              </a:rPr>
              <a:t>Định</a:t>
            </a:r>
            <a:r>
              <a:rPr sz="2600" b="1" spc="-20" dirty="0">
                <a:latin typeface="Calibri"/>
                <a:cs typeface="Calibri"/>
              </a:rPr>
              <a:t> </a:t>
            </a:r>
            <a:r>
              <a:rPr sz="2600" b="1" dirty="0">
                <a:latin typeface="Calibri"/>
                <a:cs typeface="Calibri"/>
              </a:rPr>
              <a:t>nghĩa :</a:t>
            </a:r>
            <a:r>
              <a:rPr sz="2600" b="1" spc="-20" dirty="0">
                <a:latin typeface="Calibri"/>
                <a:cs typeface="Calibri"/>
              </a:rPr>
              <a:t> </a:t>
            </a:r>
            <a:r>
              <a:rPr sz="2600" dirty="0">
                <a:latin typeface="Calibri"/>
                <a:cs typeface="Calibri"/>
              </a:rPr>
              <a:t>Cho</a:t>
            </a:r>
            <a:r>
              <a:rPr sz="2600" spc="-15" dirty="0">
                <a:latin typeface="Calibri"/>
                <a:cs typeface="Calibri"/>
              </a:rPr>
              <a:t> </a:t>
            </a:r>
            <a:r>
              <a:rPr sz="2600" dirty="0">
                <a:latin typeface="Calibri"/>
                <a:cs typeface="Calibri"/>
              </a:rPr>
              <a:t>Z</a:t>
            </a:r>
            <a:r>
              <a:rPr sz="2550" baseline="-21241" dirty="0">
                <a:latin typeface="Calibri"/>
                <a:cs typeface="Calibri"/>
              </a:rPr>
              <a:t>2</a:t>
            </a:r>
            <a:r>
              <a:rPr sz="2550" spc="262" baseline="-21241" dirty="0">
                <a:latin typeface="Calibri"/>
                <a:cs typeface="Calibri"/>
              </a:rPr>
              <a:t> </a:t>
            </a:r>
            <a:r>
              <a:rPr sz="2600" dirty="0">
                <a:latin typeface="Calibri"/>
                <a:cs typeface="Calibri"/>
              </a:rPr>
              <a:t>=</a:t>
            </a:r>
            <a:r>
              <a:rPr sz="2600" spc="-15" dirty="0">
                <a:latin typeface="Calibri"/>
                <a:cs typeface="Calibri"/>
              </a:rPr>
              <a:t> </a:t>
            </a:r>
            <a:r>
              <a:rPr sz="2600" dirty="0">
                <a:latin typeface="Calibri"/>
                <a:cs typeface="Calibri"/>
              </a:rPr>
              <a:t>{0,</a:t>
            </a:r>
            <a:r>
              <a:rPr sz="2600" spc="-30" dirty="0">
                <a:latin typeface="Calibri"/>
                <a:cs typeface="Calibri"/>
              </a:rPr>
              <a:t> </a:t>
            </a:r>
            <a:r>
              <a:rPr sz="2600" dirty="0">
                <a:latin typeface="Calibri"/>
                <a:cs typeface="Calibri"/>
              </a:rPr>
              <a:t>1}</a:t>
            </a:r>
            <a:r>
              <a:rPr sz="2600" spc="-35" dirty="0">
                <a:latin typeface="Calibri"/>
                <a:cs typeface="Calibri"/>
              </a:rPr>
              <a:t> </a:t>
            </a:r>
            <a:r>
              <a:rPr sz="2600" spc="-25" dirty="0">
                <a:latin typeface="Calibri"/>
                <a:cs typeface="Calibri"/>
              </a:rPr>
              <a:t>và</a:t>
            </a:r>
            <a:endParaRPr sz="2600">
              <a:latin typeface="Calibri"/>
              <a:cs typeface="Calibri"/>
            </a:endParaRPr>
          </a:p>
          <a:p>
            <a:pPr marL="25400">
              <a:lnSpc>
                <a:spcPct val="100000"/>
              </a:lnSpc>
              <a:spcBef>
                <a:spcPts val="335"/>
              </a:spcBef>
            </a:pPr>
            <a:r>
              <a:rPr sz="2600" dirty="0">
                <a:latin typeface="Calibri"/>
                <a:cs typeface="Calibri"/>
              </a:rPr>
              <a:t>a)</a:t>
            </a:r>
            <a:r>
              <a:rPr sz="2600" spc="-20" dirty="0">
                <a:latin typeface="Calibri"/>
                <a:cs typeface="Calibri"/>
              </a:rPr>
              <a:t> </a:t>
            </a:r>
            <a:r>
              <a:rPr sz="2600" dirty="0">
                <a:latin typeface="Calibri"/>
                <a:cs typeface="Calibri"/>
              </a:rPr>
              <a:t>hai</a:t>
            </a:r>
            <a:r>
              <a:rPr sz="2600" spc="-15" dirty="0">
                <a:latin typeface="Calibri"/>
                <a:cs typeface="Calibri"/>
              </a:rPr>
              <a:t> </a:t>
            </a:r>
            <a:r>
              <a:rPr sz="2600" dirty="0">
                <a:latin typeface="Calibri"/>
                <a:cs typeface="Calibri"/>
              </a:rPr>
              <a:t>phép</a:t>
            </a:r>
            <a:r>
              <a:rPr sz="2600" spc="-50" dirty="0">
                <a:latin typeface="Calibri"/>
                <a:cs typeface="Calibri"/>
              </a:rPr>
              <a:t> </a:t>
            </a:r>
            <a:r>
              <a:rPr sz="2600" dirty="0">
                <a:latin typeface="Calibri"/>
                <a:cs typeface="Calibri"/>
              </a:rPr>
              <a:t>toán</a:t>
            </a:r>
            <a:r>
              <a:rPr sz="2600" spc="-15" dirty="0">
                <a:latin typeface="Calibri"/>
                <a:cs typeface="Calibri"/>
              </a:rPr>
              <a:t> </a:t>
            </a:r>
            <a:r>
              <a:rPr sz="2600" dirty="0">
                <a:latin typeface="Symbol"/>
                <a:cs typeface="Symbol"/>
              </a:rPr>
              <a:t></a:t>
            </a:r>
            <a:r>
              <a:rPr sz="2600" spc="-80" dirty="0">
                <a:latin typeface="Times New Roman"/>
                <a:cs typeface="Times New Roman"/>
              </a:rPr>
              <a:t> </a:t>
            </a:r>
            <a:r>
              <a:rPr sz="2600" dirty="0">
                <a:latin typeface="Calibri"/>
                <a:cs typeface="Calibri"/>
              </a:rPr>
              <a:t>,</a:t>
            </a:r>
            <a:r>
              <a:rPr sz="2600" spc="-20" dirty="0">
                <a:latin typeface="Calibri"/>
                <a:cs typeface="Calibri"/>
              </a:rPr>
              <a:t> </a:t>
            </a:r>
            <a:r>
              <a:rPr sz="2600" dirty="0">
                <a:latin typeface="Calibri"/>
                <a:cs typeface="Calibri"/>
              </a:rPr>
              <a:t>và</a:t>
            </a:r>
            <a:r>
              <a:rPr sz="2600" spc="-15" dirty="0">
                <a:latin typeface="Calibri"/>
                <a:cs typeface="Calibri"/>
              </a:rPr>
              <a:t> </a:t>
            </a:r>
            <a:r>
              <a:rPr sz="2600" dirty="0">
                <a:latin typeface="Symbol"/>
                <a:cs typeface="Symbol"/>
              </a:rPr>
              <a:t></a:t>
            </a:r>
            <a:r>
              <a:rPr sz="2600" spc="-90" dirty="0">
                <a:latin typeface="Times New Roman"/>
                <a:cs typeface="Times New Roman"/>
              </a:rPr>
              <a:t> </a:t>
            </a:r>
            <a:r>
              <a:rPr sz="2600" dirty="0">
                <a:latin typeface="Calibri"/>
                <a:cs typeface="Calibri"/>
              </a:rPr>
              <a:t>trên</a:t>
            </a:r>
            <a:r>
              <a:rPr sz="2600" spc="-35" dirty="0">
                <a:latin typeface="Calibri"/>
                <a:cs typeface="Calibri"/>
              </a:rPr>
              <a:t> </a:t>
            </a:r>
            <a:r>
              <a:rPr sz="2600" dirty="0">
                <a:latin typeface="Calibri"/>
                <a:cs typeface="Calibri"/>
              </a:rPr>
              <a:t>Z</a:t>
            </a:r>
            <a:r>
              <a:rPr sz="2550" baseline="-21241" dirty="0">
                <a:latin typeface="Calibri"/>
                <a:cs typeface="Calibri"/>
              </a:rPr>
              <a:t>2</a:t>
            </a:r>
            <a:r>
              <a:rPr sz="2550" spc="-37" baseline="-21241" dirty="0">
                <a:latin typeface="Calibri"/>
                <a:cs typeface="Calibri"/>
              </a:rPr>
              <a:t> </a:t>
            </a:r>
            <a:r>
              <a:rPr sz="2600" dirty="0">
                <a:latin typeface="Calibri"/>
                <a:cs typeface="Calibri"/>
              </a:rPr>
              <a:t>được</a:t>
            </a:r>
            <a:r>
              <a:rPr sz="2600" spc="-40" dirty="0">
                <a:latin typeface="Calibri"/>
                <a:cs typeface="Calibri"/>
              </a:rPr>
              <a:t> </a:t>
            </a:r>
            <a:r>
              <a:rPr sz="2600" dirty="0">
                <a:latin typeface="Calibri"/>
                <a:cs typeface="Calibri"/>
              </a:rPr>
              <a:t>định</a:t>
            </a:r>
            <a:r>
              <a:rPr sz="2600" spc="-25" dirty="0">
                <a:latin typeface="Calibri"/>
                <a:cs typeface="Calibri"/>
              </a:rPr>
              <a:t> </a:t>
            </a:r>
            <a:r>
              <a:rPr sz="2600" dirty="0">
                <a:latin typeface="Calibri"/>
                <a:cs typeface="Calibri"/>
              </a:rPr>
              <a:t>nghĩa</a:t>
            </a:r>
            <a:r>
              <a:rPr sz="2600" spc="-15" dirty="0">
                <a:latin typeface="Calibri"/>
                <a:cs typeface="Calibri"/>
              </a:rPr>
              <a:t> </a:t>
            </a:r>
            <a:r>
              <a:rPr sz="2600" spc="-50" dirty="0">
                <a:latin typeface="Calibri"/>
                <a:cs typeface="Calibri"/>
              </a:rPr>
              <a:t>:</a:t>
            </a:r>
            <a:endParaRPr sz="2600">
              <a:latin typeface="Calibri"/>
              <a:cs typeface="Calibri"/>
            </a:endParaRPr>
          </a:p>
        </p:txBody>
      </p:sp>
      <p:sp>
        <p:nvSpPr>
          <p:cNvPr id="4" name="object 4"/>
          <p:cNvSpPr txBox="1"/>
          <p:nvPr/>
        </p:nvSpPr>
        <p:spPr>
          <a:xfrm>
            <a:off x="459740" y="3868292"/>
            <a:ext cx="5702300" cy="422275"/>
          </a:xfrm>
          <a:prstGeom prst="rect">
            <a:avLst/>
          </a:prstGeom>
        </p:spPr>
        <p:txBody>
          <a:bodyPr vert="horz" wrap="square" lIns="0" tIns="12700" rIns="0" bIns="0" rtlCol="0">
            <a:spAutoFit/>
          </a:bodyPr>
          <a:lstStyle/>
          <a:p>
            <a:pPr marL="12700">
              <a:lnSpc>
                <a:spcPct val="100000"/>
              </a:lnSpc>
              <a:spcBef>
                <a:spcPts val="100"/>
              </a:spcBef>
            </a:pPr>
            <a:r>
              <a:rPr sz="2600" dirty="0">
                <a:latin typeface="Calibri"/>
                <a:cs typeface="Calibri"/>
              </a:rPr>
              <a:t>b)</a:t>
            </a:r>
            <a:r>
              <a:rPr sz="2600" spc="-20" dirty="0">
                <a:latin typeface="Calibri"/>
                <a:cs typeface="Calibri"/>
              </a:rPr>
              <a:t> </a:t>
            </a:r>
            <a:r>
              <a:rPr sz="2600" dirty="0">
                <a:latin typeface="Calibri"/>
                <a:cs typeface="Calibri"/>
              </a:rPr>
              <a:t>phần</a:t>
            </a:r>
            <a:r>
              <a:rPr sz="2600" spc="-25" dirty="0">
                <a:latin typeface="Calibri"/>
                <a:cs typeface="Calibri"/>
              </a:rPr>
              <a:t> </a:t>
            </a:r>
            <a:r>
              <a:rPr sz="2600" dirty="0">
                <a:latin typeface="Calibri"/>
                <a:cs typeface="Calibri"/>
              </a:rPr>
              <a:t>tử</a:t>
            </a:r>
            <a:r>
              <a:rPr sz="2600" spc="-10" dirty="0">
                <a:latin typeface="Calibri"/>
                <a:cs typeface="Calibri"/>
              </a:rPr>
              <a:t> </a:t>
            </a:r>
            <a:r>
              <a:rPr sz="2600" dirty="0">
                <a:latin typeface="Calibri"/>
                <a:cs typeface="Calibri"/>
              </a:rPr>
              <a:t>bù</a:t>
            </a:r>
            <a:r>
              <a:rPr sz="2600" spc="-25" dirty="0">
                <a:latin typeface="Calibri"/>
                <a:cs typeface="Calibri"/>
              </a:rPr>
              <a:t> </a:t>
            </a:r>
            <a:r>
              <a:rPr sz="2600" dirty="0">
                <a:latin typeface="Calibri"/>
                <a:cs typeface="Calibri"/>
              </a:rPr>
              <a:t>của</a:t>
            </a:r>
            <a:r>
              <a:rPr sz="2600" spc="-20" dirty="0">
                <a:latin typeface="Calibri"/>
                <a:cs typeface="Calibri"/>
              </a:rPr>
              <a:t> </a:t>
            </a:r>
            <a:r>
              <a:rPr sz="2600" dirty="0">
                <a:latin typeface="Calibri"/>
                <a:cs typeface="Calibri"/>
              </a:rPr>
              <a:t>0</a:t>
            </a:r>
            <a:r>
              <a:rPr sz="2600" spc="-10" dirty="0">
                <a:latin typeface="Calibri"/>
                <a:cs typeface="Calibri"/>
              </a:rPr>
              <a:t> </a:t>
            </a:r>
            <a:r>
              <a:rPr sz="2600" dirty="0">
                <a:latin typeface="Calibri"/>
                <a:cs typeface="Calibri"/>
              </a:rPr>
              <a:t>và</a:t>
            </a:r>
            <a:r>
              <a:rPr sz="2600" spc="-5" dirty="0">
                <a:latin typeface="Calibri"/>
                <a:cs typeface="Calibri"/>
              </a:rPr>
              <a:t> </a:t>
            </a:r>
            <a:r>
              <a:rPr sz="2600" dirty="0">
                <a:latin typeface="Calibri"/>
                <a:cs typeface="Calibri"/>
              </a:rPr>
              <a:t>1</a:t>
            </a:r>
            <a:r>
              <a:rPr sz="2600" spc="-25" dirty="0">
                <a:latin typeface="Calibri"/>
                <a:cs typeface="Calibri"/>
              </a:rPr>
              <a:t> </a:t>
            </a:r>
            <a:r>
              <a:rPr sz="2600" dirty="0">
                <a:latin typeface="Calibri"/>
                <a:cs typeface="Calibri"/>
              </a:rPr>
              <a:t>được</a:t>
            </a:r>
            <a:r>
              <a:rPr sz="2600" spc="-20" dirty="0">
                <a:latin typeface="Calibri"/>
                <a:cs typeface="Calibri"/>
              </a:rPr>
              <a:t> </a:t>
            </a:r>
            <a:r>
              <a:rPr sz="2600" dirty="0">
                <a:latin typeface="Calibri"/>
                <a:cs typeface="Calibri"/>
              </a:rPr>
              <a:t>định</a:t>
            </a:r>
            <a:r>
              <a:rPr sz="2600" spc="-25" dirty="0">
                <a:latin typeface="Calibri"/>
                <a:cs typeface="Calibri"/>
              </a:rPr>
              <a:t> </a:t>
            </a:r>
            <a:r>
              <a:rPr sz="2600" dirty="0">
                <a:latin typeface="Calibri"/>
                <a:cs typeface="Calibri"/>
              </a:rPr>
              <a:t>nghĩa</a:t>
            </a:r>
            <a:r>
              <a:rPr sz="2600" spc="-10" dirty="0">
                <a:latin typeface="Calibri"/>
                <a:cs typeface="Calibri"/>
              </a:rPr>
              <a:t> </a:t>
            </a:r>
            <a:r>
              <a:rPr sz="2600" spc="-50" dirty="0">
                <a:latin typeface="Calibri"/>
                <a:cs typeface="Calibri"/>
              </a:rPr>
              <a:t>:</a:t>
            </a:r>
            <a:endParaRPr sz="2600">
              <a:latin typeface="Calibri"/>
              <a:cs typeface="Calibri"/>
            </a:endParaRPr>
          </a:p>
        </p:txBody>
      </p:sp>
      <p:sp>
        <p:nvSpPr>
          <p:cNvPr id="5" name="object 5"/>
          <p:cNvSpPr txBox="1"/>
          <p:nvPr/>
        </p:nvSpPr>
        <p:spPr>
          <a:xfrm>
            <a:off x="459740" y="6050686"/>
            <a:ext cx="5083175" cy="422909"/>
          </a:xfrm>
          <a:prstGeom prst="rect">
            <a:avLst/>
          </a:prstGeom>
        </p:spPr>
        <p:txBody>
          <a:bodyPr vert="horz" wrap="square" lIns="0" tIns="13335" rIns="0" bIns="0" rtlCol="0">
            <a:spAutoFit/>
          </a:bodyPr>
          <a:lstStyle/>
          <a:p>
            <a:pPr marL="12700">
              <a:lnSpc>
                <a:spcPct val="100000"/>
              </a:lnSpc>
              <a:spcBef>
                <a:spcPts val="105"/>
              </a:spcBef>
            </a:pPr>
            <a:r>
              <a:rPr sz="2600" spc="-1335" dirty="0">
                <a:latin typeface="Cambria Math"/>
                <a:cs typeface="Cambria Math"/>
              </a:rPr>
              <a:t>𝐱ത</a:t>
            </a:r>
            <a:r>
              <a:rPr sz="2600" spc="70" dirty="0">
                <a:latin typeface="Cambria Math"/>
                <a:cs typeface="Cambria Math"/>
              </a:rPr>
              <a:t> </a:t>
            </a:r>
            <a:r>
              <a:rPr sz="2600" dirty="0">
                <a:latin typeface="Calibri"/>
                <a:cs typeface="Calibri"/>
              </a:rPr>
              <a:t>:</a:t>
            </a:r>
            <a:r>
              <a:rPr sz="2600" spc="-25" dirty="0">
                <a:latin typeface="Calibri"/>
                <a:cs typeface="Calibri"/>
              </a:rPr>
              <a:t> </a:t>
            </a:r>
            <a:r>
              <a:rPr sz="2600" dirty="0">
                <a:latin typeface="Calibri"/>
                <a:cs typeface="Calibri"/>
              </a:rPr>
              <a:t>phần</a:t>
            </a:r>
            <a:r>
              <a:rPr sz="2600" spc="-15" dirty="0">
                <a:latin typeface="Calibri"/>
                <a:cs typeface="Calibri"/>
              </a:rPr>
              <a:t> </a:t>
            </a:r>
            <a:r>
              <a:rPr sz="2600" dirty="0">
                <a:latin typeface="Calibri"/>
                <a:cs typeface="Calibri"/>
              </a:rPr>
              <a:t>tử</a:t>
            </a:r>
            <a:r>
              <a:rPr sz="2600" spc="-20" dirty="0">
                <a:latin typeface="Calibri"/>
                <a:cs typeface="Calibri"/>
              </a:rPr>
              <a:t> </a:t>
            </a:r>
            <a:r>
              <a:rPr sz="2600" dirty="0">
                <a:latin typeface="Calibri"/>
                <a:cs typeface="Calibri"/>
              </a:rPr>
              <a:t>bù</a:t>
            </a:r>
            <a:r>
              <a:rPr sz="2600" spc="-20" dirty="0">
                <a:latin typeface="Calibri"/>
                <a:cs typeface="Calibri"/>
              </a:rPr>
              <a:t> </a:t>
            </a:r>
            <a:r>
              <a:rPr sz="2600" dirty="0">
                <a:latin typeface="Calibri"/>
                <a:cs typeface="Calibri"/>
              </a:rPr>
              <a:t>của</a:t>
            </a:r>
            <a:r>
              <a:rPr sz="2600" spc="-20" dirty="0">
                <a:latin typeface="Calibri"/>
                <a:cs typeface="Calibri"/>
              </a:rPr>
              <a:t> </a:t>
            </a:r>
            <a:r>
              <a:rPr sz="2600" dirty="0">
                <a:latin typeface="Calibri"/>
                <a:cs typeface="Calibri"/>
              </a:rPr>
              <a:t>x</a:t>
            </a:r>
            <a:r>
              <a:rPr sz="2600" spc="-10" dirty="0">
                <a:latin typeface="Calibri"/>
                <a:cs typeface="Calibri"/>
              </a:rPr>
              <a:t> </a:t>
            </a:r>
            <a:r>
              <a:rPr sz="2600" dirty="0">
                <a:latin typeface="Calibri"/>
                <a:cs typeface="Calibri"/>
              </a:rPr>
              <a:t>(ta</a:t>
            </a:r>
            <a:r>
              <a:rPr sz="2600" spc="-10" dirty="0">
                <a:latin typeface="Calibri"/>
                <a:cs typeface="Calibri"/>
              </a:rPr>
              <a:t> </a:t>
            </a:r>
            <a:r>
              <a:rPr sz="2600" dirty="0">
                <a:latin typeface="Calibri"/>
                <a:cs typeface="Calibri"/>
              </a:rPr>
              <a:t>cũng</a:t>
            </a:r>
            <a:r>
              <a:rPr sz="2600" spc="-25" dirty="0">
                <a:latin typeface="Calibri"/>
                <a:cs typeface="Calibri"/>
              </a:rPr>
              <a:t> </a:t>
            </a:r>
            <a:r>
              <a:rPr sz="2600" dirty="0">
                <a:latin typeface="Calibri"/>
                <a:cs typeface="Calibri"/>
              </a:rPr>
              <a:t>viết</a:t>
            </a:r>
            <a:r>
              <a:rPr sz="2600" spc="-55" dirty="0">
                <a:latin typeface="Calibri"/>
                <a:cs typeface="Calibri"/>
              </a:rPr>
              <a:t> </a:t>
            </a:r>
            <a:r>
              <a:rPr sz="2600" spc="-20" dirty="0">
                <a:latin typeface="Symbol"/>
                <a:cs typeface="Symbol"/>
              </a:rPr>
              <a:t></a:t>
            </a:r>
            <a:r>
              <a:rPr sz="2600" b="1" spc="-20" dirty="0">
                <a:latin typeface="Cambria"/>
                <a:cs typeface="Cambria"/>
              </a:rPr>
              <a:t>x</a:t>
            </a:r>
            <a:r>
              <a:rPr sz="2600" spc="-20" dirty="0">
                <a:latin typeface="Calibri"/>
                <a:cs typeface="Calibri"/>
              </a:rPr>
              <a:t>).</a:t>
            </a:r>
            <a:endParaRPr sz="2600">
              <a:latin typeface="Calibri"/>
              <a:cs typeface="Calibri"/>
            </a:endParaRPr>
          </a:p>
        </p:txBody>
      </p:sp>
      <p:graphicFrame>
        <p:nvGraphicFramePr>
          <p:cNvPr id="6" name="object 6"/>
          <p:cNvGraphicFramePr>
            <a:graphicFrameLocks noGrp="1"/>
          </p:cNvGraphicFramePr>
          <p:nvPr/>
        </p:nvGraphicFramePr>
        <p:xfrm>
          <a:off x="908050" y="1822450"/>
          <a:ext cx="3441700" cy="1851660"/>
        </p:xfrm>
        <a:graphic>
          <a:graphicData uri="http://schemas.openxmlformats.org/drawingml/2006/table">
            <a:tbl>
              <a:tblPr firstRow="1" bandRow="1">
                <a:tableStyleId>{2D5ABB26-0587-4C30-8999-92F81FD0307C}</a:tableStyleId>
              </a:tblPr>
              <a:tblGrid>
                <a:gridCol w="9144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tblGrid>
              <a:tr h="370205">
                <a:tc>
                  <a:txBody>
                    <a:bodyPr/>
                    <a:lstStyle/>
                    <a:p>
                      <a:pPr algn="ctr">
                        <a:lnSpc>
                          <a:spcPct val="100000"/>
                        </a:lnSpc>
                        <a:spcBef>
                          <a:spcPts val="240"/>
                        </a:spcBef>
                      </a:pPr>
                      <a:r>
                        <a:rPr sz="1800" b="1" spc="-50" dirty="0">
                          <a:latin typeface="Calibri"/>
                          <a:cs typeface="Calibri"/>
                        </a:rPr>
                        <a:t>x</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0"/>
                        </a:spcBef>
                      </a:pPr>
                      <a:r>
                        <a:rPr sz="1800" b="1" spc="-50" dirty="0">
                          <a:latin typeface="Calibri"/>
                          <a:cs typeface="Calibri"/>
                        </a:rPr>
                        <a:t>y</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265"/>
                        </a:spcBef>
                      </a:pPr>
                      <a:r>
                        <a:rPr sz="1800" b="1" dirty="0">
                          <a:latin typeface="Calibri"/>
                          <a:cs typeface="Calibri"/>
                        </a:rPr>
                        <a:t>x</a:t>
                      </a:r>
                      <a:r>
                        <a:rPr sz="1800" b="1" spc="-10" dirty="0">
                          <a:latin typeface="Calibri"/>
                          <a:cs typeface="Calibri"/>
                        </a:rPr>
                        <a:t> </a:t>
                      </a:r>
                      <a:r>
                        <a:rPr sz="1800" dirty="0">
                          <a:latin typeface="Symbol"/>
                          <a:cs typeface="Symbol"/>
                        </a:rPr>
                        <a:t></a:t>
                      </a:r>
                      <a:r>
                        <a:rPr sz="1800" spc="-45" dirty="0">
                          <a:latin typeface="Times New Roman"/>
                          <a:cs typeface="Times New Roman"/>
                        </a:rPr>
                        <a:t> </a:t>
                      </a:r>
                      <a:r>
                        <a:rPr sz="1800" b="1" spc="-50" dirty="0">
                          <a:latin typeface="Calibri"/>
                          <a:cs typeface="Calibri"/>
                        </a:rPr>
                        <a:t>y</a:t>
                      </a:r>
                      <a:endParaRPr sz="1800">
                        <a:latin typeface="Calibri"/>
                        <a:cs typeface="Calibri"/>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0205">
                <a:tc>
                  <a:txBody>
                    <a:bodyPr/>
                    <a:lstStyle/>
                    <a:p>
                      <a:pPr algn="ctr">
                        <a:lnSpc>
                          <a:spcPct val="100000"/>
                        </a:lnSpc>
                        <a:spcBef>
                          <a:spcPts val="240"/>
                        </a:spcBef>
                      </a:pPr>
                      <a:r>
                        <a:rPr sz="1800" b="1" spc="-50" dirty="0">
                          <a:latin typeface="Calibri"/>
                          <a:cs typeface="Calibri"/>
                        </a:rPr>
                        <a:t>1</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0"/>
                        </a:spcBef>
                      </a:pPr>
                      <a:r>
                        <a:rPr sz="1800" b="1" spc="-50" dirty="0">
                          <a:latin typeface="Calibri"/>
                          <a:cs typeface="Calibri"/>
                        </a:rPr>
                        <a:t>1</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0"/>
                        </a:spcBef>
                      </a:pPr>
                      <a:r>
                        <a:rPr sz="1800" b="1" spc="-50" dirty="0">
                          <a:latin typeface="Calibri"/>
                          <a:cs typeface="Calibri"/>
                        </a:rPr>
                        <a:t>1</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840">
                <a:tc>
                  <a:txBody>
                    <a:bodyPr/>
                    <a:lstStyle/>
                    <a:p>
                      <a:pPr algn="ctr">
                        <a:lnSpc>
                          <a:spcPct val="100000"/>
                        </a:lnSpc>
                        <a:spcBef>
                          <a:spcPts val="240"/>
                        </a:spcBef>
                      </a:pPr>
                      <a:r>
                        <a:rPr sz="1800" b="1" spc="-50" dirty="0">
                          <a:latin typeface="Calibri"/>
                          <a:cs typeface="Calibri"/>
                        </a:rPr>
                        <a:t>1</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0"/>
                        </a:spcBef>
                      </a:pPr>
                      <a:r>
                        <a:rPr sz="1800" b="1" spc="-50" dirty="0">
                          <a:latin typeface="Calibri"/>
                          <a:cs typeface="Calibri"/>
                        </a:rPr>
                        <a:t>0</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0"/>
                        </a:spcBef>
                      </a:pPr>
                      <a:r>
                        <a:rPr sz="1800" b="1" spc="-50" dirty="0">
                          <a:latin typeface="Calibri"/>
                          <a:cs typeface="Calibri"/>
                        </a:rPr>
                        <a:t>1</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70205">
                <a:tc>
                  <a:txBody>
                    <a:bodyPr/>
                    <a:lstStyle/>
                    <a:p>
                      <a:pPr algn="ctr">
                        <a:lnSpc>
                          <a:spcPct val="100000"/>
                        </a:lnSpc>
                        <a:spcBef>
                          <a:spcPts val="244"/>
                        </a:spcBef>
                      </a:pPr>
                      <a:r>
                        <a:rPr sz="1800" b="1" spc="-50" dirty="0">
                          <a:latin typeface="Calibri"/>
                          <a:cs typeface="Calibri"/>
                        </a:rPr>
                        <a:t>0</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4"/>
                        </a:spcBef>
                      </a:pPr>
                      <a:r>
                        <a:rPr sz="1800" b="1" spc="-50" dirty="0">
                          <a:latin typeface="Calibri"/>
                          <a:cs typeface="Calibri"/>
                        </a:rPr>
                        <a:t>1</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4"/>
                        </a:spcBef>
                      </a:pPr>
                      <a:r>
                        <a:rPr sz="1800" b="1" spc="-50" dirty="0">
                          <a:latin typeface="Calibri"/>
                          <a:cs typeface="Calibri"/>
                        </a:rPr>
                        <a:t>1</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70205">
                <a:tc>
                  <a:txBody>
                    <a:bodyPr/>
                    <a:lstStyle/>
                    <a:p>
                      <a:pPr algn="ctr">
                        <a:lnSpc>
                          <a:spcPct val="100000"/>
                        </a:lnSpc>
                        <a:spcBef>
                          <a:spcPts val="245"/>
                        </a:spcBef>
                      </a:pPr>
                      <a:r>
                        <a:rPr sz="1800" b="1"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b="1"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b="1"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bl>
          </a:graphicData>
        </a:graphic>
      </p:graphicFrame>
      <p:graphicFrame>
        <p:nvGraphicFramePr>
          <p:cNvPr id="7" name="object 7"/>
          <p:cNvGraphicFramePr>
            <a:graphicFrameLocks noGrp="1"/>
          </p:cNvGraphicFramePr>
          <p:nvPr/>
        </p:nvGraphicFramePr>
        <p:xfrm>
          <a:off x="4776089" y="1822450"/>
          <a:ext cx="3441700" cy="1851660"/>
        </p:xfrm>
        <a:graphic>
          <a:graphicData uri="http://schemas.openxmlformats.org/drawingml/2006/table">
            <a:tbl>
              <a:tblPr firstRow="1" bandRow="1">
                <a:tableStyleId>{2D5ABB26-0587-4C30-8999-92F81FD0307C}</a:tableStyleId>
              </a:tblPr>
              <a:tblGrid>
                <a:gridCol w="9144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tblGrid>
              <a:tr h="370205">
                <a:tc>
                  <a:txBody>
                    <a:bodyPr/>
                    <a:lstStyle/>
                    <a:p>
                      <a:pPr marL="1270" algn="ctr">
                        <a:lnSpc>
                          <a:spcPct val="100000"/>
                        </a:lnSpc>
                        <a:spcBef>
                          <a:spcPts val="240"/>
                        </a:spcBef>
                      </a:pPr>
                      <a:r>
                        <a:rPr sz="1800" b="1" spc="-50" dirty="0">
                          <a:latin typeface="Calibri"/>
                          <a:cs typeface="Calibri"/>
                        </a:rPr>
                        <a:t>x</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240"/>
                        </a:spcBef>
                      </a:pPr>
                      <a:r>
                        <a:rPr sz="1800" b="1" spc="-50" dirty="0">
                          <a:latin typeface="Calibri"/>
                          <a:cs typeface="Calibri"/>
                        </a:rPr>
                        <a:t>y</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265"/>
                        </a:spcBef>
                      </a:pPr>
                      <a:r>
                        <a:rPr sz="1800" b="1" dirty="0">
                          <a:latin typeface="Calibri"/>
                          <a:cs typeface="Calibri"/>
                        </a:rPr>
                        <a:t>x</a:t>
                      </a:r>
                      <a:r>
                        <a:rPr sz="1800" b="1" spc="-10" dirty="0">
                          <a:latin typeface="Calibri"/>
                          <a:cs typeface="Calibri"/>
                        </a:rPr>
                        <a:t> </a:t>
                      </a:r>
                      <a:r>
                        <a:rPr sz="1800" dirty="0">
                          <a:latin typeface="Symbol"/>
                          <a:cs typeface="Symbol"/>
                        </a:rPr>
                        <a:t></a:t>
                      </a:r>
                      <a:r>
                        <a:rPr sz="1800" spc="-45" dirty="0">
                          <a:latin typeface="Times New Roman"/>
                          <a:cs typeface="Times New Roman"/>
                        </a:rPr>
                        <a:t> </a:t>
                      </a:r>
                      <a:r>
                        <a:rPr sz="1800" b="1" spc="-50" dirty="0">
                          <a:latin typeface="Calibri"/>
                          <a:cs typeface="Calibri"/>
                        </a:rPr>
                        <a:t>y</a:t>
                      </a:r>
                      <a:endParaRPr sz="1800">
                        <a:latin typeface="Calibri"/>
                        <a:cs typeface="Calibri"/>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0205">
                <a:tc>
                  <a:txBody>
                    <a:bodyPr/>
                    <a:lstStyle/>
                    <a:p>
                      <a:pPr algn="ctr">
                        <a:lnSpc>
                          <a:spcPct val="100000"/>
                        </a:lnSpc>
                        <a:spcBef>
                          <a:spcPts val="240"/>
                        </a:spcBef>
                      </a:pPr>
                      <a:r>
                        <a:rPr sz="1800" b="1" spc="-50" dirty="0">
                          <a:latin typeface="Calibri"/>
                          <a:cs typeface="Calibri"/>
                        </a:rPr>
                        <a:t>1</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0"/>
                        </a:spcBef>
                      </a:pPr>
                      <a:r>
                        <a:rPr sz="1800" b="1" spc="-50" dirty="0">
                          <a:latin typeface="Calibri"/>
                          <a:cs typeface="Calibri"/>
                        </a:rPr>
                        <a:t>1</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240"/>
                        </a:spcBef>
                      </a:pPr>
                      <a:r>
                        <a:rPr sz="1800" b="1" spc="-50" dirty="0">
                          <a:latin typeface="Calibri"/>
                          <a:cs typeface="Calibri"/>
                        </a:rPr>
                        <a:t>1</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840">
                <a:tc>
                  <a:txBody>
                    <a:bodyPr/>
                    <a:lstStyle/>
                    <a:p>
                      <a:pPr algn="ctr">
                        <a:lnSpc>
                          <a:spcPct val="100000"/>
                        </a:lnSpc>
                        <a:spcBef>
                          <a:spcPts val="240"/>
                        </a:spcBef>
                      </a:pPr>
                      <a:r>
                        <a:rPr sz="1800" b="1" spc="-50" dirty="0">
                          <a:latin typeface="Calibri"/>
                          <a:cs typeface="Calibri"/>
                        </a:rPr>
                        <a:t>1</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0"/>
                        </a:spcBef>
                      </a:pPr>
                      <a:r>
                        <a:rPr sz="1800" b="1" spc="-50" dirty="0">
                          <a:latin typeface="Calibri"/>
                          <a:cs typeface="Calibri"/>
                        </a:rPr>
                        <a:t>0</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240"/>
                        </a:spcBef>
                      </a:pPr>
                      <a:r>
                        <a:rPr sz="1800" b="1" spc="-50" dirty="0">
                          <a:latin typeface="Calibri"/>
                          <a:cs typeface="Calibri"/>
                        </a:rPr>
                        <a:t>0</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70205">
                <a:tc>
                  <a:txBody>
                    <a:bodyPr/>
                    <a:lstStyle/>
                    <a:p>
                      <a:pPr algn="ctr">
                        <a:lnSpc>
                          <a:spcPct val="100000"/>
                        </a:lnSpc>
                        <a:spcBef>
                          <a:spcPts val="244"/>
                        </a:spcBef>
                      </a:pPr>
                      <a:r>
                        <a:rPr sz="1800" b="1" spc="-50" dirty="0">
                          <a:latin typeface="Calibri"/>
                          <a:cs typeface="Calibri"/>
                        </a:rPr>
                        <a:t>0</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4"/>
                        </a:spcBef>
                      </a:pPr>
                      <a:r>
                        <a:rPr sz="1800" b="1" spc="-50" dirty="0">
                          <a:latin typeface="Calibri"/>
                          <a:cs typeface="Calibri"/>
                        </a:rPr>
                        <a:t>1</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244"/>
                        </a:spcBef>
                      </a:pPr>
                      <a:r>
                        <a:rPr sz="1800" b="1" spc="-50" dirty="0">
                          <a:latin typeface="Calibri"/>
                          <a:cs typeface="Calibri"/>
                        </a:rPr>
                        <a:t>0</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70205">
                <a:tc>
                  <a:txBody>
                    <a:bodyPr/>
                    <a:lstStyle/>
                    <a:p>
                      <a:pPr algn="ctr">
                        <a:lnSpc>
                          <a:spcPct val="100000"/>
                        </a:lnSpc>
                        <a:spcBef>
                          <a:spcPts val="245"/>
                        </a:spcBef>
                      </a:pPr>
                      <a:r>
                        <a:rPr sz="1800" b="1"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b="1"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245"/>
                        </a:spcBef>
                      </a:pPr>
                      <a:r>
                        <a:rPr sz="1800" b="1"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bl>
          </a:graphicData>
        </a:graphic>
      </p:graphicFrame>
      <p:graphicFrame>
        <p:nvGraphicFramePr>
          <p:cNvPr id="8" name="object 8"/>
          <p:cNvGraphicFramePr>
            <a:graphicFrameLocks noGrp="1"/>
          </p:cNvGraphicFramePr>
          <p:nvPr/>
        </p:nvGraphicFramePr>
        <p:xfrm>
          <a:off x="4032250" y="4337050"/>
          <a:ext cx="1993900" cy="1339850"/>
        </p:xfrm>
        <a:graphic>
          <a:graphicData uri="http://schemas.openxmlformats.org/drawingml/2006/table">
            <a:tbl>
              <a:tblPr firstRow="1" bandRow="1">
                <a:tableStyleId>{2D5ABB26-0587-4C30-8999-92F81FD0307C}</a:tableStyleId>
              </a:tblPr>
              <a:tblGrid>
                <a:gridCol w="9144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tblGrid>
              <a:tr h="446405">
                <a:tc>
                  <a:txBody>
                    <a:bodyPr/>
                    <a:lstStyle/>
                    <a:p>
                      <a:pPr marL="1270" algn="ctr">
                        <a:lnSpc>
                          <a:spcPct val="100000"/>
                        </a:lnSpc>
                        <a:spcBef>
                          <a:spcPts val="245"/>
                        </a:spcBef>
                      </a:pPr>
                      <a:r>
                        <a:rPr sz="1800" b="1" spc="-50" dirty="0">
                          <a:latin typeface="Calibri"/>
                          <a:cs typeface="Calibri"/>
                        </a:rPr>
                        <a:t>x</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48260" algn="ctr">
                        <a:lnSpc>
                          <a:spcPct val="100000"/>
                        </a:lnSpc>
                        <a:spcBef>
                          <a:spcPts val="254"/>
                        </a:spcBef>
                      </a:pPr>
                      <a:r>
                        <a:rPr sz="1800" spc="-965" dirty="0">
                          <a:latin typeface="Cambria Math"/>
                          <a:cs typeface="Cambria Math"/>
                        </a:rPr>
                        <a:t>𝐱ത</a:t>
                      </a:r>
                      <a:endParaRPr sz="1800">
                        <a:latin typeface="Cambria Math"/>
                        <a:cs typeface="Cambria Math"/>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447040">
                <a:tc>
                  <a:txBody>
                    <a:bodyPr/>
                    <a:lstStyle/>
                    <a:p>
                      <a:pPr algn="ctr">
                        <a:lnSpc>
                          <a:spcPct val="100000"/>
                        </a:lnSpc>
                        <a:spcBef>
                          <a:spcPts val="245"/>
                        </a:spcBef>
                      </a:pPr>
                      <a:r>
                        <a:rPr sz="1800" b="1"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b="1"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446405">
                <a:tc>
                  <a:txBody>
                    <a:bodyPr/>
                    <a:lstStyle/>
                    <a:p>
                      <a:pPr algn="ctr">
                        <a:lnSpc>
                          <a:spcPct val="100000"/>
                        </a:lnSpc>
                        <a:spcBef>
                          <a:spcPts val="245"/>
                        </a:spcBef>
                      </a:pPr>
                      <a:r>
                        <a:rPr sz="1800" b="1"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b="1"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21640" y="310032"/>
            <a:ext cx="8192134" cy="5659120"/>
          </a:xfrm>
          <a:prstGeom prst="rect">
            <a:avLst/>
          </a:prstGeom>
        </p:spPr>
        <p:txBody>
          <a:bodyPr vert="horz" wrap="square" lIns="0" tIns="97790" rIns="0" bIns="0" rtlCol="0">
            <a:spAutoFit/>
          </a:bodyPr>
          <a:lstStyle/>
          <a:p>
            <a:pPr marL="50800">
              <a:lnSpc>
                <a:spcPct val="100000"/>
              </a:lnSpc>
              <a:spcBef>
                <a:spcPts val="770"/>
              </a:spcBef>
            </a:pPr>
            <a:r>
              <a:rPr sz="2800" b="1" dirty="0">
                <a:latin typeface="Calibri"/>
                <a:cs typeface="Calibri"/>
              </a:rPr>
              <a:t>4.2</a:t>
            </a:r>
            <a:r>
              <a:rPr sz="2800" b="1" spc="-25" dirty="0">
                <a:latin typeface="Calibri"/>
                <a:cs typeface="Calibri"/>
              </a:rPr>
              <a:t> </a:t>
            </a:r>
            <a:r>
              <a:rPr sz="2800" b="1" dirty="0">
                <a:latin typeface="Calibri"/>
                <a:cs typeface="Calibri"/>
              </a:rPr>
              <a:t>Mệnh</a:t>
            </a:r>
            <a:r>
              <a:rPr sz="2800" b="1" spc="-35" dirty="0">
                <a:latin typeface="Calibri"/>
                <a:cs typeface="Calibri"/>
              </a:rPr>
              <a:t> </a:t>
            </a:r>
            <a:r>
              <a:rPr sz="2800" b="1" dirty="0">
                <a:latin typeface="Calibri"/>
                <a:cs typeface="Calibri"/>
              </a:rPr>
              <a:t>đề</a:t>
            </a:r>
            <a:r>
              <a:rPr sz="2800" b="1" spc="-45" dirty="0">
                <a:latin typeface="Calibri"/>
                <a:cs typeface="Calibri"/>
              </a:rPr>
              <a:t> </a:t>
            </a:r>
            <a:r>
              <a:rPr sz="2800" b="1" dirty="0">
                <a:latin typeface="Calibri"/>
                <a:cs typeface="Calibri"/>
              </a:rPr>
              <a:t>:</a:t>
            </a:r>
            <a:r>
              <a:rPr sz="2800" b="1" spc="-25" dirty="0">
                <a:latin typeface="Calibri"/>
                <a:cs typeface="Calibri"/>
              </a:rPr>
              <a:t> </a:t>
            </a:r>
            <a:r>
              <a:rPr sz="2800" dirty="0">
                <a:latin typeface="Calibri"/>
                <a:cs typeface="Calibri"/>
              </a:rPr>
              <a:t>Hai</a:t>
            </a:r>
            <a:r>
              <a:rPr sz="2800" spc="-40" dirty="0">
                <a:latin typeface="Calibri"/>
                <a:cs typeface="Calibri"/>
              </a:rPr>
              <a:t> </a:t>
            </a:r>
            <a:r>
              <a:rPr sz="2800" dirty="0">
                <a:latin typeface="Calibri"/>
                <a:cs typeface="Calibri"/>
              </a:rPr>
              <a:t>phép</a:t>
            </a:r>
            <a:r>
              <a:rPr sz="2800" spc="-30" dirty="0">
                <a:latin typeface="Calibri"/>
                <a:cs typeface="Calibri"/>
              </a:rPr>
              <a:t> </a:t>
            </a:r>
            <a:r>
              <a:rPr sz="2800" dirty="0">
                <a:latin typeface="Calibri"/>
                <a:cs typeface="Calibri"/>
              </a:rPr>
              <a:t>toán</a:t>
            </a:r>
            <a:r>
              <a:rPr sz="2800" spc="-35" dirty="0">
                <a:latin typeface="Calibri"/>
                <a:cs typeface="Calibri"/>
              </a:rPr>
              <a:t> </a:t>
            </a:r>
            <a:r>
              <a:rPr sz="2800" dirty="0">
                <a:latin typeface="Symbol"/>
                <a:cs typeface="Symbol"/>
              </a:rPr>
              <a:t></a:t>
            </a:r>
            <a:r>
              <a:rPr sz="2800" spc="-105" dirty="0">
                <a:latin typeface="Times New Roman"/>
                <a:cs typeface="Times New Roman"/>
              </a:rPr>
              <a:t> </a:t>
            </a:r>
            <a:r>
              <a:rPr sz="2800" dirty="0">
                <a:latin typeface="Calibri"/>
                <a:cs typeface="Calibri"/>
              </a:rPr>
              <a:t>và</a:t>
            </a:r>
            <a:r>
              <a:rPr sz="2800" spc="-45" dirty="0">
                <a:latin typeface="Calibri"/>
                <a:cs typeface="Calibri"/>
              </a:rPr>
              <a:t> </a:t>
            </a:r>
            <a:r>
              <a:rPr sz="2800" dirty="0">
                <a:latin typeface="Symbol"/>
                <a:cs typeface="Symbol"/>
              </a:rPr>
              <a:t></a:t>
            </a:r>
            <a:r>
              <a:rPr sz="2800" spc="-100" dirty="0">
                <a:latin typeface="Times New Roman"/>
                <a:cs typeface="Times New Roman"/>
              </a:rPr>
              <a:t> </a:t>
            </a:r>
            <a:r>
              <a:rPr sz="2800" dirty="0">
                <a:latin typeface="Calibri"/>
                <a:cs typeface="Calibri"/>
              </a:rPr>
              <a:t>và</a:t>
            </a:r>
            <a:r>
              <a:rPr sz="2800" spc="-45" dirty="0">
                <a:latin typeface="Calibri"/>
                <a:cs typeface="Calibri"/>
              </a:rPr>
              <a:t> </a:t>
            </a:r>
            <a:r>
              <a:rPr sz="2800" dirty="0">
                <a:latin typeface="Calibri"/>
                <a:cs typeface="Calibri"/>
              </a:rPr>
              <a:t>phần</a:t>
            </a:r>
            <a:r>
              <a:rPr sz="2800" spc="-30" dirty="0">
                <a:latin typeface="Calibri"/>
                <a:cs typeface="Calibri"/>
              </a:rPr>
              <a:t> </a:t>
            </a:r>
            <a:r>
              <a:rPr sz="2800" dirty="0">
                <a:latin typeface="Calibri"/>
                <a:cs typeface="Calibri"/>
              </a:rPr>
              <a:t>tử</a:t>
            </a:r>
            <a:r>
              <a:rPr sz="2800" spc="-35" dirty="0">
                <a:latin typeface="Calibri"/>
                <a:cs typeface="Calibri"/>
              </a:rPr>
              <a:t> </a:t>
            </a:r>
            <a:r>
              <a:rPr sz="2800" dirty="0">
                <a:latin typeface="Calibri"/>
                <a:cs typeface="Calibri"/>
              </a:rPr>
              <a:t>bù</a:t>
            </a:r>
            <a:r>
              <a:rPr sz="2800" spc="-35" dirty="0">
                <a:latin typeface="Calibri"/>
                <a:cs typeface="Calibri"/>
              </a:rPr>
              <a:t> </a:t>
            </a:r>
            <a:r>
              <a:rPr sz="2800" spc="-10" dirty="0">
                <a:latin typeface="Calibri"/>
                <a:cs typeface="Calibri"/>
              </a:rPr>
              <a:t>thỏa:</a:t>
            </a:r>
            <a:endParaRPr sz="2800">
              <a:latin typeface="Calibri"/>
              <a:cs typeface="Calibri"/>
            </a:endParaRPr>
          </a:p>
          <a:p>
            <a:pPr marL="50800" marR="4579620" indent="440055">
              <a:lnSpc>
                <a:spcPct val="120000"/>
              </a:lnSpc>
              <a:buAutoNum type="alphaLcParenR"/>
              <a:tabLst>
                <a:tab pos="490855" algn="l"/>
                <a:tab pos="1961514" algn="l"/>
              </a:tabLst>
            </a:pPr>
            <a:r>
              <a:rPr sz="2800" dirty="0">
                <a:latin typeface="Calibri"/>
                <a:cs typeface="Calibri"/>
              </a:rPr>
              <a:t>Kết</a:t>
            </a:r>
            <a:r>
              <a:rPr sz="2800" spc="-80" dirty="0">
                <a:latin typeface="Calibri"/>
                <a:cs typeface="Calibri"/>
              </a:rPr>
              <a:t> </a:t>
            </a:r>
            <a:r>
              <a:rPr sz="2800" spc="-20" dirty="0">
                <a:latin typeface="Calibri"/>
                <a:cs typeface="Calibri"/>
              </a:rPr>
              <a:t>hợp:</a:t>
            </a:r>
            <a:r>
              <a:rPr sz="2800" dirty="0">
                <a:latin typeface="Calibri"/>
                <a:cs typeface="Calibri"/>
              </a:rPr>
              <a:t>	x,</a:t>
            </a:r>
            <a:r>
              <a:rPr sz="2800" spc="-35" dirty="0">
                <a:latin typeface="Calibri"/>
                <a:cs typeface="Calibri"/>
              </a:rPr>
              <a:t> </a:t>
            </a:r>
            <a:r>
              <a:rPr sz="2800" spc="-50" dirty="0">
                <a:latin typeface="Calibri"/>
                <a:cs typeface="Calibri"/>
              </a:rPr>
              <a:t>y,</a:t>
            </a:r>
            <a:r>
              <a:rPr sz="2800" spc="-25" dirty="0">
                <a:latin typeface="Calibri"/>
                <a:cs typeface="Calibri"/>
              </a:rPr>
              <a:t> </a:t>
            </a:r>
            <a:r>
              <a:rPr sz="2800" dirty="0">
                <a:latin typeface="Calibri"/>
                <a:cs typeface="Calibri"/>
              </a:rPr>
              <a:t>z</a:t>
            </a:r>
            <a:r>
              <a:rPr sz="2800" spc="-30" dirty="0">
                <a:latin typeface="Calibri"/>
                <a:cs typeface="Calibri"/>
              </a:rPr>
              <a:t> </a:t>
            </a:r>
            <a:r>
              <a:rPr sz="2800" dirty="0">
                <a:latin typeface="Symbol"/>
                <a:cs typeface="Symbol"/>
              </a:rPr>
              <a:t></a:t>
            </a:r>
            <a:r>
              <a:rPr sz="2800" spc="-90" dirty="0">
                <a:latin typeface="Times New Roman"/>
                <a:cs typeface="Times New Roman"/>
              </a:rPr>
              <a:t> </a:t>
            </a:r>
            <a:r>
              <a:rPr sz="2800" dirty="0">
                <a:latin typeface="Calibri"/>
                <a:cs typeface="Calibri"/>
              </a:rPr>
              <a:t>Z</a:t>
            </a:r>
            <a:r>
              <a:rPr sz="2775" baseline="-21021" dirty="0">
                <a:latin typeface="Calibri"/>
                <a:cs typeface="Calibri"/>
              </a:rPr>
              <a:t>2</a:t>
            </a:r>
            <a:r>
              <a:rPr sz="2775" spc="284" baseline="-21021" dirty="0">
                <a:latin typeface="Calibri"/>
                <a:cs typeface="Calibri"/>
              </a:rPr>
              <a:t> </a:t>
            </a:r>
            <a:r>
              <a:rPr sz="2800" spc="-50" dirty="0">
                <a:latin typeface="Calibri"/>
                <a:cs typeface="Calibri"/>
              </a:rPr>
              <a:t>, </a:t>
            </a:r>
            <a:r>
              <a:rPr sz="2800" dirty="0">
                <a:latin typeface="Calibri"/>
                <a:cs typeface="Calibri"/>
              </a:rPr>
              <a:t>(x</a:t>
            </a:r>
            <a:r>
              <a:rPr sz="2800" spc="-5" dirty="0">
                <a:latin typeface="Calibri"/>
                <a:cs typeface="Calibri"/>
              </a:rPr>
              <a:t> </a:t>
            </a:r>
            <a:r>
              <a:rPr sz="2800" dirty="0">
                <a:latin typeface="Symbol"/>
                <a:cs typeface="Symbol"/>
              </a:rPr>
              <a:t></a:t>
            </a:r>
            <a:r>
              <a:rPr sz="2800" spc="-70" dirty="0">
                <a:latin typeface="Times New Roman"/>
                <a:cs typeface="Times New Roman"/>
              </a:rPr>
              <a:t> </a:t>
            </a:r>
            <a:r>
              <a:rPr sz="2800" dirty="0">
                <a:latin typeface="Calibri"/>
                <a:cs typeface="Calibri"/>
              </a:rPr>
              <a:t>y)</a:t>
            </a:r>
            <a:r>
              <a:rPr sz="2800" spc="-15" dirty="0">
                <a:latin typeface="Calibri"/>
                <a:cs typeface="Calibri"/>
              </a:rPr>
              <a:t> </a:t>
            </a:r>
            <a:r>
              <a:rPr sz="2800" dirty="0">
                <a:latin typeface="Symbol"/>
                <a:cs typeface="Symbol"/>
              </a:rPr>
              <a:t></a:t>
            </a:r>
            <a:r>
              <a:rPr sz="2800" spc="-70" dirty="0">
                <a:latin typeface="Times New Roman"/>
                <a:cs typeface="Times New Roman"/>
              </a:rPr>
              <a:t> </a:t>
            </a:r>
            <a:r>
              <a:rPr sz="2800" dirty="0">
                <a:latin typeface="Calibri"/>
                <a:cs typeface="Calibri"/>
              </a:rPr>
              <a:t>z</a:t>
            </a:r>
            <a:r>
              <a:rPr sz="2800" spc="-20"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x</a:t>
            </a:r>
            <a:r>
              <a:rPr sz="2800" spc="-10" dirty="0">
                <a:latin typeface="Calibri"/>
                <a:cs typeface="Calibri"/>
              </a:rPr>
              <a:t> </a:t>
            </a:r>
            <a:r>
              <a:rPr sz="2800" dirty="0">
                <a:latin typeface="Symbol"/>
                <a:cs typeface="Symbol"/>
              </a:rPr>
              <a:t></a:t>
            </a:r>
            <a:r>
              <a:rPr sz="2800" spc="-70" dirty="0">
                <a:latin typeface="Times New Roman"/>
                <a:cs typeface="Times New Roman"/>
              </a:rPr>
              <a:t> </a:t>
            </a:r>
            <a:r>
              <a:rPr sz="2800" dirty="0">
                <a:latin typeface="Calibri"/>
                <a:cs typeface="Calibri"/>
              </a:rPr>
              <a:t>(y</a:t>
            </a:r>
            <a:r>
              <a:rPr sz="2800" spc="-15" dirty="0">
                <a:latin typeface="Calibri"/>
                <a:cs typeface="Calibri"/>
              </a:rPr>
              <a:t> </a:t>
            </a:r>
            <a:r>
              <a:rPr sz="2800" dirty="0">
                <a:latin typeface="Symbol"/>
                <a:cs typeface="Symbol"/>
              </a:rPr>
              <a:t></a:t>
            </a:r>
            <a:r>
              <a:rPr sz="2800" spc="-70" dirty="0">
                <a:latin typeface="Times New Roman"/>
                <a:cs typeface="Times New Roman"/>
              </a:rPr>
              <a:t> </a:t>
            </a:r>
            <a:r>
              <a:rPr sz="2800" spc="-35" dirty="0">
                <a:latin typeface="Calibri"/>
                <a:cs typeface="Calibri"/>
              </a:rPr>
              <a:t>z)</a:t>
            </a:r>
            <a:endParaRPr sz="2800">
              <a:latin typeface="Calibri"/>
              <a:cs typeface="Calibri"/>
            </a:endParaRPr>
          </a:p>
          <a:p>
            <a:pPr marL="50800">
              <a:lnSpc>
                <a:spcPct val="100000"/>
              </a:lnSpc>
              <a:spcBef>
                <a:spcPts val="675"/>
              </a:spcBef>
            </a:pPr>
            <a:r>
              <a:rPr sz="2800" dirty="0">
                <a:latin typeface="Calibri"/>
                <a:cs typeface="Calibri"/>
              </a:rPr>
              <a:t>(x</a:t>
            </a:r>
            <a:r>
              <a:rPr sz="2800" spc="-5" dirty="0">
                <a:latin typeface="Calibri"/>
                <a:cs typeface="Calibri"/>
              </a:rPr>
              <a:t> </a:t>
            </a:r>
            <a:r>
              <a:rPr sz="2800" dirty="0">
                <a:latin typeface="Symbol"/>
                <a:cs typeface="Symbol"/>
              </a:rPr>
              <a:t></a:t>
            </a:r>
            <a:r>
              <a:rPr sz="2800" spc="-70" dirty="0">
                <a:latin typeface="Times New Roman"/>
                <a:cs typeface="Times New Roman"/>
              </a:rPr>
              <a:t> </a:t>
            </a:r>
            <a:r>
              <a:rPr sz="2800" dirty="0">
                <a:latin typeface="Calibri"/>
                <a:cs typeface="Calibri"/>
              </a:rPr>
              <a:t>y)</a:t>
            </a:r>
            <a:r>
              <a:rPr sz="2800" spc="-15" dirty="0">
                <a:latin typeface="Calibri"/>
                <a:cs typeface="Calibri"/>
              </a:rPr>
              <a:t> </a:t>
            </a:r>
            <a:r>
              <a:rPr sz="2800" dirty="0">
                <a:latin typeface="Symbol"/>
                <a:cs typeface="Symbol"/>
              </a:rPr>
              <a:t></a:t>
            </a:r>
            <a:r>
              <a:rPr sz="2800" spc="-70" dirty="0">
                <a:latin typeface="Times New Roman"/>
                <a:cs typeface="Times New Roman"/>
              </a:rPr>
              <a:t> </a:t>
            </a:r>
            <a:r>
              <a:rPr sz="2800" dirty="0">
                <a:latin typeface="Calibri"/>
                <a:cs typeface="Calibri"/>
              </a:rPr>
              <a:t>z</a:t>
            </a:r>
            <a:r>
              <a:rPr sz="2800" spc="-20"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x</a:t>
            </a:r>
            <a:r>
              <a:rPr sz="2800" spc="-10" dirty="0">
                <a:latin typeface="Calibri"/>
                <a:cs typeface="Calibri"/>
              </a:rPr>
              <a:t> </a:t>
            </a:r>
            <a:r>
              <a:rPr sz="2800" dirty="0">
                <a:latin typeface="Symbol"/>
                <a:cs typeface="Symbol"/>
              </a:rPr>
              <a:t></a:t>
            </a:r>
            <a:r>
              <a:rPr sz="2800" spc="-70" dirty="0">
                <a:latin typeface="Times New Roman"/>
                <a:cs typeface="Times New Roman"/>
              </a:rPr>
              <a:t> </a:t>
            </a:r>
            <a:r>
              <a:rPr sz="2800" dirty="0">
                <a:latin typeface="Calibri"/>
                <a:cs typeface="Calibri"/>
              </a:rPr>
              <a:t>(y</a:t>
            </a:r>
            <a:r>
              <a:rPr sz="2800" spc="-15" dirty="0">
                <a:latin typeface="Calibri"/>
                <a:cs typeface="Calibri"/>
              </a:rPr>
              <a:t> </a:t>
            </a:r>
            <a:r>
              <a:rPr sz="2800" dirty="0">
                <a:latin typeface="Symbol"/>
                <a:cs typeface="Symbol"/>
              </a:rPr>
              <a:t></a:t>
            </a:r>
            <a:r>
              <a:rPr sz="2800" spc="-70" dirty="0">
                <a:latin typeface="Times New Roman"/>
                <a:cs typeface="Times New Roman"/>
              </a:rPr>
              <a:t> </a:t>
            </a:r>
            <a:r>
              <a:rPr sz="2800" spc="-35" dirty="0">
                <a:latin typeface="Calibri"/>
                <a:cs typeface="Calibri"/>
              </a:rPr>
              <a:t>z)</a:t>
            </a:r>
            <a:endParaRPr sz="2800">
              <a:latin typeface="Calibri"/>
              <a:cs typeface="Calibri"/>
            </a:endParaRPr>
          </a:p>
          <a:p>
            <a:pPr>
              <a:lnSpc>
                <a:spcPct val="100000"/>
              </a:lnSpc>
              <a:spcBef>
                <a:spcPts val="1250"/>
              </a:spcBef>
            </a:pPr>
            <a:endParaRPr sz="2800">
              <a:latin typeface="Calibri"/>
              <a:cs typeface="Calibri"/>
            </a:endParaRPr>
          </a:p>
          <a:p>
            <a:pPr marL="426720" indent="-375920">
              <a:lnSpc>
                <a:spcPct val="100000"/>
              </a:lnSpc>
              <a:buAutoNum type="alphaLcParenR" startAt="2"/>
              <a:tabLst>
                <a:tab pos="426720" algn="l"/>
              </a:tabLst>
            </a:pPr>
            <a:r>
              <a:rPr sz="2800" dirty="0">
                <a:latin typeface="Calibri"/>
                <a:cs typeface="Calibri"/>
              </a:rPr>
              <a:t>Giao</a:t>
            </a:r>
            <a:r>
              <a:rPr sz="2800" spc="-55" dirty="0">
                <a:latin typeface="Calibri"/>
                <a:cs typeface="Calibri"/>
              </a:rPr>
              <a:t> </a:t>
            </a:r>
            <a:r>
              <a:rPr sz="2800" dirty="0">
                <a:latin typeface="Calibri"/>
                <a:cs typeface="Calibri"/>
              </a:rPr>
              <a:t>hoán</a:t>
            </a:r>
            <a:r>
              <a:rPr sz="2800" spc="-25" dirty="0">
                <a:latin typeface="Calibri"/>
                <a:cs typeface="Calibri"/>
              </a:rPr>
              <a:t> </a:t>
            </a:r>
            <a:r>
              <a:rPr sz="2800" spc="-50" dirty="0">
                <a:latin typeface="Calibri"/>
                <a:cs typeface="Calibri"/>
              </a:rPr>
              <a:t>:</a:t>
            </a:r>
            <a:endParaRPr sz="2800">
              <a:latin typeface="Calibri"/>
              <a:cs typeface="Calibri"/>
            </a:endParaRPr>
          </a:p>
          <a:p>
            <a:pPr marL="131445">
              <a:lnSpc>
                <a:spcPct val="100000"/>
              </a:lnSpc>
              <a:spcBef>
                <a:spcPts val="710"/>
              </a:spcBef>
              <a:tabLst>
                <a:tab pos="2265680" algn="l"/>
              </a:tabLst>
            </a:pPr>
            <a:r>
              <a:rPr sz="2800" dirty="0">
                <a:latin typeface="Calibri"/>
                <a:cs typeface="Calibri"/>
              </a:rPr>
              <a:t>x</a:t>
            </a:r>
            <a:r>
              <a:rPr sz="2800" spc="-10" dirty="0">
                <a:latin typeface="Calibri"/>
                <a:cs typeface="Calibri"/>
              </a:rPr>
              <a:t> </a:t>
            </a:r>
            <a:r>
              <a:rPr sz="2800" dirty="0">
                <a:latin typeface="Symbol"/>
                <a:cs typeface="Symbol"/>
              </a:rPr>
              <a:t></a:t>
            </a:r>
            <a:r>
              <a:rPr sz="2800" spc="-70" dirty="0">
                <a:latin typeface="Times New Roman"/>
                <a:cs typeface="Times New Roman"/>
              </a:rPr>
              <a:t> </a:t>
            </a:r>
            <a:r>
              <a:rPr sz="2800" dirty="0">
                <a:latin typeface="Calibri"/>
                <a:cs typeface="Calibri"/>
              </a:rPr>
              <a:t>y</a:t>
            </a:r>
            <a:r>
              <a:rPr sz="2800" spc="-15"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y</a:t>
            </a:r>
            <a:r>
              <a:rPr sz="2800" spc="-15" dirty="0">
                <a:latin typeface="Calibri"/>
                <a:cs typeface="Calibri"/>
              </a:rPr>
              <a:t> </a:t>
            </a:r>
            <a:r>
              <a:rPr sz="2800" dirty="0">
                <a:latin typeface="Symbol"/>
                <a:cs typeface="Symbol"/>
              </a:rPr>
              <a:t></a:t>
            </a:r>
            <a:r>
              <a:rPr sz="2800" spc="-70" dirty="0">
                <a:latin typeface="Times New Roman"/>
                <a:cs typeface="Times New Roman"/>
              </a:rPr>
              <a:t> </a:t>
            </a:r>
            <a:r>
              <a:rPr sz="2800" spc="-25" dirty="0">
                <a:latin typeface="Calibri"/>
                <a:cs typeface="Calibri"/>
              </a:rPr>
              <a:t>x,</a:t>
            </a:r>
            <a:r>
              <a:rPr sz="2800" dirty="0">
                <a:latin typeface="Calibri"/>
                <a:cs typeface="Calibri"/>
              </a:rPr>
              <a:t>	x</a:t>
            </a:r>
            <a:r>
              <a:rPr sz="2800" spc="-10" dirty="0">
                <a:latin typeface="Calibri"/>
                <a:cs typeface="Calibri"/>
              </a:rPr>
              <a:t> </a:t>
            </a:r>
            <a:r>
              <a:rPr sz="2800" dirty="0">
                <a:latin typeface="Symbol"/>
                <a:cs typeface="Symbol"/>
              </a:rPr>
              <a:t></a:t>
            </a:r>
            <a:r>
              <a:rPr sz="2800" spc="-70" dirty="0">
                <a:latin typeface="Times New Roman"/>
                <a:cs typeface="Times New Roman"/>
              </a:rPr>
              <a:t> </a:t>
            </a:r>
            <a:r>
              <a:rPr sz="2800" dirty="0">
                <a:latin typeface="Calibri"/>
                <a:cs typeface="Calibri"/>
              </a:rPr>
              <a:t>y</a:t>
            </a:r>
            <a:r>
              <a:rPr sz="2800" spc="-15"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y</a:t>
            </a:r>
            <a:r>
              <a:rPr sz="2800" spc="-5" dirty="0">
                <a:latin typeface="Calibri"/>
                <a:cs typeface="Calibri"/>
              </a:rPr>
              <a:t> </a:t>
            </a:r>
            <a:r>
              <a:rPr sz="2800" dirty="0">
                <a:latin typeface="Symbol"/>
                <a:cs typeface="Symbol"/>
              </a:rPr>
              <a:t></a:t>
            </a:r>
            <a:r>
              <a:rPr sz="2800" spc="-80" dirty="0">
                <a:latin typeface="Times New Roman"/>
                <a:cs typeface="Times New Roman"/>
              </a:rPr>
              <a:t> </a:t>
            </a:r>
            <a:r>
              <a:rPr sz="2800" spc="-50" dirty="0">
                <a:latin typeface="Calibri"/>
                <a:cs typeface="Calibri"/>
              </a:rPr>
              <a:t>x</a:t>
            </a:r>
            <a:endParaRPr sz="2800">
              <a:latin typeface="Calibri"/>
              <a:cs typeface="Calibri"/>
            </a:endParaRPr>
          </a:p>
          <a:p>
            <a:pPr>
              <a:lnSpc>
                <a:spcPct val="100000"/>
              </a:lnSpc>
              <a:spcBef>
                <a:spcPts val="1250"/>
              </a:spcBef>
            </a:pPr>
            <a:endParaRPr sz="2800">
              <a:latin typeface="Calibri"/>
              <a:cs typeface="Calibri"/>
            </a:endParaRPr>
          </a:p>
          <a:p>
            <a:pPr marL="50800">
              <a:lnSpc>
                <a:spcPct val="100000"/>
              </a:lnSpc>
            </a:pPr>
            <a:r>
              <a:rPr sz="2800" dirty="0">
                <a:latin typeface="Calibri"/>
                <a:cs typeface="Calibri"/>
              </a:rPr>
              <a:t>c)</a:t>
            </a:r>
            <a:r>
              <a:rPr sz="2800" spc="-50" dirty="0">
                <a:latin typeface="Calibri"/>
                <a:cs typeface="Calibri"/>
              </a:rPr>
              <a:t> </a:t>
            </a:r>
            <a:r>
              <a:rPr sz="2800" dirty="0">
                <a:latin typeface="Calibri"/>
                <a:cs typeface="Calibri"/>
              </a:rPr>
              <a:t>Phân</a:t>
            </a:r>
            <a:r>
              <a:rPr sz="2800" spc="-35" dirty="0">
                <a:latin typeface="Calibri"/>
                <a:cs typeface="Calibri"/>
              </a:rPr>
              <a:t> </a:t>
            </a:r>
            <a:r>
              <a:rPr sz="2800" spc="-10" dirty="0">
                <a:latin typeface="Calibri"/>
                <a:cs typeface="Calibri"/>
              </a:rPr>
              <a:t>phối:</a:t>
            </a:r>
            <a:endParaRPr sz="2800">
              <a:latin typeface="Calibri"/>
              <a:cs typeface="Calibri"/>
            </a:endParaRPr>
          </a:p>
          <a:p>
            <a:pPr marL="50800">
              <a:lnSpc>
                <a:spcPct val="100000"/>
              </a:lnSpc>
              <a:spcBef>
                <a:spcPts val="710"/>
              </a:spcBef>
            </a:pPr>
            <a:r>
              <a:rPr sz="2800" dirty="0">
                <a:latin typeface="Calibri"/>
                <a:cs typeface="Calibri"/>
              </a:rPr>
              <a:t>x</a:t>
            </a:r>
            <a:r>
              <a:rPr sz="2800" spc="-15" dirty="0">
                <a:latin typeface="Calibri"/>
                <a:cs typeface="Calibri"/>
              </a:rPr>
              <a:t> </a:t>
            </a:r>
            <a:r>
              <a:rPr sz="2800" dirty="0">
                <a:latin typeface="Symbol"/>
                <a:cs typeface="Symbol"/>
              </a:rPr>
              <a:t></a:t>
            </a:r>
            <a:r>
              <a:rPr sz="2800" spc="-75" dirty="0">
                <a:latin typeface="Times New Roman"/>
                <a:cs typeface="Times New Roman"/>
              </a:rPr>
              <a:t> </a:t>
            </a:r>
            <a:r>
              <a:rPr sz="2800" dirty="0">
                <a:latin typeface="Calibri"/>
                <a:cs typeface="Calibri"/>
              </a:rPr>
              <a:t>(y</a:t>
            </a:r>
            <a:r>
              <a:rPr sz="2800" spc="-15" dirty="0">
                <a:latin typeface="Calibri"/>
                <a:cs typeface="Calibri"/>
              </a:rPr>
              <a:t> </a:t>
            </a:r>
            <a:r>
              <a:rPr sz="2800" dirty="0">
                <a:latin typeface="Symbol"/>
                <a:cs typeface="Symbol"/>
              </a:rPr>
              <a:t></a:t>
            </a:r>
            <a:r>
              <a:rPr sz="2800" spc="-75" dirty="0">
                <a:latin typeface="Times New Roman"/>
                <a:cs typeface="Times New Roman"/>
              </a:rPr>
              <a:t> </a:t>
            </a:r>
            <a:r>
              <a:rPr sz="2800" dirty="0">
                <a:latin typeface="Calibri"/>
                <a:cs typeface="Calibri"/>
              </a:rPr>
              <a:t>z)</a:t>
            </a:r>
            <a:r>
              <a:rPr sz="2800" spc="-20"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(x </a:t>
            </a:r>
            <a:r>
              <a:rPr sz="2800" dirty="0">
                <a:latin typeface="Symbol"/>
                <a:cs typeface="Symbol"/>
              </a:rPr>
              <a:t></a:t>
            </a:r>
            <a:r>
              <a:rPr sz="2800" spc="-70" dirty="0">
                <a:latin typeface="Times New Roman"/>
                <a:cs typeface="Times New Roman"/>
              </a:rPr>
              <a:t> </a:t>
            </a:r>
            <a:r>
              <a:rPr sz="2800" dirty="0">
                <a:latin typeface="Calibri"/>
                <a:cs typeface="Calibri"/>
              </a:rPr>
              <a:t>y)</a:t>
            </a:r>
            <a:r>
              <a:rPr sz="2800" spc="-15" dirty="0">
                <a:latin typeface="Calibri"/>
                <a:cs typeface="Calibri"/>
              </a:rPr>
              <a:t> </a:t>
            </a:r>
            <a:r>
              <a:rPr sz="2800" dirty="0">
                <a:latin typeface="Symbol"/>
                <a:cs typeface="Symbol"/>
              </a:rPr>
              <a:t></a:t>
            </a:r>
            <a:r>
              <a:rPr sz="2800" spc="-75" dirty="0">
                <a:latin typeface="Times New Roman"/>
                <a:cs typeface="Times New Roman"/>
              </a:rPr>
              <a:t> </a:t>
            </a:r>
            <a:r>
              <a:rPr sz="2800" dirty="0">
                <a:latin typeface="Calibri"/>
                <a:cs typeface="Calibri"/>
              </a:rPr>
              <a:t>(x</a:t>
            </a:r>
            <a:r>
              <a:rPr sz="2800" spc="-10" dirty="0">
                <a:latin typeface="Calibri"/>
                <a:cs typeface="Calibri"/>
              </a:rPr>
              <a:t> </a:t>
            </a:r>
            <a:r>
              <a:rPr sz="2800" dirty="0">
                <a:latin typeface="Symbol"/>
                <a:cs typeface="Symbol"/>
              </a:rPr>
              <a:t></a:t>
            </a:r>
            <a:r>
              <a:rPr sz="2800" spc="-75" dirty="0">
                <a:latin typeface="Times New Roman"/>
                <a:cs typeface="Times New Roman"/>
              </a:rPr>
              <a:t> </a:t>
            </a:r>
            <a:r>
              <a:rPr sz="2800" spc="-25" dirty="0">
                <a:latin typeface="Calibri"/>
                <a:cs typeface="Calibri"/>
              </a:rPr>
              <a:t>z)</a:t>
            </a:r>
            <a:endParaRPr sz="2800">
              <a:latin typeface="Calibri"/>
              <a:cs typeface="Calibri"/>
            </a:endParaRPr>
          </a:p>
          <a:p>
            <a:pPr marL="50800">
              <a:lnSpc>
                <a:spcPct val="100000"/>
              </a:lnSpc>
              <a:spcBef>
                <a:spcPts val="675"/>
              </a:spcBef>
            </a:pPr>
            <a:r>
              <a:rPr sz="2800" dirty="0">
                <a:latin typeface="Calibri"/>
                <a:cs typeface="Calibri"/>
              </a:rPr>
              <a:t>x</a:t>
            </a:r>
            <a:r>
              <a:rPr sz="2800" spc="-15" dirty="0">
                <a:latin typeface="Calibri"/>
                <a:cs typeface="Calibri"/>
              </a:rPr>
              <a:t> </a:t>
            </a:r>
            <a:r>
              <a:rPr sz="2800" dirty="0">
                <a:latin typeface="Symbol"/>
                <a:cs typeface="Symbol"/>
              </a:rPr>
              <a:t></a:t>
            </a:r>
            <a:r>
              <a:rPr sz="2800" spc="-75" dirty="0">
                <a:latin typeface="Times New Roman"/>
                <a:cs typeface="Times New Roman"/>
              </a:rPr>
              <a:t> </a:t>
            </a:r>
            <a:r>
              <a:rPr sz="2800" dirty="0">
                <a:latin typeface="Calibri"/>
                <a:cs typeface="Calibri"/>
              </a:rPr>
              <a:t>(y</a:t>
            </a:r>
            <a:r>
              <a:rPr sz="2800" spc="-15" dirty="0">
                <a:latin typeface="Calibri"/>
                <a:cs typeface="Calibri"/>
              </a:rPr>
              <a:t> </a:t>
            </a:r>
            <a:r>
              <a:rPr sz="2800" dirty="0">
                <a:latin typeface="Symbol"/>
                <a:cs typeface="Symbol"/>
              </a:rPr>
              <a:t></a:t>
            </a:r>
            <a:r>
              <a:rPr sz="2800" spc="-75" dirty="0">
                <a:latin typeface="Times New Roman"/>
                <a:cs typeface="Times New Roman"/>
              </a:rPr>
              <a:t> </a:t>
            </a:r>
            <a:r>
              <a:rPr sz="2800" dirty="0">
                <a:latin typeface="Calibri"/>
                <a:cs typeface="Calibri"/>
              </a:rPr>
              <a:t>z)</a:t>
            </a:r>
            <a:r>
              <a:rPr sz="2800" spc="-20"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(x</a:t>
            </a:r>
            <a:r>
              <a:rPr sz="2800" spc="-10" dirty="0">
                <a:latin typeface="Calibri"/>
                <a:cs typeface="Calibri"/>
              </a:rPr>
              <a:t> </a:t>
            </a:r>
            <a:r>
              <a:rPr sz="2800" dirty="0">
                <a:latin typeface="Symbol"/>
                <a:cs typeface="Symbol"/>
              </a:rPr>
              <a:t></a:t>
            </a:r>
            <a:r>
              <a:rPr sz="2800" spc="-75" dirty="0">
                <a:latin typeface="Times New Roman"/>
                <a:cs typeface="Times New Roman"/>
              </a:rPr>
              <a:t> </a:t>
            </a:r>
            <a:r>
              <a:rPr sz="2800" dirty="0">
                <a:latin typeface="Calibri"/>
                <a:cs typeface="Calibri"/>
              </a:rPr>
              <a:t>y)</a:t>
            </a:r>
            <a:r>
              <a:rPr sz="2800" spc="-10" dirty="0">
                <a:latin typeface="Calibri"/>
                <a:cs typeface="Calibri"/>
              </a:rPr>
              <a:t> </a:t>
            </a:r>
            <a:r>
              <a:rPr sz="2800" dirty="0">
                <a:latin typeface="Symbol"/>
                <a:cs typeface="Symbol"/>
              </a:rPr>
              <a:t></a:t>
            </a:r>
            <a:r>
              <a:rPr sz="2800" spc="-75" dirty="0">
                <a:latin typeface="Times New Roman"/>
                <a:cs typeface="Times New Roman"/>
              </a:rPr>
              <a:t> </a:t>
            </a:r>
            <a:r>
              <a:rPr sz="2800" dirty="0">
                <a:latin typeface="Calibri"/>
                <a:cs typeface="Calibri"/>
              </a:rPr>
              <a:t>(x</a:t>
            </a:r>
            <a:r>
              <a:rPr sz="2800" spc="-15" dirty="0">
                <a:latin typeface="Calibri"/>
                <a:cs typeface="Calibri"/>
              </a:rPr>
              <a:t> </a:t>
            </a:r>
            <a:r>
              <a:rPr sz="2800" dirty="0">
                <a:latin typeface="Symbol"/>
                <a:cs typeface="Symbol"/>
              </a:rPr>
              <a:t></a:t>
            </a:r>
            <a:r>
              <a:rPr sz="2800" spc="-75" dirty="0">
                <a:latin typeface="Times New Roman"/>
                <a:cs typeface="Times New Roman"/>
              </a:rPr>
              <a:t> </a:t>
            </a:r>
            <a:r>
              <a:rPr sz="2800" spc="-25" dirty="0">
                <a:latin typeface="Calibri"/>
                <a:cs typeface="Calibri"/>
              </a:rPr>
              <a:t>z)</a:t>
            </a:r>
            <a:endParaRPr sz="2800">
              <a:latin typeface="Calibri"/>
              <a:cs typeface="Calibri"/>
            </a:endParaRPr>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300888"/>
            <a:ext cx="2165985" cy="3620135"/>
          </a:xfrm>
          <a:prstGeom prst="rect">
            <a:avLst/>
          </a:prstGeom>
        </p:spPr>
        <p:txBody>
          <a:bodyPr vert="horz" wrap="square" lIns="0" tIns="12700" rIns="0" bIns="0" rtlCol="0">
            <a:spAutoFit/>
          </a:bodyPr>
          <a:lstStyle/>
          <a:p>
            <a:pPr marL="12700" marR="232410">
              <a:lnSpc>
                <a:spcPct val="121100"/>
              </a:lnSpc>
              <a:spcBef>
                <a:spcPts val="100"/>
              </a:spcBef>
            </a:pPr>
            <a:r>
              <a:rPr sz="2800" dirty="0">
                <a:latin typeface="Calibri"/>
                <a:cs typeface="Calibri"/>
              </a:rPr>
              <a:t>d)</a:t>
            </a:r>
            <a:r>
              <a:rPr sz="2800" spc="-70" dirty="0">
                <a:latin typeface="Calibri"/>
                <a:cs typeface="Calibri"/>
              </a:rPr>
              <a:t> </a:t>
            </a:r>
            <a:r>
              <a:rPr sz="2800" spc="-20" dirty="0">
                <a:latin typeface="Calibri"/>
                <a:cs typeface="Calibri"/>
              </a:rPr>
              <a:t>Trung</a:t>
            </a:r>
            <a:r>
              <a:rPr sz="2800" spc="-65" dirty="0">
                <a:latin typeface="Calibri"/>
                <a:cs typeface="Calibri"/>
              </a:rPr>
              <a:t> </a:t>
            </a:r>
            <a:r>
              <a:rPr sz="2800" spc="-20" dirty="0">
                <a:latin typeface="Calibri"/>
                <a:cs typeface="Calibri"/>
              </a:rPr>
              <a:t>hòa: </a:t>
            </a:r>
            <a:r>
              <a:rPr sz="2800" dirty="0">
                <a:latin typeface="Calibri"/>
                <a:cs typeface="Calibri"/>
              </a:rPr>
              <a:t>x</a:t>
            </a:r>
            <a:r>
              <a:rPr sz="2800" spc="-15" dirty="0">
                <a:latin typeface="Calibri"/>
                <a:cs typeface="Calibri"/>
              </a:rPr>
              <a:t> </a:t>
            </a:r>
            <a:r>
              <a:rPr sz="2800" dirty="0">
                <a:latin typeface="Symbol"/>
                <a:cs typeface="Symbol"/>
              </a:rPr>
              <a:t></a:t>
            </a:r>
            <a:r>
              <a:rPr sz="2800" spc="-75" dirty="0">
                <a:latin typeface="Times New Roman"/>
                <a:cs typeface="Times New Roman"/>
              </a:rPr>
              <a:t> </a:t>
            </a:r>
            <a:r>
              <a:rPr sz="2800" dirty="0">
                <a:latin typeface="Calibri"/>
                <a:cs typeface="Calibri"/>
              </a:rPr>
              <a:t>0</a:t>
            </a:r>
            <a:r>
              <a:rPr sz="2800" spc="-5" dirty="0">
                <a:latin typeface="Calibri"/>
                <a:cs typeface="Calibri"/>
              </a:rPr>
              <a:t> </a:t>
            </a:r>
            <a:r>
              <a:rPr sz="2800" dirty="0">
                <a:latin typeface="Calibri"/>
                <a:cs typeface="Calibri"/>
              </a:rPr>
              <a:t>= </a:t>
            </a:r>
            <a:r>
              <a:rPr sz="2800" spc="-50" dirty="0">
                <a:latin typeface="Calibri"/>
                <a:cs typeface="Calibri"/>
              </a:rPr>
              <a:t>x</a:t>
            </a:r>
            <a:endParaRPr sz="2800">
              <a:latin typeface="Calibri"/>
              <a:cs typeface="Calibri"/>
            </a:endParaRPr>
          </a:p>
          <a:p>
            <a:pPr marL="12700">
              <a:lnSpc>
                <a:spcPct val="100000"/>
              </a:lnSpc>
              <a:spcBef>
                <a:spcPts val="670"/>
              </a:spcBef>
              <a:tabLst>
                <a:tab pos="1144905" algn="l"/>
              </a:tabLst>
            </a:pPr>
            <a:r>
              <a:rPr sz="2800" dirty="0">
                <a:latin typeface="Calibri"/>
                <a:cs typeface="Calibri"/>
              </a:rPr>
              <a:t>x</a:t>
            </a:r>
            <a:r>
              <a:rPr sz="2800" spc="-15" dirty="0">
                <a:latin typeface="Calibri"/>
                <a:cs typeface="Calibri"/>
              </a:rPr>
              <a:t> </a:t>
            </a:r>
            <a:r>
              <a:rPr sz="2800" dirty="0">
                <a:latin typeface="Symbol"/>
                <a:cs typeface="Symbol"/>
              </a:rPr>
              <a:t></a:t>
            </a:r>
            <a:r>
              <a:rPr sz="2800" spc="-75" dirty="0">
                <a:latin typeface="Times New Roman"/>
                <a:cs typeface="Times New Roman"/>
              </a:rPr>
              <a:t> </a:t>
            </a:r>
            <a:r>
              <a:rPr sz="2800" dirty="0">
                <a:latin typeface="Calibri"/>
                <a:cs typeface="Calibri"/>
              </a:rPr>
              <a:t>1</a:t>
            </a:r>
            <a:r>
              <a:rPr sz="2800" spc="-5" dirty="0">
                <a:latin typeface="Calibri"/>
                <a:cs typeface="Calibri"/>
              </a:rPr>
              <a:t> </a:t>
            </a:r>
            <a:r>
              <a:rPr sz="2800" spc="-50" dirty="0">
                <a:latin typeface="Calibri"/>
                <a:cs typeface="Calibri"/>
              </a:rPr>
              <a:t>=</a:t>
            </a:r>
            <a:r>
              <a:rPr sz="2800" dirty="0">
                <a:latin typeface="Calibri"/>
                <a:cs typeface="Calibri"/>
              </a:rPr>
              <a:t>	</a:t>
            </a:r>
            <a:r>
              <a:rPr sz="2800" spc="-50" dirty="0">
                <a:latin typeface="Calibri"/>
                <a:cs typeface="Calibri"/>
              </a:rPr>
              <a:t>x</a:t>
            </a:r>
            <a:endParaRPr sz="2800">
              <a:latin typeface="Calibri"/>
              <a:cs typeface="Calibri"/>
            </a:endParaRPr>
          </a:p>
          <a:p>
            <a:pPr>
              <a:lnSpc>
                <a:spcPct val="100000"/>
              </a:lnSpc>
              <a:spcBef>
                <a:spcPts val="545"/>
              </a:spcBef>
            </a:pPr>
            <a:endParaRPr sz="2800">
              <a:latin typeface="Calibri"/>
              <a:cs typeface="Calibri"/>
            </a:endParaRPr>
          </a:p>
          <a:p>
            <a:pPr marL="12700" marR="5080">
              <a:lnSpc>
                <a:spcPct val="121100"/>
              </a:lnSpc>
            </a:pPr>
            <a:r>
              <a:rPr sz="2800" dirty="0">
                <a:latin typeface="Calibri"/>
                <a:cs typeface="Calibri"/>
              </a:rPr>
              <a:t>e)</a:t>
            </a:r>
            <a:r>
              <a:rPr sz="2800" spc="-35" dirty="0">
                <a:latin typeface="Calibri"/>
                <a:cs typeface="Calibri"/>
              </a:rPr>
              <a:t> </a:t>
            </a:r>
            <a:r>
              <a:rPr sz="2800" dirty="0">
                <a:latin typeface="Calibri"/>
                <a:cs typeface="Calibri"/>
              </a:rPr>
              <a:t>Phần</a:t>
            </a:r>
            <a:r>
              <a:rPr sz="2800" spc="-20" dirty="0">
                <a:latin typeface="Calibri"/>
                <a:cs typeface="Calibri"/>
              </a:rPr>
              <a:t> </a:t>
            </a:r>
            <a:r>
              <a:rPr sz="2800" dirty="0">
                <a:latin typeface="Calibri"/>
                <a:cs typeface="Calibri"/>
              </a:rPr>
              <a:t>tử</a:t>
            </a:r>
            <a:r>
              <a:rPr sz="2800" spc="-30" dirty="0">
                <a:latin typeface="Calibri"/>
                <a:cs typeface="Calibri"/>
              </a:rPr>
              <a:t> </a:t>
            </a:r>
            <a:r>
              <a:rPr sz="2800" dirty="0">
                <a:latin typeface="Calibri"/>
                <a:cs typeface="Calibri"/>
              </a:rPr>
              <a:t>bù</a:t>
            </a:r>
            <a:r>
              <a:rPr sz="2800" spc="-5" dirty="0">
                <a:latin typeface="Calibri"/>
                <a:cs typeface="Calibri"/>
              </a:rPr>
              <a:t> </a:t>
            </a:r>
            <a:r>
              <a:rPr sz="2800" spc="-50" dirty="0">
                <a:latin typeface="Calibri"/>
                <a:cs typeface="Calibri"/>
              </a:rPr>
              <a:t>: </a:t>
            </a:r>
            <a:r>
              <a:rPr sz="2800" dirty="0">
                <a:latin typeface="Calibri"/>
                <a:cs typeface="Calibri"/>
              </a:rPr>
              <a:t>x</a:t>
            </a:r>
            <a:r>
              <a:rPr sz="2800" spc="-15" dirty="0">
                <a:latin typeface="Calibri"/>
                <a:cs typeface="Calibri"/>
              </a:rPr>
              <a:t> </a:t>
            </a:r>
            <a:r>
              <a:rPr sz="2800" dirty="0">
                <a:latin typeface="Symbol"/>
                <a:cs typeface="Symbol"/>
              </a:rPr>
              <a:t></a:t>
            </a:r>
            <a:r>
              <a:rPr sz="2800" spc="-65" dirty="0">
                <a:latin typeface="Times New Roman"/>
                <a:cs typeface="Times New Roman"/>
              </a:rPr>
              <a:t> </a:t>
            </a:r>
            <a:r>
              <a:rPr sz="2800" spc="-1560" dirty="0">
                <a:latin typeface="Cambria Math"/>
                <a:cs typeface="Cambria Math"/>
              </a:rPr>
              <a:t>xത</a:t>
            </a:r>
            <a:r>
              <a:rPr sz="2800" spc="95" dirty="0">
                <a:latin typeface="Cambria Math"/>
                <a:cs typeface="Cambria Math"/>
              </a:rPr>
              <a:t> </a:t>
            </a:r>
            <a:r>
              <a:rPr sz="2800" dirty="0">
                <a:latin typeface="Calibri"/>
                <a:cs typeface="Calibri"/>
              </a:rPr>
              <a:t>= </a:t>
            </a:r>
            <a:r>
              <a:rPr sz="2800" spc="-50" dirty="0">
                <a:latin typeface="Calibri"/>
                <a:cs typeface="Calibri"/>
              </a:rPr>
              <a:t>1</a:t>
            </a:r>
            <a:endParaRPr sz="2800">
              <a:latin typeface="Calibri"/>
              <a:cs typeface="Calibri"/>
            </a:endParaRPr>
          </a:p>
          <a:p>
            <a:pPr marL="12700">
              <a:lnSpc>
                <a:spcPct val="100000"/>
              </a:lnSpc>
              <a:spcBef>
                <a:spcPts val="675"/>
              </a:spcBef>
            </a:pPr>
            <a:r>
              <a:rPr sz="2800" dirty="0">
                <a:latin typeface="Calibri"/>
                <a:cs typeface="Calibri"/>
              </a:rPr>
              <a:t>x</a:t>
            </a:r>
            <a:r>
              <a:rPr sz="2800" spc="-25" dirty="0">
                <a:latin typeface="Calibri"/>
                <a:cs typeface="Calibri"/>
              </a:rPr>
              <a:t> </a:t>
            </a:r>
            <a:r>
              <a:rPr sz="2800" dirty="0">
                <a:latin typeface="Symbol"/>
                <a:cs typeface="Symbol"/>
              </a:rPr>
              <a:t></a:t>
            </a:r>
            <a:r>
              <a:rPr sz="2800" spc="-105" dirty="0">
                <a:latin typeface="Times New Roman"/>
                <a:cs typeface="Times New Roman"/>
              </a:rPr>
              <a:t> </a:t>
            </a:r>
            <a:r>
              <a:rPr sz="2800" spc="-1555" dirty="0">
                <a:latin typeface="Cambria Math"/>
                <a:cs typeface="Cambria Math"/>
              </a:rPr>
              <a:t>xത</a:t>
            </a:r>
            <a:r>
              <a:rPr sz="2800" spc="110" dirty="0">
                <a:latin typeface="Cambria Math"/>
                <a:cs typeface="Cambria Math"/>
              </a:rPr>
              <a:t> </a:t>
            </a:r>
            <a:r>
              <a:rPr sz="2800" dirty="0">
                <a:latin typeface="Calibri"/>
                <a:cs typeface="Calibri"/>
              </a:rPr>
              <a:t>= </a:t>
            </a:r>
            <a:r>
              <a:rPr sz="2800" spc="-50" dirty="0">
                <a:latin typeface="Calibri"/>
                <a:cs typeface="Calibri"/>
              </a:rPr>
              <a:t>0</a:t>
            </a:r>
            <a:endParaRPr sz="2800">
              <a:latin typeface="Calibri"/>
              <a:cs typeface="Calibri"/>
            </a:endParaRPr>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08940" y="310032"/>
            <a:ext cx="3342004" cy="5659120"/>
          </a:xfrm>
          <a:prstGeom prst="rect">
            <a:avLst/>
          </a:prstGeom>
        </p:spPr>
        <p:txBody>
          <a:bodyPr vert="horz" wrap="square" lIns="0" tIns="12700" rIns="0" bIns="0" rtlCol="0">
            <a:spAutoFit/>
          </a:bodyPr>
          <a:lstStyle/>
          <a:p>
            <a:pPr marL="144145" marR="55880" indent="-81280">
              <a:lnSpc>
                <a:spcPct val="120000"/>
              </a:lnSpc>
              <a:spcBef>
                <a:spcPts val="100"/>
              </a:spcBef>
            </a:pPr>
            <a:r>
              <a:rPr sz="2800" dirty="0">
                <a:latin typeface="Calibri"/>
                <a:cs typeface="Calibri"/>
              </a:rPr>
              <a:t>f)</a:t>
            </a:r>
            <a:r>
              <a:rPr sz="2800" spc="-20" dirty="0">
                <a:latin typeface="Calibri"/>
                <a:cs typeface="Calibri"/>
              </a:rPr>
              <a:t> </a:t>
            </a:r>
            <a:r>
              <a:rPr sz="2800" dirty="0">
                <a:latin typeface="Calibri"/>
                <a:cs typeface="Calibri"/>
              </a:rPr>
              <a:t>Lũy</a:t>
            </a:r>
            <a:r>
              <a:rPr sz="2800" spc="-10" dirty="0">
                <a:latin typeface="Calibri"/>
                <a:cs typeface="Calibri"/>
              </a:rPr>
              <a:t> </a:t>
            </a:r>
            <a:r>
              <a:rPr sz="2800" dirty="0">
                <a:latin typeface="Calibri"/>
                <a:cs typeface="Calibri"/>
              </a:rPr>
              <a:t>đẳng</a:t>
            </a:r>
            <a:r>
              <a:rPr sz="2800" spc="-20"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x,</a:t>
            </a:r>
            <a:r>
              <a:rPr sz="2800" spc="-5" dirty="0">
                <a:latin typeface="Calibri"/>
                <a:cs typeface="Calibri"/>
              </a:rPr>
              <a:t> </a:t>
            </a:r>
            <a:r>
              <a:rPr sz="2800" dirty="0">
                <a:latin typeface="Calibri"/>
                <a:cs typeface="Calibri"/>
              </a:rPr>
              <a:t>y</a:t>
            </a:r>
            <a:r>
              <a:rPr sz="2800" spc="-5" dirty="0">
                <a:latin typeface="Calibri"/>
                <a:cs typeface="Calibri"/>
              </a:rPr>
              <a:t> </a:t>
            </a:r>
            <a:r>
              <a:rPr sz="2800" dirty="0">
                <a:latin typeface="Symbol"/>
                <a:cs typeface="Symbol"/>
              </a:rPr>
              <a:t></a:t>
            </a:r>
            <a:r>
              <a:rPr sz="2800" spc="-70" dirty="0">
                <a:latin typeface="Times New Roman"/>
                <a:cs typeface="Times New Roman"/>
              </a:rPr>
              <a:t> </a:t>
            </a:r>
            <a:r>
              <a:rPr sz="2800" dirty="0">
                <a:latin typeface="Calibri"/>
                <a:cs typeface="Calibri"/>
              </a:rPr>
              <a:t>Z</a:t>
            </a:r>
            <a:r>
              <a:rPr sz="2775" baseline="-21021" dirty="0">
                <a:latin typeface="Calibri"/>
                <a:cs typeface="Calibri"/>
              </a:rPr>
              <a:t>2</a:t>
            </a:r>
            <a:r>
              <a:rPr sz="2775" spc="284" baseline="-21021" dirty="0">
                <a:latin typeface="Calibri"/>
                <a:cs typeface="Calibri"/>
              </a:rPr>
              <a:t> </a:t>
            </a:r>
            <a:r>
              <a:rPr sz="2800" spc="-50" dirty="0">
                <a:latin typeface="Calibri"/>
                <a:cs typeface="Calibri"/>
              </a:rPr>
              <a:t>, </a:t>
            </a:r>
            <a:r>
              <a:rPr sz="2800" dirty="0">
                <a:latin typeface="Calibri"/>
                <a:cs typeface="Calibri"/>
              </a:rPr>
              <a:t>x</a:t>
            </a:r>
            <a:r>
              <a:rPr sz="2800" spc="-15" dirty="0">
                <a:latin typeface="Calibri"/>
                <a:cs typeface="Calibri"/>
              </a:rPr>
              <a:t> </a:t>
            </a:r>
            <a:r>
              <a:rPr sz="2800" dirty="0">
                <a:latin typeface="Symbol"/>
                <a:cs typeface="Symbol"/>
              </a:rPr>
              <a:t></a:t>
            </a:r>
            <a:r>
              <a:rPr sz="2800" spc="-75" dirty="0">
                <a:latin typeface="Times New Roman"/>
                <a:cs typeface="Times New Roman"/>
              </a:rPr>
              <a:t> </a:t>
            </a:r>
            <a:r>
              <a:rPr sz="2800" dirty="0">
                <a:latin typeface="Calibri"/>
                <a:cs typeface="Calibri"/>
              </a:rPr>
              <a:t>x</a:t>
            </a:r>
            <a:r>
              <a:rPr sz="2800" spc="-20" dirty="0">
                <a:latin typeface="Calibri"/>
                <a:cs typeface="Calibri"/>
              </a:rPr>
              <a:t> </a:t>
            </a:r>
            <a:r>
              <a:rPr sz="2800" dirty="0">
                <a:latin typeface="Calibri"/>
                <a:cs typeface="Calibri"/>
              </a:rPr>
              <a:t>= </a:t>
            </a:r>
            <a:r>
              <a:rPr sz="2800" spc="-50" dirty="0">
                <a:latin typeface="Calibri"/>
                <a:cs typeface="Calibri"/>
              </a:rPr>
              <a:t>x</a:t>
            </a:r>
            <a:endParaRPr sz="2800">
              <a:latin typeface="Calibri"/>
              <a:cs typeface="Calibri"/>
            </a:endParaRPr>
          </a:p>
          <a:p>
            <a:pPr marL="144145">
              <a:lnSpc>
                <a:spcPct val="100000"/>
              </a:lnSpc>
              <a:spcBef>
                <a:spcPts val="670"/>
              </a:spcBef>
            </a:pPr>
            <a:r>
              <a:rPr sz="2800" dirty="0">
                <a:latin typeface="Calibri"/>
                <a:cs typeface="Calibri"/>
              </a:rPr>
              <a:t>x</a:t>
            </a:r>
            <a:r>
              <a:rPr sz="2800" spc="-15" dirty="0">
                <a:latin typeface="Calibri"/>
                <a:cs typeface="Calibri"/>
              </a:rPr>
              <a:t> </a:t>
            </a:r>
            <a:r>
              <a:rPr sz="2800" dirty="0">
                <a:latin typeface="Symbol"/>
                <a:cs typeface="Symbol"/>
              </a:rPr>
              <a:t></a:t>
            </a:r>
            <a:r>
              <a:rPr sz="2800" spc="-75" dirty="0">
                <a:latin typeface="Times New Roman"/>
                <a:cs typeface="Times New Roman"/>
              </a:rPr>
              <a:t> </a:t>
            </a:r>
            <a:r>
              <a:rPr sz="2800" dirty="0">
                <a:latin typeface="Calibri"/>
                <a:cs typeface="Calibri"/>
              </a:rPr>
              <a:t>x</a:t>
            </a:r>
            <a:r>
              <a:rPr sz="2800" spc="-20" dirty="0">
                <a:latin typeface="Calibri"/>
                <a:cs typeface="Calibri"/>
              </a:rPr>
              <a:t> </a:t>
            </a:r>
            <a:r>
              <a:rPr sz="2800" dirty="0">
                <a:latin typeface="Calibri"/>
                <a:cs typeface="Calibri"/>
              </a:rPr>
              <a:t>= </a:t>
            </a:r>
            <a:r>
              <a:rPr sz="2800" spc="-50" dirty="0">
                <a:latin typeface="Calibri"/>
                <a:cs typeface="Calibri"/>
              </a:rPr>
              <a:t>x</a:t>
            </a:r>
            <a:endParaRPr sz="2800">
              <a:latin typeface="Calibri"/>
              <a:cs typeface="Calibri"/>
            </a:endParaRPr>
          </a:p>
          <a:p>
            <a:pPr>
              <a:lnSpc>
                <a:spcPct val="100000"/>
              </a:lnSpc>
              <a:spcBef>
                <a:spcPts val="545"/>
              </a:spcBef>
            </a:pPr>
            <a:endParaRPr sz="2800">
              <a:latin typeface="Calibri"/>
              <a:cs typeface="Calibri"/>
            </a:endParaRPr>
          </a:p>
          <a:p>
            <a:pPr marL="144145" marR="1431290" indent="-81280">
              <a:lnSpc>
                <a:spcPct val="121100"/>
              </a:lnSpc>
              <a:buAutoNum type="alphaLcParenR" startAt="7"/>
              <a:tabLst>
                <a:tab pos="144145" algn="l"/>
                <a:tab pos="417830" algn="l"/>
              </a:tabLst>
            </a:pPr>
            <a:r>
              <a:rPr sz="2800" dirty="0">
                <a:latin typeface="Calibri"/>
                <a:cs typeface="Calibri"/>
              </a:rPr>
              <a:t>	Thống</a:t>
            </a:r>
            <a:r>
              <a:rPr sz="2800" spc="-30" dirty="0">
                <a:latin typeface="Calibri"/>
                <a:cs typeface="Calibri"/>
              </a:rPr>
              <a:t> </a:t>
            </a:r>
            <a:r>
              <a:rPr sz="2800" dirty="0">
                <a:latin typeface="Calibri"/>
                <a:cs typeface="Calibri"/>
              </a:rPr>
              <a:t>trị</a:t>
            </a:r>
            <a:r>
              <a:rPr sz="2800" spc="-35" dirty="0">
                <a:latin typeface="Calibri"/>
                <a:cs typeface="Calibri"/>
              </a:rPr>
              <a:t> </a:t>
            </a:r>
            <a:r>
              <a:rPr sz="2800" spc="-50" dirty="0">
                <a:latin typeface="Calibri"/>
                <a:cs typeface="Calibri"/>
              </a:rPr>
              <a:t>: </a:t>
            </a:r>
            <a:r>
              <a:rPr sz="2800" dirty="0">
                <a:latin typeface="Calibri"/>
                <a:cs typeface="Calibri"/>
              </a:rPr>
              <a:t>x</a:t>
            </a:r>
            <a:r>
              <a:rPr sz="2800" spc="-10" dirty="0">
                <a:latin typeface="Calibri"/>
                <a:cs typeface="Calibri"/>
              </a:rPr>
              <a:t> </a:t>
            </a:r>
            <a:r>
              <a:rPr sz="2800" dirty="0">
                <a:latin typeface="Symbol"/>
                <a:cs typeface="Symbol"/>
              </a:rPr>
              <a:t></a:t>
            </a:r>
            <a:r>
              <a:rPr sz="2800" spc="-75" dirty="0">
                <a:latin typeface="Times New Roman"/>
                <a:cs typeface="Times New Roman"/>
              </a:rPr>
              <a:t> </a:t>
            </a:r>
            <a:r>
              <a:rPr sz="2800" dirty="0">
                <a:latin typeface="Calibri"/>
                <a:cs typeface="Calibri"/>
              </a:rPr>
              <a:t>1 = </a:t>
            </a:r>
            <a:r>
              <a:rPr sz="2800" spc="-50" dirty="0">
                <a:latin typeface="Calibri"/>
                <a:cs typeface="Calibri"/>
              </a:rPr>
              <a:t>1</a:t>
            </a:r>
            <a:endParaRPr sz="2800">
              <a:latin typeface="Calibri"/>
              <a:cs typeface="Calibri"/>
            </a:endParaRPr>
          </a:p>
          <a:p>
            <a:pPr marL="144145">
              <a:lnSpc>
                <a:spcPct val="100000"/>
              </a:lnSpc>
              <a:spcBef>
                <a:spcPts val="675"/>
              </a:spcBef>
            </a:pPr>
            <a:r>
              <a:rPr sz="2800" dirty="0">
                <a:latin typeface="Calibri"/>
                <a:cs typeface="Calibri"/>
              </a:rPr>
              <a:t>x</a:t>
            </a:r>
            <a:r>
              <a:rPr sz="2800" spc="-15" dirty="0">
                <a:latin typeface="Calibri"/>
                <a:cs typeface="Calibri"/>
              </a:rPr>
              <a:t> </a:t>
            </a:r>
            <a:r>
              <a:rPr sz="2800" dirty="0">
                <a:latin typeface="Symbol"/>
                <a:cs typeface="Symbol"/>
              </a:rPr>
              <a:t></a:t>
            </a:r>
            <a:r>
              <a:rPr sz="2800" spc="-75" dirty="0">
                <a:latin typeface="Times New Roman"/>
                <a:cs typeface="Times New Roman"/>
              </a:rPr>
              <a:t> </a:t>
            </a:r>
            <a:r>
              <a:rPr sz="2800" dirty="0">
                <a:latin typeface="Calibri"/>
                <a:cs typeface="Calibri"/>
              </a:rPr>
              <a:t>0</a:t>
            </a:r>
            <a:r>
              <a:rPr sz="2800" spc="-5" dirty="0">
                <a:latin typeface="Calibri"/>
                <a:cs typeface="Calibri"/>
              </a:rPr>
              <a:t> </a:t>
            </a:r>
            <a:r>
              <a:rPr sz="2800" dirty="0">
                <a:latin typeface="Calibri"/>
                <a:cs typeface="Calibri"/>
              </a:rPr>
              <a:t>=</a:t>
            </a:r>
            <a:r>
              <a:rPr sz="2800" spc="-5" dirty="0">
                <a:latin typeface="Calibri"/>
                <a:cs typeface="Calibri"/>
              </a:rPr>
              <a:t> </a:t>
            </a:r>
            <a:r>
              <a:rPr sz="2800" spc="-50" dirty="0">
                <a:latin typeface="Calibri"/>
                <a:cs typeface="Calibri"/>
              </a:rPr>
              <a:t>0</a:t>
            </a:r>
            <a:endParaRPr sz="2800">
              <a:latin typeface="Calibri"/>
              <a:cs typeface="Calibri"/>
            </a:endParaRPr>
          </a:p>
          <a:p>
            <a:pPr>
              <a:lnSpc>
                <a:spcPct val="100000"/>
              </a:lnSpc>
              <a:spcBef>
                <a:spcPts val="1250"/>
              </a:spcBef>
            </a:pPr>
            <a:endParaRPr sz="2800">
              <a:latin typeface="Calibri"/>
              <a:cs typeface="Calibri"/>
            </a:endParaRPr>
          </a:p>
          <a:p>
            <a:pPr marL="439420" indent="-375920">
              <a:lnSpc>
                <a:spcPct val="100000"/>
              </a:lnSpc>
              <a:buAutoNum type="alphaLcParenR" startAt="8"/>
              <a:tabLst>
                <a:tab pos="439420" algn="l"/>
              </a:tabLst>
            </a:pPr>
            <a:r>
              <a:rPr sz="2800" dirty="0">
                <a:latin typeface="Calibri"/>
                <a:cs typeface="Calibri"/>
              </a:rPr>
              <a:t>Hấp</a:t>
            </a:r>
            <a:r>
              <a:rPr sz="2800" spc="-55" dirty="0">
                <a:latin typeface="Calibri"/>
                <a:cs typeface="Calibri"/>
              </a:rPr>
              <a:t> </a:t>
            </a:r>
            <a:r>
              <a:rPr sz="2800" spc="-20" dirty="0">
                <a:latin typeface="Calibri"/>
                <a:cs typeface="Calibri"/>
              </a:rPr>
              <a:t>thụ:</a:t>
            </a:r>
            <a:endParaRPr sz="2800">
              <a:latin typeface="Calibri"/>
              <a:cs typeface="Calibri"/>
            </a:endParaRPr>
          </a:p>
          <a:p>
            <a:pPr marL="144145" marR="1258570">
              <a:lnSpc>
                <a:spcPct val="120000"/>
              </a:lnSpc>
              <a:spcBef>
                <a:spcPts val="40"/>
              </a:spcBef>
            </a:pPr>
            <a:r>
              <a:rPr sz="2800" dirty="0">
                <a:latin typeface="Calibri"/>
                <a:cs typeface="Calibri"/>
              </a:rPr>
              <a:t>x</a:t>
            </a:r>
            <a:r>
              <a:rPr sz="2800" spc="-15" dirty="0">
                <a:latin typeface="Calibri"/>
                <a:cs typeface="Calibri"/>
              </a:rPr>
              <a:t> </a:t>
            </a:r>
            <a:r>
              <a:rPr sz="2800" dirty="0">
                <a:latin typeface="Symbol"/>
                <a:cs typeface="Symbol"/>
              </a:rPr>
              <a:t></a:t>
            </a:r>
            <a:r>
              <a:rPr sz="2800" spc="-80" dirty="0">
                <a:latin typeface="Times New Roman"/>
                <a:cs typeface="Times New Roman"/>
              </a:rPr>
              <a:t> </a:t>
            </a:r>
            <a:r>
              <a:rPr sz="2800" dirty="0">
                <a:latin typeface="Calibri"/>
                <a:cs typeface="Calibri"/>
              </a:rPr>
              <a:t>(x</a:t>
            </a:r>
            <a:r>
              <a:rPr sz="2800" spc="-10" dirty="0">
                <a:latin typeface="Calibri"/>
                <a:cs typeface="Calibri"/>
              </a:rPr>
              <a:t> </a:t>
            </a:r>
            <a:r>
              <a:rPr sz="2800" dirty="0">
                <a:latin typeface="Symbol"/>
                <a:cs typeface="Symbol"/>
              </a:rPr>
              <a:t></a:t>
            </a:r>
            <a:r>
              <a:rPr sz="2800" spc="-75" dirty="0">
                <a:latin typeface="Times New Roman"/>
                <a:cs typeface="Times New Roman"/>
              </a:rPr>
              <a:t> </a:t>
            </a:r>
            <a:r>
              <a:rPr sz="2800" dirty="0">
                <a:latin typeface="Calibri"/>
                <a:cs typeface="Calibri"/>
              </a:rPr>
              <a:t>y)</a:t>
            </a:r>
            <a:r>
              <a:rPr sz="2800" spc="-20" dirty="0">
                <a:latin typeface="Calibri"/>
                <a:cs typeface="Calibri"/>
              </a:rPr>
              <a:t> </a:t>
            </a:r>
            <a:r>
              <a:rPr sz="2800" dirty="0">
                <a:latin typeface="Calibri"/>
                <a:cs typeface="Calibri"/>
              </a:rPr>
              <a:t>= </a:t>
            </a:r>
            <a:r>
              <a:rPr sz="2800" spc="-50" dirty="0">
                <a:latin typeface="Calibri"/>
                <a:cs typeface="Calibri"/>
              </a:rPr>
              <a:t>x </a:t>
            </a:r>
            <a:r>
              <a:rPr sz="2800" dirty="0">
                <a:latin typeface="Calibri"/>
                <a:cs typeface="Calibri"/>
              </a:rPr>
              <a:t>x</a:t>
            </a:r>
            <a:r>
              <a:rPr sz="2800" spc="-15" dirty="0">
                <a:latin typeface="Calibri"/>
                <a:cs typeface="Calibri"/>
              </a:rPr>
              <a:t> </a:t>
            </a:r>
            <a:r>
              <a:rPr sz="2800" dirty="0">
                <a:latin typeface="Symbol"/>
                <a:cs typeface="Symbol"/>
              </a:rPr>
              <a:t></a:t>
            </a:r>
            <a:r>
              <a:rPr sz="2800" spc="-80" dirty="0">
                <a:latin typeface="Times New Roman"/>
                <a:cs typeface="Times New Roman"/>
              </a:rPr>
              <a:t> </a:t>
            </a:r>
            <a:r>
              <a:rPr sz="2800" dirty="0">
                <a:latin typeface="Calibri"/>
                <a:cs typeface="Calibri"/>
              </a:rPr>
              <a:t>(x</a:t>
            </a:r>
            <a:r>
              <a:rPr sz="2800" spc="-10" dirty="0">
                <a:latin typeface="Calibri"/>
                <a:cs typeface="Calibri"/>
              </a:rPr>
              <a:t> </a:t>
            </a:r>
            <a:r>
              <a:rPr sz="2800" dirty="0">
                <a:latin typeface="Symbol"/>
                <a:cs typeface="Symbol"/>
              </a:rPr>
              <a:t></a:t>
            </a:r>
            <a:r>
              <a:rPr sz="2800" spc="-75" dirty="0">
                <a:latin typeface="Times New Roman"/>
                <a:cs typeface="Times New Roman"/>
              </a:rPr>
              <a:t> </a:t>
            </a:r>
            <a:r>
              <a:rPr sz="2800" dirty="0">
                <a:latin typeface="Calibri"/>
                <a:cs typeface="Calibri"/>
              </a:rPr>
              <a:t>y)</a:t>
            </a:r>
            <a:r>
              <a:rPr sz="2800" spc="-20" dirty="0">
                <a:latin typeface="Calibri"/>
                <a:cs typeface="Calibri"/>
              </a:rPr>
              <a:t> </a:t>
            </a:r>
            <a:r>
              <a:rPr sz="2800" dirty="0">
                <a:latin typeface="Calibri"/>
                <a:cs typeface="Calibri"/>
              </a:rPr>
              <a:t>=</a:t>
            </a:r>
            <a:r>
              <a:rPr sz="2800" spc="-5" dirty="0">
                <a:latin typeface="Calibri"/>
                <a:cs typeface="Calibri"/>
              </a:rPr>
              <a:t> </a:t>
            </a:r>
            <a:r>
              <a:rPr sz="2800" spc="-50" dirty="0">
                <a:latin typeface="Calibri"/>
                <a:cs typeface="Calibri"/>
              </a:rPr>
              <a:t>x</a:t>
            </a:r>
            <a:endParaRPr sz="2800">
              <a:latin typeface="Calibri"/>
              <a:cs typeface="Calibri"/>
            </a:endParaRPr>
          </a:p>
        </p:txBody>
      </p:sp>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1313" rIns="0" bIns="0" rtlCol="0">
            <a:spAutoFit/>
          </a:bodyPr>
          <a:lstStyle/>
          <a:p>
            <a:pPr marL="88900">
              <a:lnSpc>
                <a:spcPct val="100000"/>
              </a:lnSpc>
              <a:spcBef>
                <a:spcPts val="95"/>
              </a:spcBef>
            </a:pPr>
            <a:r>
              <a:rPr dirty="0"/>
              <a:t>i)</a:t>
            </a:r>
            <a:r>
              <a:rPr spc="-35" dirty="0"/>
              <a:t> </a:t>
            </a:r>
            <a:r>
              <a:rPr dirty="0"/>
              <a:t>Bù</a:t>
            </a:r>
            <a:r>
              <a:rPr spc="-25" dirty="0"/>
              <a:t> </a:t>
            </a:r>
            <a:r>
              <a:rPr dirty="0"/>
              <a:t>của</a:t>
            </a:r>
            <a:r>
              <a:rPr spc="-20" dirty="0"/>
              <a:t> </a:t>
            </a:r>
            <a:r>
              <a:rPr dirty="0"/>
              <a:t>bù</a:t>
            </a:r>
            <a:r>
              <a:rPr spc="-20" dirty="0"/>
              <a:t> </a:t>
            </a:r>
            <a:r>
              <a:rPr spc="-50" dirty="0"/>
              <a:t>:</a:t>
            </a:r>
          </a:p>
        </p:txBody>
      </p:sp>
      <p:sp>
        <p:nvSpPr>
          <p:cNvPr id="3" name="object 3"/>
          <p:cNvSpPr/>
          <p:nvPr/>
        </p:nvSpPr>
        <p:spPr>
          <a:xfrm>
            <a:off x="3304032" y="2518791"/>
            <a:ext cx="1223010" cy="18415"/>
          </a:xfrm>
          <a:custGeom>
            <a:avLst/>
            <a:gdLst/>
            <a:ahLst/>
            <a:cxnLst/>
            <a:rect l="l" t="t" r="r" b="b"/>
            <a:pathLst>
              <a:path w="1223010" h="18414">
                <a:moveTo>
                  <a:pt x="1222628" y="0"/>
                </a:moveTo>
                <a:lnTo>
                  <a:pt x="0" y="0"/>
                </a:lnTo>
                <a:lnTo>
                  <a:pt x="0" y="18414"/>
                </a:lnTo>
                <a:lnTo>
                  <a:pt x="1222628" y="18414"/>
                </a:lnTo>
                <a:lnTo>
                  <a:pt x="1222628" y="0"/>
                </a:lnTo>
                <a:close/>
              </a:path>
            </a:pathLst>
          </a:custGeom>
          <a:solidFill>
            <a:srgbClr val="000000"/>
          </a:solidFill>
        </p:spPr>
        <p:txBody>
          <a:bodyPr wrap="square" lIns="0" tIns="0" rIns="0" bIns="0" rtlCol="0"/>
          <a:lstStyle/>
          <a:p>
            <a:endParaRPr/>
          </a:p>
        </p:txBody>
      </p:sp>
      <p:sp>
        <p:nvSpPr>
          <p:cNvPr id="4" name="object 4"/>
          <p:cNvSpPr/>
          <p:nvPr/>
        </p:nvSpPr>
        <p:spPr>
          <a:xfrm>
            <a:off x="3302508" y="3469766"/>
            <a:ext cx="1068705" cy="18415"/>
          </a:xfrm>
          <a:custGeom>
            <a:avLst/>
            <a:gdLst/>
            <a:ahLst/>
            <a:cxnLst/>
            <a:rect l="l" t="t" r="r" b="b"/>
            <a:pathLst>
              <a:path w="1068704" h="18414">
                <a:moveTo>
                  <a:pt x="1068704" y="0"/>
                </a:moveTo>
                <a:lnTo>
                  <a:pt x="0" y="0"/>
                </a:lnTo>
                <a:lnTo>
                  <a:pt x="0" y="18415"/>
                </a:lnTo>
                <a:lnTo>
                  <a:pt x="1068704" y="18415"/>
                </a:lnTo>
                <a:lnTo>
                  <a:pt x="1068704" y="0"/>
                </a:lnTo>
                <a:close/>
              </a:path>
            </a:pathLst>
          </a:custGeom>
          <a:solidFill>
            <a:srgbClr val="000000"/>
          </a:solidFill>
        </p:spPr>
        <p:txBody>
          <a:bodyPr wrap="square" lIns="0" tIns="0" rIns="0" bIns="0" rtlCol="0"/>
          <a:lstStyle/>
          <a:p>
            <a:endParaRPr/>
          </a:p>
        </p:txBody>
      </p:sp>
      <p:sp>
        <p:nvSpPr>
          <p:cNvPr id="5" name="object 5"/>
          <p:cNvSpPr txBox="1"/>
          <p:nvPr/>
        </p:nvSpPr>
        <p:spPr>
          <a:xfrm>
            <a:off x="459740" y="906525"/>
            <a:ext cx="5464810" cy="2954655"/>
          </a:xfrm>
          <a:prstGeom prst="rect">
            <a:avLst/>
          </a:prstGeom>
        </p:spPr>
        <p:txBody>
          <a:bodyPr vert="horz" wrap="square" lIns="0" tIns="12065" rIns="0" bIns="0" rtlCol="0">
            <a:spAutoFit/>
          </a:bodyPr>
          <a:lstStyle/>
          <a:p>
            <a:pPr marL="2838450" algn="ctr">
              <a:lnSpc>
                <a:spcPct val="100000"/>
              </a:lnSpc>
              <a:spcBef>
                <a:spcPts val="95"/>
              </a:spcBef>
            </a:pPr>
            <a:r>
              <a:rPr sz="2800" spc="-1555" dirty="0">
                <a:latin typeface="Cambria Math"/>
                <a:cs typeface="Cambria Math"/>
              </a:rPr>
              <a:t>xധ</a:t>
            </a:r>
            <a:r>
              <a:rPr sz="2800" spc="100" dirty="0">
                <a:latin typeface="Cambria Math"/>
                <a:cs typeface="Cambria Math"/>
              </a:rPr>
              <a:t> </a:t>
            </a:r>
            <a:r>
              <a:rPr sz="2800" dirty="0">
                <a:latin typeface="Calibri"/>
                <a:cs typeface="Calibri"/>
              </a:rPr>
              <a:t>=</a:t>
            </a:r>
            <a:r>
              <a:rPr sz="2800" spc="-5" dirty="0">
                <a:latin typeface="Calibri"/>
                <a:cs typeface="Calibri"/>
              </a:rPr>
              <a:t> </a:t>
            </a:r>
            <a:r>
              <a:rPr sz="2800" spc="-50" dirty="0">
                <a:latin typeface="Times New Roman"/>
                <a:cs typeface="Times New Roman"/>
              </a:rPr>
              <a:t>x</a:t>
            </a:r>
            <a:endParaRPr sz="2800">
              <a:latin typeface="Times New Roman"/>
              <a:cs typeface="Times New Roman"/>
            </a:endParaRPr>
          </a:p>
          <a:p>
            <a:pPr>
              <a:lnSpc>
                <a:spcPct val="100000"/>
              </a:lnSpc>
              <a:spcBef>
                <a:spcPts val="1460"/>
              </a:spcBef>
            </a:pPr>
            <a:endParaRPr sz="2800">
              <a:latin typeface="Times New Roman"/>
              <a:cs typeface="Times New Roman"/>
            </a:endParaRPr>
          </a:p>
          <a:p>
            <a:pPr marL="12700">
              <a:lnSpc>
                <a:spcPct val="100000"/>
              </a:lnSpc>
              <a:spcBef>
                <a:spcPts val="5"/>
              </a:spcBef>
            </a:pPr>
            <a:r>
              <a:rPr sz="2800" dirty="0">
                <a:latin typeface="Calibri"/>
                <a:cs typeface="Calibri"/>
              </a:rPr>
              <a:t>j)</a:t>
            </a:r>
            <a:r>
              <a:rPr sz="2800" spc="-55" dirty="0">
                <a:latin typeface="Calibri"/>
                <a:cs typeface="Calibri"/>
              </a:rPr>
              <a:t> </a:t>
            </a:r>
            <a:r>
              <a:rPr sz="2800" dirty="0">
                <a:latin typeface="Calibri"/>
                <a:cs typeface="Calibri"/>
              </a:rPr>
              <a:t>De</a:t>
            </a:r>
            <a:r>
              <a:rPr sz="2800" spc="-35" dirty="0">
                <a:latin typeface="Calibri"/>
                <a:cs typeface="Calibri"/>
              </a:rPr>
              <a:t> </a:t>
            </a:r>
            <a:r>
              <a:rPr sz="2800" spc="-30" dirty="0">
                <a:latin typeface="Calibri"/>
                <a:cs typeface="Calibri"/>
              </a:rPr>
              <a:t>Morgan’s</a:t>
            </a:r>
            <a:r>
              <a:rPr sz="2800" spc="-50" dirty="0">
                <a:latin typeface="Calibri"/>
                <a:cs typeface="Calibri"/>
              </a:rPr>
              <a:t> </a:t>
            </a:r>
            <a:r>
              <a:rPr sz="2800" spc="-20" dirty="0">
                <a:latin typeface="Calibri"/>
                <a:cs typeface="Calibri"/>
              </a:rPr>
              <a:t>laws:</a:t>
            </a:r>
            <a:endParaRPr sz="2800">
              <a:latin typeface="Calibri"/>
              <a:cs typeface="Calibri"/>
            </a:endParaRPr>
          </a:p>
          <a:p>
            <a:pPr marL="2832100" algn="ctr">
              <a:lnSpc>
                <a:spcPct val="100000"/>
              </a:lnSpc>
              <a:spcBef>
                <a:spcPts val="815"/>
              </a:spcBef>
              <a:tabLst>
                <a:tab pos="3336290" algn="l"/>
                <a:tab pos="4595495" algn="l"/>
              </a:tabLst>
            </a:pPr>
            <a:r>
              <a:rPr sz="2800" spc="-25" dirty="0">
                <a:latin typeface="Cambria Math"/>
                <a:cs typeface="Cambria Math"/>
              </a:rPr>
              <a:t>(𝑥</a:t>
            </a:r>
            <a:r>
              <a:rPr sz="2800" dirty="0">
                <a:latin typeface="Cambria Math"/>
                <a:cs typeface="Cambria Math"/>
              </a:rPr>
              <a:t>	∨</a:t>
            </a:r>
            <a:r>
              <a:rPr sz="2800" spc="-10" dirty="0">
                <a:latin typeface="Cambria Math"/>
                <a:cs typeface="Cambria Math"/>
              </a:rPr>
              <a:t> </a:t>
            </a:r>
            <a:r>
              <a:rPr sz="2800" dirty="0">
                <a:latin typeface="Cambria Math"/>
                <a:cs typeface="Cambria Math"/>
              </a:rPr>
              <a:t>𝑦</a:t>
            </a:r>
            <a:r>
              <a:rPr sz="2800" spc="40" dirty="0">
                <a:latin typeface="Cambria Math"/>
                <a:cs typeface="Cambria Math"/>
              </a:rPr>
              <a:t> </a:t>
            </a:r>
            <a:r>
              <a:rPr sz="2800" dirty="0">
                <a:latin typeface="Cambria Math"/>
                <a:cs typeface="Cambria Math"/>
              </a:rPr>
              <a:t>)</a:t>
            </a:r>
            <a:r>
              <a:rPr sz="2800" spc="140" dirty="0">
                <a:latin typeface="Cambria Math"/>
                <a:cs typeface="Cambria Math"/>
              </a:rPr>
              <a:t> </a:t>
            </a:r>
            <a:r>
              <a:rPr sz="2800" spc="-50" dirty="0">
                <a:latin typeface="Cambria Math"/>
                <a:cs typeface="Cambria Math"/>
              </a:rPr>
              <a:t>=</a:t>
            </a:r>
            <a:r>
              <a:rPr sz="2800" dirty="0">
                <a:latin typeface="Cambria Math"/>
                <a:cs typeface="Cambria Math"/>
              </a:rPr>
              <a:t>	</a:t>
            </a:r>
            <a:r>
              <a:rPr sz="2800" spc="-1215" dirty="0">
                <a:latin typeface="Cambria Math"/>
                <a:cs typeface="Cambria Math"/>
              </a:rPr>
              <a:t>𝑥ഥ</a:t>
            </a:r>
            <a:r>
              <a:rPr sz="2800" spc="290" dirty="0">
                <a:latin typeface="Cambria Math"/>
                <a:cs typeface="Cambria Math"/>
              </a:rPr>
              <a:t> </a:t>
            </a:r>
            <a:r>
              <a:rPr sz="2800" dirty="0">
                <a:latin typeface="Symbol"/>
                <a:cs typeface="Symbol"/>
              </a:rPr>
              <a:t></a:t>
            </a:r>
            <a:r>
              <a:rPr sz="2800" spc="-95" dirty="0">
                <a:latin typeface="Times New Roman"/>
                <a:cs typeface="Times New Roman"/>
              </a:rPr>
              <a:t> </a:t>
            </a:r>
            <a:r>
              <a:rPr sz="2800" spc="-1455" dirty="0">
                <a:latin typeface="Cambria Math"/>
                <a:cs typeface="Cambria Math"/>
              </a:rPr>
              <a:t>𝑦ത</a:t>
            </a:r>
            <a:endParaRPr sz="2800">
              <a:latin typeface="Cambria Math"/>
              <a:cs typeface="Cambria Math"/>
            </a:endParaRPr>
          </a:p>
          <a:p>
            <a:pPr>
              <a:lnSpc>
                <a:spcPct val="100000"/>
              </a:lnSpc>
              <a:spcBef>
                <a:spcPts val="844"/>
              </a:spcBef>
            </a:pPr>
            <a:endParaRPr sz="2800">
              <a:latin typeface="Cambria Math"/>
              <a:cs typeface="Cambria Math"/>
            </a:endParaRPr>
          </a:p>
          <a:p>
            <a:pPr marL="2750820" algn="ctr">
              <a:lnSpc>
                <a:spcPct val="100000"/>
              </a:lnSpc>
              <a:tabLst>
                <a:tab pos="4362450" algn="l"/>
                <a:tab pos="5087620" algn="l"/>
              </a:tabLst>
            </a:pPr>
            <a:r>
              <a:rPr sz="2800" dirty="0">
                <a:latin typeface="Cambria Math"/>
                <a:cs typeface="Cambria Math"/>
              </a:rPr>
              <a:t>(𝑥</a:t>
            </a:r>
            <a:r>
              <a:rPr sz="2800" spc="75" dirty="0">
                <a:latin typeface="Cambria Math"/>
                <a:cs typeface="Cambria Math"/>
              </a:rPr>
              <a:t> </a:t>
            </a:r>
            <a:r>
              <a:rPr sz="2800" dirty="0">
                <a:latin typeface="Symbol"/>
                <a:cs typeface="Symbol"/>
              </a:rPr>
              <a:t></a:t>
            </a:r>
            <a:r>
              <a:rPr sz="2800" spc="-90" dirty="0">
                <a:latin typeface="Times New Roman"/>
                <a:cs typeface="Times New Roman"/>
              </a:rPr>
              <a:t> </a:t>
            </a:r>
            <a:r>
              <a:rPr sz="2800" dirty="0">
                <a:latin typeface="Cambria Math"/>
                <a:cs typeface="Cambria Math"/>
              </a:rPr>
              <a:t>𝑦)</a:t>
            </a:r>
            <a:r>
              <a:rPr sz="2800" spc="165" dirty="0">
                <a:latin typeface="Cambria Math"/>
                <a:cs typeface="Cambria Math"/>
              </a:rPr>
              <a:t> </a:t>
            </a:r>
            <a:r>
              <a:rPr sz="2800" spc="-50" dirty="0">
                <a:latin typeface="Cambria Math"/>
                <a:cs typeface="Cambria Math"/>
              </a:rPr>
              <a:t>=</a:t>
            </a:r>
            <a:r>
              <a:rPr sz="2800" dirty="0">
                <a:latin typeface="Cambria Math"/>
                <a:cs typeface="Cambria Math"/>
              </a:rPr>
              <a:t>	</a:t>
            </a:r>
            <a:r>
              <a:rPr sz="2800" spc="-1215" dirty="0">
                <a:latin typeface="Cambria Math"/>
                <a:cs typeface="Cambria Math"/>
              </a:rPr>
              <a:t>𝑥ഥ</a:t>
            </a:r>
            <a:r>
              <a:rPr sz="2800" spc="295" dirty="0">
                <a:latin typeface="Cambria Math"/>
                <a:cs typeface="Cambria Math"/>
              </a:rPr>
              <a:t> </a:t>
            </a:r>
            <a:r>
              <a:rPr sz="2800" spc="-50" dirty="0">
                <a:latin typeface="Symbol"/>
                <a:cs typeface="Symbol"/>
              </a:rPr>
              <a:t></a:t>
            </a:r>
            <a:r>
              <a:rPr sz="2800" dirty="0">
                <a:latin typeface="Times New Roman"/>
                <a:cs typeface="Times New Roman"/>
              </a:rPr>
              <a:t>	</a:t>
            </a:r>
            <a:r>
              <a:rPr sz="2800" spc="-1455" dirty="0">
                <a:latin typeface="Cambria Math"/>
                <a:cs typeface="Cambria Math"/>
              </a:rPr>
              <a:t>𝑦ത</a:t>
            </a:r>
            <a:endParaRPr sz="2800">
              <a:latin typeface="Cambria Math"/>
              <a:cs typeface="Cambria Math"/>
            </a:endParaRPr>
          </a:p>
        </p:txBody>
      </p:sp>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4340" y="391413"/>
            <a:ext cx="8074659" cy="1310005"/>
          </a:xfrm>
          <a:prstGeom prst="rect">
            <a:avLst/>
          </a:prstGeom>
        </p:spPr>
        <p:txBody>
          <a:bodyPr vert="horz" wrap="square" lIns="0" tIns="10160" rIns="0" bIns="0" rtlCol="0">
            <a:spAutoFit/>
          </a:bodyPr>
          <a:lstStyle/>
          <a:p>
            <a:pPr marL="38100" marR="30480">
              <a:lnSpc>
                <a:spcPct val="100499"/>
              </a:lnSpc>
              <a:spcBef>
                <a:spcPts val="80"/>
              </a:spcBef>
              <a:tabLst>
                <a:tab pos="675005" algn="l"/>
                <a:tab pos="2466975" algn="l"/>
              </a:tabLst>
            </a:pPr>
            <a:r>
              <a:rPr b="1" dirty="0">
                <a:latin typeface="Calibri"/>
                <a:cs typeface="Calibri"/>
              </a:rPr>
              <a:t>4.3</a:t>
            </a:r>
            <a:r>
              <a:rPr b="1" spc="-30" dirty="0">
                <a:latin typeface="Calibri"/>
                <a:cs typeface="Calibri"/>
              </a:rPr>
              <a:t> </a:t>
            </a:r>
            <a:r>
              <a:rPr b="1" dirty="0">
                <a:latin typeface="Calibri"/>
                <a:cs typeface="Calibri"/>
              </a:rPr>
              <a:t>Định</a:t>
            </a:r>
            <a:r>
              <a:rPr b="1" spc="-50" dirty="0">
                <a:latin typeface="Calibri"/>
                <a:cs typeface="Calibri"/>
              </a:rPr>
              <a:t> </a:t>
            </a:r>
            <a:r>
              <a:rPr b="1" dirty="0">
                <a:latin typeface="Calibri"/>
                <a:cs typeface="Calibri"/>
              </a:rPr>
              <a:t>nghĩa</a:t>
            </a:r>
            <a:r>
              <a:rPr b="1" spc="-25" dirty="0">
                <a:latin typeface="Calibri"/>
                <a:cs typeface="Calibri"/>
              </a:rPr>
              <a:t> </a:t>
            </a:r>
            <a:r>
              <a:rPr b="1" dirty="0">
                <a:latin typeface="Calibri"/>
                <a:cs typeface="Calibri"/>
              </a:rPr>
              <a:t>:</a:t>
            </a:r>
            <a:r>
              <a:rPr b="1" spc="-40" dirty="0">
                <a:latin typeface="Calibri"/>
                <a:cs typeface="Calibri"/>
              </a:rPr>
              <a:t> </a:t>
            </a:r>
            <a:r>
              <a:rPr dirty="0"/>
              <a:t>Một</a:t>
            </a:r>
            <a:r>
              <a:rPr spc="-35" dirty="0"/>
              <a:t> </a:t>
            </a:r>
            <a:r>
              <a:rPr dirty="0"/>
              <a:t>biểu</a:t>
            </a:r>
            <a:r>
              <a:rPr spc="-30" dirty="0"/>
              <a:t> </a:t>
            </a:r>
            <a:r>
              <a:rPr dirty="0"/>
              <a:t>thức</a:t>
            </a:r>
            <a:r>
              <a:rPr spc="-35" dirty="0"/>
              <a:t> </a:t>
            </a:r>
            <a:r>
              <a:rPr dirty="0"/>
              <a:t>Bool</a:t>
            </a:r>
            <a:r>
              <a:rPr spc="-50" dirty="0"/>
              <a:t> </a:t>
            </a:r>
            <a:r>
              <a:rPr dirty="0"/>
              <a:t>được</a:t>
            </a:r>
            <a:r>
              <a:rPr spc="-25" dirty="0"/>
              <a:t> </a:t>
            </a:r>
            <a:r>
              <a:rPr dirty="0"/>
              <a:t>xây</a:t>
            </a:r>
            <a:r>
              <a:rPr spc="-60" dirty="0"/>
              <a:t> </a:t>
            </a:r>
            <a:r>
              <a:rPr dirty="0"/>
              <a:t>dựng</a:t>
            </a:r>
            <a:r>
              <a:rPr spc="-30" dirty="0"/>
              <a:t> </a:t>
            </a:r>
            <a:r>
              <a:rPr spc="-25" dirty="0"/>
              <a:t>từ </a:t>
            </a:r>
            <a:r>
              <a:rPr dirty="0"/>
              <a:t>các</a:t>
            </a:r>
            <a:r>
              <a:rPr spc="-35" dirty="0"/>
              <a:t> </a:t>
            </a:r>
            <a:r>
              <a:rPr dirty="0"/>
              <a:t>hằng</a:t>
            </a:r>
            <a:r>
              <a:rPr spc="-40" dirty="0"/>
              <a:t> </a:t>
            </a:r>
            <a:r>
              <a:rPr dirty="0"/>
              <a:t>bool</a:t>
            </a:r>
            <a:r>
              <a:rPr spc="-30" dirty="0"/>
              <a:t> </a:t>
            </a:r>
            <a:r>
              <a:rPr dirty="0"/>
              <a:t>{0,</a:t>
            </a:r>
            <a:r>
              <a:rPr spc="-20" dirty="0"/>
              <a:t> </a:t>
            </a:r>
            <a:r>
              <a:rPr dirty="0"/>
              <a:t>1},</a:t>
            </a:r>
            <a:r>
              <a:rPr spc="-30" dirty="0"/>
              <a:t> </a:t>
            </a:r>
            <a:r>
              <a:rPr dirty="0"/>
              <a:t>các</a:t>
            </a:r>
            <a:r>
              <a:rPr spc="-30" dirty="0"/>
              <a:t> </a:t>
            </a:r>
            <a:r>
              <a:rPr dirty="0"/>
              <a:t>biến</a:t>
            </a:r>
            <a:r>
              <a:rPr spc="-25" dirty="0"/>
              <a:t> </a:t>
            </a:r>
            <a:r>
              <a:rPr dirty="0"/>
              <a:t>lấy</a:t>
            </a:r>
            <a:r>
              <a:rPr spc="-40" dirty="0"/>
              <a:t> </a:t>
            </a:r>
            <a:r>
              <a:rPr dirty="0"/>
              <a:t>giá</a:t>
            </a:r>
            <a:r>
              <a:rPr spc="-45" dirty="0"/>
              <a:t> </a:t>
            </a:r>
            <a:r>
              <a:rPr dirty="0"/>
              <a:t>trị</a:t>
            </a:r>
            <a:r>
              <a:rPr spc="-50" dirty="0"/>
              <a:t> </a:t>
            </a:r>
            <a:r>
              <a:rPr dirty="0"/>
              <a:t>trong</a:t>
            </a:r>
            <a:r>
              <a:rPr spc="-25" dirty="0"/>
              <a:t> </a:t>
            </a:r>
            <a:r>
              <a:rPr dirty="0"/>
              <a:t>Z</a:t>
            </a:r>
            <a:r>
              <a:rPr sz="2775" baseline="-21021" dirty="0"/>
              <a:t>2</a:t>
            </a:r>
            <a:r>
              <a:rPr sz="2775" spc="277" baseline="-21021" dirty="0"/>
              <a:t> </a:t>
            </a:r>
            <a:r>
              <a:rPr sz="2800" dirty="0"/>
              <a:t>,</a:t>
            </a:r>
            <a:r>
              <a:rPr sz="2800" spc="-35" dirty="0"/>
              <a:t> </a:t>
            </a:r>
            <a:r>
              <a:rPr sz="2800" i="1" dirty="0">
                <a:latin typeface="Calibri"/>
                <a:cs typeface="Calibri"/>
              </a:rPr>
              <a:t>bù</a:t>
            </a:r>
            <a:r>
              <a:rPr sz="2800" i="1" spc="-30" dirty="0">
                <a:latin typeface="Calibri"/>
                <a:cs typeface="Calibri"/>
              </a:rPr>
              <a:t> </a:t>
            </a:r>
            <a:r>
              <a:rPr sz="2800" i="1" spc="-25" dirty="0">
                <a:latin typeface="Calibri"/>
                <a:cs typeface="Calibri"/>
              </a:rPr>
              <a:t>của các</a:t>
            </a:r>
            <a:r>
              <a:rPr sz="2800" i="1" dirty="0">
                <a:latin typeface="Calibri"/>
                <a:cs typeface="Calibri"/>
              </a:rPr>
              <a:t>	biến</a:t>
            </a:r>
            <a:r>
              <a:rPr sz="2800" dirty="0"/>
              <a:t>,</a:t>
            </a:r>
            <a:r>
              <a:rPr sz="2800" spc="-20" dirty="0"/>
              <a:t> </a:t>
            </a:r>
            <a:r>
              <a:rPr sz="2800" dirty="0"/>
              <a:t>và</a:t>
            </a:r>
            <a:r>
              <a:rPr sz="2800" spc="-35" dirty="0"/>
              <a:t> </a:t>
            </a:r>
            <a:r>
              <a:rPr sz="2800" spc="-25" dirty="0"/>
              <a:t>hai</a:t>
            </a:r>
            <a:r>
              <a:rPr sz="2800" dirty="0"/>
              <a:t>	phép</a:t>
            </a:r>
            <a:r>
              <a:rPr sz="2800" spc="-35" dirty="0"/>
              <a:t> </a:t>
            </a:r>
            <a:r>
              <a:rPr sz="2800" dirty="0"/>
              <a:t>toán</a:t>
            </a:r>
            <a:r>
              <a:rPr sz="2800" spc="-40" dirty="0"/>
              <a:t> </a:t>
            </a:r>
            <a:r>
              <a:rPr sz="2800" dirty="0">
                <a:latin typeface="Symbol"/>
                <a:cs typeface="Symbol"/>
              </a:rPr>
              <a:t></a:t>
            </a:r>
            <a:r>
              <a:rPr sz="2800" spc="-114" dirty="0">
                <a:latin typeface="Times New Roman"/>
                <a:cs typeface="Times New Roman"/>
              </a:rPr>
              <a:t> </a:t>
            </a:r>
            <a:r>
              <a:rPr sz="2800" dirty="0"/>
              <a:t>và</a:t>
            </a:r>
            <a:r>
              <a:rPr sz="2800" spc="-60" dirty="0"/>
              <a:t> </a:t>
            </a:r>
            <a:r>
              <a:rPr sz="2800" spc="-25" dirty="0">
                <a:latin typeface="Symbol"/>
                <a:cs typeface="Symbol"/>
              </a:rPr>
              <a:t></a:t>
            </a:r>
            <a:r>
              <a:rPr sz="2800" spc="-25" dirty="0"/>
              <a:t>.</a:t>
            </a:r>
            <a:endParaRPr sz="2800">
              <a:latin typeface="Symbol"/>
              <a:cs typeface="Symbol"/>
            </a:endParaRPr>
          </a:p>
        </p:txBody>
      </p:sp>
      <p:sp>
        <p:nvSpPr>
          <p:cNvPr id="3" name="object 3"/>
          <p:cNvSpPr txBox="1"/>
          <p:nvPr/>
        </p:nvSpPr>
        <p:spPr>
          <a:xfrm>
            <a:off x="434340" y="2269362"/>
            <a:ext cx="5644515" cy="452120"/>
          </a:xfrm>
          <a:prstGeom prst="rect">
            <a:avLst/>
          </a:prstGeom>
        </p:spPr>
        <p:txBody>
          <a:bodyPr vert="horz" wrap="square" lIns="0" tIns="12065" rIns="0" bIns="0" rtlCol="0">
            <a:spAutoFit/>
          </a:bodyPr>
          <a:lstStyle/>
          <a:p>
            <a:pPr marL="495300" indent="-457200">
              <a:lnSpc>
                <a:spcPct val="100000"/>
              </a:lnSpc>
              <a:spcBef>
                <a:spcPts val="95"/>
              </a:spcBef>
              <a:buFont typeface="Wingdings"/>
              <a:buChar char=""/>
              <a:tabLst>
                <a:tab pos="495300" algn="l"/>
              </a:tabLst>
            </a:pPr>
            <a:r>
              <a:rPr sz="2800" b="1" dirty="0">
                <a:latin typeface="Calibri"/>
                <a:cs typeface="Calibri"/>
              </a:rPr>
              <a:t>Biếu</a:t>
            </a:r>
            <a:r>
              <a:rPr sz="2800" b="1" spc="-45" dirty="0">
                <a:latin typeface="Calibri"/>
                <a:cs typeface="Calibri"/>
              </a:rPr>
              <a:t> </a:t>
            </a:r>
            <a:r>
              <a:rPr sz="2800" b="1" dirty="0">
                <a:latin typeface="Calibri"/>
                <a:cs typeface="Calibri"/>
              </a:rPr>
              <a:t>thức</a:t>
            </a:r>
            <a:r>
              <a:rPr sz="2800" b="1" spc="-25" dirty="0">
                <a:latin typeface="Calibri"/>
                <a:cs typeface="Calibri"/>
              </a:rPr>
              <a:t> </a:t>
            </a:r>
            <a:r>
              <a:rPr sz="2800" b="1" dirty="0">
                <a:latin typeface="Calibri"/>
                <a:cs typeface="Calibri"/>
              </a:rPr>
              <a:t>Bool</a:t>
            </a:r>
            <a:r>
              <a:rPr sz="2800" b="1" spc="-55" dirty="0">
                <a:latin typeface="Calibri"/>
                <a:cs typeface="Calibri"/>
              </a:rPr>
              <a:t> </a:t>
            </a:r>
            <a:r>
              <a:rPr sz="2800" b="1" dirty="0">
                <a:latin typeface="Calibri"/>
                <a:cs typeface="Calibri"/>
              </a:rPr>
              <a:t>cho</a:t>
            </a:r>
            <a:r>
              <a:rPr sz="2800" b="1" spc="-45" dirty="0">
                <a:latin typeface="Calibri"/>
                <a:cs typeface="Calibri"/>
              </a:rPr>
              <a:t> </a:t>
            </a:r>
            <a:r>
              <a:rPr sz="2800" b="1" dirty="0">
                <a:latin typeface="Calibri"/>
                <a:cs typeface="Calibri"/>
              </a:rPr>
              <a:t>giá</a:t>
            </a:r>
            <a:r>
              <a:rPr sz="2800" b="1" spc="-25" dirty="0">
                <a:latin typeface="Calibri"/>
                <a:cs typeface="Calibri"/>
              </a:rPr>
              <a:t> </a:t>
            </a:r>
            <a:r>
              <a:rPr sz="2800" b="1" dirty="0">
                <a:latin typeface="Calibri"/>
                <a:cs typeface="Calibri"/>
              </a:rPr>
              <a:t>trị</a:t>
            </a:r>
            <a:r>
              <a:rPr sz="2800" b="1" spc="-35" dirty="0">
                <a:latin typeface="Calibri"/>
                <a:cs typeface="Calibri"/>
              </a:rPr>
              <a:t> </a:t>
            </a:r>
            <a:r>
              <a:rPr sz="2800" b="1" dirty="0">
                <a:latin typeface="Calibri"/>
                <a:cs typeface="Calibri"/>
              </a:rPr>
              <a:t>thuộc</a:t>
            </a:r>
            <a:r>
              <a:rPr sz="2800" b="1" spc="-50" dirty="0">
                <a:latin typeface="Calibri"/>
                <a:cs typeface="Calibri"/>
              </a:rPr>
              <a:t> </a:t>
            </a:r>
            <a:r>
              <a:rPr sz="2800" b="1" spc="-25" dirty="0">
                <a:latin typeface="Calibri"/>
                <a:cs typeface="Calibri"/>
              </a:rPr>
              <a:t>Z</a:t>
            </a:r>
            <a:r>
              <a:rPr sz="2775" b="1" spc="-37" baseline="-21021" dirty="0">
                <a:latin typeface="Calibri"/>
                <a:cs typeface="Calibri"/>
              </a:rPr>
              <a:t>2</a:t>
            </a:r>
            <a:r>
              <a:rPr sz="2800" spc="-25" dirty="0">
                <a:latin typeface="Calibri"/>
                <a:cs typeface="Calibri"/>
              </a:rPr>
              <a:t>.</a:t>
            </a:r>
            <a:endParaRPr sz="2800">
              <a:latin typeface="Calibri"/>
              <a:cs typeface="Calibri"/>
            </a:endParaRPr>
          </a:p>
        </p:txBody>
      </p:sp>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34340" y="392937"/>
            <a:ext cx="8225790" cy="3354070"/>
          </a:xfrm>
          <a:prstGeom prst="rect">
            <a:avLst/>
          </a:prstGeom>
        </p:spPr>
        <p:txBody>
          <a:bodyPr vert="horz" wrap="square" lIns="0" tIns="27305" rIns="0" bIns="0" rtlCol="0">
            <a:spAutoFit/>
          </a:bodyPr>
          <a:lstStyle/>
          <a:p>
            <a:pPr marL="38100" marR="30480">
              <a:lnSpc>
                <a:spcPts val="3350"/>
              </a:lnSpc>
              <a:spcBef>
                <a:spcPts val="215"/>
              </a:spcBef>
              <a:tabLst>
                <a:tab pos="1319530" algn="l"/>
                <a:tab pos="4146550" algn="l"/>
              </a:tabLst>
            </a:pPr>
            <a:r>
              <a:rPr sz="2800" b="1" dirty="0">
                <a:latin typeface="Calibri"/>
                <a:cs typeface="Calibri"/>
              </a:rPr>
              <a:t>Ví dụ </a:t>
            </a:r>
            <a:r>
              <a:rPr sz="2800" b="1" spc="-25" dirty="0">
                <a:latin typeface="Calibri"/>
                <a:cs typeface="Calibri"/>
              </a:rPr>
              <a:t>1:</a:t>
            </a:r>
            <a:r>
              <a:rPr sz="2800" b="1" dirty="0">
                <a:latin typeface="Calibri"/>
                <a:cs typeface="Calibri"/>
              </a:rPr>
              <a:t>	</a:t>
            </a:r>
            <a:r>
              <a:rPr sz="2800" dirty="0">
                <a:latin typeface="Calibri"/>
                <a:cs typeface="Calibri"/>
              </a:rPr>
              <a:t>m</a:t>
            </a:r>
            <a:r>
              <a:rPr sz="2800" spc="5" dirty="0">
                <a:latin typeface="Calibri"/>
                <a:cs typeface="Calibri"/>
              </a:rPr>
              <a:t> </a:t>
            </a:r>
            <a:r>
              <a:rPr sz="2800" dirty="0">
                <a:latin typeface="Calibri"/>
                <a:cs typeface="Calibri"/>
              </a:rPr>
              <a:t>=</a:t>
            </a:r>
            <a:r>
              <a:rPr sz="2800" spc="30" dirty="0">
                <a:latin typeface="Calibri"/>
                <a:cs typeface="Calibri"/>
              </a:rPr>
              <a:t> </a:t>
            </a:r>
            <a:r>
              <a:rPr sz="2800" spc="-254" dirty="0">
                <a:latin typeface="Cambria Math"/>
                <a:cs typeface="Cambria Math"/>
              </a:rPr>
              <a:t>𝑥</a:t>
            </a:r>
            <a:r>
              <a:rPr sz="2800" spc="-254" dirty="0">
                <a:latin typeface="Symbol"/>
                <a:cs typeface="Symbol"/>
              </a:rPr>
              <a:t></a:t>
            </a:r>
            <a:r>
              <a:rPr sz="2800" spc="-254" dirty="0">
                <a:latin typeface="Cambria Math"/>
                <a:cs typeface="Cambria Math"/>
              </a:rPr>
              <a:t>𝑦</a:t>
            </a:r>
            <a:r>
              <a:rPr sz="2800" spc="-254" dirty="0">
                <a:latin typeface="Symbol"/>
                <a:cs typeface="Symbol"/>
              </a:rPr>
              <a:t></a:t>
            </a:r>
            <a:r>
              <a:rPr sz="2800" spc="-254" dirty="0">
                <a:latin typeface="Cambria Math"/>
                <a:cs typeface="Cambria Math"/>
              </a:rPr>
              <a:t>𝑧</a:t>
            </a:r>
            <a:r>
              <a:rPr sz="2800" spc="-254" dirty="0">
                <a:latin typeface="Symbol"/>
                <a:cs typeface="Symbol"/>
              </a:rPr>
              <a:t></a:t>
            </a:r>
            <a:r>
              <a:rPr sz="2800" spc="-254" dirty="0">
                <a:latin typeface="Cambria Math"/>
                <a:cs typeface="Cambria Math"/>
              </a:rPr>
              <a:t>𝑡</a:t>
            </a:r>
            <a:r>
              <a:rPr sz="4200" spc="-382" baseline="5952" dirty="0">
                <a:latin typeface="Cambria Math"/>
                <a:cs typeface="Cambria Math"/>
              </a:rPr>
              <a:t>ഥ</a:t>
            </a:r>
            <a:r>
              <a:rPr sz="2800" spc="-254" dirty="0">
                <a:latin typeface="Calibri"/>
                <a:cs typeface="Calibri"/>
              </a:rPr>
              <a:t>,</a:t>
            </a:r>
            <a:r>
              <a:rPr sz="2800" spc="15" dirty="0">
                <a:latin typeface="Calibri"/>
                <a:cs typeface="Calibri"/>
              </a:rPr>
              <a:t> </a:t>
            </a:r>
            <a:r>
              <a:rPr sz="2800" spc="-25" dirty="0">
                <a:latin typeface="Calibri"/>
                <a:cs typeface="Calibri"/>
              </a:rPr>
              <a:t>với</a:t>
            </a:r>
            <a:r>
              <a:rPr sz="2800" dirty="0">
                <a:latin typeface="Calibri"/>
                <a:cs typeface="Calibri"/>
              </a:rPr>
              <a:t>	x,</a:t>
            </a:r>
            <a:r>
              <a:rPr sz="2800" spc="-25" dirty="0">
                <a:latin typeface="Calibri"/>
                <a:cs typeface="Calibri"/>
              </a:rPr>
              <a:t> </a:t>
            </a:r>
            <a:r>
              <a:rPr sz="2800" spc="-50" dirty="0">
                <a:latin typeface="Calibri"/>
                <a:cs typeface="Calibri"/>
              </a:rPr>
              <a:t>y,</a:t>
            </a:r>
            <a:r>
              <a:rPr sz="2800" spc="-25" dirty="0">
                <a:latin typeface="Calibri"/>
                <a:cs typeface="Calibri"/>
              </a:rPr>
              <a:t> </a:t>
            </a:r>
            <a:r>
              <a:rPr sz="2800" dirty="0">
                <a:latin typeface="Calibri"/>
                <a:cs typeface="Calibri"/>
              </a:rPr>
              <a:t>z,</a:t>
            </a:r>
            <a:r>
              <a:rPr sz="2800" spc="-35" dirty="0">
                <a:latin typeface="Calibri"/>
                <a:cs typeface="Calibri"/>
              </a:rPr>
              <a:t> </a:t>
            </a:r>
            <a:r>
              <a:rPr sz="2800" dirty="0">
                <a:latin typeface="Calibri"/>
                <a:cs typeface="Calibri"/>
              </a:rPr>
              <a:t>t</a:t>
            </a:r>
            <a:r>
              <a:rPr sz="2800" spc="-40" dirty="0">
                <a:latin typeface="Calibri"/>
                <a:cs typeface="Calibri"/>
              </a:rPr>
              <a:t> </a:t>
            </a:r>
            <a:r>
              <a:rPr sz="2800" dirty="0">
                <a:latin typeface="Calibri"/>
                <a:cs typeface="Calibri"/>
              </a:rPr>
              <a:t>là</a:t>
            </a:r>
            <a:r>
              <a:rPr sz="2800" spc="-40" dirty="0">
                <a:latin typeface="Calibri"/>
                <a:cs typeface="Calibri"/>
              </a:rPr>
              <a:t> </a:t>
            </a:r>
            <a:r>
              <a:rPr sz="2800" dirty="0">
                <a:latin typeface="Calibri"/>
                <a:cs typeface="Calibri"/>
              </a:rPr>
              <a:t>các</a:t>
            </a:r>
            <a:r>
              <a:rPr sz="2800" spc="-30" dirty="0">
                <a:latin typeface="Calibri"/>
                <a:cs typeface="Calibri"/>
              </a:rPr>
              <a:t> </a:t>
            </a:r>
            <a:r>
              <a:rPr sz="2800" dirty="0">
                <a:latin typeface="Calibri"/>
                <a:cs typeface="Calibri"/>
              </a:rPr>
              <a:t>biến</a:t>
            </a:r>
            <a:r>
              <a:rPr sz="2800" spc="-35" dirty="0">
                <a:latin typeface="Calibri"/>
                <a:cs typeface="Calibri"/>
              </a:rPr>
              <a:t> </a:t>
            </a:r>
            <a:r>
              <a:rPr sz="2800" dirty="0">
                <a:latin typeface="Calibri"/>
                <a:cs typeface="Calibri"/>
              </a:rPr>
              <a:t>lấy</a:t>
            </a:r>
            <a:r>
              <a:rPr sz="2800" spc="-40" dirty="0">
                <a:latin typeface="Calibri"/>
                <a:cs typeface="Calibri"/>
              </a:rPr>
              <a:t> </a:t>
            </a:r>
            <a:r>
              <a:rPr sz="2800" dirty="0">
                <a:latin typeface="Calibri"/>
                <a:cs typeface="Calibri"/>
              </a:rPr>
              <a:t>giá</a:t>
            </a:r>
            <a:r>
              <a:rPr sz="2800" spc="-45" dirty="0">
                <a:latin typeface="Calibri"/>
                <a:cs typeface="Calibri"/>
              </a:rPr>
              <a:t> </a:t>
            </a:r>
            <a:r>
              <a:rPr sz="2800" spc="-25" dirty="0">
                <a:latin typeface="Calibri"/>
                <a:cs typeface="Calibri"/>
              </a:rPr>
              <a:t>trị </a:t>
            </a:r>
            <a:r>
              <a:rPr sz="2800" dirty="0">
                <a:latin typeface="Calibri"/>
                <a:cs typeface="Calibri"/>
              </a:rPr>
              <a:t>trong</a:t>
            </a:r>
            <a:r>
              <a:rPr sz="2800" spc="-40" dirty="0">
                <a:latin typeface="Calibri"/>
                <a:cs typeface="Calibri"/>
              </a:rPr>
              <a:t> </a:t>
            </a:r>
            <a:r>
              <a:rPr sz="2800" dirty="0">
                <a:latin typeface="Calibri"/>
                <a:cs typeface="Calibri"/>
              </a:rPr>
              <a:t>Z</a:t>
            </a:r>
            <a:r>
              <a:rPr sz="2775" baseline="-21021" dirty="0">
                <a:latin typeface="Calibri"/>
                <a:cs typeface="Calibri"/>
              </a:rPr>
              <a:t>2</a:t>
            </a:r>
            <a:r>
              <a:rPr sz="2800" dirty="0">
                <a:latin typeface="Calibri"/>
                <a:cs typeface="Calibri"/>
              </a:rPr>
              <a:t>.</a:t>
            </a:r>
            <a:r>
              <a:rPr sz="2800" spc="-40" dirty="0">
                <a:latin typeface="Calibri"/>
                <a:cs typeface="Calibri"/>
              </a:rPr>
              <a:t> </a:t>
            </a:r>
            <a:r>
              <a:rPr sz="2800" dirty="0">
                <a:latin typeface="Calibri"/>
                <a:cs typeface="Calibri"/>
              </a:rPr>
              <a:t>Khi</a:t>
            </a:r>
            <a:r>
              <a:rPr sz="2800" spc="-50" dirty="0">
                <a:latin typeface="Calibri"/>
                <a:cs typeface="Calibri"/>
              </a:rPr>
              <a:t> </a:t>
            </a:r>
            <a:r>
              <a:rPr sz="2800" dirty="0">
                <a:latin typeface="Calibri"/>
                <a:cs typeface="Calibri"/>
              </a:rPr>
              <a:t>thay</a:t>
            </a:r>
            <a:r>
              <a:rPr sz="2800" spc="-40" dirty="0">
                <a:latin typeface="Calibri"/>
                <a:cs typeface="Calibri"/>
              </a:rPr>
              <a:t> </a:t>
            </a:r>
            <a:r>
              <a:rPr sz="2800" dirty="0">
                <a:latin typeface="Calibri"/>
                <a:cs typeface="Calibri"/>
              </a:rPr>
              <a:t>x=1,</a:t>
            </a:r>
            <a:r>
              <a:rPr sz="2800" spc="-45" dirty="0">
                <a:latin typeface="Calibri"/>
                <a:cs typeface="Calibri"/>
              </a:rPr>
              <a:t> </a:t>
            </a:r>
            <a:r>
              <a:rPr sz="2800" dirty="0">
                <a:latin typeface="Calibri"/>
                <a:cs typeface="Calibri"/>
              </a:rPr>
              <a:t>y=1,</a:t>
            </a:r>
            <a:r>
              <a:rPr sz="2800" spc="-20" dirty="0">
                <a:latin typeface="Calibri"/>
                <a:cs typeface="Calibri"/>
              </a:rPr>
              <a:t> </a:t>
            </a:r>
            <a:r>
              <a:rPr sz="2800" dirty="0">
                <a:latin typeface="Calibri"/>
                <a:cs typeface="Calibri"/>
              </a:rPr>
              <a:t>z=1,</a:t>
            </a:r>
            <a:r>
              <a:rPr sz="2800" spc="-45" dirty="0">
                <a:latin typeface="Calibri"/>
                <a:cs typeface="Calibri"/>
              </a:rPr>
              <a:t> </a:t>
            </a:r>
            <a:r>
              <a:rPr sz="2800" dirty="0">
                <a:latin typeface="Calibri"/>
                <a:cs typeface="Calibri"/>
              </a:rPr>
              <a:t>t=0</a:t>
            </a:r>
            <a:r>
              <a:rPr sz="2800" spc="-30" dirty="0">
                <a:latin typeface="Calibri"/>
                <a:cs typeface="Calibri"/>
              </a:rPr>
              <a:t> </a:t>
            </a:r>
            <a:r>
              <a:rPr sz="2800" dirty="0">
                <a:latin typeface="Calibri"/>
                <a:cs typeface="Calibri"/>
              </a:rPr>
              <a:t>biểu</a:t>
            </a:r>
            <a:r>
              <a:rPr sz="2800" spc="-45" dirty="0">
                <a:latin typeface="Calibri"/>
                <a:cs typeface="Calibri"/>
              </a:rPr>
              <a:t> </a:t>
            </a:r>
            <a:r>
              <a:rPr sz="2800" dirty="0">
                <a:latin typeface="Calibri"/>
                <a:cs typeface="Calibri"/>
              </a:rPr>
              <a:t>thức</a:t>
            </a:r>
            <a:r>
              <a:rPr sz="2800" spc="-20" dirty="0">
                <a:latin typeface="Calibri"/>
                <a:cs typeface="Calibri"/>
              </a:rPr>
              <a:t> </a:t>
            </a:r>
            <a:r>
              <a:rPr sz="2800" dirty="0">
                <a:latin typeface="Calibri"/>
                <a:cs typeface="Calibri"/>
              </a:rPr>
              <a:t>cho</a:t>
            </a:r>
            <a:r>
              <a:rPr sz="2800" spc="-40" dirty="0">
                <a:latin typeface="Calibri"/>
                <a:cs typeface="Calibri"/>
              </a:rPr>
              <a:t> </a:t>
            </a:r>
            <a:r>
              <a:rPr sz="2800" dirty="0">
                <a:latin typeface="Calibri"/>
                <a:cs typeface="Calibri"/>
              </a:rPr>
              <a:t>giá</a:t>
            </a:r>
            <a:r>
              <a:rPr sz="2800" spc="-50" dirty="0">
                <a:latin typeface="Calibri"/>
                <a:cs typeface="Calibri"/>
              </a:rPr>
              <a:t> </a:t>
            </a:r>
            <a:r>
              <a:rPr sz="2800" spc="-25" dirty="0">
                <a:latin typeface="Calibri"/>
                <a:cs typeface="Calibri"/>
              </a:rPr>
              <a:t>trị</a:t>
            </a:r>
            <a:endParaRPr sz="2800">
              <a:latin typeface="Calibri"/>
              <a:cs typeface="Calibri"/>
            </a:endParaRPr>
          </a:p>
          <a:p>
            <a:pPr marR="6164580" algn="r">
              <a:lnSpc>
                <a:spcPct val="100000"/>
              </a:lnSpc>
              <a:spcBef>
                <a:spcPts val="595"/>
              </a:spcBef>
            </a:pPr>
            <a:r>
              <a:rPr sz="2800" dirty="0">
                <a:latin typeface="Calibri"/>
                <a:cs typeface="Calibri"/>
              </a:rPr>
              <a:t>m</a:t>
            </a:r>
            <a:r>
              <a:rPr sz="2800" spc="-15" dirty="0">
                <a:latin typeface="Calibri"/>
                <a:cs typeface="Calibri"/>
              </a:rPr>
              <a:t> </a:t>
            </a:r>
            <a:r>
              <a:rPr sz="2800" spc="-305" dirty="0">
                <a:latin typeface="Calibri"/>
                <a:cs typeface="Calibri"/>
              </a:rPr>
              <a:t>=</a:t>
            </a:r>
            <a:r>
              <a:rPr sz="2800" spc="-305" dirty="0">
                <a:latin typeface="Cambria Math"/>
                <a:cs typeface="Cambria Math"/>
              </a:rPr>
              <a:t>1</a:t>
            </a:r>
            <a:r>
              <a:rPr sz="2800" spc="-305" dirty="0">
                <a:latin typeface="Symbol"/>
                <a:cs typeface="Symbol"/>
              </a:rPr>
              <a:t></a:t>
            </a:r>
            <a:r>
              <a:rPr sz="2800" spc="-305" dirty="0">
                <a:latin typeface="Cambria Math"/>
                <a:cs typeface="Cambria Math"/>
              </a:rPr>
              <a:t>1</a:t>
            </a:r>
            <a:r>
              <a:rPr sz="2800" spc="-305" dirty="0">
                <a:latin typeface="Symbol"/>
                <a:cs typeface="Symbol"/>
              </a:rPr>
              <a:t></a:t>
            </a:r>
            <a:r>
              <a:rPr sz="2800" spc="-305" dirty="0">
                <a:latin typeface="Cambria Math"/>
                <a:cs typeface="Cambria Math"/>
              </a:rPr>
              <a:t>1</a:t>
            </a:r>
            <a:r>
              <a:rPr sz="2800" spc="-305" dirty="0">
                <a:latin typeface="Symbol"/>
                <a:cs typeface="Symbol"/>
              </a:rPr>
              <a:t></a:t>
            </a:r>
            <a:r>
              <a:rPr sz="2800" spc="-305" dirty="0">
                <a:latin typeface="Cambria Math"/>
                <a:cs typeface="Cambria Math"/>
              </a:rPr>
              <a:t>0</a:t>
            </a:r>
            <a:r>
              <a:rPr sz="4200" spc="-457" baseline="10912" dirty="0">
                <a:latin typeface="Cambria Math"/>
                <a:cs typeface="Cambria Math"/>
              </a:rPr>
              <a:t>ഥ</a:t>
            </a:r>
            <a:endParaRPr sz="4200" baseline="10912">
              <a:latin typeface="Cambria Math"/>
              <a:cs typeface="Cambria Math"/>
            </a:endParaRPr>
          </a:p>
          <a:p>
            <a:pPr marR="6103620" algn="r">
              <a:lnSpc>
                <a:spcPct val="100000"/>
              </a:lnSpc>
              <a:spcBef>
                <a:spcPts val="665"/>
              </a:spcBef>
            </a:pPr>
            <a:r>
              <a:rPr sz="2800" dirty="0">
                <a:latin typeface="Calibri"/>
                <a:cs typeface="Calibri"/>
              </a:rPr>
              <a:t>=</a:t>
            </a:r>
            <a:r>
              <a:rPr sz="2800" spc="-15" dirty="0">
                <a:latin typeface="Calibri"/>
                <a:cs typeface="Calibri"/>
              </a:rPr>
              <a:t> </a:t>
            </a:r>
            <a:r>
              <a:rPr sz="2800" spc="-10" dirty="0">
                <a:latin typeface="Cambria Math"/>
                <a:cs typeface="Cambria Math"/>
              </a:rPr>
              <a:t>1</a:t>
            </a:r>
            <a:r>
              <a:rPr sz="2800" spc="-10" dirty="0">
                <a:latin typeface="Symbol"/>
                <a:cs typeface="Symbol"/>
              </a:rPr>
              <a:t></a:t>
            </a:r>
            <a:r>
              <a:rPr sz="2800" spc="-10" dirty="0">
                <a:latin typeface="Cambria Math"/>
                <a:cs typeface="Cambria Math"/>
              </a:rPr>
              <a:t>1</a:t>
            </a:r>
            <a:r>
              <a:rPr sz="2800" spc="-10" dirty="0">
                <a:latin typeface="Symbol"/>
                <a:cs typeface="Symbol"/>
              </a:rPr>
              <a:t></a:t>
            </a:r>
            <a:r>
              <a:rPr sz="2800" spc="-10" dirty="0">
                <a:latin typeface="Cambria Math"/>
                <a:cs typeface="Cambria Math"/>
              </a:rPr>
              <a:t>1</a:t>
            </a:r>
            <a:r>
              <a:rPr sz="2800" spc="-10" dirty="0">
                <a:latin typeface="Symbol"/>
                <a:cs typeface="Symbol"/>
              </a:rPr>
              <a:t></a:t>
            </a:r>
            <a:r>
              <a:rPr sz="2800" spc="-10" dirty="0">
                <a:latin typeface="Calibri"/>
                <a:cs typeface="Calibri"/>
              </a:rPr>
              <a:t>1</a:t>
            </a:r>
            <a:endParaRPr sz="2800">
              <a:latin typeface="Calibri"/>
              <a:cs typeface="Calibri"/>
            </a:endParaRPr>
          </a:p>
          <a:p>
            <a:pPr marL="443230">
              <a:lnSpc>
                <a:spcPct val="100000"/>
              </a:lnSpc>
              <a:spcBef>
                <a:spcPts val="695"/>
              </a:spcBef>
              <a:tabLst>
                <a:tab pos="1051560" algn="l"/>
              </a:tabLst>
            </a:pPr>
            <a:r>
              <a:rPr sz="2800" dirty="0">
                <a:latin typeface="Calibri"/>
                <a:cs typeface="Calibri"/>
              </a:rPr>
              <a:t>=</a:t>
            </a:r>
            <a:r>
              <a:rPr sz="2800" spc="-20" dirty="0">
                <a:latin typeface="Calibri"/>
                <a:cs typeface="Calibri"/>
              </a:rPr>
              <a:t> </a:t>
            </a:r>
            <a:r>
              <a:rPr sz="2800" spc="-50" dirty="0">
                <a:latin typeface="Calibri"/>
                <a:cs typeface="Calibri"/>
              </a:rPr>
              <a:t>1</a:t>
            </a:r>
            <a:r>
              <a:rPr sz="2800" dirty="0">
                <a:latin typeface="Calibri"/>
                <a:cs typeface="Calibri"/>
              </a:rPr>
              <a:t>	</a:t>
            </a:r>
            <a:r>
              <a:rPr sz="2800" dirty="0">
                <a:latin typeface="Symbol"/>
                <a:cs typeface="Symbol"/>
              </a:rPr>
              <a:t></a:t>
            </a:r>
            <a:r>
              <a:rPr sz="2800" spc="-75" dirty="0">
                <a:latin typeface="Times New Roman"/>
                <a:cs typeface="Times New Roman"/>
              </a:rPr>
              <a:t> </a:t>
            </a:r>
            <a:r>
              <a:rPr sz="2800" spc="-25" dirty="0">
                <a:latin typeface="Calibri"/>
                <a:cs typeface="Calibri"/>
              </a:rPr>
              <a:t>Z</a:t>
            </a:r>
            <a:r>
              <a:rPr sz="2775" spc="-37" baseline="-21021" dirty="0">
                <a:latin typeface="Calibri"/>
                <a:cs typeface="Calibri"/>
              </a:rPr>
              <a:t>2</a:t>
            </a:r>
            <a:r>
              <a:rPr sz="2800" spc="-25" dirty="0">
                <a:latin typeface="Calibri"/>
                <a:cs typeface="Calibri"/>
              </a:rPr>
              <a:t>.</a:t>
            </a:r>
            <a:endParaRPr sz="2800">
              <a:latin typeface="Calibri"/>
              <a:cs typeface="Calibri"/>
            </a:endParaRPr>
          </a:p>
          <a:p>
            <a:pPr marL="495300" marR="172085" indent="-457834">
              <a:lnSpc>
                <a:spcPct val="100000"/>
              </a:lnSpc>
              <a:spcBef>
                <a:spcPts val="635"/>
              </a:spcBef>
              <a:buFont typeface="Wingdings"/>
              <a:buChar char=""/>
              <a:tabLst>
                <a:tab pos="495300" algn="l"/>
              </a:tabLst>
            </a:pPr>
            <a:r>
              <a:rPr sz="2800" dirty="0">
                <a:latin typeface="Calibri"/>
                <a:cs typeface="Calibri"/>
              </a:rPr>
              <a:t>Do</a:t>
            </a:r>
            <a:r>
              <a:rPr sz="2800" spc="-60" dirty="0">
                <a:latin typeface="Calibri"/>
                <a:cs typeface="Calibri"/>
              </a:rPr>
              <a:t> </a:t>
            </a:r>
            <a:r>
              <a:rPr sz="2800" dirty="0">
                <a:latin typeface="Calibri"/>
                <a:cs typeface="Calibri"/>
              </a:rPr>
              <a:t>tính</a:t>
            </a:r>
            <a:r>
              <a:rPr sz="2800" spc="-40" dirty="0">
                <a:latin typeface="Calibri"/>
                <a:cs typeface="Calibri"/>
              </a:rPr>
              <a:t> </a:t>
            </a:r>
            <a:r>
              <a:rPr sz="2800" dirty="0">
                <a:latin typeface="Calibri"/>
                <a:cs typeface="Calibri"/>
              </a:rPr>
              <a:t>chất</a:t>
            </a:r>
            <a:r>
              <a:rPr sz="2800" spc="-65" dirty="0">
                <a:latin typeface="Calibri"/>
                <a:cs typeface="Calibri"/>
              </a:rPr>
              <a:t> </a:t>
            </a:r>
            <a:r>
              <a:rPr sz="2800" dirty="0">
                <a:latin typeface="Calibri"/>
                <a:cs typeface="Calibri"/>
              </a:rPr>
              <a:t>giao</a:t>
            </a:r>
            <a:r>
              <a:rPr sz="2800" spc="-65" dirty="0">
                <a:latin typeface="Calibri"/>
                <a:cs typeface="Calibri"/>
              </a:rPr>
              <a:t> </a:t>
            </a:r>
            <a:r>
              <a:rPr sz="2800" dirty="0">
                <a:latin typeface="Calibri"/>
                <a:cs typeface="Calibri"/>
              </a:rPr>
              <a:t>hoán</a:t>
            </a:r>
            <a:r>
              <a:rPr sz="2800" spc="-40" dirty="0">
                <a:latin typeface="Calibri"/>
                <a:cs typeface="Calibri"/>
              </a:rPr>
              <a:t> </a:t>
            </a:r>
            <a:r>
              <a:rPr sz="2800" dirty="0">
                <a:latin typeface="Calibri"/>
                <a:cs typeface="Calibri"/>
              </a:rPr>
              <a:t>và</a:t>
            </a:r>
            <a:r>
              <a:rPr sz="2800" spc="-65" dirty="0">
                <a:latin typeface="Calibri"/>
                <a:cs typeface="Calibri"/>
              </a:rPr>
              <a:t> </a:t>
            </a:r>
            <a:r>
              <a:rPr sz="2800" dirty="0">
                <a:latin typeface="Calibri"/>
                <a:cs typeface="Calibri"/>
              </a:rPr>
              <a:t>kết</a:t>
            </a:r>
            <a:r>
              <a:rPr sz="2800" spc="-65" dirty="0">
                <a:latin typeface="Calibri"/>
                <a:cs typeface="Calibri"/>
              </a:rPr>
              <a:t> </a:t>
            </a:r>
            <a:r>
              <a:rPr sz="2800" dirty="0">
                <a:latin typeface="Calibri"/>
                <a:cs typeface="Calibri"/>
              </a:rPr>
              <a:t>hợp</a:t>
            </a:r>
            <a:r>
              <a:rPr sz="2800" spc="-40" dirty="0">
                <a:latin typeface="Calibri"/>
                <a:cs typeface="Calibri"/>
              </a:rPr>
              <a:t> </a:t>
            </a:r>
            <a:r>
              <a:rPr sz="2800" dirty="0">
                <a:latin typeface="Calibri"/>
                <a:cs typeface="Calibri"/>
              </a:rPr>
              <a:t>nên</a:t>
            </a:r>
            <a:r>
              <a:rPr sz="2800" spc="-65" dirty="0">
                <a:latin typeface="Calibri"/>
                <a:cs typeface="Calibri"/>
              </a:rPr>
              <a:t> </a:t>
            </a:r>
            <a:r>
              <a:rPr sz="2800" dirty="0">
                <a:latin typeface="Calibri"/>
                <a:cs typeface="Calibri"/>
              </a:rPr>
              <a:t>kết</a:t>
            </a:r>
            <a:r>
              <a:rPr sz="2800" spc="-65" dirty="0">
                <a:latin typeface="Calibri"/>
                <a:cs typeface="Calibri"/>
              </a:rPr>
              <a:t> </a:t>
            </a:r>
            <a:r>
              <a:rPr sz="2800" dirty="0">
                <a:latin typeface="Calibri"/>
                <a:cs typeface="Calibri"/>
              </a:rPr>
              <a:t>quả</a:t>
            </a:r>
            <a:r>
              <a:rPr sz="2800" spc="-50" dirty="0">
                <a:latin typeface="Calibri"/>
                <a:cs typeface="Calibri"/>
              </a:rPr>
              <a:t> </a:t>
            </a:r>
            <a:r>
              <a:rPr sz="2800" dirty="0">
                <a:latin typeface="Calibri"/>
                <a:cs typeface="Calibri"/>
              </a:rPr>
              <a:t>của</a:t>
            </a:r>
            <a:r>
              <a:rPr sz="2800" spc="-50" dirty="0">
                <a:latin typeface="Calibri"/>
                <a:cs typeface="Calibri"/>
              </a:rPr>
              <a:t> </a:t>
            </a:r>
            <a:r>
              <a:rPr sz="2800" spc="-25" dirty="0">
                <a:latin typeface="Calibri"/>
                <a:cs typeface="Calibri"/>
              </a:rPr>
              <a:t>ví </a:t>
            </a:r>
            <a:r>
              <a:rPr sz="2800" dirty="0">
                <a:latin typeface="Calibri"/>
                <a:cs typeface="Calibri"/>
              </a:rPr>
              <a:t>dụ</a:t>
            </a:r>
            <a:r>
              <a:rPr sz="2800" spc="-45" dirty="0">
                <a:latin typeface="Calibri"/>
                <a:cs typeface="Calibri"/>
              </a:rPr>
              <a:t> </a:t>
            </a:r>
            <a:r>
              <a:rPr sz="2800" dirty="0">
                <a:latin typeface="Calibri"/>
                <a:cs typeface="Calibri"/>
              </a:rPr>
              <a:t>không</a:t>
            </a:r>
            <a:r>
              <a:rPr sz="2800" spc="-40" dirty="0">
                <a:latin typeface="Calibri"/>
                <a:cs typeface="Calibri"/>
              </a:rPr>
              <a:t> </a:t>
            </a:r>
            <a:r>
              <a:rPr sz="2800" dirty="0">
                <a:latin typeface="Calibri"/>
                <a:cs typeface="Calibri"/>
              </a:rPr>
              <a:t>phụ</a:t>
            </a:r>
            <a:r>
              <a:rPr sz="2800" spc="-30" dirty="0">
                <a:latin typeface="Calibri"/>
                <a:cs typeface="Calibri"/>
              </a:rPr>
              <a:t> </a:t>
            </a:r>
            <a:r>
              <a:rPr sz="2800" dirty="0">
                <a:latin typeface="Calibri"/>
                <a:cs typeface="Calibri"/>
              </a:rPr>
              <a:t>thuộc</a:t>
            </a:r>
            <a:r>
              <a:rPr sz="2800" spc="-25" dirty="0">
                <a:latin typeface="Calibri"/>
                <a:cs typeface="Calibri"/>
              </a:rPr>
              <a:t> </a:t>
            </a:r>
            <a:r>
              <a:rPr sz="2800" dirty="0">
                <a:latin typeface="Calibri"/>
                <a:cs typeface="Calibri"/>
              </a:rPr>
              <a:t>vào</a:t>
            </a:r>
            <a:r>
              <a:rPr sz="2800" spc="-45" dirty="0">
                <a:latin typeface="Calibri"/>
                <a:cs typeface="Calibri"/>
              </a:rPr>
              <a:t> </a:t>
            </a:r>
            <a:r>
              <a:rPr sz="2800" dirty="0">
                <a:latin typeface="Calibri"/>
                <a:cs typeface="Calibri"/>
              </a:rPr>
              <a:t>tứ</a:t>
            </a:r>
            <a:r>
              <a:rPr sz="2800" spc="-50" dirty="0">
                <a:latin typeface="Calibri"/>
                <a:cs typeface="Calibri"/>
              </a:rPr>
              <a:t> </a:t>
            </a:r>
            <a:r>
              <a:rPr sz="2800" dirty="0">
                <a:latin typeface="Calibri"/>
                <a:cs typeface="Calibri"/>
              </a:rPr>
              <a:t>tự</a:t>
            </a:r>
            <a:r>
              <a:rPr sz="2800" spc="-45" dirty="0">
                <a:latin typeface="Calibri"/>
                <a:cs typeface="Calibri"/>
              </a:rPr>
              <a:t> </a:t>
            </a:r>
            <a:r>
              <a:rPr sz="2800" dirty="0">
                <a:latin typeface="Calibri"/>
                <a:cs typeface="Calibri"/>
              </a:rPr>
              <a:t>tính</a:t>
            </a:r>
            <a:r>
              <a:rPr sz="2800" spc="-25" dirty="0">
                <a:latin typeface="Calibri"/>
                <a:cs typeface="Calibri"/>
              </a:rPr>
              <a:t> </a:t>
            </a:r>
            <a:r>
              <a:rPr sz="2800" spc="-10" dirty="0">
                <a:latin typeface="Calibri"/>
                <a:cs typeface="Calibri"/>
              </a:rPr>
              <a:t>toán.</a:t>
            </a:r>
            <a:endParaRPr sz="2800">
              <a:latin typeface="Calibri"/>
              <a:cs typeface="Calibri"/>
            </a:endParaRPr>
          </a:p>
        </p:txBody>
      </p:sp>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34340" y="2441574"/>
            <a:ext cx="8235950" cy="876935"/>
          </a:xfrm>
          <a:prstGeom prst="rect">
            <a:avLst/>
          </a:prstGeom>
        </p:spPr>
        <p:txBody>
          <a:bodyPr vert="horz" wrap="square" lIns="0" tIns="25400" rIns="0" bIns="0" rtlCol="0">
            <a:spAutoFit/>
          </a:bodyPr>
          <a:lstStyle/>
          <a:p>
            <a:pPr marL="38100" marR="30480">
              <a:lnSpc>
                <a:spcPts val="3350"/>
              </a:lnSpc>
              <a:spcBef>
                <a:spcPts val="200"/>
              </a:spcBef>
            </a:pPr>
            <a:r>
              <a:rPr sz="2800" b="1" dirty="0">
                <a:latin typeface="Calibri"/>
                <a:cs typeface="Calibri"/>
              </a:rPr>
              <a:t>Ví</a:t>
            </a:r>
            <a:r>
              <a:rPr sz="2800" b="1" spc="-25" dirty="0">
                <a:latin typeface="Calibri"/>
                <a:cs typeface="Calibri"/>
              </a:rPr>
              <a:t> </a:t>
            </a:r>
            <a:r>
              <a:rPr sz="2800" b="1" dirty="0">
                <a:latin typeface="Calibri"/>
                <a:cs typeface="Calibri"/>
              </a:rPr>
              <a:t>dụ</a:t>
            </a:r>
            <a:r>
              <a:rPr sz="2800" b="1" spc="-10" dirty="0">
                <a:latin typeface="Calibri"/>
                <a:cs typeface="Calibri"/>
              </a:rPr>
              <a:t> </a:t>
            </a:r>
            <a:r>
              <a:rPr sz="2800" b="1" spc="-215" dirty="0">
                <a:latin typeface="Calibri"/>
                <a:cs typeface="Calibri"/>
              </a:rPr>
              <a:t>2:</a:t>
            </a:r>
            <a:r>
              <a:rPr sz="2800" spc="-215" dirty="0">
                <a:latin typeface="Cambria Math"/>
                <a:cs typeface="Cambria Math"/>
              </a:rPr>
              <a:t>(𝑥</a:t>
            </a:r>
            <a:r>
              <a:rPr sz="2800" spc="-215" dirty="0">
                <a:latin typeface="Symbol"/>
                <a:cs typeface="Symbol"/>
              </a:rPr>
              <a:t></a:t>
            </a:r>
            <a:r>
              <a:rPr sz="2800" spc="-215" dirty="0">
                <a:latin typeface="Cambria Math"/>
                <a:cs typeface="Cambria Math"/>
              </a:rPr>
              <a:t>𝑦</a:t>
            </a:r>
            <a:r>
              <a:rPr sz="2800" spc="-215" dirty="0">
                <a:latin typeface="Symbol"/>
                <a:cs typeface="Symbol"/>
              </a:rPr>
              <a:t></a:t>
            </a:r>
            <a:r>
              <a:rPr sz="2800" spc="-215" dirty="0">
                <a:latin typeface="Cambria Math"/>
                <a:cs typeface="Cambria Math"/>
              </a:rPr>
              <a:t>𝑧</a:t>
            </a:r>
            <a:r>
              <a:rPr sz="2800" spc="-215" dirty="0">
                <a:latin typeface="Symbol"/>
                <a:cs typeface="Symbol"/>
              </a:rPr>
              <a:t></a:t>
            </a:r>
            <a:r>
              <a:rPr sz="2800" spc="-215" dirty="0">
                <a:latin typeface="Cambria Math"/>
                <a:cs typeface="Cambria Math"/>
              </a:rPr>
              <a:t>𝑡</a:t>
            </a:r>
            <a:r>
              <a:rPr sz="4200" spc="-322" baseline="5952" dirty="0">
                <a:latin typeface="Cambria Math"/>
                <a:cs typeface="Cambria Math"/>
              </a:rPr>
              <a:t>ഥ</a:t>
            </a:r>
            <a:r>
              <a:rPr sz="4200" spc="112" baseline="5952" dirty="0">
                <a:latin typeface="Cambria Math"/>
                <a:cs typeface="Cambria Math"/>
              </a:rPr>
              <a:t> </a:t>
            </a:r>
            <a:r>
              <a:rPr sz="2800" spc="-225" dirty="0">
                <a:latin typeface="Cambria Math"/>
                <a:cs typeface="Cambria Math"/>
              </a:rPr>
              <a:t>)</a:t>
            </a:r>
            <a:r>
              <a:rPr sz="2800" spc="-225" dirty="0">
                <a:latin typeface="Symbol"/>
                <a:cs typeface="Symbol"/>
              </a:rPr>
              <a:t></a:t>
            </a:r>
            <a:r>
              <a:rPr sz="2800" spc="-225" dirty="0">
                <a:latin typeface="Cambria Math"/>
                <a:cs typeface="Cambria Math"/>
              </a:rPr>
              <a:t>(𝑥</a:t>
            </a:r>
            <a:r>
              <a:rPr sz="2800" spc="-225" dirty="0">
                <a:latin typeface="Symbol"/>
                <a:cs typeface="Symbol"/>
              </a:rPr>
              <a:t></a:t>
            </a:r>
            <a:r>
              <a:rPr sz="2800" spc="-225" dirty="0">
                <a:latin typeface="Cambria Math"/>
                <a:cs typeface="Cambria Math"/>
              </a:rPr>
              <a:t>𝑦ത</a:t>
            </a:r>
            <a:r>
              <a:rPr sz="2800" spc="-225" dirty="0">
                <a:latin typeface="Symbol"/>
                <a:cs typeface="Symbol"/>
              </a:rPr>
              <a:t></a:t>
            </a:r>
            <a:r>
              <a:rPr sz="2800" spc="-225" dirty="0">
                <a:latin typeface="Cambria Math"/>
                <a:cs typeface="Cambria Math"/>
              </a:rPr>
              <a:t>𝑧</a:t>
            </a:r>
            <a:r>
              <a:rPr sz="2800" spc="-225" dirty="0">
                <a:latin typeface="Symbol"/>
                <a:cs typeface="Symbol"/>
              </a:rPr>
              <a:t></a:t>
            </a:r>
            <a:r>
              <a:rPr sz="2800" spc="-225" dirty="0">
                <a:latin typeface="Cambria Math"/>
                <a:cs typeface="Cambria Math"/>
              </a:rPr>
              <a:t>𝑡)</a:t>
            </a:r>
            <a:r>
              <a:rPr sz="2800" spc="-225" dirty="0">
                <a:latin typeface="Calibri"/>
                <a:cs typeface="Calibri"/>
              </a:rPr>
              <a:t>.</a:t>
            </a:r>
            <a:r>
              <a:rPr sz="2800" spc="25" dirty="0">
                <a:latin typeface="Calibri"/>
                <a:cs typeface="Calibri"/>
              </a:rPr>
              <a:t> </a:t>
            </a:r>
            <a:r>
              <a:rPr sz="2800" dirty="0">
                <a:latin typeface="Calibri"/>
                <a:cs typeface="Calibri"/>
              </a:rPr>
              <a:t>Khi</a:t>
            </a:r>
            <a:r>
              <a:rPr sz="2800" spc="-10" dirty="0">
                <a:latin typeface="Calibri"/>
                <a:cs typeface="Calibri"/>
              </a:rPr>
              <a:t> </a:t>
            </a:r>
            <a:r>
              <a:rPr sz="2800" dirty="0">
                <a:latin typeface="Calibri"/>
                <a:cs typeface="Calibri"/>
              </a:rPr>
              <a:t>thay</a:t>
            </a:r>
            <a:r>
              <a:rPr sz="2800" spc="-15" dirty="0">
                <a:latin typeface="Calibri"/>
                <a:cs typeface="Calibri"/>
              </a:rPr>
              <a:t> </a:t>
            </a:r>
            <a:r>
              <a:rPr sz="2800" dirty="0">
                <a:latin typeface="Calibri"/>
                <a:cs typeface="Calibri"/>
              </a:rPr>
              <a:t>x=1, y=1,</a:t>
            </a:r>
            <a:r>
              <a:rPr sz="2800" spc="10" dirty="0">
                <a:latin typeface="Calibri"/>
                <a:cs typeface="Calibri"/>
              </a:rPr>
              <a:t> </a:t>
            </a:r>
            <a:r>
              <a:rPr sz="2800" spc="-20" dirty="0">
                <a:latin typeface="Calibri"/>
                <a:cs typeface="Calibri"/>
              </a:rPr>
              <a:t>z=1, </a:t>
            </a:r>
            <a:r>
              <a:rPr sz="2800" dirty="0">
                <a:latin typeface="Calibri"/>
                <a:cs typeface="Calibri"/>
              </a:rPr>
              <a:t>t=0</a:t>
            </a:r>
            <a:r>
              <a:rPr sz="2800" spc="-25" dirty="0">
                <a:latin typeface="Calibri"/>
                <a:cs typeface="Calibri"/>
              </a:rPr>
              <a:t> </a:t>
            </a:r>
            <a:r>
              <a:rPr sz="2800" dirty="0">
                <a:latin typeface="Calibri"/>
                <a:cs typeface="Calibri"/>
              </a:rPr>
              <a:t>biểu</a:t>
            </a:r>
            <a:r>
              <a:rPr sz="2800" spc="-40" dirty="0">
                <a:latin typeface="Calibri"/>
                <a:cs typeface="Calibri"/>
              </a:rPr>
              <a:t> </a:t>
            </a:r>
            <a:r>
              <a:rPr sz="2800" dirty="0">
                <a:latin typeface="Calibri"/>
                <a:cs typeface="Calibri"/>
              </a:rPr>
              <a:t>thức</a:t>
            </a:r>
            <a:r>
              <a:rPr sz="2800" spc="-15" dirty="0">
                <a:latin typeface="Calibri"/>
                <a:cs typeface="Calibri"/>
              </a:rPr>
              <a:t> </a:t>
            </a:r>
            <a:r>
              <a:rPr sz="2800" dirty="0">
                <a:latin typeface="Calibri"/>
                <a:cs typeface="Calibri"/>
              </a:rPr>
              <a:t>cho</a:t>
            </a:r>
            <a:r>
              <a:rPr sz="2800" spc="-30" dirty="0">
                <a:latin typeface="Calibri"/>
                <a:cs typeface="Calibri"/>
              </a:rPr>
              <a:t> </a:t>
            </a:r>
            <a:r>
              <a:rPr sz="2800" dirty="0">
                <a:latin typeface="Calibri"/>
                <a:cs typeface="Calibri"/>
              </a:rPr>
              <a:t>giá</a:t>
            </a:r>
            <a:r>
              <a:rPr sz="2800" spc="-50" dirty="0">
                <a:latin typeface="Calibri"/>
                <a:cs typeface="Calibri"/>
              </a:rPr>
              <a:t> </a:t>
            </a:r>
            <a:r>
              <a:rPr sz="2800" spc="-25" dirty="0">
                <a:latin typeface="Calibri"/>
                <a:cs typeface="Calibri"/>
              </a:rPr>
              <a:t>trị</a:t>
            </a:r>
            <a:endParaRPr sz="2800">
              <a:latin typeface="Calibri"/>
              <a:cs typeface="Calibri"/>
            </a:endParaRPr>
          </a:p>
        </p:txBody>
      </p:sp>
      <p:sp>
        <p:nvSpPr>
          <p:cNvPr id="3" name="object 3"/>
          <p:cNvSpPr/>
          <p:nvPr/>
        </p:nvSpPr>
        <p:spPr>
          <a:xfrm>
            <a:off x="2769870" y="3410077"/>
            <a:ext cx="1819275" cy="328930"/>
          </a:xfrm>
          <a:custGeom>
            <a:avLst/>
            <a:gdLst/>
            <a:ahLst/>
            <a:cxnLst/>
            <a:rect l="l" t="t" r="r" b="b"/>
            <a:pathLst>
              <a:path w="1819275" h="328929">
                <a:moveTo>
                  <a:pt x="1714372" y="0"/>
                </a:moveTo>
                <a:lnTo>
                  <a:pt x="1709674" y="13335"/>
                </a:lnTo>
                <a:lnTo>
                  <a:pt x="1728724" y="21597"/>
                </a:lnTo>
                <a:lnTo>
                  <a:pt x="1745107" y="33051"/>
                </a:lnTo>
                <a:lnTo>
                  <a:pt x="1769871" y="65532"/>
                </a:lnTo>
                <a:lnTo>
                  <a:pt x="1784445" y="109219"/>
                </a:lnTo>
                <a:lnTo>
                  <a:pt x="1788035" y="134417"/>
                </a:lnTo>
                <a:lnTo>
                  <a:pt x="1788088" y="134790"/>
                </a:lnTo>
                <a:lnTo>
                  <a:pt x="1788068" y="191845"/>
                </a:lnTo>
                <a:lnTo>
                  <a:pt x="1778265" y="241859"/>
                </a:lnTo>
                <a:lnTo>
                  <a:pt x="1758723" y="280965"/>
                </a:lnTo>
                <a:lnTo>
                  <a:pt x="1728918" y="307306"/>
                </a:lnTo>
                <a:lnTo>
                  <a:pt x="1710182" y="315595"/>
                </a:lnTo>
                <a:lnTo>
                  <a:pt x="1714372" y="328930"/>
                </a:lnTo>
                <a:lnTo>
                  <a:pt x="1759204" y="307895"/>
                </a:lnTo>
                <a:lnTo>
                  <a:pt x="1792224" y="271525"/>
                </a:lnTo>
                <a:lnTo>
                  <a:pt x="1812512" y="222678"/>
                </a:lnTo>
                <a:lnTo>
                  <a:pt x="1819275" y="164592"/>
                </a:lnTo>
                <a:lnTo>
                  <a:pt x="1817585" y="134790"/>
                </a:lnTo>
                <a:lnTo>
                  <a:pt x="1817564" y="134417"/>
                </a:lnTo>
                <a:lnTo>
                  <a:pt x="1803951" y="80974"/>
                </a:lnTo>
                <a:lnTo>
                  <a:pt x="1777095" y="37468"/>
                </a:lnTo>
                <a:lnTo>
                  <a:pt x="1738233" y="8616"/>
                </a:lnTo>
                <a:lnTo>
                  <a:pt x="1714372" y="0"/>
                </a:lnTo>
                <a:close/>
              </a:path>
              <a:path w="1819275" h="328929">
                <a:moveTo>
                  <a:pt x="104902" y="0"/>
                </a:moveTo>
                <a:lnTo>
                  <a:pt x="60118" y="21113"/>
                </a:lnTo>
                <a:lnTo>
                  <a:pt x="27050" y="57658"/>
                </a:lnTo>
                <a:lnTo>
                  <a:pt x="6762" y="106552"/>
                </a:lnTo>
                <a:lnTo>
                  <a:pt x="99" y="162813"/>
                </a:lnTo>
                <a:lnTo>
                  <a:pt x="0" y="164592"/>
                </a:lnTo>
                <a:lnTo>
                  <a:pt x="1690" y="194784"/>
                </a:lnTo>
                <a:lnTo>
                  <a:pt x="15216" y="248263"/>
                </a:lnTo>
                <a:lnTo>
                  <a:pt x="42054" y="291621"/>
                </a:lnTo>
                <a:lnTo>
                  <a:pt x="80968" y="320335"/>
                </a:lnTo>
                <a:lnTo>
                  <a:pt x="104902" y="328930"/>
                </a:lnTo>
                <a:lnTo>
                  <a:pt x="108966" y="315595"/>
                </a:lnTo>
                <a:lnTo>
                  <a:pt x="90249" y="307306"/>
                </a:lnTo>
                <a:lnTo>
                  <a:pt x="74104" y="295767"/>
                </a:lnTo>
                <a:lnTo>
                  <a:pt x="49530" y="262890"/>
                </a:lnTo>
                <a:lnTo>
                  <a:pt x="34845" y="218185"/>
                </a:lnTo>
                <a:lnTo>
                  <a:pt x="30046" y="164592"/>
                </a:lnTo>
                <a:lnTo>
                  <a:pt x="29972" y="162813"/>
                </a:lnTo>
                <a:lnTo>
                  <a:pt x="34845" y="109220"/>
                </a:lnTo>
                <a:lnTo>
                  <a:pt x="49530" y="65532"/>
                </a:lnTo>
                <a:lnTo>
                  <a:pt x="74279" y="33051"/>
                </a:lnTo>
                <a:lnTo>
                  <a:pt x="109600" y="13335"/>
                </a:lnTo>
                <a:lnTo>
                  <a:pt x="104902" y="0"/>
                </a:lnTo>
                <a:close/>
              </a:path>
            </a:pathLst>
          </a:custGeom>
          <a:solidFill>
            <a:srgbClr val="000000"/>
          </a:solidFill>
        </p:spPr>
        <p:txBody>
          <a:bodyPr wrap="square" lIns="0" tIns="0" rIns="0" bIns="0" rtlCol="0"/>
          <a:lstStyle/>
          <a:p>
            <a:endParaRPr/>
          </a:p>
        </p:txBody>
      </p:sp>
      <p:sp>
        <p:nvSpPr>
          <p:cNvPr id="4" name="object 4"/>
          <p:cNvSpPr/>
          <p:nvPr/>
        </p:nvSpPr>
        <p:spPr>
          <a:xfrm>
            <a:off x="4866894" y="3410077"/>
            <a:ext cx="1659255" cy="328930"/>
          </a:xfrm>
          <a:custGeom>
            <a:avLst/>
            <a:gdLst/>
            <a:ahLst/>
            <a:cxnLst/>
            <a:rect l="l" t="t" r="r" b="b"/>
            <a:pathLst>
              <a:path w="1659254" h="328929">
                <a:moveTo>
                  <a:pt x="1554352" y="0"/>
                </a:moveTo>
                <a:lnTo>
                  <a:pt x="1549653" y="13335"/>
                </a:lnTo>
                <a:lnTo>
                  <a:pt x="1568703" y="21597"/>
                </a:lnTo>
                <a:lnTo>
                  <a:pt x="1585087" y="33051"/>
                </a:lnTo>
                <a:lnTo>
                  <a:pt x="1609852" y="65532"/>
                </a:lnTo>
                <a:lnTo>
                  <a:pt x="1624425" y="109219"/>
                </a:lnTo>
                <a:lnTo>
                  <a:pt x="1628015" y="134417"/>
                </a:lnTo>
                <a:lnTo>
                  <a:pt x="1628068" y="134790"/>
                </a:lnTo>
                <a:lnTo>
                  <a:pt x="1628048" y="191845"/>
                </a:lnTo>
                <a:lnTo>
                  <a:pt x="1618245" y="241859"/>
                </a:lnTo>
                <a:lnTo>
                  <a:pt x="1598703" y="280965"/>
                </a:lnTo>
                <a:lnTo>
                  <a:pt x="1568898" y="307306"/>
                </a:lnTo>
                <a:lnTo>
                  <a:pt x="1550161" y="315595"/>
                </a:lnTo>
                <a:lnTo>
                  <a:pt x="1554352" y="328930"/>
                </a:lnTo>
                <a:lnTo>
                  <a:pt x="1599183" y="307895"/>
                </a:lnTo>
                <a:lnTo>
                  <a:pt x="1632203" y="271525"/>
                </a:lnTo>
                <a:lnTo>
                  <a:pt x="1652492" y="222678"/>
                </a:lnTo>
                <a:lnTo>
                  <a:pt x="1659254" y="164592"/>
                </a:lnTo>
                <a:lnTo>
                  <a:pt x="1657565" y="134790"/>
                </a:lnTo>
                <a:lnTo>
                  <a:pt x="1657544" y="134417"/>
                </a:lnTo>
                <a:lnTo>
                  <a:pt x="1643931" y="80974"/>
                </a:lnTo>
                <a:lnTo>
                  <a:pt x="1617075" y="37468"/>
                </a:lnTo>
                <a:lnTo>
                  <a:pt x="1578213" y="8616"/>
                </a:lnTo>
                <a:lnTo>
                  <a:pt x="1554352" y="0"/>
                </a:lnTo>
                <a:close/>
              </a:path>
              <a:path w="1659254" h="328929">
                <a:moveTo>
                  <a:pt x="104901" y="0"/>
                </a:moveTo>
                <a:lnTo>
                  <a:pt x="60118" y="21113"/>
                </a:lnTo>
                <a:lnTo>
                  <a:pt x="27050" y="57658"/>
                </a:lnTo>
                <a:lnTo>
                  <a:pt x="6762" y="106552"/>
                </a:lnTo>
                <a:lnTo>
                  <a:pt x="99" y="162813"/>
                </a:lnTo>
                <a:lnTo>
                  <a:pt x="0" y="164592"/>
                </a:lnTo>
                <a:lnTo>
                  <a:pt x="1690" y="194784"/>
                </a:lnTo>
                <a:lnTo>
                  <a:pt x="15216" y="248263"/>
                </a:lnTo>
                <a:lnTo>
                  <a:pt x="42054" y="291621"/>
                </a:lnTo>
                <a:lnTo>
                  <a:pt x="80968" y="320335"/>
                </a:lnTo>
                <a:lnTo>
                  <a:pt x="104901" y="328930"/>
                </a:lnTo>
                <a:lnTo>
                  <a:pt x="108965" y="315595"/>
                </a:lnTo>
                <a:lnTo>
                  <a:pt x="90249" y="307306"/>
                </a:lnTo>
                <a:lnTo>
                  <a:pt x="74104" y="295767"/>
                </a:lnTo>
                <a:lnTo>
                  <a:pt x="49529" y="262890"/>
                </a:lnTo>
                <a:lnTo>
                  <a:pt x="34845" y="218185"/>
                </a:lnTo>
                <a:lnTo>
                  <a:pt x="30046" y="164592"/>
                </a:lnTo>
                <a:lnTo>
                  <a:pt x="29971" y="162813"/>
                </a:lnTo>
                <a:lnTo>
                  <a:pt x="31188" y="134790"/>
                </a:lnTo>
                <a:lnTo>
                  <a:pt x="40955" y="86125"/>
                </a:lnTo>
                <a:lnTo>
                  <a:pt x="60577" y="47696"/>
                </a:lnTo>
                <a:lnTo>
                  <a:pt x="90624" y="21597"/>
                </a:lnTo>
                <a:lnTo>
                  <a:pt x="109600" y="13335"/>
                </a:lnTo>
                <a:lnTo>
                  <a:pt x="104901" y="0"/>
                </a:lnTo>
                <a:close/>
              </a:path>
            </a:pathLst>
          </a:custGeom>
          <a:solidFill>
            <a:srgbClr val="000000"/>
          </a:solidFill>
        </p:spPr>
        <p:txBody>
          <a:bodyPr wrap="square" lIns="0" tIns="0" rIns="0" bIns="0" rtlCol="0"/>
          <a:lstStyle/>
          <a:p>
            <a:endParaRPr/>
          </a:p>
        </p:txBody>
      </p:sp>
      <p:sp>
        <p:nvSpPr>
          <p:cNvPr id="5" name="object 5"/>
          <p:cNvSpPr txBox="1"/>
          <p:nvPr/>
        </p:nvSpPr>
        <p:spPr>
          <a:xfrm>
            <a:off x="4583557" y="3308984"/>
            <a:ext cx="1866264" cy="452120"/>
          </a:xfrm>
          <a:prstGeom prst="rect">
            <a:avLst/>
          </a:prstGeom>
        </p:spPr>
        <p:txBody>
          <a:bodyPr vert="horz" wrap="square" lIns="0" tIns="12065" rIns="0" bIns="0" rtlCol="0">
            <a:spAutoFit/>
          </a:bodyPr>
          <a:lstStyle/>
          <a:p>
            <a:pPr marL="38100">
              <a:lnSpc>
                <a:spcPct val="100000"/>
              </a:lnSpc>
              <a:spcBef>
                <a:spcPts val="95"/>
              </a:spcBef>
              <a:tabLst>
                <a:tab pos="400685" algn="l"/>
              </a:tabLst>
            </a:pPr>
            <a:r>
              <a:rPr sz="2800" spc="-50" dirty="0">
                <a:latin typeface="Symbol"/>
                <a:cs typeface="Symbol"/>
              </a:rPr>
              <a:t></a:t>
            </a:r>
            <a:r>
              <a:rPr sz="2800" dirty="0">
                <a:latin typeface="Times New Roman"/>
                <a:cs typeface="Times New Roman"/>
              </a:rPr>
              <a:t>	</a:t>
            </a:r>
            <a:r>
              <a:rPr sz="2800" spc="-385" dirty="0">
                <a:latin typeface="Cambria Math"/>
                <a:cs typeface="Cambria Math"/>
              </a:rPr>
              <a:t>1</a:t>
            </a:r>
            <a:r>
              <a:rPr sz="2800" spc="-385" dirty="0">
                <a:latin typeface="Symbol"/>
                <a:cs typeface="Symbol"/>
              </a:rPr>
              <a:t></a:t>
            </a:r>
            <a:r>
              <a:rPr sz="2800" spc="-385" dirty="0">
                <a:latin typeface="Cambria Math"/>
                <a:cs typeface="Cambria Math"/>
              </a:rPr>
              <a:t>1</a:t>
            </a:r>
            <a:r>
              <a:rPr sz="4200" spc="-577" baseline="10912" dirty="0">
                <a:latin typeface="Cambria Math"/>
                <a:cs typeface="Cambria Math"/>
              </a:rPr>
              <a:t>ത</a:t>
            </a:r>
            <a:r>
              <a:rPr sz="2800" spc="-385" dirty="0">
                <a:latin typeface="Symbol"/>
                <a:cs typeface="Symbol"/>
              </a:rPr>
              <a:t></a:t>
            </a:r>
            <a:r>
              <a:rPr sz="2800" spc="-385" dirty="0">
                <a:latin typeface="Cambria Math"/>
                <a:cs typeface="Cambria Math"/>
              </a:rPr>
              <a:t>1</a:t>
            </a:r>
            <a:r>
              <a:rPr sz="2800" spc="-385" dirty="0">
                <a:latin typeface="Symbol"/>
                <a:cs typeface="Symbol"/>
              </a:rPr>
              <a:t></a:t>
            </a:r>
            <a:r>
              <a:rPr sz="2800" spc="-385" dirty="0">
                <a:latin typeface="Cambria Math"/>
                <a:cs typeface="Cambria Math"/>
              </a:rPr>
              <a:t>0</a:t>
            </a:r>
            <a:endParaRPr sz="2800">
              <a:latin typeface="Cambria Math"/>
              <a:cs typeface="Cambria Math"/>
            </a:endParaRPr>
          </a:p>
        </p:txBody>
      </p:sp>
      <p:sp>
        <p:nvSpPr>
          <p:cNvPr id="6" name="object 6"/>
          <p:cNvSpPr/>
          <p:nvPr/>
        </p:nvSpPr>
        <p:spPr>
          <a:xfrm>
            <a:off x="680427" y="3909948"/>
            <a:ext cx="1661160" cy="328930"/>
          </a:xfrm>
          <a:custGeom>
            <a:avLst/>
            <a:gdLst/>
            <a:ahLst/>
            <a:cxnLst/>
            <a:rect l="l" t="t" r="r" b="b"/>
            <a:pathLst>
              <a:path w="1661160" h="328929">
                <a:moveTo>
                  <a:pt x="1555915" y="0"/>
                </a:moveTo>
                <a:lnTo>
                  <a:pt x="1551216" y="13334"/>
                </a:lnTo>
                <a:lnTo>
                  <a:pt x="1570266" y="21597"/>
                </a:lnTo>
                <a:lnTo>
                  <a:pt x="1586649" y="33051"/>
                </a:lnTo>
                <a:lnTo>
                  <a:pt x="1611414" y="65531"/>
                </a:lnTo>
                <a:lnTo>
                  <a:pt x="1625987" y="109219"/>
                </a:lnTo>
                <a:lnTo>
                  <a:pt x="1629577" y="134417"/>
                </a:lnTo>
                <a:lnTo>
                  <a:pt x="1629630" y="134790"/>
                </a:lnTo>
                <a:lnTo>
                  <a:pt x="1629610" y="191845"/>
                </a:lnTo>
                <a:lnTo>
                  <a:pt x="1619808" y="241859"/>
                </a:lnTo>
                <a:lnTo>
                  <a:pt x="1600265" y="280965"/>
                </a:lnTo>
                <a:lnTo>
                  <a:pt x="1570460" y="307306"/>
                </a:lnTo>
                <a:lnTo>
                  <a:pt x="1551724" y="315594"/>
                </a:lnTo>
                <a:lnTo>
                  <a:pt x="1555915" y="328930"/>
                </a:lnTo>
                <a:lnTo>
                  <a:pt x="1600746" y="307895"/>
                </a:lnTo>
                <a:lnTo>
                  <a:pt x="1633766" y="271525"/>
                </a:lnTo>
                <a:lnTo>
                  <a:pt x="1654054" y="222678"/>
                </a:lnTo>
                <a:lnTo>
                  <a:pt x="1660817" y="164592"/>
                </a:lnTo>
                <a:lnTo>
                  <a:pt x="1659127" y="134790"/>
                </a:lnTo>
                <a:lnTo>
                  <a:pt x="1659106" y="134417"/>
                </a:lnTo>
                <a:lnTo>
                  <a:pt x="1645493" y="80974"/>
                </a:lnTo>
                <a:lnTo>
                  <a:pt x="1618637" y="37468"/>
                </a:lnTo>
                <a:lnTo>
                  <a:pt x="1579775" y="8616"/>
                </a:lnTo>
                <a:lnTo>
                  <a:pt x="1555915" y="0"/>
                </a:lnTo>
                <a:close/>
              </a:path>
              <a:path w="1661160" h="328929">
                <a:moveTo>
                  <a:pt x="104902" y="0"/>
                </a:moveTo>
                <a:lnTo>
                  <a:pt x="60144" y="21113"/>
                </a:lnTo>
                <a:lnTo>
                  <a:pt x="27139" y="57657"/>
                </a:lnTo>
                <a:lnTo>
                  <a:pt x="6788" y="106552"/>
                </a:lnTo>
                <a:lnTo>
                  <a:pt x="100" y="162813"/>
                </a:lnTo>
                <a:lnTo>
                  <a:pt x="0" y="164592"/>
                </a:lnTo>
                <a:lnTo>
                  <a:pt x="6762" y="222678"/>
                </a:lnTo>
                <a:lnTo>
                  <a:pt x="27051" y="271525"/>
                </a:lnTo>
                <a:lnTo>
                  <a:pt x="60037" y="307895"/>
                </a:lnTo>
                <a:lnTo>
                  <a:pt x="104902" y="328930"/>
                </a:lnTo>
                <a:lnTo>
                  <a:pt x="109067" y="315594"/>
                </a:lnTo>
                <a:lnTo>
                  <a:pt x="90322" y="307306"/>
                </a:lnTo>
                <a:lnTo>
                  <a:pt x="74147" y="295767"/>
                </a:lnTo>
                <a:lnTo>
                  <a:pt x="49504" y="262889"/>
                </a:lnTo>
                <a:lnTo>
                  <a:pt x="34874" y="218185"/>
                </a:lnTo>
                <a:lnTo>
                  <a:pt x="30072" y="164592"/>
                </a:lnTo>
                <a:lnTo>
                  <a:pt x="29997" y="162813"/>
                </a:lnTo>
                <a:lnTo>
                  <a:pt x="34874" y="109219"/>
                </a:lnTo>
                <a:lnTo>
                  <a:pt x="49504" y="65531"/>
                </a:lnTo>
                <a:lnTo>
                  <a:pt x="74279" y="33051"/>
                </a:lnTo>
                <a:lnTo>
                  <a:pt x="109588" y="13334"/>
                </a:lnTo>
                <a:lnTo>
                  <a:pt x="104902" y="0"/>
                </a:lnTo>
                <a:close/>
              </a:path>
            </a:pathLst>
          </a:custGeom>
          <a:solidFill>
            <a:srgbClr val="000000"/>
          </a:solidFill>
        </p:spPr>
        <p:txBody>
          <a:bodyPr wrap="square" lIns="0" tIns="0" rIns="0" bIns="0" rtlCol="0"/>
          <a:lstStyle/>
          <a:p>
            <a:endParaRPr/>
          </a:p>
        </p:txBody>
      </p:sp>
      <p:sp>
        <p:nvSpPr>
          <p:cNvPr id="7" name="object 7"/>
          <p:cNvSpPr/>
          <p:nvPr/>
        </p:nvSpPr>
        <p:spPr>
          <a:xfrm>
            <a:off x="2620517" y="3909948"/>
            <a:ext cx="1661160" cy="328930"/>
          </a:xfrm>
          <a:custGeom>
            <a:avLst/>
            <a:gdLst/>
            <a:ahLst/>
            <a:cxnLst/>
            <a:rect l="l" t="t" r="r" b="b"/>
            <a:pathLst>
              <a:path w="1661160" h="328929">
                <a:moveTo>
                  <a:pt x="1555877" y="0"/>
                </a:moveTo>
                <a:lnTo>
                  <a:pt x="1551178" y="13334"/>
                </a:lnTo>
                <a:lnTo>
                  <a:pt x="1570228" y="21597"/>
                </a:lnTo>
                <a:lnTo>
                  <a:pt x="1586611" y="33051"/>
                </a:lnTo>
                <a:lnTo>
                  <a:pt x="1611376" y="65531"/>
                </a:lnTo>
                <a:lnTo>
                  <a:pt x="1625949" y="109219"/>
                </a:lnTo>
                <a:lnTo>
                  <a:pt x="1629539" y="134417"/>
                </a:lnTo>
                <a:lnTo>
                  <a:pt x="1629592" y="134790"/>
                </a:lnTo>
                <a:lnTo>
                  <a:pt x="1629572" y="191845"/>
                </a:lnTo>
                <a:lnTo>
                  <a:pt x="1619769" y="241859"/>
                </a:lnTo>
                <a:lnTo>
                  <a:pt x="1600227" y="280965"/>
                </a:lnTo>
                <a:lnTo>
                  <a:pt x="1570422" y="307306"/>
                </a:lnTo>
                <a:lnTo>
                  <a:pt x="1551685" y="315594"/>
                </a:lnTo>
                <a:lnTo>
                  <a:pt x="1555877" y="328930"/>
                </a:lnTo>
                <a:lnTo>
                  <a:pt x="1600708" y="307895"/>
                </a:lnTo>
                <a:lnTo>
                  <a:pt x="1633728" y="271525"/>
                </a:lnTo>
                <a:lnTo>
                  <a:pt x="1654016" y="222678"/>
                </a:lnTo>
                <a:lnTo>
                  <a:pt x="1660779" y="164592"/>
                </a:lnTo>
                <a:lnTo>
                  <a:pt x="1659089" y="134790"/>
                </a:lnTo>
                <a:lnTo>
                  <a:pt x="1659068" y="134417"/>
                </a:lnTo>
                <a:lnTo>
                  <a:pt x="1645455" y="80974"/>
                </a:lnTo>
                <a:lnTo>
                  <a:pt x="1618599" y="37468"/>
                </a:lnTo>
                <a:lnTo>
                  <a:pt x="1579737" y="8616"/>
                </a:lnTo>
                <a:lnTo>
                  <a:pt x="1555877" y="0"/>
                </a:lnTo>
                <a:close/>
              </a:path>
              <a:path w="1661160" h="328929">
                <a:moveTo>
                  <a:pt x="104901" y="0"/>
                </a:moveTo>
                <a:lnTo>
                  <a:pt x="60118" y="21113"/>
                </a:lnTo>
                <a:lnTo>
                  <a:pt x="27050" y="57657"/>
                </a:lnTo>
                <a:lnTo>
                  <a:pt x="6762" y="106552"/>
                </a:lnTo>
                <a:lnTo>
                  <a:pt x="99" y="162813"/>
                </a:lnTo>
                <a:lnTo>
                  <a:pt x="0" y="164592"/>
                </a:lnTo>
                <a:lnTo>
                  <a:pt x="1690" y="194784"/>
                </a:lnTo>
                <a:lnTo>
                  <a:pt x="15216" y="248263"/>
                </a:lnTo>
                <a:lnTo>
                  <a:pt x="42054" y="291621"/>
                </a:lnTo>
                <a:lnTo>
                  <a:pt x="80968" y="320335"/>
                </a:lnTo>
                <a:lnTo>
                  <a:pt x="104901" y="328930"/>
                </a:lnTo>
                <a:lnTo>
                  <a:pt x="108965" y="315594"/>
                </a:lnTo>
                <a:lnTo>
                  <a:pt x="90249" y="307306"/>
                </a:lnTo>
                <a:lnTo>
                  <a:pt x="74104" y="295767"/>
                </a:lnTo>
                <a:lnTo>
                  <a:pt x="49530" y="262889"/>
                </a:lnTo>
                <a:lnTo>
                  <a:pt x="34845" y="218185"/>
                </a:lnTo>
                <a:lnTo>
                  <a:pt x="30046" y="164592"/>
                </a:lnTo>
                <a:lnTo>
                  <a:pt x="29971" y="162813"/>
                </a:lnTo>
                <a:lnTo>
                  <a:pt x="34845" y="109219"/>
                </a:lnTo>
                <a:lnTo>
                  <a:pt x="49530" y="65531"/>
                </a:lnTo>
                <a:lnTo>
                  <a:pt x="74279" y="33051"/>
                </a:lnTo>
                <a:lnTo>
                  <a:pt x="109600" y="13334"/>
                </a:lnTo>
                <a:lnTo>
                  <a:pt x="104901" y="0"/>
                </a:lnTo>
                <a:close/>
              </a:path>
            </a:pathLst>
          </a:custGeom>
          <a:solidFill>
            <a:srgbClr val="000000"/>
          </a:solidFill>
        </p:spPr>
        <p:txBody>
          <a:bodyPr wrap="square" lIns="0" tIns="0" rIns="0" bIns="0" rtlCol="0"/>
          <a:lstStyle/>
          <a:p>
            <a:endParaRPr/>
          </a:p>
        </p:txBody>
      </p:sp>
      <p:sp>
        <p:nvSpPr>
          <p:cNvPr id="8" name="object 8"/>
          <p:cNvSpPr txBox="1"/>
          <p:nvPr/>
        </p:nvSpPr>
        <p:spPr>
          <a:xfrm>
            <a:off x="434340" y="3235223"/>
            <a:ext cx="3961765" cy="2048510"/>
          </a:xfrm>
          <a:prstGeom prst="rect">
            <a:avLst/>
          </a:prstGeom>
        </p:spPr>
        <p:txBody>
          <a:bodyPr vert="horz" wrap="square" lIns="0" tIns="85725" rIns="0" bIns="0" rtlCol="0">
            <a:spAutoFit/>
          </a:bodyPr>
          <a:lstStyle/>
          <a:p>
            <a:pPr marL="2452370">
              <a:lnSpc>
                <a:spcPct val="100000"/>
              </a:lnSpc>
              <a:spcBef>
                <a:spcPts val="675"/>
              </a:spcBef>
            </a:pPr>
            <a:r>
              <a:rPr sz="2800" spc="-340" dirty="0">
                <a:latin typeface="Cambria Math"/>
                <a:cs typeface="Cambria Math"/>
              </a:rPr>
              <a:t>1</a:t>
            </a:r>
            <a:r>
              <a:rPr sz="2800" spc="-340" dirty="0">
                <a:latin typeface="Symbol"/>
                <a:cs typeface="Symbol"/>
              </a:rPr>
              <a:t></a:t>
            </a:r>
            <a:r>
              <a:rPr sz="2800" spc="-340" dirty="0">
                <a:latin typeface="Cambria Math"/>
                <a:cs typeface="Cambria Math"/>
              </a:rPr>
              <a:t>1</a:t>
            </a:r>
            <a:r>
              <a:rPr sz="2800" spc="-340" dirty="0">
                <a:latin typeface="Symbol"/>
                <a:cs typeface="Symbol"/>
              </a:rPr>
              <a:t></a:t>
            </a:r>
            <a:r>
              <a:rPr sz="2800" spc="-340" dirty="0">
                <a:latin typeface="Cambria Math"/>
                <a:cs typeface="Cambria Math"/>
              </a:rPr>
              <a:t>1</a:t>
            </a:r>
            <a:r>
              <a:rPr sz="2800" spc="-340" dirty="0">
                <a:latin typeface="Symbol"/>
                <a:cs typeface="Symbol"/>
              </a:rPr>
              <a:t></a:t>
            </a:r>
            <a:r>
              <a:rPr sz="2800" spc="-340" dirty="0">
                <a:latin typeface="Cambria Math"/>
                <a:cs typeface="Cambria Math"/>
              </a:rPr>
              <a:t>0</a:t>
            </a:r>
            <a:r>
              <a:rPr sz="4200" spc="-509" baseline="10912" dirty="0">
                <a:latin typeface="Cambria Math"/>
                <a:cs typeface="Cambria Math"/>
              </a:rPr>
              <a:t>ഥ</a:t>
            </a:r>
            <a:endParaRPr sz="4200" baseline="10912">
              <a:latin typeface="Cambria Math"/>
              <a:cs typeface="Cambria Math"/>
            </a:endParaRPr>
          </a:p>
          <a:p>
            <a:pPr marL="38100">
              <a:lnSpc>
                <a:spcPct val="100000"/>
              </a:lnSpc>
              <a:spcBef>
                <a:spcPts val="575"/>
              </a:spcBef>
              <a:tabLst>
                <a:tab pos="362585" algn="l"/>
                <a:tab pos="1939925" algn="l"/>
                <a:tab pos="2303145" algn="l"/>
              </a:tabLst>
            </a:pPr>
            <a:r>
              <a:rPr sz="2800" spc="-50" dirty="0">
                <a:latin typeface="Calibri"/>
                <a:cs typeface="Calibri"/>
              </a:rPr>
              <a:t>=</a:t>
            </a:r>
            <a:r>
              <a:rPr sz="2800" dirty="0">
                <a:latin typeface="Calibri"/>
                <a:cs typeface="Calibri"/>
              </a:rPr>
              <a:t>	</a:t>
            </a:r>
            <a:r>
              <a:rPr sz="2800" spc="-10" dirty="0">
                <a:latin typeface="Cambria Math"/>
                <a:cs typeface="Cambria Math"/>
              </a:rPr>
              <a:t>1</a:t>
            </a:r>
            <a:r>
              <a:rPr sz="2800" spc="-10" dirty="0">
                <a:latin typeface="Symbol"/>
                <a:cs typeface="Symbol"/>
              </a:rPr>
              <a:t></a:t>
            </a:r>
            <a:r>
              <a:rPr sz="2800" spc="-10" dirty="0">
                <a:latin typeface="Cambria Math"/>
                <a:cs typeface="Cambria Math"/>
              </a:rPr>
              <a:t>1</a:t>
            </a:r>
            <a:r>
              <a:rPr sz="2800" spc="-10" dirty="0">
                <a:latin typeface="Symbol"/>
                <a:cs typeface="Symbol"/>
              </a:rPr>
              <a:t></a:t>
            </a:r>
            <a:r>
              <a:rPr sz="2800" spc="-10" dirty="0">
                <a:latin typeface="Cambria Math"/>
                <a:cs typeface="Cambria Math"/>
              </a:rPr>
              <a:t>1</a:t>
            </a:r>
            <a:r>
              <a:rPr sz="2800" spc="-10" dirty="0">
                <a:latin typeface="Symbol"/>
                <a:cs typeface="Symbol"/>
              </a:rPr>
              <a:t></a:t>
            </a:r>
            <a:r>
              <a:rPr sz="2800" spc="-10" dirty="0">
                <a:latin typeface="Cambria Math"/>
                <a:cs typeface="Cambria Math"/>
              </a:rPr>
              <a:t>1</a:t>
            </a:r>
            <a:r>
              <a:rPr sz="2800" dirty="0">
                <a:latin typeface="Cambria Math"/>
                <a:cs typeface="Cambria Math"/>
              </a:rPr>
              <a:t>	</a:t>
            </a:r>
            <a:r>
              <a:rPr sz="2800" spc="-50" dirty="0">
                <a:latin typeface="Symbol"/>
                <a:cs typeface="Symbol"/>
              </a:rPr>
              <a:t></a:t>
            </a:r>
            <a:r>
              <a:rPr sz="2800" dirty="0">
                <a:latin typeface="Times New Roman"/>
                <a:cs typeface="Times New Roman"/>
              </a:rPr>
              <a:t>	</a:t>
            </a:r>
            <a:r>
              <a:rPr sz="2800" spc="-10" dirty="0">
                <a:latin typeface="Cambria Math"/>
                <a:cs typeface="Cambria Math"/>
              </a:rPr>
              <a:t>1</a:t>
            </a:r>
            <a:r>
              <a:rPr sz="2800" spc="-10" dirty="0">
                <a:latin typeface="Symbol"/>
                <a:cs typeface="Symbol"/>
              </a:rPr>
              <a:t></a:t>
            </a:r>
            <a:r>
              <a:rPr sz="2800" spc="-10" dirty="0">
                <a:latin typeface="Cambria Math"/>
                <a:cs typeface="Cambria Math"/>
              </a:rPr>
              <a:t>0</a:t>
            </a:r>
            <a:r>
              <a:rPr sz="2800" spc="-10" dirty="0">
                <a:latin typeface="Symbol"/>
                <a:cs typeface="Symbol"/>
              </a:rPr>
              <a:t></a:t>
            </a:r>
            <a:r>
              <a:rPr sz="2800" spc="-10" dirty="0">
                <a:latin typeface="Cambria Math"/>
                <a:cs typeface="Cambria Math"/>
              </a:rPr>
              <a:t>1</a:t>
            </a:r>
            <a:r>
              <a:rPr sz="2800" spc="-10" dirty="0">
                <a:latin typeface="Symbol"/>
                <a:cs typeface="Symbol"/>
              </a:rPr>
              <a:t></a:t>
            </a:r>
            <a:r>
              <a:rPr sz="2800" spc="-10" dirty="0">
                <a:latin typeface="Cambria Math"/>
                <a:cs typeface="Cambria Math"/>
              </a:rPr>
              <a:t>0</a:t>
            </a:r>
            <a:endParaRPr sz="2800">
              <a:latin typeface="Cambria Math"/>
              <a:cs typeface="Cambria Math"/>
            </a:endParaRPr>
          </a:p>
          <a:p>
            <a:pPr marL="38100">
              <a:lnSpc>
                <a:spcPct val="100000"/>
              </a:lnSpc>
              <a:spcBef>
                <a:spcPts val="675"/>
              </a:spcBef>
            </a:pPr>
            <a:r>
              <a:rPr sz="2800" dirty="0">
                <a:latin typeface="Calibri"/>
                <a:cs typeface="Calibri"/>
              </a:rPr>
              <a:t>=</a:t>
            </a:r>
            <a:r>
              <a:rPr sz="2800" spc="-10" dirty="0">
                <a:latin typeface="Calibri"/>
                <a:cs typeface="Calibri"/>
              </a:rPr>
              <a:t> </a:t>
            </a:r>
            <a:r>
              <a:rPr sz="2800" dirty="0">
                <a:latin typeface="Calibri"/>
                <a:cs typeface="Calibri"/>
              </a:rPr>
              <a:t>1 </a:t>
            </a:r>
            <a:r>
              <a:rPr sz="2800" dirty="0">
                <a:latin typeface="Symbol"/>
                <a:cs typeface="Symbol"/>
              </a:rPr>
              <a:t></a:t>
            </a:r>
            <a:r>
              <a:rPr sz="2800" spc="-75" dirty="0">
                <a:latin typeface="Times New Roman"/>
                <a:cs typeface="Times New Roman"/>
              </a:rPr>
              <a:t> </a:t>
            </a:r>
            <a:r>
              <a:rPr sz="2800" spc="-50" dirty="0">
                <a:latin typeface="Calibri"/>
                <a:cs typeface="Calibri"/>
              </a:rPr>
              <a:t>0</a:t>
            </a:r>
            <a:endParaRPr sz="2800">
              <a:latin typeface="Calibri"/>
              <a:cs typeface="Calibri"/>
            </a:endParaRPr>
          </a:p>
          <a:p>
            <a:pPr marL="38100">
              <a:lnSpc>
                <a:spcPct val="100000"/>
              </a:lnSpc>
              <a:spcBef>
                <a:spcPts val="660"/>
              </a:spcBef>
            </a:pPr>
            <a:r>
              <a:rPr sz="2800" dirty="0">
                <a:latin typeface="Calibri"/>
                <a:cs typeface="Calibri"/>
              </a:rPr>
              <a:t>=</a:t>
            </a:r>
            <a:r>
              <a:rPr sz="2800" spc="-5" dirty="0">
                <a:latin typeface="Calibri"/>
                <a:cs typeface="Calibri"/>
              </a:rPr>
              <a:t> </a:t>
            </a:r>
            <a:r>
              <a:rPr sz="2800" spc="-50" dirty="0">
                <a:latin typeface="Calibri"/>
                <a:cs typeface="Calibri"/>
              </a:rPr>
              <a:t>1</a:t>
            </a:r>
            <a:endParaRPr sz="2800">
              <a:latin typeface="Calibri"/>
              <a:cs typeface="Calibri"/>
            </a:endParaRPr>
          </a:p>
        </p:txBody>
      </p:sp>
    </p:spTree>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604010" y="4514977"/>
            <a:ext cx="1781175" cy="328930"/>
          </a:xfrm>
          <a:custGeom>
            <a:avLst/>
            <a:gdLst/>
            <a:ahLst/>
            <a:cxnLst/>
            <a:rect l="l" t="t" r="r" b="b"/>
            <a:pathLst>
              <a:path w="1781175" h="328929">
                <a:moveTo>
                  <a:pt x="1676273" y="0"/>
                </a:moveTo>
                <a:lnTo>
                  <a:pt x="1671574" y="13335"/>
                </a:lnTo>
                <a:lnTo>
                  <a:pt x="1690624" y="21597"/>
                </a:lnTo>
                <a:lnTo>
                  <a:pt x="1707007" y="33051"/>
                </a:lnTo>
                <a:lnTo>
                  <a:pt x="1731772" y="65531"/>
                </a:lnTo>
                <a:lnTo>
                  <a:pt x="1746345" y="109219"/>
                </a:lnTo>
                <a:lnTo>
                  <a:pt x="1749935" y="134417"/>
                </a:lnTo>
                <a:lnTo>
                  <a:pt x="1749988" y="134790"/>
                </a:lnTo>
                <a:lnTo>
                  <a:pt x="1749968" y="191845"/>
                </a:lnTo>
                <a:lnTo>
                  <a:pt x="1740165" y="241859"/>
                </a:lnTo>
                <a:lnTo>
                  <a:pt x="1720623" y="280965"/>
                </a:lnTo>
                <a:lnTo>
                  <a:pt x="1690818" y="307306"/>
                </a:lnTo>
                <a:lnTo>
                  <a:pt x="1672081" y="315595"/>
                </a:lnTo>
                <a:lnTo>
                  <a:pt x="1676273" y="328930"/>
                </a:lnTo>
                <a:lnTo>
                  <a:pt x="1721103" y="307895"/>
                </a:lnTo>
                <a:lnTo>
                  <a:pt x="1754124" y="271525"/>
                </a:lnTo>
                <a:lnTo>
                  <a:pt x="1774412" y="222678"/>
                </a:lnTo>
                <a:lnTo>
                  <a:pt x="1781175" y="164592"/>
                </a:lnTo>
                <a:lnTo>
                  <a:pt x="1779485" y="134790"/>
                </a:lnTo>
                <a:lnTo>
                  <a:pt x="1779464" y="134417"/>
                </a:lnTo>
                <a:lnTo>
                  <a:pt x="1765851" y="80974"/>
                </a:lnTo>
                <a:lnTo>
                  <a:pt x="1738995" y="37468"/>
                </a:lnTo>
                <a:lnTo>
                  <a:pt x="1700133" y="8616"/>
                </a:lnTo>
                <a:lnTo>
                  <a:pt x="1676273" y="0"/>
                </a:lnTo>
                <a:close/>
              </a:path>
              <a:path w="1781175" h="328929">
                <a:moveTo>
                  <a:pt x="104902" y="0"/>
                </a:moveTo>
                <a:lnTo>
                  <a:pt x="60118" y="21113"/>
                </a:lnTo>
                <a:lnTo>
                  <a:pt x="27051" y="57658"/>
                </a:lnTo>
                <a:lnTo>
                  <a:pt x="6762" y="106553"/>
                </a:lnTo>
                <a:lnTo>
                  <a:pt x="99" y="162814"/>
                </a:lnTo>
                <a:lnTo>
                  <a:pt x="0" y="164592"/>
                </a:lnTo>
                <a:lnTo>
                  <a:pt x="6762" y="222678"/>
                </a:lnTo>
                <a:lnTo>
                  <a:pt x="27051" y="271525"/>
                </a:lnTo>
                <a:lnTo>
                  <a:pt x="60023" y="307895"/>
                </a:lnTo>
                <a:lnTo>
                  <a:pt x="104902" y="328930"/>
                </a:lnTo>
                <a:lnTo>
                  <a:pt x="108965" y="315595"/>
                </a:lnTo>
                <a:lnTo>
                  <a:pt x="90249" y="307306"/>
                </a:lnTo>
                <a:lnTo>
                  <a:pt x="74104" y="295767"/>
                </a:lnTo>
                <a:lnTo>
                  <a:pt x="49529" y="262890"/>
                </a:lnTo>
                <a:lnTo>
                  <a:pt x="34845" y="218186"/>
                </a:lnTo>
                <a:lnTo>
                  <a:pt x="30046" y="164592"/>
                </a:lnTo>
                <a:lnTo>
                  <a:pt x="29971" y="162814"/>
                </a:lnTo>
                <a:lnTo>
                  <a:pt x="34845" y="109220"/>
                </a:lnTo>
                <a:lnTo>
                  <a:pt x="49529" y="65531"/>
                </a:lnTo>
                <a:lnTo>
                  <a:pt x="74279" y="33051"/>
                </a:lnTo>
                <a:lnTo>
                  <a:pt x="109601" y="13335"/>
                </a:lnTo>
                <a:lnTo>
                  <a:pt x="104902" y="0"/>
                </a:lnTo>
                <a:close/>
              </a:path>
            </a:pathLst>
          </a:custGeom>
          <a:solidFill>
            <a:srgbClr val="000000"/>
          </a:solidFill>
        </p:spPr>
        <p:txBody>
          <a:bodyPr wrap="square" lIns="0" tIns="0" rIns="0" bIns="0" rtlCol="0"/>
          <a:lstStyle/>
          <a:p>
            <a:endParaRPr/>
          </a:p>
        </p:txBody>
      </p:sp>
      <p:sp>
        <p:nvSpPr>
          <p:cNvPr id="3" name="object 3"/>
          <p:cNvSpPr/>
          <p:nvPr/>
        </p:nvSpPr>
        <p:spPr>
          <a:xfrm>
            <a:off x="3662934" y="4514977"/>
            <a:ext cx="1624330" cy="328930"/>
          </a:xfrm>
          <a:custGeom>
            <a:avLst/>
            <a:gdLst/>
            <a:ahLst/>
            <a:cxnLst/>
            <a:rect l="l" t="t" r="r" b="b"/>
            <a:pathLst>
              <a:path w="1624329" h="328929">
                <a:moveTo>
                  <a:pt x="1519301" y="0"/>
                </a:moveTo>
                <a:lnTo>
                  <a:pt x="1514602" y="13335"/>
                </a:lnTo>
                <a:lnTo>
                  <a:pt x="1533652" y="21597"/>
                </a:lnTo>
                <a:lnTo>
                  <a:pt x="1550035" y="33051"/>
                </a:lnTo>
                <a:lnTo>
                  <a:pt x="1574800" y="65531"/>
                </a:lnTo>
                <a:lnTo>
                  <a:pt x="1589373" y="109219"/>
                </a:lnTo>
                <a:lnTo>
                  <a:pt x="1592963" y="134417"/>
                </a:lnTo>
                <a:lnTo>
                  <a:pt x="1593016" y="134790"/>
                </a:lnTo>
                <a:lnTo>
                  <a:pt x="1592996" y="191845"/>
                </a:lnTo>
                <a:lnTo>
                  <a:pt x="1583193" y="241859"/>
                </a:lnTo>
                <a:lnTo>
                  <a:pt x="1563651" y="280965"/>
                </a:lnTo>
                <a:lnTo>
                  <a:pt x="1533846" y="307306"/>
                </a:lnTo>
                <a:lnTo>
                  <a:pt x="1515110" y="315595"/>
                </a:lnTo>
                <a:lnTo>
                  <a:pt x="1519301" y="328930"/>
                </a:lnTo>
                <a:lnTo>
                  <a:pt x="1564131" y="307895"/>
                </a:lnTo>
                <a:lnTo>
                  <a:pt x="1597152" y="271525"/>
                </a:lnTo>
                <a:lnTo>
                  <a:pt x="1617440" y="222678"/>
                </a:lnTo>
                <a:lnTo>
                  <a:pt x="1624202" y="164592"/>
                </a:lnTo>
                <a:lnTo>
                  <a:pt x="1622513" y="134790"/>
                </a:lnTo>
                <a:lnTo>
                  <a:pt x="1622492" y="134417"/>
                </a:lnTo>
                <a:lnTo>
                  <a:pt x="1608879" y="80974"/>
                </a:lnTo>
                <a:lnTo>
                  <a:pt x="1582023" y="37468"/>
                </a:lnTo>
                <a:lnTo>
                  <a:pt x="1543161" y="8616"/>
                </a:lnTo>
                <a:lnTo>
                  <a:pt x="1519301" y="0"/>
                </a:lnTo>
                <a:close/>
              </a:path>
              <a:path w="1624329" h="328929">
                <a:moveTo>
                  <a:pt x="104901" y="0"/>
                </a:moveTo>
                <a:lnTo>
                  <a:pt x="60118" y="21113"/>
                </a:lnTo>
                <a:lnTo>
                  <a:pt x="27050" y="57658"/>
                </a:lnTo>
                <a:lnTo>
                  <a:pt x="6762" y="106553"/>
                </a:lnTo>
                <a:lnTo>
                  <a:pt x="99" y="162814"/>
                </a:lnTo>
                <a:lnTo>
                  <a:pt x="0" y="164592"/>
                </a:lnTo>
                <a:lnTo>
                  <a:pt x="6762" y="222678"/>
                </a:lnTo>
                <a:lnTo>
                  <a:pt x="27050" y="271525"/>
                </a:lnTo>
                <a:lnTo>
                  <a:pt x="60023" y="307895"/>
                </a:lnTo>
                <a:lnTo>
                  <a:pt x="104901" y="328930"/>
                </a:lnTo>
                <a:lnTo>
                  <a:pt x="108965" y="315595"/>
                </a:lnTo>
                <a:lnTo>
                  <a:pt x="90249" y="307306"/>
                </a:lnTo>
                <a:lnTo>
                  <a:pt x="74104" y="295767"/>
                </a:lnTo>
                <a:lnTo>
                  <a:pt x="49529" y="262890"/>
                </a:lnTo>
                <a:lnTo>
                  <a:pt x="34845" y="218186"/>
                </a:lnTo>
                <a:lnTo>
                  <a:pt x="30046" y="164592"/>
                </a:lnTo>
                <a:lnTo>
                  <a:pt x="29971" y="162814"/>
                </a:lnTo>
                <a:lnTo>
                  <a:pt x="31188" y="134790"/>
                </a:lnTo>
                <a:lnTo>
                  <a:pt x="40955" y="86125"/>
                </a:lnTo>
                <a:lnTo>
                  <a:pt x="60577" y="47696"/>
                </a:lnTo>
                <a:lnTo>
                  <a:pt x="90624" y="21597"/>
                </a:lnTo>
                <a:lnTo>
                  <a:pt x="109600" y="13335"/>
                </a:lnTo>
                <a:lnTo>
                  <a:pt x="104901" y="0"/>
                </a:lnTo>
                <a:close/>
              </a:path>
            </a:pathLst>
          </a:custGeom>
          <a:solidFill>
            <a:srgbClr val="000000"/>
          </a:solidFill>
        </p:spPr>
        <p:txBody>
          <a:bodyPr wrap="square" lIns="0" tIns="0" rIns="0" bIns="0" rtlCol="0"/>
          <a:lstStyle/>
          <a:p>
            <a:endParaRPr/>
          </a:p>
        </p:txBody>
      </p:sp>
      <p:sp>
        <p:nvSpPr>
          <p:cNvPr id="4" name="object 4"/>
          <p:cNvSpPr txBox="1"/>
          <p:nvPr/>
        </p:nvSpPr>
        <p:spPr>
          <a:xfrm>
            <a:off x="396240" y="2276373"/>
            <a:ext cx="7541259" cy="3104515"/>
          </a:xfrm>
          <a:prstGeom prst="rect">
            <a:avLst/>
          </a:prstGeom>
        </p:spPr>
        <p:txBody>
          <a:bodyPr vert="horz" wrap="square" lIns="0" tIns="99695" rIns="0" bIns="0" rtlCol="0">
            <a:spAutoFit/>
          </a:bodyPr>
          <a:lstStyle/>
          <a:p>
            <a:pPr marL="76200">
              <a:lnSpc>
                <a:spcPct val="100000"/>
              </a:lnSpc>
              <a:spcBef>
                <a:spcPts val="785"/>
              </a:spcBef>
            </a:pPr>
            <a:r>
              <a:rPr sz="2800" b="1" dirty="0">
                <a:latin typeface="Calibri"/>
                <a:cs typeface="Calibri"/>
              </a:rPr>
              <a:t>Chú</a:t>
            </a:r>
            <a:r>
              <a:rPr sz="2800" b="1" spc="-25" dirty="0">
                <a:latin typeface="Calibri"/>
                <a:cs typeface="Calibri"/>
              </a:rPr>
              <a:t> </a:t>
            </a:r>
            <a:r>
              <a:rPr sz="2800" b="1" dirty="0">
                <a:latin typeface="Calibri"/>
                <a:cs typeface="Calibri"/>
              </a:rPr>
              <a:t>ý</a:t>
            </a:r>
            <a:r>
              <a:rPr sz="2800" b="1" spc="-25" dirty="0">
                <a:latin typeface="Calibri"/>
                <a:cs typeface="Calibri"/>
              </a:rPr>
              <a:t> </a:t>
            </a:r>
            <a:r>
              <a:rPr sz="2800" b="1" spc="-50" dirty="0">
                <a:latin typeface="Calibri"/>
                <a:cs typeface="Calibri"/>
              </a:rPr>
              <a:t>:</a:t>
            </a:r>
            <a:endParaRPr sz="2800">
              <a:latin typeface="Calibri"/>
              <a:cs typeface="Calibri"/>
            </a:endParaRPr>
          </a:p>
          <a:p>
            <a:pPr marL="76200">
              <a:lnSpc>
                <a:spcPct val="100000"/>
              </a:lnSpc>
              <a:spcBef>
                <a:spcPts val="680"/>
              </a:spcBef>
              <a:tabLst>
                <a:tab pos="533400" algn="l"/>
                <a:tab pos="4331970" algn="l"/>
              </a:tabLst>
            </a:pPr>
            <a:r>
              <a:rPr sz="2800" spc="-50" dirty="0">
                <a:latin typeface="Calibri"/>
                <a:cs typeface="Calibri"/>
              </a:rPr>
              <a:t>-</a:t>
            </a:r>
            <a:r>
              <a:rPr sz="2800" dirty="0">
                <a:latin typeface="Calibri"/>
                <a:cs typeface="Calibri"/>
              </a:rPr>
              <a:t>	</a:t>
            </a:r>
            <a:r>
              <a:rPr sz="2800" b="1" dirty="0">
                <a:latin typeface="Calibri"/>
                <a:cs typeface="Calibri"/>
              </a:rPr>
              <a:t>Thay</a:t>
            </a:r>
            <a:r>
              <a:rPr sz="2800" b="1" spc="-65" dirty="0">
                <a:latin typeface="Calibri"/>
                <a:cs typeface="Calibri"/>
              </a:rPr>
              <a:t> </a:t>
            </a:r>
            <a:r>
              <a:rPr sz="2800" b="1" dirty="0">
                <a:latin typeface="Calibri"/>
                <a:cs typeface="Calibri"/>
              </a:rPr>
              <a:t>cách</a:t>
            </a:r>
            <a:r>
              <a:rPr sz="2800" b="1" spc="-80" dirty="0">
                <a:latin typeface="Calibri"/>
                <a:cs typeface="Calibri"/>
              </a:rPr>
              <a:t> </a:t>
            </a:r>
            <a:r>
              <a:rPr sz="2800" b="1" dirty="0">
                <a:latin typeface="Calibri"/>
                <a:cs typeface="Calibri"/>
              </a:rPr>
              <a:t>viết</a:t>
            </a:r>
            <a:r>
              <a:rPr sz="2800" b="1" spc="-55" dirty="0">
                <a:latin typeface="Calibri"/>
                <a:cs typeface="Calibri"/>
              </a:rPr>
              <a:t> </a:t>
            </a:r>
            <a:r>
              <a:rPr sz="2800" spc="-315" dirty="0">
                <a:latin typeface="Cambria Math"/>
                <a:cs typeface="Cambria Math"/>
              </a:rPr>
              <a:t>𝒙</a:t>
            </a:r>
            <a:r>
              <a:rPr sz="2800" spc="-315" dirty="0">
                <a:latin typeface="Symbol"/>
                <a:cs typeface="Symbol"/>
              </a:rPr>
              <a:t></a:t>
            </a:r>
            <a:r>
              <a:rPr sz="2800" spc="-315" dirty="0">
                <a:latin typeface="Cambria Math"/>
                <a:cs typeface="Cambria Math"/>
              </a:rPr>
              <a:t>𝒚</a:t>
            </a:r>
            <a:r>
              <a:rPr sz="2800" spc="-315" dirty="0">
                <a:latin typeface="Symbol"/>
                <a:cs typeface="Symbol"/>
              </a:rPr>
              <a:t></a:t>
            </a:r>
            <a:r>
              <a:rPr sz="2800" spc="-315" dirty="0">
                <a:latin typeface="Cambria Math"/>
                <a:cs typeface="Cambria Math"/>
              </a:rPr>
              <a:t>𝒛</a:t>
            </a:r>
            <a:r>
              <a:rPr sz="2800" spc="-315" dirty="0">
                <a:latin typeface="Symbol"/>
                <a:cs typeface="Symbol"/>
              </a:rPr>
              <a:t></a:t>
            </a:r>
            <a:r>
              <a:rPr sz="2800" spc="-315" dirty="0">
                <a:latin typeface="Cambria Math"/>
                <a:cs typeface="Cambria Math"/>
              </a:rPr>
              <a:t>𝒕</a:t>
            </a:r>
            <a:r>
              <a:rPr sz="4200" spc="-472" baseline="6944" dirty="0">
                <a:latin typeface="Cambria Math"/>
                <a:cs typeface="Cambria Math"/>
              </a:rPr>
              <a:t>ഥ</a:t>
            </a:r>
            <a:r>
              <a:rPr sz="4200" baseline="6944" dirty="0">
                <a:latin typeface="Cambria Math"/>
                <a:cs typeface="Cambria Math"/>
              </a:rPr>
              <a:t>	</a:t>
            </a:r>
            <a:r>
              <a:rPr sz="2800" b="1" dirty="0">
                <a:latin typeface="Calibri"/>
                <a:cs typeface="Calibri"/>
              </a:rPr>
              <a:t>thành</a:t>
            </a:r>
            <a:r>
              <a:rPr sz="2800" b="1" spc="-60" dirty="0">
                <a:latin typeface="Calibri"/>
                <a:cs typeface="Calibri"/>
              </a:rPr>
              <a:t> </a:t>
            </a:r>
            <a:r>
              <a:rPr sz="2800" spc="-385" dirty="0">
                <a:latin typeface="Cambria Math"/>
                <a:cs typeface="Cambria Math"/>
              </a:rPr>
              <a:t>𝒙𝒚𝒛𝒕</a:t>
            </a:r>
            <a:r>
              <a:rPr sz="4200" spc="-577" baseline="6944" dirty="0">
                <a:latin typeface="Cambria Math"/>
                <a:cs typeface="Cambria Math"/>
              </a:rPr>
              <a:t>ഥ</a:t>
            </a:r>
            <a:r>
              <a:rPr sz="2800" spc="-385" dirty="0">
                <a:latin typeface="Cambria Math"/>
                <a:cs typeface="Cambria Math"/>
              </a:rPr>
              <a:t>.</a:t>
            </a:r>
            <a:endParaRPr sz="2800">
              <a:latin typeface="Cambria Math"/>
              <a:cs typeface="Cambria Math"/>
            </a:endParaRPr>
          </a:p>
          <a:p>
            <a:pPr marL="76200">
              <a:lnSpc>
                <a:spcPct val="100000"/>
              </a:lnSpc>
              <a:spcBef>
                <a:spcPts val="675"/>
              </a:spcBef>
              <a:tabLst>
                <a:tab pos="533400" algn="l"/>
              </a:tabLst>
            </a:pPr>
            <a:r>
              <a:rPr sz="2800" spc="-50" dirty="0">
                <a:latin typeface="Calibri"/>
                <a:cs typeface="Calibri"/>
              </a:rPr>
              <a:t>-</a:t>
            </a:r>
            <a:r>
              <a:rPr sz="2800" dirty="0">
                <a:latin typeface="Calibri"/>
                <a:cs typeface="Calibri"/>
              </a:rPr>
              <a:t>	</a:t>
            </a:r>
            <a:r>
              <a:rPr sz="2800" b="1" dirty="0">
                <a:latin typeface="Calibri"/>
                <a:cs typeface="Calibri"/>
              </a:rPr>
              <a:t>Phép</a:t>
            </a:r>
            <a:r>
              <a:rPr sz="2800" b="1" spc="-40" dirty="0">
                <a:latin typeface="Calibri"/>
                <a:cs typeface="Calibri"/>
              </a:rPr>
              <a:t> </a:t>
            </a:r>
            <a:r>
              <a:rPr sz="2800" b="1" dirty="0">
                <a:latin typeface="Calibri"/>
                <a:cs typeface="Calibri"/>
              </a:rPr>
              <a:t>toán</a:t>
            </a:r>
            <a:r>
              <a:rPr sz="2800" b="1" spc="-40" dirty="0">
                <a:latin typeface="Calibri"/>
                <a:cs typeface="Calibri"/>
              </a:rPr>
              <a:t> </a:t>
            </a:r>
            <a:r>
              <a:rPr sz="2800" dirty="0">
                <a:latin typeface="Symbol"/>
                <a:cs typeface="Symbol"/>
              </a:rPr>
              <a:t></a:t>
            </a:r>
            <a:r>
              <a:rPr sz="2800" spc="-100" dirty="0">
                <a:latin typeface="Times New Roman"/>
                <a:cs typeface="Times New Roman"/>
              </a:rPr>
              <a:t> </a:t>
            </a:r>
            <a:r>
              <a:rPr sz="2800" b="1" dirty="0">
                <a:latin typeface="Calibri"/>
                <a:cs typeface="Calibri"/>
              </a:rPr>
              <a:t>sẽ</a:t>
            </a:r>
            <a:r>
              <a:rPr sz="2800" b="1" spc="-50" dirty="0">
                <a:latin typeface="Calibri"/>
                <a:cs typeface="Calibri"/>
              </a:rPr>
              <a:t> </a:t>
            </a:r>
            <a:r>
              <a:rPr sz="2800" b="1" dirty="0">
                <a:latin typeface="Calibri"/>
                <a:cs typeface="Calibri"/>
              </a:rPr>
              <a:t>có</a:t>
            </a:r>
            <a:r>
              <a:rPr sz="2800" b="1" spc="-40" dirty="0">
                <a:latin typeface="Calibri"/>
                <a:cs typeface="Calibri"/>
              </a:rPr>
              <a:t> </a:t>
            </a:r>
            <a:r>
              <a:rPr sz="2800" b="1" dirty="0">
                <a:latin typeface="Calibri"/>
                <a:cs typeface="Calibri"/>
              </a:rPr>
              <a:t>độ</a:t>
            </a:r>
            <a:r>
              <a:rPr sz="2800" b="1" spc="-45" dirty="0">
                <a:latin typeface="Calibri"/>
                <a:cs typeface="Calibri"/>
              </a:rPr>
              <a:t> </a:t>
            </a:r>
            <a:r>
              <a:rPr sz="2800" b="1" dirty="0">
                <a:latin typeface="Calibri"/>
                <a:cs typeface="Calibri"/>
              </a:rPr>
              <a:t>ưu</a:t>
            </a:r>
            <a:r>
              <a:rPr sz="2800" b="1" spc="-40" dirty="0">
                <a:latin typeface="Calibri"/>
                <a:cs typeface="Calibri"/>
              </a:rPr>
              <a:t> </a:t>
            </a:r>
            <a:r>
              <a:rPr sz="2800" b="1" dirty="0">
                <a:latin typeface="Calibri"/>
                <a:cs typeface="Calibri"/>
              </a:rPr>
              <a:t>tiên</a:t>
            </a:r>
            <a:r>
              <a:rPr sz="2800" b="1" spc="-40" dirty="0">
                <a:latin typeface="Calibri"/>
                <a:cs typeface="Calibri"/>
              </a:rPr>
              <a:t> </a:t>
            </a:r>
            <a:r>
              <a:rPr sz="2800" b="1" dirty="0">
                <a:latin typeface="Calibri"/>
                <a:cs typeface="Calibri"/>
              </a:rPr>
              <a:t>hơn</a:t>
            </a:r>
            <a:r>
              <a:rPr sz="2800" b="1" spc="-35" dirty="0">
                <a:latin typeface="Calibri"/>
                <a:cs typeface="Calibri"/>
              </a:rPr>
              <a:t> </a:t>
            </a:r>
            <a:r>
              <a:rPr sz="2800" b="1" dirty="0">
                <a:latin typeface="Calibri"/>
                <a:cs typeface="Calibri"/>
              </a:rPr>
              <a:t>phép</a:t>
            </a:r>
            <a:r>
              <a:rPr sz="2800" b="1" spc="-40" dirty="0">
                <a:latin typeface="Calibri"/>
                <a:cs typeface="Calibri"/>
              </a:rPr>
              <a:t> </a:t>
            </a:r>
            <a:r>
              <a:rPr sz="2800" b="1" dirty="0">
                <a:latin typeface="Calibri"/>
                <a:cs typeface="Calibri"/>
              </a:rPr>
              <a:t>toán</a:t>
            </a:r>
            <a:r>
              <a:rPr sz="2800" b="1" spc="-30" dirty="0">
                <a:latin typeface="Calibri"/>
                <a:cs typeface="Calibri"/>
              </a:rPr>
              <a:t> </a:t>
            </a:r>
            <a:r>
              <a:rPr sz="2800" spc="-25" dirty="0">
                <a:latin typeface="Symbol"/>
                <a:cs typeface="Symbol"/>
              </a:rPr>
              <a:t></a:t>
            </a:r>
            <a:r>
              <a:rPr sz="2800" b="1" spc="-25" dirty="0">
                <a:latin typeface="Calibri"/>
                <a:cs typeface="Calibri"/>
              </a:rPr>
              <a:t>.</a:t>
            </a:r>
            <a:endParaRPr sz="2800">
              <a:latin typeface="Calibri"/>
              <a:cs typeface="Calibri"/>
            </a:endParaRPr>
          </a:p>
          <a:p>
            <a:pPr>
              <a:lnSpc>
                <a:spcPct val="100000"/>
              </a:lnSpc>
              <a:spcBef>
                <a:spcPts val="1285"/>
              </a:spcBef>
            </a:pPr>
            <a:endParaRPr sz="2800">
              <a:latin typeface="Calibri"/>
              <a:cs typeface="Calibri"/>
            </a:endParaRPr>
          </a:p>
          <a:p>
            <a:pPr marL="76200">
              <a:lnSpc>
                <a:spcPct val="100000"/>
              </a:lnSpc>
              <a:tabLst>
                <a:tab pos="1323975" algn="l"/>
                <a:tab pos="3020695" algn="l"/>
                <a:tab pos="3383279" algn="l"/>
                <a:tab pos="5005070" algn="l"/>
              </a:tabLst>
            </a:pPr>
            <a:r>
              <a:rPr sz="2800" b="1" dirty="0">
                <a:latin typeface="Calibri"/>
                <a:cs typeface="Calibri"/>
              </a:rPr>
              <a:t>Ví dụ </a:t>
            </a:r>
            <a:r>
              <a:rPr sz="2800" b="1" spc="-50" dirty="0">
                <a:latin typeface="Calibri"/>
                <a:cs typeface="Calibri"/>
              </a:rPr>
              <a:t>:</a:t>
            </a:r>
            <a:r>
              <a:rPr sz="2800" b="1" dirty="0">
                <a:latin typeface="Calibri"/>
                <a:cs typeface="Calibri"/>
              </a:rPr>
              <a:t>	</a:t>
            </a:r>
            <a:r>
              <a:rPr sz="2800" spc="-310" dirty="0">
                <a:latin typeface="Cambria Math"/>
                <a:cs typeface="Cambria Math"/>
              </a:rPr>
              <a:t>𝒙</a:t>
            </a:r>
            <a:r>
              <a:rPr sz="2800" spc="-310" dirty="0">
                <a:latin typeface="Symbol"/>
                <a:cs typeface="Symbol"/>
              </a:rPr>
              <a:t></a:t>
            </a:r>
            <a:r>
              <a:rPr sz="2800" spc="-310" dirty="0">
                <a:latin typeface="Cambria Math"/>
                <a:cs typeface="Cambria Math"/>
              </a:rPr>
              <a:t>𝒚</a:t>
            </a:r>
            <a:r>
              <a:rPr sz="2800" spc="-310" dirty="0">
                <a:latin typeface="Symbol"/>
                <a:cs typeface="Symbol"/>
              </a:rPr>
              <a:t></a:t>
            </a:r>
            <a:r>
              <a:rPr sz="2800" spc="-310" dirty="0">
                <a:latin typeface="Cambria Math"/>
                <a:cs typeface="Cambria Math"/>
              </a:rPr>
              <a:t>𝒛</a:t>
            </a:r>
            <a:r>
              <a:rPr sz="2800" spc="-310" dirty="0">
                <a:latin typeface="Symbol"/>
                <a:cs typeface="Symbol"/>
              </a:rPr>
              <a:t></a:t>
            </a:r>
            <a:r>
              <a:rPr sz="2800" spc="-310" dirty="0">
                <a:latin typeface="Cambria Math"/>
                <a:cs typeface="Cambria Math"/>
              </a:rPr>
              <a:t>𝒕</a:t>
            </a:r>
            <a:r>
              <a:rPr sz="4200" spc="-465" baseline="6944" dirty="0">
                <a:latin typeface="Cambria Math"/>
                <a:cs typeface="Cambria Math"/>
              </a:rPr>
              <a:t>ഥ</a:t>
            </a:r>
            <a:r>
              <a:rPr sz="4200" baseline="6944" dirty="0">
                <a:latin typeface="Cambria Math"/>
                <a:cs typeface="Cambria Math"/>
              </a:rPr>
              <a:t>	</a:t>
            </a:r>
            <a:r>
              <a:rPr sz="2800" spc="-50" dirty="0">
                <a:latin typeface="Symbol"/>
                <a:cs typeface="Symbol"/>
              </a:rPr>
              <a:t></a:t>
            </a:r>
            <a:r>
              <a:rPr sz="2800" dirty="0">
                <a:latin typeface="Times New Roman"/>
                <a:cs typeface="Times New Roman"/>
              </a:rPr>
              <a:t>	</a:t>
            </a:r>
            <a:r>
              <a:rPr sz="2800" spc="-375" dirty="0">
                <a:latin typeface="Cambria Math"/>
                <a:cs typeface="Cambria Math"/>
              </a:rPr>
              <a:t>𝒙</a:t>
            </a:r>
            <a:r>
              <a:rPr sz="2800" spc="-375" dirty="0">
                <a:latin typeface="Symbol"/>
                <a:cs typeface="Symbol"/>
              </a:rPr>
              <a:t></a:t>
            </a:r>
            <a:r>
              <a:rPr sz="2800" spc="-375" dirty="0">
                <a:latin typeface="Cambria Math"/>
                <a:cs typeface="Cambria Math"/>
              </a:rPr>
              <a:t>𝒚ഥ</a:t>
            </a:r>
            <a:r>
              <a:rPr sz="2800" spc="-375" dirty="0">
                <a:latin typeface="Symbol"/>
                <a:cs typeface="Symbol"/>
              </a:rPr>
              <a:t></a:t>
            </a:r>
            <a:r>
              <a:rPr sz="2800" spc="-375" dirty="0">
                <a:latin typeface="Cambria Math"/>
                <a:cs typeface="Cambria Math"/>
              </a:rPr>
              <a:t>𝒛</a:t>
            </a:r>
            <a:r>
              <a:rPr sz="2800" spc="-375" dirty="0">
                <a:latin typeface="Symbol"/>
                <a:cs typeface="Symbol"/>
              </a:rPr>
              <a:t></a:t>
            </a:r>
            <a:r>
              <a:rPr sz="2800" spc="-375" dirty="0">
                <a:latin typeface="Cambria Math"/>
                <a:cs typeface="Cambria Math"/>
              </a:rPr>
              <a:t>𝒕</a:t>
            </a:r>
            <a:r>
              <a:rPr sz="2800" dirty="0">
                <a:latin typeface="Cambria Math"/>
                <a:cs typeface="Cambria Math"/>
              </a:rPr>
              <a:t>	</a:t>
            </a:r>
            <a:r>
              <a:rPr sz="2800" b="1" dirty="0">
                <a:latin typeface="Calibri"/>
                <a:cs typeface="Calibri"/>
              </a:rPr>
              <a:t>sẽ</a:t>
            </a:r>
            <a:r>
              <a:rPr sz="2800" b="1" spc="-55" dirty="0">
                <a:latin typeface="Calibri"/>
                <a:cs typeface="Calibri"/>
              </a:rPr>
              <a:t> </a:t>
            </a:r>
            <a:r>
              <a:rPr sz="2800" b="1" dirty="0">
                <a:latin typeface="Calibri"/>
                <a:cs typeface="Calibri"/>
              </a:rPr>
              <a:t>được</a:t>
            </a:r>
            <a:r>
              <a:rPr sz="2800" b="1" spc="-60" dirty="0">
                <a:latin typeface="Calibri"/>
                <a:cs typeface="Calibri"/>
              </a:rPr>
              <a:t> </a:t>
            </a:r>
            <a:r>
              <a:rPr sz="2800" b="1" dirty="0">
                <a:latin typeface="Calibri"/>
                <a:cs typeface="Calibri"/>
              </a:rPr>
              <a:t>viết</a:t>
            </a:r>
            <a:r>
              <a:rPr sz="2800" b="1" spc="-30" dirty="0">
                <a:latin typeface="Calibri"/>
                <a:cs typeface="Calibri"/>
              </a:rPr>
              <a:t> </a:t>
            </a:r>
            <a:r>
              <a:rPr sz="2800" b="1" spc="-25" dirty="0">
                <a:latin typeface="Calibri"/>
                <a:cs typeface="Calibri"/>
              </a:rPr>
              <a:t>là</a:t>
            </a:r>
            <a:endParaRPr sz="2800">
              <a:latin typeface="Calibri"/>
              <a:cs typeface="Calibri"/>
            </a:endParaRPr>
          </a:p>
          <a:p>
            <a:pPr marL="76200">
              <a:lnSpc>
                <a:spcPct val="100000"/>
              </a:lnSpc>
              <a:spcBef>
                <a:spcPts val="700"/>
              </a:spcBef>
            </a:pPr>
            <a:r>
              <a:rPr sz="2800" spc="-15" dirty="0">
                <a:latin typeface="Cambria Math"/>
                <a:cs typeface="Cambria Math"/>
              </a:rPr>
              <a:t>𝒙</a:t>
            </a:r>
            <a:r>
              <a:rPr sz="2800" spc="-30" dirty="0">
                <a:latin typeface="Cambria Math"/>
                <a:cs typeface="Cambria Math"/>
              </a:rPr>
              <a:t>𝒚</a:t>
            </a:r>
            <a:r>
              <a:rPr sz="2800" spc="5" dirty="0">
                <a:latin typeface="Cambria Math"/>
                <a:cs typeface="Cambria Math"/>
              </a:rPr>
              <a:t>𝒛</a:t>
            </a:r>
            <a:r>
              <a:rPr sz="2800" spc="-114" dirty="0">
                <a:latin typeface="Cambria Math"/>
                <a:cs typeface="Cambria Math"/>
              </a:rPr>
              <a:t>𝒕</a:t>
            </a:r>
            <a:r>
              <a:rPr sz="4200" spc="-3397" baseline="6944" dirty="0">
                <a:latin typeface="Cambria Math"/>
                <a:cs typeface="Cambria Math"/>
              </a:rPr>
              <a:t>ҧ</a:t>
            </a:r>
            <a:r>
              <a:rPr sz="4200" spc="172" baseline="6944" dirty="0">
                <a:latin typeface="Cambria Math"/>
                <a:cs typeface="Cambria Math"/>
              </a:rPr>
              <a:t> </a:t>
            </a:r>
            <a:r>
              <a:rPr sz="2800" dirty="0">
                <a:latin typeface="Symbol"/>
                <a:cs typeface="Symbol"/>
              </a:rPr>
              <a:t></a:t>
            </a:r>
            <a:r>
              <a:rPr sz="2800" spc="-70" dirty="0">
                <a:latin typeface="Times New Roman"/>
                <a:cs typeface="Times New Roman"/>
              </a:rPr>
              <a:t> </a:t>
            </a:r>
            <a:r>
              <a:rPr sz="2800" spc="-490" dirty="0">
                <a:latin typeface="Cambria Math"/>
                <a:cs typeface="Cambria Math"/>
              </a:rPr>
              <a:t>𝒙𝒚ഥ𝒛𝒕</a:t>
            </a:r>
            <a:r>
              <a:rPr sz="2800" b="1" spc="-490" dirty="0">
                <a:latin typeface="Calibri"/>
                <a:cs typeface="Calibri"/>
              </a:rPr>
              <a:t>.</a:t>
            </a:r>
            <a:endParaRPr sz="2800">
              <a:latin typeface="Calibri"/>
              <a:cs typeface="Calibri"/>
            </a:endParaRPr>
          </a:p>
        </p:txBody>
      </p:sp>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391413"/>
            <a:ext cx="7967980" cy="4980940"/>
          </a:xfrm>
          <a:prstGeom prst="rect">
            <a:avLst/>
          </a:prstGeom>
        </p:spPr>
        <p:txBody>
          <a:bodyPr vert="horz" wrap="square" lIns="0" tIns="12065" rIns="0" bIns="0" rtlCol="0">
            <a:spAutoFit/>
          </a:bodyPr>
          <a:lstStyle/>
          <a:p>
            <a:pPr marL="12700" marR="5080">
              <a:lnSpc>
                <a:spcPct val="100000"/>
              </a:lnSpc>
              <a:spcBef>
                <a:spcPts val="95"/>
              </a:spcBef>
            </a:pPr>
            <a:r>
              <a:rPr sz="2800" b="1" dirty="0">
                <a:latin typeface="Calibri"/>
                <a:cs typeface="Calibri"/>
              </a:rPr>
              <a:t>Chú</a:t>
            </a:r>
            <a:r>
              <a:rPr sz="2800" b="1" spc="-50" dirty="0">
                <a:latin typeface="Calibri"/>
                <a:cs typeface="Calibri"/>
              </a:rPr>
              <a:t> </a:t>
            </a:r>
            <a:r>
              <a:rPr sz="2800" b="1" dirty="0">
                <a:latin typeface="Calibri"/>
                <a:cs typeface="Calibri"/>
              </a:rPr>
              <a:t>ý</a:t>
            </a:r>
            <a:r>
              <a:rPr sz="2800" b="1" spc="-45" dirty="0">
                <a:latin typeface="Calibri"/>
                <a:cs typeface="Calibri"/>
              </a:rPr>
              <a:t> </a:t>
            </a:r>
            <a:r>
              <a:rPr sz="2800" b="1" dirty="0">
                <a:latin typeface="Calibri"/>
                <a:cs typeface="Calibri"/>
              </a:rPr>
              <a:t>:</a:t>
            </a:r>
            <a:r>
              <a:rPr sz="2800" b="1" spc="-50" dirty="0">
                <a:latin typeface="Calibri"/>
                <a:cs typeface="Calibri"/>
              </a:rPr>
              <a:t> </a:t>
            </a:r>
            <a:r>
              <a:rPr sz="2800" dirty="0">
                <a:latin typeface="Calibri"/>
                <a:cs typeface="Calibri"/>
              </a:rPr>
              <a:t>Mệnh</a:t>
            </a:r>
            <a:r>
              <a:rPr sz="2800" spc="-20" dirty="0">
                <a:latin typeface="Calibri"/>
                <a:cs typeface="Calibri"/>
              </a:rPr>
              <a:t> </a:t>
            </a:r>
            <a:r>
              <a:rPr sz="2800" dirty="0">
                <a:latin typeface="Calibri"/>
                <a:cs typeface="Calibri"/>
              </a:rPr>
              <a:t>đề</a:t>
            </a:r>
            <a:r>
              <a:rPr sz="2800" spc="-40" dirty="0">
                <a:latin typeface="Calibri"/>
                <a:cs typeface="Calibri"/>
              </a:rPr>
              <a:t> </a:t>
            </a:r>
            <a:r>
              <a:rPr sz="2800" dirty="0">
                <a:latin typeface="Calibri"/>
                <a:cs typeface="Calibri"/>
              </a:rPr>
              <a:t>ở</a:t>
            </a:r>
            <a:r>
              <a:rPr sz="2800" spc="-45" dirty="0">
                <a:latin typeface="Calibri"/>
                <a:cs typeface="Calibri"/>
              </a:rPr>
              <a:t> </a:t>
            </a:r>
            <a:r>
              <a:rPr sz="2800" dirty="0">
                <a:latin typeface="Calibri"/>
                <a:cs typeface="Calibri"/>
              </a:rPr>
              <a:t>mục</a:t>
            </a:r>
            <a:r>
              <a:rPr sz="2800" spc="-30" dirty="0">
                <a:latin typeface="Calibri"/>
                <a:cs typeface="Calibri"/>
              </a:rPr>
              <a:t> </a:t>
            </a:r>
            <a:r>
              <a:rPr sz="2800" dirty="0">
                <a:latin typeface="Calibri"/>
                <a:cs typeface="Calibri"/>
              </a:rPr>
              <a:t>4.2</a:t>
            </a:r>
            <a:r>
              <a:rPr sz="2800" spc="-25" dirty="0">
                <a:latin typeface="Calibri"/>
                <a:cs typeface="Calibri"/>
              </a:rPr>
              <a:t> </a:t>
            </a:r>
            <a:r>
              <a:rPr sz="2800" dirty="0">
                <a:latin typeface="Calibri"/>
                <a:cs typeface="Calibri"/>
              </a:rPr>
              <a:t>vẫn</a:t>
            </a:r>
            <a:r>
              <a:rPr sz="2800" spc="-55" dirty="0">
                <a:latin typeface="Calibri"/>
                <a:cs typeface="Calibri"/>
              </a:rPr>
              <a:t> </a:t>
            </a:r>
            <a:r>
              <a:rPr sz="2800" dirty="0">
                <a:latin typeface="Calibri"/>
                <a:cs typeface="Calibri"/>
              </a:rPr>
              <a:t>đúng</a:t>
            </a:r>
            <a:r>
              <a:rPr sz="2800" spc="-35" dirty="0">
                <a:latin typeface="Calibri"/>
                <a:cs typeface="Calibri"/>
              </a:rPr>
              <a:t> </a:t>
            </a:r>
            <a:r>
              <a:rPr sz="2800" dirty="0">
                <a:latin typeface="Calibri"/>
                <a:cs typeface="Calibri"/>
              </a:rPr>
              <a:t>trong</a:t>
            </a:r>
            <a:r>
              <a:rPr sz="2800" spc="-45" dirty="0">
                <a:latin typeface="Calibri"/>
                <a:cs typeface="Calibri"/>
              </a:rPr>
              <a:t> </a:t>
            </a:r>
            <a:r>
              <a:rPr sz="2800" dirty="0">
                <a:latin typeface="Calibri"/>
                <a:cs typeface="Calibri"/>
              </a:rPr>
              <a:t>trường</a:t>
            </a:r>
            <a:r>
              <a:rPr sz="2800" spc="-35" dirty="0">
                <a:latin typeface="Calibri"/>
                <a:cs typeface="Calibri"/>
              </a:rPr>
              <a:t> </a:t>
            </a:r>
            <a:r>
              <a:rPr sz="2800" spc="-25" dirty="0">
                <a:latin typeface="Calibri"/>
                <a:cs typeface="Calibri"/>
              </a:rPr>
              <a:t>hợp </a:t>
            </a:r>
            <a:r>
              <a:rPr sz="2800" dirty="0">
                <a:latin typeface="Calibri"/>
                <a:cs typeface="Calibri"/>
              </a:rPr>
              <a:t>x,</a:t>
            </a:r>
            <a:r>
              <a:rPr sz="2800" spc="-55" dirty="0">
                <a:latin typeface="Calibri"/>
                <a:cs typeface="Calibri"/>
              </a:rPr>
              <a:t> </a:t>
            </a:r>
            <a:r>
              <a:rPr sz="2800" spc="-45" dirty="0">
                <a:latin typeface="Calibri"/>
                <a:cs typeface="Calibri"/>
              </a:rPr>
              <a:t>y,</a:t>
            </a:r>
            <a:r>
              <a:rPr sz="2800" spc="-30" dirty="0">
                <a:latin typeface="Calibri"/>
                <a:cs typeface="Calibri"/>
              </a:rPr>
              <a:t> </a:t>
            </a:r>
            <a:r>
              <a:rPr sz="2800" dirty="0">
                <a:latin typeface="Calibri"/>
                <a:cs typeface="Calibri"/>
              </a:rPr>
              <a:t>z</a:t>
            </a:r>
            <a:r>
              <a:rPr sz="2800" spc="-55" dirty="0">
                <a:latin typeface="Calibri"/>
                <a:cs typeface="Calibri"/>
              </a:rPr>
              <a:t> </a:t>
            </a:r>
            <a:r>
              <a:rPr sz="2800" dirty="0">
                <a:latin typeface="Calibri"/>
                <a:cs typeface="Calibri"/>
              </a:rPr>
              <a:t>là</a:t>
            </a:r>
            <a:r>
              <a:rPr sz="2800" spc="-50" dirty="0">
                <a:latin typeface="Calibri"/>
                <a:cs typeface="Calibri"/>
              </a:rPr>
              <a:t> </a:t>
            </a:r>
            <a:r>
              <a:rPr sz="2800" dirty="0">
                <a:latin typeface="Calibri"/>
                <a:cs typeface="Calibri"/>
              </a:rPr>
              <a:t>các</a:t>
            </a:r>
            <a:r>
              <a:rPr sz="2800" spc="-45" dirty="0">
                <a:latin typeface="Calibri"/>
                <a:cs typeface="Calibri"/>
              </a:rPr>
              <a:t> </a:t>
            </a:r>
            <a:r>
              <a:rPr sz="2800" dirty="0">
                <a:latin typeface="Calibri"/>
                <a:cs typeface="Calibri"/>
              </a:rPr>
              <a:t>biểu</a:t>
            </a:r>
            <a:r>
              <a:rPr sz="2800" spc="-50" dirty="0">
                <a:latin typeface="Calibri"/>
                <a:cs typeface="Calibri"/>
              </a:rPr>
              <a:t> </a:t>
            </a:r>
            <a:r>
              <a:rPr sz="2800" dirty="0">
                <a:latin typeface="Calibri"/>
                <a:cs typeface="Calibri"/>
              </a:rPr>
              <a:t>thức</a:t>
            </a:r>
            <a:r>
              <a:rPr sz="2800" spc="-25" dirty="0">
                <a:latin typeface="Calibri"/>
                <a:cs typeface="Calibri"/>
              </a:rPr>
              <a:t> </a:t>
            </a:r>
            <a:r>
              <a:rPr sz="2800" dirty="0">
                <a:latin typeface="Calibri"/>
                <a:cs typeface="Calibri"/>
              </a:rPr>
              <a:t>Bool</a:t>
            </a:r>
            <a:r>
              <a:rPr sz="2800" spc="-50" dirty="0">
                <a:latin typeface="Calibri"/>
                <a:cs typeface="Calibri"/>
              </a:rPr>
              <a:t> </a:t>
            </a:r>
            <a:r>
              <a:rPr sz="2800" dirty="0">
                <a:latin typeface="Calibri"/>
                <a:cs typeface="Calibri"/>
              </a:rPr>
              <a:t>bất</a:t>
            </a:r>
            <a:r>
              <a:rPr sz="2800" spc="-40" dirty="0">
                <a:latin typeface="Calibri"/>
                <a:cs typeface="Calibri"/>
              </a:rPr>
              <a:t> </a:t>
            </a:r>
            <a:r>
              <a:rPr sz="2800" spc="-25" dirty="0">
                <a:latin typeface="Calibri"/>
                <a:cs typeface="Calibri"/>
              </a:rPr>
              <a:t>kỳ.</a:t>
            </a:r>
            <a:endParaRPr sz="2800">
              <a:latin typeface="Calibri"/>
              <a:cs typeface="Calibri"/>
            </a:endParaRPr>
          </a:p>
          <a:p>
            <a:pPr>
              <a:lnSpc>
                <a:spcPct val="100000"/>
              </a:lnSpc>
              <a:spcBef>
                <a:spcPts val="1290"/>
              </a:spcBef>
            </a:pPr>
            <a:endParaRPr sz="2800">
              <a:latin typeface="Calibri"/>
              <a:cs typeface="Calibri"/>
            </a:endParaRPr>
          </a:p>
          <a:p>
            <a:pPr marL="12700">
              <a:lnSpc>
                <a:spcPct val="100000"/>
              </a:lnSpc>
            </a:pPr>
            <a:r>
              <a:rPr sz="2800" b="1" dirty="0">
                <a:latin typeface="Calibri"/>
                <a:cs typeface="Calibri"/>
              </a:rPr>
              <a:t>Ví dụ </a:t>
            </a:r>
            <a:r>
              <a:rPr sz="2800" b="1" spc="-50" dirty="0">
                <a:latin typeface="Calibri"/>
                <a:cs typeface="Calibri"/>
              </a:rPr>
              <a:t>:</a:t>
            </a:r>
            <a:endParaRPr sz="2800">
              <a:latin typeface="Calibri"/>
              <a:cs typeface="Calibri"/>
            </a:endParaRPr>
          </a:p>
          <a:p>
            <a:pPr marL="12700">
              <a:lnSpc>
                <a:spcPct val="100000"/>
              </a:lnSpc>
              <a:spcBef>
                <a:spcPts val="670"/>
              </a:spcBef>
            </a:pPr>
            <a:r>
              <a:rPr sz="2800" dirty="0">
                <a:latin typeface="Calibri"/>
                <a:cs typeface="Calibri"/>
              </a:rPr>
              <a:t>c)</a:t>
            </a:r>
            <a:r>
              <a:rPr sz="2800" spc="-50" dirty="0">
                <a:latin typeface="Calibri"/>
                <a:cs typeface="Calibri"/>
              </a:rPr>
              <a:t> </a:t>
            </a:r>
            <a:r>
              <a:rPr sz="2800" dirty="0">
                <a:latin typeface="Calibri"/>
                <a:cs typeface="Calibri"/>
              </a:rPr>
              <a:t>Phân</a:t>
            </a:r>
            <a:r>
              <a:rPr sz="2800" spc="-25" dirty="0">
                <a:latin typeface="Calibri"/>
                <a:cs typeface="Calibri"/>
              </a:rPr>
              <a:t> </a:t>
            </a:r>
            <a:r>
              <a:rPr sz="2800" spc="-10" dirty="0">
                <a:latin typeface="Calibri"/>
                <a:cs typeface="Calibri"/>
              </a:rPr>
              <a:t>phối:</a:t>
            </a:r>
            <a:endParaRPr sz="2800">
              <a:latin typeface="Calibri"/>
              <a:cs typeface="Calibri"/>
            </a:endParaRPr>
          </a:p>
          <a:p>
            <a:pPr marL="12700">
              <a:lnSpc>
                <a:spcPct val="100000"/>
              </a:lnSpc>
              <a:spcBef>
                <a:spcPts val="710"/>
              </a:spcBef>
            </a:pPr>
            <a:r>
              <a:rPr sz="2800" dirty="0">
                <a:latin typeface="Calibri"/>
                <a:cs typeface="Calibri"/>
              </a:rPr>
              <a:t>x</a:t>
            </a:r>
            <a:r>
              <a:rPr sz="2800" spc="-15" dirty="0">
                <a:latin typeface="Calibri"/>
                <a:cs typeface="Calibri"/>
              </a:rPr>
              <a:t> </a:t>
            </a:r>
            <a:r>
              <a:rPr sz="2800" dirty="0">
                <a:latin typeface="Symbol"/>
                <a:cs typeface="Symbol"/>
              </a:rPr>
              <a:t></a:t>
            </a:r>
            <a:r>
              <a:rPr sz="2800" spc="-75" dirty="0">
                <a:latin typeface="Times New Roman"/>
                <a:cs typeface="Times New Roman"/>
              </a:rPr>
              <a:t> </a:t>
            </a:r>
            <a:r>
              <a:rPr sz="2800" dirty="0">
                <a:latin typeface="Calibri"/>
                <a:cs typeface="Calibri"/>
              </a:rPr>
              <a:t>(y</a:t>
            </a:r>
            <a:r>
              <a:rPr sz="2800" spc="-15" dirty="0">
                <a:latin typeface="Calibri"/>
                <a:cs typeface="Calibri"/>
              </a:rPr>
              <a:t> </a:t>
            </a:r>
            <a:r>
              <a:rPr sz="2800" dirty="0">
                <a:latin typeface="Symbol"/>
                <a:cs typeface="Symbol"/>
              </a:rPr>
              <a:t></a:t>
            </a:r>
            <a:r>
              <a:rPr sz="2800" spc="-75" dirty="0">
                <a:latin typeface="Times New Roman"/>
                <a:cs typeface="Times New Roman"/>
              </a:rPr>
              <a:t> </a:t>
            </a:r>
            <a:r>
              <a:rPr sz="2800" dirty="0">
                <a:latin typeface="Calibri"/>
                <a:cs typeface="Calibri"/>
              </a:rPr>
              <a:t>z)</a:t>
            </a:r>
            <a:r>
              <a:rPr sz="2800" spc="-20"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(x </a:t>
            </a:r>
            <a:r>
              <a:rPr sz="2800" dirty="0">
                <a:latin typeface="Symbol"/>
                <a:cs typeface="Symbol"/>
              </a:rPr>
              <a:t></a:t>
            </a:r>
            <a:r>
              <a:rPr sz="2800" spc="-70" dirty="0">
                <a:latin typeface="Times New Roman"/>
                <a:cs typeface="Times New Roman"/>
              </a:rPr>
              <a:t> </a:t>
            </a:r>
            <a:r>
              <a:rPr sz="2800" dirty="0">
                <a:latin typeface="Calibri"/>
                <a:cs typeface="Calibri"/>
              </a:rPr>
              <a:t>y)</a:t>
            </a:r>
            <a:r>
              <a:rPr sz="2800" spc="-15" dirty="0">
                <a:latin typeface="Calibri"/>
                <a:cs typeface="Calibri"/>
              </a:rPr>
              <a:t> </a:t>
            </a:r>
            <a:r>
              <a:rPr sz="2800" dirty="0">
                <a:latin typeface="Symbol"/>
                <a:cs typeface="Symbol"/>
              </a:rPr>
              <a:t></a:t>
            </a:r>
            <a:r>
              <a:rPr sz="2800" spc="-75" dirty="0">
                <a:latin typeface="Times New Roman"/>
                <a:cs typeface="Times New Roman"/>
              </a:rPr>
              <a:t> </a:t>
            </a:r>
            <a:r>
              <a:rPr sz="2800" dirty="0">
                <a:latin typeface="Calibri"/>
                <a:cs typeface="Calibri"/>
              </a:rPr>
              <a:t>(x</a:t>
            </a:r>
            <a:r>
              <a:rPr sz="2800" spc="-10" dirty="0">
                <a:latin typeface="Calibri"/>
                <a:cs typeface="Calibri"/>
              </a:rPr>
              <a:t> </a:t>
            </a:r>
            <a:r>
              <a:rPr sz="2800" dirty="0">
                <a:latin typeface="Symbol"/>
                <a:cs typeface="Symbol"/>
              </a:rPr>
              <a:t></a:t>
            </a:r>
            <a:r>
              <a:rPr sz="2800" spc="-75" dirty="0">
                <a:latin typeface="Times New Roman"/>
                <a:cs typeface="Times New Roman"/>
              </a:rPr>
              <a:t> </a:t>
            </a:r>
            <a:r>
              <a:rPr sz="2800" spc="-25" dirty="0">
                <a:latin typeface="Calibri"/>
                <a:cs typeface="Calibri"/>
              </a:rPr>
              <a:t>z)</a:t>
            </a:r>
            <a:endParaRPr sz="2800">
              <a:latin typeface="Calibri"/>
              <a:cs typeface="Calibri"/>
            </a:endParaRPr>
          </a:p>
          <a:p>
            <a:pPr marL="12700">
              <a:lnSpc>
                <a:spcPct val="100000"/>
              </a:lnSpc>
              <a:spcBef>
                <a:spcPts val="675"/>
              </a:spcBef>
            </a:pPr>
            <a:r>
              <a:rPr sz="2800" dirty="0">
                <a:latin typeface="Calibri"/>
                <a:cs typeface="Calibri"/>
              </a:rPr>
              <a:t>F</a:t>
            </a:r>
            <a:r>
              <a:rPr sz="2800" spc="-25" dirty="0">
                <a:latin typeface="Calibri"/>
                <a:cs typeface="Calibri"/>
              </a:rPr>
              <a:t> </a:t>
            </a:r>
            <a:r>
              <a:rPr sz="2800" dirty="0">
                <a:latin typeface="Symbol"/>
                <a:cs typeface="Symbol"/>
              </a:rPr>
              <a:t></a:t>
            </a:r>
            <a:r>
              <a:rPr sz="2800" spc="-80" dirty="0">
                <a:latin typeface="Times New Roman"/>
                <a:cs typeface="Times New Roman"/>
              </a:rPr>
              <a:t> </a:t>
            </a:r>
            <a:r>
              <a:rPr sz="2800" dirty="0">
                <a:latin typeface="Calibri"/>
                <a:cs typeface="Calibri"/>
              </a:rPr>
              <a:t>(G</a:t>
            </a:r>
            <a:r>
              <a:rPr sz="2800" spc="-15" dirty="0">
                <a:latin typeface="Calibri"/>
                <a:cs typeface="Calibri"/>
              </a:rPr>
              <a:t> </a:t>
            </a:r>
            <a:r>
              <a:rPr sz="2800" dirty="0">
                <a:latin typeface="Symbol"/>
                <a:cs typeface="Symbol"/>
              </a:rPr>
              <a:t></a:t>
            </a:r>
            <a:r>
              <a:rPr sz="2800" spc="-80" dirty="0">
                <a:latin typeface="Times New Roman"/>
                <a:cs typeface="Times New Roman"/>
              </a:rPr>
              <a:t> </a:t>
            </a:r>
            <a:r>
              <a:rPr sz="2800" dirty="0">
                <a:latin typeface="Calibri"/>
                <a:cs typeface="Calibri"/>
              </a:rPr>
              <a:t>H)</a:t>
            </a:r>
            <a:r>
              <a:rPr sz="2800" spc="-10" dirty="0">
                <a:latin typeface="Calibri"/>
                <a:cs typeface="Calibri"/>
              </a:rPr>
              <a:t> </a:t>
            </a:r>
            <a:r>
              <a:rPr sz="2800" dirty="0">
                <a:latin typeface="Calibri"/>
                <a:cs typeface="Calibri"/>
              </a:rPr>
              <a:t>=</a:t>
            </a:r>
            <a:r>
              <a:rPr sz="2800" spc="-20" dirty="0">
                <a:latin typeface="Calibri"/>
                <a:cs typeface="Calibri"/>
              </a:rPr>
              <a:t> </a:t>
            </a:r>
            <a:r>
              <a:rPr sz="2800" dirty="0">
                <a:latin typeface="Calibri"/>
                <a:cs typeface="Calibri"/>
              </a:rPr>
              <a:t>(F </a:t>
            </a:r>
            <a:r>
              <a:rPr sz="2800" dirty="0">
                <a:latin typeface="Symbol"/>
                <a:cs typeface="Symbol"/>
              </a:rPr>
              <a:t></a:t>
            </a:r>
            <a:r>
              <a:rPr sz="2800" spc="-95" dirty="0">
                <a:latin typeface="Times New Roman"/>
                <a:cs typeface="Times New Roman"/>
              </a:rPr>
              <a:t> </a:t>
            </a:r>
            <a:r>
              <a:rPr sz="2800" dirty="0">
                <a:latin typeface="Calibri"/>
                <a:cs typeface="Calibri"/>
              </a:rPr>
              <a:t>G)</a:t>
            </a:r>
            <a:r>
              <a:rPr sz="2800" spc="-15" dirty="0">
                <a:latin typeface="Calibri"/>
                <a:cs typeface="Calibri"/>
              </a:rPr>
              <a:t> </a:t>
            </a:r>
            <a:r>
              <a:rPr sz="2800" dirty="0">
                <a:latin typeface="Symbol"/>
                <a:cs typeface="Symbol"/>
              </a:rPr>
              <a:t></a:t>
            </a:r>
            <a:r>
              <a:rPr sz="2800" spc="-85" dirty="0">
                <a:latin typeface="Times New Roman"/>
                <a:cs typeface="Times New Roman"/>
              </a:rPr>
              <a:t> </a:t>
            </a:r>
            <a:r>
              <a:rPr sz="2800" dirty="0">
                <a:latin typeface="Calibri"/>
                <a:cs typeface="Calibri"/>
              </a:rPr>
              <a:t>(F</a:t>
            </a:r>
            <a:r>
              <a:rPr sz="2800" spc="-15" dirty="0">
                <a:latin typeface="Calibri"/>
                <a:cs typeface="Calibri"/>
              </a:rPr>
              <a:t> </a:t>
            </a:r>
            <a:r>
              <a:rPr sz="2800" dirty="0">
                <a:latin typeface="Symbol"/>
                <a:cs typeface="Symbol"/>
              </a:rPr>
              <a:t></a:t>
            </a:r>
            <a:r>
              <a:rPr sz="2800" spc="-80" dirty="0">
                <a:latin typeface="Times New Roman"/>
                <a:cs typeface="Times New Roman"/>
              </a:rPr>
              <a:t> </a:t>
            </a:r>
            <a:r>
              <a:rPr sz="2800" spc="-25" dirty="0">
                <a:latin typeface="Calibri"/>
                <a:cs typeface="Calibri"/>
              </a:rPr>
              <a:t>H)</a:t>
            </a:r>
            <a:endParaRPr sz="2800">
              <a:latin typeface="Calibri"/>
              <a:cs typeface="Calibri"/>
            </a:endParaRPr>
          </a:p>
          <a:p>
            <a:pPr marL="12700">
              <a:lnSpc>
                <a:spcPct val="100000"/>
              </a:lnSpc>
              <a:spcBef>
                <a:spcPts val="635"/>
              </a:spcBef>
            </a:pPr>
            <a:r>
              <a:rPr sz="2800" spc="-65" dirty="0">
                <a:latin typeface="Calibri"/>
                <a:cs typeface="Calibri"/>
              </a:rPr>
              <a:t>Ta</a:t>
            </a:r>
            <a:r>
              <a:rPr sz="2800" spc="-75" dirty="0">
                <a:latin typeface="Calibri"/>
                <a:cs typeface="Calibri"/>
              </a:rPr>
              <a:t> </a:t>
            </a:r>
            <a:r>
              <a:rPr sz="2800" dirty="0">
                <a:latin typeface="Calibri"/>
                <a:cs typeface="Calibri"/>
              </a:rPr>
              <a:t>có</a:t>
            </a:r>
            <a:r>
              <a:rPr sz="2800" spc="-75" dirty="0">
                <a:latin typeface="Calibri"/>
                <a:cs typeface="Calibri"/>
              </a:rPr>
              <a:t> </a:t>
            </a:r>
            <a:r>
              <a:rPr sz="2800" spc="-50" dirty="0">
                <a:latin typeface="Calibri"/>
                <a:cs typeface="Calibri"/>
              </a:rPr>
              <a:t>:</a:t>
            </a:r>
            <a:endParaRPr sz="2800">
              <a:latin typeface="Calibri"/>
              <a:cs typeface="Calibri"/>
            </a:endParaRPr>
          </a:p>
          <a:p>
            <a:pPr marL="12700">
              <a:lnSpc>
                <a:spcPct val="100000"/>
              </a:lnSpc>
              <a:spcBef>
                <a:spcPts val="705"/>
              </a:spcBef>
            </a:pPr>
            <a:r>
              <a:rPr sz="2800" b="1" dirty="0">
                <a:solidFill>
                  <a:srgbClr val="FF0000"/>
                </a:solidFill>
                <a:latin typeface="Calibri"/>
                <a:cs typeface="Calibri"/>
              </a:rPr>
              <a:t>(x</a:t>
            </a:r>
            <a:r>
              <a:rPr sz="2800" b="1" spc="-10" dirty="0">
                <a:solidFill>
                  <a:srgbClr val="FF0000"/>
                </a:solidFill>
                <a:latin typeface="Calibri"/>
                <a:cs typeface="Calibri"/>
              </a:rPr>
              <a:t> </a:t>
            </a:r>
            <a:r>
              <a:rPr sz="2800" dirty="0">
                <a:solidFill>
                  <a:srgbClr val="FF0000"/>
                </a:solidFill>
                <a:latin typeface="Symbol"/>
                <a:cs typeface="Symbol"/>
              </a:rPr>
              <a:t></a:t>
            </a:r>
            <a:r>
              <a:rPr sz="2800" spc="-75" dirty="0">
                <a:solidFill>
                  <a:srgbClr val="FF0000"/>
                </a:solidFill>
                <a:latin typeface="Times New Roman"/>
                <a:cs typeface="Times New Roman"/>
              </a:rPr>
              <a:t> </a:t>
            </a:r>
            <a:r>
              <a:rPr sz="2800" b="1" dirty="0">
                <a:solidFill>
                  <a:srgbClr val="FF0000"/>
                </a:solidFill>
                <a:latin typeface="Calibri"/>
                <a:cs typeface="Calibri"/>
              </a:rPr>
              <a:t>y) </a:t>
            </a:r>
            <a:r>
              <a:rPr sz="2800" dirty="0">
                <a:latin typeface="Symbol"/>
                <a:cs typeface="Symbol"/>
              </a:rPr>
              <a:t></a:t>
            </a:r>
            <a:r>
              <a:rPr sz="2800" spc="-90" dirty="0">
                <a:latin typeface="Times New Roman"/>
                <a:cs typeface="Times New Roman"/>
              </a:rPr>
              <a:t> </a:t>
            </a:r>
            <a:r>
              <a:rPr sz="2800" b="1" dirty="0">
                <a:latin typeface="Calibri"/>
                <a:cs typeface="Calibri"/>
              </a:rPr>
              <a:t>[</a:t>
            </a:r>
            <a:r>
              <a:rPr sz="2800" b="1" dirty="0">
                <a:solidFill>
                  <a:srgbClr val="FF0000"/>
                </a:solidFill>
                <a:latin typeface="Calibri"/>
                <a:cs typeface="Calibri"/>
              </a:rPr>
              <a:t>(y</a:t>
            </a:r>
            <a:r>
              <a:rPr sz="2800" b="1" spc="-5" dirty="0">
                <a:solidFill>
                  <a:srgbClr val="FF0000"/>
                </a:solidFill>
                <a:latin typeface="Calibri"/>
                <a:cs typeface="Calibri"/>
              </a:rPr>
              <a:t> </a:t>
            </a:r>
            <a:r>
              <a:rPr sz="2800" dirty="0">
                <a:solidFill>
                  <a:srgbClr val="FF0000"/>
                </a:solidFill>
                <a:latin typeface="Symbol"/>
                <a:cs typeface="Symbol"/>
              </a:rPr>
              <a:t></a:t>
            </a:r>
            <a:r>
              <a:rPr sz="2800" spc="-75" dirty="0">
                <a:solidFill>
                  <a:srgbClr val="FF0000"/>
                </a:solidFill>
                <a:latin typeface="Times New Roman"/>
                <a:cs typeface="Times New Roman"/>
              </a:rPr>
              <a:t> </a:t>
            </a:r>
            <a:r>
              <a:rPr sz="2800" b="1" dirty="0">
                <a:solidFill>
                  <a:srgbClr val="FF0000"/>
                </a:solidFill>
                <a:latin typeface="Calibri"/>
                <a:cs typeface="Calibri"/>
              </a:rPr>
              <a:t>z)</a:t>
            </a:r>
            <a:r>
              <a:rPr sz="2800" b="1" spc="-20" dirty="0">
                <a:solidFill>
                  <a:srgbClr val="FF0000"/>
                </a:solidFill>
                <a:latin typeface="Calibri"/>
                <a:cs typeface="Calibri"/>
              </a:rPr>
              <a:t> </a:t>
            </a:r>
            <a:r>
              <a:rPr sz="2800" dirty="0">
                <a:latin typeface="Symbol"/>
                <a:cs typeface="Symbol"/>
              </a:rPr>
              <a:t></a:t>
            </a:r>
            <a:r>
              <a:rPr sz="2800" spc="-75" dirty="0">
                <a:latin typeface="Times New Roman"/>
                <a:cs typeface="Times New Roman"/>
              </a:rPr>
              <a:t> </a:t>
            </a:r>
            <a:r>
              <a:rPr sz="2800" b="1" dirty="0">
                <a:solidFill>
                  <a:srgbClr val="FF0000"/>
                </a:solidFill>
                <a:latin typeface="Calibri"/>
                <a:cs typeface="Calibri"/>
              </a:rPr>
              <a:t>(z </a:t>
            </a:r>
            <a:r>
              <a:rPr sz="2800" dirty="0">
                <a:solidFill>
                  <a:srgbClr val="FF0000"/>
                </a:solidFill>
                <a:latin typeface="Symbol"/>
                <a:cs typeface="Symbol"/>
              </a:rPr>
              <a:t></a:t>
            </a:r>
            <a:r>
              <a:rPr sz="2800" spc="-75" dirty="0">
                <a:solidFill>
                  <a:srgbClr val="FF0000"/>
                </a:solidFill>
                <a:latin typeface="Times New Roman"/>
                <a:cs typeface="Times New Roman"/>
              </a:rPr>
              <a:t> </a:t>
            </a:r>
            <a:r>
              <a:rPr sz="2800" b="1" dirty="0">
                <a:solidFill>
                  <a:srgbClr val="FF0000"/>
                </a:solidFill>
                <a:latin typeface="Calibri"/>
                <a:cs typeface="Calibri"/>
              </a:rPr>
              <a:t>t)</a:t>
            </a:r>
            <a:r>
              <a:rPr sz="2800" b="1" dirty="0">
                <a:latin typeface="Calibri"/>
                <a:cs typeface="Calibri"/>
              </a:rPr>
              <a:t>]</a:t>
            </a:r>
            <a:r>
              <a:rPr sz="2800" b="1" spc="-10"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a:t>
            </a:r>
            <a:r>
              <a:rPr sz="2800" b="1" dirty="0">
                <a:solidFill>
                  <a:srgbClr val="FF0000"/>
                </a:solidFill>
                <a:latin typeface="Calibri"/>
                <a:cs typeface="Calibri"/>
              </a:rPr>
              <a:t>(x </a:t>
            </a:r>
            <a:r>
              <a:rPr sz="2800" dirty="0">
                <a:solidFill>
                  <a:srgbClr val="FF0000"/>
                </a:solidFill>
                <a:latin typeface="Symbol"/>
                <a:cs typeface="Symbol"/>
              </a:rPr>
              <a:t></a:t>
            </a:r>
            <a:r>
              <a:rPr sz="2800" spc="-75" dirty="0">
                <a:solidFill>
                  <a:srgbClr val="FF0000"/>
                </a:solidFill>
                <a:latin typeface="Times New Roman"/>
                <a:cs typeface="Times New Roman"/>
              </a:rPr>
              <a:t> </a:t>
            </a:r>
            <a:r>
              <a:rPr sz="2800" b="1" dirty="0">
                <a:solidFill>
                  <a:srgbClr val="FF0000"/>
                </a:solidFill>
                <a:latin typeface="Calibri"/>
                <a:cs typeface="Calibri"/>
              </a:rPr>
              <a:t>y)</a:t>
            </a:r>
            <a:r>
              <a:rPr sz="2800" b="1" spc="-10" dirty="0">
                <a:solidFill>
                  <a:srgbClr val="FF0000"/>
                </a:solidFill>
                <a:latin typeface="Calibri"/>
                <a:cs typeface="Calibri"/>
              </a:rPr>
              <a:t> </a:t>
            </a:r>
            <a:r>
              <a:rPr sz="2800" dirty="0">
                <a:latin typeface="Symbol"/>
                <a:cs typeface="Symbol"/>
              </a:rPr>
              <a:t></a:t>
            </a:r>
            <a:r>
              <a:rPr sz="2800" spc="-75" dirty="0">
                <a:latin typeface="Times New Roman"/>
                <a:cs typeface="Times New Roman"/>
              </a:rPr>
              <a:t> </a:t>
            </a:r>
            <a:r>
              <a:rPr sz="2800" b="1" dirty="0">
                <a:solidFill>
                  <a:srgbClr val="FF0000"/>
                </a:solidFill>
                <a:latin typeface="Calibri"/>
                <a:cs typeface="Calibri"/>
              </a:rPr>
              <a:t>(y</a:t>
            </a:r>
            <a:r>
              <a:rPr sz="2800" b="1" spc="-15" dirty="0">
                <a:solidFill>
                  <a:srgbClr val="FF0000"/>
                </a:solidFill>
                <a:latin typeface="Calibri"/>
                <a:cs typeface="Calibri"/>
              </a:rPr>
              <a:t> </a:t>
            </a:r>
            <a:r>
              <a:rPr sz="2800" dirty="0">
                <a:solidFill>
                  <a:srgbClr val="FF0000"/>
                </a:solidFill>
                <a:latin typeface="Symbol"/>
                <a:cs typeface="Symbol"/>
              </a:rPr>
              <a:t></a:t>
            </a:r>
            <a:r>
              <a:rPr sz="2800" spc="-75" dirty="0">
                <a:solidFill>
                  <a:srgbClr val="FF0000"/>
                </a:solidFill>
                <a:latin typeface="Times New Roman"/>
                <a:cs typeface="Times New Roman"/>
              </a:rPr>
              <a:t> </a:t>
            </a:r>
            <a:r>
              <a:rPr sz="2800" b="1" dirty="0">
                <a:solidFill>
                  <a:srgbClr val="FF0000"/>
                </a:solidFill>
                <a:latin typeface="Calibri"/>
                <a:cs typeface="Calibri"/>
              </a:rPr>
              <a:t>z)</a:t>
            </a:r>
            <a:r>
              <a:rPr sz="2800" dirty="0">
                <a:latin typeface="Calibri"/>
                <a:cs typeface="Calibri"/>
              </a:rPr>
              <a:t>]</a:t>
            </a:r>
            <a:r>
              <a:rPr sz="2800" spc="-10" dirty="0">
                <a:latin typeface="Calibri"/>
                <a:cs typeface="Calibri"/>
              </a:rPr>
              <a:t> </a:t>
            </a:r>
            <a:r>
              <a:rPr sz="2800" spc="-50" dirty="0">
                <a:latin typeface="Symbol"/>
                <a:cs typeface="Symbol"/>
              </a:rPr>
              <a:t></a:t>
            </a:r>
            <a:endParaRPr sz="2800">
              <a:latin typeface="Symbol"/>
              <a:cs typeface="Symbol"/>
            </a:endParaRPr>
          </a:p>
          <a:p>
            <a:pPr marL="3980179">
              <a:lnSpc>
                <a:spcPct val="100000"/>
              </a:lnSpc>
              <a:spcBef>
                <a:spcPts val="675"/>
              </a:spcBef>
            </a:pPr>
            <a:r>
              <a:rPr sz="2800" dirty="0">
                <a:latin typeface="Calibri"/>
                <a:cs typeface="Calibri"/>
              </a:rPr>
              <a:t>[</a:t>
            </a:r>
            <a:r>
              <a:rPr sz="2800" b="1" dirty="0">
                <a:solidFill>
                  <a:srgbClr val="FF0000"/>
                </a:solidFill>
                <a:latin typeface="Calibri"/>
                <a:cs typeface="Calibri"/>
              </a:rPr>
              <a:t>(x</a:t>
            </a:r>
            <a:r>
              <a:rPr sz="2800" b="1" spc="-15" dirty="0">
                <a:solidFill>
                  <a:srgbClr val="FF0000"/>
                </a:solidFill>
                <a:latin typeface="Calibri"/>
                <a:cs typeface="Calibri"/>
              </a:rPr>
              <a:t> </a:t>
            </a:r>
            <a:r>
              <a:rPr sz="2800" dirty="0">
                <a:solidFill>
                  <a:srgbClr val="FF0000"/>
                </a:solidFill>
                <a:latin typeface="Symbol"/>
                <a:cs typeface="Symbol"/>
              </a:rPr>
              <a:t></a:t>
            </a:r>
            <a:r>
              <a:rPr sz="2800" spc="-85" dirty="0">
                <a:solidFill>
                  <a:srgbClr val="FF0000"/>
                </a:solidFill>
                <a:latin typeface="Times New Roman"/>
                <a:cs typeface="Times New Roman"/>
              </a:rPr>
              <a:t> </a:t>
            </a:r>
            <a:r>
              <a:rPr sz="2800" b="1" dirty="0">
                <a:solidFill>
                  <a:srgbClr val="FF0000"/>
                </a:solidFill>
                <a:latin typeface="Calibri"/>
                <a:cs typeface="Calibri"/>
              </a:rPr>
              <a:t>y)</a:t>
            </a:r>
            <a:r>
              <a:rPr sz="2800" b="1" spc="-5" dirty="0">
                <a:solidFill>
                  <a:srgbClr val="FF0000"/>
                </a:solidFill>
                <a:latin typeface="Calibri"/>
                <a:cs typeface="Calibri"/>
              </a:rPr>
              <a:t> </a:t>
            </a:r>
            <a:r>
              <a:rPr sz="2800" dirty="0">
                <a:latin typeface="Symbol"/>
                <a:cs typeface="Symbol"/>
              </a:rPr>
              <a:t></a:t>
            </a:r>
            <a:r>
              <a:rPr sz="2800" spc="-100" dirty="0">
                <a:latin typeface="Times New Roman"/>
                <a:cs typeface="Times New Roman"/>
              </a:rPr>
              <a:t> </a:t>
            </a:r>
            <a:r>
              <a:rPr sz="2800" b="1" dirty="0">
                <a:solidFill>
                  <a:srgbClr val="FF0000"/>
                </a:solidFill>
                <a:latin typeface="Calibri"/>
                <a:cs typeface="Calibri"/>
              </a:rPr>
              <a:t>(z</a:t>
            </a:r>
            <a:r>
              <a:rPr sz="2800" b="1" spc="-5" dirty="0">
                <a:solidFill>
                  <a:srgbClr val="FF0000"/>
                </a:solidFill>
                <a:latin typeface="Calibri"/>
                <a:cs typeface="Calibri"/>
              </a:rPr>
              <a:t> </a:t>
            </a:r>
            <a:r>
              <a:rPr sz="2800" dirty="0">
                <a:solidFill>
                  <a:srgbClr val="FF0000"/>
                </a:solidFill>
                <a:latin typeface="Symbol"/>
                <a:cs typeface="Symbol"/>
              </a:rPr>
              <a:t></a:t>
            </a:r>
            <a:r>
              <a:rPr sz="2800" spc="-85" dirty="0">
                <a:solidFill>
                  <a:srgbClr val="FF0000"/>
                </a:solidFill>
                <a:latin typeface="Times New Roman"/>
                <a:cs typeface="Times New Roman"/>
              </a:rPr>
              <a:t> </a:t>
            </a:r>
            <a:r>
              <a:rPr sz="2800" b="1" spc="-25" dirty="0">
                <a:solidFill>
                  <a:srgbClr val="FF0000"/>
                </a:solidFill>
                <a:latin typeface="Calibri"/>
                <a:cs typeface="Calibri"/>
              </a:rPr>
              <a:t>t)</a:t>
            </a:r>
            <a:r>
              <a:rPr sz="2800" spc="-25" dirty="0">
                <a:latin typeface="Calibri"/>
                <a:cs typeface="Calibri"/>
              </a:rPr>
              <a:t>]</a:t>
            </a:r>
            <a:endParaRPr sz="2800">
              <a:latin typeface="Calibri"/>
              <a:cs typeface="Calibri"/>
            </a:endParaRPr>
          </a:p>
        </p:txBody>
      </p:sp>
    </p:spTree>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391413"/>
            <a:ext cx="3559175" cy="452120"/>
          </a:xfrm>
          <a:prstGeom prst="rect">
            <a:avLst/>
          </a:prstGeom>
        </p:spPr>
        <p:txBody>
          <a:bodyPr vert="horz" wrap="square" lIns="0" tIns="12065" rIns="0" bIns="0" rtlCol="0">
            <a:spAutoFit/>
          </a:bodyPr>
          <a:lstStyle/>
          <a:p>
            <a:pPr marL="12700">
              <a:lnSpc>
                <a:spcPct val="100000"/>
              </a:lnSpc>
              <a:spcBef>
                <a:spcPts val="95"/>
              </a:spcBef>
            </a:pPr>
            <a:r>
              <a:rPr b="1" dirty="0">
                <a:latin typeface="Calibri"/>
                <a:cs typeface="Calibri"/>
              </a:rPr>
              <a:t>4.4</a:t>
            </a:r>
            <a:r>
              <a:rPr b="1" spc="-30" dirty="0">
                <a:latin typeface="Calibri"/>
                <a:cs typeface="Calibri"/>
              </a:rPr>
              <a:t> </a:t>
            </a:r>
            <a:r>
              <a:rPr b="1" dirty="0">
                <a:latin typeface="Calibri"/>
                <a:cs typeface="Calibri"/>
              </a:rPr>
              <a:t>Hàm</a:t>
            </a:r>
            <a:r>
              <a:rPr b="1" spc="-45" dirty="0">
                <a:latin typeface="Calibri"/>
                <a:cs typeface="Calibri"/>
              </a:rPr>
              <a:t> </a:t>
            </a:r>
            <a:r>
              <a:rPr b="1" dirty="0">
                <a:latin typeface="Calibri"/>
                <a:cs typeface="Calibri"/>
              </a:rPr>
              <a:t>Bool</a:t>
            </a:r>
            <a:r>
              <a:rPr b="1" spc="-35" dirty="0">
                <a:latin typeface="Calibri"/>
                <a:cs typeface="Calibri"/>
              </a:rPr>
              <a:t> </a:t>
            </a:r>
            <a:r>
              <a:rPr b="1" dirty="0">
                <a:latin typeface="Calibri"/>
                <a:cs typeface="Calibri"/>
              </a:rPr>
              <a:t>bốn</a:t>
            </a:r>
            <a:r>
              <a:rPr b="1" spc="-45" dirty="0">
                <a:latin typeface="Calibri"/>
                <a:cs typeface="Calibri"/>
              </a:rPr>
              <a:t> </a:t>
            </a:r>
            <a:r>
              <a:rPr b="1" dirty="0">
                <a:latin typeface="Calibri"/>
                <a:cs typeface="Calibri"/>
              </a:rPr>
              <a:t>biến</a:t>
            </a:r>
            <a:r>
              <a:rPr b="1" spc="-30" dirty="0">
                <a:latin typeface="Calibri"/>
                <a:cs typeface="Calibri"/>
              </a:rPr>
              <a:t> </a:t>
            </a:r>
            <a:r>
              <a:rPr b="1" spc="-50" dirty="0">
                <a:latin typeface="Calibri"/>
                <a:cs typeface="Calibri"/>
              </a:rPr>
              <a:t>:</a:t>
            </a:r>
          </a:p>
        </p:txBody>
      </p:sp>
      <p:sp>
        <p:nvSpPr>
          <p:cNvPr id="3" name="object 3"/>
          <p:cNvSpPr txBox="1"/>
          <p:nvPr/>
        </p:nvSpPr>
        <p:spPr>
          <a:xfrm>
            <a:off x="434340" y="812952"/>
            <a:ext cx="6329680" cy="2078989"/>
          </a:xfrm>
          <a:prstGeom prst="rect">
            <a:avLst/>
          </a:prstGeom>
        </p:spPr>
        <p:txBody>
          <a:bodyPr vert="horz" wrap="square" lIns="0" tIns="102235" rIns="0" bIns="0" rtlCol="0">
            <a:spAutoFit/>
          </a:bodyPr>
          <a:lstStyle/>
          <a:p>
            <a:pPr marL="38100">
              <a:lnSpc>
                <a:spcPct val="100000"/>
              </a:lnSpc>
              <a:spcBef>
                <a:spcPts val="805"/>
              </a:spcBef>
            </a:pPr>
            <a:r>
              <a:rPr sz="2800" b="1" dirty="0">
                <a:latin typeface="Calibri"/>
                <a:cs typeface="Calibri"/>
              </a:rPr>
              <a:t>4.4.1</a:t>
            </a:r>
            <a:r>
              <a:rPr sz="2800" b="1" spc="-15" dirty="0">
                <a:latin typeface="Calibri"/>
                <a:cs typeface="Calibri"/>
              </a:rPr>
              <a:t> </a:t>
            </a:r>
            <a:r>
              <a:rPr sz="2800" b="1" dirty="0">
                <a:latin typeface="Calibri"/>
                <a:cs typeface="Calibri"/>
              </a:rPr>
              <a:t>Định</a:t>
            </a:r>
            <a:r>
              <a:rPr sz="2800" b="1" spc="-25" dirty="0">
                <a:latin typeface="Calibri"/>
                <a:cs typeface="Calibri"/>
              </a:rPr>
              <a:t> </a:t>
            </a:r>
            <a:r>
              <a:rPr sz="2800" b="1" dirty="0">
                <a:latin typeface="Calibri"/>
                <a:cs typeface="Calibri"/>
              </a:rPr>
              <a:t>nghĩa</a:t>
            </a:r>
            <a:r>
              <a:rPr sz="2800" b="1" spc="-30" dirty="0">
                <a:latin typeface="Calibri"/>
                <a:cs typeface="Calibri"/>
              </a:rPr>
              <a:t> </a:t>
            </a:r>
            <a:r>
              <a:rPr sz="2800" b="1" dirty="0">
                <a:latin typeface="Calibri"/>
                <a:cs typeface="Calibri"/>
              </a:rPr>
              <a:t>:</a:t>
            </a:r>
            <a:r>
              <a:rPr sz="2800" b="1" spc="-20" dirty="0">
                <a:latin typeface="Calibri"/>
                <a:cs typeface="Calibri"/>
              </a:rPr>
              <a:t> </a:t>
            </a:r>
            <a:r>
              <a:rPr sz="2800" dirty="0">
                <a:latin typeface="Calibri"/>
                <a:cs typeface="Calibri"/>
              </a:rPr>
              <a:t>Hàm</a:t>
            </a:r>
            <a:r>
              <a:rPr sz="2800" spc="-25" dirty="0">
                <a:latin typeface="Calibri"/>
                <a:cs typeface="Calibri"/>
              </a:rPr>
              <a:t> </a:t>
            </a:r>
            <a:r>
              <a:rPr sz="2800" dirty="0">
                <a:latin typeface="Calibri"/>
                <a:cs typeface="Calibri"/>
              </a:rPr>
              <a:t>Bool</a:t>
            </a:r>
            <a:r>
              <a:rPr sz="2800" spc="-35" dirty="0">
                <a:latin typeface="Calibri"/>
                <a:cs typeface="Calibri"/>
              </a:rPr>
              <a:t> </a:t>
            </a:r>
            <a:r>
              <a:rPr sz="2800" dirty="0">
                <a:latin typeface="Calibri"/>
                <a:cs typeface="Calibri"/>
              </a:rPr>
              <a:t>4</a:t>
            </a:r>
            <a:r>
              <a:rPr sz="2800" spc="-25" dirty="0">
                <a:latin typeface="Calibri"/>
                <a:cs typeface="Calibri"/>
              </a:rPr>
              <a:t> </a:t>
            </a:r>
            <a:r>
              <a:rPr sz="2800" dirty="0">
                <a:latin typeface="Calibri"/>
                <a:cs typeface="Calibri"/>
              </a:rPr>
              <a:t>biến</a:t>
            </a:r>
            <a:r>
              <a:rPr sz="2800" spc="-15" dirty="0">
                <a:latin typeface="Calibri"/>
                <a:cs typeface="Calibri"/>
              </a:rPr>
              <a:t> </a:t>
            </a:r>
            <a:r>
              <a:rPr sz="2800" dirty="0">
                <a:latin typeface="Calibri"/>
                <a:cs typeface="Calibri"/>
              </a:rPr>
              <a:t>có</a:t>
            </a:r>
            <a:r>
              <a:rPr sz="2800" spc="-40" dirty="0">
                <a:latin typeface="Calibri"/>
                <a:cs typeface="Calibri"/>
              </a:rPr>
              <a:t> </a:t>
            </a:r>
            <a:r>
              <a:rPr sz="2800" spc="-20" dirty="0">
                <a:latin typeface="Calibri"/>
                <a:cs typeface="Calibri"/>
              </a:rPr>
              <a:t>dạng</a:t>
            </a:r>
            <a:endParaRPr sz="2800">
              <a:latin typeface="Calibri"/>
              <a:cs typeface="Calibri"/>
            </a:endParaRPr>
          </a:p>
          <a:p>
            <a:pPr marL="2498090">
              <a:lnSpc>
                <a:spcPct val="100000"/>
              </a:lnSpc>
              <a:spcBef>
                <a:spcPts val="710"/>
              </a:spcBef>
            </a:pPr>
            <a:r>
              <a:rPr sz="2800" dirty="0">
                <a:latin typeface="Calibri"/>
                <a:cs typeface="Calibri"/>
              </a:rPr>
              <a:t>f</a:t>
            </a:r>
            <a:r>
              <a:rPr sz="2800" spc="-20"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Z</a:t>
            </a:r>
            <a:r>
              <a:rPr sz="2775" baseline="-21021" dirty="0">
                <a:latin typeface="Calibri"/>
                <a:cs typeface="Calibri"/>
              </a:rPr>
              <a:t>2</a:t>
            </a:r>
            <a:r>
              <a:rPr sz="2775" spc="292" baseline="-21021" dirty="0">
                <a:latin typeface="Calibri"/>
                <a:cs typeface="Calibri"/>
              </a:rPr>
              <a:t> </a:t>
            </a:r>
            <a:r>
              <a:rPr sz="2800" dirty="0">
                <a:latin typeface="Symbol"/>
                <a:cs typeface="Symbol"/>
              </a:rPr>
              <a:t></a:t>
            </a:r>
            <a:r>
              <a:rPr sz="2800" spc="-80" dirty="0">
                <a:latin typeface="Times New Roman"/>
                <a:cs typeface="Times New Roman"/>
              </a:rPr>
              <a:t> </a:t>
            </a:r>
            <a:r>
              <a:rPr sz="2800" dirty="0">
                <a:latin typeface="Calibri"/>
                <a:cs typeface="Calibri"/>
              </a:rPr>
              <a:t>Z</a:t>
            </a:r>
            <a:r>
              <a:rPr sz="2775" baseline="-21021" dirty="0">
                <a:latin typeface="Calibri"/>
                <a:cs typeface="Calibri"/>
              </a:rPr>
              <a:t>2</a:t>
            </a:r>
            <a:r>
              <a:rPr sz="2775" spc="7" baseline="-21021" dirty="0">
                <a:latin typeface="Calibri"/>
                <a:cs typeface="Calibri"/>
              </a:rPr>
              <a:t> </a:t>
            </a:r>
            <a:r>
              <a:rPr sz="2800" dirty="0">
                <a:latin typeface="Symbol"/>
                <a:cs typeface="Symbol"/>
              </a:rPr>
              <a:t></a:t>
            </a:r>
            <a:r>
              <a:rPr sz="2800" spc="-70" dirty="0">
                <a:latin typeface="Times New Roman"/>
                <a:cs typeface="Times New Roman"/>
              </a:rPr>
              <a:t> </a:t>
            </a:r>
            <a:r>
              <a:rPr sz="2800" dirty="0">
                <a:latin typeface="Calibri"/>
                <a:cs typeface="Calibri"/>
              </a:rPr>
              <a:t>Z</a:t>
            </a:r>
            <a:r>
              <a:rPr sz="2775" baseline="-21021" dirty="0">
                <a:latin typeface="Calibri"/>
                <a:cs typeface="Calibri"/>
              </a:rPr>
              <a:t>2</a:t>
            </a:r>
            <a:r>
              <a:rPr sz="2775" spc="292" baseline="-21021" dirty="0">
                <a:latin typeface="Calibri"/>
                <a:cs typeface="Calibri"/>
              </a:rPr>
              <a:t> </a:t>
            </a:r>
            <a:r>
              <a:rPr sz="2800" dirty="0">
                <a:latin typeface="Symbol"/>
                <a:cs typeface="Symbol"/>
              </a:rPr>
              <a:t></a:t>
            </a:r>
            <a:r>
              <a:rPr sz="2800" spc="-70" dirty="0">
                <a:latin typeface="Times New Roman"/>
                <a:cs typeface="Times New Roman"/>
              </a:rPr>
              <a:t> </a:t>
            </a:r>
            <a:r>
              <a:rPr sz="2800" dirty="0">
                <a:latin typeface="Calibri"/>
                <a:cs typeface="Calibri"/>
              </a:rPr>
              <a:t>Z</a:t>
            </a:r>
            <a:r>
              <a:rPr sz="2775" baseline="-21021" dirty="0">
                <a:latin typeface="Calibri"/>
                <a:cs typeface="Calibri"/>
              </a:rPr>
              <a:t>2</a:t>
            </a:r>
            <a:r>
              <a:rPr sz="2800" dirty="0">
                <a:latin typeface="Symbol"/>
                <a:cs typeface="Symbol"/>
              </a:rPr>
              <a:t></a:t>
            </a:r>
            <a:r>
              <a:rPr sz="2800" spc="-70" dirty="0">
                <a:latin typeface="Times New Roman"/>
                <a:cs typeface="Times New Roman"/>
              </a:rPr>
              <a:t> </a:t>
            </a:r>
            <a:r>
              <a:rPr sz="2800" spc="-35" dirty="0">
                <a:latin typeface="Calibri"/>
                <a:cs typeface="Calibri"/>
              </a:rPr>
              <a:t>Z</a:t>
            </a:r>
            <a:r>
              <a:rPr sz="2775" spc="-52" baseline="-21021" dirty="0">
                <a:latin typeface="Calibri"/>
                <a:cs typeface="Calibri"/>
              </a:rPr>
              <a:t>2</a:t>
            </a:r>
            <a:endParaRPr sz="2775" baseline="-21021">
              <a:latin typeface="Calibri"/>
              <a:cs typeface="Calibri"/>
            </a:endParaRPr>
          </a:p>
          <a:p>
            <a:pPr>
              <a:lnSpc>
                <a:spcPct val="100000"/>
              </a:lnSpc>
              <a:spcBef>
                <a:spcPts val="1250"/>
              </a:spcBef>
            </a:pPr>
            <a:endParaRPr sz="2800">
              <a:latin typeface="Calibri"/>
              <a:cs typeface="Calibri"/>
            </a:endParaRPr>
          </a:p>
          <a:p>
            <a:pPr marL="38100">
              <a:lnSpc>
                <a:spcPct val="100000"/>
              </a:lnSpc>
              <a:spcBef>
                <a:spcPts val="5"/>
              </a:spcBef>
            </a:pPr>
            <a:r>
              <a:rPr sz="2800" spc="-25" dirty="0">
                <a:latin typeface="Calibri"/>
                <a:cs typeface="Calibri"/>
              </a:rPr>
              <a:t>Hay</a:t>
            </a:r>
            <a:endParaRPr sz="2800">
              <a:latin typeface="Calibri"/>
              <a:cs typeface="Calibri"/>
            </a:endParaRPr>
          </a:p>
        </p:txBody>
      </p:sp>
      <p:sp>
        <p:nvSpPr>
          <p:cNvPr id="4" name="object 4"/>
          <p:cNvSpPr txBox="1"/>
          <p:nvPr/>
        </p:nvSpPr>
        <p:spPr>
          <a:xfrm>
            <a:off x="4354448" y="3650360"/>
            <a:ext cx="175895" cy="336550"/>
          </a:xfrm>
          <a:prstGeom prst="rect">
            <a:avLst/>
          </a:prstGeom>
        </p:spPr>
        <p:txBody>
          <a:bodyPr vert="horz" wrap="square" lIns="0" tIns="11430" rIns="0" bIns="0" rtlCol="0">
            <a:spAutoFit/>
          </a:bodyPr>
          <a:lstStyle/>
          <a:p>
            <a:pPr marL="12700">
              <a:lnSpc>
                <a:spcPct val="100000"/>
              </a:lnSpc>
              <a:spcBef>
                <a:spcPts val="90"/>
              </a:spcBef>
            </a:pPr>
            <a:r>
              <a:rPr sz="2050" spc="-50" dirty="0">
                <a:latin typeface="Cambria Math"/>
                <a:cs typeface="Cambria Math"/>
              </a:rPr>
              <a:t>2</a:t>
            </a:r>
            <a:endParaRPr sz="2050">
              <a:latin typeface="Cambria Math"/>
              <a:cs typeface="Cambria Math"/>
            </a:endParaRPr>
          </a:p>
        </p:txBody>
      </p:sp>
      <p:sp>
        <p:nvSpPr>
          <p:cNvPr id="5" name="object 5"/>
          <p:cNvSpPr txBox="1"/>
          <p:nvPr/>
        </p:nvSpPr>
        <p:spPr>
          <a:xfrm>
            <a:off x="3763390" y="3473577"/>
            <a:ext cx="1678939" cy="452120"/>
          </a:xfrm>
          <a:prstGeom prst="rect">
            <a:avLst/>
          </a:prstGeom>
        </p:spPr>
        <p:txBody>
          <a:bodyPr vert="horz" wrap="square" lIns="0" tIns="12065" rIns="0" bIns="0" rtlCol="0">
            <a:spAutoFit/>
          </a:bodyPr>
          <a:lstStyle/>
          <a:p>
            <a:pPr marL="38100">
              <a:lnSpc>
                <a:spcPct val="100000"/>
              </a:lnSpc>
              <a:spcBef>
                <a:spcPts val="95"/>
              </a:spcBef>
            </a:pPr>
            <a:r>
              <a:rPr sz="2800" dirty="0">
                <a:latin typeface="Calibri"/>
                <a:cs typeface="Calibri"/>
              </a:rPr>
              <a:t>f</a:t>
            </a:r>
            <a:r>
              <a:rPr sz="2800" spc="-10" dirty="0">
                <a:latin typeface="Calibri"/>
                <a:cs typeface="Calibri"/>
              </a:rPr>
              <a:t> </a:t>
            </a:r>
            <a:r>
              <a:rPr sz="2800" dirty="0">
                <a:latin typeface="Calibri"/>
                <a:cs typeface="Calibri"/>
              </a:rPr>
              <a:t>:</a:t>
            </a:r>
            <a:r>
              <a:rPr sz="2800" spc="5" dirty="0">
                <a:latin typeface="Calibri"/>
                <a:cs typeface="Calibri"/>
              </a:rPr>
              <a:t> </a:t>
            </a:r>
            <a:r>
              <a:rPr sz="2800" spc="65" dirty="0">
                <a:latin typeface="Cambria Math"/>
                <a:cs typeface="Cambria Math"/>
              </a:rPr>
              <a:t>𝑍</a:t>
            </a:r>
            <a:r>
              <a:rPr sz="3075" spc="97" baseline="28455" dirty="0">
                <a:latin typeface="Cambria Math"/>
                <a:cs typeface="Cambria Math"/>
              </a:rPr>
              <a:t>4</a:t>
            </a:r>
            <a:r>
              <a:rPr sz="3075" spc="660" baseline="28455" dirty="0">
                <a:latin typeface="Cambria Math"/>
                <a:cs typeface="Cambria Math"/>
              </a:rPr>
              <a:t> </a:t>
            </a:r>
            <a:r>
              <a:rPr sz="2800" dirty="0">
                <a:latin typeface="Cambria Math"/>
                <a:cs typeface="Cambria Math"/>
              </a:rPr>
              <a:t>→</a:t>
            </a:r>
            <a:r>
              <a:rPr sz="2800" spc="160" dirty="0">
                <a:latin typeface="Cambria Math"/>
                <a:cs typeface="Cambria Math"/>
              </a:rPr>
              <a:t> </a:t>
            </a:r>
            <a:r>
              <a:rPr sz="2800" spc="-25" dirty="0">
                <a:latin typeface="Cambria Math"/>
                <a:cs typeface="Cambria Math"/>
              </a:rPr>
              <a:t>𝑍</a:t>
            </a:r>
            <a:r>
              <a:rPr sz="3075" spc="-37" baseline="-16260" dirty="0">
                <a:latin typeface="Cambria Math"/>
                <a:cs typeface="Cambria Math"/>
              </a:rPr>
              <a:t>2</a:t>
            </a:r>
            <a:endParaRPr sz="3075" baseline="-16260">
              <a:latin typeface="Cambria Math"/>
              <a:cs typeface="Cambria Math"/>
            </a:endParaRPr>
          </a:p>
        </p:txBody>
      </p:sp>
    </p:spTree>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315213"/>
            <a:ext cx="1225550" cy="452120"/>
          </a:xfrm>
          <a:prstGeom prst="rect">
            <a:avLst/>
          </a:prstGeom>
        </p:spPr>
        <p:txBody>
          <a:bodyPr vert="horz" wrap="square" lIns="0" tIns="12065" rIns="0" bIns="0" rtlCol="0">
            <a:spAutoFit/>
          </a:bodyPr>
          <a:lstStyle/>
          <a:p>
            <a:pPr marL="12700">
              <a:lnSpc>
                <a:spcPct val="100000"/>
              </a:lnSpc>
              <a:spcBef>
                <a:spcPts val="95"/>
              </a:spcBef>
            </a:pPr>
            <a:r>
              <a:rPr b="1" dirty="0">
                <a:latin typeface="Calibri"/>
                <a:cs typeface="Calibri"/>
              </a:rPr>
              <a:t>Ví</a:t>
            </a:r>
            <a:r>
              <a:rPr b="1" spc="-5" dirty="0">
                <a:latin typeface="Calibri"/>
                <a:cs typeface="Calibri"/>
              </a:rPr>
              <a:t> </a:t>
            </a:r>
            <a:r>
              <a:rPr b="1" dirty="0">
                <a:latin typeface="Calibri"/>
                <a:cs typeface="Calibri"/>
              </a:rPr>
              <a:t>dụ</a:t>
            </a:r>
            <a:r>
              <a:rPr b="1" spc="-5" dirty="0">
                <a:latin typeface="Calibri"/>
                <a:cs typeface="Calibri"/>
              </a:rPr>
              <a:t> </a:t>
            </a:r>
            <a:r>
              <a:rPr b="1" dirty="0">
                <a:latin typeface="Calibri"/>
                <a:cs typeface="Calibri"/>
              </a:rPr>
              <a:t>1</a:t>
            </a:r>
            <a:r>
              <a:rPr b="1" spc="10" dirty="0">
                <a:latin typeface="Calibri"/>
                <a:cs typeface="Calibri"/>
              </a:rPr>
              <a:t> </a:t>
            </a:r>
            <a:r>
              <a:rPr b="1" spc="-50" dirty="0">
                <a:latin typeface="Calibri"/>
                <a:cs typeface="Calibri"/>
              </a:rPr>
              <a:t>:</a:t>
            </a:r>
          </a:p>
        </p:txBody>
      </p:sp>
      <p:graphicFrame>
        <p:nvGraphicFramePr>
          <p:cNvPr id="3" name="object 3"/>
          <p:cNvGraphicFramePr>
            <a:graphicFrameLocks noGrp="1"/>
          </p:cNvGraphicFramePr>
          <p:nvPr/>
        </p:nvGraphicFramePr>
        <p:xfrm>
          <a:off x="1898650" y="374650"/>
          <a:ext cx="6184900" cy="6297294"/>
        </p:xfrm>
        <a:graphic>
          <a:graphicData uri="http://schemas.openxmlformats.org/drawingml/2006/table">
            <a:tbl>
              <a:tblPr firstRow="1" bandRow="1">
                <a:tableStyleId>{2D5ABB26-0587-4C30-8999-92F81FD0307C}</a:tableStyleId>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370205">
                <a:tc>
                  <a:txBody>
                    <a:bodyPr/>
                    <a:lstStyle/>
                    <a:p>
                      <a:pPr marL="635" algn="ctr">
                        <a:lnSpc>
                          <a:spcPct val="100000"/>
                        </a:lnSpc>
                        <a:spcBef>
                          <a:spcPts val="240"/>
                        </a:spcBef>
                      </a:pPr>
                      <a:r>
                        <a:rPr sz="1800" b="1" spc="-50" dirty="0">
                          <a:latin typeface="Calibri"/>
                          <a:cs typeface="Calibri"/>
                        </a:rPr>
                        <a:t>x</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240"/>
                        </a:spcBef>
                      </a:pPr>
                      <a:r>
                        <a:rPr sz="1800" b="1" spc="-50" dirty="0">
                          <a:latin typeface="Calibri"/>
                          <a:cs typeface="Calibri"/>
                        </a:rPr>
                        <a:t>y</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63245">
                        <a:lnSpc>
                          <a:spcPct val="100000"/>
                        </a:lnSpc>
                        <a:spcBef>
                          <a:spcPts val="240"/>
                        </a:spcBef>
                      </a:pPr>
                      <a:r>
                        <a:rPr sz="1800" b="1" spc="-50" dirty="0">
                          <a:latin typeface="Calibri"/>
                          <a:cs typeface="Calibri"/>
                        </a:rPr>
                        <a:t>z</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69595">
                        <a:lnSpc>
                          <a:spcPct val="100000"/>
                        </a:lnSpc>
                        <a:spcBef>
                          <a:spcPts val="240"/>
                        </a:spcBef>
                      </a:pPr>
                      <a:r>
                        <a:rPr sz="1800" b="1" spc="-50" dirty="0">
                          <a:latin typeface="Calibri"/>
                          <a:cs typeface="Calibri"/>
                        </a:rPr>
                        <a:t>t</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74675">
                        <a:lnSpc>
                          <a:spcPct val="100000"/>
                        </a:lnSpc>
                        <a:spcBef>
                          <a:spcPts val="240"/>
                        </a:spcBef>
                      </a:pPr>
                      <a:r>
                        <a:rPr sz="1800" b="1" spc="-50" dirty="0">
                          <a:latin typeface="Calibri"/>
                          <a:cs typeface="Calibri"/>
                        </a:rPr>
                        <a:t>f</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0205">
                <a:tc>
                  <a:txBody>
                    <a:bodyPr/>
                    <a:lstStyle/>
                    <a:p>
                      <a:pPr algn="ctr">
                        <a:lnSpc>
                          <a:spcPct val="100000"/>
                        </a:lnSpc>
                        <a:spcBef>
                          <a:spcPts val="240"/>
                        </a:spcBef>
                      </a:pPr>
                      <a:r>
                        <a:rPr sz="1800" spc="-50" dirty="0">
                          <a:latin typeface="Calibri"/>
                          <a:cs typeface="Calibri"/>
                        </a:rPr>
                        <a:t>1</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0"/>
                        </a:spcBef>
                      </a:pPr>
                      <a:r>
                        <a:rPr sz="1800" spc="-50" dirty="0">
                          <a:latin typeface="Calibri"/>
                          <a:cs typeface="Calibri"/>
                        </a:rPr>
                        <a:t>1</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51180">
                        <a:lnSpc>
                          <a:spcPct val="100000"/>
                        </a:lnSpc>
                        <a:spcBef>
                          <a:spcPts val="240"/>
                        </a:spcBef>
                      </a:pPr>
                      <a:r>
                        <a:rPr sz="1800" spc="-50" dirty="0">
                          <a:latin typeface="Calibri"/>
                          <a:cs typeface="Calibri"/>
                        </a:rPr>
                        <a:t>1</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51815">
                        <a:lnSpc>
                          <a:spcPct val="100000"/>
                        </a:lnSpc>
                        <a:spcBef>
                          <a:spcPts val="240"/>
                        </a:spcBef>
                      </a:pPr>
                      <a:r>
                        <a:rPr sz="1800" spc="-50" dirty="0">
                          <a:latin typeface="Calibri"/>
                          <a:cs typeface="Calibri"/>
                        </a:rPr>
                        <a:t>1</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51815">
                        <a:lnSpc>
                          <a:spcPct val="100000"/>
                        </a:lnSpc>
                        <a:spcBef>
                          <a:spcPts val="240"/>
                        </a:spcBef>
                      </a:pPr>
                      <a:r>
                        <a:rPr sz="1800" spc="-50" dirty="0">
                          <a:latin typeface="Calibri"/>
                          <a:cs typeface="Calibri"/>
                        </a:rPr>
                        <a:t>0</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840">
                <a:tc>
                  <a:txBody>
                    <a:bodyPr/>
                    <a:lstStyle/>
                    <a:p>
                      <a:pPr algn="ctr">
                        <a:lnSpc>
                          <a:spcPct val="100000"/>
                        </a:lnSpc>
                        <a:spcBef>
                          <a:spcPts val="240"/>
                        </a:spcBef>
                      </a:pPr>
                      <a:r>
                        <a:rPr sz="1800" spc="-50" dirty="0">
                          <a:latin typeface="Calibri"/>
                          <a:cs typeface="Calibri"/>
                        </a:rPr>
                        <a:t>1</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0"/>
                        </a:spcBef>
                      </a:pPr>
                      <a:r>
                        <a:rPr sz="1800" spc="-50" dirty="0">
                          <a:latin typeface="Calibri"/>
                          <a:cs typeface="Calibri"/>
                        </a:rPr>
                        <a:t>1</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51180">
                        <a:lnSpc>
                          <a:spcPct val="100000"/>
                        </a:lnSpc>
                        <a:spcBef>
                          <a:spcPts val="240"/>
                        </a:spcBef>
                      </a:pPr>
                      <a:r>
                        <a:rPr sz="1800" spc="-50" dirty="0">
                          <a:latin typeface="Calibri"/>
                          <a:cs typeface="Calibri"/>
                        </a:rPr>
                        <a:t>1</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51815">
                        <a:lnSpc>
                          <a:spcPct val="100000"/>
                        </a:lnSpc>
                        <a:spcBef>
                          <a:spcPts val="240"/>
                        </a:spcBef>
                      </a:pPr>
                      <a:r>
                        <a:rPr sz="1800" spc="-50" dirty="0">
                          <a:latin typeface="Calibri"/>
                          <a:cs typeface="Calibri"/>
                        </a:rPr>
                        <a:t>0</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51815">
                        <a:lnSpc>
                          <a:spcPct val="100000"/>
                        </a:lnSpc>
                        <a:spcBef>
                          <a:spcPts val="240"/>
                        </a:spcBef>
                      </a:pPr>
                      <a:r>
                        <a:rPr sz="1800" spc="-50" dirty="0">
                          <a:latin typeface="Calibri"/>
                          <a:cs typeface="Calibri"/>
                        </a:rPr>
                        <a:t>0</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70205">
                <a:tc>
                  <a:txBody>
                    <a:bodyPr/>
                    <a:lstStyle/>
                    <a:p>
                      <a:pPr algn="ctr">
                        <a:lnSpc>
                          <a:spcPct val="100000"/>
                        </a:lnSpc>
                        <a:spcBef>
                          <a:spcPts val="240"/>
                        </a:spcBef>
                      </a:pPr>
                      <a:r>
                        <a:rPr sz="1800" b="1" spc="-50" dirty="0">
                          <a:solidFill>
                            <a:srgbClr val="FF0000"/>
                          </a:solidFill>
                          <a:latin typeface="Calibri"/>
                          <a:cs typeface="Calibri"/>
                        </a:rPr>
                        <a:t>1</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DEBE0"/>
                    </a:solidFill>
                  </a:tcPr>
                </a:tc>
                <a:tc>
                  <a:txBody>
                    <a:bodyPr/>
                    <a:lstStyle/>
                    <a:p>
                      <a:pPr algn="ctr">
                        <a:lnSpc>
                          <a:spcPct val="100000"/>
                        </a:lnSpc>
                        <a:spcBef>
                          <a:spcPts val="240"/>
                        </a:spcBef>
                      </a:pPr>
                      <a:r>
                        <a:rPr sz="1800" b="1" spc="-50" dirty="0">
                          <a:solidFill>
                            <a:srgbClr val="FF0000"/>
                          </a:solidFill>
                          <a:latin typeface="Calibri"/>
                          <a:cs typeface="Calibri"/>
                        </a:rPr>
                        <a:t>1</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DEBE0"/>
                    </a:solidFill>
                  </a:tcPr>
                </a:tc>
                <a:tc>
                  <a:txBody>
                    <a:bodyPr/>
                    <a:lstStyle/>
                    <a:p>
                      <a:pPr marL="551180">
                        <a:lnSpc>
                          <a:spcPct val="100000"/>
                        </a:lnSpc>
                        <a:spcBef>
                          <a:spcPts val="240"/>
                        </a:spcBef>
                      </a:pPr>
                      <a:r>
                        <a:rPr sz="1800" b="1" spc="-50" dirty="0">
                          <a:solidFill>
                            <a:srgbClr val="FF0000"/>
                          </a:solidFill>
                          <a:latin typeface="Calibri"/>
                          <a:cs typeface="Calibri"/>
                        </a:rPr>
                        <a:t>0</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DEBE0"/>
                    </a:solidFill>
                  </a:tcPr>
                </a:tc>
                <a:tc>
                  <a:txBody>
                    <a:bodyPr/>
                    <a:lstStyle/>
                    <a:p>
                      <a:pPr marL="551815">
                        <a:lnSpc>
                          <a:spcPct val="100000"/>
                        </a:lnSpc>
                        <a:spcBef>
                          <a:spcPts val="240"/>
                        </a:spcBef>
                      </a:pPr>
                      <a:r>
                        <a:rPr sz="1800" b="1" spc="-50" dirty="0">
                          <a:solidFill>
                            <a:srgbClr val="FF0000"/>
                          </a:solidFill>
                          <a:latin typeface="Calibri"/>
                          <a:cs typeface="Calibri"/>
                        </a:rPr>
                        <a:t>1</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DEBE0"/>
                    </a:solidFill>
                  </a:tcPr>
                </a:tc>
                <a:tc>
                  <a:txBody>
                    <a:bodyPr/>
                    <a:lstStyle/>
                    <a:p>
                      <a:pPr marL="551815">
                        <a:lnSpc>
                          <a:spcPct val="100000"/>
                        </a:lnSpc>
                        <a:spcBef>
                          <a:spcPts val="240"/>
                        </a:spcBef>
                      </a:pPr>
                      <a:r>
                        <a:rPr sz="1800" b="1" spc="-50" dirty="0">
                          <a:solidFill>
                            <a:srgbClr val="FF0000"/>
                          </a:solidFill>
                          <a:latin typeface="Calibri"/>
                          <a:cs typeface="Calibri"/>
                        </a:rPr>
                        <a:t>1</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DEBE0"/>
                    </a:solidFill>
                  </a:tcPr>
                </a:tc>
                <a:extLst>
                  <a:ext uri="{0D108BD9-81ED-4DB2-BD59-A6C34878D82A}">
                    <a16:rowId xmlns:a16="http://schemas.microsoft.com/office/drawing/2014/main" val="10003"/>
                  </a:ext>
                </a:extLst>
              </a:tr>
              <a:tr h="370205">
                <a:tc>
                  <a:txBody>
                    <a:bodyPr/>
                    <a:lstStyle/>
                    <a:p>
                      <a:pPr algn="ctr">
                        <a:lnSpc>
                          <a:spcPct val="100000"/>
                        </a:lnSpc>
                        <a:spcBef>
                          <a:spcPts val="240"/>
                        </a:spcBef>
                      </a:pPr>
                      <a:r>
                        <a:rPr sz="1800" spc="-50" dirty="0">
                          <a:latin typeface="Calibri"/>
                          <a:cs typeface="Calibri"/>
                        </a:rPr>
                        <a:t>1</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0"/>
                        </a:spcBef>
                      </a:pPr>
                      <a:r>
                        <a:rPr sz="1800" spc="-50" dirty="0">
                          <a:latin typeface="Calibri"/>
                          <a:cs typeface="Calibri"/>
                        </a:rPr>
                        <a:t>1</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51180">
                        <a:lnSpc>
                          <a:spcPct val="100000"/>
                        </a:lnSpc>
                        <a:spcBef>
                          <a:spcPts val="240"/>
                        </a:spcBef>
                      </a:pPr>
                      <a:r>
                        <a:rPr sz="1800" spc="-50" dirty="0">
                          <a:latin typeface="Calibri"/>
                          <a:cs typeface="Calibri"/>
                        </a:rPr>
                        <a:t>0</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51815">
                        <a:lnSpc>
                          <a:spcPct val="100000"/>
                        </a:lnSpc>
                        <a:spcBef>
                          <a:spcPts val="240"/>
                        </a:spcBef>
                      </a:pPr>
                      <a:r>
                        <a:rPr sz="1800" spc="-50" dirty="0">
                          <a:latin typeface="Calibri"/>
                          <a:cs typeface="Calibri"/>
                        </a:rPr>
                        <a:t>0</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51815">
                        <a:lnSpc>
                          <a:spcPct val="100000"/>
                        </a:lnSpc>
                        <a:spcBef>
                          <a:spcPts val="240"/>
                        </a:spcBef>
                      </a:pPr>
                      <a:r>
                        <a:rPr sz="1800" spc="-50" dirty="0">
                          <a:latin typeface="Calibri"/>
                          <a:cs typeface="Calibri"/>
                        </a:rPr>
                        <a:t>0</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370205">
                <a:tc>
                  <a:txBody>
                    <a:bodyPr/>
                    <a:lstStyle/>
                    <a:p>
                      <a:pPr algn="ctr">
                        <a:lnSpc>
                          <a:spcPct val="100000"/>
                        </a:lnSpc>
                        <a:spcBef>
                          <a:spcPts val="244"/>
                        </a:spcBef>
                      </a:pPr>
                      <a:r>
                        <a:rPr sz="1800" spc="-50" dirty="0">
                          <a:latin typeface="Calibri"/>
                          <a:cs typeface="Calibri"/>
                        </a:rPr>
                        <a:t>1</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4"/>
                        </a:spcBef>
                      </a:pPr>
                      <a:r>
                        <a:rPr sz="1800" spc="-50" dirty="0">
                          <a:latin typeface="Calibri"/>
                          <a:cs typeface="Calibri"/>
                        </a:rPr>
                        <a:t>0</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51180">
                        <a:lnSpc>
                          <a:spcPct val="100000"/>
                        </a:lnSpc>
                        <a:spcBef>
                          <a:spcPts val="244"/>
                        </a:spcBef>
                      </a:pPr>
                      <a:r>
                        <a:rPr sz="1800" spc="-50" dirty="0">
                          <a:latin typeface="Calibri"/>
                          <a:cs typeface="Calibri"/>
                        </a:rPr>
                        <a:t>1</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51815">
                        <a:lnSpc>
                          <a:spcPct val="100000"/>
                        </a:lnSpc>
                        <a:spcBef>
                          <a:spcPts val="244"/>
                        </a:spcBef>
                      </a:pPr>
                      <a:r>
                        <a:rPr sz="1800" spc="-50" dirty="0">
                          <a:latin typeface="Calibri"/>
                          <a:cs typeface="Calibri"/>
                        </a:rPr>
                        <a:t>1</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51815">
                        <a:lnSpc>
                          <a:spcPct val="100000"/>
                        </a:lnSpc>
                        <a:spcBef>
                          <a:spcPts val="244"/>
                        </a:spcBef>
                      </a:pPr>
                      <a:r>
                        <a:rPr sz="1800" spc="-50" dirty="0">
                          <a:latin typeface="Calibri"/>
                          <a:cs typeface="Calibri"/>
                        </a:rPr>
                        <a:t>0</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370205">
                <a:tc>
                  <a:txBody>
                    <a:bodyPr/>
                    <a:lstStyle/>
                    <a:p>
                      <a:pPr algn="ctr">
                        <a:lnSpc>
                          <a:spcPct val="100000"/>
                        </a:lnSpc>
                        <a:spcBef>
                          <a:spcPts val="244"/>
                        </a:spcBef>
                      </a:pPr>
                      <a:r>
                        <a:rPr sz="1800" b="1" spc="-50" dirty="0">
                          <a:solidFill>
                            <a:srgbClr val="FF0000"/>
                          </a:solidFill>
                          <a:latin typeface="Calibri"/>
                          <a:cs typeface="Calibri"/>
                        </a:rPr>
                        <a:t>1</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DEBE0"/>
                    </a:solidFill>
                  </a:tcPr>
                </a:tc>
                <a:tc>
                  <a:txBody>
                    <a:bodyPr/>
                    <a:lstStyle/>
                    <a:p>
                      <a:pPr algn="ctr">
                        <a:lnSpc>
                          <a:spcPct val="100000"/>
                        </a:lnSpc>
                        <a:spcBef>
                          <a:spcPts val="244"/>
                        </a:spcBef>
                      </a:pPr>
                      <a:r>
                        <a:rPr sz="1800" b="1" spc="-50" dirty="0">
                          <a:solidFill>
                            <a:srgbClr val="FF0000"/>
                          </a:solidFill>
                          <a:latin typeface="Calibri"/>
                          <a:cs typeface="Calibri"/>
                        </a:rPr>
                        <a:t>0</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DEBE0"/>
                    </a:solidFill>
                  </a:tcPr>
                </a:tc>
                <a:tc>
                  <a:txBody>
                    <a:bodyPr/>
                    <a:lstStyle/>
                    <a:p>
                      <a:pPr marL="551180">
                        <a:lnSpc>
                          <a:spcPct val="100000"/>
                        </a:lnSpc>
                        <a:spcBef>
                          <a:spcPts val="244"/>
                        </a:spcBef>
                      </a:pPr>
                      <a:r>
                        <a:rPr sz="1800" b="1" spc="-50" dirty="0">
                          <a:solidFill>
                            <a:srgbClr val="FF0000"/>
                          </a:solidFill>
                          <a:latin typeface="Calibri"/>
                          <a:cs typeface="Calibri"/>
                        </a:rPr>
                        <a:t>1</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DEBE0"/>
                    </a:solidFill>
                  </a:tcPr>
                </a:tc>
                <a:tc>
                  <a:txBody>
                    <a:bodyPr/>
                    <a:lstStyle/>
                    <a:p>
                      <a:pPr marL="551815">
                        <a:lnSpc>
                          <a:spcPct val="100000"/>
                        </a:lnSpc>
                        <a:spcBef>
                          <a:spcPts val="244"/>
                        </a:spcBef>
                      </a:pPr>
                      <a:r>
                        <a:rPr sz="1800" b="1" spc="-50" dirty="0">
                          <a:solidFill>
                            <a:srgbClr val="FF0000"/>
                          </a:solidFill>
                          <a:latin typeface="Calibri"/>
                          <a:cs typeface="Calibri"/>
                        </a:rPr>
                        <a:t>0</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DEBE0"/>
                    </a:solidFill>
                  </a:tcPr>
                </a:tc>
                <a:tc>
                  <a:txBody>
                    <a:bodyPr/>
                    <a:lstStyle/>
                    <a:p>
                      <a:pPr marL="551815">
                        <a:lnSpc>
                          <a:spcPct val="100000"/>
                        </a:lnSpc>
                        <a:spcBef>
                          <a:spcPts val="244"/>
                        </a:spcBef>
                      </a:pPr>
                      <a:r>
                        <a:rPr sz="1800" b="1" spc="-50" dirty="0">
                          <a:solidFill>
                            <a:srgbClr val="FF0000"/>
                          </a:solidFill>
                          <a:latin typeface="Calibri"/>
                          <a:cs typeface="Calibri"/>
                        </a:rPr>
                        <a:t>1</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DEBE0"/>
                    </a:solidFill>
                  </a:tcPr>
                </a:tc>
                <a:extLst>
                  <a:ext uri="{0D108BD9-81ED-4DB2-BD59-A6C34878D82A}">
                    <a16:rowId xmlns:a16="http://schemas.microsoft.com/office/drawing/2014/main" val="10006"/>
                  </a:ext>
                </a:extLst>
              </a:tr>
              <a:tr h="370840">
                <a:tc>
                  <a:txBody>
                    <a:bodyPr/>
                    <a:lstStyle/>
                    <a:p>
                      <a:pPr algn="ctr">
                        <a:lnSpc>
                          <a:spcPct val="100000"/>
                        </a:lnSpc>
                        <a:spcBef>
                          <a:spcPts val="245"/>
                        </a:spcBef>
                      </a:pPr>
                      <a:r>
                        <a:rPr sz="1800"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51180">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51815">
                        <a:lnSpc>
                          <a:spcPct val="100000"/>
                        </a:lnSpc>
                        <a:spcBef>
                          <a:spcPts val="245"/>
                        </a:spcBef>
                      </a:pPr>
                      <a:r>
                        <a:rPr sz="1800"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51815">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r h="370205">
                <a:tc>
                  <a:txBody>
                    <a:bodyPr/>
                    <a:lstStyle/>
                    <a:p>
                      <a:pPr algn="ctr">
                        <a:lnSpc>
                          <a:spcPct val="100000"/>
                        </a:lnSpc>
                        <a:spcBef>
                          <a:spcPts val="245"/>
                        </a:spcBef>
                      </a:pPr>
                      <a:r>
                        <a:rPr sz="1800"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51180">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51815">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51815">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r h="370205">
                <a:tc>
                  <a:txBody>
                    <a:bodyPr/>
                    <a:lstStyle/>
                    <a:p>
                      <a:pPr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51180">
                        <a:lnSpc>
                          <a:spcPct val="100000"/>
                        </a:lnSpc>
                        <a:spcBef>
                          <a:spcPts val="245"/>
                        </a:spcBef>
                      </a:pPr>
                      <a:r>
                        <a:rPr sz="1800"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51815">
                        <a:lnSpc>
                          <a:spcPct val="100000"/>
                        </a:lnSpc>
                        <a:spcBef>
                          <a:spcPts val="245"/>
                        </a:spcBef>
                      </a:pPr>
                      <a:r>
                        <a:rPr sz="1800"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51815">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9"/>
                  </a:ext>
                </a:extLst>
              </a:tr>
              <a:tr h="370205">
                <a:tc>
                  <a:txBody>
                    <a:bodyPr/>
                    <a:lstStyle/>
                    <a:p>
                      <a:pPr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51180">
                        <a:lnSpc>
                          <a:spcPct val="100000"/>
                        </a:lnSpc>
                        <a:spcBef>
                          <a:spcPts val="245"/>
                        </a:spcBef>
                      </a:pPr>
                      <a:r>
                        <a:rPr sz="1800"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51815">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51815">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0"/>
                  </a:ext>
                </a:extLst>
              </a:tr>
              <a:tr h="370840">
                <a:tc>
                  <a:txBody>
                    <a:bodyPr/>
                    <a:lstStyle/>
                    <a:p>
                      <a:pPr algn="ctr">
                        <a:lnSpc>
                          <a:spcPct val="100000"/>
                        </a:lnSpc>
                        <a:spcBef>
                          <a:spcPts val="250"/>
                        </a:spcBef>
                      </a:pPr>
                      <a:r>
                        <a:rPr sz="1800" spc="-50" dirty="0">
                          <a:latin typeface="Calibri"/>
                          <a:cs typeface="Calibri"/>
                        </a:rPr>
                        <a:t>0</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0"/>
                        </a:spcBef>
                      </a:pPr>
                      <a:r>
                        <a:rPr sz="1800" spc="-50" dirty="0">
                          <a:latin typeface="Calibri"/>
                          <a:cs typeface="Calibri"/>
                        </a:rPr>
                        <a:t>1</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51180">
                        <a:lnSpc>
                          <a:spcPct val="100000"/>
                        </a:lnSpc>
                        <a:spcBef>
                          <a:spcPts val="250"/>
                        </a:spcBef>
                      </a:pPr>
                      <a:r>
                        <a:rPr sz="1800" spc="-50" dirty="0">
                          <a:latin typeface="Calibri"/>
                          <a:cs typeface="Calibri"/>
                        </a:rPr>
                        <a:t>0</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51815">
                        <a:lnSpc>
                          <a:spcPct val="100000"/>
                        </a:lnSpc>
                        <a:spcBef>
                          <a:spcPts val="250"/>
                        </a:spcBef>
                      </a:pPr>
                      <a:r>
                        <a:rPr sz="1800" spc="-50" dirty="0">
                          <a:latin typeface="Calibri"/>
                          <a:cs typeface="Calibri"/>
                        </a:rPr>
                        <a:t>1</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51815">
                        <a:lnSpc>
                          <a:spcPct val="100000"/>
                        </a:lnSpc>
                        <a:spcBef>
                          <a:spcPts val="250"/>
                        </a:spcBef>
                      </a:pPr>
                      <a:r>
                        <a:rPr sz="1800" spc="-50" dirty="0">
                          <a:latin typeface="Calibri"/>
                          <a:cs typeface="Calibri"/>
                        </a:rPr>
                        <a:t>0</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1"/>
                  </a:ext>
                </a:extLst>
              </a:tr>
              <a:tr h="370205">
                <a:tc>
                  <a:txBody>
                    <a:bodyPr/>
                    <a:lstStyle/>
                    <a:p>
                      <a:pPr algn="ctr">
                        <a:lnSpc>
                          <a:spcPct val="100000"/>
                        </a:lnSpc>
                        <a:spcBef>
                          <a:spcPts val="250"/>
                        </a:spcBef>
                      </a:pPr>
                      <a:r>
                        <a:rPr sz="1800" b="1" spc="-50" dirty="0">
                          <a:solidFill>
                            <a:srgbClr val="FF0000"/>
                          </a:solidFill>
                          <a:latin typeface="Calibri"/>
                          <a:cs typeface="Calibri"/>
                        </a:rPr>
                        <a:t>0</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DEBE0"/>
                    </a:solidFill>
                  </a:tcPr>
                </a:tc>
                <a:tc>
                  <a:txBody>
                    <a:bodyPr/>
                    <a:lstStyle/>
                    <a:p>
                      <a:pPr algn="ctr">
                        <a:lnSpc>
                          <a:spcPct val="100000"/>
                        </a:lnSpc>
                        <a:spcBef>
                          <a:spcPts val="250"/>
                        </a:spcBef>
                      </a:pPr>
                      <a:r>
                        <a:rPr sz="1800" b="1" spc="-50" dirty="0">
                          <a:solidFill>
                            <a:srgbClr val="FF0000"/>
                          </a:solidFill>
                          <a:latin typeface="Calibri"/>
                          <a:cs typeface="Calibri"/>
                        </a:rPr>
                        <a:t>1</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DEBE0"/>
                    </a:solidFill>
                  </a:tcPr>
                </a:tc>
                <a:tc>
                  <a:txBody>
                    <a:bodyPr/>
                    <a:lstStyle/>
                    <a:p>
                      <a:pPr marL="551180">
                        <a:lnSpc>
                          <a:spcPct val="100000"/>
                        </a:lnSpc>
                        <a:spcBef>
                          <a:spcPts val="250"/>
                        </a:spcBef>
                      </a:pPr>
                      <a:r>
                        <a:rPr sz="1800" b="1" spc="-50" dirty="0">
                          <a:solidFill>
                            <a:srgbClr val="FF0000"/>
                          </a:solidFill>
                          <a:latin typeface="Calibri"/>
                          <a:cs typeface="Calibri"/>
                        </a:rPr>
                        <a:t>0</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DEBE0"/>
                    </a:solidFill>
                  </a:tcPr>
                </a:tc>
                <a:tc>
                  <a:txBody>
                    <a:bodyPr/>
                    <a:lstStyle/>
                    <a:p>
                      <a:pPr marL="551815">
                        <a:lnSpc>
                          <a:spcPct val="100000"/>
                        </a:lnSpc>
                        <a:spcBef>
                          <a:spcPts val="250"/>
                        </a:spcBef>
                      </a:pPr>
                      <a:r>
                        <a:rPr sz="1800" b="1" spc="-50" dirty="0">
                          <a:solidFill>
                            <a:srgbClr val="FF0000"/>
                          </a:solidFill>
                          <a:latin typeface="Calibri"/>
                          <a:cs typeface="Calibri"/>
                        </a:rPr>
                        <a:t>0</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DEBE0"/>
                    </a:solidFill>
                  </a:tcPr>
                </a:tc>
                <a:tc>
                  <a:txBody>
                    <a:bodyPr/>
                    <a:lstStyle/>
                    <a:p>
                      <a:pPr marL="551815">
                        <a:lnSpc>
                          <a:spcPct val="100000"/>
                        </a:lnSpc>
                        <a:spcBef>
                          <a:spcPts val="250"/>
                        </a:spcBef>
                      </a:pPr>
                      <a:r>
                        <a:rPr sz="1800" b="1" spc="-50" dirty="0">
                          <a:solidFill>
                            <a:srgbClr val="FF0000"/>
                          </a:solidFill>
                          <a:latin typeface="Calibri"/>
                          <a:cs typeface="Calibri"/>
                        </a:rPr>
                        <a:t>1</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DEBE0"/>
                    </a:solidFill>
                  </a:tcPr>
                </a:tc>
                <a:extLst>
                  <a:ext uri="{0D108BD9-81ED-4DB2-BD59-A6C34878D82A}">
                    <a16:rowId xmlns:a16="http://schemas.microsoft.com/office/drawing/2014/main" val="10012"/>
                  </a:ext>
                </a:extLst>
              </a:tr>
              <a:tr h="370840">
                <a:tc>
                  <a:txBody>
                    <a:bodyPr/>
                    <a:lstStyle/>
                    <a:p>
                      <a:pPr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51180">
                        <a:lnSpc>
                          <a:spcPct val="100000"/>
                        </a:lnSpc>
                        <a:spcBef>
                          <a:spcPts val="245"/>
                        </a:spcBef>
                      </a:pPr>
                      <a:r>
                        <a:rPr sz="1800"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51815">
                        <a:lnSpc>
                          <a:spcPct val="100000"/>
                        </a:lnSpc>
                        <a:spcBef>
                          <a:spcPts val="245"/>
                        </a:spcBef>
                      </a:pPr>
                      <a:r>
                        <a:rPr sz="1800"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51815">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3"/>
                  </a:ext>
                </a:extLst>
              </a:tr>
              <a:tr h="370840">
                <a:tc>
                  <a:txBody>
                    <a:bodyPr/>
                    <a:lstStyle/>
                    <a:p>
                      <a:pPr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51180">
                        <a:lnSpc>
                          <a:spcPct val="100000"/>
                        </a:lnSpc>
                        <a:spcBef>
                          <a:spcPts val="245"/>
                        </a:spcBef>
                      </a:pPr>
                      <a:r>
                        <a:rPr sz="1800" spc="-5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51815">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51815">
                        <a:lnSpc>
                          <a:spcPct val="100000"/>
                        </a:lnSpc>
                        <a:spcBef>
                          <a:spcPts val="245"/>
                        </a:spcBef>
                      </a:pPr>
                      <a:r>
                        <a:rPr sz="1800" spc="-50" dirty="0">
                          <a:latin typeface="Calibri"/>
                          <a:cs typeface="Calibri"/>
                        </a:rPr>
                        <a:t>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4"/>
                  </a:ext>
                </a:extLst>
              </a:tr>
              <a:tr h="370840">
                <a:tc>
                  <a:txBody>
                    <a:bodyPr/>
                    <a:lstStyle/>
                    <a:p>
                      <a:pPr algn="ctr">
                        <a:lnSpc>
                          <a:spcPct val="100000"/>
                        </a:lnSpc>
                        <a:spcBef>
                          <a:spcPts val="250"/>
                        </a:spcBef>
                      </a:pPr>
                      <a:r>
                        <a:rPr sz="1800" spc="-50" dirty="0">
                          <a:latin typeface="Calibri"/>
                          <a:cs typeface="Calibri"/>
                        </a:rPr>
                        <a:t>0</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0"/>
                        </a:spcBef>
                      </a:pPr>
                      <a:r>
                        <a:rPr sz="1800" spc="-50" dirty="0">
                          <a:latin typeface="Calibri"/>
                          <a:cs typeface="Calibri"/>
                        </a:rPr>
                        <a:t>0</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51180">
                        <a:lnSpc>
                          <a:spcPct val="100000"/>
                        </a:lnSpc>
                        <a:spcBef>
                          <a:spcPts val="250"/>
                        </a:spcBef>
                      </a:pPr>
                      <a:r>
                        <a:rPr sz="1800" spc="-50" dirty="0">
                          <a:latin typeface="Calibri"/>
                          <a:cs typeface="Calibri"/>
                        </a:rPr>
                        <a:t>0</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51815">
                        <a:lnSpc>
                          <a:spcPct val="100000"/>
                        </a:lnSpc>
                        <a:spcBef>
                          <a:spcPts val="250"/>
                        </a:spcBef>
                      </a:pPr>
                      <a:r>
                        <a:rPr sz="1800" spc="-50" dirty="0">
                          <a:latin typeface="Calibri"/>
                          <a:cs typeface="Calibri"/>
                        </a:rPr>
                        <a:t>1</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51815">
                        <a:lnSpc>
                          <a:spcPct val="100000"/>
                        </a:lnSpc>
                        <a:spcBef>
                          <a:spcPts val="250"/>
                        </a:spcBef>
                      </a:pPr>
                      <a:r>
                        <a:rPr sz="1800" spc="-50" dirty="0">
                          <a:latin typeface="Calibri"/>
                          <a:cs typeface="Calibri"/>
                        </a:rPr>
                        <a:t>0</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5"/>
                  </a:ext>
                </a:extLst>
              </a:tr>
              <a:tr h="370205">
                <a:tc>
                  <a:txBody>
                    <a:bodyPr/>
                    <a:lstStyle/>
                    <a:p>
                      <a:pPr algn="ctr">
                        <a:lnSpc>
                          <a:spcPct val="100000"/>
                        </a:lnSpc>
                        <a:spcBef>
                          <a:spcPts val="250"/>
                        </a:spcBef>
                      </a:pPr>
                      <a:r>
                        <a:rPr sz="1800" spc="-50" dirty="0">
                          <a:latin typeface="Calibri"/>
                          <a:cs typeface="Calibri"/>
                        </a:rPr>
                        <a:t>0</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0"/>
                        </a:spcBef>
                      </a:pPr>
                      <a:r>
                        <a:rPr sz="1800" spc="-50" dirty="0">
                          <a:latin typeface="Calibri"/>
                          <a:cs typeface="Calibri"/>
                        </a:rPr>
                        <a:t>0</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51180">
                        <a:lnSpc>
                          <a:spcPct val="100000"/>
                        </a:lnSpc>
                        <a:spcBef>
                          <a:spcPts val="250"/>
                        </a:spcBef>
                      </a:pPr>
                      <a:r>
                        <a:rPr sz="1800" spc="-50" dirty="0">
                          <a:latin typeface="Calibri"/>
                          <a:cs typeface="Calibri"/>
                        </a:rPr>
                        <a:t>0</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51815">
                        <a:lnSpc>
                          <a:spcPct val="100000"/>
                        </a:lnSpc>
                        <a:spcBef>
                          <a:spcPts val="250"/>
                        </a:spcBef>
                      </a:pPr>
                      <a:r>
                        <a:rPr sz="1800" spc="-50" dirty="0">
                          <a:latin typeface="Calibri"/>
                          <a:cs typeface="Calibri"/>
                        </a:rPr>
                        <a:t>0</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51815">
                        <a:lnSpc>
                          <a:spcPct val="100000"/>
                        </a:lnSpc>
                        <a:spcBef>
                          <a:spcPts val="250"/>
                        </a:spcBef>
                      </a:pPr>
                      <a:r>
                        <a:rPr sz="1800" spc="-50" dirty="0">
                          <a:latin typeface="Calibri"/>
                          <a:cs typeface="Calibri"/>
                        </a:rPr>
                        <a:t>0</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6"/>
                  </a:ext>
                </a:extLst>
              </a:tr>
            </a:tbl>
          </a:graphicData>
        </a:graphic>
      </p:graphicFrame>
    </p:spTree>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34340" y="391413"/>
            <a:ext cx="8170545" cy="5407025"/>
          </a:xfrm>
          <a:prstGeom prst="rect">
            <a:avLst/>
          </a:prstGeom>
        </p:spPr>
        <p:txBody>
          <a:bodyPr vert="horz" wrap="square" lIns="0" tIns="12065" rIns="0" bIns="0" rtlCol="0">
            <a:spAutoFit/>
          </a:bodyPr>
          <a:lstStyle/>
          <a:p>
            <a:pPr marL="38100" marR="30480" algn="just">
              <a:lnSpc>
                <a:spcPct val="100000"/>
              </a:lnSpc>
              <a:spcBef>
                <a:spcPts val="95"/>
              </a:spcBef>
            </a:pPr>
            <a:r>
              <a:rPr sz="2800" b="1" dirty="0">
                <a:latin typeface="Calibri"/>
                <a:cs typeface="Calibri"/>
              </a:rPr>
              <a:t>4.4.2</a:t>
            </a:r>
            <a:r>
              <a:rPr sz="2800" b="1" spc="-15" dirty="0">
                <a:latin typeface="Calibri"/>
                <a:cs typeface="Calibri"/>
              </a:rPr>
              <a:t> </a:t>
            </a:r>
            <a:r>
              <a:rPr sz="2800" b="1" dirty="0">
                <a:latin typeface="Calibri"/>
                <a:cs typeface="Calibri"/>
              </a:rPr>
              <a:t>Định</a:t>
            </a:r>
            <a:r>
              <a:rPr sz="2800" b="1" spc="-25" dirty="0">
                <a:latin typeface="Calibri"/>
                <a:cs typeface="Calibri"/>
              </a:rPr>
              <a:t> </a:t>
            </a:r>
            <a:r>
              <a:rPr sz="2800" b="1" dirty="0">
                <a:latin typeface="Calibri"/>
                <a:cs typeface="Calibri"/>
              </a:rPr>
              <a:t>lý</a:t>
            </a:r>
            <a:r>
              <a:rPr sz="2800" b="1" spc="-30" dirty="0">
                <a:latin typeface="Calibri"/>
                <a:cs typeface="Calibri"/>
              </a:rPr>
              <a:t> </a:t>
            </a:r>
            <a:r>
              <a:rPr sz="2800" b="1" dirty="0">
                <a:latin typeface="Calibri"/>
                <a:cs typeface="Calibri"/>
              </a:rPr>
              <a:t>:</a:t>
            </a:r>
            <a:r>
              <a:rPr sz="2800" b="1" spc="-30" dirty="0">
                <a:latin typeface="Calibri"/>
                <a:cs typeface="Calibri"/>
              </a:rPr>
              <a:t> </a:t>
            </a:r>
            <a:r>
              <a:rPr sz="2800" dirty="0">
                <a:latin typeface="Calibri"/>
                <a:cs typeface="Calibri"/>
              </a:rPr>
              <a:t>Cho</a:t>
            </a:r>
            <a:r>
              <a:rPr sz="2800" spc="-30" dirty="0">
                <a:latin typeface="Calibri"/>
                <a:cs typeface="Calibri"/>
              </a:rPr>
              <a:t> </a:t>
            </a:r>
            <a:r>
              <a:rPr sz="2800" dirty="0">
                <a:latin typeface="Calibri"/>
                <a:cs typeface="Calibri"/>
              </a:rPr>
              <a:t>f</a:t>
            </a:r>
            <a:r>
              <a:rPr sz="2800" spc="-40" dirty="0">
                <a:latin typeface="Calibri"/>
                <a:cs typeface="Calibri"/>
              </a:rPr>
              <a:t> </a:t>
            </a:r>
            <a:r>
              <a:rPr sz="2800" dirty="0">
                <a:latin typeface="Calibri"/>
                <a:cs typeface="Calibri"/>
              </a:rPr>
              <a:t>là</a:t>
            </a:r>
            <a:r>
              <a:rPr sz="2800" spc="-35" dirty="0">
                <a:latin typeface="Calibri"/>
                <a:cs typeface="Calibri"/>
              </a:rPr>
              <a:t> </a:t>
            </a:r>
            <a:r>
              <a:rPr sz="2800" dirty="0">
                <a:latin typeface="Calibri"/>
                <a:cs typeface="Calibri"/>
              </a:rPr>
              <a:t>hàm</a:t>
            </a:r>
            <a:r>
              <a:rPr sz="2800" spc="-25" dirty="0">
                <a:latin typeface="Calibri"/>
                <a:cs typeface="Calibri"/>
              </a:rPr>
              <a:t> </a:t>
            </a:r>
            <a:r>
              <a:rPr sz="2800" dirty="0">
                <a:latin typeface="Calibri"/>
                <a:cs typeface="Calibri"/>
              </a:rPr>
              <a:t>Bool</a:t>
            </a:r>
            <a:r>
              <a:rPr sz="2800" spc="-30" dirty="0">
                <a:latin typeface="Calibri"/>
                <a:cs typeface="Calibri"/>
              </a:rPr>
              <a:t> </a:t>
            </a:r>
            <a:r>
              <a:rPr sz="2800" dirty="0">
                <a:latin typeface="Calibri"/>
                <a:cs typeface="Calibri"/>
              </a:rPr>
              <a:t>4</a:t>
            </a:r>
            <a:r>
              <a:rPr sz="2800" spc="-25" dirty="0">
                <a:latin typeface="Calibri"/>
                <a:cs typeface="Calibri"/>
              </a:rPr>
              <a:t> </a:t>
            </a:r>
            <a:r>
              <a:rPr sz="2800" dirty="0">
                <a:latin typeface="Calibri"/>
                <a:cs typeface="Calibri"/>
              </a:rPr>
              <a:t>biến.</a:t>
            </a:r>
            <a:r>
              <a:rPr sz="2800" spc="-15" dirty="0">
                <a:latin typeface="Calibri"/>
                <a:cs typeface="Calibri"/>
              </a:rPr>
              <a:t> </a:t>
            </a:r>
            <a:r>
              <a:rPr sz="2800" spc="-40" dirty="0">
                <a:latin typeface="Calibri"/>
                <a:cs typeface="Calibri"/>
              </a:rPr>
              <a:t>Tại</a:t>
            </a:r>
            <a:r>
              <a:rPr sz="2800" spc="-45" dirty="0">
                <a:latin typeface="Calibri"/>
                <a:cs typeface="Calibri"/>
              </a:rPr>
              <a:t> </a:t>
            </a:r>
            <a:r>
              <a:rPr sz="2800" dirty="0">
                <a:latin typeface="Calibri"/>
                <a:cs typeface="Calibri"/>
              </a:rPr>
              <a:t>các</a:t>
            </a:r>
            <a:r>
              <a:rPr sz="2800" spc="-30" dirty="0">
                <a:latin typeface="Calibri"/>
                <a:cs typeface="Calibri"/>
              </a:rPr>
              <a:t> </a:t>
            </a:r>
            <a:r>
              <a:rPr sz="2800" dirty="0">
                <a:latin typeface="Calibri"/>
                <a:cs typeface="Calibri"/>
              </a:rPr>
              <a:t>bộ</a:t>
            </a:r>
            <a:r>
              <a:rPr sz="2800" spc="-25" dirty="0">
                <a:latin typeface="Calibri"/>
                <a:cs typeface="Calibri"/>
              </a:rPr>
              <a:t> </a:t>
            </a:r>
            <a:r>
              <a:rPr sz="2800" dirty="0">
                <a:latin typeface="Calibri"/>
                <a:cs typeface="Calibri"/>
              </a:rPr>
              <a:t>giá</a:t>
            </a:r>
            <a:r>
              <a:rPr sz="2800" spc="-40" dirty="0">
                <a:latin typeface="Calibri"/>
                <a:cs typeface="Calibri"/>
              </a:rPr>
              <a:t> </a:t>
            </a:r>
            <a:r>
              <a:rPr sz="2800" spc="-25" dirty="0">
                <a:latin typeface="Calibri"/>
                <a:cs typeface="Calibri"/>
              </a:rPr>
              <a:t>trị </a:t>
            </a:r>
            <a:r>
              <a:rPr sz="2800" dirty="0">
                <a:latin typeface="Calibri"/>
                <a:cs typeface="Calibri"/>
              </a:rPr>
              <a:t>A</a:t>
            </a:r>
            <a:r>
              <a:rPr sz="2775" baseline="-21021" dirty="0">
                <a:latin typeface="Calibri"/>
                <a:cs typeface="Calibri"/>
              </a:rPr>
              <a:t>i</a:t>
            </a:r>
            <a:r>
              <a:rPr sz="2775" spc="-30" baseline="-21021"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(a</a:t>
            </a:r>
            <a:r>
              <a:rPr sz="2775" baseline="-21021" dirty="0">
                <a:latin typeface="Calibri"/>
                <a:cs typeface="Calibri"/>
              </a:rPr>
              <a:t>i</a:t>
            </a:r>
            <a:r>
              <a:rPr sz="2800" dirty="0">
                <a:latin typeface="Calibri"/>
                <a:cs typeface="Calibri"/>
              </a:rPr>
              <a:t>,</a:t>
            </a:r>
            <a:r>
              <a:rPr sz="2800" spc="-35" dirty="0">
                <a:latin typeface="Calibri"/>
                <a:cs typeface="Calibri"/>
              </a:rPr>
              <a:t> </a:t>
            </a:r>
            <a:r>
              <a:rPr sz="2800" dirty="0">
                <a:latin typeface="Calibri"/>
                <a:cs typeface="Calibri"/>
              </a:rPr>
              <a:t>b</a:t>
            </a:r>
            <a:r>
              <a:rPr sz="2775" baseline="-21021" dirty="0">
                <a:latin typeface="Calibri"/>
                <a:cs typeface="Calibri"/>
              </a:rPr>
              <a:t>i</a:t>
            </a:r>
            <a:r>
              <a:rPr sz="2800" dirty="0">
                <a:latin typeface="Calibri"/>
                <a:cs typeface="Calibri"/>
              </a:rPr>
              <a:t>,</a:t>
            </a:r>
            <a:r>
              <a:rPr sz="2800" spc="-15" dirty="0">
                <a:latin typeface="Calibri"/>
                <a:cs typeface="Calibri"/>
              </a:rPr>
              <a:t> </a:t>
            </a:r>
            <a:r>
              <a:rPr sz="2800" dirty="0">
                <a:latin typeface="Calibri"/>
                <a:cs typeface="Calibri"/>
              </a:rPr>
              <a:t>c</a:t>
            </a:r>
            <a:r>
              <a:rPr sz="2775" baseline="-21021" dirty="0">
                <a:latin typeface="Calibri"/>
                <a:cs typeface="Calibri"/>
              </a:rPr>
              <a:t>i</a:t>
            </a:r>
            <a:r>
              <a:rPr sz="2800" dirty="0">
                <a:latin typeface="Calibri"/>
                <a:cs typeface="Calibri"/>
              </a:rPr>
              <a:t>,</a:t>
            </a:r>
            <a:r>
              <a:rPr sz="2800" spc="-25" dirty="0">
                <a:latin typeface="Calibri"/>
                <a:cs typeface="Calibri"/>
              </a:rPr>
              <a:t> </a:t>
            </a:r>
            <a:r>
              <a:rPr sz="2800" dirty="0">
                <a:latin typeface="Calibri"/>
                <a:cs typeface="Calibri"/>
              </a:rPr>
              <a:t>d</a:t>
            </a:r>
            <a:r>
              <a:rPr sz="2775" baseline="-21021" dirty="0">
                <a:latin typeface="Calibri"/>
                <a:cs typeface="Calibri"/>
              </a:rPr>
              <a:t>i</a:t>
            </a:r>
            <a:r>
              <a:rPr sz="2800" dirty="0">
                <a:latin typeface="Calibri"/>
                <a:cs typeface="Calibri"/>
              </a:rPr>
              <a:t>)</a:t>
            </a:r>
            <a:r>
              <a:rPr sz="2800" spc="-25"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i=1,2,</a:t>
            </a:r>
            <a:r>
              <a:rPr sz="2800" spc="5"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k,</a:t>
            </a:r>
            <a:r>
              <a:rPr sz="2800" spc="-15" dirty="0">
                <a:latin typeface="Calibri"/>
                <a:cs typeface="Calibri"/>
              </a:rPr>
              <a:t> </a:t>
            </a:r>
            <a:r>
              <a:rPr sz="2800" dirty="0">
                <a:latin typeface="Calibri"/>
                <a:cs typeface="Calibri"/>
              </a:rPr>
              <a:t>mà</a:t>
            </a:r>
            <a:r>
              <a:rPr sz="2800" spc="-30" dirty="0">
                <a:latin typeface="Calibri"/>
                <a:cs typeface="Calibri"/>
              </a:rPr>
              <a:t> </a:t>
            </a:r>
            <a:r>
              <a:rPr sz="2800" dirty="0">
                <a:latin typeface="Calibri"/>
                <a:cs typeface="Calibri"/>
              </a:rPr>
              <a:t>f</a:t>
            </a:r>
            <a:r>
              <a:rPr sz="2800" spc="-20" dirty="0">
                <a:latin typeface="Calibri"/>
                <a:cs typeface="Calibri"/>
              </a:rPr>
              <a:t> </a:t>
            </a:r>
            <a:r>
              <a:rPr sz="2800" dirty="0">
                <a:latin typeface="Calibri"/>
                <a:cs typeface="Calibri"/>
              </a:rPr>
              <a:t>có</a:t>
            </a:r>
            <a:r>
              <a:rPr sz="2800" spc="-30" dirty="0">
                <a:latin typeface="Calibri"/>
                <a:cs typeface="Calibri"/>
              </a:rPr>
              <a:t> </a:t>
            </a:r>
            <a:r>
              <a:rPr sz="2800" dirty="0">
                <a:latin typeface="Calibri"/>
                <a:cs typeface="Calibri"/>
              </a:rPr>
              <a:t>giá</a:t>
            </a:r>
            <a:r>
              <a:rPr sz="2800" spc="-35" dirty="0">
                <a:latin typeface="Calibri"/>
                <a:cs typeface="Calibri"/>
              </a:rPr>
              <a:t> </a:t>
            </a:r>
            <a:r>
              <a:rPr sz="2800" dirty="0">
                <a:latin typeface="Calibri"/>
                <a:cs typeface="Calibri"/>
              </a:rPr>
              <a:t>trị</a:t>
            </a:r>
            <a:r>
              <a:rPr sz="2800" spc="-25" dirty="0">
                <a:latin typeface="Calibri"/>
                <a:cs typeface="Calibri"/>
              </a:rPr>
              <a:t> </a:t>
            </a:r>
            <a:r>
              <a:rPr sz="2800" dirty="0">
                <a:latin typeface="Calibri"/>
                <a:cs typeface="Calibri"/>
              </a:rPr>
              <a:t>1</a:t>
            </a:r>
            <a:r>
              <a:rPr sz="2800" spc="-30" dirty="0">
                <a:latin typeface="Calibri"/>
                <a:cs typeface="Calibri"/>
              </a:rPr>
              <a:t> </a:t>
            </a:r>
            <a:r>
              <a:rPr sz="2800" dirty="0">
                <a:latin typeface="Calibri"/>
                <a:cs typeface="Calibri"/>
              </a:rPr>
              <a:t>ta</a:t>
            </a:r>
            <a:r>
              <a:rPr sz="2800" spc="-25" dirty="0">
                <a:latin typeface="Calibri"/>
                <a:cs typeface="Calibri"/>
              </a:rPr>
              <a:t> </a:t>
            </a:r>
            <a:r>
              <a:rPr sz="2800" dirty="0">
                <a:latin typeface="Calibri"/>
                <a:cs typeface="Calibri"/>
              </a:rPr>
              <a:t>xây</a:t>
            </a:r>
            <a:r>
              <a:rPr sz="2800" spc="-30" dirty="0">
                <a:latin typeface="Calibri"/>
                <a:cs typeface="Calibri"/>
              </a:rPr>
              <a:t> </a:t>
            </a:r>
            <a:r>
              <a:rPr sz="2800" spc="-20" dirty="0">
                <a:latin typeface="Calibri"/>
                <a:cs typeface="Calibri"/>
              </a:rPr>
              <a:t>dựng </a:t>
            </a:r>
            <a:r>
              <a:rPr sz="2800" dirty="0">
                <a:latin typeface="Calibri"/>
                <a:cs typeface="Calibri"/>
              </a:rPr>
              <a:t>biểu</a:t>
            </a:r>
            <a:r>
              <a:rPr sz="2800" spc="-40" dirty="0">
                <a:latin typeface="Calibri"/>
                <a:cs typeface="Calibri"/>
              </a:rPr>
              <a:t> </a:t>
            </a:r>
            <a:r>
              <a:rPr sz="2800" dirty="0">
                <a:latin typeface="Calibri"/>
                <a:cs typeface="Calibri"/>
              </a:rPr>
              <a:t>thức</a:t>
            </a:r>
            <a:r>
              <a:rPr sz="2800" spc="-40" dirty="0">
                <a:latin typeface="Calibri"/>
                <a:cs typeface="Calibri"/>
              </a:rPr>
              <a:t> </a:t>
            </a:r>
            <a:r>
              <a:rPr sz="2800" dirty="0">
                <a:latin typeface="Calibri"/>
                <a:cs typeface="Calibri"/>
              </a:rPr>
              <a:t>Bool</a:t>
            </a:r>
            <a:r>
              <a:rPr sz="2800" spc="-45" dirty="0">
                <a:latin typeface="Calibri"/>
                <a:cs typeface="Calibri"/>
              </a:rPr>
              <a:t> </a:t>
            </a:r>
            <a:r>
              <a:rPr sz="2800" dirty="0">
                <a:latin typeface="Calibri"/>
                <a:cs typeface="Calibri"/>
              </a:rPr>
              <a:t>như</a:t>
            </a:r>
            <a:r>
              <a:rPr sz="2800" spc="-40" dirty="0">
                <a:latin typeface="Calibri"/>
                <a:cs typeface="Calibri"/>
              </a:rPr>
              <a:t> </a:t>
            </a:r>
            <a:r>
              <a:rPr sz="2800" dirty="0">
                <a:latin typeface="Calibri"/>
                <a:cs typeface="Calibri"/>
              </a:rPr>
              <a:t>sau</a:t>
            </a:r>
            <a:r>
              <a:rPr sz="2800" spc="-45" dirty="0">
                <a:latin typeface="Calibri"/>
                <a:cs typeface="Calibri"/>
              </a:rPr>
              <a:t> </a:t>
            </a:r>
            <a:r>
              <a:rPr sz="2800" spc="-50" dirty="0">
                <a:latin typeface="Calibri"/>
                <a:cs typeface="Calibri"/>
              </a:rPr>
              <a:t>:</a:t>
            </a:r>
            <a:endParaRPr sz="2800">
              <a:latin typeface="Calibri"/>
              <a:cs typeface="Calibri"/>
            </a:endParaRPr>
          </a:p>
          <a:p>
            <a:pPr marL="3249295" algn="just">
              <a:lnSpc>
                <a:spcPct val="100000"/>
              </a:lnSpc>
              <a:spcBef>
                <a:spcPts val="670"/>
              </a:spcBef>
            </a:pPr>
            <a:r>
              <a:rPr sz="2800" dirty="0">
                <a:latin typeface="Calibri"/>
                <a:cs typeface="Calibri"/>
              </a:rPr>
              <a:t>m</a:t>
            </a:r>
            <a:r>
              <a:rPr sz="2775" baseline="-21021" dirty="0">
                <a:latin typeface="Calibri"/>
                <a:cs typeface="Calibri"/>
              </a:rPr>
              <a:t>i</a:t>
            </a:r>
            <a:r>
              <a:rPr sz="2775" spc="284" baseline="-21021" dirty="0">
                <a:latin typeface="Calibri"/>
                <a:cs typeface="Calibri"/>
              </a:rPr>
              <a:t> </a:t>
            </a:r>
            <a:r>
              <a:rPr sz="2800" dirty="0">
                <a:latin typeface="Calibri"/>
                <a:cs typeface="Calibri"/>
              </a:rPr>
              <a:t>=</a:t>
            </a:r>
            <a:r>
              <a:rPr sz="2800" spc="-10" dirty="0">
                <a:latin typeface="Calibri"/>
                <a:cs typeface="Calibri"/>
              </a:rPr>
              <a:t> x</a:t>
            </a:r>
            <a:r>
              <a:rPr sz="2775" spc="-15" baseline="-21021" dirty="0">
                <a:latin typeface="Calibri"/>
                <a:cs typeface="Calibri"/>
              </a:rPr>
              <a:t>1</a:t>
            </a:r>
            <a:r>
              <a:rPr sz="2800" spc="-10" dirty="0">
                <a:latin typeface="Calibri"/>
                <a:cs typeface="Calibri"/>
              </a:rPr>
              <a:t>x</a:t>
            </a:r>
            <a:r>
              <a:rPr sz="2775" spc="-15" baseline="-21021" dirty="0">
                <a:latin typeface="Calibri"/>
                <a:cs typeface="Calibri"/>
              </a:rPr>
              <a:t>2</a:t>
            </a:r>
            <a:r>
              <a:rPr sz="2800" spc="-10" dirty="0">
                <a:latin typeface="Calibri"/>
                <a:cs typeface="Calibri"/>
              </a:rPr>
              <a:t>x</a:t>
            </a:r>
            <a:r>
              <a:rPr sz="2775" spc="-15" baseline="-21021" dirty="0">
                <a:latin typeface="Calibri"/>
                <a:cs typeface="Calibri"/>
              </a:rPr>
              <a:t>3</a:t>
            </a:r>
            <a:r>
              <a:rPr sz="2800" spc="-10" dirty="0">
                <a:latin typeface="Calibri"/>
                <a:cs typeface="Calibri"/>
              </a:rPr>
              <a:t>x</a:t>
            </a:r>
            <a:r>
              <a:rPr sz="2775" spc="-15" baseline="-21021" dirty="0">
                <a:latin typeface="Calibri"/>
                <a:cs typeface="Calibri"/>
              </a:rPr>
              <a:t>4</a:t>
            </a:r>
            <a:endParaRPr sz="2775" baseline="-21021">
              <a:latin typeface="Calibri"/>
              <a:cs typeface="Calibri"/>
            </a:endParaRPr>
          </a:p>
          <a:p>
            <a:pPr marL="38100">
              <a:lnSpc>
                <a:spcPct val="100000"/>
              </a:lnSpc>
              <a:spcBef>
                <a:spcPts val="675"/>
              </a:spcBef>
            </a:pPr>
            <a:r>
              <a:rPr sz="2800" spc="-25" dirty="0">
                <a:latin typeface="Calibri"/>
                <a:cs typeface="Calibri"/>
              </a:rPr>
              <a:t>Với</a:t>
            </a:r>
            <a:endParaRPr sz="2800">
              <a:latin typeface="Calibri"/>
              <a:cs typeface="Calibri"/>
            </a:endParaRPr>
          </a:p>
          <a:p>
            <a:pPr marL="228600" indent="-190500">
              <a:lnSpc>
                <a:spcPct val="100000"/>
              </a:lnSpc>
              <a:spcBef>
                <a:spcPts val="685"/>
              </a:spcBef>
              <a:buChar char="-"/>
              <a:tabLst>
                <a:tab pos="228600" algn="l"/>
              </a:tabLst>
            </a:pPr>
            <a:r>
              <a:rPr sz="2800" dirty="0">
                <a:latin typeface="Calibri"/>
                <a:cs typeface="Calibri"/>
              </a:rPr>
              <a:t>x</a:t>
            </a:r>
            <a:r>
              <a:rPr sz="2775" baseline="-21021" dirty="0">
                <a:latin typeface="Calibri"/>
                <a:cs typeface="Calibri"/>
              </a:rPr>
              <a:t>1</a:t>
            </a:r>
            <a:r>
              <a:rPr sz="2775" spc="270" baseline="-21021" dirty="0">
                <a:latin typeface="Calibri"/>
                <a:cs typeface="Calibri"/>
              </a:rPr>
              <a:t> </a:t>
            </a:r>
            <a:r>
              <a:rPr sz="2800" dirty="0">
                <a:latin typeface="Calibri"/>
                <a:cs typeface="Calibri"/>
              </a:rPr>
              <a:t>là</a:t>
            </a:r>
            <a:r>
              <a:rPr sz="2800" spc="-20" dirty="0">
                <a:latin typeface="Calibri"/>
                <a:cs typeface="Calibri"/>
              </a:rPr>
              <a:t> </a:t>
            </a:r>
            <a:r>
              <a:rPr sz="2800" dirty="0">
                <a:latin typeface="Calibri"/>
                <a:cs typeface="Calibri"/>
              </a:rPr>
              <a:t>x</a:t>
            </a:r>
            <a:r>
              <a:rPr sz="2800" spc="-15" dirty="0">
                <a:latin typeface="Calibri"/>
                <a:cs typeface="Calibri"/>
              </a:rPr>
              <a:t> </a:t>
            </a:r>
            <a:r>
              <a:rPr sz="2800" dirty="0">
                <a:latin typeface="Calibri"/>
                <a:cs typeface="Calibri"/>
              </a:rPr>
              <a:t>nếu</a:t>
            </a:r>
            <a:r>
              <a:rPr sz="2800" spc="5" dirty="0">
                <a:latin typeface="Calibri"/>
                <a:cs typeface="Calibri"/>
              </a:rPr>
              <a:t> </a:t>
            </a:r>
            <a:r>
              <a:rPr sz="2800" dirty="0">
                <a:latin typeface="Calibri"/>
                <a:cs typeface="Calibri"/>
              </a:rPr>
              <a:t>a</a:t>
            </a:r>
            <a:r>
              <a:rPr sz="2775" baseline="-21021" dirty="0">
                <a:latin typeface="Calibri"/>
                <a:cs typeface="Calibri"/>
              </a:rPr>
              <a:t>i</a:t>
            </a:r>
            <a:r>
              <a:rPr sz="2775" spc="292" baseline="-21021" dirty="0">
                <a:latin typeface="Calibri"/>
                <a:cs typeface="Calibri"/>
              </a:rPr>
              <a:t> </a:t>
            </a:r>
            <a:r>
              <a:rPr sz="2800" dirty="0">
                <a:latin typeface="Calibri"/>
                <a:cs typeface="Calibri"/>
              </a:rPr>
              <a:t>= 1, x</a:t>
            </a:r>
            <a:r>
              <a:rPr sz="2775" baseline="-21021" dirty="0">
                <a:latin typeface="Calibri"/>
                <a:cs typeface="Calibri"/>
              </a:rPr>
              <a:t>1</a:t>
            </a:r>
            <a:r>
              <a:rPr sz="2775" spc="292" baseline="-21021" dirty="0">
                <a:latin typeface="Calibri"/>
                <a:cs typeface="Calibri"/>
              </a:rPr>
              <a:t> </a:t>
            </a:r>
            <a:r>
              <a:rPr sz="2800" dirty="0">
                <a:latin typeface="Calibri"/>
                <a:cs typeface="Calibri"/>
              </a:rPr>
              <a:t>là</a:t>
            </a:r>
            <a:r>
              <a:rPr sz="2800" spc="-15" dirty="0">
                <a:latin typeface="Calibri"/>
                <a:cs typeface="Calibri"/>
              </a:rPr>
              <a:t> </a:t>
            </a:r>
            <a:r>
              <a:rPr sz="2800" spc="-1555" dirty="0">
                <a:latin typeface="Cambria Math"/>
                <a:cs typeface="Cambria Math"/>
              </a:rPr>
              <a:t>xത</a:t>
            </a:r>
            <a:r>
              <a:rPr sz="2800" spc="100" dirty="0">
                <a:latin typeface="Cambria Math"/>
                <a:cs typeface="Cambria Math"/>
              </a:rPr>
              <a:t> </a:t>
            </a:r>
            <a:r>
              <a:rPr sz="2800" dirty="0">
                <a:latin typeface="Calibri"/>
                <a:cs typeface="Calibri"/>
              </a:rPr>
              <a:t>nếu a</a:t>
            </a:r>
            <a:r>
              <a:rPr sz="2775" baseline="-21021" dirty="0">
                <a:latin typeface="Calibri"/>
                <a:cs typeface="Calibri"/>
              </a:rPr>
              <a:t>i</a:t>
            </a:r>
            <a:r>
              <a:rPr sz="2800" dirty="0">
                <a:latin typeface="Calibri"/>
                <a:cs typeface="Calibri"/>
              </a:rPr>
              <a:t>=</a:t>
            </a:r>
            <a:r>
              <a:rPr sz="2800" spc="-20" dirty="0">
                <a:latin typeface="Calibri"/>
                <a:cs typeface="Calibri"/>
              </a:rPr>
              <a:t> </a:t>
            </a:r>
            <a:r>
              <a:rPr sz="2800" spc="-25" dirty="0">
                <a:latin typeface="Calibri"/>
                <a:cs typeface="Calibri"/>
              </a:rPr>
              <a:t>0.</a:t>
            </a:r>
            <a:endParaRPr sz="2800">
              <a:latin typeface="Calibri"/>
              <a:cs typeface="Calibri"/>
            </a:endParaRPr>
          </a:p>
          <a:p>
            <a:pPr marL="228600" indent="-190500">
              <a:lnSpc>
                <a:spcPct val="100000"/>
              </a:lnSpc>
              <a:spcBef>
                <a:spcPts val="675"/>
              </a:spcBef>
              <a:buChar char="-"/>
              <a:tabLst>
                <a:tab pos="228600" algn="l"/>
              </a:tabLst>
            </a:pPr>
            <a:r>
              <a:rPr sz="2800" dirty="0">
                <a:latin typeface="Calibri"/>
                <a:cs typeface="Calibri"/>
              </a:rPr>
              <a:t>x</a:t>
            </a:r>
            <a:r>
              <a:rPr sz="2775" baseline="-21021" dirty="0">
                <a:latin typeface="Calibri"/>
                <a:cs typeface="Calibri"/>
              </a:rPr>
              <a:t>2</a:t>
            </a:r>
            <a:r>
              <a:rPr sz="2775" spc="247" baseline="-21021" dirty="0">
                <a:latin typeface="Calibri"/>
                <a:cs typeface="Calibri"/>
              </a:rPr>
              <a:t> </a:t>
            </a:r>
            <a:r>
              <a:rPr sz="2800" dirty="0">
                <a:latin typeface="Calibri"/>
                <a:cs typeface="Calibri"/>
              </a:rPr>
              <a:t>là</a:t>
            </a:r>
            <a:r>
              <a:rPr sz="2800" spc="-20" dirty="0">
                <a:latin typeface="Calibri"/>
                <a:cs typeface="Calibri"/>
              </a:rPr>
              <a:t> </a:t>
            </a:r>
            <a:r>
              <a:rPr sz="2800" dirty="0">
                <a:latin typeface="Calibri"/>
                <a:cs typeface="Calibri"/>
              </a:rPr>
              <a:t>y</a:t>
            </a:r>
            <a:r>
              <a:rPr sz="2800" spc="-20" dirty="0">
                <a:latin typeface="Calibri"/>
                <a:cs typeface="Calibri"/>
              </a:rPr>
              <a:t> </a:t>
            </a:r>
            <a:r>
              <a:rPr sz="2800" dirty="0">
                <a:latin typeface="Calibri"/>
                <a:cs typeface="Calibri"/>
              </a:rPr>
              <a:t>nếu</a:t>
            </a:r>
            <a:r>
              <a:rPr sz="2800" spc="5" dirty="0">
                <a:latin typeface="Calibri"/>
                <a:cs typeface="Calibri"/>
              </a:rPr>
              <a:t> </a:t>
            </a:r>
            <a:r>
              <a:rPr sz="2800" dirty="0">
                <a:latin typeface="Calibri"/>
                <a:cs typeface="Calibri"/>
              </a:rPr>
              <a:t>b</a:t>
            </a:r>
            <a:r>
              <a:rPr sz="2775" baseline="-21021" dirty="0">
                <a:latin typeface="Calibri"/>
                <a:cs typeface="Calibri"/>
              </a:rPr>
              <a:t>i</a:t>
            </a:r>
            <a:r>
              <a:rPr sz="2800" dirty="0">
                <a:latin typeface="Calibri"/>
                <a:cs typeface="Calibri"/>
              </a:rPr>
              <a:t>=</a:t>
            </a:r>
            <a:r>
              <a:rPr sz="2800" spc="-10" dirty="0">
                <a:latin typeface="Calibri"/>
                <a:cs typeface="Calibri"/>
              </a:rPr>
              <a:t> </a:t>
            </a:r>
            <a:r>
              <a:rPr sz="2800" dirty="0">
                <a:latin typeface="Calibri"/>
                <a:cs typeface="Calibri"/>
              </a:rPr>
              <a:t>1, x</a:t>
            </a:r>
            <a:r>
              <a:rPr sz="2775" baseline="-21021" dirty="0">
                <a:latin typeface="Calibri"/>
                <a:cs typeface="Calibri"/>
              </a:rPr>
              <a:t>2</a:t>
            </a:r>
            <a:r>
              <a:rPr sz="2775" spc="-7" baseline="-21021" dirty="0">
                <a:latin typeface="Calibri"/>
                <a:cs typeface="Calibri"/>
              </a:rPr>
              <a:t> </a:t>
            </a:r>
            <a:r>
              <a:rPr sz="2800" dirty="0">
                <a:latin typeface="Calibri"/>
                <a:cs typeface="Calibri"/>
              </a:rPr>
              <a:t>là</a:t>
            </a:r>
            <a:r>
              <a:rPr sz="2800" spc="-15" dirty="0">
                <a:latin typeface="Calibri"/>
                <a:cs typeface="Calibri"/>
              </a:rPr>
              <a:t> </a:t>
            </a:r>
            <a:r>
              <a:rPr sz="2800" spc="-1545" dirty="0">
                <a:latin typeface="Cambria Math"/>
                <a:cs typeface="Cambria Math"/>
              </a:rPr>
              <a:t>yത</a:t>
            </a:r>
            <a:r>
              <a:rPr sz="2800" spc="135" dirty="0">
                <a:latin typeface="Cambria Math"/>
                <a:cs typeface="Cambria Math"/>
              </a:rPr>
              <a:t> </a:t>
            </a:r>
            <a:r>
              <a:rPr sz="2800" dirty="0">
                <a:latin typeface="Calibri"/>
                <a:cs typeface="Calibri"/>
              </a:rPr>
              <a:t>nếu</a:t>
            </a:r>
            <a:r>
              <a:rPr sz="2800" spc="-10" dirty="0">
                <a:latin typeface="Calibri"/>
                <a:cs typeface="Calibri"/>
              </a:rPr>
              <a:t> </a:t>
            </a:r>
            <a:r>
              <a:rPr sz="2800" dirty="0">
                <a:latin typeface="Calibri"/>
                <a:cs typeface="Calibri"/>
              </a:rPr>
              <a:t>b</a:t>
            </a:r>
            <a:r>
              <a:rPr sz="2775" baseline="-21021" dirty="0">
                <a:latin typeface="Calibri"/>
                <a:cs typeface="Calibri"/>
              </a:rPr>
              <a:t>i</a:t>
            </a:r>
            <a:r>
              <a:rPr sz="2800" dirty="0">
                <a:latin typeface="Calibri"/>
                <a:cs typeface="Calibri"/>
              </a:rPr>
              <a:t>=</a:t>
            </a:r>
            <a:r>
              <a:rPr sz="2800" spc="-5" dirty="0">
                <a:latin typeface="Calibri"/>
                <a:cs typeface="Calibri"/>
              </a:rPr>
              <a:t> </a:t>
            </a:r>
            <a:r>
              <a:rPr sz="2800" spc="-25" dirty="0">
                <a:latin typeface="Calibri"/>
                <a:cs typeface="Calibri"/>
              </a:rPr>
              <a:t>0.</a:t>
            </a:r>
            <a:endParaRPr sz="2800">
              <a:latin typeface="Calibri"/>
              <a:cs typeface="Calibri"/>
            </a:endParaRPr>
          </a:p>
          <a:p>
            <a:pPr marL="228600" indent="-190500">
              <a:lnSpc>
                <a:spcPct val="100000"/>
              </a:lnSpc>
              <a:spcBef>
                <a:spcPts val="670"/>
              </a:spcBef>
              <a:buChar char="-"/>
              <a:tabLst>
                <a:tab pos="228600" algn="l"/>
              </a:tabLst>
            </a:pPr>
            <a:r>
              <a:rPr sz="2800" dirty="0">
                <a:latin typeface="Calibri"/>
                <a:cs typeface="Calibri"/>
              </a:rPr>
              <a:t>x</a:t>
            </a:r>
            <a:r>
              <a:rPr sz="2775" baseline="-21021" dirty="0">
                <a:latin typeface="Calibri"/>
                <a:cs typeface="Calibri"/>
              </a:rPr>
              <a:t>3</a:t>
            </a:r>
            <a:r>
              <a:rPr sz="2775" spc="-30" baseline="-21021" dirty="0">
                <a:latin typeface="Calibri"/>
                <a:cs typeface="Calibri"/>
              </a:rPr>
              <a:t> </a:t>
            </a:r>
            <a:r>
              <a:rPr sz="2800" dirty="0">
                <a:latin typeface="Calibri"/>
                <a:cs typeface="Calibri"/>
              </a:rPr>
              <a:t>là</a:t>
            </a:r>
            <a:r>
              <a:rPr sz="2800" spc="-30" dirty="0">
                <a:latin typeface="Calibri"/>
                <a:cs typeface="Calibri"/>
              </a:rPr>
              <a:t> </a:t>
            </a:r>
            <a:r>
              <a:rPr sz="2800" dirty="0">
                <a:latin typeface="Calibri"/>
                <a:cs typeface="Calibri"/>
              </a:rPr>
              <a:t>z</a:t>
            </a:r>
            <a:r>
              <a:rPr sz="2800" spc="-15" dirty="0">
                <a:latin typeface="Calibri"/>
                <a:cs typeface="Calibri"/>
              </a:rPr>
              <a:t> </a:t>
            </a:r>
            <a:r>
              <a:rPr sz="2800" dirty="0">
                <a:latin typeface="Calibri"/>
                <a:cs typeface="Calibri"/>
              </a:rPr>
              <a:t>nếu</a:t>
            </a:r>
            <a:r>
              <a:rPr sz="2800" spc="5" dirty="0">
                <a:latin typeface="Calibri"/>
                <a:cs typeface="Calibri"/>
              </a:rPr>
              <a:t> </a:t>
            </a:r>
            <a:r>
              <a:rPr sz="2800" dirty="0">
                <a:latin typeface="Calibri"/>
                <a:cs typeface="Calibri"/>
              </a:rPr>
              <a:t>c</a:t>
            </a:r>
            <a:r>
              <a:rPr sz="2775" baseline="-21021" dirty="0">
                <a:latin typeface="Calibri"/>
                <a:cs typeface="Calibri"/>
              </a:rPr>
              <a:t>i</a:t>
            </a:r>
            <a:r>
              <a:rPr sz="2800" dirty="0">
                <a:latin typeface="Calibri"/>
                <a:cs typeface="Calibri"/>
              </a:rPr>
              <a:t>=</a:t>
            </a:r>
            <a:r>
              <a:rPr sz="2800" spc="-20" dirty="0">
                <a:latin typeface="Calibri"/>
                <a:cs typeface="Calibri"/>
              </a:rPr>
              <a:t> </a:t>
            </a:r>
            <a:r>
              <a:rPr sz="2800" dirty="0">
                <a:latin typeface="Calibri"/>
                <a:cs typeface="Calibri"/>
              </a:rPr>
              <a:t>1, x</a:t>
            </a:r>
            <a:r>
              <a:rPr sz="2775" baseline="-21021" dirty="0">
                <a:latin typeface="Calibri"/>
                <a:cs typeface="Calibri"/>
              </a:rPr>
              <a:t>3 </a:t>
            </a:r>
            <a:r>
              <a:rPr sz="2800" dirty="0">
                <a:latin typeface="Calibri"/>
                <a:cs typeface="Calibri"/>
              </a:rPr>
              <a:t>là</a:t>
            </a:r>
            <a:r>
              <a:rPr sz="2800" spc="-25" dirty="0">
                <a:latin typeface="Calibri"/>
                <a:cs typeface="Calibri"/>
              </a:rPr>
              <a:t> </a:t>
            </a:r>
            <a:r>
              <a:rPr sz="2800" spc="-1605" dirty="0">
                <a:latin typeface="Cambria Math"/>
                <a:cs typeface="Cambria Math"/>
              </a:rPr>
              <a:t>zത</a:t>
            </a:r>
            <a:r>
              <a:rPr sz="2800" spc="60" dirty="0">
                <a:latin typeface="Cambria Math"/>
                <a:cs typeface="Cambria Math"/>
              </a:rPr>
              <a:t> </a:t>
            </a:r>
            <a:r>
              <a:rPr sz="2800" dirty="0">
                <a:latin typeface="Calibri"/>
                <a:cs typeface="Calibri"/>
              </a:rPr>
              <a:t>nếu</a:t>
            </a:r>
            <a:r>
              <a:rPr sz="2800" spc="-5" dirty="0">
                <a:latin typeface="Calibri"/>
                <a:cs typeface="Calibri"/>
              </a:rPr>
              <a:t> </a:t>
            </a:r>
            <a:r>
              <a:rPr sz="2800" dirty="0">
                <a:latin typeface="Calibri"/>
                <a:cs typeface="Calibri"/>
              </a:rPr>
              <a:t>c</a:t>
            </a:r>
            <a:r>
              <a:rPr sz="2775" baseline="-21021" dirty="0">
                <a:latin typeface="Calibri"/>
                <a:cs typeface="Calibri"/>
              </a:rPr>
              <a:t>i</a:t>
            </a:r>
            <a:r>
              <a:rPr sz="2800" dirty="0">
                <a:latin typeface="Calibri"/>
                <a:cs typeface="Calibri"/>
              </a:rPr>
              <a:t>=</a:t>
            </a:r>
            <a:r>
              <a:rPr sz="2800" spc="-20" dirty="0">
                <a:latin typeface="Calibri"/>
                <a:cs typeface="Calibri"/>
              </a:rPr>
              <a:t> </a:t>
            </a:r>
            <a:r>
              <a:rPr sz="2800" spc="-25" dirty="0">
                <a:latin typeface="Calibri"/>
                <a:cs typeface="Calibri"/>
              </a:rPr>
              <a:t>0.</a:t>
            </a:r>
            <a:endParaRPr sz="2800">
              <a:latin typeface="Calibri"/>
              <a:cs typeface="Calibri"/>
            </a:endParaRPr>
          </a:p>
          <a:p>
            <a:pPr marL="38100" marR="3326129" indent="190500">
              <a:lnSpc>
                <a:spcPct val="119700"/>
              </a:lnSpc>
              <a:spcBef>
                <a:spcPts val="10"/>
              </a:spcBef>
              <a:buChar char="-"/>
              <a:tabLst>
                <a:tab pos="228600" algn="l"/>
              </a:tabLst>
            </a:pPr>
            <a:r>
              <a:rPr sz="2800" dirty="0">
                <a:latin typeface="Calibri"/>
                <a:cs typeface="Calibri"/>
              </a:rPr>
              <a:t>x</a:t>
            </a:r>
            <a:r>
              <a:rPr sz="2775" baseline="-21021" dirty="0">
                <a:latin typeface="Calibri"/>
                <a:cs typeface="Calibri"/>
              </a:rPr>
              <a:t>4</a:t>
            </a:r>
            <a:r>
              <a:rPr sz="2775" spc="-37" baseline="-21021" dirty="0">
                <a:latin typeface="Calibri"/>
                <a:cs typeface="Calibri"/>
              </a:rPr>
              <a:t> </a:t>
            </a:r>
            <a:r>
              <a:rPr sz="2800" dirty="0">
                <a:latin typeface="Calibri"/>
                <a:cs typeface="Calibri"/>
              </a:rPr>
              <a:t>là</a:t>
            </a:r>
            <a:r>
              <a:rPr sz="2800" spc="-30" dirty="0">
                <a:latin typeface="Calibri"/>
                <a:cs typeface="Calibri"/>
              </a:rPr>
              <a:t> </a:t>
            </a:r>
            <a:r>
              <a:rPr sz="2800" dirty="0">
                <a:latin typeface="Calibri"/>
                <a:cs typeface="Calibri"/>
              </a:rPr>
              <a:t>t</a:t>
            </a:r>
            <a:r>
              <a:rPr sz="2800" spc="-5" dirty="0">
                <a:latin typeface="Calibri"/>
                <a:cs typeface="Calibri"/>
              </a:rPr>
              <a:t> </a:t>
            </a:r>
            <a:r>
              <a:rPr sz="2800" dirty="0">
                <a:latin typeface="Calibri"/>
                <a:cs typeface="Calibri"/>
              </a:rPr>
              <a:t>nếu</a:t>
            </a:r>
            <a:r>
              <a:rPr sz="2800" spc="-15" dirty="0">
                <a:latin typeface="Calibri"/>
                <a:cs typeface="Calibri"/>
              </a:rPr>
              <a:t> </a:t>
            </a:r>
            <a:r>
              <a:rPr sz="2800" dirty="0">
                <a:latin typeface="Calibri"/>
                <a:cs typeface="Calibri"/>
              </a:rPr>
              <a:t>d</a:t>
            </a:r>
            <a:r>
              <a:rPr sz="2775" baseline="-21021" dirty="0">
                <a:latin typeface="Calibri"/>
                <a:cs typeface="Calibri"/>
              </a:rPr>
              <a:t>i</a:t>
            </a:r>
            <a:r>
              <a:rPr sz="2800" dirty="0">
                <a:latin typeface="Calibri"/>
                <a:cs typeface="Calibri"/>
              </a:rPr>
              <a:t>=</a:t>
            </a:r>
            <a:r>
              <a:rPr sz="2800" spc="-10" dirty="0">
                <a:latin typeface="Calibri"/>
                <a:cs typeface="Calibri"/>
              </a:rPr>
              <a:t> </a:t>
            </a:r>
            <a:r>
              <a:rPr sz="2800" dirty="0">
                <a:latin typeface="Calibri"/>
                <a:cs typeface="Calibri"/>
              </a:rPr>
              <a:t>1,</a:t>
            </a:r>
            <a:r>
              <a:rPr sz="2800" spc="5" dirty="0">
                <a:latin typeface="Calibri"/>
                <a:cs typeface="Calibri"/>
              </a:rPr>
              <a:t> </a:t>
            </a:r>
            <a:r>
              <a:rPr sz="2800" dirty="0">
                <a:latin typeface="Calibri"/>
                <a:cs typeface="Calibri"/>
              </a:rPr>
              <a:t>x</a:t>
            </a:r>
            <a:r>
              <a:rPr sz="2775" baseline="-21021" dirty="0">
                <a:latin typeface="Calibri"/>
                <a:cs typeface="Calibri"/>
              </a:rPr>
              <a:t>4</a:t>
            </a:r>
            <a:r>
              <a:rPr sz="2775" spc="-15" baseline="-21021" dirty="0">
                <a:latin typeface="Calibri"/>
                <a:cs typeface="Calibri"/>
              </a:rPr>
              <a:t> </a:t>
            </a:r>
            <a:r>
              <a:rPr sz="2800" dirty="0">
                <a:latin typeface="Calibri"/>
                <a:cs typeface="Calibri"/>
              </a:rPr>
              <a:t>là</a:t>
            </a:r>
            <a:r>
              <a:rPr sz="2800" spc="-20" dirty="0">
                <a:latin typeface="Calibri"/>
                <a:cs typeface="Calibri"/>
              </a:rPr>
              <a:t> </a:t>
            </a:r>
            <a:r>
              <a:rPr sz="2800" spc="-5" dirty="0">
                <a:latin typeface="Cambria Math"/>
                <a:cs typeface="Cambria Math"/>
              </a:rPr>
              <a:t>t</a:t>
            </a:r>
            <a:r>
              <a:rPr sz="4200" spc="-3397" baseline="5952" dirty="0">
                <a:latin typeface="Cambria Math"/>
                <a:cs typeface="Cambria Math"/>
              </a:rPr>
              <a:t>ҧ</a:t>
            </a:r>
            <a:r>
              <a:rPr sz="4200" spc="7" baseline="5952" dirty="0">
                <a:latin typeface="Cambria Math"/>
                <a:cs typeface="Cambria Math"/>
              </a:rPr>
              <a:t> </a:t>
            </a:r>
            <a:r>
              <a:rPr sz="2800" dirty="0">
                <a:latin typeface="Calibri"/>
                <a:cs typeface="Calibri"/>
              </a:rPr>
              <a:t>nếu d</a:t>
            </a:r>
            <a:r>
              <a:rPr sz="2775" baseline="-21021" dirty="0">
                <a:latin typeface="Calibri"/>
                <a:cs typeface="Calibri"/>
              </a:rPr>
              <a:t>i</a:t>
            </a:r>
            <a:r>
              <a:rPr sz="2800" dirty="0">
                <a:latin typeface="Calibri"/>
                <a:cs typeface="Calibri"/>
              </a:rPr>
              <a:t>=</a:t>
            </a:r>
            <a:r>
              <a:rPr sz="2800" spc="-10" dirty="0">
                <a:latin typeface="Calibri"/>
                <a:cs typeface="Calibri"/>
              </a:rPr>
              <a:t> </a:t>
            </a:r>
            <a:r>
              <a:rPr sz="2800" spc="-25" dirty="0">
                <a:latin typeface="Calibri"/>
                <a:cs typeface="Calibri"/>
              </a:rPr>
              <a:t>0. thì</a:t>
            </a:r>
            <a:endParaRPr sz="2800">
              <a:latin typeface="Calibri"/>
              <a:cs typeface="Calibri"/>
            </a:endParaRPr>
          </a:p>
          <a:p>
            <a:pPr marL="103505" algn="ctr">
              <a:lnSpc>
                <a:spcPct val="100000"/>
              </a:lnSpc>
              <a:spcBef>
                <a:spcPts val="710"/>
              </a:spcBef>
            </a:pPr>
            <a:r>
              <a:rPr sz="2800" dirty="0">
                <a:latin typeface="Calibri"/>
                <a:cs typeface="Calibri"/>
              </a:rPr>
              <a:t>f</a:t>
            </a:r>
            <a:r>
              <a:rPr sz="2800" spc="-20" dirty="0">
                <a:latin typeface="Calibri"/>
                <a:cs typeface="Calibri"/>
              </a:rPr>
              <a:t> </a:t>
            </a:r>
            <a:r>
              <a:rPr sz="2800" dirty="0">
                <a:latin typeface="Calibri"/>
                <a:cs typeface="Calibri"/>
              </a:rPr>
              <a:t>= m</a:t>
            </a:r>
            <a:r>
              <a:rPr sz="2775" baseline="-21021" dirty="0">
                <a:latin typeface="Calibri"/>
                <a:cs typeface="Calibri"/>
              </a:rPr>
              <a:t>1</a:t>
            </a:r>
            <a:r>
              <a:rPr sz="2800" dirty="0">
                <a:latin typeface="Symbol"/>
                <a:cs typeface="Symbol"/>
              </a:rPr>
              <a:t></a:t>
            </a:r>
            <a:r>
              <a:rPr sz="2800" spc="-75" dirty="0">
                <a:latin typeface="Times New Roman"/>
                <a:cs typeface="Times New Roman"/>
              </a:rPr>
              <a:t> </a:t>
            </a:r>
            <a:r>
              <a:rPr sz="2800" dirty="0">
                <a:latin typeface="Calibri"/>
                <a:cs typeface="Calibri"/>
              </a:rPr>
              <a:t>m</a:t>
            </a:r>
            <a:r>
              <a:rPr sz="2775" baseline="-21021" dirty="0">
                <a:latin typeface="Calibri"/>
                <a:cs typeface="Calibri"/>
              </a:rPr>
              <a:t>2</a:t>
            </a:r>
            <a:r>
              <a:rPr sz="2775" spc="315" baseline="-21021" dirty="0">
                <a:latin typeface="Calibri"/>
                <a:cs typeface="Calibri"/>
              </a:rPr>
              <a:t> </a:t>
            </a:r>
            <a:r>
              <a:rPr sz="2800" dirty="0">
                <a:latin typeface="Symbol"/>
                <a:cs typeface="Symbol"/>
              </a:rPr>
              <a:t></a:t>
            </a:r>
            <a:r>
              <a:rPr sz="2800" spc="-75" dirty="0">
                <a:latin typeface="Times New Roman"/>
                <a:cs typeface="Times New Roman"/>
              </a:rPr>
              <a:t> </a:t>
            </a:r>
            <a:r>
              <a:rPr sz="2800" dirty="0">
                <a:latin typeface="Calibri"/>
                <a:cs typeface="Calibri"/>
              </a:rPr>
              <a:t>.</a:t>
            </a:r>
            <a:r>
              <a:rPr sz="2800" spc="-20"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a:t>
            </a:r>
            <a:r>
              <a:rPr sz="2800" spc="-5" dirty="0">
                <a:latin typeface="Calibri"/>
                <a:cs typeface="Calibri"/>
              </a:rPr>
              <a:t> </a:t>
            </a:r>
            <a:r>
              <a:rPr sz="2800" dirty="0">
                <a:latin typeface="Symbol"/>
                <a:cs typeface="Symbol"/>
              </a:rPr>
              <a:t></a:t>
            </a:r>
            <a:r>
              <a:rPr sz="2800" spc="-75" dirty="0">
                <a:latin typeface="Times New Roman"/>
                <a:cs typeface="Times New Roman"/>
              </a:rPr>
              <a:t> </a:t>
            </a:r>
            <a:r>
              <a:rPr sz="2800" dirty="0">
                <a:latin typeface="Calibri"/>
                <a:cs typeface="Calibri"/>
              </a:rPr>
              <a:t>m</a:t>
            </a:r>
            <a:r>
              <a:rPr sz="2775" baseline="-21021" dirty="0">
                <a:latin typeface="Calibri"/>
                <a:cs typeface="Calibri"/>
              </a:rPr>
              <a:t>k</a:t>
            </a:r>
            <a:r>
              <a:rPr sz="2775" spc="292" baseline="-21021" dirty="0">
                <a:latin typeface="Calibri"/>
                <a:cs typeface="Calibri"/>
              </a:rPr>
              <a:t> </a:t>
            </a:r>
            <a:r>
              <a:rPr sz="2800" spc="-50" dirty="0">
                <a:latin typeface="Calibri"/>
                <a:cs typeface="Calibri"/>
              </a:rPr>
              <a:t>.</a:t>
            </a:r>
            <a:endParaRPr sz="2800">
              <a:latin typeface="Calibri"/>
              <a:cs typeface="Calibri"/>
            </a:endParaRPr>
          </a:p>
        </p:txBody>
      </p:sp>
    </p:spTree>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305460"/>
            <a:ext cx="8016875" cy="4464050"/>
          </a:xfrm>
          <a:prstGeom prst="rect">
            <a:avLst/>
          </a:prstGeom>
        </p:spPr>
        <p:txBody>
          <a:bodyPr vert="horz" wrap="square" lIns="0" tIns="97790" rIns="0" bIns="0" rtlCol="0">
            <a:spAutoFit/>
          </a:bodyPr>
          <a:lstStyle/>
          <a:p>
            <a:pPr marL="88900">
              <a:lnSpc>
                <a:spcPct val="100000"/>
              </a:lnSpc>
              <a:spcBef>
                <a:spcPts val="770"/>
              </a:spcBef>
            </a:pPr>
            <a:r>
              <a:rPr sz="2800" b="1" dirty="0">
                <a:latin typeface="Calibri"/>
                <a:cs typeface="Calibri"/>
              </a:rPr>
              <a:t>Định</a:t>
            </a:r>
            <a:r>
              <a:rPr sz="2800" b="1" spc="-55" dirty="0">
                <a:latin typeface="Calibri"/>
                <a:cs typeface="Calibri"/>
              </a:rPr>
              <a:t> </a:t>
            </a:r>
            <a:r>
              <a:rPr sz="2800" b="1" dirty="0">
                <a:latin typeface="Calibri"/>
                <a:cs typeface="Calibri"/>
              </a:rPr>
              <a:t>nghĩa</a:t>
            </a:r>
            <a:r>
              <a:rPr sz="2800" b="1" spc="-25" dirty="0">
                <a:latin typeface="Calibri"/>
                <a:cs typeface="Calibri"/>
              </a:rPr>
              <a:t> </a:t>
            </a:r>
            <a:r>
              <a:rPr sz="2800" b="1" spc="-50" dirty="0">
                <a:latin typeface="Calibri"/>
                <a:cs typeface="Calibri"/>
              </a:rPr>
              <a:t>:</a:t>
            </a:r>
            <a:endParaRPr sz="2800">
              <a:latin typeface="Calibri"/>
              <a:cs typeface="Calibri"/>
            </a:endParaRPr>
          </a:p>
          <a:p>
            <a:pPr marL="546100" indent="-457200">
              <a:lnSpc>
                <a:spcPct val="100000"/>
              </a:lnSpc>
              <a:spcBef>
                <a:spcPts val="675"/>
              </a:spcBef>
              <a:buChar char="-"/>
              <a:tabLst>
                <a:tab pos="546100" algn="l"/>
              </a:tabLst>
            </a:pPr>
            <a:r>
              <a:rPr sz="2800" dirty="0">
                <a:latin typeface="Calibri"/>
                <a:cs typeface="Calibri"/>
              </a:rPr>
              <a:t>Hàm</a:t>
            </a:r>
            <a:r>
              <a:rPr sz="2800" spc="-35" dirty="0">
                <a:latin typeface="Calibri"/>
                <a:cs typeface="Calibri"/>
              </a:rPr>
              <a:t> </a:t>
            </a:r>
            <a:r>
              <a:rPr sz="2800" dirty="0">
                <a:latin typeface="Calibri"/>
                <a:cs typeface="Calibri"/>
              </a:rPr>
              <a:t>Bool</a:t>
            </a:r>
            <a:r>
              <a:rPr sz="2800" spc="-45" dirty="0">
                <a:latin typeface="Calibri"/>
                <a:cs typeface="Calibri"/>
              </a:rPr>
              <a:t> </a:t>
            </a:r>
            <a:r>
              <a:rPr sz="2800" dirty="0">
                <a:latin typeface="Calibri"/>
                <a:cs typeface="Calibri"/>
              </a:rPr>
              <a:t>bốn</a:t>
            </a:r>
            <a:r>
              <a:rPr sz="2800" spc="-25" dirty="0">
                <a:latin typeface="Calibri"/>
                <a:cs typeface="Calibri"/>
              </a:rPr>
              <a:t> </a:t>
            </a:r>
            <a:r>
              <a:rPr sz="2800" dirty="0">
                <a:latin typeface="Calibri"/>
                <a:cs typeface="Calibri"/>
              </a:rPr>
              <a:t>biến</a:t>
            </a:r>
            <a:r>
              <a:rPr sz="2800" spc="-30" dirty="0">
                <a:latin typeface="Calibri"/>
                <a:cs typeface="Calibri"/>
              </a:rPr>
              <a:t> </a:t>
            </a:r>
            <a:r>
              <a:rPr sz="2800" dirty="0">
                <a:latin typeface="Calibri"/>
                <a:cs typeface="Calibri"/>
              </a:rPr>
              <a:t>có</a:t>
            </a:r>
            <a:r>
              <a:rPr sz="2800" spc="-45" dirty="0">
                <a:latin typeface="Calibri"/>
                <a:cs typeface="Calibri"/>
              </a:rPr>
              <a:t> </a:t>
            </a:r>
            <a:r>
              <a:rPr sz="2800" dirty="0">
                <a:latin typeface="Calibri"/>
                <a:cs typeface="Calibri"/>
              </a:rPr>
              <a:t>dạng</a:t>
            </a:r>
            <a:r>
              <a:rPr sz="2800" spc="-25" dirty="0">
                <a:latin typeface="Calibri"/>
                <a:cs typeface="Calibri"/>
              </a:rPr>
              <a:t> </a:t>
            </a:r>
            <a:r>
              <a:rPr sz="2800" dirty="0">
                <a:solidFill>
                  <a:srgbClr val="FF0000"/>
                </a:solidFill>
                <a:latin typeface="Calibri"/>
                <a:cs typeface="Calibri"/>
              </a:rPr>
              <a:t>x</a:t>
            </a:r>
            <a:r>
              <a:rPr sz="2775" baseline="-21021" dirty="0">
                <a:solidFill>
                  <a:srgbClr val="FF0000"/>
                </a:solidFill>
                <a:latin typeface="Calibri"/>
                <a:cs typeface="Calibri"/>
              </a:rPr>
              <a:t>1</a:t>
            </a:r>
            <a:r>
              <a:rPr sz="2800" dirty="0">
                <a:solidFill>
                  <a:srgbClr val="FF0000"/>
                </a:solidFill>
                <a:latin typeface="Calibri"/>
                <a:cs typeface="Calibri"/>
              </a:rPr>
              <a:t>x</a:t>
            </a:r>
            <a:r>
              <a:rPr sz="2775" baseline="-21021" dirty="0">
                <a:solidFill>
                  <a:srgbClr val="FF0000"/>
                </a:solidFill>
                <a:latin typeface="Calibri"/>
                <a:cs typeface="Calibri"/>
              </a:rPr>
              <a:t>2</a:t>
            </a:r>
            <a:r>
              <a:rPr sz="2800" dirty="0">
                <a:solidFill>
                  <a:srgbClr val="FF0000"/>
                </a:solidFill>
                <a:latin typeface="Calibri"/>
                <a:cs typeface="Calibri"/>
              </a:rPr>
              <a:t>x</a:t>
            </a:r>
            <a:r>
              <a:rPr sz="2775" baseline="-21021" dirty="0">
                <a:solidFill>
                  <a:srgbClr val="FF0000"/>
                </a:solidFill>
                <a:latin typeface="Calibri"/>
                <a:cs typeface="Calibri"/>
              </a:rPr>
              <a:t>3</a:t>
            </a:r>
            <a:r>
              <a:rPr sz="2800" dirty="0">
                <a:solidFill>
                  <a:srgbClr val="FF0000"/>
                </a:solidFill>
                <a:latin typeface="Calibri"/>
                <a:cs typeface="Calibri"/>
              </a:rPr>
              <a:t>x</a:t>
            </a:r>
            <a:r>
              <a:rPr sz="2775" baseline="-21021" dirty="0">
                <a:solidFill>
                  <a:srgbClr val="FF0000"/>
                </a:solidFill>
                <a:latin typeface="Calibri"/>
                <a:cs typeface="Calibri"/>
              </a:rPr>
              <a:t>4</a:t>
            </a:r>
            <a:r>
              <a:rPr sz="2775" spc="-22" baseline="-21021" dirty="0">
                <a:solidFill>
                  <a:srgbClr val="FF0000"/>
                </a:solidFill>
                <a:latin typeface="Calibri"/>
                <a:cs typeface="Calibri"/>
              </a:rPr>
              <a:t> </a:t>
            </a:r>
            <a:r>
              <a:rPr sz="2800" dirty="0">
                <a:latin typeface="Calibri"/>
                <a:cs typeface="Calibri"/>
              </a:rPr>
              <a:t>được</a:t>
            </a:r>
            <a:r>
              <a:rPr sz="2800" spc="-25" dirty="0">
                <a:latin typeface="Calibri"/>
                <a:cs typeface="Calibri"/>
              </a:rPr>
              <a:t> </a:t>
            </a:r>
            <a:r>
              <a:rPr sz="2800" dirty="0">
                <a:latin typeface="Calibri"/>
                <a:cs typeface="Calibri"/>
              </a:rPr>
              <a:t>gọi</a:t>
            </a:r>
            <a:r>
              <a:rPr sz="2800" spc="-45" dirty="0">
                <a:latin typeface="Calibri"/>
                <a:cs typeface="Calibri"/>
              </a:rPr>
              <a:t> </a:t>
            </a:r>
            <a:r>
              <a:rPr sz="2800" dirty="0">
                <a:latin typeface="Calibri"/>
                <a:cs typeface="Calibri"/>
              </a:rPr>
              <a:t>là</a:t>
            </a:r>
            <a:r>
              <a:rPr sz="2800" spc="-50" dirty="0">
                <a:latin typeface="Calibri"/>
                <a:cs typeface="Calibri"/>
              </a:rPr>
              <a:t> </a:t>
            </a:r>
            <a:r>
              <a:rPr sz="2800" spc="-25" dirty="0">
                <a:latin typeface="Calibri"/>
                <a:cs typeface="Calibri"/>
              </a:rPr>
              <a:t>các</a:t>
            </a:r>
            <a:endParaRPr sz="2800">
              <a:latin typeface="Calibri"/>
              <a:cs typeface="Calibri"/>
            </a:endParaRPr>
          </a:p>
          <a:p>
            <a:pPr marL="546100">
              <a:lnSpc>
                <a:spcPct val="100000"/>
              </a:lnSpc>
            </a:pPr>
            <a:r>
              <a:rPr sz="2800" i="1" dirty="0">
                <a:latin typeface="Calibri"/>
                <a:cs typeface="Calibri"/>
              </a:rPr>
              <a:t>từ</a:t>
            </a:r>
            <a:r>
              <a:rPr sz="2800" i="1" spc="-30" dirty="0">
                <a:latin typeface="Calibri"/>
                <a:cs typeface="Calibri"/>
              </a:rPr>
              <a:t> </a:t>
            </a:r>
            <a:r>
              <a:rPr sz="2800" i="1" dirty="0">
                <a:latin typeface="Calibri"/>
                <a:cs typeface="Calibri"/>
              </a:rPr>
              <a:t>tối</a:t>
            </a:r>
            <a:r>
              <a:rPr sz="2800" i="1" spc="-25" dirty="0">
                <a:latin typeface="Calibri"/>
                <a:cs typeface="Calibri"/>
              </a:rPr>
              <a:t> </a:t>
            </a:r>
            <a:r>
              <a:rPr sz="2800" i="1" spc="-20" dirty="0">
                <a:latin typeface="Calibri"/>
                <a:cs typeface="Calibri"/>
              </a:rPr>
              <a:t>tiểu</a:t>
            </a:r>
            <a:r>
              <a:rPr sz="2800" spc="-20" dirty="0">
                <a:latin typeface="Calibri"/>
                <a:cs typeface="Calibri"/>
              </a:rPr>
              <a:t>.</a:t>
            </a:r>
            <a:endParaRPr sz="2800">
              <a:latin typeface="Calibri"/>
              <a:cs typeface="Calibri"/>
            </a:endParaRPr>
          </a:p>
          <a:p>
            <a:pPr marL="88900">
              <a:lnSpc>
                <a:spcPct val="100000"/>
              </a:lnSpc>
              <a:spcBef>
                <a:spcPts val="675"/>
              </a:spcBef>
            </a:pPr>
            <a:r>
              <a:rPr sz="2800" dirty="0">
                <a:latin typeface="Calibri"/>
                <a:cs typeface="Calibri"/>
              </a:rPr>
              <a:t>VD</a:t>
            </a:r>
            <a:r>
              <a:rPr sz="2800" spc="-35" dirty="0">
                <a:latin typeface="Calibri"/>
                <a:cs typeface="Calibri"/>
              </a:rPr>
              <a:t> </a:t>
            </a:r>
            <a:r>
              <a:rPr sz="2800" dirty="0">
                <a:latin typeface="Calibri"/>
                <a:cs typeface="Calibri"/>
              </a:rPr>
              <a:t>:</a:t>
            </a:r>
            <a:r>
              <a:rPr sz="2800" spc="-35" dirty="0">
                <a:latin typeface="Calibri"/>
                <a:cs typeface="Calibri"/>
              </a:rPr>
              <a:t> </a:t>
            </a:r>
            <a:r>
              <a:rPr sz="2800" dirty="0">
                <a:latin typeface="Calibri"/>
                <a:cs typeface="Calibri"/>
              </a:rPr>
              <a:t>các</a:t>
            </a:r>
            <a:r>
              <a:rPr sz="2800" spc="-35" dirty="0">
                <a:latin typeface="Calibri"/>
                <a:cs typeface="Calibri"/>
              </a:rPr>
              <a:t> </a:t>
            </a:r>
            <a:r>
              <a:rPr sz="2800" dirty="0">
                <a:latin typeface="Calibri"/>
                <a:cs typeface="Calibri"/>
              </a:rPr>
              <a:t>m</a:t>
            </a:r>
            <a:r>
              <a:rPr sz="2775" baseline="-21021" dirty="0">
                <a:latin typeface="Calibri"/>
                <a:cs typeface="Calibri"/>
              </a:rPr>
              <a:t>i</a:t>
            </a:r>
            <a:r>
              <a:rPr sz="2775" spc="254" baseline="-21021" dirty="0">
                <a:latin typeface="Calibri"/>
                <a:cs typeface="Calibri"/>
              </a:rPr>
              <a:t> </a:t>
            </a:r>
            <a:r>
              <a:rPr sz="2800" dirty="0">
                <a:latin typeface="Calibri"/>
                <a:cs typeface="Calibri"/>
              </a:rPr>
              <a:t>trong</a:t>
            </a:r>
            <a:r>
              <a:rPr sz="2800" spc="-30" dirty="0">
                <a:latin typeface="Calibri"/>
                <a:cs typeface="Calibri"/>
              </a:rPr>
              <a:t> </a:t>
            </a:r>
            <a:r>
              <a:rPr sz="2800" dirty="0">
                <a:latin typeface="Calibri"/>
                <a:cs typeface="Calibri"/>
              </a:rPr>
              <a:t>định</a:t>
            </a:r>
            <a:r>
              <a:rPr sz="2800" spc="-20" dirty="0">
                <a:latin typeface="Calibri"/>
                <a:cs typeface="Calibri"/>
              </a:rPr>
              <a:t> </a:t>
            </a:r>
            <a:r>
              <a:rPr sz="2800" dirty="0">
                <a:latin typeface="Calibri"/>
                <a:cs typeface="Calibri"/>
              </a:rPr>
              <a:t>lý</a:t>
            </a:r>
            <a:r>
              <a:rPr sz="2800" spc="-55" dirty="0">
                <a:latin typeface="Calibri"/>
                <a:cs typeface="Calibri"/>
              </a:rPr>
              <a:t> </a:t>
            </a:r>
            <a:r>
              <a:rPr sz="2800" dirty="0">
                <a:latin typeface="Calibri"/>
                <a:cs typeface="Calibri"/>
              </a:rPr>
              <a:t>là</a:t>
            </a:r>
            <a:r>
              <a:rPr sz="2800" spc="-45" dirty="0">
                <a:latin typeface="Calibri"/>
                <a:cs typeface="Calibri"/>
              </a:rPr>
              <a:t> </a:t>
            </a:r>
            <a:r>
              <a:rPr sz="2800" dirty="0">
                <a:latin typeface="Calibri"/>
                <a:cs typeface="Calibri"/>
              </a:rPr>
              <a:t>các</a:t>
            </a:r>
            <a:r>
              <a:rPr sz="2800" spc="-35" dirty="0">
                <a:latin typeface="Calibri"/>
                <a:cs typeface="Calibri"/>
              </a:rPr>
              <a:t> </a:t>
            </a:r>
            <a:r>
              <a:rPr sz="2800" dirty="0">
                <a:latin typeface="Calibri"/>
                <a:cs typeface="Calibri"/>
              </a:rPr>
              <a:t>từ</a:t>
            </a:r>
            <a:r>
              <a:rPr sz="2800" spc="-35" dirty="0">
                <a:latin typeface="Calibri"/>
                <a:cs typeface="Calibri"/>
              </a:rPr>
              <a:t> </a:t>
            </a:r>
            <a:r>
              <a:rPr sz="2800" dirty="0">
                <a:latin typeface="Calibri"/>
                <a:cs typeface="Calibri"/>
              </a:rPr>
              <a:t>tối</a:t>
            </a:r>
            <a:r>
              <a:rPr sz="2800" spc="-40" dirty="0">
                <a:latin typeface="Calibri"/>
                <a:cs typeface="Calibri"/>
              </a:rPr>
              <a:t> </a:t>
            </a:r>
            <a:r>
              <a:rPr sz="2800" spc="-10" dirty="0">
                <a:latin typeface="Calibri"/>
                <a:cs typeface="Calibri"/>
              </a:rPr>
              <a:t>tiểu.</a:t>
            </a:r>
            <a:endParaRPr sz="2800">
              <a:latin typeface="Calibri"/>
              <a:cs typeface="Calibri"/>
            </a:endParaRPr>
          </a:p>
          <a:p>
            <a:pPr marL="546100" marR="136525" indent="-457834">
              <a:lnSpc>
                <a:spcPct val="100000"/>
              </a:lnSpc>
              <a:spcBef>
                <a:spcPts val="670"/>
              </a:spcBef>
              <a:buChar char="-"/>
              <a:tabLst>
                <a:tab pos="546100" algn="l"/>
              </a:tabLst>
            </a:pPr>
            <a:r>
              <a:rPr sz="2800" dirty="0">
                <a:latin typeface="Calibri"/>
                <a:cs typeface="Calibri"/>
              </a:rPr>
              <a:t>Hàm</a:t>
            </a:r>
            <a:r>
              <a:rPr sz="2800" spc="-20" dirty="0">
                <a:latin typeface="Calibri"/>
                <a:cs typeface="Calibri"/>
              </a:rPr>
              <a:t> </a:t>
            </a:r>
            <a:r>
              <a:rPr sz="2800" dirty="0">
                <a:latin typeface="Calibri"/>
                <a:cs typeface="Calibri"/>
              </a:rPr>
              <a:t>Bool</a:t>
            </a:r>
            <a:r>
              <a:rPr sz="2800" spc="-30" dirty="0">
                <a:latin typeface="Calibri"/>
                <a:cs typeface="Calibri"/>
              </a:rPr>
              <a:t> </a:t>
            </a:r>
            <a:r>
              <a:rPr sz="2800" dirty="0">
                <a:latin typeface="Calibri"/>
                <a:cs typeface="Calibri"/>
              </a:rPr>
              <a:t>bốn</a:t>
            </a:r>
            <a:r>
              <a:rPr sz="2800" spc="-5" dirty="0">
                <a:latin typeface="Calibri"/>
                <a:cs typeface="Calibri"/>
              </a:rPr>
              <a:t> </a:t>
            </a:r>
            <a:r>
              <a:rPr sz="2800" dirty="0">
                <a:latin typeface="Calibri"/>
                <a:cs typeface="Calibri"/>
              </a:rPr>
              <a:t>biến</a:t>
            </a:r>
            <a:r>
              <a:rPr sz="2800" spc="-10" dirty="0">
                <a:latin typeface="Calibri"/>
                <a:cs typeface="Calibri"/>
              </a:rPr>
              <a:t> </a:t>
            </a:r>
            <a:r>
              <a:rPr sz="2800" dirty="0">
                <a:latin typeface="Calibri"/>
                <a:cs typeface="Calibri"/>
              </a:rPr>
              <a:t>f</a:t>
            </a:r>
            <a:r>
              <a:rPr sz="2800" spc="-30" dirty="0">
                <a:latin typeface="Calibri"/>
                <a:cs typeface="Calibri"/>
              </a:rPr>
              <a:t> </a:t>
            </a:r>
            <a:r>
              <a:rPr sz="2800" dirty="0">
                <a:latin typeface="Calibri"/>
                <a:cs typeface="Calibri"/>
              </a:rPr>
              <a:t>được</a:t>
            </a:r>
            <a:r>
              <a:rPr sz="2800" spc="-10" dirty="0">
                <a:latin typeface="Calibri"/>
                <a:cs typeface="Calibri"/>
              </a:rPr>
              <a:t> </a:t>
            </a:r>
            <a:r>
              <a:rPr sz="2800" dirty="0">
                <a:latin typeface="Calibri"/>
                <a:cs typeface="Calibri"/>
              </a:rPr>
              <a:t>gọi</a:t>
            </a:r>
            <a:r>
              <a:rPr sz="2800" spc="-25" dirty="0">
                <a:latin typeface="Calibri"/>
                <a:cs typeface="Calibri"/>
              </a:rPr>
              <a:t> </a:t>
            </a:r>
            <a:r>
              <a:rPr sz="2800" dirty="0">
                <a:latin typeface="Calibri"/>
                <a:cs typeface="Calibri"/>
              </a:rPr>
              <a:t>là</a:t>
            </a:r>
            <a:r>
              <a:rPr sz="2800" spc="-30" dirty="0">
                <a:latin typeface="Calibri"/>
                <a:cs typeface="Calibri"/>
              </a:rPr>
              <a:t> </a:t>
            </a:r>
            <a:r>
              <a:rPr sz="2800" i="1" dirty="0">
                <a:latin typeface="Calibri"/>
                <a:cs typeface="Calibri"/>
              </a:rPr>
              <a:t>dạng</a:t>
            </a:r>
            <a:r>
              <a:rPr sz="2800" i="1" spc="-30" dirty="0">
                <a:latin typeface="Calibri"/>
                <a:cs typeface="Calibri"/>
              </a:rPr>
              <a:t> </a:t>
            </a:r>
            <a:r>
              <a:rPr sz="2800" i="1" dirty="0">
                <a:latin typeface="Calibri"/>
                <a:cs typeface="Calibri"/>
              </a:rPr>
              <a:t>nối</a:t>
            </a:r>
            <a:r>
              <a:rPr sz="2800" i="1" spc="-30" dirty="0">
                <a:latin typeface="Calibri"/>
                <a:cs typeface="Calibri"/>
              </a:rPr>
              <a:t> </a:t>
            </a:r>
            <a:r>
              <a:rPr sz="2800" i="1" dirty="0">
                <a:latin typeface="Calibri"/>
                <a:cs typeface="Calibri"/>
              </a:rPr>
              <a:t>rời</a:t>
            </a:r>
            <a:r>
              <a:rPr sz="2800" i="1" spc="-40" dirty="0">
                <a:latin typeface="Calibri"/>
                <a:cs typeface="Calibri"/>
              </a:rPr>
              <a:t> </a:t>
            </a:r>
            <a:r>
              <a:rPr sz="2800" i="1" spc="-10" dirty="0">
                <a:latin typeface="Calibri"/>
                <a:cs typeface="Calibri"/>
              </a:rPr>
              <a:t>chính </a:t>
            </a:r>
            <a:r>
              <a:rPr sz="2800" i="1" dirty="0">
                <a:latin typeface="Calibri"/>
                <a:cs typeface="Calibri"/>
              </a:rPr>
              <a:t>tắc</a:t>
            </a:r>
            <a:r>
              <a:rPr sz="2800" i="1" spc="-35" dirty="0">
                <a:latin typeface="Calibri"/>
                <a:cs typeface="Calibri"/>
              </a:rPr>
              <a:t> </a:t>
            </a:r>
            <a:r>
              <a:rPr sz="2800" i="1" dirty="0">
                <a:latin typeface="Calibri"/>
                <a:cs typeface="Calibri"/>
              </a:rPr>
              <a:t>,</a:t>
            </a:r>
            <a:r>
              <a:rPr sz="2800" i="1" spc="-40" dirty="0">
                <a:latin typeface="Calibri"/>
                <a:cs typeface="Calibri"/>
              </a:rPr>
              <a:t> </a:t>
            </a:r>
            <a:r>
              <a:rPr sz="2800" dirty="0">
                <a:latin typeface="Calibri"/>
                <a:cs typeface="Calibri"/>
              </a:rPr>
              <a:t>nếu</a:t>
            </a:r>
            <a:r>
              <a:rPr sz="2800" spc="-20" dirty="0">
                <a:latin typeface="Calibri"/>
                <a:cs typeface="Calibri"/>
              </a:rPr>
              <a:t> </a:t>
            </a:r>
            <a:r>
              <a:rPr sz="2800" dirty="0">
                <a:latin typeface="Calibri"/>
                <a:cs typeface="Calibri"/>
              </a:rPr>
              <a:t>có</a:t>
            </a:r>
            <a:r>
              <a:rPr sz="2800" spc="-45" dirty="0">
                <a:latin typeface="Calibri"/>
                <a:cs typeface="Calibri"/>
              </a:rPr>
              <a:t> </a:t>
            </a:r>
            <a:r>
              <a:rPr sz="2800" spc="-20" dirty="0">
                <a:latin typeface="Calibri"/>
                <a:cs typeface="Calibri"/>
              </a:rPr>
              <a:t>dạng</a:t>
            </a:r>
            <a:endParaRPr sz="2800">
              <a:latin typeface="Calibri"/>
              <a:cs typeface="Calibri"/>
            </a:endParaRPr>
          </a:p>
          <a:p>
            <a:pPr marL="88900" marR="2214245" indent="2493645">
              <a:lnSpc>
                <a:spcPct val="118900"/>
              </a:lnSpc>
              <a:spcBef>
                <a:spcPts val="75"/>
              </a:spcBef>
            </a:pPr>
            <a:r>
              <a:rPr sz="2800" dirty="0">
                <a:latin typeface="Calibri"/>
                <a:cs typeface="Calibri"/>
              </a:rPr>
              <a:t>f</a:t>
            </a:r>
            <a:r>
              <a:rPr sz="2800" spc="-20"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m</a:t>
            </a:r>
            <a:r>
              <a:rPr sz="2775" baseline="-21021" dirty="0">
                <a:latin typeface="Calibri"/>
                <a:cs typeface="Calibri"/>
              </a:rPr>
              <a:t>1</a:t>
            </a:r>
            <a:r>
              <a:rPr sz="2775" spc="292" baseline="-21021" dirty="0">
                <a:latin typeface="Calibri"/>
                <a:cs typeface="Calibri"/>
              </a:rPr>
              <a:t> </a:t>
            </a:r>
            <a:r>
              <a:rPr sz="2800" dirty="0">
                <a:latin typeface="Symbol"/>
                <a:cs typeface="Symbol"/>
              </a:rPr>
              <a:t></a:t>
            </a:r>
            <a:r>
              <a:rPr sz="2800" spc="-70" dirty="0">
                <a:latin typeface="Times New Roman"/>
                <a:cs typeface="Times New Roman"/>
              </a:rPr>
              <a:t> </a:t>
            </a:r>
            <a:r>
              <a:rPr sz="2800" dirty="0">
                <a:latin typeface="Calibri"/>
                <a:cs typeface="Calibri"/>
              </a:rPr>
              <a:t>m</a:t>
            </a:r>
            <a:r>
              <a:rPr sz="2775" baseline="-21021" dirty="0">
                <a:latin typeface="Calibri"/>
                <a:cs typeface="Calibri"/>
              </a:rPr>
              <a:t>2</a:t>
            </a:r>
            <a:r>
              <a:rPr sz="2775" spc="307" baseline="-21021" dirty="0">
                <a:latin typeface="Calibri"/>
                <a:cs typeface="Calibri"/>
              </a:rPr>
              <a:t> </a:t>
            </a:r>
            <a:r>
              <a:rPr sz="2800" dirty="0">
                <a:latin typeface="Symbol"/>
                <a:cs typeface="Symbol"/>
              </a:rPr>
              <a:t></a:t>
            </a:r>
            <a:r>
              <a:rPr sz="2800" spc="-70" dirty="0">
                <a:latin typeface="Times New Roman"/>
                <a:cs typeface="Times New Roman"/>
              </a:rPr>
              <a:t> </a:t>
            </a:r>
            <a:r>
              <a:rPr sz="2800" dirty="0">
                <a:latin typeface="Calibri"/>
                <a:cs typeface="Calibri"/>
              </a:rPr>
              <a:t>.</a:t>
            </a:r>
            <a:r>
              <a:rPr sz="2800" spc="-15"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a:t>
            </a:r>
            <a:r>
              <a:rPr sz="2800" spc="-10" dirty="0">
                <a:latin typeface="Calibri"/>
                <a:cs typeface="Calibri"/>
              </a:rPr>
              <a:t> </a:t>
            </a:r>
            <a:r>
              <a:rPr sz="2800" dirty="0">
                <a:latin typeface="Symbol"/>
                <a:cs typeface="Symbol"/>
              </a:rPr>
              <a:t></a:t>
            </a:r>
            <a:r>
              <a:rPr sz="2800" spc="-70" dirty="0">
                <a:latin typeface="Times New Roman"/>
                <a:cs typeface="Times New Roman"/>
              </a:rPr>
              <a:t> </a:t>
            </a:r>
            <a:r>
              <a:rPr sz="2800" spc="-25" dirty="0">
                <a:latin typeface="Calibri"/>
                <a:cs typeface="Calibri"/>
              </a:rPr>
              <a:t>m</a:t>
            </a:r>
            <a:r>
              <a:rPr sz="2775" spc="-37" baseline="-21021" dirty="0">
                <a:latin typeface="Calibri"/>
                <a:cs typeface="Calibri"/>
              </a:rPr>
              <a:t>k </a:t>
            </a:r>
            <a:r>
              <a:rPr sz="2800" dirty="0">
                <a:latin typeface="Calibri"/>
                <a:cs typeface="Calibri"/>
              </a:rPr>
              <a:t>với</a:t>
            </a:r>
            <a:r>
              <a:rPr sz="2800" spc="-20" dirty="0">
                <a:latin typeface="Calibri"/>
                <a:cs typeface="Calibri"/>
              </a:rPr>
              <a:t> </a:t>
            </a:r>
            <a:r>
              <a:rPr sz="2800" dirty="0">
                <a:latin typeface="Calibri"/>
                <a:cs typeface="Calibri"/>
              </a:rPr>
              <a:t>m</a:t>
            </a:r>
            <a:r>
              <a:rPr sz="2775" baseline="-21021" dirty="0">
                <a:latin typeface="Calibri"/>
                <a:cs typeface="Calibri"/>
              </a:rPr>
              <a:t>i</a:t>
            </a:r>
            <a:r>
              <a:rPr sz="2775" spc="277" baseline="-21021" dirty="0">
                <a:latin typeface="Calibri"/>
                <a:cs typeface="Calibri"/>
              </a:rPr>
              <a:t> </a:t>
            </a:r>
            <a:r>
              <a:rPr sz="2800" dirty="0">
                <a:latin typeface="Calibri"/>
                <a:cs typeface="Calibri"/>
              </a:rPr>
              <a:t>là</a:t>
            </a:r>
            <a:r>
              <a:rPr sz="2800" spc="-45" dirty="0">
                <a:latin typeface="Calibri"/>
                <a:cs typeface="Calibri"/>
              </a:rPr>
              <a:t> </a:t>
            </a:r>
            <a:r>
              <a:rPr sz="2800" dirty="0">
                <a:latin typeface="Calibri"/>
                <a:cs typeface="Calibri"/>
              </a:rPr>
              <a:t>từ</a:t>
            </a:r>
            <a:r>
              <a:rPr sz="2800" spc="-15" dirty="0">
                <a:latin typeface="Calibri"/>
                <a:cs typeface="Calibri"/>
              </a:rPr>
              <a:t> </a:t>
            </a:r>
            <a:r>
              <a:rPr sz="2800" dirty="0">
                <a:latin typeface="Calibri"/>
                <a:cs typeface="Calibri"/>
              </a:rPr>
              <a:t>tối</a:t>
            </a:r>
            <a:r>
              <a:rPr sz="2800" spc="-30" dirty="0">
                <a:latin typeface="Calibri"/>
                <a:cs typeface="Calibri"/>
              </a:rPr>
              <a:t> </a:t>
            </a:r>
            <a:r>
              <a:rPr sz="2800" spc="-20" dirty="0">
                <a:latin typeface="Calibri"/>
                <a:cs typeface="Calibri"/>
              </a:rPr>
              <a:t>tiểu.</a:t>
            </a:r>
            <a:endParaRPr sz="2800">
              <a:latin typeface="Calibri"/>
              <a:cs typeface="Calibri"/>
            </a:endParaRPr>
          </a:p>
          <a:p>
            <a:pPr marL="88900">
              <a:lnSpc>
                <a:spcPct val="100000"/>
              </a:lnSpc>
              <a:spcBef>
                <a:spcPts val="670"/>
              </a:spcBef>
            </a:pPr>
            <a:r>
              <a:rPr sz="2800" dirty="0">
                <a:latin typeface="Calibri"/>
                <a:cs typeface="Calibri"/>
              </a:rPr>
              <a:t>VD</a:t>
            </a:r>
            <a:r>
              <a:rPr sz="2800" spc="-45" dirty="0">
                <a:latin typeface="Calibri"/>
                <a:cs typeface="Calibri"/>
              </a:rPr>
              <a:t> </a:t>
            </a:r>
            <a:r>
              <a:rPr sz="2800" dirty="0">
                <a:latin typeface="Calibri"/>
                <a:cs typeface="Calibri"/>
              </a:rPr>
              <a:t>:</a:t>
            </a:r>
            <a:r>
              <a:rPr sz="2800" spc="-40" dirty="0">
                <a:latin typeface="Calibri"/>
                <a:cs typeface="Calibri"/>
              </a:rPr>
              <a:t> </a:t>
            </a:r>
            <a:r>
              <a:rPr sz="2800" dirty="0">
                <a:latin typeface="Calibri"/>
                <a:cs typeface="Calibri"/>
              </a:rPr>
              <a:t>f</a:t>
            </a:r>
            <a:r>
              <a:rPr sz="2800" spc="-50" dirty="0">
                <a:latin typeface="Calibri"/>
                <a:cs typeface="Calibri"/>
              </a:rPr>
              <a:t> </a:t>
            </a:r>
            <a:r>
              <a:rPr sz="2800" dirty="0">
                <a:latin typeface="Calibri"/>
                <a:cs typeface="Calibri"/>
              </a:rPr>
              <a:t>trong</a:t>
            </a:r>
            <a:r>
              <a:rPr sz="2800" spc="-35" dirty="0">
                <a:latin typeface="Calibri"/>
                <a:cs typeface="Calibri"/>
              </a:rPr>
              <a:t> </a:t>
            </a:r>
            <a:r>
              <a:rPr sz="2800" dirty="0">
                <a:latin typeface="Calibri"/>
                <a:cs typeface="Calibri"/>
              </a:rPr>
              <a:t>định</a:t>
            </a:r>
            <a:r>
              <a:rPr sz="2800" spc="-35" dirty="0">
                <a:latin typeface="Calibri"/>
                <a:cs typeface="Calibri"/>
              </a:rPr>
              <a:t> </a:t>
            </a:r>
            <a:r>
              <a:rPr sz="2800" dirty="0">
                <a:latin typeface="Calibri"/>
                <a:cs typeface="Calibri"/>
              </a:rPr>
              <a:t>lý</a:t>
            </a:r>
            <a:r>
              <a:rPr sz="2800" spc="-60" dirty="0">
                <a:latin typeface="Calibri"/>
                <a:cs typeface="Calibri"/>
              </a:rPr>
              <a:t> </a:t>
            </a:r>
            <a:r>
              <a:rPr sz="2800" dirty="0">
                <a:latin typeface="Calibri"/>
                <a:cs typeface="Calibri"/>
              </a:rPr>
              <a:t>ở</a:t>
            </a:r>
            <a:r>
              <a:rPr sz="2800" spc="-30" dirty="0">
                <a:latin typeface="Calibri"/>
                <a:cs typeface="Calibri"/>
              </a:rPr>
              <a:t> </a:t>
            </a:r>
            <a:r>
              <a:rPr sz="2800" dirty="0">
                <a:latin typeface="Calibri"/>
                <a:cs typeface="Calibri"/>
              </a:rPr>
              <a:t>dạng</a:t>
            </a:r>
            <a:r>
              <a:rPr sz="2800" spc="-35" dirty="0">
                <a:latin typeface="Calibri"/>
                <a:cs typeface="Calibri"/>
              </a:rPr>
              <a:t> </a:t>
            </a:r>
            <a:r>
              <a:rPr sz="2800" dirty="0">
                <a:latin typeface="Calibri"/>
                <a:cs typeface="Calibri"/>
              </a:rPr>
              <a:t>nối</a:t>
            </a:r>
            <a:r>
              <a:rPr sz="2800" spc="-40" dirty="0">
                <a:latin typeface="Calibri"/>
                <a:cs typeface="Calibri"/>
              </a:rPr>
              <a:t> </a:t>
            </a:r>
            <a:r>
              <a:rPr sz="2800" dirty="0">
                <a:latin typeface="Calibri"/>
                <a:cs typeface="Calibri"/>
              </a:rPr>
              <a:t>rời</a:t>
            </a:r>
            <a:r>
              <a:rPr sz="2800" spc="-35" dirty="0">
                <a:latin typeface="Calibri"/>
                <a:cs typeface="Calibri"/>
              </a:rPr>
              <a:t> </a:t>
            </a:r>
            <a:r>
              <a:rPr sz="2800" dirty="0">
                <a:latin typeface="Calibri"/>
                <a:cs typeface="Calibri"/>
              </a:rPr>
              <a:t>chính</a:t>
            </a:r>
            <a:r>
              <a:rPr sz="2800" spc="-20" dirty="0">
                <a:latin typeface="Calibri"/>
                <a:cs typeface="Calibri"/>
              </a:rPr>
              <a:t> tắc.</a:t>
            </a:r>
            <a:endParaRPr sz="2800">
              <a:latin typeface="Calibri"/>
              <a:cs typeface="Calibri"/>
            </a:endParaRPr>
          </a:p>
        </p:txBody>
      </p:sp>
    </p:spTree>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5" name="object 5"/>
          <p:cNvGrpSpPr/>
          <p:nvPr/>
        </p:nvGrpSpPr>
        <p:grpSpPr>
          <a:xfrm>
            <a:off x="4712208" y="5093208"/>
            <a:ext cx="940435" cy="940435"/>
            <a:chOff x="4712208" y="5093208"/>
            <a:chExt cx="940435" cy="940435"/>
          </a:xfrm>
        </p:grpSpPr>
        <p:sp>
          <p:nvSpPr>
            <p:cNvPr id="6" name="object 6"/>
            <p:cNvSpPr/>
            <p:nvPr/>
          </p:nvSpPr>
          <p:spPr>
            <a:xfrm>
              <a:off x="4725162" y="5106162"/>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7" name="object 7"/>
            <p:cNvSpPr/>
            <p:nvPr/>
          </p:nvSpPr>
          <p:spPr>
            <a:xfrm>
              <a:off x="4725162" y="5106162"/>
              <a:ext cx="914400" cy="914400"/>
            </a:xfrm>
            <a:custGeom>
              <a:avLst/>
              <a:gdLst/>
              <a:ahLst/>
              <a:cxnLst/>
              <a:rect l="l" t="t" r="r" b="b"/>
              <a:pathLst>
                <a:path w="914400" h="914400">
                  <a:moveTo>
                    <a:pt x="0" y="914400"/>
                  </a:moveTo>
                  <a:lnTo>
                    <a:pt x="914400" y="914400"/>
                  </a:lnTo>
                  <a:lnTo>
                    <a:pt x="914400" y="0"/>
                  </a:lnTo>
                  <a:lnTo>
                    <a:pt x="0" y="0"/>
                  </a:lnTo>
                  <a:lnTo>
                    <a:pt x="0" y="914400"/>
                  </a:lnTo>
                  <a:close/>
                </a:path>
              </a:pathLst>
            </a:custGeom>
            <a:ln w="25908">
              <a:solidFill>
                <a:srgbClr val="385D89"/>
              </a:solidFill>
            </a:ln>
          </p:spPr>
          <p:txBody>
            <a:bodyPr wrap="square" lIns="0" tIns="0" rIns="0" bIns="0" rtlCol="0"/>
            <a:lstStyle/>
            <a:p>
              <a:endParaRPr/>
            </a:p>
          </p:txBody>
        </p:sp>
      </p:grpSp>
      <p:sp>
        <p:nvSpPr>
          <p:cNvPr id="2" name="object 2"/>
          <p:cNvSpPr txBox="1">
            <a:spLocks noGrp="1"/>
          </p:cNvSpPr>
          <p:nvPr>
            <p:ph type="title"/>
          </p:nvPr>
        </p:nvSpPr>
        <p:spPr>
          <a:prstGeom prst="rect">
            <a:avLst/>
          </a:prstGeom>
        </p:spPr>
        <p:txBody>
          <a:bodyPr vert="horz" wrap="square" lIns="0" tIns="91313" rIns="0" bIns="0" rtlCol="0">
            <a:spAutoFit/>
          </a:bodyPr>
          <a:lstStyle/>
          <a:p>
            <a:pPr marL="88900">
              <a:lnSpc>
                <a:spcPct val="100000"/>
              </a:lnSpc>
              <a:spcBef>
                <a:spcPts val="95"/>
              </a:spcBef>
            </a:pPr>
            <a:r>
              <a:rPr b="1" dirty="0">
                <a:latin typeface="Calibri"/>
                <a:cs typeface="Calibri"/>
              </a:rPr>
              <a:t>Ví</a:t>
            </a:r>
            <a:r>
              <a:rPr b="1" spc="-20" dirty="0">
                <a:latin typeface="Calibri"/>
                <a:cs typeface="Calibri"/>
              </a:rPr>
              <a:t> </a:t>
            </a:r>
            <a:r>
              <a:rPr b="1" dirty="0">
                <a:latin typeface="Calibri"/>
                <a:cs typeface="Calibri"/>
              </a:rPr>
              <a:t>dụ</a:t>
            </a:r>
            <a:r>
              <a:rPr b="1" spc="-20" dirty="0">
                <a:latin typeface="Calibri"/>
                <a:cs typeface="Calibri"/>
              </a:rPr>
              <a:t> </a:t>
            </a:r>
            <a:r>
              <a:rPr b="1" dirty="0">
                <a:latin typeface="Calibri"/>
                <a:cs typeface="Calibri"/>
              </a:rPr>
              <a:t>2</a:t>
            </a:r>
            <a:r>
              <a:rPr b="1" spc="-5" dirty="0">
                <a:latin typeface="Calibri"/>
                <a:cs typeface="Calibri"/>
              </a:rPr>
              <a:t> </a:t>
            </a:r>
            <a:r>
              <a:rPr b="1" dirty="0">
                <a:latin typeface="Calibri"/>
                <a:cs typeface="Calibri"/>
              </a:rPr>
              <a:t>:</a:t>
            </a:r>
            <a:r>
              <a:rPr b="1" spc="-10" dirty="0">
                <a:latin typeface="Calibri"/>
                <a:cs typeface="Calibri"/>
              </a:rPr>
              <a:t> </a:t>
            </a:r>
            <a:r>
              <a:rPr dirty="0"/>
              <a:t>Xét</a:t>
            </a:r>
            <a:r>
              <a:rPr spc="-30" dirty="0"/>
              <a:t> </a:t>
            </a:r>
            <a:r>
              <a:rPr dirty="0"/>
              <a:t>hàm</a:t>
            </a:r>
            <a:r>
              <a:rPr spc="-10" dirty="0"/>
              <a:t> </a:t>
            </a:r>
            <a:r>
              <a:rPr dirty="0"/>
              <a:t>f</a:t>
            </a:r>
            <a:r>
              <a:rPr spc="-20" dirty="0"/>
              <a:t> </a:t>
            </a:r>
            <a:r>
              <a:rPr dirty="0"/>
              <a:t>ở</a:t>
            </a:r>
            <a:r>
              <a:rPr spc="-15" dirty="0"/>
              <a:t> </a:t>
            </a:r>
            <a:r>
              <a:rPr dirty="0"/>
              <a:t>ví</a:t>
            </a:r>
            <a:r>
              <a:rPr spc="-20" dirty="0"/>
              <a:t> </a:t>
            </a:r>
            <a:r>
              <a:rPr dirty="0"/>
              <a:t>dụ</a:t>
            </a:r>
            <a:r>
              <a:rPr spc="-10" dirty="0"/>
              <a:t> </a:t>
            </a:r>
            <a:r>
              <a:rPr spc="-25" dirty="0"/>
              <a:t>1.</a:t>
            </a:r>
          </a:p>
        </p:txBody>
      </p:sp>
      <p:sp>
        <p:nvSpPr>
          <p:cNvPr id="3" name="object 3"/>
          <p:cNvSpPr txBox="1"/>
          <p:nvPr/>
        </p:nvSpPr>
        <p:spPr>
          <a:xfrm>
            <a:off x="988872" y="4406480"/>
            <a:ext cx="4522470" cy="2075180"/>
          </a:xfrm>
          <a:prstGeom prst="rect">
            <a:avLst/>
          </a:prstGeom>
        </p:spPr>
        <p:txBody>
          <a:bodyPr vert="horz" wrap="square" lIns="0" tIns="13335" rIns="0" bIns="0" rtlCol="0">
            <a:spAutoFit/>
          </a:bodyPr>
          <a:lstStyle/>
          <a:p>
            <a:pPr marL="617220" marR="43180" indent="-567055" algn="just">
              <a:lnSpc>
                <a:spcPct val="120000"/>
              </a:lnSpc>
              <a:spcBef>
                <a:spcPts val="105"/>
              </a:spcBef>
            </a:pPr>
            <a:r>
              <a:rPr sz="2800" dirty="0">
                <a:latin typeface="Calibri"/>
                <a:cs typeface="Calibri"/>
              </a:rPr>
              <a:t>Với</a:t>
            </a:r>
            <a:r>
              <a:rPr sz="2800" spc="-45" dirty="0">
                <a:latin typeface="Calibri"/>
                <a:cs typeface="Calibri"/>
              </a:rPr>
              <a:t> </a:t>
            </a:r>
            <a:r>
              <a:rPr sz="2800" dirty="0">
                <a:latin typeface="Calibri"/>
                <a:cs typeface="Calibri"/>
              </a:rPr>
              <a:t>A</a:t>
            </a:r>
            <a:r>
              <a:rPr sz="2775" baseline="-21021" dirty="0">
                <a:latin typeface="Calibri"/>
                <a:cs typeface="Calibri"/>
              </a:rPr>
              <a:t>1</a:t>
            </a:r>
            <a:r>
              <a:rPr sz="2775" spc="254" baseline="-21021" dirty="0">
                <a:latin typeface="Calibri"/>
                <a:cs typeface="Calibri"/>
              </a:rPr>
              <a:t> </a:t>
            </a:r>
            <a:r>
              <a:rPr sz="2800" dirty="0">
                <a:latin typeface="Calibri"/>
                <a:cs typeface="Calibri"/>
              </a:rPr>
              <a:t>=</a:t>
            </a:r>
            <a:r>
              <a:rPr sz="2800" spc="-40" dirty="0">
                <a:latin typeface="Calibri"/>
                <a:cs typeface="Calibri"/>
              </a:rPr>
              <a:t> </a:t>
            </a:r>
            <a:r>
              <a:rPr sz="2800" dirty="0">
                <a:latin typeface="Calibri"/>
                <a:cs typeface="Calibri"/>
              </a:rPr>
              <a:t>(1,1,0,1)</a:t>
            </a:r>
            <a:r>
              <a:rPr sz="2800" spc="-10" dirty="0">
                <a:latin typeface="Calibri"/>
                <a:cs typeface="Calibri"/>
              </a:rPr>
              <a:t> </a:t>
            </a:r>
            <a:r>
              <a:rPr sz="2800" dirty="0">
                <a:latin typeface="Symbol"/>
                <a:cs typeface="Symbol"/>
              </a:rPr>
              <a:t></a:t>
            </a:r>
            <a:r>
              <a:rPr sz="2800" spc="-105" dirty="0">
                <a:latin typeface="Times New Roman"/>
                <a:cs typeface="Times New Roman"/>
              </a:rPr>
              <a:t> </a:t>
            </a:r>
            <a:r>
              <a:rPr sz="2800" dirty="0">
                <a:latin typeface="Calibri"/>
                <a:cs typeface="Calibri"/>
              </a:rPr>
              <a:t>m</a:t>
            </a:r>
            <a:r>
              <a:rPr sz="2775" baseline="-21021" dirty="0">
                <a:latin typeface="Calibri"/>
                <a:cs typeface="Calibri"/>
              </a:rPr>
              <a:t>1</a:t>
            </a:r>
            <a:r>
              <a:rPr sz="2775" spc="240" baseline="-21021" dirty="0">
                <a:latin typeface="Calibri"/>
                <a:cs typeface="Calibri"/>
              </a:rPr>
              <a:t> </a:t>
            </a:r>
            <a:r>
              <a:rPr sz="2800" dirty="0">
                <a:latin typeface="Calibri"/>
                <a:cs typeface="Calibri"/>
              </a:rPr>
              <a:t>=</a:t>
            </a:r>
            <a:r>
              <a:rPr sz="2800" spc="-40" dirty="0">
                <a:latin typeface="Calibri"/>
                <a:cs typeface="Calibri"/>
              </a:rPr>
              <a:t> </a:t>
            </a:r>
            <a:r>
              <a:rPr sz="2800" spc="-490" dirty="0">
                <a:latin typeface="Cambria Math"/>
                <a:cs typeface="Cambria Math"/>
              </a:rPr>
              <a:t>xyzതt</a:t>
            </a:r>
            <a:r>
              <a:rPr sz="2800" spc="-490" dirty="0">
                <a:latin typeface="Calibri"/>
                <a:cs typeface="Calibri"/>
              </a:rPr>
              <a:t>,</a:t>
            </a:r>
            <a:r>
              <a:rPr sz="2800" dirty="0">
                <a:latin typeface="Calibri"/>
                <a:cs typeface="Calibri"/>
              </a:rPr>
              <a:t> A</a:t>
            </a:r>
            <a:r>
              <a:rPr sz="2775" baseline="-21021" dirty="0">
                <a:latin typeface="Calibri"/>
                <a:cs typeface="Calibri"/>
              </a:rPr>
              <a:t>2</a:t>
            </a:r>
            <a:r>
              <a:rPr sz="2775" spc="262" baseline="-21021"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(1,0,1,0)</a:t>
            </a:r>
            <a:r>
              <a:rPr sz="2800" spc="20" dirty="0">
                <a:latin typeface="Calibri"/>
                <a:cs typeface="Calibri"/>
              </a:rPr>
              <a:t> </a:t>
            </a:r>
            <a:r>
              <a:rPr sz="2800" dirty="0">
                <a:latin typeface="Symbol"/>
                <a:cs typeface="Symbol"/>
              </a:rPr>
              <a:t></a:t>
            </a:r>
            <a:r>
              <a:rPr sz="2800" spc="-95" dirty="0">
                <a:latin typeface="Times New Roman"/>
                <a:cs typeface="Times New Roman"/>
              </a:rPr>
              <a:t> </a:t>
            </a:r>
            <a:r>
              <a:rPr sz="2800" dirty="0">
                <a:latin typeface="Calibri"/>
                <a:cs typeface="Calibri"/>
              </a:rPr>
              <a:t>m</a:t>
            </a:r>
            <a:r>
              <a:rPr sz="2775" baseline="-21021" dirty="0">
                <a:latin typeface="Calibri"/>
                <a:cs typeface="Calibri"/>
              </a:rPr>
              <a:t>2</a:t>
            </a:r>
            <a:r>
              <a:rPr sz="2775" spc="284" baseline="-21021" dirty="0">
                <a:latin typeface="Calibri"/>
                <a:cs typeface="Calibri"/>
              </a:rPr>
              <a:t> </a:t>
            </a:r>
            <a:r>
              <a:rPr sz="2800" dirty="0">
                <a:latin typeface="Calibri"/>
                <a:cs typeface="Calibri"/>
              </a:rPr>
              <a:t>=</a:t>
            </a:r>
            <a:r>
              <a:rPr sz="2800" spc="-25" dirty="0">
                <a:latin typeface="Calibri"/>
                <a:cs typeface="Calibri"/>
              </a:rPr>
              <a:t> </a:t>
            </a:r>
            <a:r>
              <a:rPr sz="2800" spc="-740" dirty="0">
                <a:latin typeface="Cambria Math"/>
                <a:cs typeface="Cambria Math"/>
              </a:rPr>
              <a:t>xyതzt</a:t>
            </a:r>
            <a:r>
              <a:rPr sz="4200" spc="-1110" baseline="5952" dirty="0">
                <a:latin typeface="Cambria Math"/>
                <a:cs typeface="Cambria Math"/>
              </a:rPr>
              <a:t>ҧ</a:t>
            </a:r>
            <a:r>
              <a:rPr sz="2800" spc="-740" dirty="0">
                <a:latin typeface="Calibri"/>
                <a:cs typeface="Calibri"/>
              </a:rPr>
              <a:t>,</a:t>
            </a:r>
            <a:r>
              <a:rPr sz="2800" dirty="0">
                <a:latin typeface="Calibri"/>
                <a:cs typeface="Calibri"/>
              </a:rPr>
              <a:t> A</a:t>
            </a:r>
            <a:r>
              <a:rPr sz="2775" baseline="-21021" dirty="0">
                <a:latin typeface="Calibri"/>
                <a:cs typeface="Calibri"/>
              </a:rPr>
              <a:t>3</a:t>
            </a:r>
            <a:r>
              <a:rPr sz="2775" spc="262" baseline="-21021"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(0,1,0,0)</a:t>
            </a:r>
            <a:r>
              <a:rPr sz="2800" spc="25" dirty="0">
                <a:latin typeface="Calibri"/>
                <a:cs typeface="Calibri"/>
              </a:rPr>
              <a:t> </a:t>
            </a:r>
            <a:r>
              <a:rPr sz="2800" dirty="0">
                <a:latin typeface="Symbol"/>
                <a:cs typeface="Symbol"/>
              </a:rPr>
              <a:t></a:t>
            </a:r>
            <a:r>
              <a:rPr sz="2800" spc="-95" dirty="0">
                <a:latin typeface="Times New Roman"/>
                <a:cs typeface="Times New Roman"/>
              </a:rPr>
              <a:t> </a:t>
            </a:r>
            <a:r>
              <a:rPr sz="2800" dirty="0">
                <a:latin typeface="Calibri"/>
                <a:cs typeface="Calibri"/>
              </a:rPr>
              <a:t>m</a:t>
            </a:r>
            <a:r>
              <a:rPr sz="2775" baseline="-21021" dirty="0">
                <a:latin typeface="Calibri"/>
                <a:cs typeface="Calibri"/>
              </a:rPr>
              <a:t>3</a:t>
            </a:r>
            <a:r>
              <a:rPr sz="2775" spc="284" baseline="-21021" dirty="0">
                <a:latin typeface="Calibri"/>
                <a:cs typeface="Calibri"/>
              </a:rPr>
              <a:t> </a:t>
            </a:r>
            <a:r>
              <a:rPr sz="2800" dirty="0">
                <a:latin typeface="Calibri"/>
                <a:cs typeface="Calibri"/>
              </a:rPr>
              <a:t>=</a:t>
            </a:r>
            <a:r>
              <a:rPr sz="2800" spc="-25" dirty="0">
                <a:latin typeface="Calibri"/>
                <a:cs typeface="Calibri"/>
              </a:rPr>
              <a:t> </a:t>
            </a:r>
            <a:r>
              <a:rPr sz="2800" spc="-1010" dirty="0">
                <a:latin typeface="Cambria Math"/>
                <a:cs typeface="Cambria Math"/>
              </a:rPr>
              <a:t>xതyzതt</a:t>
            </a:r>
            <a:r>
              <a:rPr sz="4200" spc="-1514" baseline="5952" dirty="0">
                <a:latin typeface="Cambria Math"/>
                <a:cs typeface="Cambria Math"/>
              </a:rPr>
              <a:t>ҧ</a:t>
            </a:r>
            <a:r>
              <a:rPr sz="2800" spc="-1010" dirty="0">
                <a:latin typeface="Calibri"/>
                <a:cs typeface="Calibri"/>
              </a:rPr>
              <a:t>,</a:t>
            </a:r>
            <a:endParaRPr sz="2800" dirty="0">
              <a:latin typeface="Calibri"/>
              <a:cs typeface="Calibri"/>
            </a:endParaRPr>
          </a:p>
          <a:p>
            <a:pPr marL="859790" algn="just">
              <a:lnSpc>
                <a:spcPct val="100000"/>
              </a:lnSpc>
              <a:spcBef>
                <a:spcPts val="670"/>
              </a:spcBef>
            </a:pPr>
            <a:r>
              <a:rPr sz="2800" dirty="0">
                <a:latin typeface="Calibri"/>
                <a:cs typeface="Calibri"/>
              </a:rPr>
              <a:t>f</a:t>
            </a:r>
            <a:r>
              <a:rPr sz="2800" spc="-15" dirty="0">
                <a:latin typeface="Calibri"/>
                <a:cs typeface="Calibri"/>
              </a:rPr>
              <a:t> </a:t>
            </a:r>
            <a:r>
              <a:rPr sz="2800" dirty="0">
                <a:latin typeface="Calibri"/>
                <a:cs typeface="Calibri"/>
              </a:rPr>
              <a:t>= m</a:t>
            </a:r>
            <a:r>
              <a:rPr sz="2775" baseline="-21021" dirty="0">
                <a:latin typeface="Calibri"/>
                <a:cs typeface="Calibri"/>
              </a:rPr>
              <a:t>1</a:t>
            </a:r>
            <a:r>
              <a:rPr sz="2775" spc="315" baseline="-21021" dirty="0">
                <a:latin typeface="Calibri"/>
                <a:cs typeface="Calibri"/>
              </a:rPr>
              <a:t> </a:t>
            </a:r>
            <a:r>
              <a:rPr sz="2800" dirty="0">
                <a:latin typeface="Symbol"/>
                <a:cs typeface="Symbol"/>
              </a:rPr>
              <a:t></a:t>
            </a:r>
            <a:r>
              <a:rPr sz="2800" spc="-80" dirty="0">
                <a:latin typeface="Times New Roman"/>
                <a:cs typeface="Times New Roman"/>
              </a:rPr>
              <a:t> </a:t>
            </a:r>
            <a:r>
              <a:rPr sz="2800" dirty="0">
                <a:latin typeface="Calibri"/>
                <a:cs typeface="Calibri"/>
              </a:rPr>
              <a:t>m</a:t>
            </a:r>
            <a:r>
              <a:rPr sz="2775" baseline="-21021" dirty="0">
                <a:latin typeface="Calibri"/>
                <a:cs typeface="Calibri"/>
              </a:rPr>
              <a:t>2</a:t>
            </a:r>
            <a:r>
              <a:rPr sz="2775" spc="307" baseline="-21021" dirty="0">
                <a:latin typeface="Calibri"/>
                <a:cs typeface="Calibri"/>
              </a:rPr>
              <a:t> </a:t>
            </a:r>
            <a:r>
              <a:rPr sz="2800" dirty="0">
                <a:latin typeface="Symbol"/>
                <a:cs typeface="Symbol"/>
              </a:rPr>
              <a:t></a:t>
            </a:r>
            <a:r>
              <a:rPr sz="2800" spc="-65" dirty="0">
                <a:latin typeface="Times New Roman"/>
                <a:cs typeface="Times New Roman"/>
              </a:rPr>
              <a:t> </a:t>
            </a:r>
            <a:r>
              <a:rPr sz="2800" spc="-25" dirty="0">
                <a:latin typeface="Calibri"/>
                <a:cs typeface="Calibri"/>
              </a:rPr>
              <a:t>m</a:t>
            </a:r>
            <a:r>
              <a:rPr sz="2775" spc="-37" baseline="-21021" dirty="0">
                <a:latin typeface="Calibri"/>
                <a:cs typeface="Calibri"/>
              </a:rPr>
              <a:t>3</a:t>
            </a:r>
            <a:endParaRPr sz="2775" baseline="-21021" dirty="0">
              <a:latin typeface="Calibri"/>
              <a:cs typeface="Calibri"/>
            </a:endParaRPr>
          </a:p>
        </p:txBody>
      </p:sp>
      <p:graphicFrame>
        <p:nvGraphicFramePr>
          <p:cNvPr id="4" name="object 4"/>
          <p:cNvGraphicFramePr>
            <a:graphicFrameLocks noGrp="1"/>
          </p:cNvGraphicFramePr>
          <p:nvPr/>
        </p:nvGraphicFramePr>
        <p:xfrm>
          <a:off x="603250" y="1060450"/>
          <a:ext cx="7924799" cy="2924810"/>
        </p:xfrm>
        <a:graphic>
          <a:graphicData uri="http://schemas.openxmlformats.org/drawingml/2006/table">
            <a:tbl>
              <a:tblPr firstRow="1" bandRow="1">
                <a:tableStyleId>{2D5ABB26-0587-4C30-8999-92F81FD0307C}</a:tableStyleId>
              </a:tblPr>
              <a:tblGrid>
                <a:gridCol w="1584960">
                  <a:extLst>
                    <a:ext uri="{9D8B030D-6E8A-4147-A177-3AD203B41FA5}">
                      <a16:colId xmlns:a16="http://schemas.microsoft.com/office/drawing/2014/main" val="20000"/>
                    </a:ext>
                  </a:extLst>
                </a:gridCol>
                <a:gridCol w="1584960">
                  <a:extLst>
                    <a:ext uri="{9D8B030D-6E8A-4147-A177-3AD203B41FA5}">
                      <a16:colId xmlns:a16="http://schemas.microsoft.com/office/drawing/2014/main" val="20001"/>
                    </a:ext>
                  </a:extLst>
                </a:gridCol>
                <a:gridCol w="1584959">
                  <a:extLst>
                    <a:ext uri="{9D8B030D-6E8A-4147-A177-3AD203B41FA5}">
                      <a16:colId xmlns:a16="http://schemas.microsoft.com/office/drawing/2014/main" val="20002"/>
                    </a:ext>
                  </a:extLst>
                </a:gridCol>
                <a:gridCol w="1584960">
                  <a:extLst>
                    <a:ext uri="{9D8B030D-6E8A-4147-A177-3AD203B41FA5}">
                      <a16:colId xmlns:a16="http://schemas.microsoft.com/office/drawing/2014/main" val="20003"/>
                    </a:ext>
                  </a:extLst>
                </a:gridCol>
                <a:gridCol w="1584960">
                  <a:extLst>
                    <a:ext uri="{9D8B030D-6E8A-4147-A177-3AD203B41FA5}">
                      <a16:colId xmlns:a16="http://schemas.microsoft.com/office/drawing/2014/main" val="20004"/>
                    </a:ext>
                  </a:extLst>
                </a:gridCol>
              </a:tblGrid>
              <a:tr h="365760">
                <a:tc>
                  <a:txBody>
                    <a:bodyPr/>
                    <a:lstStyle/>
                    <a:p>
                      <a:pPr algn="ctr">
                        <a:lnSpc>
                          <a:spcPct val="100000"/>
                        </a:lnSpc>
                        <a:spcBef>
                          <a:spcPts val="240"/>
                        </a:spcBef>
                      </a:pPr>
                      <a:r>
                        <a:rPr sz="1800" b="1" spc="-50" dirty="0">
                          <a:latin typeface="Calibri"/>
                          <a:cs typeface="Calibri"/>
                        </a:rPr>
                        <a:t>x</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0"/>
                        </a:spcBef>
                      </a:pPr>
                      <a:r>
                        <a:rPr sz="1800" b="1" spc="-50" dirty="0">
                          <a:latin typeface="Calibri"/>
                          <a:cs typeface="Calibri"/>
                        </a:rPr>
                        <a:t>y</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240"/>
                        </a:spcBef>
                      </a:pPr>
                      <a:r>
                        <a:rPr sz="1800" b="1" spc="-50" dirty="0">
                          <a:latin typeface="Calibri"/>
                          <a:cs typeface="Calibri"/>
                        </a:rPr>
                        <a:t>z</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240"/>
                        </a:spcBef>
                      </a:pPr>
                      <a:r>
                        <a:rPr sz="1800" b="1" spc="-50" dirty="0">
                          <a:latin typeface="Calibri"/>
                          <a:cs typeface="Calibri"/>
                        </a:rPr>
                        <a:t>t</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240"/>
                        </a:spcBef>
                      </a:pPr>
                      <a:r>
                        <a:rPr sz="1800" b="1" spc="-50" dirty="0">
                          <a:latin typeface="Calibri"/>
                          <a:cs typeface="Calibri"/>
                        </a:rPr>
                        <a:t>f</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65760">
                <a:tc>
                  <a:txBody>
                    <a:bodyPr/>
                    <a:lstStyle/>
                    <a:p>
                      <a:pPr algn="ctr">
                        <a:lnSpc>
                          <a:spcPct val="100000"/>
                        </a:lnSpc>
                        <a:spcBef>
                          <a:spcPts val="240"/>
                        </a:spcBef>
                      </a:pPr>
                      <a:r>
                        <a:rPr sz="1800" dirty="0">
                          <a:latin typeface="Calibri"/>
                          <a:cs typeface="Calibri"/>
                        </a:rPr>
                        <a:t>.</a:t>
                      </a:r>
                      <a:r>
                        <a:rPr sz="1800" spc="-5" dirty="0">
                          <a:latin typeface="Calibri"/>
                          <a:cs typeface="Calibri"/>
                        </a:rPr>
                        <a:t> </a:t>
                      </a:r>
                      <a:r>
                        <a:rPr sz="1800" dirty="0">
                          <a:latin typeface="Calibri"/>
                          <a:cs typeface="Calibri"/>
                        </a:rPr>
                        <a:t>. </a:t>
                      </a:r>
                      <a:r>
                        <a:rPr sz="1800" spc="-50" dirty="0">
                          <a:latin typeface="Calibri"/>
                          <a:cs typeface="Calibri"/>
                        </a:rPr>
                        <a:t>.</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65125">
                <a:tc>
                  <a:txBody>
                    <a:bodyPr/>
                    <a:lstStyle/>
                    <a:p>
                      <a:pPr marL="635" algn="ctr">
                        <a:lnSpc>
                          <a:spcPct val="100000"/>
                        </a:lnSpc>
                        <a:spcBef>
                          <a:spcPts val="240"/>
                        </a:spcBef>
                      </a:pPr>
                      <a:r>
                        <a:rPr sz="1800" b="1" spc="-50" dirty="0">
                          <a:latin typeface="Calibri"/>
                          <a:cs typeface="Calibri"/>
                        </a:rPr>
                        <a:t>1</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1270" algn="ctr">
                        <a:lnSpc>
                          <a:spcPct val="100000"/>
                        </a:lnSpc>
                        <a:spcBef>
                          <a:spcPts val="240"/>
                        </a:spcBef>
                      </a:pPr>
                      <a:r>
                        <a:rPr sz="1800" b="1" spc="-50" dirty="0">
                          <a:latin typeface="Calibri"/>
                          <a:cs typeface="Calibri"/>
                        </a:rPr>
                        <a:t>1</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1905" algn="ctr">
                        <a:lnSpc>
                          <a:spcPct val="100000"/>
                        </a:lnSpc>
                        <a:spcBef>
                          <a:spcPts val="240"/>
                        </a:spcBef>
                      </a:pPr>
                      <a:r>
                        <a:rPr sz="1800" b="1" spc="-50" dirty="0">
                          <a:latin typeface="Calibri"/>
                          <a:cs typeface="Calibri"/>
                        </a:rPr>
                        <a:t>0</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2540" algn="ctr">
                        <a:lnSpc>
                          <a:spcPct val="100000"/>
                        </a:lnSpc>
                        <a:spcBef>
                          <a:spcPts val="240"/>
                        </a:spcBef>
                      </a:pPr>
                      <a:r>
                        <a:rPr sz="1800" b="1" spc="-50" dirty="0">
                          <a:latin typeface="Calibri"/>
                          <a:cs typeface="Calibri"/>
                        </a:rPr>
                        <a:t>1</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3175" algn="ctr">
                        <a:lnSpc>
                          <a:spcPct val="100000"/>
                        </a:lnSpc>
                        <a:spcBef>
                          <a:spcPts val="240"/>
                        </a:spcBef>
                      </a:pPr>
                      <a:r>
                        <a:rPr sz="1800" b="1" spc="-50" dirty="0">
                          <a:solidFill>
                            <a:srgbClr val="FF0000"/>
                          </a:solidFill>
                          <a:latin typeface="Calibri"/>
                          <a:cs typeface="Calibri"/>
                        </a:rPr>
                        <a:t>1</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extLst>
                  <a:ext uri="{0D108BD9-81ED-4DB2-BD59-A6C34878D82A}">
                    <a16:rowId xmlns:a16="http://schemas.microsoft.com/office/drawing/2014/main" val="10002"/>
                  </a:ext>
                </a:extLst>
              </a:tr>
              <a:tr h="365760">
                <a:tc>
                  <a:txBody>
                    <a:bodyPr/>
                    <a:lstStyle/>
                    <a:p>
                      <a:pPr algn="ctr">
                        <a:lnSpc>
                          <a:spcPct val="100000"/>
                        </a:lnSpc>
                        <a:spcBef>
                          <a:spcPts val="245"/>
                        </a:spcBef>
                      </a:pPr>
                      <a:r>
                        <a:rPr sz="1800" b="1" dirty="0">
                          <a:latin typeface="Calibri"/>
                          <a:cs typeface="Calibri"/>
                        </a:rPr>
                        <a:t>.</a:t>
                      </a:r>
                      <a:r>
                        <a:rPr sz="1800" b="1" spc="-5" dirty="0">
                          <a:latin typeface="Calibri"/>
                          <a:cs typeface="Calibri"/>
                        </a:rPr>
                        <a:t> </a:t>
                      </a:r>
                      <a:r>
                        <a:rPr sz="1800" b="1" dirty="0">
                          <a:latin typeface="Calibri"/>
                          <a:cs typeface="Calibri"/>
                        </a:rPr>
                        <a:t>. </a:t>
                      </a:r>
                      <a:r>
                        <a:rPr sz="1800" b="1" spc="-50" dirty="0">
                          <a:latin typeface="Calibri"/>
                          <a:cs typeface="Calibri"/>
                        </a:rPr>
                        <a:t>.</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65760">
                <a:tc>
                  <a:txBody>
                    <a:bodyPr/>
                    <a:lstStyle/>
                    <a:p>
                      <a:pPr algn="ctr">
                        <a:lnSpc>
                          <a:spcPct val="100000"/>
                        </a:lnSpc>
                        <a:spcBef>
                          <a:spcPts val="244"/>
                        </a:spcBef>
                      </a:pPr>
                      <a:r>
                        <a:rPr sz="1800" b="1" spc="-50" dirty="0">
                          <a:latin typeface="Calibri"/>
                          <a:cs typeface="Calibri"/>
                        </a:rPr>
                        <a:t>1</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1270" algn="ctr">
                        <a:lnSpc>
                          <a:spcPct val="100000"/>
                        </a:lnSpc>
                        <a:spcBef>
                          <a:spcPts val="244"/>
                        </a:spcBef>
                      </a:pPr>
                      <a:r>
                        <a:rPr sz="1800" b="1" spc="-50" dirty="0">
                          <a:latin typeface="Calibri"/>
                          <a:cs typeface="Calibri"/>
                        </a:rPr>
                        <a:t>0</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1270" algn="ctr">
                        <a:lnSpc>
                          <a:spcPct val="100000"/>
                        </a:lnSpc>
                        <a:spcBef>
                          <a:spcPts val="244"/>
                        </a:spcBef>
                      </a:pPr>
                      <a:r>
                        <a:rPr sz="1800" b="1" spc="-50" dirty="0">
                          <a:latin typeface="Calibri"/>
                          <a:cs typeface="Calibri"/>
                        </a:rPr>
                        <a:t>1</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2540" algn="ctr">
                        <a:lnSpc>
                          <a:spcPct val="100000"/>
                        </a:lnSpc>
                        <a:spcBef>
                          <a:spcPts val="244"/>
                        </a:spcBef>
                      </a:pPr>
                      <a:r>
                        <a:rPr sz="1800" b="1" spc="-50" dirty="0">
                          <a:latin typeface="Calibri"/>
                          <a:cs typeface="Calibri"/>
                        </a:rPr>
                        <a:t>0</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2540" algn="ctr">
                        <a:lnSpc>
                          <a:spcPct val="100000"/>
                        </a:lnSpc>
                        <a:spcBef>
                          <a:spcPts val="244"/>
                        </a:spcBef>
                      </a:pPr>
                      <a:r>
                        <a:rPr sz="1800" b="1" spc="-50" dirty="0">
                          <a:solidFill>
                            <a:srgbClr val="FF0000"/>
                          </a:solidFill>
                          <a:latin typeface="Calibri"/>
                          <a:cs typeface="Calibri"/>
                        </a:rPr>
                        <a:t>1</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extLst>
                  <a:ext uri="{0D108BD9-81ED-4DB2-BD59-A6C34878D82A}">
                    <a16:rowId xmlns:a16="http://schemas.microsoft.com/office/drawing/2014/main" val="10004"/>
                  </a:ext>
                </a:extLst>
              </a:tr>
              <a:tr h="365760">
                <a:tc>
                  <a:txBody>
                    <a:bodyPr/>
                    <a:lstStyle/>
                    <a:p>
                      <a:pPr algn="ctr">
                        <a:lnSpc>
                          <a:spcPct val="100000"/>
                        </a:lnSpc>
                        <a:spcBef>
                          <a:spcPts val="245"/>
                        </a:spcBef>
                      </a:pPr>
                      <a:r>
                        <a:rPr sz="1800" b="1" dirty="0">
                          <a:latin typeface="Calibri"/>
                          <a:cs typeface="Calibri"/>
                        </a:rPr>
                        <a:t>.</a:t>
                      </a:r>
                      <a:r>
                        <a:rPr sz="1800" b="1" spc="-5" dirty="0">
                          <a:latin typeface="Calibri"/>
                          <a:cs typeface="Calibri"/>
                        </a:rPr>
                        <a:t> </a:t>
                      </a:r>
                      <a:r>
                        <a:rPr sz="1800" b="1" dirty="0">
                          <a:latin typeface="Calibri"/>
                          <a:cs typeface="Calibri"/>
                        </a:rPr>
                        <a:t>. </a:t>
                      </a:r>
                      <a:r>
                        <a:rPr sz="1800" b="1" spc="-50" dirty="0">
                          <a:latin typeface="Calibri"/>
                          <a:cs typeface="Calibri"/>
                        </a:rPr>
                        <a:t>.</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365125">
                <a:tc>
                  <a:txBody>
                    <a:bodyPr/>
                    <a:lstStyle/>
                    <a:p>
                      <a:pPr marL="635" algn="ctr">
                        <a:lnSpc>
                          <a:spcPct val="100000"/>
                        </a:lnSpc>
                        <a:spcBef>
                          <a:spcPts val="244"/>
                        </a:spcBef>
                      </a:pPr>
                      <a:r>
                        <a:rPr sz="1800" b="1" spc="-50" dirty="0">
                          <a:latin typeface="Calibri"/>
                          <a:cs typeface="Calibri"/>
                        </a:rPr>
                        <a:t>0</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1270" algn="ctr">
                        <a:lnSpc>
                          <a:spcPct val="100000"/>
                        </a:lnSpc>
                        <a:spcBef>
                          <a:spcPts val="244"/>
                        </a:spcBef>
                      </a:pPr>
                      <a:r>
                        <a:rPr sz="1800" b="1" spc="-50" dirty="0">
                          <a:latin typeface="Calibri"/>
                          <a:cs typeface="Calibri"/>
                        </a:rPr>
                        <a:t>1</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1905" algn="ctr">
                        <a:lnSpc>
                          <a:spcPct val="100000"/>
                        </a:lnSpc>
                        <a:spcBef>
                          <a:spcPts val="244"/>
                        </a:spcBef>
                      </a:pPr>
                      <a:r>
                        <a:rPr sz="1800" b="1" spc="-50" dirty="0">
                          <a:latin typeface="Calibri"/>
                          <a:cs typeface="Calibri"/>
                        </a:rPr>
                        <a:t>0</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2540" algn="ctr">
                        <a:lnSpc>
                          <a:spcPct val="100000"/>
                        </a:lnSpc>
                        <a:spcBef>
                          <a:spcPts val="244"/>
                        </a:spcBef>
                      </a:pPr>
                      <a:r>
                        <a:rPr sz="1800" b="1" spc="-50" dirty="0">
                          <a:latin typeface="Calibri"/>
                          <a:cs typeface="Calibri"/>
                        </a:rPr>
                        <a:t>0</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3175" algn="ctr">
                        <a:lnSpc>
                          <a:spcPct val="100000"/>
                        </a:lnSpc>
                        <a:spcBef>
                          <a:spcPts val="244"/>
                        </a:spcBef>
                      </a:pPr>
                      <a:r>
                        <a:rPr sz="1800" b="1" spc="-50" dirty="0">
                          <a:solidFill>
                            <a:srgbClr val="FF0000"/>
                          </a:solidFill>
                          <a:latin typeface="Calibri"/>
                          <a:cs typeface="Calibri"/>
                        </a:rPr>
                        <a:t>1</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extLst>
                  <a:ext uri="{0D108BD9-81ED-4DB2-BD59-A6C34878D82A}">
                    <a16:rowId xmlns:a16="http://schemas.microsoft.com/office/drawing/2014/main" val="10006"/>
                  </a:ext>
                </a:extLst>
              </a:tr>
              <a:tr h="365760">
                <a:tc>
                  <a:txBody>
                    <a:bodyPr/>
                    <a:lstStyle/>
                    <a:p>
                      <a:pPr algn="ctr">
                        <a:lnSpc>
                          <a:spcPct val="100000"/>
                        </a:lnSpc>
                        <a:spcBef>
                          <a:spcPts val="245"/>
                        </a:spcBef>
                      </a:pPr>
                      <a:r>
                        <a:rPr sz="1800" dirty="0">
                          <a:latin typeface="Calibri"/>
                          <a:cs typeface="Calibri"/>
                        </a:rPr>
                        <a:t>.</a:t>
                      </a:r>
                      <a:r>
                        <a:rPr sz="1800" spc="-5" dirty="0">
                          <a:latin typeface="Calibri"/>
                          <a:cs typeface="Calibri"/>
                        </a:rPr>
                        <a:t> </a:t>
                      </a:r>
                      <a:r>
                        <a:rPr sz="1800" dirty="0">
                          <a:latin typeface="Calibri"/>
                          <a:cs typeface="Calibri"/>
                        </a:rPr>
                        <a:t>. </a:t>
                      </a:r>
                      <a:r>
                        <a:rPr sz="1800" spc="-50" dirty="0">
                          <a:latin typeface="Calibri"/>
                          <a:cs typeface="Calibri"/>
                        </a:rPr>
                        <a:t>.</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1313" rIns="0" bIns="0" rtlCol="0">
            <a:spAutoFit/>
          </a:bodyPr>
          <a:lstStyle/>
          <a:p>
            <a:pPr marL="88900">
              <a:lnSpc>
                <a:spcPct val="100000"/>
              </a:lnSpc>
              <a:spcBef>
                <a:spcPts val="95"/>
              </a:spcBef>
            </a:pPr>
            <a:r>
              <a:rPr b="1" dirty="0">
                <a:latin typeface="Calibri"/>
                <a:cs typeface="Calibri"/>
              </a:rPr>
              <a:t>4.4.3</a:t>
            </a:r>
            <a:r>
              <a:rPr b="1" spc="-35" dirty="0">
                <a:latin typeface="Calibri"/>
                <a:cs typeface="Calibri"/>
              </a:rPr>
              <a:t> </a:t>
            </a:r>
            <a:r>
              <a:rPr b="1" dirty="0">
                <a:latin typeface="Calibri"/>
                <a:cs typeface="Calibri"/>
              </a:rPr>
              <a:t>Biểu</a:t>
            </a:r>
            <a:r>
              <a:rPr b="1" spc="-35" dirty="0">
                <a:latin typeface="Calibri"/>
                <a:cs typeface="Calibri"/>
              </a:rPr>
              <a:t> </a:t>
            </a:r>
            <a:r>
              <a:rPr b="1" dirty="0">
                <a:latin typeface="Calibri"/>
                <a:cs typeface="Calibri"/>
              </a:rPr>
              <a:t>đồ</a:t>
            </a:r>
            <a:r>
              <a:rPr b="1" spc="-55" dirty="0">
                <a:latin typeface="Calibri"/>
                <a:cs typeface="Calibri"/>
              </a:rPr>
              <a:t> </a:t>
            </a:r>
            <a:r>
              <a:rPr b="1" dirty="0">
                <a:latin typeface="Calibri"/>
                <a:cs typeface="Calibri"/>
              </a:rPr>
              <a:t>Karnaugh</a:t>
            </a:r>
            <a:r>
              <a:rPr b="1" spc="-35" dirty="0">
                <a:latin typeface="Calibri"/>
                <a:cs typeface="Calibri"/>
              </a:rPr>
              <a:t> </a:t>
            </a:r>
            <a:r>
              <a:rPr b="1" dirty="0">
                <a:latin typeface="Calibri"/>
                <a:cs typeface="Calibri"/>
              </a:rPr>
              <a:t>của</a:t>
            </a:r>
            <a:r>
              <a:rPr b="1" spc="-40" dirty="0">
                <a:latin typeface="Calibri"/>
                <a:cs typeface="Calibri"/>
              </a:rPr>
              <a:t> </a:t>
            </a:r>
            <a:r>
              <a:rPr b="1" dirty="0">
                <a:latin typeface="Calibri"/>
                <a:cs typeface="Calibri"/>
              </a:rPr>
              <a:t>hàm</a:t>
            </a:r>
            <a:r>
              <a:rPr b="1" spc="-50" dirty="0">
                <a:latin typeface="Calibri"/>
                <a:cs typeface="Calibri"/>
              </a:rPr>
              <a:t> </a:t>
            </a:r>
            <a:r>
              <a:rPr b="1" dirty="0">
                <a:latin typeface="Calibri"/>
                <a:cs typeface="Calibri"/>
              </a:rPr>
              <a:t>Bool</a:t>
            </a:r>
            <a:r>
              <a:rPr b="1" spc="-50" dirty="0">
                <a:latin typeface="Calibri"/>
                <a:cs typeface="Calibri"/>
              </a:rPr>
              <a:t> </a:t>
            </a:r>
            <a:r>
              <a:rPr b="1" dirty="0">
                <a:latin typeface="Calibri"/>
                <a:cs typeface="Calibri"/>
              </a:rPr>
              <a:t>4</a:t>
            </a:r>
            <a:r>
              <a:rPr b="1" spc="-45" dirty="0">
                <a:latin typeface="Calibri"/>
                <a:cs typeface="Calibri"/>
              </a:rPr>
              <a:t> </a:t>
            </a:r>
            <a:r>
              <a:rPr b="1" dirty="0">
                <a:latin typeface="Calibri"/>
                <a:cs typeface="Calibri"/>
              </a:rPr>
              <a:t>biến</a:t>
            </a:r>
            <a:r>
              <a:rPr b="1" spc="-50" dirty="0">
                <a:latin typeface="Calibri"/>
                <a:cs typeface="Calibri"/>
              </a:rPr>
              <a:t> </a:t>
            </a:r>
            <a:r>
              <a:rPr b="1" dirty="0">
                <a:latin typeface="Calibri"/>
                <a:cs typeface="Calibri"/>
              </a:rPr>
              <a:t>x,</a:t>
            </a:r>
            <a:r>
              <a:rPr b="1" spc="-45" dirty="0">
                <a:latin typeface="Calibri"/>
                <a:cs typeface="Calibri"/>
              </a:rPr>
              <a:t> </a:t>
            </a:r>
            <a:r>
              <a:rPr b="1" spc="-30" dirty="0">
                <a:latin typeface="Calibri"/>
                <a:cs typeface="Calibri"/>
              </a:rPr>
              <a:t>y,</a:t>
            </a:r>
            <a:r>
              <a:rPr b="1" spc="-45" dirty="0">
                <a:latin typeface="Calibri"/>
                <a:cs typeface="Calibri"/>
              </a:rPr>
              <a:t> </a:t>
            </a:r>
            <a:r>
              <a:rPr b="1" dirty="0">
                <a:latin typeface="Calibri"/>
                <a:cs typeface="Calibri"/>
              </a:rPr>
              <a:t>z,</a:t>
            </a:r>
            <a:r>
              <a:rPr b="1" spc="-50" dirty="0">
                <a:latin typeface="Calibri"/>
                <a:cs typeface="Calibri"/>
              </a:rPr>
              <a:t> </a:t>
            </a:r>
            <a:r>
              <a:rPr b="1" spc="-25" dirty="0">
                <a:latin typeface="Calibri"/>
                <a:cs typeface="Calibri"/>
              </a:rPr>
              <a:t>t:</a:t>
            </a:r>
          </a:p>
        </p:txBody>
      </p:sp>
      <p:sp>
        <p:nvSpPr>
          <p:cNvPr id="3" name="object 3"/>
          <p:cNvSpPr txBox="1"/>
          <p:nvPr/>
        </p:nvSpPr>
        <p:spPr>
          <a:xfrm>
            <a:off x="459740" y="903478"/>
            <a:ext cx="6903720" cy="452120"/>
          </a:xfrm>
          <a:prstGeom prst="rect">
            <a:avLst/>
          </a:prstGeom>
        </p:spPr>
        <p:txBody>
          <a:bodyPr vert="horz" wrap="square" lIns="0" tIns="12065" rIns="0" bIns="0" rtlCol="0">
            <a:spAutoFit/>
          </a:bodyPr>
          <a:lstStyle/>
          <a:p>
            <a:pPr marL="12700">
              <a:lnSpc>
                <a:spcPct val="100000"/>
              </a:lnSpc>
              <a:spcBef>
                <a:spcPts val="95"/>
              </a:spcBef>
            </a:pPr>
            <a:r>
              <a:rPr sz="2800" b="1" dirty="0">
                <a:latin typeface="Calibri"/>
                <a:cs typeface="Calibri"/>
              </a:rPr>
              <a:t>4.4.3.1</a:t>
            </a:r>
            <a:r>
              <a:rPr sz="2800" b="1" spc="-10" dirty="0">
                <a:latin typeface="Calibri"/>
                <a:cs typeface="Calibri"/>
              </a:rPr>
              <a:t> </a:t>
            </a:r>
            <a:r>
              <a:rPr sz="2800" b="1" dirty="0">
                <a:latin typeface="Calibri"/>
                <a:cs typeface="Calibri"/>
              </a:rPr>
              <a:t>Định</a:t>
            </a:r>
            <a:r>
              <a:rPr sz="2800" b="1" spc="-60" dirty="0">
                <a:latin typeface="Calibri"/>
                <a:cs typeface="Calibri"/>
              </a:rPr>
              <a:t> </a:t>
            </a:r>
            <a:r>
              <a:rPr sz="2800" b="1" dirty="0">
                <a:latin typeface="Calibri"/>
                <a:cs typeface="Calibri"/>
              </a:rPr>
              <a:t>nghĩa</a:t>
            </a:r>
            <a:r>
              <a:rPr sz="2800" b="1" spc="-45" dirty="0">
                <a:latin typeface="Calibri"/>
                <a:cs typeface="Calibri"/>
              </a:rPr>
              <a:t> </a:t>
            </a:r>
            <a:r>
              <a:rPr sz="2800" b="1" dirty="0">
                <a:latin typeface="Calibri"/>
                <a:cs typeface="Calibri"/>
              </a:rPr>
              <a:t>:</a:t>
            </a:r>
            <a:r>
              <a:rPr sz="2800" b="1" spc="-40" dirty="0">
                <a:latin typeface="Calibri"/>
                <a:cs typeface="Calibri"/>
              </a:rPr>
              <a:t> </a:t>
            </a:r>
            <a:r>
              <a:rPr sz="2800" dirty="0">
                <a:latin typeface="Calibri"/>
                <a:cs typeface="Calibri"/>
              </a:rPr>
              <a:t>Biểu</a:t>
            </a:r>
            <a:r>
              <a:rPr sz="2800" spc="-60" dirty="0">
                <a:latin typeface="Calibri"/>
                <a:cs typeface="Calibri"/>
              </a:rPr>
              <a:t> </a:t>
            </a:r>
            <a:r>
              <a:rPr sz="2800" dirty="0">
                <a:latin typeface="Calibri"/>
                <a:cs typeface="Calibri"/>
              </a:rPr>
              <a:t>đồ</a:t>
            </a:r>
            <a:r>
              <a:rPr sz="2800" spc="-55" dirty="0">
                <a:latin typeface="Calibri"/>
                <a:cs typeface="Calibri"/>
              </a:rPr>
              <a:t> </a:t>
            </a:r>
            <a:r>
              <a:rPr sz="2800" dirty="0">
                <a:latin typeface="Calibri"/>
                <a:cs typeface="Calibri"/>
              </a:rPr>
              <a:t>Karnaugh</a:t>
            </a:r>
            <a:r>
              <a:rPr sz="2800" spc="-40" dirty="0">
                <a:latin typeface="Calibri"/>
                <a:cs typeface="Calibri"/>
              </a:rPr>
              <a:t> </a:t>
            </a:r>
            <a:r>
              <a:rPr sz="2800" dirty="0">
                <a:latin typeface="Calibri"/>
                <a:cs typeface="Calibri"/>
              </a:rPr>
              <a:t>có</a:t>
            </a:r>
            <a:r>
              <a:rPr sz="2800" spc="-60" dirty="0">
                <a:latin typeface="Calibri"/>
                <a:cs typeface="Calibri"/>
              </a:rPr>
              <a:t> </a:t>
            </a:r>
            <a:r>
              <a:rPr sz="2800" dirty="0">
                <a:latin typeface="Calibri"/>
                <a:cs typeface="Calibri"/>
              </a:rPr>
              <a:t>dạng</a:t>
            </a:r>
            <a:r>
              <a:rPr sz="2800" spc="-45" dirty="0">
                <a:latin typeface="Calibri"/>
                <a:cs typeface="Calibri"/>
              </a:rPr>
              <a:t> </a:t>
            </a:r>
            <a:r>
              <a:rPr sz="2800" spc="-50" dirty="0">
                <a:latin typeface="Calibri"/>
                <a:cs typeface="Calibri"/>
              </a:rPr>
              <a:t>:</a:t>
            </a:r>
            <a:endParaRPr sz="2800">
              <a:latin typeface="Calibri"/>
              <a:cs typeface="Calibri"/>
            </a:endParaRPr>
          </a:p>
        </p:txBody>
      </p:sp>
      <p:pic>
        <p:nvPicPr>
          <p:cNvPr id="4" name="object 4"/>
          <p:cNvPicPr/>
          <p:nvPr/>
        </p:nvPicPr>
        <p:blipFill>
          <a:blip r:embed="rId2" cstate="print"/>
          <a:stretch>
            <a:fillRect/>
          </a:stretch>
        </p:blipFill>
        <p:spPr>
          <a:xfrm>
            <a:off x="1091148" y="1695087"/>
            <a:ext cx="6942655" cy="3486880"/>
          </a:xfrm>
          <a:prstGeom prst="rect">
            <a:avLst/>
          </a:prstGeom>
        </p:spPr>
      </p:pic>
    </p:spTree>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3847" rIns="0" bIns="0" rtlCol="0">
            <a:spAutoFit/>
          </a:bodyPr>
          <a:lstStyle/>
          <a:p>
            <a:pPr marL="88900">
              <a:lnSpc>
                <a:spcPct val="100000"/>
              </a:lnSpc>
              <a:spcBef>
                <a:spcPts val="100"/>
              </a:spcBef>
            </a:pPr>
            <a:r>
              <a:rPr sz="2600" b="1" dirty="0">
                <a:latin typeface="Calibri"/>
                <a:cs typeface="Calibri"/>
              </a:rPr>
              <a:t>4.4.3.2</a:t>
            </a:r>
            <a:r>
              <a:rPr sz="2600" b="1" spc="-50" dirty="0">
                <a:latin typeface="Calibri"/>
                <a:cs typeface="Calibri"/>
              </a:rPr>
              <a:t> </a:t>
            </a:r>
            <a:r>
              <a:rPr sz="2600" b="1" spc="-55" dirty="0">
                <a:latin typeface="Calibri"/>
                <a:cs typeface="Calibri"/>
              </a:rPr>
              <a:t>Tọa</a:t>
            </a:r>
            <a:r>
              <a:rPr sz="2600" b="1" spc="-10" dirty="0">
                <a:latin typeface="Calibri"/>
                <a:cs typeface="Calibri"/>
              </a:rPr>
              <a:t> </a:t>
            </a:r>
            <a:r>
              <a:rPr sz="2600" b="1" dirty="0">
                <a:latin typeface="Calibri"/>
                <a:cs typeface="Calibri"/>
              </a:rPr>
              <a:t>độ</a:t>
            </a:r>
            <a:r>
              <a:rPr sz="2600" b="1" spc="-25" dirty="0">
                <a:latin typeface="Calibri"/>
                <a:cs typeface="Calibri"/>
              </a:rPr>
              <a:t> </a:t>
            </a:r>
            <a:r>
              <a:rPr sz="2600" b="1" dirty="0">
                <a:latin typeface="Calibri"/>
                <a:cs typeface="Calibri"/>
              </a:rPr>
              <a:t>của</a:t>
            </a:r>
            <a:r>
              <a:rPr sz="2600" b="1" spc="-35" dirty="0">
                <a:latin typeface="Calibri"/>
                <a:cs typeface="Calibri"/>
              </a:rPr>
              <a:t> </a:t>
            </a:r>
            <a:r>
              <a:rPr sz="2600" b="1" dirty="0">
                <a:latin typeface="Calibri"/>
                <a:cs typeface="Calibri"/>
              </a:rPr>
              <a:t>một</a:t>
            </a:r>
            <a:r>
              <a:rPr sz="2600" b="1" spc="-35" dirty="0">
                <a:latin typeface="Calibri"/>
                <a:cs typeface="Calibri"/>
              </a:rPr>
              <a:t> </a:t>
            </a:r>
            <a:r>
              <a:rPr sz="2600" b="1" dirty="0">
                <a:latin typeface="Calibri"/>
                <a:cs typeface="Calibri"/>
              </a:rPr>
              <a:t>ô</a:t>
            </a:r>
            <a:r>
              <a:rPr sz="2600" b="1" spc="-30" dirty="0">
                <a:latin typeface="Calibri"/>
                <a:cs typeface="Calibri"/>
              </a:rPr>
              <a:t> </a:t>
            </a:r>
            <a:r>
              <a:rPr sz="2600" b="1" spc="-50" dirty="0">
                <a:latin typeface="Calibri"/>
                <a:cs typeface="Calibri"/>
              </a:rPr>
              <a:t>:</a:t>
            </a:r>
            <a:endParaRPr sz="2600">
              <a:latin typeface="Calibri"/>
              <a:cs typeface="Calibri"/>
            </a:endParaRPr>
          </a:p>
        </p:txBody>
      </p:sp>
      <p:sp>
        <p:nvSpPr>
          <p:cNvPr id="3" name="object 3"/>
          <p:cNvSpPr txBox="1"/>
          <p:nvPr/>
        </p:nvSpPr>
        <p:spPr>
          <a:xfrm>
            <a:off x="459740" y="5587695"/>
            <a:ext cx="8099425" cy="422275"/>
          </a:xfrm>
          <a:prstGeom prst="rect">
            <a:avLst/>
          </a:prstGeom>
        </p:spPr>
        <p:txBody>
          <a:bodyPr vert="horz" wrap="square" lIns="0" tIns="12700" rIns="0" bIns="0" rtlCol="0">
            <a:spAutoFit/>
          </a:bodyPr>
          <a:lstStyle/>
          <a:p>
            <a:pPr marL="12700">
              <a:lnSpc>
                <a:spcPct val="100000"/>
              </a:lnSpc>
              <a:spcBef>
                <a:spcPts val="100"/>
              </a:spcBef>
              <a:tabLst>
                <a:tab pos="5526405" algn="l"/>
              </a:tabLst>
            </a:pPr>
            <a:r>
              <a:rPr sz="2600" b="1" spc="-60" dirty="0">
                <a:latin typeface="Calibri"/>
                <a:cs typeface="Calibri"/>
              </a:rPr>
              <a:t>Tọa</a:t>
            </a:r>
            <a:r>
              <a:rPr sz="2600" b="1" spc="-30" dirty="0">
                <a:latin typeface="Calibri"/>
                <a:cs typeface="Calibri"/>
              </a:rPr>
              <a:t> </a:t>
            </a:r>
            <a:r>
              <a:rPr sz="2600" b="1" dirty="0">
                <a:latin typeface="Calibri"/>
                <a:cs typeface="Calibri"/>
              </a:rPr>
              <a:t>độ</a:t>
            </a:r>
            <a:r>
              <a:rPr sz="2600" b="1" spc="-5" dirty="0">
                <a:latin typeface="Calibri"/>
                <a:cs typeface="Calibri"/>
              </a:rPr>
              <a:t> </a:t>
            </a:r>
            <a:r>
              <a:rPr sz="2600" b="1" dirty="0">
                <a:latin typeface="Calibri"/>
                <a:cs typeface="Calibri"/>
              </a:rPr>
              <a:t>của</a:t>
            </a:r>
            <a:r>
              <a:rPr sz="2600" b="1" spc="-10" dirty="0">
                <a:latin typeface="Calibri"/>
                <a:cs typeface="Calibri"/>
              </a:rPr>
              <a:t> </a:t>
            </a:r>
            <a:r>
              <a:rPr sz="2600" b="1" dirty="0">
                <a:latin typeface="Calibri"/>
                <a:cs typeface="Calibri"/>
              </a:rPr>
              <a:t>ô</a:t>
            </a:r>
            <a:r>
              <a:rPr sz="2600" b="1" spc="-20" dirty="0">
                <a:latin typeface="Calibri"/>
                <a:cs typeface="Calibri"/>
              </a:rPr>
              <a:t> </a:t>
            </a:r>
            <a:r>
              <a:rPr sz="2600" b="1" dirty="0">
                <a:latin typeface="Calibri"/>
                <a:cs typeface="Calibri"/>
              </a:rPr>
              <a:t>1011</a:t>
            </a:r>
            <a:r>
              <a:rPr sz="2600" b="1" spc="-30" dirty="0">
                <a:latin typeface="Calibri"/>
                <a:cs typeface="Calibri"/>
              </a:rPr>
              <a:t> </a:t>
            </a:r>
            <a:r>
              <a:rPr sz="2600" b="1" dirty="0">
                <a:latin typeface="Calibri"/>
                <a:cs typeface="Calibri"/>
              </a:rPr>
              <a:t>là</a:t>
            </a:r>
            <a:r>
              <a:rPr sz="2600" b="1" spc="-10" dirty="0">
                <a:latin typeface="Calibri"/>
                <a:cs typeface="Calibri"/>
              </a:rPr>
              <a:t> </a:t>
            </a:r>
            <a:r>
              <a:rPr sz="2600" spc="-515" dirty="0">
                <a:latin typeface="Calibri"/>
                <a:cs typeface="Calibri"/>
              </a:rPr>
              <a:t>x</a:t>
            </a:r>
            <a:r>
              <a:rPr sz="2600" spc="-515" dirty="0">
                <a:latin typeface="Cambria Math"/>
                <a:cs typeface="Cambria Math"/>
              </a:rPr>
              <a:t>𝑦ത</a:t>
            </a:r>
            <a:r>
              <a:rPr sz="2600" spc="-515" dirty="0">
                <a:latin typeface="Calibri"/>
                <a:cs typeface="Calibri"/>
              </a:rPr>
              <a:t>zt</a:t>
            </a:r>
            <a:r>
              <a:rPr sz="2600" dirty="0">
                <a:latin typeface="Calibri"/>
                <a:cs typeface="Calibri"/>
              </a:rPr>
              <a:t> =</a:t>
            </a:r>
            <a:r>
              <a:rPr sz="2600" spc="-20" dirty="0">
                <a:latin typeface="Calibri"/>
                <a:cs typeface="Calibri"/>
              </a:rPr>
              <a:t> </a:t>
            </a:r>
            <a:r>
              <a:rPr sz="2600" dirty="0">
                <a:latin typeface="Calibri"/>
                <a:cs typeface="Calibri"/>
              </a:rPr>
              <a:t>x</a:t>
            </a:r>
            <a:r>
              <a:rPr sz="2600" spc="-5" dirty="0">
                <a:latin typeface="Calibri"/>
                <a:cs typeface="Calibri"/>
              </a:rPr>
              <a:t> </a:t>
            </a:r>
            <a:r>
              <a:rPr sz="2600" dirty="0">
                <a:latin typeface="Symbol"/>
                <a:cs typeface="Symbol"/>
              </a:rPr>
              <a:t></a:t>
            </a:r>
            <a:r>
              <a:rPr sz="2600" spc="-85" dirty="0">
                <a:latin typeface="Times New Roman"/>
                <a:cs typeface="Times New Roman"/>
              </a:rPr>
              <a:t> </a:t>
            </a:r>
            <a:r>
              <a:rPr sz="2600" spc="-1320" dirty="0">
                <a:latin typeface="Cambria Math"/>
                <a:cs typeface="Cambria Math"/>
              </a:rPr>
              <a:t>𝑦ത</a:t>
            </a:r>
            <a:r>
              <a:rPr sz="2600" spc="80" dirty="0">
                <a:latin typeface="Cambria Math"/>
                <a:cs typeface="Cambria Math"/>
              </a:rPr>
              <a:t> </a:t>
            </a:r>
            <a:r>
              <a:rPr sz="2600" dirty="0">
                <a:latin typeface="Symbol"/>
                <a:cs typeface="Symbol"/>
              </a:rPr>
              <a:t></a:t>
            </a:r>
            <a:r>
              <a:rPr sz="2600" spc="-85" dirty="0">
                <a:latin typeface="Times New Roman"/>
                <a:cs typeface="Times New Roman"/>
              </a:rPr>
              <a:t> </a:t>
            </a:r>
            <a:r>
              <a:rPr sz="2600" dirty="0">
                <a:latin typeface="Calibri"/>
                <a:cs typeface="Calibri"/>
              </a:rPr>
              <a:t>z</a:t>
            </a:r>
            <a:r>
              <a:rPr sz="2600" spc="-5" dirty="0">
                <a:latin typeface="Calibri"/>
                <a:cs typeface="Calibri"/>
              </a:rPr>
              <a:t> </a:t>
            </a:r>
            <a:r>
              <a:rPr sz="2600" dirty="0">
                <a:latin typeface="Symbol"/>
                <a:cs typeface="Symbol"/>
              </a:rPr>
              <a:t></a:t>
            </a:r>
            <a:r>
              <a:rPr sz="2600" spc="-85" dirty="0">
                <a:latin typeface="Times New Roman"/>
                <a:cs typeface="Times New Roman"/>
              </a:rPr>
              <a:t> </a:t>
            </a:r>
            <a:r>
              <a:rPr sz="2600" spc="-50" dirty="0">
                <a:latin typeface="Calibri"/>
                <a:cs typeface="Calibri"/>
              </a:rPr>
              <a:t>t</a:t>
            </a:r>
            <a:r>
              <a:rPr sz="2600" dirty="0">
                <a:latin typeface="Calibri"/>
                <a:cs typeface="Calibri"/>
              </a:rPr>
              <a:t>	(là</a:t>
            </a:r>
            <a:r>
              <a:rPr sz="2600" spc="-25" dirty="0">
                <a:latin typeface="Calibri"/>
                <a:cs typeface="Calibri"/>
              </a:rPr>
              <a:t> </a:t>
            </a:r>
            <a:r>
              <a:rPr sz="2600" dirty="0">
                <a:latin typeface="Calibri"/>
                <a:cs typeface="Calibri"/>
              </a:rPr>
              <a:t>một</a:t>
            </a:r>
            <a:r>
              <a:rPr sz="2600" spc="-20" dirty="0">
                <a:latin typeface="Calibri"/>
                <a:cs typeface="Calibri"/>
              </a:rPr>
              <a:t> </a:t>
            </a:r>
            <a:r>
              <a:rPr sz="2600" dirty="0">
                <a:latin typeface="Calibri"/>
                <a:cs typeface="Calibri"/>
              </a:rPr>
              <a:t>từ</a:t>
            </a:r>
            <a:r>
              <a:rPr sz="2600" spc="-20" dirty="0">
                <a:latin typeface="Calibri"/>
                <a:cs typeface="Calibri"/>
              </a:rPr>
              <a:t> </a:t>
            </a:r>
            <a:r>
              <a:rPr sz="2600" dirty="0">
                <a:latin typeface="Calibri"/>
                <a:cs typeface="Calibri"/>
              </a:rPr>
              <a:t>tối</a:t>
            </a:r>
            <a:r>
              <a:rPr sz="2600" spc="-20" dirty="0">
                <a:latin typeface="Calibri"/>
                <a:cs typeface="Calibri"/>
              </a:rPr>
              <a:t> </a:t>
            </a:r>
            <a:r>
              <a:rPr sz="2600" spc="-10" dirty="0">
                <a:latin typeface="Calibri"/>
                <a:cs typeface="Calibri"/>
              </a:rPr>
              <a:t>tiểu).</a:t>
            </a:r>
            <a:endParaRPr sz="2600">
              <a:latin typeface="Calibri"/>
              <a:cs typeface="Calibri"/>
            </a:endParaRPr>
          </a:p>
        </p:txBody>
      </p:sp>
      <p:grpSp>
        <p:nvGrpSpPr>
          <p:cNvPr id="4" name="object 4"/>
          <p:cNvGrpSpPr/>
          <p:nvPr/>
        </p:nvGrpSpPr>
        <p:grpSpPr>
          <a:xfrm>
            <a:off x="1091148" y="1498490"/>
            <a:ext cx="6943090" cy="3487420"/>
            <a:chOff x="1091148" y="1498490"/>
            <a:chExt cx="6943090" cy="3487420"/>
          </a:xfrm>
        </p:grpSpPr>
        <p:pic>
          <p:nvPicPr>
            <p:cNvPr id="5" name="object 5"/>
            <p:cNvPicPr/>
            <p:nvPr/>
          </p:nvPicPr>
          <p:blipFill>
            <a:blip r:embed="rId2" cstate="print"/>
            <a:stretch>
              <a:fillRect/>
            </a:stretch>
          </p:blipFill>
          <p:spPr>
            <a:xfrm>
              <a:off x="1091148" y="1498490"/>
              <a:ext cx="6942655" cy="3486880"/>
            </a:xfrm>
            <a:prstGeom prst="rect">
              <a:avLst/>
            </a:prstGeom>
          </p:spPr>
        </p:pic>
        <p:sp>
          <p:nvSpPr>
            <p:cNvPr id="6" name="object 6"/>
            <p:cNvSpPr/>
            <p:nvPr/>
          </p:nvSpPr>
          <p:spPr>
            <a:xfrm>
              <a:off x="1371600" y="1904999"/>
              <a:ext cx="6400800" cy="2554605"/>
            </a:xfrm>
            <a:custGeom>
              <a:avLst/>
              <a:gdLst/>
              <a:ahLst/>
              <a:cxnLst/>
              <a:rect l="l" t="t" r="r" b="b"/>
              <a:pathLst>
                <a:path w="6400800" h="2554604">
                  <a:moveTo>
                    <a:pt x="1350137" y="2465578"/>
                  </a:moveTo>
                  <a:lnTo>
                    <a:pt x="1349121" y="2461768"/>
                  </a:lnTo>
                  <a:lnTo>
                    <a:pt x="1343025" y="2458212"/>
                  </a:lnTo>
                  <a:lnTo>
                    <a:pt x="1339215" y="2459228"/>
                  </a:lnTo>
                  <a:lnTo>
                    <a:pt x="1304798" y="2518232"/>
                  </a:lnTo>
                  <a:lnTo>
                    <a:pt x="1298448" y="2529116"/>
                  </a:lnTo>
                  <a:lnTo>
                    <a:pt x="1292987" y="2538476"/>
                  </a:lnTo>
                  <a:lnTo>
                    <a:pt x="1298435" y="2529116"/>
                  </a:lnTo>
                  <a:lnTo>
                    <a:pt x="1304785" y="2518232"/>
                  </a:lnTo>
                  <a:lnTo>
                    <a:pt x="1304798" y="1182624"/>
                  </a:lnTo>
                  <a:lnTo>
                    <a:pt x="1292098" y="1182624"/>
                  </a:lnTo>
                  <a:lnTo>
                    <a:pt x="1292098" y="2518232"/>
                  </a:lnTo>
                  <a:lnTo>
                    <a:pt x="1257681" y="2459228"/>
                  </a:lnTo>
                  <a:lnTo>
                    <a:pt x="1253871" y="2458212"/>
                  </a:lnTo>
                  <a:lnTo>
                    <a:pt x="1247775" y="2461768"/>
                  </a:lnTo>
                  <a:lnTo>
                    <a:pt x="1246759" y="2465578"/>
                  </a:lnTo>
                  <a:lnTo>
                    <a:pt x="1298448" y="2554224"/>
                  </a:lnTo>
                  <a:lnTo>
                    <a:pt x="1305775" y="2541651"/>
                  </a:lnTo>
                  <a:lnTo>
                    <a:pt x="1350137" y="2465578"/>
                  </a:lnTo>
                  <a:close/>
                </a:path>
                <a:path w="6400800" h="2554604">
                  <a:moveTo>
                    <a:pt x="6400800" y="1143000"/>
                  </a:moveTo>
                  <a:lnTo>
                    <a:pt x="6389903" y="1136650"/>
                  </a:lnTo>
                  <a:lnTo>
                    <a:pt x="6312154" y="1091311"/>
                  </a:lnTo>
                  <a:lnTo>
                    <a:pt x="6308344" y="1092327"/>
                  </a:lnTo>
                  <a:lnTo>
                    <a:pt x="6304788" y="1098423"/>
                  </a:lnTo>
                  <a:lnTo>
                    <a:pt x="6305804" y="1102233"/>
                  </a:lnTo>
                  <a:lnTo>
                    <a:pt x="6364783" y="1136650"/>
                  </a:lnTo>
                  <a:lnTo>
                    <a:pt x="1301750" y="1136650"/>
                  </a:lnTo>
                  <a:lnTo>
                    <a:pt x="1301750" y="36004"/>
                  </a:lnTo>
                  <a:lnTo>
                    <a:pt x="1336167" y="94996"/>
                  </a:lnTo>
                  <a:lnTo>
                    <a:pt x="1339977" y="96012"/>
                  </a:lnTo>
                  <a:lnTo>
                    <a:pt x="1346073" y="92456"/>
                  </a:lnTo>
                  <a:lnTo>
                    <a:pt x="1347089" y="88646"/>
                  </a:lnTo>
                  <a:lnTo>
                    <a:pt x="1302727" y="12573"/>
                  </a:lnTo>
                  <a:lnTo>
                    <a:pt x="1295400" y="0"/>
                  </a:lnTo>
                  <a:lnTo>
                    <a:pt x="1243711" y="88646"/>
                  </a:lnTo>
                  <a:lnTo>
                    <a:pt x="1244727" y="92456"/>
                  </a:lnTo>
                  <a:lnTo>
                    <a:pt x="1250823" y="96012"/>
                  </a:lnTo>
                  <a:lnTo>
                    <a:pt x="1254633" y="94996"/>
                  </a:lnTo>
                  <a:lnTo>
                    <a:pt x="1289050" y="36004"/>
                  </a:lnTo>
                  <a:lnTo>
                    <a:pt x="1289050" y="1136650"/>
                  </a:lnTo>
                  <a:lnTo>
                    <a:pt x="35991" y="1136650"/>
                  </a:lnTo>
                  <a:lnTo>
                    <a:pt x="94996" y="1102233"/>
                  </a:lnTo>
                  <a:lnTo>
                    <a:pt x="96012" y="1098423"/>
                  </a:lnTo>
                  <a:lnTo>
                    <a:pt x="92456" y="1092327"/>
                  </a:lnTo>
                  <a:lnTo>
                    <a:pt x="88646" y="1091311"/>
                  </a:lnTo>
                  <a:lnTo>
                    <a:pt x="0" y="1143000"/>
                  </a:lnTo>
                  <a:lnTo>
                    <a:pt x="88646" y="1194689"/>
                  </a:lnTo>
                  <a:lnTo>
                    <a:pt x="92456" y="1193673"/>
                  </a:lnTo>
                  <a:lnTo>
                    <a:pt x="96012" y="1187577"/>
                  </a:lnTo>
                  <a:lnTo>
                    <a:pt x="94996" y="1183767"/>
                  </a:lnTo>
                  <a:lnTo>
                    <a:pt x="35991" y="1149350"/>
                  </a:lnTo>
                  <a:lnTo>
                    <a:pt x="1295400" y="1149350"/>
                  </a:lnTo>
                  <a:lnTo>
                    <a:pt x="6364783" y="1149350"/>
                  </a:lnTo>
                  <a:lnTo>
                    <a:pt x="6305804" y="1183767"/>
                  </a:lnTo>
                  <a:lnTo>
                    <a:pt x="6304788" y="1187577"/>
                  </a:lnTo>
                  <a:lnTo>
                    <a:pt x="6308344" y="1193673"/>
                  </a:lnTo>
                  <a:lnTo>
                    <a:pt x="6312154" y="1194689"/>
                  </a:lnTo>
                  <a:lnTo>
                    <a:pt x="6389903" y="1149350"/>
                  </a:lnTo>
                  <a:lnTo>
                    <a:pt x="6400800" y="1143000"/>
                  </a:lnTo>
                  <a:close/>
                </a:path>
              </a:pathLst>
            </a:custGeom>
            <a:solidFill>
              <a:srgbClr val="FF0000"/>
            </a:solidFill>
          </p:spPr>
          <p:txBody>
            <a:bodyPr wrap="square" lIns="0" tIns="0" rIns="0" bIns="0" rtlCol="0"/>
            <a:lstStyle/>
            <a:p>
              <a:endParaRPr/>
            </a:p>
          </p:txBody>
        </p:sp>
        <p:pic>
          <p:nvPicPr>
            <p:cNvPr id="7" name="object 7"/>
            <p:cNvPicPr/>
            <p:nvPr/>
          </p:nvPicPr>
          <p:blipFill>
            <a:blip r:embed="rId3" cstate="print"/>
            <a:stretch>
              <a:fillRect/>
            </a:stretch>
          </p:blipFill>
          <p:spPr>
            <a:xfrm>
              <a:off x="2578608" y="2979420"/>
              <a:ext cx="178308" cy="178307"/>
            </a:xfrm>
            <a:prstGeom prst="rect">
              <a:avLst/>
            </a:prstGeom>
          </p:spPr>
        </p:pic>
      </p:grpSp>
    </p:spTree>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305460"/>
            <a:ext cx="7298055" cy="1049655"/>
          </a:xfrm>
          <a:prstGeom prst="rect">
            <a:avLst/>
          </a:prstGeom>
        </p:spPr>
        <p:txBody>
          <a:bodyPr vert="horz" wrap="square" lIns="0" tIns="97790" rIns="0" bIns="0" rtlCol="0">
            <a:spAutoFit/>
          </a:bodyPr>
          <a:lstStyle/>
          <a:p>
            <a:pPr marL="12700">
              <a:lnSpc>
                <a:spcPct val="100000"/>
              </a:lnSpc>
              <a:spcBef>
                <a:spcPts val="770"/>
              </a:spcBef>
            </a:pPr>
            <a:r>
              <a:rPr sz="2800" b="1" dirty="0">
                <a:latin typeface="Calibri"/>
                <a:cs typeface="Calibri"/>
              </a:rPr>
              <a:t>4.4.3.3</a:t>
            </a:r>
            <a:r>
              <a:rPr sz="2800" b="1" spc="-15" dirty="0">
                <a:latin typeface="Calibri"/>
                <a:cs typeface="Calibri"/>
              </a:rPr>
              <a:t> </a:t>
            </a:r>
            <a:r>
              <a:rPr sz="2800" b="1" dirty="0">
                <a:latin typeface="Calibri"/>
                <a:cs typeface="Calibri"/>
              </a:rPr>
              <a:t>Biểu</a:t>
            </a:r>
            <a:r>
              <a:rPr sz="2800" b="1" spc="-55" dirty="0">
                <a:latin typeface="Calibri"/>
                <a:cs typeface="Calibri"/>
              </a:rPr>
              <a:t> </a:t>
            </a:r>
            <a:r>
              <a:rPr sz="2800" b="1" dirty="0">
                <a:latin typeface="Calibri"/>
                <a:cs typeface="Calibri"/>
              </a:rPr>
              <a:t>đồ</a:t>
            </a:r>
            <a:r>
              <a:rPr sz="2800" b="1" spc="-60" dirty="0">
                <a:latin typeface="Calibri"/>
                <a:cs typeface="Calibri"/>
              </a:rPr>
              <a:t> </a:t>
            </a:r>
            <a:r>
              <a:rPr sz="2800" b="1" dirty="0">
                <a:latin typeface="Calibri"/>
                <a:cs typeface="Calibri"/>
              </a:rPr>
              <a:t>Karnaugh</a:t>
            </a:r>
            <a:r>
              <a:rPr sz="2800" b="1" spc="-25" dirty="0">
                <a:latin typeface="Calibri"/>
                <a:cs typeface="Calibri"/>
              </a:rPr>
              <a:t> </a:t>
            </a:r>
            <a:r>
              <a:rPr sz="2800" b="1" dirty="0">
                <a:latin typeface="Calibri"/>
                <a:cs typeface="Calibri"/>
              </a:rPr>
              <a:t>của</a:t>
            </a:r>
            <a:r>
              <a:rPr sz="2800" b="1" spc="-55" dirty="0">
                <a:latin typeface="Calibri"/>
                <a:cs typeface="Calibri"/>
              </a:rPr>
              <a:t> </a:t>
            </a:r>
            <a:r>
              <a:rPr sz="2800" b="1" dirty="0">
                <a:latin typeface="Calibri"/>
                <a:cs typeface="Calibri"/>
              </a:rPr>
              <a:t>hàm</a:t>
            </a:r>
            <a:r>
              <a:rPr sz="2800" b="1" spc="-50" dirty="0">
                <a:latin typeface="Calibri"/>
                <a:cs typeface="Calibri"/>
              </a:rPr>
              <a:t> </a:t>
            </a:r>
            <a:r>
              <a:rPr sz="2800" b="1" dirty="0">
                <a:latin typeface="Calibri"/>
                <a:cs typeface="Calibri"/>
              </a:rPr>
              <a:t>Bool</a:t>
            </a:r>
            <a:r>
              <a:rPr sz="2800" b="1" spc="-70" dirty="0">
                <a:latin typeface="Calibri"/>
                <a:cs typeface="Calibri"/>
              </a:rPr>
              <a:t> </a:t>
            </a:r>
            <a:r>
              <a:rPr sz="2800" b="1" dirty="0">
                <a:latin typeface="Calibri"/>
                <a:cs typeface="Calibri"/>
              </a:rPr>
              <a:t>f</a:t>
            </a:r>
            <a:r>
              <a:rPr sz="2800" b="1" spc="-60" dirty="0">
                <a:latin typeface="Calibri"/>
                <a:cs typeface="Calibri"/>
              </a:rPr>
              <a:t> </a:t>
            </a:r>
            <a:r>
              <a:rPr sz="2800" b="1" spc="-50" dirty="0">
                <a:latin typeface="Calibri"/>
                <a:cs typeface="Calibri"/>
              </a:rPr>
              <a:t>:</a:t>
            </a:r>
            <a:endParaRPr sz="2800">
              <a:latin typeface="Calibri"/>
              <a:cs typeface="Calibri"/>
            </a:endParaRPr>
          </a:p>
          <a:p>
            <a:pPr marL="12700">
              <a:lnSpc>
                <a:spcPct val="100000"/>
              </a:lnSpc>
              <a:spcBef>
                <a:spcPts val="675"/>
              </a:spcBef>
              <a:tabLst>
                <a:tab pos="4959985" algn="l"/>
              </a:tabLst>
            </a:pPr>
            <a:r>
              <a:rPr sz="2800" dirty="0">
                <a:latin typeface="Calibri"/>
                <a:cs typeface="Calibri"/>
              </a:rPr>
              <a:t>Biểu</a:t>
            </a:r>
            <a:r>
              <a:rPr sz="2800" spc="-60" dirty="0">
                <a:latin typeface="Calibri"/>
                <a:cs typeface="Calibri"/>
              </a:rPr>
              <a:t> </a:t>
            </a:r>
            <a:r>
              <a:rPr sz="2800" dirty="0">
                <a:latin typeface="Calibri"/>
                <a:cs typeface="Calibri"/>
              </a:rPr>
              <a:t>đồ</a:t>
            </a:r>
            <a:r>
              <a:rPr sz="2800" spc="-50" dirty="0">
                <a:latin typeface="Calibri"/>
                <a:cs typeface="Calibri"/>
              </a:rPr>
              <a:t> </a:t>
            </a:r>
            <a:r>
              <a:rPr sz="2800" spc="-10" dirty="0">
                <a:latin typeface="Calibri"/>
                <a:cs typeface="Calibri"/>
              </a:rPr>
              <a:t>Karnaugh</a:t>
            </a:r>
            <a:r>
              <a:rPr sz="2800" spc="-50" dirty="0">
                <a:latin typeface="Calibri"/>
                <a:cs typeface="Calibri"/>
              </a:rPr>
              <a:t> </a:t>
            </a:r>
            <a:r>
              <a:rPr sz="2800" dirty="0">
                <a:latin typeface="Calibri"/>
                <a:cs typeface="Calibri"/>
              </a:rPr>
              <a:t>của</a:t>
            </a:r>
            <a:r>
              <a:rPr sz="2800" spc="-40" dirty="0">
                <a:latin typeface="Calibri"/>
                <a:cs typeface="Calibri"/>
              </a:rPr>
              <a:t> </a:t>
            </a:r>
            <a:r>
              <a:rPr sz="2800" dirty="0">
                <a:latin typeface="Calibri"/>
                <a:cs typeface="Calibri"/>
              </a:rPr>
              <a:t>hàm</a:t>
            </a:r>
            <a:r>
              <a:rPr sz="2800" spc="-50" dirty="0">
                <a:latin typeface="Calibri"/>
                <a:cs typeface="Calibri"/>
              </a:rPr>
              <a:t> </a:t>
            </a:r>
            <a:r>
              <a:rPr sz="2800" dirty="0">
                <a:latin typeface="Calibri"/>
                <a:cs typeface="Calibri"/>
              </a:rPr>
              <a:t>Bool</a:t>
            </a:r>
            <a:r>
              <a:rPr sz="2800" spc="-55" dirty="0">
                <a:latin typeface="Calibri"/>
                <a:cs typeface="Calibri"/>
              </a:rPr>
              <a:t> </a:t>
            </a:r>
            <a:r>
              <a:rPr sz="2800" spc="-50" dirty="0">
                <a:latin typeface="Calibri"/>
                <a:cs typeface="Calibri"/>
              </a:rPr>
              <a:t>f</a:t>
            </a:r>
            <a:r>
              <a:rPr sz="2800" dirty="0">
                <a:latin typeface="Calibri"/>
                <a:cs typeface="Calibri"/>
              </a:rPr>
              <a:t>	trong</a:t>
            </a:r>
            <a:r>
              <a:rPr sz="2800" spc="-25" dirty="0">
                <a:latin typeface="Calibri"/>
                <a:cs typeface="Calibri"/>
              </a:rPr>
              <a:t> </a:t>
            </a:r>
            <a:r>
              <a:rPr sz="2800" dirty="0">
                <a:latin typeface="Calibri"/>
                <a:cs typeface="Calibri"/>
              </a:rPr>
              <a:t>ví</a:t>
            </a:r>
            <a:r>
              <a:rPr sz="2800" spc="-35" dirty="0">
                <a:latin typeface="Calibri"/>
                <a:cs typeface="Calibri"/>
              </a:rPr>
              <a:t> </a:t>
            </a:r>
            <a:r>
              <a:rPr sz="2800" dirty="0">
                <a:latin typeface="Calibri"/>
                <a:cs typeface="Calibri"/>
              </a:rPr>
              <a:t>dụ</a:t>
            </a:r>
            <a:r>
              <a:rPr sz="2800" spc="-20" dirty="0">
                <a:latin typeface="Calibri"/>
                <a:cs typeface="Calibri"/>
              </a:rPr>
              <a:t> </a:t>
            </a:r>
            <a:r>
              <a:rPr sz="2800" dirty="0">
                <a:latin typeface="Calibri"/>
                <a:cs typeface="Calibri"/>
              </a:rPr>
              <a:t>1</a:t>
            </a:r>
            <a:r>
              <a:rPr sz="2800" spc="-40" dirty="0">
                <a:latin typeface="Calibri"/>
                <a:cs typeface="Calibri"/>
              </a:rPr>
              <a:t> </a:t>
            </a:r>
            <a:r>
              <a:rPr sz="2800" dirty="0">
                <a:latin typeface="Calibri"/>
                <a:cs typeface="Calibri"/>
              </a:rPr>
              <a:t>là</a:t>
            </a:r>
            <a:r>
              <a:rPr sz="2800" spc="-40" dirty="0">
                <a:latin typeface="Calibri"/>
                <a:cs typeface="Calibri"/>
              </a:rPr>
              <a:t> </a:t>
            </a:r>
            <a:r>
              <a:rPr sz="2800" spc="-50" dirty="0">
                <a:latin typeface="Calibri"/>
                <a:cs typeface="Calibri"/>
              </a:rPr>
              <a:t>:</a:t>
            </a:r>
            <a:endParaRPr sz="2800">
              <a:latin typeface="Calibri"/>
              <a:cs typeface="Calibri"/>
            </a:endParaRPr>
          </a:p>
        </p:txBody>
      </p:sp>
      <p:sp>
        <p:nvSpPr>
          <p:cNvPr id="3" name="object 3"/>
          <p:cNvSpPr txBox="1"/>
          <p:nvPr/>
        </p:nvSpPr>
        <p:spPr>
          <a:xfrm>
            <a:off x="459740" y="5427443"/>
            <a:ext cx="7987665" cy="1049655"/>
          </a:xfrm>
          <a:prstGeom prst="rect">
            <a:avLst/>
          </a:prstGeom>
        </p:spPr>
        <p:txBody>
          <a:bodyPr vert="horz" wrap="square" lIns="0" tIns="97790" rIns="0" bIns="0" rtlCol="0">
            <a:spAutoFit/>
          </a:bodyPr>
          <a:lstStyle/>
          <a:p>
            <a:pPr marL="12700">
              <a:lnSpc>
                <a:spcPct val="100000"/>
              </a:lnSpc>
              <a:spcBef>
                <a:spcPts val="770"/>
              </a:spcBef>
            </a:pPr>
            <a:r>
              <a:rPr sz="2800" b="1" spc="-95" dirty="0">
                <a:latin typeface="Calibri"/>
                <a:cs typeface="Calibri"/>
              </a:rPr>
              <a:t>Tô</a:t>
            </a:r>
            <a:r>
              <a:rPr sz="2800" b="1" spc="-30" dirty="0">
                <a:latin typeface="Calibri"/>
                <a:cs typeface="Calibri"/>
              </a:rPr>
              <a:t> </a:t>
            </a:r>
            <a:r>
              <a:rPr sz="2800" b="1" dirty="0">
                <a:latin typeface="Calibri"/>
                <a:cs typeface="Calibri"/>
              </a:rPr>
              <a:t>đậm</a:t>
            </a:r>
            <a:r>
              <a:rPr sz="2800" b="1" spc="-30" dirty="0">
                <a:latin typeface="Calibri"/>
                <a:cs typeface="Calibri"/>
              </a:rPr>
              <a:t> </a:t>
            </a:r>
            <a:r>
              <a:rPr sz="2800" b="1" dirty="0">
                <a:latin typeface="Calibri"/>
                <a:cs typeface="Calibri"/>
              </a:rPr>
              <a:t>những</a:t>
            </a:r>
            <a:r>
              <a:rPr sz="2800" b="1" spc="-30" dirty="0">
                <a:latin typeface="Calibri"/>
                <a:cs typeface="Calibri"/>
              </a:rPr>
              <a:t> </a:t>
            </a:r>
            <a:r>
              <a:rPr sz="2800" b="1" dirty="0">
                <a:latin typeface="Calibri"/>
                <a:cs typeface="Calibri"/>
              </a:rPr>
              <a:t>ô</a:t>
            </a:r>
            <a:r>
              <a:rPr sz="2800" b="1" spc="-30" dirty="0">
                <a:latin typeface="Calibri"/>
                <a:cs typeface="Calibri"/>
              </a:rPr>
              <a:t> </a:t>
            </a:r>
            <a:r>
              <a:rPr sz="2800" b="1" dirty="0">
                <a:latin typeface="Calibri"/>
                <a:cs typeface="Calibri"/>
              </a:rPr>
              <a:t>có</a:t>
            </a:r>
            <a:r>
              <a:rPr sz="2800" b="1" spc="-45" dirty="0">
                <a:latin typeface="Calibri"/>
                <a:cs typeface="Calibri"/>
              </a:rPr>
              <a:t> </a:t>
            </a:r>
            <a:r>
              <a:rPr sz="2800" b="1" dirty="0">
                <a:latin typeface="Calibri"/>
                <a:cs typeface="Calibri"/>
              </a:rPr>
              <a:t>giá</a:t>
            </a:r>
            <a:r>
              <a:rPr sz="2800" b="1" spc="-25" dirty="0">
                <a:latin typeface="Calibri"/>
                <a:cs typeface="Calibri"/>
              </a:rPr>
              <a:t> </a:t>
            </a:r>
            <a:r>
              <a:rPr sz="2800" b="1" dirty="0">
                <a:latin typeface="Calibri"/>
                <a:cs typeface="Calibri"/>
              </a:rPr>
              <a:t>trị</a:t>
            </a:r>
            <a:r>
              <a:rPr sz="2800" b="1" spc="-25" dirty="0">
                <a:latin typeface="Calibri"/>
                <a:cs typeface="Calibri"/>
              </a:rPr>
              <a:t> </a:t>
            </a:r>
            <a:r>
              <a:rPr sz="2800" b="1" dirty="0">
                <a:latin typeface="Calibri"/>
                <a:cs typeface="Calibri"/>
              </a:rPr>
              <a:t>với</a:t>
            </a:r>
            <a:r>
              <a:rPr sz="2800" b="1" spc="-20" dirty="0">
                <a:latin typeface="Calibri"/>
                <a:cs typeface="Calibri"/>
              </a:rPr>
              <a:t> </a:t>
            </a:r>
            <a:r>
              <a:rPr sz="2800" b="1" dirty="0">
                <a:latin typeface="Calibri"/>
                <a:cs typeface="Calibri"/>
              </a:rPr>
              <a:t>giá</a:t>
            </a:r>
            <a:r>
              <a:rPr sz="2800" b="1" spc="-25" dirty="0">
                <a:latin typeface="Calibri"/>
                <a:cs typeface="Calibri"/>
              </a:rPr>
              <a:t> </a:t>
            </a:r>
            <a:r>
              <a:rPr sz="2800" b="1" dirty="0">
                <a:latin typeface="Calibri"/>
                <a:cs typeface="Calibri"/>
              </a:rPr>
              <a:t>trị</a:t>
            </a:r>
            <a:r>
              <a:rPr sz="2800" b="1" spc="-20" dirty="0">
                <a:latin typeface="Calibri"/>
                <a:cs typeface="Calibri"/>
              </a:rPr>
              <a:t> </a:t>
            </a:r>
            <a:r>
              <a:rPr sz="2800" b="1" dirty="0">
                <a:latin typeface="Calibri"/>
                <a:cs typeface="Calibri"/>
              </a:rPr>
              <a:t>đó</a:t>
            </a:r>
            <a:r>
              <a:rPr sz="2800" b="1" spc="-35" dirty="0">
                <a:latin typeface="Calibri"/>
                <a:cs typeface="Calibri"/>
              </a:rPr>
              <a:t> </a:t>
            </a:r>
            <a:r>
              <a:rPr sz="2800" b="1" dirty="0">
                <a:latin typeface="Calibri"/>
                <a:cs typeface="Calibri"/>
              </a:rPr>
              <a:t>f</a:t>
            </a:r>
            <a:r>
              <a:rPr sz="2800" b="1" spc="-35" dirty="0">
                <a:latin typeface="Calibri"/>
                <a:cs typeface="Calibri"/>
              </a:rPr>
              <a:t> </a:t>
            </a:r>
            <a:r>
              <a:rPr sz="2800" b="1" dirty="0">
                <a:latin typeface="Calibri"/>
                <a:cs typeface="Calibri"/>
              </a:rPr>
              <a:t>có</a:t>
            </a:r>
            <a:r>
              <a:rPr sz="2800" b="1" spc="-30" dirty="0">
                <a:latin typeface="Calibri"/>
                <a:cs typeface="Calibri"/>
              </a:rPr>
              <a:t> </a:t>
            </a:r>
            <a:r>
              <a:rPr sz="2800" b="1" dirty="0">
                <a:latin typeface="Calibri"/>
                <a:cs typeface="Calibri"/>
              </a:rPr>
              <a:t>giá</a:t>
            </a:r>
            <a:r>
              <a:rPr sz="2800" b="1" spc="-25" dirty="0">
                <a:latin typeface="Calibri"/>
                <a:cs typeface="Calibri"/>
              </a:rPr>
              <a:t> </a:t>
            </a:r>
            <a:r>
              <a:rPr sz="2800" b="1" dirty="0">
                <a:latin typeface="Calibri"/>
                <a:cs typeface="Calibri"/>
              </a:rPr>
              <a:t>trị</a:t>
            </a:r>
            <a:r>
              <a:rPr sz="2800" b="1" spc="-25" dirty="0">
                <a:latin typeface="Calibri"/>
                <a:cs typeface="Calibri"/>
              </a:rPr>
              <a:t> </a:t>
            </a:r>
            <a:r>
              <a:rPr sz="2800" b="1" dirty="0">
                <a:latin typeface="Calibri"/>
                <a:cs typeface="Calibri"/>
              </a:rPr>
              <a:t>là</a:t>
            </a:r>
            <a:r>
              <a:rPr sz="2800" b="1" spc="-30" dirty="0">
                <a:latin typeface="Calibri"/>
                <a:cs typeface="Calibri"/>
              </a:rPr>
              <a:t> </a:t>
            </a:r>
            <a:r>
              <a:rPr sz="2800" b="1" spc="-25" dirty="0">
                <a:latin typeface="Calibri"/>
                <a:cs typeface="Calibri"/>
              </a:rPr>
              <a:t>1.</a:t>
            </a:r>
            <a:endParaRPr sz="2800">
              <a:latin typeface="Calibri"/>
              <a:cs typeface="Calibri"/>
            </a:endParaRPr>
          </a:p>
          <a:p>
            <a:pPr marL="12700">
              <a:lnSpc>
                <a:spcPct val="100000"/>
              </a:lnSpc>
              <a:spcBef>
                <a:spcPts val="670"/>
              </a:spcBef>
            </a:pPr>
            <a:r>
              <a:rPr sz="2800" dirty="0">
                <a:latin typeface="Calibri"/>
                <a:cs typeface="Calibri"/>
              </a:rPr>
              <a:t>VD</a:t>
            </a:r>
            <a:r>
              <a:rPr sz="2800" spc="-45" dirty="0">
                <a:latin typeface="Calibri"/>
                <a:cs typeface="Calibri"/>
              </a:rPr>
              <a:t> </a:t>
            </a:r>
            <a:r>
              <a:rPr sz="2800" dirty="0">
                <a:latin typeface="Calibri"/>
                <a:cs typeface="Calibri"/>
              </a:rPr>
              <a:t>:</a:t>
            </a:r>
            <a:r>
              <a:rPr sz="2800" spc="-30" dirty="0">
                <a:latin typeface="Calibri"/>
                <a:cs typeface="Calibri"/>
              </a:rPr>
              <a:t> </a:t>
            </a:r>
            <a:r>
              <a:rPr sz="2800" dirty="0">
                <a:latin typeface="Calibri"/>
                <a:cs typeface="Calibri"/>
              </a:rPr>
              <a:t>f(1010)</a:t>
            </a:r>
            <a:r>
              <a:rPr sz="2800" spc="-10" dirty="0">
                <a:latin typeface="Calibri"/>
                <a:cs typeface="Calibri"/>
              </a:rPr>
              <a:t> </a:t>
            </a:r>
            <a:r>
              <a:rPr sz="2800" dirty="0">
                <a:latin typeface="Calibri"/>
                <a:cs typeface="Calibri"/>
              </a:rPr>
              <a:t>=</a:t>
            </a:r>
            <a:r>
              <a:rPr sz="2800" spc="-30" dirty="0">
                <a:latin typeface="Calibri"/>
                <a:cs typeface="Calibri"/>
              </a:rPr>
              <a:t> </a:t>
            </a:r>
            <a:r>
              <a:rPr sz="2800" spc="-25" dirty="0">
                <a:latin typeface="Calibri"/>
                <a:cs typeface="Calibri"/>
              </a:rPr>
              <a:t>1.</a:t>
            </a:r>
            <a:endParaRPr sz="2800">
              <a:latin typeface="Calibri"/>
              <a:cs typeface="Calibri"/>
            </a:endParaRPr>
          </a:p>
        </p:txBody>
      </p:sp>
      <p:pic>
        <p:nvPicPr>
          <p:cNvPr id="4" name="object 4"/>
          <p:cNvPicPr/>
          <p:nvPr/>
        </p:nvPicPr>
        <p:blipFill>
          <a:blip r:embed="rId2" cstate="print"/>
          <a:stretch>
            <a:fillRect/>
          </a:stretch>
        </p:blipFill>
        <p:spPr>
          <a:xfrm>
            <a:off x="1128177" y="1418847"/>
            <a:ext cx="6954329" cy="3486514"/>
          </a:xfrm>
          <a:prstGeom prst="rect">
            <a:avLst/>
          </a:prstGeom>
        </p:spPr>
      </p:pic>
    </p:spTree>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391413"/>
            <a:ext cx="8063865" cy="4378325"/>
          </a:xfrm>
          <a:prstGeom prst="rect">
            <a:avLst/>
          </a:prstGeom>
        </p:spPr>
        <p:txBody>
          <a:bodyPr vert="horz" wrap="square" lIns="0" tIns="12065" rIns="0" bIns="0" rtlCol="0">
            <a:spAutoFit/>
          </a:bodyPr>
          <a:lstStyle/>
          <a:p>
            <a:pPr marL="12700">
              <a:lnSpc>
                <a:spcPct val="100000"/>
              </a:lnSpc>
              <a:spcBef>
                <a:spcPts val="95"/>
              </a:spcBef>
            </a:pPr>
            <a:r>
              <a:rPr sz="2800" b="1" dirty="0">
                <a:latin typeface="Calibri"/>
                <a:cs typeface="Calibri"/>
              </a:rPr>
              <a:t>4.4.3.4</a:t>
            </a:r>
            <a:r>
              <a:rPr sz="2800" b="1" spc="-15" dirty="0">
                <a:latin typeface="Calibri"/>
                <a:cs typeface="Calibri"/>
              </a:rPr>
              <a:t> </a:t>
            </a:r>
            <a:r>
              <a:rPr sz="2800" b="1" dirty="0">
                <a:latin typeface="Calibri"/>
                <a:cs typeface="Calibri"/>
              </a:rPr>
              <a:t>Xây</a:t>
            </a:r>
            <a:r>
              <a:rPr sz="2800" b="1" spc="-60" dirty="0">
                <a:latin typeface="Calibri"/>
                <a:cs typeface="Calibri"/>
              </a:rPr>
              <a:t> </a:t>
            </a:r>
            <a:r>
              <a:rPr sz="2800" b="1" dirty="0">
                <a:latin typeface="Calibri"/>
                <a:cs typeface="Calibri"/>
              </a:rPr>
              <a:t>dựng</a:t>
            </a:r>
            <a:r>
              <a:rPr sz="2800" b="1" spc="-70" dirty="0">
                <a:latin typeface="Calibri"/>
                <a:cs typeface="Calibri"/>
              </a:rPr>
              <a:t> </a:t>
            </a:r>
            <a:r>
              <a:rPr sz="2800" b="1" dirty="0">
                <a:latin typeface="Calibri"/>
                <a:cs typeface="Calibri"/>
              </a:rPr>
              <a:t>biểu</a:t>
            </a:r>
            <a:r>
              <a:rPr sz="2800" b="1" spc="-65" dirty="0">
                <a:latin typeface="Calibri"/>
                <a:cs typeface="Calibri"/>
              </a:rPr>
              <a:t> </a:t>
            </a:r>
            <a:r>
              <a:rPr sz="2800" b="1" dirty="0">
                <a:latin typeface="Calibri"/>
                <a:cs typeface="Calibri"/>
              </a:rPr>
              <a:t>đồ</a:t>
            </a:r>
            <a:r>
              <a:rPr sz="2800" b="1" spc="-65" dirty="0">
                <a:latin typeface="Calibri"/>
                <a:cs typeface="Calibri"/>
              </a:rPr>
              <a:t> </a:t>
            </a:r>
            <a:r>
              <a:rPr sz="2800" b="1" dirty="0">
                <a:latin typeface="Calibri"/>
                <a:cs typeface="Calibri"/>
              </a:rPr>
              <a:t>Karnaugh</a:t>
            </a:r>
            <a:r>
              <a:rPr sz="2800" b="1" spc="-40" dirty="0">
                <a:latin typeface="Calibri"/>
                <a:cs typeface="Calibri"/>
              </a:rPr>
              <a:t> </a:t>
            </a:r>
            <a:r>
              <a:rPr sz="2800" b="1" dirty="0">
                <a:latin typeface="Calibri"/>
                <a:cs typeface="Calibri"/>
              </a:rPr>
              <a:t>của</a:t>
            </a:r>
            <a:r>
              <a:rPr sz="2800" b="1" spc="-55" dirty="0">
                <a:latin typeface="Calibri"/>
                <a:cs typeface="Calibri"/>
              </a:rPr>
              <a:t> </a:t>
            </a:r>
            <a:r>
              <a:rPr sz="2800" b="1" dirty="0">
                <a:latin typeface="Calibri"/>
                <a:cs typeface="Calibri"/>
              </a:rPr>
              <a:t>hàm</a:t>
            </a:r>
            <a:r>
              <a:rPr sz="2800" b="1" spc="-60" dirty="0">
                <a:latin typeface="Calibri"/>
                <a:cs typeface="Calibri"/>
              </a:rPr>
              <a:t> </a:t>
            </a:r>
            <a:r>
              <a:rPr sz="2800" b="1" dirty="0">
                <a:latin typeface="Calibri"/>
                <a:cs typeface="Calibri"/>
              </a:rPr>
              <a:t>Bool</a:t>
            </a:r>
            <a:r>
              <a:rPr sz="2800" b="1" spc="-60" dirty="0">
                <a:latin typeface="Calibri"/>
                <a:cs typeface="Calibri"/>
              </a:rPr>
              <a:t> </a:t>
            </a:r>
            <a:r>
              <a:rPr sz="2800" b="1" dirty="0">
                <a:latin typeface="Calibri"/>
                <a:cs typeface="Calibri"/>
              </a:rPr>
              <a:t>f</a:t>
            </a:r>
            <a:r>
              <a:rPr sz="2800" b="1" spc="-60" dirty="0">
                <a:latin typeface="Calibri"/>
                <a:cs typeface="Calibri"/>
              </a:rPr>
              <a:t> </a:t>
            </a:r>
            <a:r>
              <a:rPr sz="2800" b="1" spc="-50" dirty="0">
                <a:latin typeface="Calibri"/>
                <a:cs typeface="Calibri"/>
              </a:rPr>
              <a:t>:</a:t>
            </a:r>
            <a:endParaRPr sz="2800">
              <a:latin typeface="Calibri"/>
              <a:cs typeface="Calibri"/>
            </a:endParaRPr>
          </a:p>
          <a:p>
            <a:pPr>
              <a:lnSpc>
                <a:spcPct val="100000"/>
              </a:lnSpc>
              <a:spcBef>
                <a:spcPts val="1285"/>
              </a:spcBef>
            </a:pPr>
            <a:endParaRPr sz="2800">
              <a:latin typeface="Calibri"/>
              <a:cs typeface="Calibri"/>
            </a:endParaRPr>
          </a:p>
          <a:p>
            <a:pPr marL="12700">
              <a:lnSpc>
                <a:spcPct val="100000"/>
              </a:lnSpc>
            </a:pPr>
            <a:r>
              <a:rPr sz="2800" b="1" dirty="0">
                <a:latin typeface="Calibri"/>
                <a:cs typeface="Calibri"/>
              </a:rPr>
              <a:t>Bước</a:t>
            </a:r>
            <a:r>
              <a:rPr sz="2800" b="1" spc="-35" dirty="0">
                <a:latin typeface="Calibri"/>
                <a:cs typeface="Calibri"/>
              </a:rPr>
              <a:t> </a:t>
            </a:r>
            <a:r>
              <a:rPr sz="2800" b="1" dirty="0">
                <a:latin typeface="Calibri"/>
                <a:cs typeface="Calibri"/>
              </a:rPr>
              <a:t>1:</a:t>
            </a:r>
            <a:r>
              <a:rPr sz="2800" b="1" spc="-20" dirty="0">
                <a:latin typeface="Calibri"/>
                <a:cs typeface="Calibri"/>
              </a:rPr>
              <a:t> </a:t>
            </a:r>
            <a:r>
              <a:rPr sz="2800" dirty="0">
                <a:latin typeface="Calibri"/>
                <a:cs typeface="Calibri"/>
              </a:rPr>
              <a:t>Viết</a:t>
            </a:r>
            <a:r>
              <a:rPr sz="2800" spc="-55" dirty="0">
                <a:latin typeface="Calibri"/>
                <a:cs typeface="Calibri"/>
              </a:rPr>
              <a:t> </a:t>
            </a:r>
            <a:r>
              <a:rPr sz="2800" dirty="0">
                <a:latin typeface="Calibri"/>
                <a:cs typeface="Calibri"/>
              </a:rPr>
              <a:t>f</a:t>
            </a:r>
            <a:r>
              <a:rPr sz="2800" spc="-50" dirty="0">
                <a:latin typeface="Calibri"/>
                <a:cs typeface="Calibri"/>
              </a:rPr>
              <a:t> </a:t>
            </a:r>
            <a:r>
              <a:rPr sz="2800" dirty="0">
                <a:latin typeface="Calibri"/>
                <a:cs typeface="Calibri"/>
              </a:rPr>
              <a:t>dưới</a:t>
            </a:r>
            <a:r>
              <a:rPr sz="2800" spc="-35" dirty="0">
                <a:latin typeface="Calibri"/>
                <a:cs typeface="Calibri"/>
              </a:rPr>
              <a:t> </a:t>
            </a:r>
            <a:r>
              <a:rPr sz="2800" dirty="0">
                <a:latin typeface="Calibri"/>
                <a:cs typeface="Calibri"/>
              </a:rPr>
              <a:t>dạng</a:t>
            </a:r>
            <a:r>
              <a:rPr sz="2800" spc="-40" dirty="0">
                <a:latin typeface="Calibri"/>
                <a:cs typeface="Calibri"/>
              </a:rPr>
              <a:t> </a:t>
            </a:r>
            <a:r>
              <a:rPr sz="2800" dirty="0">
                <a:latin typeface="Calibri"/>
                <a:cs typeface="Calibri"/>
              </a:rPr>
              <a:t>nối</a:t>
            </a:r>
            <a:r>
              <a:rPr sz="2800" spc="-45" dirty="0">
                <a:latin typeface="Calibri"/>
                <a:cs typeface="Calibri"/>
              </a:rPr>
              <a:t> </a:t>
            </a:r>
            <a:r>
              <a:rPr sz="2800" dirty="0">
                <a:latin typeface="Calibri"/>
                <a:cs typeface="Calibri"/>
              </a:rPr>
              <a:t>rời</a:t>
            </a:r>
            <a:r>
              <a:rPr sz="2800" spc="-40" dirty="0">
                <a:latin typeface="Calibri"/>
                <a:cs typeface="Calibri"/>
              </a:rPr>
              <a:t> </a:t>
            </a:r>
            <a:r>
              <a:rPr sz="2800" dirty="0">
                <a:latin typeface="Calibri"/>
                <a:cs typeface="Calibri"/>
              </a:rPr>
              <a:t>chính</a:t>
            </a:r>
            <a:r>
              <a:rPr sz="2800" spc="-25" dirty="0">
                <a:latin typeface="Calibri"/>
                <a:cs typeface="Calibri"/>
              </a:rPr>
              <a:t> </a:t>
            </a:r>
            <a:r>
              <a:rPr sz="2800" spc="-20" dirty="0">
                <a:latin typeface="Calibri"/>
                <a:cs typeface="Calibri"/>
              </a:rPr>
              <a:t>tắc.</a:t>
            </a:r>
            <a:endParaRPr sz="2800">
              <a:latin typeface="Calibri"/>
              <a:cs typeface="Calibri"/>
            </a:endParaRPr>
          </a:p>
          <a:p>
            <a:pPr>
              <a:lnSpc>
                <a:spcPct val="100000"/>
              </a:lnSpc>
              <a:spcBef>
                <a:spcPts val="1290"/>
              </a:spcBef>
            </a:pPr>
            <a:endParaRPr sz="2800">
              <a:latin typeface="Calibri"/>
              <a:cs typeface="Calibri"/>
            </a:endParaRPr>
          </a:p>
          <a:p>
            <a:pPr marL="12700" marR="397510">
              <a:lnSpc>
                <a:spcPct val="100000"/>
              </a:lnSpc>
            </a:pPr>
            <a:r>
              <a:rPr sz="2800" b="1" dirty="0">
                <a:latin typeface="Calibri"/>
                <a:cs typeface="Calibri"/>
              </a:rPr>
              <a:t>Bước</a:t>
            </a:r>
            <a:r>
              <a:rPr sz="2800" b="1" spc="-20" dirty="0">
                <a:latin typeface="Calibri"/>
                <a:cs typeface="Calibri"/>
              </a:rPr>
              <a:t> </a:t>
            </a:r>
            <a:r>
              <a:rPr sz="2800" b="1" dirty="0">
                <a:latin typeface="Calibri"/>
                <a:cs typeface="Calibri"/>
              </a:rPr>
              <a:t>2</a:t>
            </a:r>
            <a:r>
              <a:rPr sz="2800" b="1" spc="-25" dirty="0">
                <a:latin typeface="Calibri"/>
                <a:cs typeface="Calibri"/>
              </a:rPr>
              <a:t> </a:t>
            </a:r>
            <a:r>
              <a:rPr sz="2800" b="1" dirty="0">
                <a:latin typeface="Calibri"/>
                <a:cs typeface="Calibri"/>
              </a:rPr>
              <a:t>:</a:t>
            </a:r>
            <a:r>
              <a:rPr sz="2800" b="1" spc="-15" dirty="0">
                <a:latin typeface="Calibri"/>
                <a:cs typeface="Calibri"/>
              </a:rPr>
              <a:t> </a:t>
            </a:r>
            <a:r>
              <a:rPr sz="2800" spc="-114" dirty="0">
                <a:latin typeface="Calibri"/>
                <a:cs typeface="Calibri"/>
              </a:rPr>
              <a:t>Tô</a:t>
            </a:r>
            <a:r>
              <a:rPr sz="2800" spc="-40" dirty="0">
                <a:latin typeface="Calibri"/>
                <a:cs typeface="Calibri"/>
              </a:rPr>
              <a:t> </a:t>
            </a:r>
            <a:r>
              <a:rPr sz="2800" dirty="0">
                <a:latin typeface="Calibri"/>
                <a:cs typeface="Calibri"/>
              </a:rPr>
              <a:t>những ô</a:t>
            </a:r>
            <a:r>
              <a:rPr sz="2800" spc="-40" dirty="0">
                <a:latin typeface="Calibri"/>
                <a:cs typeface="Calibri"/>
              </a:rPr>
              <a:t> </a:t>
            </a:r>
            <a:r>
              <a:rPr sz="2800" dirty="0">
                <a:latin typeface="Calibri"/>
                <a:cs typeface="Calibri"/>
              </a:rPr>
              <a:t>có</a:t>
            </a:r>
            <a:r>
              <a:rPr sz="2800" spc="-40" dirty="0">
                <a:latin typeface="Calibri"/>
                <a:cs typeface="Calibri"/>
              </a:rPr>
              <a:t> </a:t>
            </a:r>
            <a:r>
              <a:rPr sz="2800" dirty="0">
                <a:latin typeface="Calibri"/>
                <a:cs typeface="Calibri"/>
              </a:rPr>
              <a:t>tọa</a:t>
            </a:r>
            <a:r>
              <a:rPr sz="2800" spc="-40" dirty="0">
                <a:latin typeface="Calibri"/>
                <a:cs typeface="Calibri"/>
              </a:rPr>
              <a:t> </a:t>
            </a:r>
            <a:r>
              <a:rPr sz="2800" dirty="0">
                <a:latin typeface="Calibri"/>
                <a:cs typeface="Calibri"/>
              </a:rPr>
              <a:t>độ</a:t>
            </a:r>
            <a:r>
              <a:rPr sz="2800" spc="-30" dirty="0">
                <a:latin typeface="Calibri"/>
                <a:cs typeface="Calibri"/>
              </a:rPr>
              <a:t> </a:t>
            </a:r>
            <a:r>
              <a:rPr sz="2800" dirty="0">
                <a:latin typeface="Calibri"/>
                <a:cs typeface="Calibri"/>
              </a:rPr>
              <a:t>là</a:t>
            </a:r>
            <a:r>
              <a:rPr sz="2800" spc="-40" dirty="0">
                <a:latin typeface="Calibri"/>
                <a:cs typeface="Calibri"/>
              </a:rPr>
              <a:t> </a:t>
            </a:r>
            <a:r>
              <a:rPr sz="2800" dirty="0">
                <a:latin typeface="Calibri"/>
                <a:cs typeface="Calibri"/>
              </a:rPr>
              <a:t>các</a:t>
            </a:r>
            <a:r>
              <a:rPr sz="2800" spc="-30" dirty="0">
                <a:latin typeface="Calibri"/>
                <a:cs typeface="Calibri"/>
              </a:rPr>
              <a:t> </a:t>
            </a:r>
            <a:r>
              <a:rPr sz="2800" dirty="0">
                <a:latin typeface="Calibri"/>
                <a:cs typeface="Calibri"/>
              </a:rPr>
              <a:t>từ</a:t>
            </a:r>
            <a:r>
              <a:rPr sz="2800" spc="-35" dirty="0">
                <a:latin typeface="Calibri"/>
                <a:cs typeface="Calibri"/>
              </a:rPr>
              <a:t> </a:t>
            </a:r>
            <a:r>
              <a:rPr sz="2800" dirty="0">
                <a:latin typeface="Calibri"/>
                <a:cs typeface="Calibri"/>
              </a:rPr>
              <a:t>tối</a:t>
            </a:r>
            <a:r>
              <a:rPr sz="2800" spc="-30" dirty="0">
                <a:latin typeface="Calibri"/>
                <a:cs typeface="Calibri"/>
              </a:rPr>
              <a:t> </a:t>
            </a:r>
            <a:r>
              <a:rPr sz="2800" dirty="0">
                <a:latin typeface="Calibri"/>
                <a:cs typeface="Calibri"/>
              </a:rPr>
              <a:t>tiểu</a:t>
            </a:r>
            <a:r>
              <a:rPr sz="2800" spc="-30" dirty="0">
                <a:latin typeface="Calibri"/>
                <a:cs typeface="Calibri"/>
              </a:rPr>
              <a:t> </a:t>
            </a:r>
            <a:r>
              <a:rPr sz="2800" spc="-10" dirty="0">
                <a:latin typeface="Calibri"/>
                <a:cs typeface="Calibri"/>
              </a:rPr>
              <a:t>trong </a:t>
            </a:r>
            <a:r>
              <a:rPr sz="2800" dirty="0">
                <a:latin typeface="Calibri"/>
                <a:cs typeface="Calibri"/>
              </a:rPr>
              <a:t>Bước</a:t>
            </a:r>
            <a:r>
              <a:rPr sz="2800" spc="-50" dirty="0">
                <a:latin typeface="Calibri"/>
                <a:cs typeface="Calibri"/>
              </a:rPr>
              <a:t> </a:t>
            </a:r>
            <a:r>
              <a:rPr sz="2800" spc="-25" dirty="0">
                <a:latin typeface="Calibri"/>
                <a:cs typeface="Calibri"/>
              </a:rPr>
              <a:t>1.</a:t>
            </a:r>
            <a:endParaRPr sz="2800">
              <a:latin typeface="Calibri"/>
              <a:cs typeface="Calibri"/>
            </a:endParaRPr>
          </a:p>
          <a:p>
            <a:pPr>
              <a:lnSpc>
                <a:spcPct val="100000"/>
              </a:lnSpc>
              <a:spcBef>
                <a:spcPts val="1465"/>
              </a:spcBef>
            </a:pPr>
            <a:endParaRPr sz="2800">
              <a:latin typeface="Calibri"/>
              <a:cs typeface="Calibri"/>
            </a:endParaRPr>
          </a:p>
          <a:p>
            <a:pPr marL="469900" marR="5080" indent="-457834">
              <a:lnSpc>
                <a:spcPts val="3320"/>
              </a:lnSpc>
              <a:spcBef>
                <a:spcPts val="5"/>
              </a:spcBef>
              <a:buFont typeface="Wingdings"/>
              <a:buChar char=""/>
              <a:tabLst>
                <a:tab pos="469900" algn="l"/>
              </a:tabLst>
            </a:pPr>
            <a:r>
              <a:rPr sz="2800" dirty="0">
                <a:latin typeface="Calibri"/>
                <a:cs typeface="Calibri"/>
              </a:rPr>
              <a:t>Biểu</a:t>
            </a:r>
            <a:r>
              <a:rPr sz="2800" spc="-55" dirty="0">
                <a:latin typeface="Calibri"/>
                <a:cs typeface="Calibri"/>
              </a:rPr>
              <a:t> </a:t>
            </a:r>
            <a:r>
              <a:rPr sz="2800" dirty="0">
                <a:latin typeface="Calibri"/>
                <a:cs typeface="Calibri"/>
              </a:rPr>
              <a:t>đồ</a:t>
            </a:r>
            <a:r>
              <a:rPr sz="2800" spc="-45" dirty="0">
                <a:latin typeface="Calibri"/>
                <a:cs typeface="Calibri"/>
              </a:rPr>
              <a:t> </a:t>
            </a:r>
            <a:r>
              <a:rPr sz="2800" spc="-10" dirty="0">
                <a:latin typeface="Calibri"/>
                <a:cs typeface="Calibri"/>
              </a:rPr>
              <a:t>Karnaugh</a:t>
            </a:r>
            <a:r>
              <a:rPr sz="2800" spc="-45" dirty="0">
                <a:latin typeface="Calibri"/>
                <a:cs typeface="Calibri"/>
              </a:rPr>
              <a:t> </a:t>
            </a:r>
            <a:r>
              <a:rPr sz="2800" dirty="0">
                <a:latin typeface="Calibri"/>
                <a:cs typeface="Calibri"/>
              </a:rPr>
              <a:t>của</a:t>
            </a:r>
            <a:r>
              <a:rPr sz="2800" spc="-40" dirty="0">
                <a:latin typeface="Calibri"/>
                <a:cs typeface="Calibri"/>
              </a:rPr>
              <a:t> </a:t>
            </a:r>
            <a:r>
              <a:rPr sz="2800" dirty="0">
                <a:latin typeface="Calibri"/>
                <a:cs typeface="Calibri"/>
              </a:rPr>
              <a:t>f</a:t>
            </a:r>
            <a:r>
              <a:rPr sz="2800" spc="-30" dirty="0">
                <a:latin typeface="Calibri"/>
                <a:cs typeface="Calibri"/>
              </a:rPr>
              <a:t> </a:t>
            </a:r>
            <a:r>
              <a:rPr sz="2800" dirty="0">
                <a:latin typeface="Symbol"/>
                <a:cs typeface="Symbol"/>
              </a:rPr>
              <a:t></a:t>
            </a:r>
            <a:r>
              <a:rPr sz="2800" spc="-100" dirty="0">
                <a:latin typeface="Times New Roman"/>
                <a:cs typeface="Times New Roman"/>
              </a:rPr>
              <a:t> </a:t>
            </a:r>
            <a:r>
              <a:rPr sz="2800" dirty="0">
                <a:latin typeface="Calibri"/>
                <a:cs typeface="Calibri"/>
              </a:rPr>
              <a:t>dạng</a:t>
            </a:r>
            <a:r>
              <a:rPr sz="2800" spc="-45" dirty="0">
                <a:latin typeface="Calibri"/>
                <a:cs typeface="Calibri"/>
              </a:rPr>
              <a:t> </a:t>
            </a:r>
            <a:r>
              <a:rPr sz="2800" dirty="0">
                <a:latin typeface="Calibri"/>
                <a:cs typeface="Calibri"/>
              </a:rPr>
              <a:t>nối</a:t>
            </a:r>
            <a:r>
              <a:rPr sz="2800" spc="-45" dirty="0">
                <a:latin typeface="Calibri"/>
                <a:cs typeface="Calibri"/>
              </a:rPr>
              <a:t> </a:t>
            </a:r>
            <a:r>
              <a:rPr sz="2800" dirty="0">
                <a:latin typeface="Calibri"/>
                <a:cs typeface="Calibri"/>
              </a:rPr>
              <a:t>rời</a:t>
            </a:r>
            <a:r>
              <a:rPr sz="2800" spc="-40" dirty="0">
                <a:latin typeface="Calibri"/>
                <a:cs typeface="Calibri"/>
              </a:rPr>
              <a:t> </a:t>
            </a:r>
            <a:r>
              <a:rPr sz="2800" dirty="0">
                <a:latin typeface="Calibri"/>
                <a:cs typeface="Calibri"/>
              </a:rPr>
              <a:t>chính</a:t>
            </a:r>
            <a:r>
              <a:rPr sz="2800" spc="-20" dirty="0">
                <a:latin typeface="Calibri"/>
                <a:cs typeface="Calibri"/>
              </a:rPr>
              <a:t> </a:t>
            </a:r>
            <a:r>
              <a:rPr sz="2800" dirty="0">
                <a:latin typeface="Calibri"/>
                <a:cs typeface="Calibri"/>
              </a:rPr>
              <a:t>tắc</a:t>
            </a:r>
            <a:r>
              <a:rPr sz="2800" spc="-50" dirty="0">
                <a:latin typeface="Calibri"/>
                <a:cs typeface="Calibri"/>
              </a:rPr>
              <a:t> </a:t>
            </a:r>
            <a:r>
              <a:rPr sz="2800" spc="-25" dirty="0">
                <a:latin typeface="Calibri"/>
                <a:cs typeface="Calibri"/>
              </a:rPr>
              <a:t>của f.</a:t>
            </a:r>
            <a:endParaRPr sz="2800">
              <a:latin typeface="Calibri"/>
              <a:cs typeface="Calibri"/>
            </a:endParaRPr>
          </a:p>
        </p:txBody>
      </p:sp>
    </p:spTree>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2004186" y="3425825"/>
            <a:ext cx="902335" cy="306705"/>
          </a:xfrm>
          <a:custGeom>
            <a:avLst/>
            <a:gdLst/>
            <a:ahLst/>
            <a:cxnLst/>
            <a:rect l="l" t="t" r="r" b="b"/>
            <a:pathLst>
              <a:path w="902335" h="306704">
                <a:moveTo>
                  <a:pt x="804418" y="0"/>
                </a:moveTo>
                <a:lnTo>
                  <a:pt x="799973" y="12446"/>
                </a:lnTo>
                <a:lnTo>
                  <a:pt x="817762" y="20115"/>
                </a:lnTo>
                <a:lnTo>
                  <a:pt x="833040" y="30749"/>
                </a:lnTo>
                <a:lnTo>
                  <a:pt x="863961" y="80129"/>
                </a:lnTo>
                <a:lnTo>
                  <a:pt x="872947" y="125085"/>
                </a:lnTo>
                <a:lnTo>
                  <a:pt x="873001" y="125468"/>
                </a:lnTo>
                <a:lnTo>
                  <a:pt x="872999" y="178613"/>
                </a:lnTo>
                <a:lnTo>
                  <a:pt x="863907" y="225182"/>
                </a:lnTo>
                <a:lnTo>
                  <a:pt x="845718" y="261588"/>
                </a:lnTo>
                <a:lnTo>
                  <a:pt x="800481" y="293877"/>
                </a:lnTo>
                <a:lnTo>
                  <a:pt x="804418" y="306324"/>
                </a:lnTo>
                <a:lnTo>
                  <a:pt x="846153" y="286670"/>
                </a:lnTo>
                <a:lnTo>
                  <a:pt x="876935" y="252730"/>
                </a:lnTo>
                <a:lnTo>
                  <a:pt x="895794" y="207279"/>
                </a:lnTo>
                <a:lnTo>
                  <a:pt x="902081" y="153162"/>
                </a:lnTo>
                <a:lnTo>
                  <a:pt x="900528" y="125468"/>
                </a:lnTo>
                <a:lnTo>
                  <a:pt x="887882" y="75312"/>
                </a:lnTo>
                <a:lnTo>
                  <a:pt x="862782" y="34807"/>
                </a:lnTo>
                <a:lnTo>
                  <a:pt x="826587" y="7999"/>
                </a:lnTo>
                <a:lnTo>
                  <a:pt x="804418" y="0"/>
                </a:lnTo>
                <a:close/>
              </a:path>
              <a:path w="902335" h="306704">
                <a:moveTo>
                  <a:pt x="97662" y="0"/>
                </a:moveTo>
                <a:lnTo>
                  <a:pt x="56038" y="19605"/>
                </a:lnTo>
                <a:lnTo>
                  <a:pt x="25273" y="53594"/>
                </a:lnTo>
                <a:lnTo>
                  <a:pt x="6302" y="99139"/>
                </a:lnTo>
                <a:lnTo>
                  <a:pt x="85" y="151637"/>
                </a:lnTo>
                <a:lnTo>
                  <a:pt x="0" y="153162"/>
                </a:lnTo>
                <a:lnTo>
                  <a:pt x="1571" y="181310"/>
                </a:lnTo>
                <a:lnTo>
                  <a:pt x="14144" y="231082"/>
                </a:lnTo>
                <a:lnTo>
                  <a:pt x="39119" y="271498"/>
                </a:lnTo>
                <a:lnTo>
                  <a:pt x="75402" y="298271"/>
                </a:lnTo>
                <a:lnTo>
                  <a:pt x="97662" y="306324"/>
                </a:lnTo>
                <a:lnTo>
                  <a:pt x="101600" y="293877"/>
                </a:lnTo>
                <a:lnTo>
                  <a:pt x="84123" y="286162"/>
                </a:lnTo>
                <a:lnTo>
                  <a:pt x="69040" y="275399"/>
                </a:lnTo>
                <a:lnTo>
                  <a:pt x="46100" y="244729"/>
                </a:lnTo>
                <a:lnTo>
                  <a:pt x="32496" y="203136"/>
                </a:lnTo>
                <a:lnTo>
                  <a:pt x="28004" y="153162"/>
                </a:lnTo>
                <a:lnTo>
                  <a:pt x="27939" y="151637"/>
                </a:lnTo>
                <a:lnTo>
                  <a:pt x="32496" y="101631"/>
                </a:lnTo>
                <a:lnTo>
                  <a:pt x="46100" y="60960"/>
                </a:lnTo>
                <a:lnTo>
                  <a:pt x="84337" y="20115"/>
                </a:lnTo>
                <a:lnTo>
                  <a:pt x="101981" y="12446"/>
                </a:lnTo>
                <a:lnTo>
                  <a:pt x="97662" y="0"/>
                </a:lnTo>
                <a:close/>
              </a:path>
            </a:pathLst>
          </a:custGeom>
          <a:solidFill>
            <a:srgbClr val="FF0000"/>
          </a:solidFill>
        </p:spPr>
        <p:txBody>
          <a:bodyPr wrap="square" lIns="0" tIns="0" rIns="0" bIns="0" rtlCol="0"/>
          <a:lstStyle/>
          <a:p>
            <a:endParaRPr/>
          </a:p>
        </p:txBody>
      </p:sp>
      <p:sp>
        <p:nvSpPr>
          <p:cNvPr id="3" name="object 3"/>
          <p:cNvSpPr txBox="1"/>
          <p:nvPr/>
        </p:nvSpPr>
        <p:spPr>
          <a:xfrm>
            <a:off x="447040" y="235786"/>
            <a:ext cx="7134225" cy="3517265"/>
          </a:xfrm>
          <a:prstGeom prst="rect">
            <a:avLst/>
          </a:prstGeom>
        </p:spPr>
        <p:txBody>
          <a:bodyPr vert="horz" wrap="square" lIns="0" tIns="53975" rIns="0" bIns="0" rtlCol="0">
            <a:spAutoFit/>
          </a:bodyPr>
          <a:lstStyle/>
          <a:p>
            <a:pPr marL="25400">
              <a:lnSpc>
                <a:spcPct val="100000"/>
              </a:lnSpc>
              <a:spcBef>
                <a:spcPts val="425"/>
              </a:spcBef>
            </a:pPr>
            <a:r>
              <a:rPr sz="2600" b="1" dirty="0">
                <a:latin typeface="Calibri"/>
                <a:cs typeface="Calibri"/>
              </a:rPr>
              <a:t>Ví</a:t>
            </a:r>
            <a:r>
              <a:rPr sz="2600" b="1" spc="-25" dirty="0">
                <a:latin typeface="Calibri"/>
                <a:cs typeface="Calibri"/>
              </a:rPr>
              <a:t> </a:t>
            </a:r>
            <a:r>
              <a:rPr sz="2600" b="1" dirty="0">
                <a:latin typeface="Calibri"/>
                <a:cs typeface="Calibri"/>
              </a:rPr>
              <a:t>dụ</a:t>
            </a:r>
            <a:r>
              <a:rPr sz="2600" b="1" spc="-10" dirty="0">
                <a:latin typeface="Calibri"/>
                <a:cs typeface="Calibri"/>
              </a:rPr>
              <a:t> </a:t>
            </a:r>
            <a:r>
              <a:rPr sz="2600" b="1" dirty="0">
                <a:latin typeface="Calibri"/>
                <a:cs typeface="Calibri"/>
              </a:rPr>
              <a:t>1:</a:t>
            </a:r>
            <a:r>
              <a:rPr sz="2600" b="1" spc="-25" dirty="0">
                <a:latin typeface="Calibri"/>
                <a:cs typeface="Calibri"/>
              </a:rPr>
              <a:t> </a:t>
            </a:r>
            <a:r>
              <a:rPr sz="2600" dirty="0">
                <a:latin typeface="Calibri"/>
                <a:cs typeface="Calibri"/>
              </a:rPr>
              <a:t>Cho</a:t>
            </a:r>
            <a:r>
              <a:rPr sz="2600" spc="-10" dirty="0">
                <a:latin typeface="Calibri"/>
                <a:cs typeface="Calibri"/>
              </a:rPr>
              <a:t> </a:t>
            </a:r>
            <a:r>
              <a:rPr sz="2600" dirty="0">
                <a:latin typeface="Calibri"/>
                <a:cs typeface="Calibri"/>
              </a:rPr>
              <a:t>hàm</a:t>
            </a:r>
            <a:r>
              <a:rPr sz="2600" spc="-20" dirty="0">
                <a:latin typeface="Calibri"/>
                <a:cs typeface="Calibri"/>
              </a:rPr>
              <a:t> </a:t>
            </a:r>
            <a:r>
              <a:rPr sz="2600" dirty="0">
                <a:latin typeface="Calibri"/>
                <a:cs typeface="Calibri"/>
              </a:rPr>
              <a:t>Bool</a:t>
            </a:r>
            <a:r>
              <a:rPr sz="2600" spc="-15" dirty="0">
                <a:latin typeface="Calibri"/>
                <a:cs typeface="Calibri"/>
              </a:rPr>
              <a:t> </a:t>
            </a:r>
            <a:r>
              <a:rPr sz="2600" dirty="0">
                <a:latin typeface="Calibri"/>
                <a:cs typeface="Calibri"/>
              </a:rPr>
              <a:t>4</a:t>
            </a:r>
            <a:r>
              <a:rPr sz="2600" spc="-20" dirty="0">
                <a:latin typeface="Calibri"/>
                <a:cs typeface="Calibri"/>
              </a:rPr>
              <a:t> biến</a:t>
            </a:r>
            <a:endParaRPr sz="2600">
              <a:latin typeface="Calibri"/>
              <a:cs typeface="Calibri"/>
            </a:endParaRPr>
          </a:p>
          <a:p>
            <a:pPr marL="1108075" algn="ctr">
              <a:lnSpc>
                <a:spcPct val="100000"/>
              </a:lnSpc>
              <a:spcBef>
                <a:spcPts val="325"/>
              </a:spcBef>
            </a:pPr>
            <a:r>
              <a:rPr sz="2600" dirty="0">
                <a:latin typeface="Calibri"/>
                <a:cs typeface="Calibri"/>
              </a:rPr>
              <a:t>f</a:t>
            </a:r>
            <a:r>
              <a:rPr sz="2600" spc="-10" dirty="0">
                <a:latin typeface="Calibri"/>
                <a:cs typeface="Calibri"/>
              </a:rPr>
              <a:t> </a:t>
            </a:r>
            <a:r>
              <a:rPr sz="2600" dirty="0">
                <a:latin typeface="Calibri"/>
                <a:cs typeface="Calibri"/>
              </a:rPr>
              <a:t>=</a:t>
            </a:r>
            <a:r>
              <a:rPr sz="2600" spc="-10" dirty="0">
                <a:latin typeface="Calibri"/>
                <a:cs typeface="Calibri"/>
              </a:rPr>
              <a:t> </a:t>
            </a:r>
            <a:r>
              <a:rPr sz="2600" spc="-650" dirty="0">
                <a:latin typeface="Cambria Math"/>
                <a:cs typeface="Cambria Math"/>
              </a:rPr>
              <a:t>𝑥𝑦ത𝑧</a:t>
            </a:r>
            <a:endParaRPr sz="2600">
              <a:latin typeface="Cambria Math"/>
              <a:cs typeface="Cambria Math"/>
            </a:endParaRPr>
          </a:p>
          <a:p>
            <a:pPr marL="540385" indent="-514984">
              <a:lnSpc>
                <a:spcPct val="100000"/>
              </a:lnSpc>
              <a:spcBef>
                <a:spcPts val="300"/>
              </a:spcBef>
              <a:buAutoNum type="alphaLcParenR"/>
              <a:tabLst>
                <a:tab pos="540385" algn="l"/>
              </a:tabLst>
            </a:pPr>
            <a:r>
              <a:rPr sz="2600" dirty="0">
                <a:latin typeface="Calibri"/>
                <a:cs typeface="Calibri"/>
              </a:rPr>
              <a:t>Tính</a:t>
            </a:r>
            <a:r>
              <a:rPr sz="2600" spc="-35" dirty="0">
                <a:latin typeface="Calibri"/>
                <a:cs typeface="Calibri"/>
              </a:rPr>
              <a:t> </a:t>
            </a:r>
            <a:r>
              <a:rPr sz="2600" dirty="0">
                <a:latin typeface="Calibri"/>
                <a:cs typeface="Calibri"/>
              </a:rPr>
              <a:t>giá</a:t>
            </a:r>
            <a:r>
              <a:rPr sz="2600" spc="-15" dirty="0">
                <a:latin typeface="Calibri"/>
                <a:cs typeface="Calibri"/>
              </a:rPr>
              <a:t> </a:t>
            </a:r>
            <a:r>
              <a:rPr sz="2600" dirty="0">
                <a:latin typeface="Calibri"/>
                <a:cs typeface="Calibri"/>
              </a:rPr>
              <a:t>trị</a:t>
            </a:r>
            <a:r>
              <a:rPr sz="2600" spc="-10" dirty="0">
                <a:latin typeface="Calibri"/>
                <a:cs typeface="Calibri"/>
              </a:rPr>
              <a:t> </a:t>
            </a:r>
            <a:r>
              <a:rPr sz="2600" dirty="0">
                <a:latin typeface="Calibri"/>
                <a:cs typeface="Calibri"/>
              </a:rPr>
              <a:t>của</a:t>
            </a:r>
            <a:r>
              <a:rPr sz="2600" spc="-15" dirty="0">
                <a:latin typeface="Calibri"/>
                <a:cs typeface="Calibri"/>
              </a:rPr>
              <a:t> </a:t>
            </a:r>
            <a:r>
              <a:rPr sz="2600" dirty="0">
                <a:latin typeface="Calibri"/>
                <a:cs typeface="Calibri"/>
              </a:rPr>
              <a:t>f</a:t>
            </a:r>
            <a:r>
              <a:rPr sz="2600" spc="-30" dirty="0">
                <a:latin typeface="Calibri"/>
                <a:cs typeface="Calibri"/>
              </a:rPr>
              <a:t> </a:t>
            </a:r>
            <a:r>
              <a:rPr sz="2600" dirty="0">
                <a:latin typeface="Calibri"/>
                <a:cs typeface="Calibri"/>
              </a:rPr>
              <a:t>tại (1,</a:t>
            </a:r>
            <a:r>
              <a:rPr sz="2600" spc="-30" dirty="0">
                <a:latin typeface="Calibri"/>
                <a:cs typeface="Calibri"/>
              </a:rPr>
              <a:t> </a:t>
            </a:r>
            <a:r>
              <a:rPr sz="2600" dirty="0">
                <a:latin typeface="Calibri"/>
                <a:cs typeface="Calibri"/>
              </a:rPr>
              <a:t>0,</a:t>
            </a:r>
            <a:r>
              <a:rPr sz="2600" spc="-30" dirty="0">
                <a:latin typeface="Calibri"/>
                <a:cs typeface="Calibri"/>
              </a:rPr>
              <a:t> </a:t>
            </a:r>
            <a:r>
              <a:rPr sz="2600" dirty="0">
                <a:latin typeface="Calibri"/>
                <a:cs typeface="Calibri"/>
              </a:rPr>
              <a:t>0,</a:t>
            </a:r>
            <a:r>
              <a:rPr sz="2600" spc="-10" dirty="0">
                <a:latin typeface="Calibri"/>
                <a:cs typeface="Calibri"/>
              </a:rPr>
              <a:t> </a:t>
            </a:r>
            <a:r>
              <a:rPr sz="2600" dirty="0">
                <a:latin typeface="Calibri"/>
                <a:cs typeface="Calibri"/>
              </a:rPr>
              <a:t>0)</a:t>
            </a:r>
            <a:r>
              <a:rPr sz="2600" spc="-30" dirty="0">
                <a:latin typeface="Calibri"/>
                <a:cs typeface="Calibri"/>
              </a:rPr>
              <a:t> </a:t>
            </a:r>
            <a:r>
              <a:rPr sz="2600" dirty="0">
                <a:latin typeface="Calibri"/>
                <a:cs typeface="Calibri"/>
              </a:rPr>
              <a:t>và</a:t>
            </a:r>
            <a:r>
              <a:rPr sz="2600" spc="-15" dirty="0">
                <a:latin typeface="Calibri"/>
                <a:cs typeface="Calibri"/>
              </a:rPr>
              <a:t> </a:t>
            </a:r>
            <a:r>
              <a:rPr sz="2600" dirty="0">
                <a:latin typeface="Calibri"/>
                <a:cs typeface="Calibri"/>
              </a:rPr>
              <a:t>(1,</a:t>
            </a:r>
            <a:r>
              <a:rPr sz="2600" spc="-25" dirty="0">
                <a:latin typeface="Calibri"/>
                <a:cs typeface="Calibri"/>
              </a:rPr>
              <a:t> </a:t>
            </a:r>
            <a:r>
              <a:rPr sz="2600" dirty="0">
                <a:latin typeface="Calibri"/>
                <a:cs typeface="Calibri"/>
              </a:rPr>
              <a:t>0,</a:t>
            </a:r>
            <a:r>
              <a:rPr sz="2600" spc="-30" dirty="0">
                <a:latin typeface="Calibri"/>
                <a:cs typeface="Calibri"/>
              </a:rPr>
              <a:t> </a:t>
            </a:r>
            <a:r>
              <a:rPr sz="2600" dirty="0">
                <a:latin typeface="Calibri"/>
                <a:cs typeface="Calibri"/>
              </a:rPr>
              <a:t>0,</a:t>
            </a:r>
            <a:r>
              <a:rPr sz="2600" spc="-10" dirty="0">
                <a:latin typeface="Calibri"/>
                <a:cs typeface="Calibri"/>
              </a:rPr>
              <a:t> </a:t>
            </a:r>
            <a:r>
              <a:rPr sz="2600" spc="-25" dirty="0">
                <a:latin typeface="Calibri"/>
                <a:cs typeface="Calibri"/>
              </a:rPr>
              <a:t>1).</a:t>
            </a:r>
            <a:endParaRPr sz="2600">
              <a:latin typeface="Calibri"/>
              <a:cs typeface="Calibri"/>
            </a:endParaRPr>
          </a:p>
          <a:p>
            <a:pPr marL="540385" indent="-514984">
              <a:lnSpc>
                <a:spcPct val="100000"/>
              </a:lnSpc>
              <a:spcBef>
                <a:spcPts val="315"/>
              </a:spcBef>
              <a:buAutoNum type="alphaLcParenR"/>
              <a:tabLst>
                <a:tab pos="540385" algn="l"/>
              </a:tabLst>
            </a:pPr>
            <a:r>
              <a:rPr sz="2600" spc="-10" dirty="0">
                <a:latin typeface="Calibri"/>
                <a:cs typeface="Calibri"/>
              </a:rPr>
              <a:t>Vẽ</a:t>
            </a:r>
            <a:r>
              <a:rPr sz="2600" spc="-65" dirty="0">
                <a:latin typeface="Calibri"/>
                <a:cs typeface="Calibri"/>
              </a:rPr>
              <a:t> </a:t>
            </a:r>
            <a:r>
              <a:rPr sz="2600" dirty="0">
                <a:latin typeface="Calibri"/>
                <a:cs typeface="Calibri"/>
              </a:rPr>
              <a:t>biểu</a:t>
            </a:r>
            <a:r>
              <a:rPr sz="2600" spc="-65" dirty="0">
                <a:latin typeface="Calibri"/>
                <a:cs typeface="Calibri"/>
              </a:rPr>
              <a:t> </a:t>
            </a:r>
            <a:r>
              <a:rPr sz="2600" dirty="0">
                <a:latin typeface="Calibri"/>
                <a:cs typeface="Calibri"/>
              </a:rPr>
              <a:t>đồ</a:t>
            </a:r>
            <a:r>
              <a:rPr sz="2600" spc="-45" dirty="0">
                <a:latin typeface="Calibri"/>
                <a:cs typeface="Calibri"/>
              </a:rPr>
              <a:t> </a:t>
            </a:r>
            <a:r>
              <a:rPr sz="2600" dirty="0">
                <a:latin typeface="Calibri"/>
                <a:cs typeface="Calibri"/>
              </a:rPr>
              <a:t>Karnaugh</a:t>
            </a:r>
            <a:r>
              <a:rPr sz="2600" spc="-65" dirty="0">
                <a:latin typeface="Calibri"/>
                <a:cs typeface="Calibri"/>
              </a:rPr>
              <a:t> </a:t>
            </a:r>
            <a:r>
              <a:rPr sz="2600" dirty="0">
                <a:latin typeface="Calibri"/>
                <a:cs typeface="Calibri"/>
              </a:rPr>
              <a:t>cho</a:t>
            </a:r>
            <a:r>
              <a:rPr sz="2600" spc="-45" dirty="0">
                <a:latin typeface="Calibri"/>
                <a:cs typeface="Calibri"/>
              </a:rPr>
              <a:t> </a:t>
            </a:r>
            <a:r>
              <a:rPr sz="2600" spc="-25" dirty="0">
                <a:latin typeface="Calibri"/>
                <a:cs typeface="Calibri"/>
              </a:rPr>
              <a:t>f.</a:t>
            </a:r>
            <a:endParaRPr sz="2600">
              <a:latin typeface="Calibri"/>
              <a:cs typeface="Calibri"/>
            </a:endParaRPr>
          </a:p>
          <a:p>
            <a:pPr marL="25400">
              <a:lnSpc>
                <a:spcPct val="100000"/>
              </a:lnSpc>
              <a:spcBef>
                <a:spcPts val="315"/>
              </a:spcBef>
            </a:pPr>
            <a:r>
              <a:rPr sz="2600" b="1" dirty="0">
                <a:latin typeface="Calibri"/>
                <a:cs typeface="Calibri"/>
              </a:rPr>
              <a:t>Giải</a:t>
            </a:r>
            <a:r>
              <a:rPr sz="2600" b="1" spc="-50" dirty="0">
                <a:latin typeface="Calibri"/>
                <a:cs typeface="Calibri"/>
              </a:rPr>
              <a:t> </a:t>
            </a:r>
            <a:r>
              <a:rPr sz="2600" b="1" spc="-25" dirty="0">
                <a:latin typeface="Calibri"/>
                <a:cs typeface="Calibri"/>
              </a:rPr>
              <a:t>b):</a:t>
            </a:r>
            <a:endParaRPr sz="2600">
              <a:latin typeface="Calibri"/>
              <a:cs typeface="Calibri"/>
            </a:endParaRPr>
          </a:p>
          <a:p>
            <a:pPr marL="25400">
              <a:lnSpc>
                <a:spcPct val="100000"/>
              </a:lnSpc>
              <a:spcBef>
                <a:spcPts val="310"/>
              </a:spcBef>
            </a:pPr>
            <a:r>
              <a:rPr sz="2600" b="1" dirty="0">
                <a:latin typeface="Calibri"/>
                <a:cs typeface="Calibri"/>
              </a:rPr>
              <a:t>Bước</a:t>
            </a:r>
            <a:r>
              <a:rPr sz="2600" b="1" spc="-20" dirty="0">
                <a:latin typeface="Calibri"/>
                <a:cs typeface="Calibri"/>
              </a:rPr>
              <a:t> </a:t>
            </a:r>
            <a:r>
              <a:rPr sz="2600" b="1" dirty="0">
                <a:latin typeface="Calibri"/>
                <a:cs typeface="Calibri"/>
              </a:rPr>
              <a:t>1:</a:t>
            </a:r>
            <a:r>
              <a:rPr sz="2600" b="1" spc="-30" dirty="0">
                <a:latin typeface="Calibri"/>
                <a:cs typeface="Calibri"/>
              </a:rPr>
              <a:t> </a:t>
            </a:r>
            <a:r>
              <a:rPr sz="2600" dirty="0">
                <a:latin typeface="Calibri"/>
                <a:cs typeface="Calibri"/>
              </a:rPr>
              <a:t>Viết</a:t>
            </a:r>
            <a:r>
              <a:rPr sz="2600" spc="-25" dirty="0">
                <a:latin typeface="Calibri"/>
                <a:cs typeface="Calibri"/>
              </a:rPr>
              <a:t> </a:t>
            </a:r>
            <a:r>
              <a:rPr sz="2600" dirty="0">
                <a:latin typeface="Calibri"/>
                <a:cs typeface="Calibri"/>
              </a:rPr>
              <a:t>f</a:t>
            </a:r>
            <a:r>
              <a:rPr sz="2600" spc="-15" dirty="0">
                <a:latin typeface="Calibri"/>
                <a:cs typeface="Calibri"/>
              </a:rPr>
              <a:t> </a:t>
            </a:r>
            <a:r>
              <a:rPr sz="2600" dirty="0">
                <a:latin typeface="Calibri"/>
                <a:cs typeface="Calibri"/>
              </a:rPr>
              <a:t>dưới</a:t>
            </a:r>
            <a:r>
              <a:rPr sz="2600" spc="-30" dirty="0">
                <a:latin typeface="Calibri"/>
                <a:cs typeface="Calibri"/>
              </a:rPr>
              <a:t> </a:t>
            </a:r>
            <a:r>
              <a:rPr sz="2600" dirty="0">
                <a:latin typeface="Calibri"/>
                <a:cs typeface="Calibri"/>
              </a:rPr>
              <a:t>dạng</a:t>
            </a:r>
            <a:r>
              <a:rPr sz="2600" spc="-30" dirty="0">
                <a:latin typeface="Calibri"/>
                <a:cs typeface="Calibri"/>
              </a:rPr>
              <a:t> </a:t>
            </a:r>
            <a:r>
              <a:rPr sz="2600" dirty="0">
                <a:latin typeface="Calibri"/>
                <a:cs typeface="Calibri"/>
              </a:rPr>
              <a:t>nối</a:t>
            </a:r>
            <a:r>
              <a:rPr sz="2600" spc="-15" dirty="0">
                <a:latin typeface="Calibri"/>
                <a:cs typeface="Calibri"/>
              </a:rPr>
              <a:t> </a:t>
            </a:r>
            <a:r>
              <a:rPr sz="2600" dirty="0">
                <a:latin typeface="Calibri"/>
                <a:cs typeface="Calibri"/>
              </a:rPr>
              <a:t>rời</a:t>
            </a:r>
            <a:r>
              <a:rPr sz="2600" spc="-25" dirty="0">
                <a:latin typeface="Calibri"/>
                <a:cs typeface="Calibri"/>
              </a:rPr>
              <a:t> </a:t>
            </a:r>
            <a:r>
              <a:rPr sz="2600" dirty="0">
                <a:latin typeface="Calibri"/>
                <a:cs typeface="Calibri"/>
              </a:rPr>
              <a:t>chính</a:t>
            </a:r>
            <a:r>
              <a:rPr sz="2600" spc="-20" dirty="0">
                <a:latin typeface="Calibri"/>
                <a:cs typeface="Calibri"/>
              </a:rPr>
              <a:t> tắc.</a:t>
            </a:r>
            <a:endParaRPr sz="2600">
              <a:latin typeface="Calibri"/>
              <a:cs typeface="Calibri"/>
            </a:endParaRPr>
          </a:p>
          <a:p>
            <a:pPr marL="248920">
              <a:lnSpc>
                <a:spcPct val="100000"/>
              </a:lnSpc>
              <a:spcBef>
                <a:spcPts val="325"/>
              </a:spcBef>
              <a:tabLst>
                <a:tab pos="497205" algn="l"/>
                <a:tab pos="4464050" algn="l"/>
              </a:tabLst>
            </a:pPr>
            <a:r>
              <a:rPr sz="2600" spc="-50" dirty="0">
                <a:latin typeface="Calibri"/>
                <a:cs typeface="Calibri"/>
              </a:rPr>
              <a:t>f</a:t>
            </a:r>
            <a:r>
              <a:rPr sz="2600" dirty="0">
                <a:latin typeface="Calibri"/>
                <a:cs typeface="Calibri"/>
              </a:rPr>
              <a:t>	=</a:t>
            </a:r>
            <a:r>
              <a:rPr sz="2600" spc="10" dirty="0">
                <a:latin typeface="Calibri"/>
                <a:cs typeface="Calibri"/>
              </a:rPr>
              <a:t> </a:t>
            </a:r>
            <a:r>
              <a:rPr sz="2600" spc="-765" dirty="0">
                <a:latin typeface="Cambria Math"/>
                <a:cs typeface="Cambria Math"/>
              </a:rPr>
              <a:t>(𝑥𝑦ത𝑧ҧ</a:t>
            </a:r>
            <a:r>
              <a:rPr sz="2600" spc="15" dirty="0">
                <a:latin typeface="Cambria Math"/>
                <a:cs typeface="Cambria Math"/>
              </a:rPr>
              <a:t> </a:t>
            </a:r>
            <a:r>
              <a:rPr sz="2600" dirty="0">
                <a:latin typeface="Cambria Math"/>
                <a:cs typeface="Cambria Math"/>
              </a:rPr>
              <a:t>) ∧ </a:t>
            </a:r>
            <a:r>
              <a:rPr sz="2600" spc="-50" dirty="0">
                <a:solidFill>
                  <a:srgbClr val="FF0000"/>
                </a:solidFill>
                <a:latin typeface="Cambria Math"/>
                <a:cs typeface="Cambria Math"/>
              </a:rPr>
              <a:t>1</a:t>
            </a:r>
            <a:r>
              <a:rPr sz="2600" dirty="0">
                <a:solidFill>
                  <a:srgbClr val="FF0000"/>
                </a:solidFill>
                <a:latin typeface="Cambria Math"/>
                <a:cs typeface="Cambria Math"/>
              </a:rPr>
              <a:t>	</a:t>
            </a:r>
            <a:r>
              <a:rPr sz="2600" dirty="0">
                <a:latin typeface="Calibri"/>
                <a:cs typeface="Calibri"/>
              </a:rPr>
              <a:t>(Phần</a:t>
            </a:r>
            <a:r>
              <a:rPr sz="2600" spc="-25" dirty="0">
                <a:latin typeface="Calibri"/>
                <a:cs typeface="Calibri"/>
              </a:rPr>
              <a:t> </a:t>
            </a:r>
            <a:r>
              <a:rPr sz="2600" dirty="0">
                <a:latin typeface="Calibri"/>
                <a:cs typeface="Calibri"/>
              </a:rPr>
              <a:t>tử</a:t>
            </a:r>
            <a:r>
              <a:rPr sz="2600" spc="-5" dirty="0">
                <a:latin typeface="Calibri"/>
                <a:cs typeface="Calibri"/>
              </a:rPr>
              <a:t> </a:t>
            </a:r>
            <a:r>
              <a:rPr sz="2600" dirty="0">
                <a:latin typeface="Calibri"/>
                <a:cs typeface="Calibri"/>
              </a:rPr>
              <a:t>trung</a:t>
            </a:r>
            <a:r>
              <a:rPr sz="2600" spc="-20" dirty="0">
                <a:latin typeface="Calibri"/>
                <a:cs typeface="Calibri"/>
              </a:rPr>
              <a:t> hòa)</a:t>
            </a:r>
            <a:endParaRPr sz="2600">
              <a:latin typeface="Calibri"/>
              <a:cs typeface="Calibri"/>
            </a:endParaRPr>
          </a:p>
          <a:p>
            <a:pPr marL="398780">
              <a:lnSpc>
                <a:spcPct val="100000"/>
              </a:lnSpc>
              <a:spcBef>
                <a:spcPts val="315"/>
              </a:spcBef>
              <a:tabLst>
                <a:tab pos="1664970" algn="l"/>
                <a:tab pos="4502150" algn="l"/>
              </a:tabLst>
            </a:pPr>
            <a:r>
              <a:rPr sz="2600" dirty="0">
                <a:latin typeface="Calibri"/>
                <a:cs typeface="Calibri"/>
              </a:rPr>
              <a:t>=</a:t>
            </a:r>
            <a:r>
              <a:rPr sz="2600" spc="-10" dirty="0">
                <a:latin typeface="Calibri"/>
                <a:cs typeface="Calibri"/>
              </a:rPr>
              <a:t> </a:t>
            </a:r>
            <a:r>
              <a:rPr sz="2600" spc="-760" dirty="0">
                <a:latin typeface="Cambria Math"/>
                <a:cs typeface="Cambria Math"/>
              </a:rPr>
              <a:t>(𝑥𝑦ത𝑧ҧ</a:t>
            </a:r>
            <a:r>
              <a:rPr sz="2600" spc="15" dirty="0">
                <a:latin typeface="Cambria Math"/>
                <a:cs typeface="Cambria Math"/>
              </a:rPr>
              <a:t> </a:t>
            </a:r>
            <a:r>
              <a:rPr sz="2600" spc="-50" dirty="0">
                <a:latin typeface="Cambria Math"/>
                <a:cs typeface="Cambria Math"/>
              </a:rPr>
              <a:t>)</a:t>
            </a:r>
            <a:r>
              <a:rPr sz="2600" dirty="0">
                <a:latin typeface="Cambria Math"/>
                <a:cs typeface="Cambria Math"/>
              </a:rPr>
              <a:t>	</a:t>
            </a:r>
            <a:r>
              <a:rPr sz="2600" dirty="0">
                <a:solidFill>
                  <a:srgbClr val="FF0000"/>
                </a:solidFill>
                <a:latin typeface="Cambria Math"/>
                <a:cs typeface="Cambria Math"/>
              </a:rPr>
              <a:t>𝑡</a:t>
            </a:r>
            <a:r>
              <a:rPr sz="2600" spc="-15" dirty="0">
                <a:solidFill>
                  <a:srgbClr val="FF0000"/>
                </a:solidFill>
                <a:latin typeface="Cambria Math"/>
                <a:cs typeface="Cambria Math"/>
              </a:rPr>
              <a:t> </a:t>
            </a:r>
            <a:r>
              <a:rPr sz="2600" dirty="0">
                <a:latin typeface="Symbol"/>
                <a:cs typeface="Symbol"/>
              </a:rPr>
              <a:t></a:t>
            </a:r>
            <a:r>
              <a:rPr sz="2600" spc="-85" dirty="0">
                <a:latin typeface="Times New Roman"/>
                <a:cs typeface="Times New Roman"/>
              </a:rPr>
              <a:t> </a:t>
            </a:r>
            <a:r>
              <a:rPr sz="2600" spc="-5" dirty="0">
                <a:solidFill>
                  <a:srgbClr val="FF0000"/>
                </a:solidFill>
                <a:latin typeface="Cambria Math"/>
                <a:cs typeface="Cambria Math"/>
              </a:rPr>
              <a:t>𝑡</a:t>
            </a:r>
            <a:r>
              <a:rPr sz="3900" spc="-3179" baseline="6410" dirty="0">
                <a:solidFill>
                  <a:srgbClr val="FF0000"/>
                </a:solidFill>
                <a:latin typeface="Cambria Math"/>
                <a:cs typeface="Cambria Math"/>
              </a:rPr>
              <a:t>ҧ</a:t>
            </a:r>
            <a:r>
              <a:rPr sz="3900" baseline="6410" dirty="0">
                <a:solidFill>
                  <a:srgbClr val="FF0000"/>
                </a:solidFill>
                <a:latin typeface="Cambria Math"/>
                <a:cs typeface="Cambria Math"/>
              </a:rPr>
              <a:t>	</a:t>
            </a:r>
            <a:r>
              <a:rPr sz="2600" dirty="0">
                <a:latin typeface="Calibri"/>
                <a:cs typeface="Calibri"/>
              </a:rPr>
              <a:t>(Phần</a:t>
            </a:r>
            <a:r>
              <a:rPr sz="2600" spc="-35" dirty="0">
                <a:latin typeface="Calibri"/>
                <a:cs typeface="Calibri"/>
              </a:rPr>
              <a:t> </a:t>
            </a:r>
            <a:r>
              <a:rPr sz="2600" dirty="0">
                <a:latin typeface="Calibri"/>
                <a:cs typeface="Calibri"/>
              </a:rPr>
              <a:t>tử</a:t>
            </a:r>
            <a:r>
              <a:rPr sz="2600" spc="-5" dirty="0">
                <a:latin typeface="Calibri"/>
                <a:cs typeface="Calibri"/>
              </a:rPr>
              <a:t> </a:t>
            </a:r>
            <a:r>
              <a:rPr sz="2600" spc="-25" dirty="0">
                <a:latin typeface="Calibri"/>
                <a:cs typeface="Calibri"/>
              </a:rPr>
              <a:t>bù)</a:t>
            </a:r>
            <a:endParaRPr sz="2600">
              <a:latin typeface="Calibri"/>
              <a:cs typeface="Calibri"/>
            </a:endParaRPr>
          </a:p>
        </p:txBody>
      </p:sp>
      <p:sp>
        <p:nvSpPr>
          <p:cNvPr id="4" name="object 4"/>
          <p:cNvSpPr txBox="1"/>
          <p:nvPr/>
        </p:nvSpPr>
        <p:spPr>
          <a:xfrm>
            <a:off x="4982336" y="3912489"/>
            <a:ext cx="1573530" cy="422275"/>
          </a:xfrm>
          <a:prstGeom prst="rect">
            <a:avLst/>
          </a:prstGeom>
        </p:spPr>
        <p:txBody>
          <a:bodyPr vert="horz" wrap="square" lIns="0" tIns="12700" rIns="0" bIns="0" rtlCol="0">
            <a:spAutoFit/>
          </a:bodyPr>
          <a:lstStyle/>
          <a:p>
            <a:pPr marL="12700">
              <a:lnSpc>
                <a:spcPct val="100000"/>
              </a:lnSpc>
              <a:spcBef>
                <a:spcPts val="100"/>
              </a:spcBef>
            </a:pPr>
            <a:r>
              <a:rPr sz="2600" dirty="0">
                <a:latin typeface="Calibri"/>
                <a:cs typeface="Calibri"/>
              </a:rPr>
              <a:t>(Phân</a:t>
            </a:r>
            <a:r>
              <a:rPr sz="2600" spc="-45" dirty="0">
                <a:latin typeface="Calibri"/>
                <a:cs typeface="Calibri"/>
              </a:rPr>
              <a:t> </a:t>
            </a:r>
            <a:r>
              <a:rPr sz="2600" spc="-10" dirty="0">
                <a:latin typeface="Calibri"/>
                <a:cs typeface="Calibri"/>
              </a:rPr>
              <a:t>phối)</a:t>
            </a:r>
            <a:endParaRPr sz="2600">
              <a:latin typeface="Calibri"/>
              <a:cs typeface="Calibri"/>
            </a:endParaRPr>
          </a:p>
        </p:txBody>
      </p:sp>
      <p:sp>
        <p:nvSpPr>
          <p:cNvPr id="5" name="object 5"/>
          <p:cNvSpPr txBox="1"/>
          <p:nvPr/>
        </p:nvSpPr>
        <p:spPr>
          <a:xfrm>
            <a:off x="434340" y="3717149"/>
            <a:ext cx="7961630" cy="2503170"/>
          </a:xfrm>
          <a:prstGeom prst="rect">
            <a:avLst/>
          </a:prstGeom>
        </p:spPr>
        <p:txBody>
          <a:bodyPr vert="horz" wrap="square" lIns="0" tIns="68580" rIns="0" bIns="0" rtlCol="0">
            <a:spAutoFit/>
          </a:bodyPr>
          <a:lstStyle/>
          <a:p>
            <a:pPr marL="486409">
              <a:lnSpc>
                <a:spcPct val="100000"/>
              </a:lnSpc>
              <a:spcBef>
                <a:spcPts val="540"/>
              </a:spcBef>
            </a:pPr>
            <a:r>
              <a:rPr sz="2600" dirty="0">
                <a:latin typeface="Calibri"/>
                <a:cs typeface="Calibri"/>
              </a:rPr>
              <a:t>=</a:t>
            </a:r>
            <a:r>
              <a:rPr sz="2600" spc="-15" dirty="0">
                <a:latin typeface="Calibri"/>
                <a:cs typeface="Calibri"/>
              </a:rPr>
              <a:t> </a:t>
            </a:r>
            <a:r>
              <a:rPr sz="3700" b="1" spc="-455" dirty="0">
                <a:solidFill>
                  <a:srgbClr val="FF0000"/>
                </a:solidFill>
                <a:latin typeface="Calibri"/>
                <a:cs typeface="Calibri"/>
              </a:rPr>
              <a:t>(</a:t>
            </a:r>
            <a:r>
              <a:rPr sz="2600" spc="-455" dirty="0">
                <a:latin typeface="Calibri"/>
                <a:cs typeface="Calibri"/>
              </a:rPr>
              <a:t>(</a:t>
            </a:r>
            <a:r>
              <a:rPr sz="2600" spc="-455" dirty="0">
                <a:latin typeface="Cambria Math"/>
                <a:cs typeface="Cambria Math"/>
              </a:rPr>
              <a:t>𝑥𝑦ത𝑧ҧ</a:t>
            </a:r>
            <a:r>
              <a:rPr sz="2600" spc="-455" dirty="0">
                <a:latin typeface="Calibri"/>
                <a:cs typeface="Calibri"/>
              </a:rPr>
              <a:t>)</a:t>
            </a:r>
            <a:r>
              <a:rPr sz="2600" spc="-455" dirty="0">
                <a:solidFill>
                  <a:srgbClr val="FF0000"/>
                </a:solidFill>
                <a:latin typeface="Calibri"/>
                <a:cs typeface="Calibri"/>
              </a:rPr>
              <a:t>t</a:t>
            </a:r>
            <a:r>
              <a:rPr sz="3700" b="1" spc="-455" dirty="0">
                <a:solidFill>
                  <a:srgbClr val="FF0000"/>
                </a:solidFill>
                <a:latin typeface="Calibri"/>
                <a:cs typeface="Calibri"/>
              </a:rPr>
              <a:t>)</a:t>
            </a:r>
            <a:r>
              <a:rPr sz="3700" b="1" spc="-10" dirty="0">
                <a:solidFill>
                  <a:srgbClr val="FF0000"/>
                </a:solidFill>
                <a:latin typeface="Calibri"/>
                <a:cs typeface="Calibri"/>
              </a:rPr>
              <a:t> </a:t>
            </a:r>
            <a:r>
              <a:rPr sz="2600" dirty="0">
                <a:latin typeface="Symbol"/>
                <a:cs typeface="Symbol"/>
              </a:rPr>
              <a:t></a:t>
            </a:r>
            <a:r>
              <a:rPr sz="2600" spc="-75" dirty="0">
                <a:latin typeface="Times New Roman"/>
                <a:cs typeface="Times New Roman"/>
              </a:rPr>
              <a:t> </a:t>
            </a:r>
            <a:r>
              <a:rPr sz="3700" b="1" spc="-610" dirty="0">
                <a:solidFill>
                  <a:srgbClr val="FF0000"/>
                </a:solidFill>
                <a:latin typeface="Calibri"/>
                <a:cs typeface="Calibri"/>
              </a:rPr>
              <a:t>(</a:t>
            </a:r>
            <a:r>
              <a:rPr sz="2600" spc="-610" dirty="0">
                <a:latin typeface="Cambria Math"/>
                <a:cs typeface="Cambria Math"/>
              </a:rPr>
              <a:t>(𝑥𝑦ത𝑧ҧ)</a:t>
            </a:r>
            <a:r>
              <a:rPr sz="2600" spc="-610" dirty="0">
                <a:solidFill>
                  <a:srgbClr val="FF0000"/>
                </a:solidFill>
                <a:latin typeface="Cambria Math"/>
                <a:cs typeface="Cambria Math"/>
              </a:rPr>
              <a:t>𝑡</a:t>
            </a:r>
            <a:r>
              <a:rPr sz="3900" spc="-914" baseline="6410" dirty="0">
                <a:solidFill>
                  <a:srgbClr val="FF0000"/>
                </a:solidFill>
                <a:latin typeface="Cambria Math"/>
                <a:cs typeface="Cambria Math"/>
              </a:rPr>
              <a:t>ҧ</a:t>
            </a:r>
            <a:r>
              <a:rPr sz="3700" b="1" spc="-610" dirty="0">
                <a:solidFill>
                  <a:srgbClr val="FF0000"/>
                </a:solidFill>
                <a:latin typeface="Calibri"/>
                <a:cs typeface="Calibri"/>
              </a:rPr>
              <a:t>)</a:t>
            </a:r>
            <a:endParaRPr sz="3700">
              <a:latin typeface="Calibri"/>
              <a:cs typeface="Calibri"/>
            </a:endParaRPr>
          </a:p>
          <a:p>
            <a:pPr marL="38100">
              <a:lnSpc>
                <a:spcPct val="100000"/>
              </a:lnSpc>
              <a:spcBef>
                <a:spcPts val="445"/>
              </a:spcBef>
            </a:pPr>
            <a:r>
              <a:rPr sz="2600" dirty="0">
                <a:latin typeface="Calibri"/>
                <a:cs typeface="Calibri"/>
              </a:rPr>
              <a:t>=</a:t>
            </a:r>
            <a:r>
              <a:rPr sz="2600" spc="-10" dirty="0">
                <a:latin typeface="Calibri"/>
                <a:cs typeface="Calibri"/>
              </a:rPr>
              <a:t> </a:t>
            </a:r>
            <a:r>
              <a:rPr sz="3700" b="1" spc="-570" dirty="0">
                <a:solidFill>
                  <a:srgbClr val="FF0000"/>
                </a:solidFill>
                <a:latin typeface="Calibri"/>
                <a:cs typeface="Calibri"/>
              </a:rPr>
              <a:t>(</a:t>
            </a:r>
            <a:r>
              <a:rPr sz="2600" spc="-570" dirty="0">
                <a:latin typeface="Cambria Math"/>
                <a:cs typeface="Cambria Math"/>
              </a:rPr>
              <a:t>𝑥𝑦ത𝑧ҧ</a:t>
            </a:r>
            <a:r>
              <a:rPr sz="2600" spc="-570" dirty="0">
                <a:solidFill>
                  <a:srgbClr val="FF0000"/>
                </a:solidFill>
                <a:latin typeface="Calibri"/>
                <a:cs typeface="Calibri"/>
              </a:rPr>
              <a:t>t</a:t>
            </a:r>
            <a:r>
              <a:rPr sz="3700" b="1" spc="-570" dirty="0">
                <a:solidFill>
                  <a:srgbClr val="FF0000"/>
                </a:solidFill>
                <a:latin typeface="Calibri"/>
                <a:cs typeface="Calibri"/>
              </a:rPr>
              <a:t>)</a:t>
            </a:r>
            <a:r>
              <a:rPr sz="3700" b="1" dirty="0">
                <a:solidFill>
                  <a:srgbClr val="FF0000"/>
                </a:solidFill>
                <a:latin typeface="Calibri"/>
                <a:cs typeface="Calibri"/>
              </a:rPr>
              <a:t> </a:t>
            </a:r>
            <a:r>
              <a:rPr sz="2600" dirty="0">
                <a:latin typeface="Symbol"/>
                <a:cs typeface="Symbol"/>
              </a:rPr>
              <a:t></a:t>
            </a:r>
            <a:r>
              <a:rPr sz="2600" spc="-75" dirty="0">
                <a:latin typeface="Times New Roman"/>
                <a:cs typeface="Times New Roman"/>
              </a:rPr>
              <a:t> </a:t>
            </a:r>
            <a:r>
              <a:rPr sz="3700" b="1" spc="-740" dirty="0">
                <a:solidFill>
                  <a:srgbClr val="FF0000"/>
                </a:solidFill>
                <a:latin typeface="Calibri"/>
                <a:cs typeface="Calibri"/>
              </a:rPr>
              <a:t>(</a:t>
            </a:r>
            <a:r>
              <a:rPr sz="2600" spc="-740" dirty="0">
                <a:latin typeface="Cambria Math"/>
                <a:cs typeface="Cambria Math"/>
              </a:rPr>
              <a:t>𝑥𝑦ത𝑧ҧ</a:t>
            </a:r>
            <a:r>
              <a:rPr sz="2600" spc="-740" dirty="0">
                <a:solidFill>
                  <a:srgbClr val="FF0000"/>
                </a:solidFill>
                <a:latin typeface="Cambria Math"/>
                <a:cs typeface="Cambria Math"/>
              </a:rPr>
              <a:t>𝑡</a:t>
            </a:r>
            <a:r>
              <a:rPr sz="3900" spc="-1110" baseline="6410" dirty="0">
                <a:solidFill>
                  <a:srgbClr val="FF0000"/>
                </a:solidFill>
                <a:latin typeface="Cambria Math"/>
                <a:cs typeface="Cambria Math"/>
              </a:rPr>
              <a:t>ҧ</a:t>
            </a:r>
            <a:r>
              <a:rPr sz="3700" b="1" spc="-740" dirty="0">
                <a:solidFill>
                  <a:srgbClr val="FF0000"/>
                </a:solidFill>
                <a:latin typeface="Calibri"/>
                <a:cs typeface="Calibri"/>
              </a:rPr>
              <a:t>)</a:t>
            </a:r>
            <a:endParaRPr sz="3700">
              <a:latin typeface="Calibri"/>
              <a:cs typeface="Calibri"/>
            </a:endParaRPr>
          </a:p>
          <a:p>
            <a:pPr marL="38100" marR="30480" indent="448309">
              <a:lnSpc>
                <a:spcPct val="99600"/>
              </a:lnSpc>
              <a:spcBef>
                <a:spcPts val="420"/>
              </a:spcBef>
              <a:tabLst>
                <a:tab pos="800100" algn="l"/>
                <a:tab pos="4570730" algn="l"/>
              </a:tabLst>
            </a:pPr>
            <a:r>
              <a:rPr sz="2600" spc="-50" dirty="0">
                <a:latin typeface="Calibri"/>
                <a:cs typeface="Calibri"/>
              </a:rPr>
              <a:t>=</a:t>
            </a:r>
            <a:r>
              <a:rPr sz="2600" dirty="0">
                <a:latin typeface="Calibri"/>
                <a:cs typeface="Calibri"/>
              </a:rPr>
              <a:t>	</a:t>
            </a:r>
            <a:r>
              <a:rPr sz="2600" spc="-760" dirty="0">
                <a:latin typeface="Cambria Math"/>
                <a:cs typeface="Cambria Math"/>
              </a:rPr>
              <a:t>𝑥𝑦ത𝑧ҧ</a:t>
            </a:r>
            <a:r>
              <a:rPr sz="2600" spc="-760" dirty="0">
                <a:solidFill>
                  <a:srgbClr val="FF0000"/>
                </a:solidFill>
                <a:latin typeface="Calibri"/>
                <a:cs typeface="Calibri"/>
              </a:rPr>
              <a:t>t</a:t>
            </a:r>
            <a:r>
              <a:rPr sz="2600" spc="5" dirty="0">
                <a:solidFill>
                  <a:srgbClr val="FF0000"/>
                </a:solidFill>
                <a:latin typeface="Calibri"/>
                <a:cs typeface="Calibri"/>
              </a:rPr>
              <a:t> </a:t>
            </a:r>
            <a:r>
              <a:rPr sz="2600" dirty="0">
                <a:latin typeface="Symbol"/>
                <a:cs typeface="Symbol"/>
              </a:rPr>
              <a:t></a:t>
            </a:r>
            <a:r>
              <a:rPr sz="2600" spc="-70" dirty="0">
                <a:latin typeface="Times New Roman"/>
                <a:cs typeface="Times New Roman"/>
              </a:rPr>
              <a:t> </a:t>
            </a:r>
            <a:r>
              <a:rPr sz="2600" spc="-950" dirty="0">
                <a:latin typeface="Cambria Math"/>
                <a:cs typeface="Cambria Math"/>
              </a:rPr>
              <a:t>𝑥𝑦ത𝑧ҧ</a:t>
            </a:r>
            <a:r>
              <a:rPr sz="2600" spc="-950" dirty="0">
                <a:solidFill>
                  <a:srgbClr val="FF0000"/>
                </a:solidFill>
                <a:latin typeface="Cambria Math"/>
                <a:cs typeface="Cambria Math"/>
              </a:rPr>
              <a:t>𝑡</a:t>
            </a:r>
            <a:r>
              <a:rPr sz="3900" spc="-1425" baseline="6410" dirty="0">
                <a:solidFill>
                  <a:srgbClr val="FF0000"/>
                </a:solidFill>
                <a:latin typeface="Cambria Math"/>
                <a:cs typeface="Cambria Math"/>
              </a:rPr>
              <a:t>ҧ</a:t>
            </a:r>
            <a:r>
              <a:rPr sz="3900" baseline="6410" dirty="0">
                <a:solidFill>
                  <a:srgbClr val="FF0000"/>
                </a:solidFill>
                <a:latin typeface="Cambria Math"/>
                <a:cs typeface="Cambria Math"/>
              </a:rPr>
              <a:t>	</a:t>
            </a:r>
            <a:r>
              <a:rPr sz="2600" dirty="0">
                <a:latin typeface="Calibri"/>
                <a:cs typeface="Calibri"/>
              </a:rPr>
              <a:t>(Viết</a:t>
            </a:r>
            <a:r>
              <a:rPr sz="2600" spc="-35" dirty="0">
                <a:latin typeface="Calibri"/>
                <a:cs typeface="Calibri"/>
              </a:rPr>
              <a:t> </a:t>
            </a:r>
            <a:r>
              <a:rPr sz="2600" dirty="0">
                <a:latin typeface="Calibri"/>
                <a:cs typeface="Calibri"/>
              </a:rPr>
              <a:t>theo</a:t>
            </a:r>
            <a:r>
              <a:rPr sz="2600" spc="-15" dirty="0">
                <a:latin typeface="Calibri"/>
                <a:cs typeface="Calibri"/>
              </a:rPr>
              <a:t> </a:t>
            </a:r>
            <a:r>
              <a:rPr sz="2600" dirty="0">
                <a:latin typeface="Calibri"/>
                <a:cs typeface="Calibri"/>
              </a:rPr>
              <a:t>qui</a:t>
            </a:r>
            <a:r>
              <a:rPr sz="2600" spc="-20" dirty="0">
                <a:latin typeface="Calibri"/>
                <a:cs typeface="Calibri"/>
              </a:rPr>
              <a:t> ước)</a:t>
            </a:r>
            <a:r>
              <a:rPr sz="2600" spc="650" dirty="0">
                <a:latin typeface="Calibri"/>
                <a:cs typeface="Calibri"/>
              </a:rPr>
              <a:t> </a:t>
            </a:r>
            <a:r>
              <a:rPr sz="2600" b="1" dirty="0">
                <a:latin typeface="Calibri"/>
                <a:cs typeface="Calibri"/>
              </a:rPr>
              <a:t>Bước</a:t>
            </a:r>
            <a:r>
              <a:rPr sz="2600" b="1" spc="-35" dirty="0">
                <a:latin typeface="Calibri"/>
                <a:cs typeface="Calibri"/>
              </a:rPr>
              <a:t> </a:t>
            </a:r>
            <a:r>
              <a:rPr sz="2600" b="1" dirty="0">
                <a:latin typeface="Calibri"/>
                <a:cs typeface="Calibri"/>
              </a:rPr>
              <a:t>2</a:t>
            </a:r>
            <a:r>
              <a:rPr sz="2600" b="1" spc="-40" dirty="0">
                <a:latin typeface="Calibri"/>
                <a:cs typeface="Calibri"/>
              </a:rPr>
              <a:t> </a:t>
            </a:r>
            <a:r>
              <a:rPr sz="2600" b="1" dirty="0">
                <a:latin typeface="Calibri"/>
                <a:cs typeface="Calibri"/>
              </a:rPr>
              <a:t>:</a:t>
            </a:r>
            <a:r>
              <a:rPr sz="2600" b="1" spc="-30" dirty="0">
                <a:latin typeface="Calibri"/>
                <a:cs typeface="Calibri"/>
              </a:rPr>
              <a:t> </a:t>
            </a:r>
            <a:r>
              <a:rPr sz="2600" spc="-100" dirty="0">
                <a:latin typeface="Calibri"/>
                <a:cs typeface="Calibri"/>
              </a:rPr>
              <a:t>Tô</a:t>
            </a:r>
            <a:r>
              <a:rPr sz="2600" spc="-35" dirty="0">
                <a:latin typeface="Calibri"/>
                <a:cs typeface="Calibri"/>
              </a:rPr>
              <a:t> </a:t>
            </a:r>
            <a:r>
              <a:rPr sz="2600" dirty="0">
                <a:latin typeface="Calibri"/>
                <a:cs typeface="Calibri"/>
              </a:rPr>
              <a:t>những</a:t>
            </a:r>
            <a:r>
              <a:rPr sz="2600" spc="-50" dirty="0">
                <a:latin typeface="Calibri"/>
                <a:cs typeface="Calibri"/>
              </a:rPr>
              <a:t> </a:t>
            </a:r>
            <a:r>
              <a:rPr sz="2600" dirty="0">
                <a:latin typeface="Calibri"/>
                <a:cs typeface="Calibri"/>
              </a:rPr>
              <a:t>ô</a:t>
            </a:r>
            <a:r>
              <a:rPr sz="2600" spc="-30" dirty="0">
                <a:latin typeface="Calibri"/>
                <a:cs typeface="Calibri"/>
              </a:rPr>
              <a:t> </a:t>
            </a:r>
            <a:r>
              <a:rPr sz="2600" dirty="0">
                <a:latin typeface="Calibri"/>
                <a:cs typeface="Calibri"/>
              </a:rPr>
              <a:t>có</a:t>
            </a:r>
            <a:r>
              <a:rPr sz="2600" spc="-35" dirty="0">
                <a:latin typeface="Calibri"/>
                <a:cs typeface="Calibri"/>
              </a:rPr>
              <a:t> </a:t>
            </a:r>
            <a:r>
              <a:rPr sz="2600" dirty="0">
                <a:latin typeface="Calibri"/>
                <a:cs typeface="Calibri"/>
              </a:rPr>
              <a:t>tọa</a:t>
            </a:r>
            <a:r>
              <a:rPr sz="2600" spc="-25" dirty="0">
                <a:latin typeface="Calibri"/>
                <a:cs typeface="Calibri"/>
              </a:rPr>
              <a:t> </a:t>
            </a:r>
            <a:r>
              <a:rPr sz="2600" dirty="0">
                <a:latin typeface="Calibri"/>
                <a:cs typeface="Calibri"/>
              </a:rPr>
              <a:t>độ</a:t>
            </a:r>
            <a:r>
              <a:rPr sz="2600" spc="-30" dirty="0">
                <a:latin typeface="Calibri"/>
                <a:cs typeface="Calibri"/>
              </a:rPr>
              <a:t> </a:t>
            </a:r>
            <a:r>
              <a:rPr sz="2600" dirty="0">
                <a:latin typeface="Calibri"/>
                <a:cs typeface="Calibri"/>
              </a:rPr>
              <a:t>là</a:t>
            </a:r>
            <a:r>
              <a:rPr sz="2600" spc="-30" dirty="0">
                <a:latin typeface="Calibri"/>
                <a:cs typeface="Calibri"/>
              </a:rPr>
              <a:t> </a:t>
            </a:r>
            <a:r>
              <a:rPr sz="2600" dirty="0">
                <a:latin typeface="Calibri"/>
                <a:cs typeface="Calibri"/>
              </a:rPr>
              <a:t>các</a:t>
            </a:r>
            <a:r>
              <a:rPr sz="2600" spc="-35" dirty="0">
                <a:latin typeface="Calibri"/>
                <a:cs typeface="Calibri"/>
              </a:rPr>
              <a:t> </a:t>
            </a:r>
            <a:r>
              <a:rPr sz="2600" dirty="0">
                <a:latin typeface="Calibri"/>
                <a:cs typeface="Calibri"/>
              </a:rPr>
              <a:t>từ</a:t>
            </a:r>
            <a:r>
              <a:rPr sz="2600" spc="-25" dirty="0">
                <a:latin typeface="Calibri"/>
                <a:cs typeface="Calibri"/>
              </a:rPr>
              <a:t> </a:t>
            </a:r>
            <a:r>
              <a:rPr sz="2600" dirty="0">
                <a:latin typeface="Calibri"/>
                <a:cs typeface="Calibri"/>
              </a:rPr>
              <a:t>tối</a:t>
            </a:r>
            <a:r>
              <a:rPr sz="2600" spc="-25" dirty="0">
                <a:latin typeface="Calibri"/>
                <a:cs typeface="Calibri"/>
              </a:rPr>
              <a:t> </a:t>
            </a:r>
            <a:r>
              <a:rPr sz="2600" dirty="0">
                <a:latin typeface="Calibri"/>
                <a:cs typeface="Calibri"/>
              </a:rPr>
              <a:t>tiếu</a:t>
            </a:r>
            <a:r>
              <a:rPr sz="2600" spc="-50" dirty="0">
                <a:latin typeface="Calibri"/>
                <a:cs typeface="Calibri"/>
              </a:rPr>
              <a:t> </a:t>
            </a:r>
            <a:r>
              <a:rPr sz="2600" dirty="0">
                <a:latin typeface="Calibri"/>
                <a:cs typeface="Calibri"/>
              </a:rPr>
              <a:t>trong</a:t>
            </a:r>
            <a:r>
              <a:rPr sz="2600" spc="-25" dirty="0">
                <a:latin typeface="Calibri"/>
                <a:cs typeface="Calibri"/>
              </a:rPr>
              <a:t> </a:t>
            </a:r>
            <a:r>
              <a:rPr sz="2600" spc="-20" dirty="0">
                <a:latin typeface="Calibri"/>
                <a:cs typeface="Calibri"/>
              </a:rPr>
              <a:t>Bước </a:t>
            </a:r>
            <a:r>
              <a:rPr sz="2600" spc="-25" dirty="0">
                <a:latin typeface="Calibri"/>
                <a:cs typeface="Calibri"/>
              </a:rPr>
              <a:t>1.</a:t>
            </a:r>
            <a:endParaRPr sz="2600">
              <a:latin typeface="Calibri"/>
              <a:cs typeface="Calibri"/>
            </a:endParaRPr>
          </a:p>
        </p:txBody>
      </p:sp>
    </p:spTree>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21640" y="232308"/>
            <a:ext cx="7759700" cy="3522345"/>
          </a:xfrm>
          <a:prstGeom prst="rect">
            <a:avLst/>
          </a:prstGeom>
        </p:spPr>
        <p:txBody>
          <a:bodyPr vert="horz" wrap="square" lIns="0" tIns="96520" rIns="0" bIns="0" rtlCol="0">
            <a:spAutoFit/>
          </a:bodyPr>
          <a:lstStyle/>
          <a:p>
            <a:pPr marL="50800">
              <a:lnSpc>
                <a:spcPct val="100000"/>
              </a:lnSpc>
              <a:spcBef>
                <a:spcPts val="760"/>
              </a:spcBef>
              <a:tabLst>
                <a:tab pos="4402455" algn="l"/>
              </a:tabLst>
            </a:pPr>
            <a:r>
              <a:rPr sz="2800" b="1" dirty="0">
                <a:latin typeface="Calibri"/>
                <a:cs typeface="Calibri"/>
              </a:rPr>
              <a:t>Ví</a:t>
            </a:r>
            <a:r>
              <a:rPr sz="2800" b="1" spc="-30" dirty="0">
                <a:latin typeface="Calibri"/>
                <a:cs typeface="Calibri"/>
              </a:rPr>
              <a:t> </a:t>
            </a:r>
            <a:r>
              <a:rPr sz="2800" b="1" dirty="0">
                <a:latin typeface="Calibri"/>
                <a:cs typeface="Calibri"/>
              </a:rPr>
              <a:t>dụ</a:t>
            </a:r>
            <a:r>
              <a:rPr sz="2800" b="1" spc="-25" dirty="0">
                <a:latin typeface="Calibri"/>
                <a:cs typeface="Calibri"/>
              </a:rPr>
              <a:t> </a:t>
            </a:r>
            <a:r>
              <a:rPr sz="2800" b="1" dirty="0">
                <a:latin typeface="Calibri"/>
                <a:cs typeface="Calibri"/>
              </a:rPr>
              <a:t>1:</a:t>
            </a:r>
            <a:r>
              <a:rPr sz="2800" b="1" spc="-15" dirty="0">
                <a:latin typeface="Calibri"/>
                <a:cs typeface="Calibri"/>
              </a:rPr>
              <a:t> </a:t>
            </a:r>
            <a:r>
              <a:rPr sz="2800" dirty="0">
                <a:latin typeface="Calibri"/>
                <a:cs typeface="Calibri"/>
              </a:rPr>
              <a:t>Cho</a:t>
            </a:r>
            <a:r>
              <a:rPr sz="2800" spc="-20" dirty="0">
                <a:latin typeface="Calibri"/>
                <a:cs typeface="Calibri"/>
              </a:rPr>
              <a:t> </a:t>
            </a:r>
            <a:r>
              <a:rPr sz="2800" dirty="0">
                <a:latin typeface="Calibri"/>
                <a:cs typeface="Calibri"/>
              </a:rPr>
              <a:t>hàm</a:t>
            </a:r>
            <a:r>
              <a:rPr sz="2800" spc="-20" dirty="0">
                <a:latin typeface="Calibri"/>
                <a:cs typeface="Calibri"/>
              </a:rPr>
              <a:t> </a:t>
            </a:r>
            <a:r>
              <a:rPr sz="2800" dirty="0">
                <a:latin typeface="Calibri"/>
                <a:cs typeface="Calibri"/>
              </a:rPr>
              <a:t>Bool</a:t>
            </a:r>
            <a:r>
              <a:rPr sz="2800" spc="-20" dirty="0">
                <a:latin typeface="Calibri"/>
                <a:cs typeface="Calibri"/>
              </a:rPr>
              <a:t> </a:t>
            </a:r>
            <a:r>
              <a:rPr sz="2800" dirty="0">
                <a:latin typeface="Calibri"/>
                <a:cs typeface="Calibri"/>
              </a:rPr>
              <a:t>4</a:t>
            </a:r>
            <a:r>
              <a:rPr sz="2800" spc="-30" dirty="0">
                <a:latin typeface="Calibri"/>
                <a:cs typeface="Calibri"/>
              </a:rPr>
              <a:t> </a:t>
            </a:r>
            <a:r>
              <a:rPr sz="2800" spc="-20" dirty="0">
                <a:latin typeface="Calibri"/>
                <a:cs typeface="Calibri"/>
              </a:rPr>
              <a:t>biến</a:t>
            </a:r>
            <a:r>
              <a:rPr sz="2800" dirty="0">
                <a:latin typeface="Calibri"/>
                <a:cs typeface="Calibri"/>
              </a:rPr>
              <a:t>	f</a:t>
            </a:r>
            <a:r>
              <a:rPr sz="2800" spc="-15" dirty="0">
                <a:latin typeface="Calibri"/>
                <a:cs typeface="Calibri"/>
              </a:rPr>
              <a:t> </a:t>
            </a:r>
            <a:r>
              <a:rPr sz="2800" dirty="0">
                <a:latin typeface="Calibri"/>
                <a:cs typeface="Calibri"/>
              </a:rPr>
              <a:t>=</a:t>
            </a:r>
            <a:r>
              <a:rPr sz="2800" spc="25" dirty="0">
                <a:latin typeface="Calibri"/>
                <a:cs typeface="Calibri"/>
              </a:rPr>
              <a:t> </a:t>
            </a:r>
            <a:r>
              <a:rPr sz="2800" spc="-700" dirty="0">
                <a:latin typeface="Cambria Math"/>
                <a:cs typeface="Cambria Math"/>
              </a:rPr>
              <a:t>𝑥𝑦ത𝑧</a:t>
            </a:r>
            <a:endParaRPr sz="2800">
              <a:latin typeface="Cambria Math"/>
              <a:cs typeface="Cambria Math"/>
            </a:endParaRPr>
          </a:p>
          <a:p>
            <a:pPr marL="50800">
              <a:lnSpc>
                <a:spcPct val="100000"/>
              </a:lnSpc>
              <a:spcBef>
                <a:spcPts val="660"/>
              </a:spcBef>
            </a:pPr>
            <a:r>
              <a:rPr sz="2800" dirty="0">
                <a:latin typeface="Calibri"/>
                <a:cs typeface="Calibri"/>
              </a:rPr>
              <a:t>b</a:t>
            </a:r>
            <a:r>
              <a:rPr sz="2800" spc="-70" dirty="0">
                <a:latin typeface="Calibri"/>
                <a:cs typeface="Calibri"/>
              </a:rPr>
              <a:t> </a:t>
            </a:r>
            <a:r>
              <a:rPr sz="2800" dirty="0">
                <a:latin typeface="Calibri"/>
                <a:cs typeface="Calibri"/>
              </a:rPr>
              <a:t>)</a:t>
            </a:r>
            <a:r>
              <a:rPr sz="2800" spc="-70" dirty="0">
                <a:latin typeface="Calibri"/>
                <a:cs typeface="Calibri"/>
              </a:rPr>
              <a:t> </a:t>
            </a:r>
            <a:r>
              <a:rPr sz="2800" spc="-10" dirty="0">
                <a:latin typeface="Calibri"/>
                <a:cs typeface="Calibri"/>
              </a:rPr>
              <a:t>Vẽ</a:t>
            </a:r>
            <a:r>
              <a:rPr sz="2800" spc="-70" dirty="0">
                <a:latin typeface="Calibri"/>
                <a:cs typeface="Calibri"/>
              </a:rPr>
              <a:t> </a:t>
            </a:r>
            <a:r>
              <a:rPr sz="2800" dirty="0">
                <a:latin typeface="Calibri"/>
                <a:cs typeface="Calibri"/>
              </a:rPr>
              <a:t>biểu</a:t>
            </a:r>
            <a:r>
              <a:rPr sz="2800" spc="-60" dirty="0">
                <a:latin typeface="Calibri"/>
                <a:cs typeface="Calibri"/>
              </a:rPr>
              <a:t> </a:t>
            </a:r>
            <a:r>
              <a:rPr sz="2800" dirty="0">
                <a:latin typeface="Calibri"/>
                <a:cs typeface="Calibri"/>
              </a:rPr>
              <a:t>đồ</a:t>
            </a:r>
            <a:r>
              <a:rPr sz="2800" spc="-65" dirty="0">
                <a:latin typeface="Calibri"/>
                <a:cs typeface="Calibri"/>
              </a:rPr>
              <a:t> </a:t>
            </a:r>
            <a:r>
              <a:rPr sz="2800" dirty="0">
                <a:latin typeface="Calibri"/>
                <a:cs typeface="Calibri"/>
              </a:rPr>
              <a:t>Karnaugh</a:t>
            </a:r>
            <a:r>
              <a:rPr sz="2800" spc="-50" dirty="0">
                <a:latin typeface="Calibri"/>
                <a:cs typeface="Calibri"/>
              </a:rPr>
              <a:t> </a:t>
            </a:r>
            <a:r>
              <a:rPr sz="2800" dirty="0">
                <a:latin typeface="Calibri"/>
                <a:cs typeface="Calibri"/>
              </a:rPr>
              <a:t>cho</a:t>
            </a:r>
            <a:r>
              <a:rPr sz="2800" spc="-60" dirty="0">
                <a:latin typeface="Calibri"/>
                <a:cs typeface="Calibri"/>
              </a:rPr>
              <a:t> </a:t>
            </a:r>
            <a:r>
              <a:rPr sz="2800" spc="-25" dirty="0">
                <a:latin typeface="Calibri"/>
                <a:cs typeface="Calibri"/>
              </a:rPr>
              <a:t>f.</a:t>
            </a:r>
            <a:endParaRPr sz="2800">
              <a:latin typeface="Calibri"/>
              <a:cs typeface="Calibri"/>
            </a:endParaRPr>
          </a:p>
          <a:p>
            <a:pPr marL="50800">
              <a:lnSpc>
                <a:spcPct val="100000"/>
              </a:lnSpc>
              <a:spcBef>
                <a:spcPts val="670"/>
              </a:spcBef>
            </a:pPr>
            <a:r>
              <a:rPr sz="2800" b="1" dirty="0">
                <a:latin typeface="Calibri"/>
                <a:cs typeface="Calibri"/>
              </a:rPr>
              <a:t>Giải</a:t>
            </a:r>
            <a:r>
              <a:rPr sz="2800" b="1" spc="-45" dirty="0">
                <a:latin typeface="Calibri"/>
                <a:cs typeface="Calibri"/>
              </a:rPr>
              <a:t> </a:t>
            </a:r>
            <a:r>
              <a:rPr sz="2800" b="1" spc="-25" dirty="0">
                <a:latin typeface="Calibri"/>
                <a:cs typeface="Calibri"/>
              </a:rPr>
              <a:t>b):</a:t>
            </a:r>
            <a:endParaRPr sz="2800">
              <a:latin typeface="Calibri"/>
              <a:cs typeface="Calibri"/>
            </a:endParaRPr>
          </a:p>
          <a:p>
            <a:pPr marL="50800">
              <a:lnSpc>
                <a:spcPct val="100000"/>
              </a:lnSpc>
              <a:spcBef>
                <a:spcPts val="675"/>
              </a:spcBef>
            </a:pPr>
            <a:r>
              <a:rPr sz="2800" b="1" dirty="0">
                <a:latin typeface="Calibri"/>
                <a:cs typeface="Calibri"/>
              </a:rPr>
              <a:t>Bước</a:t>
            </a:r>
            <a:r>
              <a:rPr sz="2800" b="1" spc="-35" dirty="0">
                <a:latin typeface="Calibri"/>
                <a:cs typeface="Calibri"/>
              </a:rPr>
              <a:t> </a:t>
            </a:r>
            <a:r>
              <a:rPr sz="2800" b="1" dirty="0">
                <a:latin typeface="Calibri"/>
                <a:cs typeface="Calibri"/>
              </a:rPr>
              <a:t>1:</a:t>
            </a:r>
            <a:r>
              <a:rPr sz="2800" b="1" spc="-20" dirty="0">
                <a:latin typeface="Calibri"/>
                <a:cs typeface="Calibri"/>
              </a:rPr>
              <a:t> </a:t>
            </a:r>
            <a:r>
              <a:rPr sz="2800" dirty="0">
                <a:latin typeface="Calibri"/>
                <a:cs typeface="Calibri"/>
              </a:rPr>
              <a:t>Viết</a:t>
            </a:r>
            <a:r>
              <a:rPr sz="2800" spc="-55" dirty="0">
                <a:latin typeface="Calibri"/>
                <a:cs typeface="Calibri"/>
              </a:rPr>
              <a:t> </a:t>
            </a:r>
            <a:r>
              <a:rPr sz="2800" dirty="0">
                <a:latin typeface="Calibri"/>
                <a:cs typeface="Calibri"/>
              </a:rPr>
              <a:t>f</a:t>
            </a:r>
            <a:r>
              <a:rPr sz="2800" spc="-50" dirty="0">
                <a:latin typeface="Calibri"/>
                <a:cs typeface="Calibri"/>
              </a:rPr>
              <a:t> </a:t>
            </a:r>
            <a:r>
              <a:rPr sz="2800" dirty="0">
                <a:latin typeface="Calibri"/>
                <a:cs typeface="Calibri"/>
              </a:rPr>
              <a:t>dưới</a:t>
            </a:r>
            <a:r>
              <a:rPr sz="2800" spc="-35" dirty="0">
                <a:latin typeface="Calibri"/>
                <a:cs typeface="Calibri"/>
              </a:rPr>
              <a:t> </a:t>
            </a:r>
            <a:r>
              <a:rPr sz="2800" dirty="0">
                <a:latin typeface="Calibri"/>
                <a:cs typeface="Calibri"/>
              </a:rPr>
              <a:t>dạng</a:t>
            </a:r>
            <a:r>
              <a:rPr sz="2800" spc="-40" dirty="0">
                <a:latin typeface="Calibri"/>
                <a:cs typeface="Calibri"/>
              </a:rPr>
              <a:t> </a:t>
            </a:r>
            <a:r>
              <a:rPr sz="2800" dirty="0">
                <a:latin typeface="Calibri"/>
                <a:cs typeface="Calibri"/>
              </a:rPr>
              <a:t>nối</a:t>
            </a:r>
            <a:r>
              <a:rPr sz="2800" spc="-45" dirty="0">
                <a:latin typeface="Calibri"/>
                <a:cs typeface="Calibri"/>
              </a:rPr>
              <a:t> </a:t>
            </a:r>
            <a:r>
              <a:rPr sz="2800" dirty="0">
                <a:latin typeface="Calibri"/>
                <a:cs typeface="Calibri"/>
              </a:rPr>
              <a:t>rời</a:t>
            </a:r>
            <a:r>
              <a:rPr sz="2800" spc="-40" dirty="0">
                <a:latin typeface="Calibri"/>
                <a:cs typeface="Calibri"/>
              </a:rPr>
              <a:t> </a:t>
            </a:r>
            <a:r>
              <a:rPr sz="2800" dirty="0">
                <a:latin typeface="Calibri"/>
                <a:cs typeface="Calibri"/>
              </a:rPr>
              <a:t>chính</a:t>
            </a:r>
            <a:r>
              <a:rPr sz="2800" spc="-25" dirty="0">
                <a:latin typeface="Calibri"/>
                <a:cs typeface="Calibri"/>
              </a:rPr>
              <a:t> </a:t>
            </a:r>
            <a:r>
              <a:rPr sz="2800" spc="-20" dirty="0">
                <a:latin typeface="Calibri"/>
                <a:cs typeface="Calibri"/>
              </a:rPr>
              <a:t>tắc.</a:t>
            </a:r>
            <a:endParaRPr sz="2800">
              <a:latin typeface="Calibri"/>
              <a:cs typeface="Calibri"/>
            </a:endParaRPr>
          </a:p>
          <a:p>
            <a:pPr marL="50800" marR="43180" indent="241935" algn="just">
              <a:lnSpc>
                <a:spcPct val="109500"/>
              </a:lnSpc>
              <a:spcBef>
                <a:spcPts val="390"/>
              </a:spcBef>
              <a:tabLst>
                <a:tab pos="4978400" algn="l"/>
              </a:tabLst>
            </a:pPr>
            <a:r>
              <a:rPr sz="2800" dirty="0">
                <a:latin typeface="Calibri"/>
                <a:cs typeface="Calibri"/>
              </a:rPr>
              <a:t>f</a:t>
            </a:r>
            <a:r>
              <a:rPr sz="2800" spc="625" dirty="0">
                <a:latin typeface="Calibri"/>
                <a:cs typeface="Calibri"/>
              </a:rPr>
              <a:t> </a:t>
            </a:r>
            <a:r>
              <a:rPr sz="2800" dirty="0">
                <a:latin typeface="Calibri"/>
                <a:cs typeface="Calibri"/>
              </a:rPr>
              <a:t>=</a:t>
            </a:r>
            <a:r>
              <a:rPr sz="2800" spc="640" dirty="0">
                <a:latin typeface="Calibri"/>
                <a:cs typeface="Calibri"/>
              </a:rPr>
              <a:t> </a:t>
            </a:r>
            <a:r>
              <a:rPr sz="2800" spc="-815" dirty="0">
                <a:latin typeface="Cambria Math"/>
                <a:cs typeface="Cambria Math"/>
              </a:rPr>
              <a:t>𝑥𝑦ത𝑧ҧ</a:t>
            </a:r>
            <a:r>
              <a:rPr sz="2800" spc="-815" dirty="0">
                <a:solidFill>
                  <a:srgbClr val="FF0000"/>
                </a:solidFill>
                <a:latin typeface="Calibri"/>
                <a:cs typeface="Calibri"/>
              </a:rPr>
              <a:t>t</a:t>
            </a:r>
            <a:r>
              <a:rPr sz="2800" spc="10" dirty="0">
                <a:solidFill>
                  <a:srgbClr val="FF0000"/>
                </a:solidFill>
                <a:latin typeface="Calibri"/>
                <a:cs typeface="Calibri"/>
              </a:rPr>
              <a:t> </a:t>
            </a:r>
            <a:r>
              <a:rPr sz="2800" dirty="0">
                <a:latin typeface="Symbol"/>
                <a:cs typeface="Symbol"/>
              </a:rPr>
              <a:t></a:t>
            </a:r>
            <a:r>
              <a:rPr sz="2800" spc="-80" dirty="0">
                <a:latin typeface="Times New Roman"/>
                <a:cs typeface="Times New Roman"/>
              </a:rPr>
              <a:t> </a:t>
            </a:r>
            <a:r>
              <a:rPr sz="2800" spc="-1019" dirty="0">
                <a:latin typeface="Cambria Math"/>
                <a:cs typeface="Cambria Math"/>
              </a:rPr>
              <a:t>𝑥𝑦ത𝑧ҧ</a:t>
            </a:r>
            <a:r>
              <a:rPr sz="2800" spc="-1019" dirty="0">
                <a:solidFill>
                  <a:srgbClr val="FF0000"/>
                </a:solidFill>
                <a:latin typeface="Cambria Math"/>
                <a:cs typeface="Cambria Math"/>
              </a:rPr>
              <a:t>𝑡</a:t>
            </a:r>
            <a:r>
              <a:rPr sz="4200" spc="-1530" baseline="5952" dirty="0">
                <a:solidFill>
                  <a:srgbClr val="FF0000"/>
                </a:solidFill>
                <a:latin typeface="Cambria Math"/>
                <a:cs typeface="Cambria Math"/>
              </a:rPr>
              <a:t>ҧ</a:t>
            </a:r>
            <a:r>
              <a:rPr sz="4200" baseline="5952" dirty="0">
                <a:solidFill>
                  <a:srgbClr val="FF0000"/>
                </a:solidFill>
                <a:latin typeface="Cambria Math"/>
                <a:cs typeface="Cambria Math"/>
              </a:rPr>
              <a:t>	</a:t>
            </a:r>
            <a:r>
              <a:rPr sz="2800" dirty="0">
                <a:latin typeface="Calibri"/>
                <a:cs typeface="Calibri"/>
              </a:rPr>
              <a:t>(Viết</a:t>
            </a:r>
            <a:r>
              <a:rPr sz="2800" spc="-50" dirty="0">
                <a:latin typeface="Calibri"/>
                <a:cs typeface="Calibri"/>
              </a:rPr>
              <a:t> </a:t>
            </a:r>
            <a:r>
              <a:rPr sz="2800" dirty="0">
                <a:latin typeface="Calibri"/>
                <a:cs typeface="Calibri"/>
              </a:rPr>
              <a:t>theo</a:t>
            </a:r>
            <a:r>
              <a:rPr sz="2800" spc="-50" dirty="0">
                <a:latin typeface="Calibri"/>
                <a:cs typeface="Calibri"/>
              </a:rPr>
              <a:t> </a:t>
            </a:r>
            <a:r>
              <a:rPr sz="2800" dirty="0">
                <a:latin typeface="Calibri"/>
                <a:cs typeface="Calibri"/>
              </a:rPr>
              <a:t>qui</a:t>
            </a:r>
            <a:r>
              <a:rPr sz="2800" spc="-20" dirty="0">
                <a:latin typeface="Calibri"/>
                <a:cs typeface="Calibri"/>
              </a:rPr>
              <a:t> ước) </a:t>
            </a:r>
            <a:r>
              <a:rPr sz="2800" b="1" dirty="0">
                <a:latin typeface="Calibri"/>
                <a:cs typeface="Calibri"/>
              </a:rPr>
              <a:t>Bước</a:t>
            </a:r>
            <a:r>
              <a:rPr sz="2800" b="1" spc="-20" dirty="0">
                <a:latin typeface="Calibri"/>
                <a:cs typeface="Calibri"/>
              </a:rPr>
              <a:t> </a:t>
            </a:r>
            <a:r>
              <a:rPr sz="2800" b="1" dirty="0">
                <a:latin typeface="Calibri"/>
                <a:cs typeface="Calibri"/>
              </a:rPr>
              <a:t>2</a:t>
            </a:r>
            <a:r>
              <a:rPr sz="2800" b="1" spc="-25" dirty="0">
                <a:latin typeface="Calibri"/>
                <a:cs typeface="Calibri"/>
              </a:rPr>
              <a:t> </a:t>
            </a:r>
            <a:r>
              <a:rPr sz="2800" b="1" dirty="0">
                <a:latin typeface="Calibri"/>
                <a:cs typeface="Calibri"/>
              </a:rPr>
              <a:t>:</a:t>
            </a:r>
            <a:r>
              <a:rPr sz="2800" b="1" spc="-15" dirty="0">
                <a:latin typeface="Calibri"/>
                <a:cs typeface="Calibri"/>
              </a:rPr>
              <a:t> </a:t>
            </a:r>
            <a:r>
              <a:rPr sz="2800" spc="-114" dirty="0">
                <a:latin typeface="Calibri"/>
                <a:cs typeface="Calibri"/>
              </a:rPr>
              <a:t>Tô</a:t>
            </a:r>
            <a:r>
              <a:rPr sz="2800" spc="-40" dirty="0">
                <a:latin typeface="Calibri"/>
                <a:cs typeface="Calibri"/>
              </a:rPr>
              <a:t> </a:t>
            </a:r>
            <a:r>
              <a:rPr sz="2800" dirty="0">
                <a:latin typeface="Calibri"/>
                <a:cs typeface="Calibri"/>
              </a:rPr>
              <a:t>những ô</a:t>
            </a:r>
            <a:r>
              <a:rPr sz="2800" spc="-40" dirty="0">
                <a:latin typeface="Calibri"/>
                <a:cs typeface="Calibri"/>
              </a:rPr>
              <a:t> </a:t>
            </a:r>
            <a:r>
              <a:rPr sz="2800" dirty="0">
                <a:latin typeface="Calibri"/>
                <a:cs typeface="Calibri"/>
              </a:rPr>
              <a:t>có</a:t>
            </a:r>
            <a:r>
              <a:rPr sz="2800" spc="-40" dirty="0">
                <a:latin typeface="Calibri"/>
                <a:cs typeface="Calibri"/>
              </a:rPr>
              <a:t> </a:t>
            </a:r>
            <a:r>
              <a:rPr sz="2800" dirty="0">
                <a:latin typeface="Calibri"/>
                <a:cs typeface="Calibri"/>
              </a:rPr>
              <a:t>tọa</a:t>
            </a:r>
            <a:r>
              <a:rPr sz="2800" spc="-40" dirty="0">
                <a:latin typeface="Calibri"/>
                <a:cs typeface="Calibri"/>
              </a:rPr>
              <a:t> </a:t>
            </a:r>
            <a:r>
              <a:rPr sz="2800" dirty="0">
                <a:latin typeface="Calibri"/>
                <a:cs typeface="Calibri"/>
              </a:rPr>
              <a:t>độ</a:t>
            </a:r>
            <a:r>
              <a:rPr sz="2800" spc="-30" dirty="0">
                <a:latin typeface="Calibri"/>
                <a:cs typeface="Calibri"/>
              </a:rPr>
              <a:t> </a:t>
            </a:r>
            <a:r>
              <a:rPr sz="2800" dirty="0">
                <a:latin typeface="Calibri"/>
                <a:cs typeface="Calibri"/>
              </a:rPr>
              <a:t>là</a:t>
            </a:r>
            <a:r>
              <a:rPr sz="2800" spc="-40" dirty="0">
                <a:latin typeface="Calibri"/>
                <a:cs typeface="Calibri"/>
              </a:rPr>
              <a:t> </a:t>
            </a:r>
            <a:r>
              <a:rPr sz="2800" dirty="0">
                <a:latin typeface="Calibri"/>
                <a:cs typeface="Calibri"/>
              </a:rPr>
              <a:t>các</a:t>
            </a:r>
            <a:r>
              <a:rPr sz="2800" spc="-30" dirty="0">
                <a:latin typeface="Calibri"/>
                <a:cs typeface="Calibri"/>
              </a:rPr>
              <a:t> </a:t>
            </a:r>
            <a:r>
              <a:rPr sz="2800" dirty="0">
                <a:latin typeface="Calibri"/>
                <a:cs typeface="Calibri"/>
              </a:rPr>
              <a:t>từ</a:t>
            </a:r>
            <a:r>
              <a:rPr sz="2800" spc="-35" dirty="0">
                <a:latin typeface="Calibri"/>
                <a:cs typeface="Calibri"/>
              </a:rPr>
              <a:t> </a:t>
            </a:r>
            <a:r>
              <a:rPr sz="2800" dirty="0">
                <a:latin typeface="Calibri"/>
                <a:cs typeface="Calibri"/>
              </a:rPr>
              <a:t>tối</a:t>
            </a:r>
            <a:r>
              <a:rPr sz="2800" spc="-30" dirty="0">
                <a:latin typeface="Calibri"/>
                <a:cs typeface="Calibri"/>
              </a:rPr>
              <a:t> </a:t>
            </a:r>
            <a:r>
              <a:rPr sz="2800" dirty="0">
                <a:latin typeface="Calibri"/>
                <a:cs typeface="Calibri"/>
              </a:rPr>
              <a:t>tiếu</a:t>
            </a:r>
            <a:r>
              <a:rPr sz="2800" spc="-30" dirty="0">
                <a:latin typeface="Calibri"/>
                <a:cs typeface="Calibri"/>
              </a:rPr>
              <a:t> </a:t>
            </a:r>
            <a:r>
              <a:rPr sz="2800" spc="-10" dirty="0">
                <a:latin typeface="Calibri"/>
                <a:cs typeface="Calibri"/>
              </a:rPr>
              <a:t>trong </a:t>
            </a:r>
            <a:r>
              <a:rPr sz="2800" dirty="0">
                <a:latin typeface="Calibri"/>
                <a:cs typeface="Calibri"/>
              </a:rPr>
              <a:t>Bước</a:t>
            </a:r>
            <a:r>
              <a:rPr sz="2800" spc="-50" dirty="0">
                <a:latin typeface="Calibri"/>
                <a:cs typeface="Calibri"/>
              </a:rPr>
              <a:t> </a:t>
            </a:r>
            <a:r>
              <a:rPr sz="2800" spc="-25" dirty="0">
                <a:latin typeface="Calibri"/>
                <a:cs typeface="Calibri"/>
              </a:rPr>
              <a:t>1.</a:t>
            </a:r>
            <a:endParaRPr sz="2800">
              <a:latin typeface="Calibri"/>
              <a:cs typeface="Calibri"/>
            </a:endParaRPr>
          </a:p>
        </p:txBody>
      </p:sp>
      <p:graphicFrame>
        <p:nvGraphicFramePr>
          <p:cNvPr id="3" name="object 3"/>
          <p:cNvGraphicFramePr>
            <a:graphicFrameLocks noGrp="1"/>
          </p:cNvGraphicFramePr>
          <p:nvPr/>
        </p:nvGraphicFramePr>
        <p:xfrm>
          <a:off x="2965450" y="3409188"/>
          <a:ext cx="3455668" cy="302133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tblGrid>
              <a:tr h="503555">
                <a:tc>
                  <a:txBody>
                    <a:bodyPr/>
                    <a:lstStyle/>
                    <a:p>
                      <a:pPr>
                        <a:lnSpc>
                          <a:spcPct val="100000"/>
                        </a:lnSpc>
                      </a:pPr>
                      <a:endParaRPr sz="2700">
                        <a:latin typeface="Times New Roman"/>
                        <a:cs typeface="Times New Roman"/>
                      </a:endParaRPr>
                    </a:p>
                  </a:txBody>
                  <a:tcPr marL="0" marR="0" marT="0" marB="0">
                    <a:lnR w="12700">
                      <a:solidFill>
                        <a:srgbClr val="000000"/>
                      </a:solidFill>
                      <a:prstDash val="solid"/>
                    </a:lnR>
                    <a:lnB w="12700">
                      <a:solidFill>
                        <a:srgbClr val="000000"/>
                      </a:solidFill>
                      <a:prstDash val="solid"/>
                    </a:lnB>
                  </a:tcPr>
                </a:tc>
                <a:tc gridSpan="2">
                  <a:txBody>
                    <a:bodyPr/>
                    <a:lstStyle/>
                    <a:p>
                      <a:pPr algn="ctr">
                        <a:lnSpc>
                          <a:spcPct val="100000"/>
                        </a:lnSpc>
                        <a:spcBef>
                          <a:spcPts val="790"/>
                        </a:spcBef>
                      </a:pPr>
                      <a:r>
                        <a:rPr sz="1800" b="1" spc="-50" dirty="0">
                          <a:latin typeface="Calibri"/>
                          <a:cs typeface="Calibri"/>
                        </a:rPr>
                        <a:t>X</a:t>
                      </a:r>
                      <a:endParaRPr sz="1800">
                        <a:latin typeface="Calibri"/>
                        <a:cs typeface="Calibri"/>
                      </a:endParaRPr>
                    </a:p>
                  </a:txBody>
                  <a:tcPr marL="0" marR="0" marT="1003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hMerge="1">
                  <a:txBody>
                    <a:bodyPr/>
                    <a:lstStyle/>
                    <a:p>
                      <a:endParaRPr/>
                    </a:p>
                  </a:txBody>
                  <a:tcPr marL="0" marR="0" marT="0" marB="0"/>
                </a:tc>
                <a:tc gridSpan="2">
                  <a:txBody>
                    <a:bodyPr/>
                    <a:lstStyle/>
                    <a:p>
                      <a:pPr marL="635" algn="ctr">
                        <a:lnSpc>
                          <a:spcPct val="100000"/>
                        </a:lnSpc>
                        <a:spcBef>
                          <a:spcPts val="815"/>
                        </a:spcBef>
                      </a:pPr>
                      <a:r>
                        <a:rPr sz="1800" dirty="0">
                          <a:latin typeface="Symbol"/>
                          <a:cs typeface="Symbol"/>
                        </a:rPr>
                        <a:t></a:t>
                      </a:r>
                      <a:r>
                        <a:rPr sz="1800" spc="-45" dirty="0">
                          <a:latin typeface="Times New Roman"/>
                          <a:cs typeface="Times New Roman"/>
                        </a:rPr>
                        <a:t> </a:t>
                      </a:r>
                      <a:r>
                        <a:rPr sz="1800" b="1" spc="-50" dirty="0">
                          <a:latin typeface="Calibri"/>
                          <a:cs typeface="Calibri"/>
                        </a:rPr>
                        <a:t>X</a:t>
                      </a:r>
                      <a:endParaRPr sz="1800">
                        <a:latin typeface="Calibri"/>
                        <a:cs typeface="Calibri"/>
                      </a:endParaRPr>
                    </a:p>
                  </a:txBody>
                  <a:tcPr marL="0" marR="0" marT="1035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hMerge="1">
                  <a:txBody>
                    <a:bodyPr/>
                    <a:lstStyle/>
                    <a:p>
                      <a:endParaRPr/>
                    </a:p>
                  </a:txBody>
                  <a:tcPr marL="0" marR="0" marT="0" marB="0"/>
                </a:tc>
                <a:tc>
                  <a:txBody>
                    <a:bodyPr/>
                    <a:lstStyle/>
                    <a:p>
                      <a:pPr>
                        <a:lnSpc>
                          <a:spcPct val="100000"/>
                        </a:lnSpc>
                      </a:pPr>
                      <a:endParaRPr sz="2700">
                        <a:latin typeface="Times New Roman"/>
                        <a:cs typeface="Times New Roman"/>
                      </a:endParaRPr>
                    </a:p>
                  </a:txBody>
                  <a:tcPr marL="0" marR="0" marT="0" marB="0">
                    <a:lnL w="12700">
                      <a:solidFill>
                        <a:srgbClr val="000000"/>
                      </a:solidFill>
                      <a:prstDash val="solid"/>
                    </a:lnL>
                    <a:lnB w="12700">
                      <a:solidFill>
                        <a:srgbClr val="000000"/>
                      </a:solidFill>
                      <a:prstDash val="solid"/>
                    </a:lnB>
                  </a:tcPr>
                </a:tc>
                <a:extLst>
                  <a:ext uri="{0D108BD9-81ED-4DB2-BD59-A6C34878D82A}">
                    <a16:rowId xmlns:a16="http://schemas.microsoft.com/office/drawing/2014/main" val="10000"/>
                  </a:ext>
                </a:extLst>
              </a:tr>
              <a:tr h="503555">
                <a:tc rowSpan="2">
                  <a:txBody>
                    <a:bodyPr/>
                    <a:lstStyle/>
                    <a:p>
                      <a:pPr>
                        <a:lnSpc>
                          <a:spcPct val="100000"/>
                        </a:lnSpc>
                        <a:spcBef>
                          <a:spcPts val="705"/>
                        </a:spcBef>
                      </a:pPr>
                      <a:endParaRPr sz="1800">
                        <a:latin typeface="Times New Roman"/>
                        <a:cs typeface="Times New Roman"/>
                      </a:endParaRPr>
                    </a:p>
                    <a:p>
                      <a:pPr algn="ctr">
                        <a:lnSpc>
                          <a:spcPct val="100000"/>
                        </a:lnSpc>
                      </a:pPr>
                      <a:r>
                        <a:rPr sz="1800" b="1" spc="-50" dirty="0">
                          <a:latin typeface="Calibri"/>
                          <a:cs typeface="Calibri"/>
                        </a:rPr>
                        <a:t>Z</a:t>
                      </a:r>
                      <a:endParaRPr sz="1800">
                        <a:latin typeface="Calibri"/>
                        <a:cs typeface="Calibri"/>
                      </a:endParaRPr>
                    </a:p>
                  </a:txBody>
                  <a:tcPr marL="0" marR="0" marT="895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a:lnSpc>
                          <a:spcPct val="100000"/>
                        </a:lnSpc>
                      </a:pPr>
                      <a:endParaRPr sz="2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10"/>
                        </a:spcBef>
                      </a:pPr>
                      <a:r>
                        <a:rPr sz="1800" dirty="0">
                          <a:latin typeface="Symbol"/>
                          <a:cs typeface="Symbol"/>
                        </a:rPr>
                        <a:t></a:t>
                      </a:r>
                      <a:r>
                        <a:rPr sz="1800" spc="-45" dirty="0">
                          <a:latin typeface="Times New Roman"/>
                          <a:cs typeface="Times New Roman"/>
                        </a:rPr>
                        <a:t> </a:t>
                      </a:r>
                      <a:r>
                        <a:rPr sz="2400" b="1" spc="-50" dirty="0">
                          <a:latin typeface="Calibri"/>
                          <a:cs typeface="Calibri"/>
                        </a:rPr>
                        <a:t>t</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extLst>
                  <a:ext uri="{0D108BD9-81ED-4DB2-BD59-A6C34878D82A}">
                    <a16:rowId xmlns:a16="http://schemas.microsoft.com/office/drawing/2014/main" val="10001"/>
                  </a:ext>
                </a:extLst>
              </a:tr>
              <a:tr h="503555">
                <a:tc vMerge="1">
                  <a:txBody>
                    <a:bodyPr/>
                    <a:lstStyle/>
                    <a:p>
                      <a:endParaRPr/>
                    </a:p>
                  </a:txBody>
                  <a:tcPr marL="0" marR="0" marT="895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a:lnSpc>
                          <a:spcPct val="100000"/>
                        </a:lnSpc>
                      </a:pPr>
                      <a:endParaRPr sz="2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rowSpan="2">
                  <a:txBody>
                    <a:bodyPr/>
                    <a:lstStyle/>
                    <a:p>
                      <a:pPr marL="1905" algn="ctr">
                        <a:lnSpc>
                          <a:spcPct val="100000"/>
                        </a:lnSpc>
                        <a:spcBef>
                          <a:spcPts val="2380"/>
                        </a:spcBef>
                      </a:pPr>
                      <a:r>
                        <a:rPr sz="2400" b="1" spc="-50" dirty="0">
                          <a:latin typeface="Calibri"/>
                          <a:cs typeface="Calibri"/>
                        </a:rPr>
                        <a:t>t</a:t>
                      </a:r>
                      <a:endParaRPr sz="2400">
                        <a:latin typeface="Calibri"/>
                        <a:cs typeface="Calibri"/>
                      </a:endParaRPr>
                    </a:p>
                  </a:txBody>
                  <a:tcPr marL="0" marR="0" marT="3022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extLst>
                  <a:ext uri="{0D108BD9-81ED-4DB2-BD59-A6C34878D82A}">
                    <a16:rowId xmlns:a16="http://schemas.microsoft.com/office/drawing/2014/main" val="10002"/>
                  </a:ext>
                </a:extLst>
              </a:tr>
              <a:tr h="503555">
                <a:tc rowSpan="2">
                  <a:txBody>
                    <a:bodyPr/>
                    <a:lstStyle/>
                    <a:p>
                      <a:pPr>
                        <a:lnSpc>
                          <a:spcPct val="100000"/>
                        </a:lnSpc>
                        <a:spcBef>
                          <a:spcPts val="730"/>
                        </a:spcBef>
                      </a:pPr>
                      <a:endParaRPr sz="1800">
                        <a:latin typeface="Times New Roman"/>
                        <a:cs typeface="Times New Roman"/>
                      </a:endParaRPr>
                    </a:p>
                    <a:p>
                      <a:pPr marL="123825">
                        <a:lnSpc>
                          <a:spcPct val="100000"/>
                        </a:lnSpc>
                      </a:pPr>
                      <a:r>
                        <a:rPr sz="1800" dirty="0">
                          <a:latin typeface="Symbol"/>
                          <a:cs typeface="Symbol"/>
                        </a:rPr>
                        <a:t></a:t>
                      </a:r>
                      <a:r>
                        <a:rPr sz="1800" spc="-45" dirty="0">
                          <a:latin typeface="Times New Roman"/>
                          <a:cs typeface="Times New Roman"/>
                        </a:rPr>
                        <a:t> </a:t>
                      </a:r>
                      <a:r>
                        <a:rPr sz="1800" b="1" spc="-50" dirty="0">
                          <a:latin typeface="Calibri"/>
                          <a:cs typeface="Calibri"/>
                        </a:rPr>
                        <a:t>Z</a:t>
                      </a:r>
                      <a:endParaRPr sz="1800">
                        <a:latin typeface="Calibri"/>
                        <a:cs typeface="Calibri"/>
                      </a:endParaRPr>
                    </a:p>
                  </a:txBody>
                  <a:tcPr marL="0" marR="0" marT="927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a:lnSpc>
                          <a:spcPct val="100000"/>
                        </a:lnSpc>
                      </a:pPr>
                      <a:endParaRPr sz="2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vMerge="1">
                  <a:txBody>
                    <a:bodyPr/>
                    <a:lstStyle/>
                    <a:p>
                      <a:endParaRPr/>
                    </a:p>
                  </a:txBody>
                  <a:tcPr marL="0" marR="0" marT="3022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extLst>
                  <a:ext uri="{0D108BD9-81ED-4DB2-BD59-A6C34878D82A}">
                    <a16:rowId xmlns:a16="http://schemas.microsoft.com/office/drawing/2014/main" val="10003"/>
                  </a:ext>
                </a:extLst>
              </a:tr>
              <a:tr h="503555">
                <a:tc vMerge="1">
                  <a:txBody>
                    <a:bodyPr/>
                    <a:lstStyle/>
                    <a:p>
                      <a:endParaRPr/>
                    </a:p>
                  </a:txBody>
                  <a:tcPr marL="0" marR="0" marT="927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a:lnSpc>
                          <a:spcPct val="100000"/>
                        </a:lnSpc>
                      </a:pPr>
                      <a:endParaRPr sz="2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10"/>
                        </a:spcBef>
                      </a:pPr>
                      <a:r>
                        <a:rPr sz="1800" dirty="0">
                          <a:latin typeface="Symbol"/>
                          <a:cs typeface="Symbol"/>
                        </a:rPr>
                        <a:t></a:t>
                      </a:r>
                      <a:r>
                        <a:rPr sz="1800" spc="-45" dirty="0">
                          <a:latin typeface="Times New Roman"/>
                          <a:cs typeface="Times New Roman"/>
                        </a:rPr>
                        <a:t> </a:t>
                      </a:r>
                      <a:r>
                        <a:rPr sz="2400" b="1" spc="-50" dirty="0">
                          <a:latin typeface="Calibri"/>
                          <a:cs typeface="Calibri"/>
                        </a:rPr>
                        <a:t>t</a:t>
                      </a:r>
                      <a:endParaRPr sz="2400">
                        <a:latin typeface="Calibri"/>
                        <a:cs typeface="Calibri"/>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extLst>
                  <a:ext uri="{0D108BD9-81ED-4DB2-BD59-A6C34878D82A}">
                    <a16:rowId xmlns:a16="http://schemas.microsoft.com/office/drawing/2014/main" val="10004"/>
                  </a:ext>
                </a:extLst>
              </a:tr>
              <a:tr h="503555">
                <a:tc>
                  <a:txBody>
                    <a:bodyPr/>
                    <a:lstStyle/>
                    <a:p>
                      <a:pPr>
                        <a:lnSpc>
                          <a:spcPct val="100000"/>
                        </a:lnSpc>
                      </a:pPr>
                      <a:endParaRPr sz="2700">
                        <a:latin typeface="Times New Roman"/>
                        <a:cs typeface="Times New Roman"/>
                      </a:endParaRPr>
                    </a:p>
                  </a:txBody>
                  <a:tcPr marL="0" marR="0" marT="0" marB="0">
                    <a:lnR w="12700">
                      <a:solidFill>
                        <a:srgbClr val="000000"/>
                      </a:solidFill>
                      <a:prstDash val="solid"/>
                    </a:lnR>
                    <a:lnT w="12700">
                      <a:solidFill>
                        <a:srgbClr val="000000"/>
                      </a:solidFill>
                      <a:prstDash val="solid"/>
                    </a:lnT>
                  </a:tcPr>
                </a:tc>
                <a:tc>
                  <a:txBody>
                    <a:bodyPr/>
                    <a:lstStyle/>
                    <a:p>
                      <a:pPr marL="109220">
                        <a:lnSpc>
                          <a:spcPct val="100000"/>
                        </a:lnSpc>
                        <a:spcBef>
                          <a:spcPts val="690"/>
                        </a:spcBef>
                      </a:pPr>
                      <a:r>
                        <a:rPr sz="2000" dirty="0">
                          <a:latin typeface="Symbol"/>
                          <a:cs typeface="Symbol"/>
                        </a:rPr>
                        <a:t></a:t>
                      </a:r>
                      <a:r>
                        <a:rPr sz="2000" spc="-60" dirty="0">
                          <a:latin typeface="Times New Roman"/>
                          <a:cs typeface="Times New Roman"/>
                        </a:rPr>
                        <a:t> </a:t>
                      </a:r>
                      <a:r>
                        <a:rPr sz="2000" b="1" spc="-60" dirty="0">
                          <a:latin typeface="Calibri"/>
                          <a:cs typeface="Calibri"/>
                        </a:rPr>
                        <a:t>y</a:t>
                      </a:r>
                      <a:endParaRPr sz="2000">
                        <a:latin typeface="Calibri"/>
                        <a:cs typeface="Calibri"/>
                      </a:endParaRPr>
                    </a:p>
                  </a:txBody>
                  <a:tcPr marL="0" marR="0" marT="876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gridSpan="2">
                  <a:txBody>
                    <a:bodyPr/>
                    <a:lstStyle/>
                    <a:p>
                      <a:pPr marL="635" algn="ctr">
                        <a:lnSpc>
                          <a:spcPct val="100000"/>
                        </a:lnSpc>
                        <a:spcBef>
                          <a:spcPts val="665"/>
                        </a:spcBef>
                      </a:pPr>
                      <a:r>
                        <a:rPr sz="2000" b="1" spc="-50" dirty="0">
                          <a:latin typeface="Calibri"/>
                          <a:cs typeface="Calibri"/>
                        </a:rPr>
                        <a:t>y</a:t>
                      </a:r>
                      <a:endParaRPr sz="2000">
                        <a:latin typeface="Calibri"/>
                        <a:cs typeface="Calibri"/>
                      </a:endParaRPr>
                    </a:p>
                  </a:txBody>
                  <a:tcPr marL="0" marR="0" marT="844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hMerge="1">
                  <a:txBody>
                    <a:bodyPr/>
                    <a:lstStyle/>
                    <a:p>
                      <a:endParaRPr/>
                    </a:p>
                  </a:txBody>
                  <a:tcPr marL="0" marR="0" marT="0" marB="0"/>
                </a:tc>
                <a:tc>
                  <a:txBody>
                    <a:bodyPr/>
                    <a:lstStyle/>
                    <a:p>
                      <a:pPr marL="109220">
                        <a:lnSpc>
                          <a:spcPct val="100000"/>
                        </a:lnSpc>
                        <a:spcBef>
                          <a:spcPts val="690"/>
                        </a:spcBef>
                      </a:pPr>
                      <a:r>
                        <a:rPr sz="2000" dirty="0">
                          <a:latin typeface="Symbol"/>
                          <a:cs typeface="Symbol"/>
                        </a:rPr>
                        <a:t></a:t>
                      </a:r>
                      <a:r>
                        <a:rPr sz="2000" spc="-60" dirty="0">
                          <a:latin typeface="Times New Roman"/>
                          <a:cs typeface="Times New Roman"/>
                        </a:rPr>
                        <a:t> </a:t>
                      </a:r>
                      <a:r>
                        <a:rPr sz="2000" b="1" spc="-60" dirty="0">
                          <a:latin typeface="Calibri"/>
                          <a:cs typeface="Calibri"/>
                        </a:rPr>
                        <a:t>y</a:t>
                      </a:r>
                      <a:endParaRPr sz="2000">
                        <a:latin typeface="Calibri"/>
                        <a:cs typeface="Calibri"/>
                      </a:endParaRPr>
                    </a:p>
                  </a:txBody>
                  <a:tcPr marL="0" marR="0" marT="876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a:lnSpc>
                          <a:spcPct val="100000"/>
                        </a:lnSpc>
                      </a:pPr>
                      <a:endParaRPr sz="2700">
                        <a:latin typeface="Times New Roman"/>
                        <a:cs typeface="Times New Roman"/>
                      </a:endParaRPr>
                    </a:p>
                  </a:txBody>
                  <a:tcPr marL="0" marR="0" marT="0" marB="0">
                    <a:lnL w="12700">
                      <a:solidFill>
                        <a:srgbClr val="000000"/>
                      </a:solidFill>
                      <a:prstDash val="solid"/>
                    </a:lnL>
                    <a:lnT w="12700">
                      <a:solidFill>
                        <a:srgbClr val="000000"/>
                      </a:solidFill>
                      <a:prstDash val="solid"/>
                    </a:lnT>
                  </a:tcPr>
                </a:tc>
                <a:extLst>
                  <a:ext uri="{0D108BD9-81ED-4DB2-BD59-A6C34878D82A}">
                    <a16:rowId xmlns:a16="http://schemas.microsoft.com/office/drawing/2014/main" val="10005"/>
                  </a:ext>
                </a:extLst>
              </a:tr>
            </a:tbl>
          </a:graphicData>
        </a:graphic>
      </p:graphicFrame>
    </p:spTree>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391413"/>
            <a:ext cx="8117840" cy="2841625"/>
          </a:xfrm>
          <a:prstGeom prst="rect">
            <a:avLst/>
          </a:prstGeom>
        </p:spPr>
        <p:txBody>
          <a:bodyPr vert="horz" wrap="square" lIns="0" tIns="12065" rIns="0" bIns="0" rtlCol="0">
            <a:spAutoFit/>
          </a:bodyPr>
          <a:lstStyle/>
          <a:p>
            <a:pPr marL="12700" marR="5080">
              <a:lnSpc>
                <a:spcPct val="100000"/>
              </a:lnSpc>
              <a:spcBef>
                <a:spcPts val="95"/>
              </a:spcBef>
            </a:pPr>
            <a:r>
              <a:rPr sz="2800" b="1" dirty="0">
                <a:latin typeface="Calibri"/>
                <a:cs typeface="Calibri"/>
              </a:rPr>
              <a:t>4.4.3.5</a:t>
            </a:r>
            <a:r>
              <a:rPr sz="2800" b="1" spc="-15" dirty="0">
                <a:latin typeface="Calibri"/>
                <a:cs typeface="Calibri"/>
              </a:rPr>
              <a:t> </a:t>
            </a:r>
            <a:r>
              <a:rPr sz="2800" b="1" dirty="0">
                <a:latin typeface="Calibri"/>
                <a:cs typeface="Calibri"/>
              </a:rPr>
              <a:t>Hình</a:t>
            </a:r>
            <a:r>
              <a:rPr sz="2800" b="1" spc="-60" dirty="0">
                <a:latin typeface="Calibri"/>
                <a:cs typeface="Calibri"/>
              </a:rPr>
              <a:t> </a:t>
            </a:r>
            <a:r>
              <a:rPr sz="2800" b="1" dirty="0">
                <a:latin typeface="Calibri"/>
                <a:cs typeface="Calibri"/>
              </a:rPr>
              <a:t>chữ</a:t>
            </a:r>
            <a:r>
              <a:rPr sz="2800" b="1" spc="-60" dirty="0">
                <a:latin typeface="Calibri"/>
                <a:cs typeface="Calibri"/>
              </a:rPr>
              <a:t> </a:t>
            </a:r>
            <a:r>
              <a:rPr sz="2800" b="1" dirty="0">
                <a:latin typeface="Calibri"/>
                <a:cs typeface="Calibri"/>
              </a:rPr>
              <a:t>nhật</a:t>
            </a:r>
            <a:r>
              <a:rPr sz="2800" b="1" spc="-50" dirty="0">
                <a:latin typeface="Calibri"/>
                <a:cs typeface="Calibri"/>
              </a:rPr>
              <a:t> </a:t>
            </a:r>
            <a:r>
              <a:rPr sz="2800" b="1" dirty="0">
                <a:latin typeface="Calibri"/>
                <a:cs typeface="Calibri"/>
              </a:rPr>
              <a:t>trong</a:t>
            </a:r>
            <a:r>
              <a:rPr sz="2800" b="1" spc="-60" dirty="0">
                <a:latin typeface="Calibri"/>
                <a:cs typeface="Calibri"/>
              </a:rPr>
              <a:t> </a:t>
            </a:r>
            <a:r>
              <a:rPr sz="2800" b="1" dirty="0">
                <a:latin typeface="Calibri"/>
                <a:cs typeface="Calibri"/>
              </a:rPr>
              <a:t>biểu</a:t>
            </a:r>
            <a:r>
              <a:rPr sz="2800" b="1" spc="-60" dirty="0">
                <a:latin typeface="Calibri"/>
                <a:cs typeface="Calibri"/>
              </a:rPr>
              <a:t> </a:t>
            </a:r>
            <a:r>
              <a:rPr sz="2800" b="1" dirty="0">
                <a:latin typeface="Calibri"/>
                <a:cs typeface="Calibri"/>
              </a:rPr>
              <a:t>đồ</a:t>
            </a:r>
            <a:r>
              <a:rPr sz="2800" b="1" spc="-60" dirty="0">
                <a:latin typeface="Calibri"/>
                <a:cs typeface="Calibri"/>
              </a:rPr>
              <a:t> </a:t>
            </a:r>
            <a:r>
              <a:rPr sz="2800" b="1" dirty="0">
                <a:latin typeface="Calibri"/>
                <a:cs typeface="Calibri"/>
              </a:rPr>
              <a:t>Karnaugh</a:t>
            </a:r>
            <a:r>
              <a:rPr sz="2800" b="1" spc="-40" dirty="0">
                <a:latin typeface="Calibri"/>
                <a:cs typeface="Calibri"/>
              </a:rPr>
              <a:t> </a:t>
            </a:r>
            <a:r>
              <a:rPr sz="2800" b="1" dirty="0">
                <a:latin typeface="Calibri"/>
                <a:cs typeface="Calibri"/>
              </a:rPr>
              <a:t>của</a:t>
            </a:r>
            <a:r>
              <a:rPr sz="2800" b="1" spc="-50" dirty="0">
                <a:latin typeface="Calibri"/>
                <a:cs typeface="Calibri"/>
              </a:rPr>
              <a:t> </a:t>
            </a:r>
            <a:r>
              <a:rPr sz="2800" b="1" spc="-25" dirty="0">
                <a:latin typeface="Calibri"/>
                <a:cs typeface="Calibri"/>
              </a:rPr>
              <a:t>hàm </a:t>
            </a:r>
            <a:r>
              <a:rPr sz="2800" b="1" dirty="0">
                <a:latin typeface="Calibri"/>
                <a:cs typeface="Calibri"/>
              </a:rPr>
              <a:t>Bool</a:t>
            </a:r>
            <a:r>
              <a:rPr sz="2800" b="1" spc="-30" dirty="0">
                <a:latin typeface="Calibri"/>
                <a:cs typeface="Calibri"/>
              </a:rPr>
              <a:t> </a:t>
            </a:r>
            <a:r>
              <a:rPr sz="2800" b="1" dirty="0">
                <a:latin typeface="Calibri"/>
                <a:cs typeface="Calibri"/>
              </a:rPr>
              <a:t>f</a:t>
            </a:r>
            <a:r>
              <a:rPr sz="2800" b="1" spc="-30" dirty="0">
                <a:latin typeface="Calibri"/>
                <a:cs typeface="Calibri"/>
              </a:rPr>
              <a:t> </a:t>
            </a:r>
            <a:r>
              <a:rPr sz="2800" b="1" spc="-50" dirty="0">
                <a:latin typeface="Calibri"/>
                <a:cs typeface="Calibri"/>
              </a:rPr>
              <a:t>:</a:t>
            </a:r>
            <a:endParaRPr sz="2800">
              <a:latin typeface="Calibri"/>
              <a:cs typeface="Calibri"/>
            </a:endParaRPr>
          </a:p>
          <a:p>
            <a:pPr marL="527685" indent="-514984">
              <a:lnSpc>
                <a:spcPct val="100000"/>
              </a:lnSpc>
              <a:spcBef>
                <a:spcPts val="670"/>
              </a:spcBef>
              <a:buAutoNum type="alphaLcParenR"/>
              <a:tabLst>
                <a:tab pos="527685" algn="l"/>
              </a:tabLst>
            </a:pPr>
            <a:r>
              <a:rPr sz="2800" dirty="0">
                <a:latin typeface="Calibri"/>
                <a:cs typeface="Calibri"/>
              </a:rPr>
              <a:t>Một</a:t>
            </a:r>
            <a:r>
              <a:rPr sz="2800" spc="-40" dirty="0">
                <a:latin typeface="Calibri"/>
                <a:cs typeface="Calibri"/>
              </a:rPr>
              <a:t> </a:t>
            </a:r>
            <a:r>
              <a:rPr sz="2800" dirty="0">
                <a:latin typeface="Calibri"/>
                <a:cs typeface="Calibri"/>
              </a:rPr>
              <a:t>ô</a:t>
            </a:r>
            <a:r>
              <a:rPr sz="2800" spc="-50" dirty="0">
                <a:latin typeface="Calibri"/>
                <a:cs typeface="Calibri"/>
              </a:rPr>
              <a:t> </a:t>
            </a:r>
            <a:r>
              <a:rPr sz="2800" dirty="0">
                <a:latin typeface="Calibri"/>
                <a:cs typeface="Calibri"/>
              </a:rPr>
              <a:t>được</a:t>
            </a:r>
            <a:r>
              <a:rPr sz="2800" spc="-25" dirty="0">
                <a:latin typeface="Calibri"/>
                <a:cs typeface="Calibri"/>
              </a:rPr>
              <a:t> </a:t>
            </a:r>
            <a:r>
              <a:rPr sz="2800" dirty="0">
                <a:latin typeface="Calibri"/>
                <a:cs typeface="Calibri"/>
              </a:rPr>
              <a:t>tô</a:t>
            </a:r>
            <a:r>
              <a:rPr sz="2800" spc="-50" dirty="0">
                <a:latin typeface="Calibri"/>
                <a:cs typeface="Calibri"/>
              </a:rPr>
              <a:t> </a:t>
            </a:r>
            <a:r>
              <a:rPr sz="2800" dirty="0">
                <a:latin typeface="Calibri"/>
                <a:cs typeface="Calibri"/>
              </a:rPr>
              <a:t>là</a:t>
            </a:r>
            <a:r>
              <a:rPr sz="2800" spc="-45" dirty="0">
                <a:latin typeface="Calibri"/>
                <a:cs typeface="Calibri"/>
              </a:rPr>
              <a:t> </a:t>
            </a:r>
            <a:r>
              <a:rPr sz="2800" dirty="0">
                <a:latin typeface="Calibri"/>
                <a:cs typeface="Calibri"/>
              </a:rPr>
              <a:t>hình</a:t>
            </a:r>
            <a:r>
              <a:rPr sz="2800" spc="-20" dirty="0">
                <a:latin typeface="Calibri"/>
                <a:cs typeface="Calibri"/>
              </a:rPr>
              <a:t> </a:t>
            </a:r>
            <a:r>
              <a:rPr sz="2800" dirty="0">
                <a:latin typeface="Calibri"/>
                <a:cs typeface="Calibri"/>
              </a:rPr>
              <a:t>chữ</a:t>
            </a:r>
            <a:r>
              <a:rPr sz="2800" spc="-35" dirty="0">
                <a:latin typeface="Calibri"/>
                <a:cs typeface="Calibri"/>
              </a:rPr>
              <a:t> </a:t>
            </a:r>
            <a:r>
              <a:rPr sz="2800" dirty="0">
                <a:latin typeface="Calibri"/>
                <a:cs typeface="Calibri"/>
              </a:rPr>
              <a:t>nhật</a:t>
            </a:r>
            <a:r>
              <a:rPr sz="2800" spc="-35" dirty="0">
                <a:latin typeface="Calibri"/>
                <a:cs typeface="Calibri"/>
              </a:rPr>
              <a:t> </a:t>
            </a:r>
            <a:r>
              <a:rPr sz="2800" spc="-10" dirty="0">
                <a:latin typeface="Calibri"/>
                <a:cs typeface="Calibri"/>
              </a:rPr>
              <a:t>(HCN).</a:t>
            </a:r>
            <a:endParaRPr sz="2800">
              <a:latin typeface="Calibri"/>
              <a:cs typeface="Calibri"/>
            </a:endParaRPr>
          </a:p>
          <a:p>
            <a:pPr marL="527685" marR="442595" indent="-515620">
              <a:lnSpc>
                <a:spcPct val="100000"/>
              </a:lnSpc>
              <a:spcBef>
                <a:spcPts val="675"/>
              </a:spcBef>
              <a:buAutoNum type="alphaLcParenR"/>
              <a:tabLst>
                <a:tab pos="527685" algn="l"/>
              </a:tabLst>
            </a:pPr>
            <a:r>
              <a:rPr sz="2800" spc="-45" dirty="0">
                <a:latin typeface="Calibri"/>
                <a:cs typeface="Calibri"/>
              </a:rPr>
              <a:t>Tập</a:t>
            </a:r>
            <a:r>
              <a:rPr sz="2800" spc="-60" dirty="0">
                <a:latin typeface="Calibri"/>
                <a:cs typeface="Calibri"/>
              </a:rPr>
              <a:t> </a:t>
            </a:r>
            <a:r>
              <a:rPr sz="2800" dirty="0">
                <a:latin typeface="Calibri"/>
                <a:cs typeface="Calibri"/>
              </a:rPr>
              <a:t>các</a:t>
            </a:r>
            <a:r>
              <a:rPr sz="2800" spc="-55" dirty="0">
                <a:latin typeface="Calibri"/>
                <a:cs typeface="Calibri"/>
              </a:rPr>
              <a:t> </a:t>
            </a:r>
            <a:r>
              <a:rPr sz="2800" dirty="0">
                <a:latin typeface="Calibri"/>
                <a:cs typeface="Calibri"/>
              </a:rPr>
              <a:t>ô</a:t>
            </a:r>
            <a:r>
              <a:rPr sz="2800" spc="-55" dirty="0">
                <a:latin typeface="Calibri"/>
                <a:cs typeface="Calibri"/>
              </a:rPr>
              <a:t> </a:t>
            </a:r>
            <a:r>
              <a:rPr sz="2800" dirty="0">
                <a:latin typeface="Calibri"/>
                <a:cs typeface="Calibri"/>
              </a:rPr>
              <a:t>được</a:t>
            </a:r>
            <a:r>
              <a:rPr sz="2800" spc="-30" dirty="0">
                <a:latin typeface="Calibri"/>
                <a:cs typeface="Calibri"/>
              </a:rPr>
              <a:t> </a:t>
            </a:r>
            <a:r>
              <a:rPr sz="2800" dirty="0">
                <a:latin typeface="Calibri"/>
                <a:cs typeface="Calibri"/>
              </a:rPr>
              <a:t>tô</a:t>
            </a:r>
            <a:r>
              <a:rPr sz="2800" spc="-45" dirty="0">
                <a:latin typeface="Calibri"/>
                <a:cs typeface="Calibri"/>
              </a:rPr>
              <a:t> </a:t>
            </a:r>
            <a:r>
              <a:rPr sz="2800" dirty="0">
                <a:latin typeface="Calibri"/>
                <a:cs typeface="Calibri"/>
              </a:rPr>
              <a:t>tạo</a:t>
            </a:r>
            <a:r>
              <a:rPr sz="2800" spc="-60" dirty="0">
                <a:latin typeface="Calibri"/>
                <a:cs typeface="Calibri"/>
              </a:rPr>
              <a:t> </a:t>
            </a:r>
            <a:r>
              <a:rPr sz="2800" dirty="0">
                <a:latin typeface="Calibri"/>
                <a:cs typeface="Calibri"/>
              </a:rPr>
              <a:t>thành</a:t>
            </a:r>
            <a:r>
              <a:rPr sz="2800" spc="-30" dirty="0">
                <a:latin typeface="Calibri"/>
                <a:cs typeface="Calibri"/>
              </a:rPr>
              <a:t> </a:t>
            </a:r>
            <a:r>
              <a:rPr sz="2800" dirty="0">
                <a:latin typeface="Calibri"/>
                <a:cs typeface="Calibri"/>
              </a:rPr>
              <a:t>hình</a:t>
            </a:r>
            <a:r>
              <a:rPr sz="2800" spc="-35" dirty="0">
                <a:latin typeface="Calibri"/>
                <a:cs typeface="Calibri"/>
              </a:rPr>
              <a:t> </a:t>
            </a:r>
            <a:r>
              <a:rPr sz="2800" dirty="0">
                <a:latin typeface="Calibri"/>
                <a:cs typeface="Calibri"/>
              </a:rPr>
              <a:t>chữ</a:t>
            </a:r>
            <a:r>
              <a:rPr sz="2800" spc="-50" dirty="0">
                <a:latin typeface="Calibri"/>
                <a:cs typeface="Calibri"/>
              </a:rPr>
              <a:t> </a:t>
            </a:r>
            <a:r>
              <a:rPr sz="2800" dirty="0">
                <a:latin typeface="Calibri"/>
                <a:cs typeface="Calibri"/>
              </a:rPr>
              <a:t>nhật</a:t>
            </a:r>
            <a:r>
              <a:rPr sz="2800" spc="-35" dirty="0">
                <a:latin typeface="Calibri"/>
                <a:cs typeface="Calibri"/>
              </a:rPr>
              <a:t> </a:t>
            </a:r>
            <a:r>
              <a:rPr sz="2800" dirty="0">
                <a:latin typeface="Calibri"/>
                <a:cs typeface="Calibri"/>
              </a:rPr>
              <a:t>là</a:t>
            </a:r>
            <a:r>
              <a:rPr sz="2800" spc="-60" dirty="0">
                <a:latin typeface="Calibri"/>
                <a:cs typeface="Calibri"/>
              </a:rPr>
              <a:t> </a:t>
            </a:r>
            <a:r>
              <a:rPr sz="2800" spc="-25" dirty="0">
                <a:latin typeface="Calibri"/>
                <a:cs typeface="Calibri"/>
              </a:rPr>
              <a:t>một </a:t>
            </a:r>
            <a:r>
              <a:rPr sz="2800" dirty="0">
                <a:latin typeface="Calibri"/>
                <a:cs typeface="Calibri"/>
              </a:rPr>
              <a:t>hình</a:t>
            </a:r>
            <a:r>
              <a:rPr sz="2800" spc="-30" dirty="0">
                <a:latin typeface="Calibri"/>
                <a:cs typeface="Calibri"/>
              </a:rPr>
              <a:t> </a:t>
            </a:r>
            <a:r>
              <a:rPr sz="2800" dirty="0">
                <a:latin typeface="Calibri"/>
                <a:cs typeface="Calibri"/>
              </a:rPr>
              <a:t>chữ</a:t>
            </a:r>
            <a:r>
              <a:rPr sz="2800" spc="-40" dirty="0">
                <a:latin typeface="Calibri"/>
                <a:cs typeface="Calibri"/>
              </a:rPr>
              <a:t> </a:t>
            </a:r>
            <a:r>
              <a:rPr sz="2800" spc="-10" dirty="0">
                <a:latin typeface="Calibri"/>
                <a:cs typeface="Calibri"/>
              </a:rPr>
              <a:t>nhật.</a:t>
            </a:r>
            <a:endParaRPr sz="2800">
              <a:latin typeface="Calibri"/>
              <a:cs typeface="Calibri"/>
            </a:endParaRPr>
          </a:p>
          <a:p>
            <a:pPr marL="12700">
              <a:lnSpc>
                <a:spcPct val="100000"/>
              </a:lnSpc>
              <a:spcBef>
                <a:spcPts val="675"/>
              </a:spcBef>
            </a:pPr>
            <a:r>
              <a:rPr sz="2800" b="1" dirty="0">
                <a:latin typeface="Calibri"/>
                <a:cs typeface="Calibri"/>
              </a:rPr>
              <a:t>Ví</a:t>
            </a:r>
            <a:r>
              <a:rPr sz="2800" b="1" spc="-45" dirty="0">
                <a:latin typeface="Calibri"/>
                <a:cs typeface="Calibri"/>
              </a:rPr>
              <a:t> </a:t>
            </a:r>
            <a:r>
              <a:rPr sz="2800" b="1" dirty="0">
                <a:latin typeface="Calibri"/>
                <a:cs typeface="Calibri"/>
              </a:rPr>
              <a:t>dụ</a:t>
            </a:r>
            <a:r>
              <a:rPr sz="2800" b="1" spc="-40" dirty="0">
                <a:latin typeface="Calibri"/>
                <a:cs typeface="Calibri"/>
              </a:rPr>
              <a:t> </a:t>
            </a:r>
            <a:r>
              <a:rPr sz="2800" b="1" dirty="0">
                <a:latin typeface="Calibri"/>
                <a:cs typeface="Calibri"/>
              </a:rPr>
              <a:t>:</a:t>
            </a:r>
            <a:r>
              <a:rPr sz="2800" b="1" spc="-30" dirty="0">
                <a:latin typeface="Calibri"/>
                <a:cs typeface="Calibri"/>
              </a:rPr>
              <a:t> </a:t>
            </a:r>
            <a:r>
              <a:rPr sz="2800" dirty="0">
                <a:latin typeface="Calibri"/>
                <a:cs typeface="Calibri"/>
              </a:rPr>
              <a:t>Chú</a:t>
            </a:r>
            <a:r>
              <a:rPr sz="2800" spc="-30" dirty="0">
                <a:latin typeface="Calibri"/>
                <a:cs typeface="Calibri"/>
              </a:rPr>
              <a:t> </a:t>
            </a:r>
            <a:r>
              <a:rPr sz="2800" dirty="0">
                <a:latin typeface="Calibri"/>
                <a:cs typeface="Calibri"/>
              </a:rPr>
              <a:t>ý</a:t>
            </a:r>
            <a:r>
              <a:rPr sz="2800" spc="-45" dirty="0">
                <a:latin typeface="Calibri"/>
                <a:cs typeface="Calibri"/>
              </a:rPr>
              <a:t> </a:t>
            </a:r>
            <a:r>
              <a:rPr sz="2800" dirty="0">
                <a:latin typeface="Calibri"/>
                <a:cs typeface="Calibri"/>
              </a:rPr>
              <a:t>các</a:t>
            </a:r>
            <a:r>
              <a:rPr sz="2800" spc="-40" dirty="0">
                <a:latin typeface="Calibri"/>
                <a:cs typeface="Calibri"/>
              </a:rPr>
              <a:t> </a:t>
            </a:r>
            <a:r>
              <a:rPr sz="2800" dirty="0">
                <a:latin typeface="Calibri"/>
                <a:cs typeface="Calibri"/>
              </a:rPr>
              <a:t>ô</a:t>
            </a:r>
            <a:r>
              <a:rPr sz="2800" spc="-35" dirty="0">
                <a:latin typeface="Calibri"/>
                <a:cs typeface="Calibri"/>
              </a:rPr>
              <a:t> </a:t>
            </a:r>
            <a:r>
              <a:rPr sz="2800" dirty="0">
                <a:latin typeface="Calibri"/>
                <a:cs typeface="Calibri"/>
              </a:rPr>
              <a:t>màu</a:t>
            </a:r>
            <a:r>
              <a:rPr sz="2800" spc="-35" dirty="0">
                <a:latin typeface="Calibri"/>
                <a:cs typeface="Calibri"/>
              </a:rPr>
              <a:t> </a:t>
            </a:r>
            <a:r>
              <a:rPr sz="2800" dirty="0">
                <a:latin typeface="Calibri"/>
                <a:cs typeface="Calibri"/>
              </a:rPr>
              <a:t>xanh,</a:t>
            </a:r>
            <a:r>
              <a:rPr sz="2800" spc="-40" dirty="0">
                <a:latin typeface="Calibri"/>
                <a:cs typeface="Calibri"/>
              </a:rPr>
              <a:t> </a:t>
            </a:r>
            <a:r>
              <a:rPr sz="2800" dirty="0">
                <a:latin typeface="Calibri"/>
                <a:cs typeface="Calibri"/>
              </a:rPr>
              <a:t>các</a:t>
            </a:r>
            <a:r>
              <a:rPr sz="2800" spc="-35" dirty="0">
                <a:latin typeface="Calibri"/>
                <a:cs typeface="Calibri"/>
              </a:rPr>
              <a:t> </a:t>
            </a:r>
            <a:r>
              <a:rPr sz="2800" dirty="0">
                <a:latin typeface="Calibri"/>
                <a:cs typeface="Calibri"/>
              </a:rPr>
              <a:t>hình</a:t>
            </a:r>
            <a:r>
              <a:rPr sz="2800" spc="-15" dirty="0">
                <a:latin typeface="Calibri"/>
                <a:cs typeface="Calibri"/>
              </a:rPr>
              <a:t> </a:t>
            </a:r>
            <a:r>
              <a:rPr sz="2800" dirty="0">
                <a:latin typeface="Calibri"/>
                <a:cs typeface="Calibri"/>
              </a:rPr>
              <a:t>phía</a:t>
            </a:r>
            <a:r>
              <a:rPr sz="2800" spc="-25" dirty="0">
                <a:latin typeface="Calibri"/>
                <a:cs typeface="Calibri"/>
              </a:rPr>
              <a:t> </a:t>
            </a:r>
            <a:r>
              <a:rPr sz="2800" dirty="0">
                <a:latin typeface="Calibri"/>
                <a:cs typeface="Calibri"/>
              </a:rPr>
              <a:t>trên</a:t>
            </a:r>
            <a:r>
              <a:rPr sz="2800" spc="-40" dirty="0">
                <a:latin typeface="Calibri"/>
                <a:cs typeface="Calibri"/>
              </a:rPr>
              <a:t> </a:t>
            </a:r>
            <a:r>
              <a:rPr sz="2800" dirty="0">
                <a:latin typeface="Calibri"/>
                <a:cs typeface="Calibri"/>
              </a:rPr>
              <a:t>là</a:t>
            </a:r>
            <a:r>
              <a:rPr sz="2800" spc="-45" dirty="0">
                <a:latin typeface="Calibri"/>
                <a:cs typeface="Calibri"/>
              </a:rPr>
              <a:t> </a:t>
            </a:r>
            <a:r>
              <a:rPr sz="2800" spc="-25" dirty="0">
                <a:latin typeface="Calibri"/>
                <a:cs typeface="Calibri"/>
              </a:rPr>
              <a:t>HCN</a:t>
            </a:r>
            <a:endParaRPr sz="2800">
              <a:latin typeface="Calibri"/>
              <a:cs typeface="Calibri"/>
            </a:endParaRPr>
          </a:p>
        </p:txBody>
      </p:sp>
      <p:grpSp>
        <p:nvGrpSpPr>
          <p:cNvPr id="3" name="object 3"/>
          <p:cNvGrpSpPr/>
          <p:nvPr/>
        </p:nvGrpSpPr>
        <p:grpSpPr>
          <a:xfrm>
            <a:off x="2391515" y="4991100"/>
            <a:ext cx="5928360" cy="1076325"/>
            <a:chOff x="2391515" y="4991100"/>
            <a:chExt cx="5928360" cy="1076325"/>
          </a:xfrm>
        </p:grpSpPr>
        <p:sp>
          <p:nvSpPr>
            <p:cNvPr id="4" name="object 4"/>
            <p:cNvSpPr/>
            <p:nvPr/>
          </p:nvSpPr>
          <p:spPr>
            <a:xfrm>
              <a:off x="4056633" y="5068061"/>
              <a:ext cx="4250055" cy="914400"/>
            </a:xfrm>
            <a:custGeom>
              <a:avLst/>
              <a:gdLst/>
              <a:ahLst/>
              <a:cxnLst/>
              <a:rect l="l" t="t" r="r" b="b"/>
              <a:pathLst>
                <a:path w="4250055" h="914400">
                  <a:moveTo>
                    <a:pt x="1582927" y="0"/>
                  </a:moveTo>
                  <a:lnTo>
                    <a:pt x="2027427" y="0"/>
                  </a:lnTo>
                  <a:lnTo>
                    <a:pt x="2694177" y="0"/>
                  </a:lnTo>
                  <a:lnTo>
                    <a:pt x="4249927" y="0"/>
                  </a:lnTo>
                  <a:lnTo>
                    <a:pt x="4249927" y="152400"/>
                  </a:lnTo>
                  <a:lnTo>
                    <a:pt x="4249927" y="381000"/>
                  </a:lnTo>
                  <a:lnTo>
                    <a:pt x="4249927" y="914400"/>
                  </a:lnTo>
                  <a:lnTo>
                    <a:pt x="2694177" y="914400"/>
                  </a:lnTo>
                  <a:lnTo>
                    <a:pt x="2027427" y="914400"/>
                  </a:lnTo>
                  <a:lnTo>
                    <a:pt x="1582927" y="914400"/>
                  </a:lnTo>
                  <a:lnTo>
                    <a:pt x="1582927" y="381000"/>
                  </a:lnTo>
                  <a:lnTo>
                    <a:pt x="0" y="396875"/>
                  </a:lnTo>
                  <a:lnTo>
                    <a:pt x="1582927" y="152400"/>
                  </a:lnTo>
                  <a:lnTo>
                    <a:pt x="1582927" y="0"/>
                  </a:lnTo>
                  <a:close/>
                </a:path>
              </a:pathLst>
            </a:custGeom>
            <a:ln w="25908">
              <a:solidFill>
                <a:srgbClr val="F79546"/>
              </a:solidFill>
            </a:ln>
          </p:spPr>
          <p:txBody>
            <a:bodyPr wrap="square" lIns="0" tIns="0" rIns="0" bIns="0" rtlCol="0"/>
            <a:lstStyle/>
            <a:p>
              <a:endParaRPr/>
            </a:p>
          </p:txBody>
        </p:sp>
        <p:pic>
          <p:nvPicPr>
            <p:cNvPr id="5" name="object 5"/>
            <p:cNvPicPr/>
            <p:nvPr/>
          </p:nvPicPr>
          <p:blipFill>
            <a:blip r:embed="rId2" cstate="print"/>
            <a:stretch>
              <a:fillRect/>
            </a:stretch>
          </p:blipFill>
          <p:spPr>
            <a:xfrm>
              <a:off x="6353555" y="5439663"/>
              <a:ext cx="1236980" cy="206349"/>
            </a:xfrm>
            <a:prstGeom prst="rect">
              <a:avLst/>
            </a:prstGeom>
          </p:spPr>
        </p:pic>
        <p:pic>
          <p:nvPicPr>
            <p:cNvPr id="6" name="object 6"/>
            <p:cNvPicPr/>
            <p:nvPr/>
          </p:nvPicPr>
          <p:blipFill>
            <a:blip r:embed="rId3" cstate="print"/>
            <a:stretch>
              <a:fillRect/>
            </a:stretch>
          </p:blipFill>
          <p:spPr>
            <a:xfrm>
              <a:off x="2391515" y="4991100"/>
              <a:ext cx="1609001" cy="1076325"/>
            </a:xfrm>
            <a:prstGeom prst="rect">
              <a:avLst/>
            </a:prstGeom>
          </p:spPr>
        </p:pic>
      </p:grpSp>
      <p:pic>
        <p:nvPicPr>
          <p:cNvPr id="7" name="object 7"/>
          <p:cNvPicPr/>
          <p:nvPr/>
        </p:nvPicPr>
        <p:blipFill>
          <a:blip r:embed="rId4" cstate="print"/>
          <a:stretch>
            <a:fillRect/>
          </a:stretch>
        </p:blipFill>
        <p:spPr>
          <a:xfrm>
            <a:off x="485848" y="3629405"/>
            <a:ext cx="1610375" cy="1076325"/>
          </a:xfrm>
          <a:prstGeom prst="rect">
            <a:avLst/>
          </a:prstGeom>
        </p:spPr>
      </p:pic>
      <p:pic>
        <p:nvPicPr>
          <p:cNvPr id="8" name="object 8"/>
          <p:cNvPicPr/>
          <p:nvPr/>
        </p:nvPicPr>
        <p:blipFill>
          <a:blip r:embed="rId5" cstate="print"/>
          <a:stretch>
            <a:fillRect/>
          </a:stretch>
        </p:blipFill>
        <p:spPr>
          <a:xfrm>
            <a:off x="2419350" y="3638587"/>
            <a:ext cx="1609725" cy="1077030"/>
          </a:xfrm>
          <a:prstGeom prst="rect">
            <a:avLst/>
          </a:prstGeom>
        </p:spPr>
      </p:pic>
      <p:pic>
        <p:nvPicPr>
          <p:cNvPr id="9" name="object 9"/>
          <p:cNvPicPr/>
          <p:nvPr/>
        </p:nvPicPr>
        <p:blipFill>
          <a:blip r:embed="rId6" cstate="print"/>
          <a:stretch>
            <a:fillRect/>
          </a:stretch>
        </p:blipFill>
        <p:spPr>
          <a:xfrm>
            <a:off x="4219206" y="3619128"/>
            <a:ext cx="1610084" cy="1076686"/>
          </a:xfrm>
          <a:prstGeom prst="rect">
            <a:avLst/>
          </a:prstGeom>
        </p:spPr>
      </p:pic>
      <p:pic>
        <p:nvPicPr>
          <p:cNvPr id="10" name="object 10"/>
          <p:cNvPicPr/>
          <p:nvPr/>
        </p:nvPicPr>
        <p:blipFill>
          <a:blip r:embed="rId7" cstate="print"/>
          <a:stretch>
            <a:fillRect/>
          </a:stretch>
        </p:blipFill>
        <p:spPr>
          <a:xfrm>
            <a:off x="5991225" y="3629025"/>
            <a:ext cx="1609725" cy="1076325"/>
          </a:xfrm>
          <a:prstGeom prst="rect">
            <a:avLst/>
          </a:prstGeom>
        </p:spPr>
      </p:pic>
    </p:spTree>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391413"/>
            <a:ext cx="6915784" cy="878840"/>
          </a:xfrm>
          <a:prstGeom prst="rect">
            <a:avLst/>
          </a:prstGeom>
        </p:spPr>
        <p:txBody>
          <a:bodyPr vert="horz" wrap="square" lIns="0" tIns="12065" rIns="0" bIns="0" rtlCol="0">
            <a:spAutoFit/>
          </a:bodyPr>
          <a:lstStyle/>
          <a:p>
            <a:pPr marL="12700" marR="5080">
              <a:lnSpc>
                <a:spcPct val="100000"/>
              </a:lnSpc>
              <a:spcBef>
                <a:spcPts val="95"/>
              </a:spcBef>
            </a:pPr>
            <a:r>
              <a:rPr b="1" dirty="0">
                <a:latin typeface="Calibri"/>
                <a:cs typeface="Calibri"/>
              </a:rPr>
              <a:t>4.4.3.6</a:t>
            </a:r>
            <a:r>
              <a:rPr b="1" spc="-20" dirty="0">
                <a:latin typeface="Calibri"/>
                <a:cs typeface="Calibri"/>
              </a:rPr>
              <a:t> </a:t>
            </a:r>
            <a:r>
              <a:rPr b="1" dirty="0">
                <a:latin typeface="Calibri"/>
                <a:cs typeface="Calibri"/>
              </a:rPr>
              <a:t>Hình</a:t>
            </a:r>
            <a:r>
              <a:rPr b="1" spc="-65" dirty="0">
                <a:latin typeface="Calibri"/>
                <a:cs typeface="Calibri"/>
              </a:rPr>
              <a:t> </a:t>
            </a:r>
            <a:r>
              <a:rPr b="1" dirty="0">
                <a:latin typeface="Calibri"/>
                <a:cs typeface="Calibri"/>
              </a:rPr>
              <a:t>chữ</a:t>
            </a:r>
            <a:r>
              <a:rPr b="1" spc="-60" dirty="0">
                <a:latin typeface="Calibri"/>
                <a:cs typeface="Calibri"/>
              </a:rPr>
              <a:t> </a:t>
            </a:r>
            <a:r>
              <a:rPr b="1" dirty="0">
                <a:latin typeface="Calibri"/>
                <a:cs typeface="Calibri"/>
              </a:rPr>
              <a:t>nhật</a:t>
            </a:r>
            <a:r>
              <a:rPr b="1" spc="-55" dirty="0">
                <a:latin typeface="Calibri"/>
                <a:cs typeface="Calibri"/>
              </a:rPr>
              <a:t> </a:t>
            </a:r>
            <a:r>
              <a:rPr b="1" dirty="0">
                <a:latin typeface="Calibri"/>
                <a:cs typeface="Calibri"/>
              </a:rPr>
              <a:t>MỞ</a:t>
            </a:r>
            <a:r>
              <a:rPr b="1" spc="-60" dirty="0">
                <a:latin typeface="Calibri"/>
                <a:cs typeface="Calibri"/>
              </a:rPr>
              <a:t> </a:t>
            </a:r>
            <a:r>
              <a:rPr b="1" dirty="0">
                <a:latin typeface="Calibri"/>
                <a:cs typeface="Calibri"/>
              </a:rPr>
              <a:t>RỘNG</a:t>
            </a:r>
            <a:r>
              <a:rPr b="1" spc="-55" dirty="0">
                <a:latin typeface="Calibri"/>
                <a:cs typeface="Calibri"/>
              </a:rPr>
              <a:t> </a:t>
            </a:r>
            <a:r>
              <a:rPr b="1" dirty="0">
                <a:latin typeface="Calibri"/>
                <a:cs typeface="Calibri"/>
              </a:rPr>
              <a:t>trong</a:t>
            </a:r>
            <a:r>
              <a:rPr b="1" spc="-65" dirty="0">
                <a:latin typeface="Calibri"/>
                <a:cs typeface="Calibri"/>
              </a:rPr>
              <a:t> </a:t>
            </a:r>
            <a:r>
              <a:rPr b="1" dirty="0">
                <a:latin typeface="Calibri"/>
                <a:cs typeface="Calibri"/>
              </a:rPr>
              <a:t>biểu</a:t>
            </a:r>
            <a:r>
              <a:rPr b="1" spc="-50" dirty="0">
                <a:latin typeface="Calibri"/>
                <a:cs typeface="Calibri"/>
              </a:rPr>
              <a:t> </a:t>
            </a:r>
            <a:r>
              <a:rPr b="1" spc="-25" dirty="0">
                <a:latin typeface="Calibri"/>
                <a:cs typeface="Calibri"/>
              </a:rPr>
              <a:t>đồ </a:t>
            </a:r>
            <a:r>
              <a:rPr b="1" dirty="0">
                <a:latin typeface="Calibri"/>
                <a:cs typeface="Calibri"/>
              </a:rPr>
              <a:t>Karnaugh</a:t>
            </a:r>
            <a:r>
              <a:rPr b="1" spc="-40" dirty="0">
                <a:latin typeface="Calibri"/>
                <a:cs typeface="Calibri"/>
              </a:rPr>
              <a:t> </a:t>
            </a:r>
            <a:r>
              <a:rPr b="1" dirty="0">
                <a:latin typeface="Calibri"/>
                <a:cs typeface="Calibri"/>
              </a:rPr>
              <a:t>của</a:t>
            </a:r>
            <a:r>
              <a:rPr b="1" spc="-45" dirty="0">
                <a:latin typeface="Calibri"/>
                <a:cs typeface="Calibri"/>
              </a:rPr>
              <a:t> </a:t>
            </a:r>
            <a:r>
              <a:rPr b="1" dirty="0">
                <a:latin typeface="Calibri"/>
                <a:cs typeface="Calibri"/>
              </a:rPr>
              <a:t>hàm</a:t>
            </a:r>
            <a:r>
              <a:rPr b="1" spc="-60" dirty="0">
                <a:latin typeface="Calibri"/>
                <a:cs typeface="Calibri"/>
              </a:rPr>
              <a:t> </a:t>
            </a:r>
            <a:r>
              <a:rPr b="1" dirty="0">
                <a:latin typeface="Calibri"/>
                <a:cs typeface="Calibri"/>
              </a:rPr>
              <a:t>Bool</a:t>
            </a:r>
            <a:r>
              <a:rPr b="1" spc="-55" dirty="0">
                <a:latin typeface="Calibri"/>
                <a:cs typeface="Calibri"/>
              </a:rPr>
              <a:t> </a:t>
            </a:r>
            <a:r>
              <a:rPr b="1" dirty="0">
                <a:latin typeface="Calibri"/>
                <a:cs typeface="Calibri"/>
              </a:rPr>
              <a:t>f</a:t>
            </a:r>
            <a:r>
              <a:rPr b="1" spc="-60" dirty="0">
                <a:latin typeface="Calibri"/>
                <a:cs typeface="Calibri"/>
              </a:rPr>
              <a:t> </a:t>
            </a:r>
            <a:r>
              <a:rPr b="1" spc="-50" dirty="0">
                <a:latin typeface="Calibri"/>
                <a:cs typeface="Calibri"/>
              </a:rPr>
              <a:t>:</a:t>
            </a:r>
          </a:p>
        </p:txBody>
      </p:sp>
      <p:sp>
        <p:nvSpPr>
          <p:cNvPr id="3" name="object 3"/>
          <p:cNvSpPr txBox="1"/>
          <p:nvPr/>
        </p:nvSpPr>
        <p:spPr>
          <a:xfrm>
            <a:off x="459740" y="1330198"/>
            <a:ext cx="8117840" cy="1818005"/>
          </a:xfrm>
          <a:prstGeom prst="rect">
            <a:avLst/>
          </a:prstGeom>
        </p:spPr>
        <p:txBody>
          <a:bodyPr vert="horz" wrap="square" lIns="0" tIns="12065" rIns="0" bIns="0" rtlCol="0">
            <a:spAutoFit/>
          </a:bodyPr>
          <a:lstStyle/>
          <a:p>
            <a:pPr marL="12700" marR="5080" indent="80645">
              <a:lnSpc>
                <a:spcPct val="100000"/>
              </a:lnSpc>
              <a:spcBef>
                <a:spcPts val="95"/>
              </a:spcBef>
            </a:pPr>
            <a:r>
              <a:rPr sz="2800" dirty="0">
                <a:latin typeface="Calibri"/>
                <a:cs typeface="Calibri"/>
              </a:rPr>
              <a:t>Khi</a:t>
            </a:r>
            <a:r>
              <a:rPr sz="2800" spc="-50" dirty="0">
                <a:latin typeface="Calibri"/>
                <a:cs typeface="Calibri"/>
              </a:rPr>
              <a:t> </a:t>
            </a:r>
            <a:r>
              <a:rPr sz="2800" dirty="0">
                <a:latin typeface="Calibri"/>
                <a:cs typeface="Calibri"/>
              </a:rPr>
              <a:t>cuốn</a:t>
            </a:r>
            <a:r>
              <a:rPr sz="2800" spc="-30" dirty="0">
                <a:latin typeface="Calibri"/>
                <a:cs typeface="Calibri"/>
              </a:rPr>
              <a:t> </a:t>
            </a:r>
            <a:r>
              <a:rPr sz="2800" dirty="0">
                <a:latin typeface="Calibri"/>
                <a:cs typeface="Calibri"/>
              </a:rPr>
              <a:t>hai</a:t>
            </a:r>
            <a:r>
              <a:rPr sz="2800" spc="-45" dirty="0">
                <a:latin typeface="Calibri"/>
                <a:cs typeface="Calibri"/>
              </a:rPr>
              <a:t> </a:t>
            </a:r>
            <a:r>
              <a:rPr sz="2800" dirty="0">
                <a:latin typeface="Calibri"/>
                <a:cs typeface="Calibri"/>
              </a:rPr>
              <a:t>mép</a:t>
            </a:r>
            <a:r>
              <a:rPr sz="2800" spc="-40" dirty="0">
                <a:latin typeface="Calibri"/>
                <a:cs typeface="Calibri"/>
              </a:rPr>
              <a:t> </a:t>
            </a:r>
            <a:r>
              <a:rPr sz="2800" dirty="0">
                <a:latin typeface="Calibri"/>
                <a:cs typeface="Calibri"/>
              </a:rPr>
              <a:t>dọc</a:t>
            </a:r>
            <a:r>
              <a:rPr sz="2800" spc="-35" dirty="0">
                <a:latin typeface="Calibri"/>
                <a:cs typeface="Calibri"/>
              </a:rPr>
              <a:t> </a:t>
            </a:r>
            <a:r>
              <a:rPr sz="2800" dirty="0">
                <a:latin typeface="Calibri"/>
                <a:cs typeface="Calibri"/>
              </a:rPr>
              <a:t>,</a:t>
            </a:r>
            <a:r>
              <a:rPr sz="2800" spc="-45" dirty="0">
                <a:latin typeface="Calibri"/>
                <a:cs typeface="Calibri"/>
              </a:rPr>
              <a:t> </a:t>
            </a:r>
            <a:r>
              <a:rPr sz="2800" dirty="0">
                <a:latin typeface="Calibri"/>
                <a:cs typeface="Calibri"/>
              </a:rPr>
              <a:t>hay</a:t>
            </a:r>
            <a:r>
              <a:rPr sz="2800" spc="-55" dirty="0">
                <a:latin typeface="Calibri"/>
                <a:cs typeface="Calibri"/>
              </a:rPr>
              <a:t> </a:t>
            </a:r>
            <a:r>
              <a:rPr sz="2800" dirty="0">
                <a:latin typeface="Calibri"/>
                <a:cs typeface="Calibri"/>
              </a:rPr>
              <a:t>ngang,</a:t>
            </a:r>
            <a:r>
              <a:rPr sz="2800" spc="-45" dirty="0">
                <a:latin typeface="Calibri"/>
                <a:cs typeface="Calibri"/>
              </a:rPr>
              <a:t> </a:t>
            </a:r>
            <a:r>
              <a:rPr sz="2800" dirty="0">
                <a:latin typeface="Calibri"/>
                <a:cs typeface="Calibri"/>
              </a:rPr>
              <a:t>hay</a:t>
            </a:r>
            <a:r>
              <a:rPr sz="2800" spc="-45" dirty="0">
                <a:latin typeface="Calibri"/>
                <a:cs typeface="Calibri"/>
              </a:rPr>
              <a:t> </a:t>
            </a:r>
            <a:r>
              <a:rPr sz="2800" dirty="0">
                <a:latin typeface="Calibri"/>
                <a:cs typeface="Calibri"/>
              </a:rPr>
              <a:t>cuốn</a:t>
            </a:r>
            <a:r>
              <a:rPr sz="2800" spc="-40" dirty="0">
                <a:latin typeface="Calibri"/>
                <a:cs typeface="Calibri"/>
              </a:rPr>
              <a:t> </a:t>
            </a:r>
            <a:r>
              <a:rPr sz="2800" dirty="0">
                <a:latin typeface="Calibri"/>
                <a:cs typeface="Calibri"/>
              </a:rPr>
              <a:t>dọc</a:t>
            </a:r>
            <a:r>
              <a:rPr sz="2800" spc="-35" dirty="0">
                <a:latin typeface="Calibri"/>
                <a:cs typeface="Calibri"/>
              </a:rPr>
              <a:t> </a:t>
            </a:r>
            <a:r>
              <a:rPr sz="2800" spc="-20" dirty="0">
                <a:latin typeface="Calibri"/>
                <a:cs typeface="Calibri"/>
              </a:rPr>
              <a:t>xong </a:t>
            </a:r>
            <a:r>
              <a:rPr sz="2800" dirty="0">
                <a:latin typeface="Calibri"/>
                <a:cs typeface="Calibri"/>
              </a:rPr>
              <a:t>sau</a:t>
            </a:r>
            <a:r>
              <a:rPr sz="2800" spc="-45" dirty="0">
                <a:latin typeface="Calibri"/>
                <a:cs typeface="Calibri"/>
              </a:rPr>
              <a:t> </a:t>
            </a:r>
            <a:r>
              <a:rPr sz="2800" dirty="0">
                <a:latin typeface="Calibri"/>
                <a:cs typeface="Calibri"/>
              </a:rPr>
              <a:t>đó</a:t>
            </a:r>
            <a:r>
              <a:rPr sz="2800" spc="-50" dirty="0">
                <a:latin typeface="Calibri"/>
                <a:cs typeface="Calibri"/>
              </a:rPr>
              <a:t> </a:t>
            </a:r>
            <a:r>
              <a:rPr sz="2800" dirty="0">
                <a:latin typeface="Calibri"/>
                <a:cs typeface="Calibri"/>
              </a:rPr>
              <a:t>thực</a:t>
            </a:r>
            <a:r>
              <a:rPr sz="2800" spc="-30" dirty="0">
                <a:latin typeface="Calibri"/>
                <a:cs typeface="Calibri"/>
              </a:rPr>
              <a:t> </a:t>
            </a:r>
            <a:r>
              <a:rPr sz="2800" dirty="0">
                <a:latin typeface="Calibri"/>
                <a:cs typeface="Calibri"/>
              </a:rPr>
              <a:t>hiện</a:t>
            </a:r>
            <a:r>
              <a:rPr sz="2800" spc="-30" dirty="0">
                <a:latin typeface="Calibri"/>
                <a:cs typeface="Calibri"/>
              </a:rPr>
              <a:t> </a:t>
            </a:r>
            <a:r>
              <a:rPr sz="2800" dirty="0">
                <a:latin typeface="Calibri"/>
                <a:cs typeface="Calibri"/>
              </a:rPr>
              <a:t>cuốn</a:t>
            </a:r>
            <a:r>
              <a:rPr sz="2800" spc="-35" dirty="0">
                <a:latin typeface="Calibri"/>
                <a:cs typeface="Calibri"/>
              </a:rPr>
              <a:t> </a:t>
            </a:r>
            <a:r>
              <a:rPr sz="2800" dirty="0">
                <a:latin typeface="Calibri"/>
                <a:cs typeface="Calibri"/>
              </a:rPr>
              <a:t>ngang</a:t>
            </a:r>
            <a:r>
              <a:rPr sz="2800" spc="-45" dirty="0">
                <a:latin typeface="Calibri"/>
                <a:cs typeface="Calibri"/>
              </a:rPr>
              <a:t> </a:t>
            </a:r>
            <a:r>
              <a:rPr sz="2800" dirty="0">
                <a:latin typeface="Calibri"/>
                <a:cs typeface="Calibri"/>
              </a:rPr>
              <a:t>dính</a:t>
            </a:r>
            <a:r>
              <a:rPr sz="2800" spc="-30" dirty="0">
                <a:latin typeface="Calibri"/>
                <a:cs typeface="Calibri"/>
              </a:rPr>
              <a:t> </a:t>
            </a:r>
            <a:r>
              <a:rPr sz="2800" dirty="0">
                <a:latin typeface="Calibri"/>
                <a:cs typeface="Calibri"/>
              </a:rPr>
              <a:t>nhau,</a:t>
            </a:r>
            <a:r>
              <a:rPr sz="2800" spc="-25" dirty="0">
                <a:latin typeface="Calibri"/>
                <a:cs typeface="Calibri"/>
              </a:rPr>
              <a:t> </a:t>
            </a:r>
            <a:r>
              <a:rPr sz="2800" dirty="0">
                <a:latin typeface="Calibri"/>
                <a:cs typeface="Calibri"/>
              </a:rPr>
              <a:t>nếu</a:t>
            </a:r>
            <a:r>
              <a:rPr sz="2800" spc="-40" dirty="0">
                <a:latin typeface="Calibri"/>
                <a:cs typeface="Calibri"/>
              </a:rPr>
              <a:t> </a:t>
            </a:r>
            <a:r>
              <a:rPr sz="2800" dirty="0">
                <a:latin typeface="Calibri"/>
                <a:cs typeface="Calibri"/>
              </a:rPr>
              <a:t>các</a:t>
            </a:r>
            <a:r>
              <a:rPr sz="2800" spc="-50" dirty="0">
                <a:latin typeface="Calibri"/>
                <a:cs typeface="Calibri"/>
              </a:rPr>
              <a:t> </a:t>
            </a:r>
            <a:r>
              <a:rPr sz="2800" dirty="0">
                <a:latin typeface="Calibri"/>
                <a:cs typeface="Calibri"/>
              </a:rPr>
              <a:t>ô</a:t>
            </a:r>
            <a:r>
              <a:rPr sz="2800" spc="-50" dirty="0">
                <a:latin typeface="Calibri"/>
                <a:cs typeface="Calibri"/>
              </a:rPr>
              <a:t> </a:t>
            </a:r>
            <a:r>
              <a:rPr sz="2800" spc="-20" dirty="0">
                <a:latin typeface="Calibri"/>
                <a:cs typeface="Calibri"/>
              </a:rPr>
              <a:t>được </a:t>
            </a:r>
            <a:r>
              <a:rPr sz="2800" dirty="0">
                <a:latin typeface="Calibri"/>
                <a:cs typeface="Calibri"/>
              </a:rPr>
              <a:t>tô</a:t>
            </a:r>
            <a:r>
              <a:rPr sz="2800" spc="-55" dirty="0">
                <a:latin typeface="Calibri"/>
                <a:cs typeface="Calibri"/>
              </a:rPr>
              <a:t> </a:t>
            </a:r>
            <a:r>
              <a:rPr sz="2800" dirty="0">
                <a:latin typeface="Calibri"/>
                <a:cs typeface="Calibri"/>
              </a:rPr>
              <a:t>tạo</a:t>
            </a:r>
            <a:r>
              <a:rPr sz="2800" spc="-40" dirty="0">
                <a:latin typeface="Calibri"/>
                <a:cs typeface="Calibri"/>
              </a:rPr>
              <a:t> </a:t>
            </a:r>
            <a:r>
              <a:rPr sz="2800" dirty="0">
                <a:latin typeface="Calibri"/>
                <a:cs typeface="Calibri"/>
              </a:rPr>
              <a:t>thành</a:t>
            </a:r>
            <a:r>
              <a:rPr sz="2800" spc="-40" dirty="0">
                <a:latin typeface="Calibri"/>
                <a:cs typeface="Calibri"/>
              </a:rPr>
              <a:t> </a:t>
            </a:r>
            <a:r>
              <a:rPr sz="2800" dirty="0">
                <a:latin typeface="Calibri"/>
                <a:cs typeface="Calibri"/>
              </a:rPr>
              <a:t>HCN</a:t>
            </a:r>
            <a:r>
              <a:rPr sz="2800" spc="-35" dirty="0">
                <a:latin typeface="Calibri"/>
                <a:cs typeface="Calibri"/>
              </a:rPr>
              <a:t> </a:t>
            </a:r>
            <a:r>
              <a:rPr sz="2800" dirty="0">
                <a:latin typeface="Calibri"/>
                <a:cs typeface="Calibri"/>
              </a:rPr>
              <a:t>thì</a:t>
            </a:r>
            <a:r>
              <a:rPr sz="2800" spc="-50" dirty="0">
                <a:latin typeface="Calibri"/>
                <a:cs typeface="Calibri"/>
              </a:rPr>
              <a:t> </a:t>
            </a:r>
            <a:r>
              <a:rPr sz="2800" dirty="0">
                <a:latin typeface="Calibri"/>
                <a:cs typeface="Calibri"/>
              </a:rPr>
              <a:t>được</a:t>
            </a:r>
            <a:r>
              <a:rPr sz="2800" spc="-20" dirty="0">
                <a:latin typeface="Calibri"/>
                <a:cs typeface="Calibri"/>
              </a:rPr>
              <a:t> </a:t>
            </a:r>
            <a:r>
              <a:rPr sz="2800" dirty="0">
                <a:latin typeface="Calibri"/>
                <a:cs typeface="Calibri"/>
              </a:rPr>
              <a:t>là</a:t>
            </a:r>
            <a:r>
              <a:rPr sz="2800" spc="-60" dirty="0">
                <a:latin typeface="Calibri"/>
                <a:cs typeface="Calibri"/>
              </a:rPr>
              <a:t> </a:t>
            </a:r>
            <a:r>
              <a:rPr sz="2800" dirty="0">
                <a:latin typeface="Calibri"/>
                <a:cs typeface="Calibri"/>
              </a:rPr>
              <a:t>HCN</a:t>
            </a:r>
            <a:r>
              <a:rPr sz="2800" spc="-35" dirty="0">
                <a:latin typeface="Calibri"/>
                <a:cs typeface="Calibri"/>
              </a:rPr>
              <a:t> </a:t>
            </a:r>
            <a:r>
              <a:rPr sz="2800" dirty="0">
                <a:latin typeface="Calibri"/>
                <a:cs typeface="Calibri"/>
              </a:rPr>
              <a:t>mở</a:t>
            </a:r>
            <a:r>
              <a:rPr sz="2800" spc="-40" dirty="0">
                <a:latin typeface="Calibri"/>
                <a:cs typeface="Calibri"/>
              </a:rPr>
              <a:t> </a:t>
            </a:r>
            <a:r>
              <a:rPr sz="2800" spc="-20" dirty="0">
                <a:latin typeface="Calibri"/>
                <a:cs typeface="Calibri"/>
              </a:rPr>
              <a:t>rộng</a:t>
            </a:r>
            <a:endParaRPr sz="2800">
              <a:latin typeface="Calibri"/>
              <a:cs typeface="Calibri"/>
            </a:endParaRPr>
          </a:p>
          <a:p>
            <a:pPr marL="12700">
              <a:lnSpc>
                <a:spcPct val="100000"/>
              </a:lnSpc>
              <a:spcBef>
                <a:spcPts val="675"/>
              </a:spcBef>
            </a:pPr>
            <a:r>
              <a:rPr sz="2800" b="1" dirty="0">
                <a:latin typeface="Calibri"/>
                <a:cs typeface="Calibri"/>
              </a:rPr>
              <a:t>Ví</a:t>
            </a:r>
            <a:r>
              <a:rPr sz="2800" b="1" spc="-5" dirty="0">
                <a:latin typeface="Calibri"/>
                <a:cs typeface="Calibri"/>
              </a:rPr>
              <a:t> </a:t>
            </a:r>
            <a:r>
              <a:rPr sz="2800" b="1" dirty="0">
                <a:latin typeface="Calibri"/>
                <a:cs typeface="Calibri"/>
              </a:rPr>
              <a:t>dụ</a:t>
            </a:r>
            <a:r>
              <a:rPr sz="2800" b="1" spc="-5" dirty="0">
                <a:latin typeface="Calibri"/>
                <a:cs typeface="Calibri"/>
              </a:rPr>
              <a:t> </a:t>
            </a:r>
            <a:r>
              <a:rPr sz="2800" b="1" dirty="0">
                <a:latin typeface="Calibri"/>
                <a:cs typeface="Calibri"/>
              </a:rPr>
              <a:t>1</a:t>
            </a:r>
            <a:r>
              <a:rPr sz="2800" b="1" spc="10" dirty="0">
                <a:latin typeface="Calibri"/>
                <a:cs typeface="Calibri"/>
              </a:rPr>
              <a:t> </a:t>
            </a:r>
            <a:r>
              <a:rPr sz="2800" b="1" spc="-50" dirty="0">
                <a:latin typeface="Calibri"/>
                <a:cs typeface="Calibri"/>
              </a:rPr>
              <a:t>:</a:t>
            </a:r>
            <a:endParaRPr sz="2800">
              <a:latin typeface="Calibri"/>
              <a:cs typeface="Calibri"/>
            </a:endParaRPr>
          </a:p>
        </p:txBody>
      </p:sp>
      <p:sp>
        <p:nvSpPr>
          <p:cNvPr id="4" name="object 4"/>
          <p:cNvSpPr txBox="1"/>
          <p:nvPr/>
        </p:nvSpPr>
        <p:spPr>
          <a:xfrm>
            <a:off x="4671440" y="3725036"/>
            <a:ext cx="375920" cy="452120"/>
          </a:xfrm>
          <a:prstGeom prst="rect">
            <a:avLst/>
          </a:prstGeom>
        </p:spPr>
        <p:txBody>
          <a:bodyPr vert="horz" wrap="square" lIns="0" tIns="12065" rIns="0" bIns="0" rtlCol="0">
            <a:spAutoFit/>
          </a:bodyPr>
          <a:lstStyle/>
          <a:p>
            <a:pPr marL="12700">
              <a:lnSpc>
                <a:spcPct val="100000"/>
              </a:lnSpc>
              <a:spcBef>
                <a:spcPts val="95"/>
              </a:spcBef>
            </a:pPr>
            <a:r>
              <a:rPr sz="2800" spc="-50" dirty="0">
                <a:latin typeface="Symbol"/>
                <a:cs typeface="Symbol"/>
              </a:rPr>
              <a:t></a:t>
            </a:r>
            <a:endParaRPr sz="2800">
              <a:latin typeface="Symbol"/>
              <a:cs typeface="Symbol"/>
            </a:endParaRPr>
          </a:p>
        </p:txBody>
      </p:sp>
      <p:pic>
        <p:nvPicPr>
          <p:cNvPr id="5" name="object 5"/>
          <p:cNvPicPr/>
          <p:nvPr/>
        </p:nvPicPr>
        <p:blipFill>
          <a:blip r:embed="rId2" cstate="print"/>
          <a:stretch>
            <a:fillRect/>
          </a:stretch>
        </p:blipFill>
        <p:spPr>
          <a:xfrm>
            <a:off x="647691" y="3599287"/>
            <a:ext cx="1609352" cy="1075595"/>
          </a:xfrm>
          <a:prstGeom prst="rect">
            <a:avLst/>
          </a:prstGeom>
        </p:spPr>
      </p:pic>
      <p:pic>
        <p:nvPicPr>
          <p:cNvPr id="6" name="object 6"/>
          <p:cNvPicPr/>
          <p:nvPr/>
        </p:nvPicPr>
        <p:blipFill>
          <a:blip r:embed="rId3" cstate="print"/>
          <a:stretch>
            <a:fillRect/>
          </a:stretch>
        </p:blipFill>
        <p:spPr>
          <a:xfrm>
            <a:off x="2857517" y="3619512"/>
            <a:ext cx="1610448" cy="1076686"/>
          </a:xfrm>
          <a:prstGeom prst="rect">
            <a:avLst/>
          </a:prstGeom>
        </p:spPr>
      </p:pic>
      <p:pic>
        <p:nvPicPr>
          <p:cNvPr id="7" name="object 7"/>
          <p:cNvPicPr/>
          <p:nvPr/>
        </p:nvPicPr>
        <p:blipFill>
          <a:blip r:embed="rId4" cstate="print"/>
          <a:stretch>
            <a:fillRect/>
          </a:stretch>
        </p:blipFill>
        <p:spPr>
          <a:xfrm>
            <a:off x="5266951" y="3604640"/>
            <a:ext cx="1772013" cy="1085849"/>
          </a:xfrm>
          <a:prstGeom prst="rect">
            <a:avLst/>
          </a:prstGeom>
        </p:spPr>
      </p:pic>
      <p:sp>
        <p:nvSpPr>
          <p:cNvPr id="8" name="object 8"/>
          <p:cNvSpPr txBox="1"/>
          <p:nvPr/>
        </p:nvSpPr>
        <p:spPr>
          <a:xfrm>
            <a:off x="2838957" y="3029839"/>
            <a:ext cx="191770" cy="577215"/>
          </a:xfrm>
          <a:prstGeom prst="rect">
            <a:avLst/>
          </a:prstGeom>
        </p:spPr>
        <p:txBody>
          <a:bodyPr vert="horz" wrap="square" lIns="0" tIns="12700" rIns="0" bIns="0" rtlCol="0">
            <a:spAutoFit/>
          </a:bodyPr>
          <a:lstStyle/>
          <a:p>
            <a:pPr marL="66040">
              <a:lnSpc>
                <a:spcPct val="100000"/>
              </a:lnSpc>
              <a:spcBef>
                <a:spcPts val="100"/>
              </a:spcBef>
            </a:pPr>
            <a:r>
              <a:rPr sz="1800" b="1" spc="-50" dirty="0">
                <a:latin typeface="Calibri"/>
                <a:cs typeface="Calibri"/>
              </a:rPr>
              <a:t>a</a:t>
            </a:r>
            <a:endParaRPr sz="1800">
              <a:latin typeface="Calibri"/>
              <a:cs typeface="Calibri"/>
            </a:endParaRPr>
          </a:p>
          <a:p>
            <a:pPr marL="12700">
              <a:lnSpc>
                <a:spcPct val="100000"/>
              </a:lnSpc>
              <a:spcBef>
                <a:spcPts val="20"/>
              </a:spcBef>
            </a:pPr>
            <a:r>
              <a:rPr sz="1800" spc="-50" dirty="0">
                <a:latin typeface="Symbol"/>
                <a:cs typeface="Symbol"/>
              </a:rPr>
              <a:t></a:t>
            </a:r>
            <a:endParaRPr sz="1800">
              <a:latin typeface="Symbol"/>
              <a:cs typeface="Symbol"/>
            </a:endParaRPr>
          </a:p>
        </p:txBody>
      </p:sp>
      <p:sp>
        <p:nvSpPr>
          <p:cNvPr id="9" name="object 9"/>
          <p:cNvSpPr txBox="1"/>
          <p:nvPr/>
        </p:nvSpPr>
        <p:spPr>
          <a:xfrm>
            <a:off x="3553714" y="3029839"/>
            <a:ext cx="163830" cy="577215"/>
          </a:xfrm>
          <a:prstGeom prst="rect">
            <a:avLst/>
          </a:prstGeom>
        </p:spPr>
        <p:txBody>
          <a:bodyPr vert="horz" wrap="square" lIns="0" tIns="12700" rIns="0" bIns="0" rtlCol="0">
            <a:spAutoFit/>
          </a:bodyPr>
          <a:lstStyle/>
          <a:p>
            <a:pPr marL="39370">
              <a:lnSpc>
                <a:spcPct val="100000"/>
              </a:lnSpc>
              <a:spcBef>
                <a:spcPts val="100"/>
              </a:spcBef>
            </a:pPr>
            <a:r>
              <a:rPr sz="1800" b="1" spc="-50" dirty="0">
                <a:latin typeface="Calibri"/>
                <a:cs typeface="Calibri"/>
              </a:rPr>
              <a:t>c</a:t>
            </a:r>
            <a:endParaRPr sz="1800">
              <a:latin typeface="Calibri"/>
              <a:cs typeface="Calibri"/>
            </a:endParaRPr>
          </a:p>
          <a:p>
            <a:pPr marL="12700">
              <a:lnSpc>
                <a:spcPct val="100000"/>
              </a:lnSpc>
              <a:spcBef>
                <a:spcPts val="20"/>
              </a:spcBef>
            </a:pPr>
            <a:r>
              <a:rPr sz="1800" spc="-50" dirty="0">
                <a:latin typeface="Symbol"/>
                <a:cs typeface="Symbol"/>
              </a:rPr>
              <a:t></a:t>
            </a:r>
            <a:endParaRPr sz="1800">
              <a:latin typeface="Symbol"/>
              <a:cs typeface="Symbol"/>
            </a:endParaRPr>
          </a:p>
        </p:txBody>
      </p:sp>
      <p:sp>
        <p:nvSpPr>
          <p:cNvPr id="10" name="object 10"/>
          <p:cNvSpPr txBox="1"/>
          <p:nvPr/>
        </p:nvSpPr>
        <p:spPr>
          <a:xfrm>
            <a:off x="4303217" y="3029839"/>
            <a:ext cx="180975" cy="577215"/>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Calibri"/>
                <a:cs typeface="Calibri"/>
              </a:rPr>
              <a:t>b</a:t>
            </a:r>
            <a:endParaRPr sz="1800">
              <a:latin typeface="Calibri"/>
              <a:cs typeface="Calibri"/>
            </a:endParaRPr>
          </a:p>
          <a:p>
            <a:pPr marL="29845">
              <a:lnSpc>
                <a:spcPct val="100000"/>
              </a:lnSpc>
              <a:spcBef>
                <a:spcPts val="20"/>
              </a:spcBef>
            </a:pPr>
            <a:r>
              <a:rPr sz="1800" spc="-50" dirty="0">
                <a:latin typeface="Symbol"/>
                <a:cs typeface="Symbol"/>
              </a:rPr>
              <a:t></a:t>
            </a:r>
            <a:endParaRPr sz="1800">
              <a:latin typeface="Symbol"/>
              <a:cs typeface="Symbol"/>
            </a:endParaRPr>
          </a:p>
        </p:txBody>
      </p:sp>
      <p:sp>
        <p:nvSpPr>
          <p:cNvPr id="11" name="object 11"/>
          <p:cNvSpPr txBox="1"/>
          <p:nvPr/>
        </p:nvSpPr>
        <p:spPr>
          <a:xfrm>
            <a:off x="5236845" y="3029839"/>
            <a:ext cx="191770" cy="577215"/>
          </a:xfrm>
          <a:prstGeom prst="rect">
            <a:avLst/>
          </a:prstGeom>
        </p:spPr>
        <p:txBody>
          <a:bodyPr vert="horz" wrap="square" lIns="0" tIns="12700" rIns="0" bIns="0" rtlCol="0">
            <a:spAutoFit/>
          </a:bodyPr>
          <a:lstStyle/>
          <a:p>
            <a:pPr marL="65405">
              <a:lnSpc>
                <a:spcPct val="100000"/>
              </a:lnSpc>
              <a:spcBef>
                <a:spcPts val="100"/>
              </a:spcBef>
            </a:pPr>
            <a:r>
              <a:rPr sz="1800" b="1" spc="-50" dirty="0">
                <a:latin typeface="Calibri"/>
                <a:cs typeface="Calibri"/>
              </a:rPr>
              <a:t>a</a:t>
            </a:r>
            <a:endParaRPr sz="1800">
              <a:latin typeface="Calibri"/>
              <a:cs typeface="Calibri"/>
            </a:endParaRPr>
          </a:p>
          <a:p>
            <a:pPr marL="12700">
              <a:lnSpc>
                <a:spcPct val="100000"/>
              </a:lnSpc>
              <a:spcBef>
                <a:spcPts val="20"/>
              </a:spcBef>
            </a:pPr>
            <a:r>
              <a:rPr sz="1800" spc="-50" dirty="0">
                <a:latin typeface="Symbol"/>
                <a:cs typeface="Symbol"/>
              </a:rPr>
              <a:t></a:t>
            </a:r>
            <a:endParaRPr sz="1800">
              <a:latin typeface="Symbol"/>
              <a:cs typeface="Symbol"/>
            </a:endParaRPr>
          </a:p>
        </p:txBody>
      </p:sp>
      <p:sp>
        <p:nvSpPr>
          <p:cNvPr id="12" name="object 12"/>
          <p:cNvSpPr txBox="1"/>
          <p:nvPr/>
        </p:nvSpPr>
        <p:spPr>
          <a:xfrm>
            <a:off x="5951601" y="3029839"/>
            <a:ext cx="354330" cy="577215"/>
          </a:xfrm>
          <a:prstGeom prst="rect">
            <a:avLst/>
          </a:prstGeom>
        </p:spPr>
        <p:txBody>
          <a:bodyPr vert="horz" wrap="square" lIns="0" tIns="12700" rIns="0" bIns="0" rtlCol="0">
            <a:spAutoFit/>
          </a:bodyPr>
          <a:lstStyle/>
          <a:p>
            <a:pPr marL="39370">
              <a:lnSpc>
                <a:spcPct val="100000"/>
              </a:lnSpc>
              <a:spcBef>
                <a:spcPts val="100"/>
              </a:spcBef>
            </a:pPr>
            <a:r>
              <a:rPr sz="1800" b="1" dirty="0">
                <a:latin typeface="Calibri"/>
                <a:cs typeface="Calibri"/>
              </a:rPr>
              <a:t>c</a:t>
            </a:r>
            <a:r>
              <a:rPr sz="1800" b="1" spc="409" dirty="0">
                <a:latin typeface="Calibri"/>
                <a:cs typeface="Calibri"/>
              </a:rPr>
              <a:t> </a:t>
            </a:r>
            <a:r>
              <a:rPr sz="1800" b="1" spc="-50" dirty="0">
                <a:latin typeface="Calibri"/>
                <a:cs typeface="Calibri"/>
              </a:rPr>
              <a:t>c</a:t>
            </a:r>
            <a:endParaRPr sz="1800">
              <a:latin typeface="Calibri"/>
              <a:cs typeface="Calibri"/>
            </a:endParaRPr>
          </a:p>
          <a:p>
            <a:pPr marL="12700">
              <a:lnSpc>
                <a:spcPct val="100000"/>
              </a:lnSpc>
              <a:spcBef>
                <a:spcPts val="20"/>
              </a:spcBef>
            </a:pPr>
            <a:r>
              <a:rPr sz="1800" dirty="0">
                <a:latin typeface="Symbol"/>
                <a:cs typeface="Symbol"/>
              </a:rPr>
              <a:t></a:t>
            </a:r>
            <a:r>
              <a:rPr sz="1800" spc="-50" dirty="0">
                <a:latin typeface="Times New Roman"/>
                <a:cs typeface="Times New Roman"/>
              </a:rPr>
              <a:t> </a:t>
            </a:r>
            <a:r>
              <a:rPr sz="1800" spc="-50" dirty="0">
                <a:latin typeface="Symbol"/>
                <a:cs typeface="Symbol"/>
              </a:rPr>
              <a:t></a:t>
            </a:r>
            <a:endParaRPr sz="1800">
              <a:latin typeface="Symbol"/>
              <a:cs typeface="Symbol"/>
            </a:endParaRPr>
          </a:p>
        </p:txBody>
      </p:sp>
      <p:sp>
        <p:nvSpPr>
          <p:cNvPr id="13" name="object 13"/>
          <p:cNvSpPr txBox="1"/>
          <p:nvPr/>
        </p:nvSpPr>
        <p:spPr>
          <a:xfrm>
            <a:off x="6909054" y="3029839"/>
            <a:ext cx="191135" cy="577215"/>
          </a:xfrm>
          <a:prstGeom prst="rect">
            <a:avLst/>
          </a:prstGeom>
        </p:spPr>
        <p:txBody>
          <a:bodyPr vert="horz" wrap="square" lIns="0" tIns="12700" rIns="0" bIns="0" rtlCol="0">
            <a:spAutoFit/>
          </a:bodyPr>
          <a:lstStyle/>
          <a:p>
            <a:pPr marL="55244">
              <a:lnSpc>
                <a:spcPct val="100000"/>
              </a:lnSpc>
              <a:spcBef>
                <a:spcPts val="100"/>
              </a:spcBef>
            </a:pPr>
            <a:r>
              <a:rPr sz="1800" b="1" spc="-50" dirty="0">
                <a:latin typeface="Calibri"/>
                <a:cs typeface="Calibri"/>
              </a:rPr>
              <a:t>b</a:t>
            </a:r>
            <a:endParaRPr sz="1800">
              <a:latin typeface="Calibri"/>
              <a:cs typeface="Calibri"/>
            </a:endParaRPr>
          </a:p>
          <a:p>
            <a:pPr marL="12700">
              <a:lnSpc>
                <a:spcPct val="100000"/>
              </a:lnSpc>
              <a:spcBef>
                <a:spcPts val="20"/>
              </a:spcBef>
            </a:pPr>
            <a:r>
              <a:rPr sz="1800" spc="-50" dirty="0">
                <a:latin typeface="Symbol"/>
                <a:cs typeface="Symbol"/>
              </a:rPr>
              <a:t></a:t>
            </a:r>
            <a:endParaRPr sz="1800">
              <a:latin typeface="Symbol"/>
              <a:cs typeface="Symbol"/>
            </a:endParaRPr>
          </a:p>
        </p:txBody>
      </p:sp>
      <p:pic>
        <p:nvPicPr>
          <p:cNvPr id="14" name="object 14"/>
          <p:cNvPicPr/>
          <p:nvPr/>
        </p:nvPicPr>
        <p:blipFill>
          <a:blip r:embed="rId5" cstate="print"/>
          <a:stretch>
            <a:fillRect/>
          </a:stretch>
        </p:blipFill>
        <p:spPr>
          <a:xfrm>
            <a:off x="5274189" y="5372125"/>
            <a:ext cx="1600565" cy="1077054"/>
          </a:xfrm>
          <a:prstGeom prst="rect">
            <a:avLst/>
          </a:prstGeom>
        </p:spPr>
      </p:pic>
      <p:graphicFrame>
        <p:nvGraphicFramePr>
          <p:cNvPr id="15" name="object 15"/>
          <p:cNvGraphicFramePr>
            <a:graphicFrameLocks noGrp="1"/>
          </p:cNvGraphicFramePr>
          <p:nvPr/>
        </p:nvGraphicFramePr>
        <p:xfrm>
          <a:off x="5217795" y="4852542"/>
          <a:ext cx="1812925" cy="498475"/>
        </p:xfrm>
        <a:graphic>
          <a:graphicData uri="http://schemas.openxmlformats.org/drawingml/2006/table">
            <a:tbl>
              <a:tblPr firstRow="1" bandRow="1">
                <a:tableStyleId>{2D5ABB26-0587-4C30-8999-92F81FD0307C}</a:tableStyleId>
              </a:tblPr>
              <a:tblGrid>
                <a:gridCol w="415925">
                  <a:extLst>
                    <a:ext uri="{9D8B030D-6E8A-4147-A177-3AD203B41FA5}">
                      <a16:colId xmlns:a16="http://schemas.microsoft.com/office/drawing/2014/main" val="20000"/>
                    </a:ext>
                  </a:extLst>
                </a:gridCol>
                <a:gridCol w="816610">
                  <a:extLst>
                    <a:ext uri="{9D8B030D-6E8A-4147-A177-3AD203B41FA5}">
                      <a16:colId xmlns:a16="http://schemas.microsoft.com/office/drawing/2014/main" val="20001"/>
                    </a:ext>
                  </a:extLst>
                </a:gridCol>
                <a:gridCol w="504190">
                  <a:extLst>
                    <a:ext uri="{9D8B030D-6E8A-4147-A177-3AD203B41FA5}">
                      <a16:colId xmlns:a16="http://schemas.microsoft.com/office/drawing/2014/main" val="20002"/>
                    </a:ext>
                  </a:extLst>
                </a:gridCol>
              </a:tblGrid>
              <a:tr h="223520">
                <a:tc>
                  <a:txBody>
                    <a:bodyPr/>
                    <a:lstStyle/>
                    <a:p>
                      <a:pPr marL="84455">
                        <a:lnSpc>
                          <a:spcPts val="1660"/>
                        </a:lnSpc>
                      </a:pPr>
                      <a:r>
                        <a:rPr sz="1800" b="1" spc="-50" dirty="0">
                          <a:latin typeface="Calibri"/>
                          <a:cs typeface="Calibri"/>
                        </a:rPr>
                        <a:t>c</a:t>
                      </a:r>
                      <a:endParaRPr sz="1800">
                        <a:latin typeface="Calibri"/>
                        <a:cs typeface="Calibri"/>
                      </a:endParaRPr>
                    </a:p>
                  </a:txBody>
                  <a:tcPr marL="0" marR="0" marT="0" marB="0"/>
                </a:tc>
                <a:tc>
                  <a:txBody>
                    <a:bodyPr/>
                    <a:lstStyle/>
                    <a:p>
                      <a:pPr marR="278130" algn="r">
                        <a:lnSpc>
                          <a:spcPts val="1660"/>
                        </a:lnSpc>
                      </a:pPr>
                      <a:r>
                        <a:rPr sz="1800" b="1" spc="-25" dirty="0">
                          <a:latin typeface="Calibri"/>
                          <a:cs typeface="Calibri"/>
                        </a:rPr>
                        <a:t>b,a</a:t>
                      </a:r>
                      <a:endParaRPr sz="1800">
                        <a:latin typeface="Calibri"/>
                        <a:cs typeface="Calibri"/>
                      </a:endParaRPr>
                    </a:p>
                  </a:txBody>
                  <a:tcPr marL="0" marR="0" marT="0" marB="0"/>
                </a:tc>
                <a:tc>
                  <a:txBody>
                    <a:bodyPr/>
                    <a:lstStyle/>
                    <a:p>
                      <a:pPr marL="285750">
                        <a:lnSpc>
                          <a:spcPts val="1660"/>
                        </a:lnSpc>
                      </a:pPr>
                      <a:r>
                        <a:rPr sz="1800" b="1" spc="-50" dirty="0">
                          <a:latin typeface="Calibri"/>
                          <a:cs typeface="Calibri"/>
                        </a:rPr>
                        <a:t>c</a:t>
                      </a:r>
                      <a:endParaRPr sz="1800">
                        <a:latin typeface="Calibri"/>
                        <a:cs typeface="Calibri"/>
                      </a:endParaRPr>
                    </a:p>
                  </a:txBody>
                  <a:tcPr marL="0" marR="0" marT="0" marB="0"/>
                </a:tc>
                <a:extLst>
                  <a:ext uri="{0D108BD9-81ED-4DB2-BD59-A6C34878D82A}">
                    <a16:rowId xmlns:a16="http://schemas.microsoft.com/office/drawing/2014/main" val="10000"/>
                  </a:ext>
                </a:extLst>
              </a:tr>
              <a:tr h="274955">
                <a:tc>
                  <a:txBody>
                    <a:bodyPr/>
                    <a:lstStyle/>
                    <a:p>
                      <a:pPr marL="31750">
                        <a:lnSpc>
                          <a:spcPts val="2065"/>
                        </a:lnSpc>
                      </a:pPr>
                      <a:r>
                        <a:rPr sz="1800" spc="-50" dirty="0">
                          <a:latin typeface="Symbol"/>
                          <a:cs typeface="Symbol"/>
                        </a:rPr>
                        <a:t></a:t>
                      </a:r>
                      <a:endParaRPr sz="1800">
                        <a:latin typeface="Symbol"/>
                        <a:cs typeface="Symbol"/>
                      </a:endParaRPr>
                    </a:p>
                  </a:txBody>
                  <a:tcPr marL="0" marR="0" marT="0" marB="0"/>
                </a:tc>
                <a:tc>
                  <a:txBody>
                    <a:bodyPr/>
                    <a:lstStyle/>
                    <a:p>
                      <a:pPr marR="288290" algn="r">
                        <a:lnSpc>
                          <a:spcPts val="2065"/>
                        </a:lnSpc>
                      </a:pPr>
                      <a:r>
                        <a:rPr sz="1800" spc="-50" dirty="0">
                          <a:latin typeface="Symbol"/>
                          <a:cs typeface="Symbol"/>
                        </a:rPr>
                        <a:t></a:t>
                      </a:r>
                      <a:endParaRPr sz="1800">
                        <a:latin typeface="Symbol"/>
                        <a:cs typeface="Symbol"/>
                      </a:endParaRPr>
                    </a:p>
                  </a:txBody>
                  <a:tcPr marL="0" marR="0" marT="0" marB="0"/>
                </a:tc>
                <a:tc>
                  <a:txBody>
                    <a:bodyPr/>
                    <a:lstStyle/>
                    <a:p>
                      <a:pPr marL="334010">
                        <a:lnSpc>
                          <a:spcPts val="2065"/>
                        </a:lnSpc>
                      </a:pPr>
                      <a:r>
                        <a:rPr sz="1800" spc="-50" dirty="0">
                          <a:latin typeface="Symbol"/>
                          <a:cs typeface="Symbol"/>
                        </a:rPr>
                        <a:t></a:t>
                      </a:r>
                      <a:endParaRPr sz="1800">
                        <a:latin typeface="Symbol"/>
                        <a:cs typeface="Symbol"/>
                      </a:endParaRPr>
                    </a:p>
                  </a:txBody>
                  <a:tcPr marL="0" marR="0" marT="0" marB="0"/>
                </a:tc>
                <a:extLst>
                  <a:ext uri="{0D108BD9-81ED-4DB2-BD59-A6C34878D82A}">
                    <a16:rowId xmlns:a16="http://schemas.microsoft.com/office/drawing/2014/main" val="10001"/>
                  </a:ext>
                </a:extLst>
              </a:tr>
            </a:tbl>
          </a:graphicData>
        </a:graphic>
      </p:graphicFrame>
    </p:spTree>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1313" rIns="0" bIns="0" rtlCol="0">
            <a:spAutoFit/>
          </a:bodyPr>
          <a:lstStyle/>
          <a:p>
            <a:pPr marL="88900">
              <a:lnSpc>
                <a:spcPct val="100000"/>
              </a:lnSpc>
              <a:spcBef>
                <a:spcPts val="95"/>
              </a:spcBef>
            </a:pPr>
            <a:r>
              <a:rPr b="1" dirty="0">
                <a:latin typeface="Calibri"/>
                <a:cs typeface="Calibri"/>
              </a:rPr>
              <a:t>Ví</a:t>
            </a:r>
            <a:r>
              <a:rPr b="1" spc="-5" dirty="0">
                <a:latin typeface="Calibri"/>
                <a:cs typeface="Calibri"/>
              </a:rPr>
              <a:t> </a:t>
            </a:r>
            <a:r>
              <a:rPr b="1" dirty="0">
                <a:latin typeface="Calibri"/>
                <a:cs typeface="Calibri"/>
              </a:rPr>
              <a:t>dụ</a:t>
            </a:r>
            <a:r>
              <a:rPr b="1" spc="-5" dirty="0">
                <a:latin typeface="Calibri"/>
                <a:cs typeface="Calibri"/>
              </a:rPr>
              <a:t> </a:t>
            </a:r>
            <a:r>
              <a:rPr b="1" dirty="0">
                <a:latin typeface="Calibri"/>
                <a:cs typeface="Calibri"/>
              </a:rPr>
              <a:t>2</a:t>
            </a:r>
            <a:r>
              <a:rPr b="1" spc="10" dirty="0">
                <a:latin typeface="Calibri"/>
                <a:cs typeface="Calibri"/>
              </a:rPr>
              <a:t> </a:t>
            </a:r>
            <a:r>
              <a:rPr b="1" spc="-50" dirty="0">
                <a:latin typeface="Calibri"/>
                <a:cs typeface="Calibri"/>
              </a:rPr>
              <a:t>:</a:t>
            </a:r>
          </a:p>
        </p:txBody>
      </p:sp>
      <p:sp>
        <p:nvSpPr>
          <p:cNvPr id="3" name="object 3"/>
          <p:cNvSpPr txBox="1"/>
          <p:nvPr/>
        </p:nvSpPr>
        <p:spPr>
          <a:xfrm>
            <a:off x="4185030" y="2956382"/>
            <a:ext cx="376555" cy="452120"/>
          </a:xfrm>
          <a:prstGeom prst="rect">
            <a:avLst/>
          </a:prstGeom>
        </p:spPr>
        <p:txBody>
          <a:bodyPr vert="horz" wrap="square" lIns="0" tIns="12065" rIns="0" bIns="0" rtlCol="0">
            <a:spAutoFit/>
          </a:bodyPr>
          <a:lstStyle/>
          <a:p>
            <a:pPr marL="12700">
              <a:lnSpc>
                <a:spcPct val="100000"/>
              </a:lnSpc>
              <a:spcBef>
                <a:spcPts val="95"/>
              </a:spcBef>
            </a:pPr>
            <a:r>
              <a:rPr sz="2800" spc="-50" dirty="0">
                <a:latin typeface="Symbol"/>
                <a:cs typeface="Symbol"/>
              </a:rPr>
              <a:t></a:t>
            </a:r>
            <a:endParaRPr sz="2800">
              <a:latin typeface="Symbol"/>
              <a:cs typeface="Symbol"/>
            </a:endParaRPr>
          </a:p>
        </p:txBody>
      </p:sp>
      <p:pic>
        <p:nvPicPr>
          <p:cNvPr id="4" name="object 4"/>
          <p:cNvPicPr/>
          <p:nvPr/>
        </p:nvPicPr>
        <p:blipFill>
          <a:blip r:embed="rId2" cstate="print"/>
          <a:stretch>
            <a:fillRect/>
          </a:stretch>
        </p:blipFill>
        <p:spPr>
          <a:xfrm>
            <a:off x="2324100" y="2848343"/>
            <a:ext cx="1609725" cy="1075969"/>
          </a:xfrm>
          <a:prstGeom prst="rect">
            <a:avLst/>
          </a:prstGeom>
        </p:spPr>
      </p:pic>
      <p:pic>
        <p:nvPicPr>
          <p:cNvPr id="5" name="object 5"/>
          <p:cNvPicPr/>
          <p:nvPr/>
        </p:nvPicPr>
        <p:blipFill>
          <a:blip r:embed="rId3" cstate="print"/>
          <a:stretch>
            <a:fillRect/>
          </a:stretch>
        </p:blipFill>
        <p:spPr>
          <a:xfrm>
            <a:off x="485775" y="2857128"/>
            <a:ext cx="1609725" cy="1076686"/>
          </a:xfrm>
          <a:prstGeom prst="rect">
            <a:avLst/>
          </a:prstGeom>
        </p:spPr>
      </p:pic>
      <p:grpSp>
        <p:nvGrpSpPr>
          <p:cNvPr id="6" name="object 6"/>
          <p:cNvGrpSpPr/>
          <p:nvPr/>
        </p:nvGrpSpPr>
        <p:grpSpPr>
          <a:xfrm>
            <a:off x="4914900" y="2195957"/>
            <a:ext cx="1958975" cy="2010410"/>
            <a:chOff x="4914900" y="2195957"/>
            <a:chExt cx="1958975" cy="2010410"/>
          </a:xfrm>
        </p:grpSpPr>
        <p:pic>
          <p:nvPicPr>
            <p:cNvPr id="7" name="object 7"/>
            <p:cNvPicPr/>
            <p:nvPr/>
          </p:nvPicPr>
          <p:blipFill>
            <a:blip r:embed="rId4" cstate="print"/>
            <a:stretch>
              <a:fillRect/>
            </a:stretch>
          </p:blipFill>
          <p:spPr>
            <a:xfrm>
              <a:off x="4914900" y="2790839"/>
              <a:ext cx="1609725" cy="1181460"/>
            </a:xfrm>
            <a:prstGeom prst="rect">
              <a:avLst/>
            </a:prstGeom>
          </p:spPr>
        </p:pic>
        <p:sp>
          <p:nvSpPr>
            <p:cNvPr id="8" name="object 8"/>
            <p:cNvSpPr/>
            <p:nvPr/>
          </p:nvSpPr>
          <p:spPr>
            <a:xfrm>
              <a:off x="5703951" y="2195957"/>
              <a:ext cx="1169670" cy="2010410"/>
            </a:xfrm>
            <a:custGeom>
              <a:avLst/>
              <a:gdLst/>
              <a:ahLst/>
              <a:cxnLst/>
              <a:rect l="l" t="t" r="r" b="b"/>
              <a:pathLst>
                <a:path w="1169670" h="2010410">
                  <a:moveTo>
                    <a:pt x="230759" y="1833244"/>
                  </a:moveTo>
                  <a:lnTo>
                    <a:pt x="210438" y="1853945"/>
                  </a:lnTo>
                  <a:lnTo>
                    <a:pt x="226949" y="1870201"/>
                  </a:lnTo>
                  <a:lnTo>
                    <a:pt x="243712" y="1885695"/>
                  </a:lnTo>
                  <a:lnTo>
                    <a:pt x="286893" y="1920620"/>
                  </a:lnTo>
                  <a:lnTo>
                    <a:pt x="330962" y="1949703"/>
                  </a:lnTo>
                  <a:lnTo>
                    <a:pt x="375793" y="1973071"/>
                  </a:lnTo>
                  <a:lnTo>
                    <a:pt x="421132" y="1990597"/>
                  </a:lnTo>
                  <a:lnTo>
                    <a:pt x="467106" y="2002662"/>
                  </a:lnTo>
                  <a:lnTo>
                    <a:pt x="514262" y="2009393"/>
                  </a:lnTo>
                  <a:lnTo>
                    <a:pt x="515275" y="2009393"/>
                  </a:lnTo>
                  <a:lnTo>
                    <a:pt x="530642" y="2010282"/>
                  </a:lnTo>
                  <a:lnTo>
                    <a:pt x="536066" y="2010282"/>
                  </a:lnTo>
                  <a:lnTo>
                    <a:pt x="543687" y="2010409"/>
                  </a:lnTo>
                  <a:lnTo>
                    <a:pt x="559053" y="2010282"/>
                  </a:lnTo>
                  <a:lnTo>
                    <a:pt x="605027" y="2005837"/>
                  </a:lnTo>
                  <a:lnTo>
                    <a:pt x="665099" y="1991740"/>
                  </a:lnTo>
                  <a:lnTo>
                    <a:pt x="693844" y="1981580"/>
                  </a:lnTo>
                  <a:lnTo>
                    <a:pt x="543306" y="1981580"/>
                  </a:lnTo>
                  <a:lnTo>
                    <a:pt x="533738" y="1981326"/>
                  </a:lnTo>
                  <a:lnTo>
                    <a:pt x="530968" y="1981326"/>
                  </a:lnTo>
                  <a:lnTo>
                    <a:pt x="514858" y="1980310"/>
                  </a:lnTo>
                  <a:lnTo>
                    <a:pt x="472313" y="1974214"/>
                  </a:lnTo>
                  <a:lnTo>
                    <a:pt x="429768" y="1962911"/>
                  </a:lnTo>
                  <a:lnTo>
                    <a:pt x="387223" y="1946401"/>
                  </a:lnTo>
                  <a:lnTo>
                    <a:pt x="345186" y="1924430"/>
                  </a:lnTo>
                  <a:lnTo>
                    <a:pt x="303529" y="1896871"/>
                  </a:lnTo>
                  <a:lnTo>
                    <a:pt x="262636" y="1863724"/>
                  </a:lnTo>
                  <a:lnTo>
                    <a:pt x="246634" y="1848992"/>
                  </a:lnTo>
                  <a:lnTo>
                    <a:pt x="230759" y="1833244"/>
                  </a:lnTo>
                  <a:close/>
                </a:path>
                <a:path w="1169670" h="2010410">
                  <a:moveTo>
                    <a:pt x="694342" y="28955"/>
                  </a:moveTo>
                  <a:lnTo>
                    <a:pt x="547115" y="28955"/>
                  </a:lnTo>
                  <a:lnTo>
                    <a:pt x="561466" y="29209"/>
                  </a:lnTo>
                  <a:lnTo>
                    <a:pt x="575563" y="30225"/>
                  </a:lnTo>
                  <a:lnTo>
                    <a:pt x="618236" y="36321"/>
                  </a:lnTo>
                  <a:lnTo>
                    <a:pt x="660781" y="47625"/>
                  </a:lnTo>
                  <a:lnTo>
                    <a:pt x="703199" y="64134"/>
                  </a:lnTo>
                  <a:lnTo>
                    <a:pt x="745236" y="86105"/>
                  </a:lnTo>
                  <a:lnTo>
                    <a:pt x="786891" y="113537"/>
                  </a:lnTo>
                  <a:lnTo>
                    <a:pt x="827785" y="146684"/>
                  </a:lnTo>
                  <a:lnTo>
                    <a:pt x="879982" y="198754"/>
                  </a:lnTo>
                  <a:lnTo>
                    <a:pt x="927734" y="257809"/>
                  </a:lnTo>
                  <a:lnTo>
                    <a:pt x="949959" y="289940"/>
                  </a:lnTo>
                  <a:lnTo>
                    <a:pt x="971042" y="323595"/>
                  </a:lnTo>
                  <a:lnTo>
                    <a:pt x="990980" y="358901"/>
                  </a:lnTo>
                  <a:lnTo>
                    <a:pt x="1009776" y="395350"/>
                  </a:lnTo>
                  <a:lnTo>
                    <a:pt x="1027429" y="433323"/>
                  </a:lnTo>
                  <a:lnTo>
                    <a:pt x="1043685" y="472439"/>
                  </a:lnTo>
                  <a:lnTo>
                    <a:pt x="1058926" y="512825"/>
                  </a:lnTo>
                  <a:lnTo>
                    <a:pt x="1072896" y="554101"/>
                  </a:lnTo>
                  <a:lnTo>
                    <a:pt x="1085596" y="596518"/>
                  </a:lnTo>
                  <a:lnTo>
                    <a:pt x="1097026" y="639826"/>
                  </a:lnTo>
                  <a:lnTo>
                    <a:pt x="1107058" y="683894"/>
                  </a:lnTo>
                  <a:lnTo>
                    <a:pt x="1115949" y="728726"/>
                  </a:lnTo>
                  <a:lnTo>
                    <a:pt x="1123315" y="774191"/>
                  </a:lnTo>
                  <a:lnTo>
                    <a:pt x="1129665" y="820292"/>
                  </a:lnTo>
                  <a:lnTo>
                    <a:pt x="1134364" y="866775"/>
                  </a:lnTo>
                  <a:lnTo>
                    <a:pt x="1137793" y="913638"/>
                  </a:lnTo>
                  <a:lnTo>
                    <a:pt x="1139770" y="959612"/>
                  </a:lnTo>
                  <a:lnTo>
                    <a:pt x="1140580" y="1007871"/>
                  </a:lnTo>
                  <a:lnTo>
                    <a:pt x="1140587" y="1008252"/>
                  </a:lnTo>
                  <a:lnTo>
                    <a:pt x="1139698" y="1055751"/>
                  </a:lnTo>
                  <a:lnTo>
                    <a:pt x="1137539" y="1103376"/>
                  </a:lnTo>
                  <a:lnTo>
                    <a:pt x="1133855" y="1151001"/>
                  </a:lnTo>
                  <a:lnTo>
                    <a:pt x="1128649" y="1198371"/>
                  </a:lnTo>
                  <a:lnTo>
                    <a:pt x="1122045" y="1245489"/>
                  </a:lnTo>
                  <a:lnTo>
                    <a:pt x="1114044" y="1292478"/>
                  </a:lnTo>
                  <a:lnTo>
                    <a:pt x="1104392" y="1338960"/>
                  </a:lnTo>
                  <a:lnTo>
                    <a:pt x="1093343" y="1385062"/>
                  </a:lnTo>
                  <a:lnTo>
                    <a:pt x="1080643" y="1430527"/>
                  </a:lnTo>
                  <a:lnTo>
                    <a:pt x="1066546" y="1475485"/>
                  </a:lnTo>
                  <a:lnTo>
                    <a:pt x="1050925" y="1519046"/>
                  </a:lnTo>
                  <a:lnTo>
                    <a:pt x="1034288" y="1560956"/>
                  </a:lnTo>
                  <a:lnTo>
                    <a:pt x="1016380" y="1600834"/>
                  </a:lnTo>
                  <a:lnTo>
                    <a:pt x="997584" y="1639061"/>
                  </a:lnTo>
                  <a:lnTo>
                    <a:pt x="977773" y="1675256"/>
                  </a:lnTo>
                  <a:lnTo>
                    <a:pt x="957072" y="1709673"/>
                  </a:lnTo>
                  <a:lnTo>
                    <a:pt x="935354" y="1742058"/>
                  </a:lnTo>
                  <a:lnTo>
                    <a:pt x="889762" y="1800859"/>
                  </a:lnTo>
                  <a:lnTo>
                    <a:pt x="841248" y="1851659"/>
                  </a:lnTo>
                  <a:lnTo>
                    <a:pt x="790321" y="1894458"/>
                  </a:lnTo>
                  <a:lnTo>
                    <a:pt x="737488" y="1928875"/>
                  </a:lnTo>
                  <a:lnTo>
                    <a:pt x="683133" y="1954656"/>
                  </a:lnTo>
                  <a:lnTo>
                    <a:pt x="627634" y="1972055"/>
                  </a:lnTo>
                  <a:lnTo>
                    <a:pt x="585597" y="1979294"/>
                  </a:lnTo>
                  <a:lnTo>
                    <a:pt x="543306" y="1981580"/>
                  </a:lnTo>
                  <a:lnTo>
                    <a:pt x="693844" y="1981580"/>
                  </a:lnTo>
                  <a:lnTo>
                    <a:pt x="752475" y="1953640"/>
                  </a:lnTo>
                  <a:lnTo>
                    <a:pt x="808354" y="1917191"/>
                  </a:lnTo>
                  <a:lnTo>
                    <a:pt x="861695" y="1872233"/>
                  </a:lnTo>
                  <a:lnTo>
                    <a:pt x="912241" y="1819147"/>
                  </a:lnTo>
                  <a:lnTo>
                    <a:pt x="936244" y="1789556"/>
                  </a:lnTo>
                  <a:lnTo>
                    <a:pt x="959484" y="1758060"/>
                  </a:lnTo>
                  <a:lnTo>
                    <a:pt x="981837" y="1724532"/>
                  </a:lnTo>
                  <a:lnTo>
                    <a:pt x="1003173" y="1689226"/>
                  </a:lnTo>
                  <a:lnTo>
                    <a:pt x="1023620" y="1651888"/>
                  </a:lnTo>
                  <a:lnTo>
                    <a:pt x="1042924" y="1612772"/>
                  </a:lnTo>
                  <a:lnTo>
                    <a:pt x="1061212" y="1571624"/>
                  </a:lnTo>
                  <a:lnTo>
                    <a:pt x="1078229" y="1528825"/>
                  </a:lnTo>
                  <a:lnTo>
                    <a:pt x="1094104" y="1484121"/>
                  </a:lnTo>
                  <a:lnTo>
                    <a:pt x="1108582" y="1438274"/>
                  </a:lnTo>
                  <a:lnTo>
                    <a:pt x="1121409" y="1391919"/>
                  </a:lnTo>
                  <a:lnTo>
                    <a:pt x="1132840" y="1344802"/>
                  </a:lnTo>
                  <a:lnTo>
                    <a:pt x="1142619" y="1297431"/>
                  </a:lnTo>
                  <a:lnTo>
                    <a:pt x="1150747" y="1249552"/>
                  </a:lnTo>
                  <a:lnTo>
                    <a:pt x="1157477" y="1201419"/>
                  </a:lnTo>
                  <a:lnTo>
                    <a:pt x="1162684" y="1153159"/>
                  </a:lnTo>
                  <a:lnTo>
                    <a:pt x="1166368" y="1104772"/>
                  </a:lnTo>
                  <a:lnTo>
                    <a:pt x="1168653" y="1056385"/>
                  </a:lnTo>
                  <a:lnTo>
                    <a:pt x="1169410" y="1008252"/>
                  </a:lnTo>
                  <a:lnTo>
                    <a:pt x="1168797" y="960881"/>
                  </a:lnTo>
                  <a:lnTo>
                    <a:pt x="1168780" y="959612"/>
                  </a:lnTo>
                  <a:lnTo>
                    <a:pt x="1166713" y="913638"/>
                  </a:lnTo>
                  <a:lnTo>
                    <a:pt x="1166622" y="911605"/>
                  </a:lnTo>
                  <a:lnTo>
                    <a:pt x="1163193" y="863853"/>
                  </a:lnTo>
                  <a:lnTo>
                    <a:pt x="1158240" y="816355"/>
                  </a:lnTo>
                  <a:lnTo>
                    <a:pt x="1151890" y="769492"/>
                  </a:lnTo>
                  <a:lnTo>
                    <a:pt x="1144397" y="723138"/>
                  </a:lnTo>
                  <a:lnTo>
                    <a:pt x="1135252" y="677417"/>
                  </a:lnTo>
                  <a:lnTo>
                    <a:pt x="1124966" y="632459"/>
                  </a:lnTo>
                  <a:lnTo>
                    <a:pt x="1113281" y="588263"/>
                  </a:lnTo>
                  <a:lnTo>
                    <a:pt x="1100327" y="544956"/>
                  </a:lnTo>
                  <a:lnTo>
                    <a:pt x="1086103" y="502538"/>
                  </a:lnTo>
                  <a:lnTo>
                    <a:pt x="1070482" y="461263"/>
                  </a:lnTo>
                  <a:lnTo>
                    <a:pt x="1053592" y="421131"/>
                  </a:lnTo>
                  <a:lnTo>
                    <a:pt x="1035430" y="382142"/>
                  </a:lnTo>
                  <a:lnTo>
                    <a:pt x="1016126" y="344550"/>
                  </a:lnTo>
                  <a:lnTo>
                    <a:pt x="995552" y="308355"/>
                  </a:lnTo>
                  <a:lnTo>
                    <a:pt x="973708" y="273430"/>
                  </a:lnTo>
                  <a:lnTo>
                    <a:pt x="950595" y="240156"/>
                  </a:lnTo>
                  <a:lnTo>
                    <a:pt x="926338" y="208660"/>
                  </a:lnTo>
                  <a:lnTo>
                    <a:pt x="900938" y="178688"/>
                  </a:lnTo>
                  <a:lnTo>
                    <a:pt x="874268" y="150748"/>
                  </a:lnTo>
                  <a:lnTo>
                    <a:pt x="832484" y="112521"/>
                  </a:lnTo>
                  <a:lnTo>
                    <a:pt x="789051" y="79628"/>
                  </a:lnTo>
                  <a:lnTo>
                    <a:pt x="744727" y="52450"/>
                  </a:lnTo>
                  <a:lnTo>
                    <a:pt x="699643" y="30987"/>
                  </a:lnTo>
                  <a:lnTo>
                    <a:pt x="694342" y="28955"/>
                  </a:lnTo>
                  <a:close/>
                </a:path>
                <a:path w="1169670" h="2010410">
                  <a:moveTo>
                    <a:pt x="0" y="434085"/>
                  </a:moveTo>
                  <a:lnTo>
                    <a:pt x="10160" y="530605"/>
                  </a:lnTo>
                  <a:lnTo>
                    <a:pt x="77707" y="467994"/>
                  </a:lnTo>
                  <a:lnTo>
                    <a:pt x="49149" y="467994"/>
                  </a:lnTo>
                  <a:lnTo>
                    <a:pt x="22098" y="457707"/>
                  </a:lnTo>
                  <a:lnTo>
                    <a:pt x="27215" y="444275"/>
                  </a:lnTo>
                  <a:lnTo>
                    <a:pt x="0" y="434085"/>
                  </a:lnTo>
                  <a:close/>
                </a:path>
                <a:path w="1169670" h="2010410">
                  <a:moveTo>
                    <a:pt x="27215" y="444275"/>
                  </a:moveTo>
                  <a:lnTo>
                    <a:pt x="22098" y="457707"/>
                  </a:lnTo>
                  <a:lnTo>
                    <a:pt x="49149" y="467994"/>
                  </a:lnTo>
                  <a:lnTo>
                    <a:pt x="54318" y="454423"/>
                  </a:lnTo>
                  <a:lnTo>
                    <a:pt x="27215" y="444275"/>
                  </a:lnTo>
                  <a:close/>
                </a:path>
                <a:path w="1169670" h="2010410">
                  <a:moveTo>
                    <a:pt x="54318" y="454423"/>
                  </a:moveTo>
                  <a:lnTo>
                    <a:pt x="49149" y="467994"/>
                  </a:lnTo>
                  <a:lnTo>
                    <a:pt x="77707" y="467994"/>
                  </a:lnTo>
                  <a:lnTo>
                    <a:pt x="81407" y="464565"/>
                  </a:lnTo>
                  <a:lnTo>
                    <a:pt x="54318" y="454423"/>
                  </a:lnTo>
                  <a:close/>
                </a:path>
                <a:path w="1169670" h="2010410">
                  <a:moveTo>
                    <a:pt x="546735" y="0"/>
                  </a:moveTo>
                  <a:lnTo>
                    <a:pt x="523684" y="380"/>
                  </a:lnTo>
                  <a:lnTo>
                    <a:pt x="529190" y="380"/>
                  </a:lnTo>
                  <a:lnTo>
                    <a:pt x="513950" y="1269"/>
                  </a:lnTo>
                  <a:lnTo>
                    <a:pt x="514742" y="1269"/>
                  </a:lnTo>
                  <a:lnTo>
                    <a:pt x="500888" y="2539"/>
                  </a:lnTo>
                  <a:lnTo>
                    <a:pt x="485521" y="4698"/>
                  </a:lnTo>
                  <a:lnTo>
                    <a:pt x="425450" y="18795"/>
                  </a:lnTo>
                  <a:lnTo>
                    <a:pt x="366649" y="41909"/>
                  </a:lnTo>
                  <a:lnTo>
                    <a:pt x="309879" y="74040"/>
                  </a:lnTo>
                  <a:lnTo>
                    <a:pt x="255143" y="114807"/>
                  </a:lnTo>
                  <a:lnTo>
                    <a:pt x="203200" y="163829"/>
                  </a:lnTo>
                  <a:lnTo>
                    <a:pt x="154304" y="220852"/>
                  </a:lnTo>
                  <a:lnTo>
                    <a:pt x="131063" y="252348"/>
                  </a:lnTo>
                  <a:lnTo>
                    <a:pt x="108712" y="285876"/>
                  </a:lnTo>
                  <a:lnTo>
                    <a:pt x="87249" y="321309"/>
                  </a:lnTo>
                  <a:lnTo>
                    <a:pt x="66928" y="358647"/>
                  </a:lnTo>
                  <a:lnTo>
                    <a:pt x="47625" y="397763"/>
                  </a:lnTo>
                  <a:lnTo>
                    <a:pt x="29210" y="439038"/>
                  </a:lnTo>
                  <a:lnTo>
                    <a:pt x="27215" y="444275"/>
                  </a:lnTo>
                  <a:lnTo>
                    <a:pt x="54318" y="454423"/>
                  </a:lnTo>
                  <a:lnTo>
                    <a:pt x="56261" y="449325"/>
                  </a:lnTo>
                  <a:lnTo>
                    <a:pt x="74040" y="409575"/>
                  </a:lnTo>
                  <a:lnTo>
                    <a:pt x="92963" y="371475"/>
                  </a:lnTo>
                  <a:lnTo>
                    <a:pt x="112775" y="335152"/>
                  </a:lnTo>
                  <a:lnTo>
                    <a:pt x="133476" y="300863"/>
                  </a:lnTo>
                  <a:lnTo>
                    <a:pt x="155066" y="268477"/>
                  </a:lnTo>
                  <a:lnTo>
                    <a:pt x="200787" y="209550"/>
                  </a:lnTo>
                  <a:lnTo>
                    <a:pt x="249300" y="158750"/>
                  </a:lnTo>
                  <a:lnTo>
                    <a:pt x="300100" y="116077"/>
                  </a:lnTo>
                  <a:lnTo>
                    <a:pt x="353060" y="81660"/>
                  </a:lnTo>
                  <a:lnTo>
                    <a:pt x="407415" y="55752"/>
                  </a:lnTo>
                  <a:lnTo>
                    <a:pt x="462914" y="38480"/>
                  </a:lnTo>
                  <a:lnTo>
                    <a:pt x="504825" y="31241"/>
                  </a:lnTo>
                  <a:lnTo>
                    <a:pt x="547115" y="28955"/>
                  </a:lnTo>
                  <a:lnTo>
                    <a:pt x="694342" y="28955"/>
                  </a:lnTo>
                  <a:lnTo>
                    <a:pt x="684402" y="25145"/>
                  </a:lnTo>
                  <a:lnTo>
                    <a:pt x="638810" y="11302"/>
                  </a:lnTo>
                  <a:lnTo>
                    <a:pt x="592709" y="2920"/>
                  </a:lnTo>
                  <a:lnTo>
                    <a:pt x="561975" y="380"/>
                  </a:lnTo>
                  <a:lnTo>
                    <a:pt x="546735" y="0"/>
                  </a:lnTo>
                  <a:close/>
                </a:path>
              </a:pathLst>
            </a:custGeom>
            <a:solidFill>
              <a:srgbClr val="000000"/>
            </a:solidFill>
          </p:spPr>
          <p:txBody>
            <a:bodyPr wrap="square" lIns="0" tIns="0" rIns="0" bIns="0" rtlCol="0"/>
            <a:lstStyle/>
            <a:p>
              <a:endParaRPr/>
            </a:p>
          </p:txBody>
        </p:sp>
      </p:grpSp>
    </p:spTree>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1313" rIns="0" bIns="0" rtlCol="0">
            <a:spAutoFit/>
          </a:bodyPr>
          <a:lstStyle/>
          <a:p>
            <a:pPr marL="88900">
              <a:lnSpc>
                <a:spcPct val="100000"/>
              </a:lnSpc>
              <a:spcBef>
                <a:spcPts val="95"/>
              </a:spcBef>
            </a:pPr>
            <a:r>
              <a:rPr b="1" dirty="0">
                <a:latin typeface="Calibri"/>
                <a:cs typeface="Calibri"/>
              </a:rPr>
              <a:t>Ví dụ </a:t>
            </a:r>
            <a:r>
              <a:rPr b="1" spc="-50" dirty="0">
                <a:latin typeface="Calibri"/>
                <a:cs typeface="Calibri"/>
              </a:rPr>
              <a:t>:</a:t>
            </a:r>
          </a:p>
        </p:txBody>
      </p:sp>
      <p:sp>
        <p:nvSpPr>
          <p:cNvPr id="3" name="object 3"/>
          <p:cNvSpPr txBox="1"/>
          <p:nvPr/>
        </p:nvSpPr>
        <p:spPr>
          <a:xfrm>
            <a:off x="2403094" y="1932558"/>
            <a:ext cx="375920" cy="452120"/>
          </a:xfrm>
          <a:prstGeom prst="rect">
            <a:avLst/>
          </a:prstGeom>
        </p:spPr>
        <p:txBody>
          <a:bodyPr vert="horz" wrap="square" lIns="0" tIns="12065" rIns="0" bIns="0" rtlCol="0">
            <a:spAutoFit/>
          </a:bodyPr>
          <a:lstStyle/>
          <a:p>
            <a:pPr marL="12700">
              <a:lnSpc>
                <a:spcPct val="100000"/>
              </a:lnSpc>
              <a:spcBef>
                <a:spcPts val="95"/>
              </a:spcBef>
            </a:pPr>
            <a:r>
              <a:rPr sz="2800" spc="-50" dirty="0">
                <a:latin typeface="Symbol"/>
                <a:cs typeface="Symbol"/>
              </a:rPr>
              <a:t></a:t>
            </a:r>
            <a:endParaRPr sz="2800">
              <a:latin typeface="Symbol"/>
              <a:cs typeface="Symbol"/>
            </a:endParaRPr>
          </a:p>
        </p:txBody>
      </p:sp>
      <p:sp>
        <p:nvSpPr>
          <p:cNvPr id="4" name="object 4"/>
          <p:cNvSpPr txBox="1"/>
          <p:nvPr/>
        </p:nvSpPr>
        <p:spPr>
          <a:xfrm>
            <a:off x="4941189" y="1932558"/>
            <a:ext cx="375920" cy="452120"/>
          </a:xfrm>
          <a:prstGeom prst="rect">
            <a:avLst/>
          </a:prstGeom>
        </p:spPr>
        <p:txBody>
          <a:bodyPr vert="horz" wrap="square" lIns="0" tIns="12065" rIns="0" bIns="0" rtlCol="0">
            <a:spAutoFit/>
          </a:bodyPr>
          <a:lstStyle/>
          <a:p>
            <a:pPr marL="12700">
              <a:lnSpc>
                <a:spcPct val="100000"/>
              </a:lnSpc>
              <a:spcBef>
                <a:spcPts val="95"/>
              </a:spcBef>
            </a:pPr>
            <a:r>
              <a:rPr sz="2800" spc="-50" dirty="0">
                <a:latin typeface="Symbol"/>
                <a:cs typeface="Symbol"/>
              </a:rPr>
              <a:t></a:t>
            </a:r>
            <a:endParaRPr sz="2800">
              <a:latin typeface="Symbol"/>
              <a:cs typeface="Symbol"/>
            </a:endParaRPr>
          </a:p>
        </p:txBody>
      </p:sp>
      <p:pic>
        <p:nvPicPr>
          <p:cNvPr id="5" name="object 5"/>
          <p:cNvPicPr/>
          <p:nvPr/>
        </p:nvPicPr>
        <p:blipFill>
          <a:blip r:embed="rId2" cstate="print"/>
          <a:stretch>
            <a:fillRect/>
          </a:stretch>
        </p:blipFill>
        <p:spPr>
          <a:xfrm>
            <a:off x="628662" y="2009765"/>
            <a:ext cx="1610084" cy="1075969"/>
          </a:xfrm>
          <a:prstGeom prst="rect">
            <a:avLst/>
          </a:prstGeom>
        </p:spPr>
      </p:pic>
      <p:pic>
        <p:nvPicPr>
          <p:cNvPr id="6" name="object 6"/>
          <p:cNvPicPr/>
          <p:nvPr/>
        </p:nvPicPr>
        <p:blipFill>
          <a:blip r:embed="rId3" cstate="print"/>
          <a:stretch>
            <a:fillRect/>
          </a:stretch>
        </p:blipFill>
        <p:spPr>
          <a:xfrm>
            <a:off x="1781181" y="576452"/>
            <a:ext cx="1610084" cy="1076325"/>
          </a:xfrm>
          <a:prstGeom prst="rect">
            <a:avLst/>
          </a:prstGeom>
        </p:spPr>
      </p:pic>
      <p:pic>
        <p:nvPicPr>
          <p:cNvPr id="7" name="object 7"/>
          <p:cNvPicPr/>
          <p:nvPr/>
        </p:nvPicPr>
        <p:blipFill>
          <a:blip r:embed="rId4" cstate="print"/>
          <a:stretch>
            <a:fillRect/>
          </a:stretch>
        </p:blipFill>
        <p:spPr>
          <a:xfrm>
            <a:off x="5419725" y="1943100"/>
            <a:ext cx="1600200" cy="1076325"/>
          </a:xfrm>
          <a:prstGeom prst="rect">
            <a:avLst/>
          </a:prstGeom>
        </p:spPr>
      </p:pic>
      <p:grpSp>
        <p:nvGrpSpPr>
          <p:cNvPr id="8" name="object 8"/>
          <p:cNvGrpSpPr/>
          <p:nvPr/>
        </p:nvGrpSpPr>
        <p:grpSpPr>
          <a:xfrm>
            <a:off x="2653390" y="1981565"/>
            <a:ext cx="4457700" cy="3345179"/>
            <a:chOff x="2653390" y="1981565"/>
            <a:chExt cx="4457700" cy="3345179"/>
          </a:xfrm>
        </p:grpSpPr>
        <p:pic>
          <p:nvPicPr>
            <p:cNvPr id="9" name="object 9"/>
            <p:cNvPicPr/>
            <p:nvPr/>
          </p:nvPicPr>
          <p:blipFill>
            <a:blip r:embed="rId5" cstate="print"/>
            <a:stretch>
              <a:fillRect/>
            </a:stretch>
          </p:blipFill>
          <p:spPr>
            <a:xfrm>
              <a:off x="2990478" y="1981565"/>
              <a:ext cx="1791067" cy="1075980"/>
            </a:xfrm>
            <a:prstGeom prst="rect">
              <a:avLst/>
            </a:prstGeom>
          </p:spPr>
        </p:pic>
        <p:sp>
          <p:nvSpPr>
            <p:cNvPr id="10" name="object 10"/>
            <p:cNvSpPr/>
            <p:nvPr/>
          </p:nvSpPr>
          <p:spPr>
            <a:xfrm>
              <a:off x="4786883" y="3419855"/>
              <a:ext cx="1353820" cy="1906905"/>
            </a:xfrm>
            <a:custGeom>
              <a:avLst/>
              <a:gdLst/>
              <a:ahLst/>
              <a:cxnLst/>
              <a:rect l="l" t="t" r="r" b="b"/>
              <a:pathLst>
                <a:path w="1353820" h="1906904">
                  <a:moveTo>
                    <a:pt x="775969" y="0"/>
                  </a:moveTo>
                  <a:lnTo>
                    <a:pt x="701166" y="4572"/>
                  </a:lnTo>
                  <a:lnTo>
                    <a:pt x="627126" y="17780"/>
                  </a:lnTo>
                  <a:lnTo>
                    <a:pt x="554227" y="39751"/>
                  </a:lnTo>
                  <a:lnTo>
                    <a:pt x="518413" y="53975"/>
                  </a:lnTo>
                  <a:lnTo>
                    <a:pt x="483235" y="70358"/>
                  </a:lnTo>
                  <a:lnTo>
                    <a:pt x="448437" y="88900"/>
                  </a:lnTo>
                  <a:lnTo>
                    <a:pt x="414400" y="109601"/>
                  </a:lnTo>
                  <a:lnTo>
                    <a:pt x="381126" y="132461"/>
                  </a:lnTo>
                  <a:lnTo>
                    <a:pt x="348614" y="157480"/>
                  </a:lnTo>
                  <a:lnTo>
                    <a:pt x="316991" y="184531"/>
                  </a:lnTo>
                  <a:lnTo>
                    <a:pt x="286257" y="213868"/>
                  </a:lnTo>
                  <a:lnTo>
                    <a:pt x="256539" y="245110"/>
                  </a:lnTo>
                  <a:lnTo>
                    <a:pt x="227837" y="278638"/>
                  </a:lnTo>
                  <a:lnTo>
                    <a:pt x="200405" y="314071"/>
                  </a:lnTo>
                  <a:lnTo>
                    <a:pt x="174370" y="351282"/>
                  </a:lnTo>
                  <a:lnTo>
                    <a:pt x="150113" y="389636"/>
                  </a:lnTo>
                  <a:lnTo>
                    <a:pt x="127762" y="429133"/>
                  </a:lnTo>
                  <a:lnTo>
                    <a:pt x="107314" y="469392"/>
                  </a:lnTo>
                  <a:lnTo>
                    <a:pt x="88518" y="510794"/>
                  </a:lnTo>
                  <a:lnTo>
                    <a:pt x="71627" y="552831"/>
                  </a:lnTo>
                  <a:lnTo>
                    <a:pt x="56514" y="595630"/>
                  </a:lnTo>
                  <a:lnTo>
                    <a:pt x="43179" y="639064"/>
                  </a:lnTo>
                  <a:lnTo>
                    <a:pt x="31750" y="683133"/>
                  </a:lnTo>
                  <a:lnTo>
                    <a:pt x="21970" y="727583"/>
                  </a:lnTo>
                  <a:lnTo>
                    <a:pt x="13969" y="772541"/>
                  </a:lnTo>
                  <a:lnTo>
                    <a:pt x="7874" y="817626"/>
                  </a:lnTo>
                  <a:lnTo>
                    <a:pt x="3555" y="863092"/>
                  </a:lnTo>
                  <a:lnTo>
                    <a:pt x="888" y="908558"/>
                  </a:lnTo>
                  <a:lnTo>
                    <a:pt x="0" y="954278"/>
                  </a:lnTo>
                  <a:lnTo>
                    <a:pt x="1001" y="999236"/>
                  </a:lnTo>
                  <a:lnTo>
                    <a:pt x="3586" y="1043686"/>
                  </a:lnTo>
                  <a:lnTo>
                    <a:pt x="8127" y="1090549"/>
                  </a:lnTo>
                  <a:lnTo>
                    <a:pt x="14350" y="1135634"/>
                  </a:lnTo>
                  <a:lnTo>
                    <a:pt x="22351" y="1180338"/>
                  </a:lnTo>
                  <a:lnTo>
                    <a:pt x="32003" y="1224534"/>
                  </a:lnTo>
                  <a:lnTo>
                    <a:pt x="43433" y="1268349"/>
                  </a:lnTo>
                  <a:lnTo>
                    <a:pt x="56641" y="1311402"/>
                  </a:lnTo>
                  <a:lnTo>
                    <a:pt x="71627" y="1353820"/>
                  </a:lnTo>
                  <a:lnTo>
                    <a:pt x="88264" y="1395476"/>
                  </a:lnTo>
                  <a:lnTo>
                    <a:pt x="106679" y="1436243"/>
                  </a:lnTo>
                  <a:lnTo>
                    <a:pt x="126873" y="1476121"/>
                  </a:lnTo>
                  <a:lnTo>
                    <a:pt x="148843" y="1514983"/>
                  </a:lnTo>
                  <a:lnTo>
                    <a:pt x="172465" y="1552702"/>
                  </a:lnTo>
                  <a:lnTo>
                    <a:pt x="197865" y="1589278"/>
                  </a:lnTo>
                  <a:lnTo>
                    <a:pt x="225043" y="1624584"/>
                  </a:lnTo>
                  <a:lnTo>
                    <a:pt x="253873" y="1658493"/>
                  </a:lnTo>
                  <a:lnTo>
                    <a:pt x="284099" y="1690497"/>
                  </a:lnTo>
                  <a:lnTo>
                    <a:pt x="315213" y="1720342"/>
                  </a:lnTo>
                  <a:lnTo>
                    <a:pt x="347344" y="1748028"/>
                  </a:lnTo>
                  <a:lnTo>
                    <a:pt x="380238" y="1773428"/>
                  </a:lnTo>
                  <a:lnTo>
                    <a:pt x="413892" y="1796669"/>
                  </a:lnTo>
                  <a:lnTo>
                    <a:pt x="448310" y="1817497"/>
                  </a:lnTo>
                  <a:lnTo>
                    <a:pt x="483362" y="1836293"/>
                  </a:lnTo>
                  <a:lnTo>
                    <a:pt x="518794" y="1852803"/>
                  </a:lnTo>
                  <a:lnTo>
                    <a:pt x="554863" y="1867154"/>
                  </a:lnTo>
                  <a:lnTo>
                    <a:pt x="591312" y="1879219"/>
                  </a:lnTo>
                  <a:lnTo>
                    <a:pt x="665226" y="1896745"/>
                  </a:lnTo>
                  <a:lnTo>
                    <a:pt x="739648" y="1905508"/>
                  </a:lnTo>
                  <a:lnTo>
                    <a:pt x="777113" y="1906651"/>
                  </a:lnTo>
                  <a:lnTo>
                    <a:pt x="810831" y="1905508"/>
                  </a:lnTo>
                  <a:lnTo>
                    <a:pt x="813141" y="1905508"/>
                  </a:lnTo>
                  <a:lnTo>
                    <a:pt x="851915" y="1902079"/>
                  </a:lnTo>
                  <a:lnTo>
                    <a:pt x="888137" y="1896745"/>
                  </a:lnTo>
                  <a:lnTo>
                    <a:pt x="888403" y="1896745"/>
                  </a:lnTo>
                  <a:lnTo>
                    <a:pt x="925956" y="1888744"/>
                  </a:lnTo>
                  <a:lnTo>
                    <a:pt x="962532" y="1878965"/>
                  </a:lnTo>
                  <a:lnTo>
                    <a:pt x="966316" y="1877695"/>
                  </a:lnTo>
                  <a:lnTo>
                    <a:pt x="778001" y="1877695"/>
                  </a:lnTo>
                  <a:lnTo>
                    <a:pt x="742188" y="1876679"/>
                  </a:lnTo>
                  <a:lnTo>
                    <a:pt x="670940" y="1868424"/>
                  </a:lnTo>
                  <a:lnTo>
                    <a:pt x="600455" y="1851787"/>
                  </a:lnTo>
                  <a:lnTo>
                    <a:pt x="530987" y="1826514"/>
                  </a:lnTo>
                  <a:lnTo>
                    <a:pt x="463423" y="1792859"/>
                  </a:lnTo>
                  <a:lnTo>
                    <a:pt x="430402" y="1772793"/>
                  </a:lnTo>
                  <a:lnTo>
                    <a:pt x="397890" y="1750441"/>
                  </a:lnTo>
                  <a:lnTo>
                    <a:pt x="366267" y="1725930"/>
                  </a:lnTo>
                  <a:lnTo>
                    <a:pt x="335279" y="1699514"/>
                  </a:lnTo>
                  <a:lnTo>
                    <a:pt x="305180" y="1670685"/>
                  </a:lnTo>
                  <a:lnTo>
                    <a:pt x="275970" y="1639697"/>
                  </a:lnTo>
                  <a:lnTo>
                    <a:pt x="248030" y="1606931"/>
                  </a:lnTo>
                  <a:lnTo>
                    <a:pt x="221614" y="1572641"/>
                  </a:lnTo>
                  <a:lnTo>
                    <a:pt x="197103" y="1537335"/>
                  </a:lnTo>
                  <a:lnTo>
                    <a:pt x="174116" y="1500759"/>
                  </a:lnTo>
                  <a:lnTo>
                    <a:pt x="152780" y="1463040"/>
                  </a:lnTo>
                  <a:lnTo>
                    <a:pt x="133095" y="1424305"/>
                  </a:lnTo>
                  <a:lnTo>
                    <a:pt x="115188" y="1384681"/>
                  </a:lnTo>
                  <a:lnTo>
                    <a:pt x="98932" y="1344168"/>
                  </a:lnTo>
                  <a:lnTo>
                    <a:pt x="84327" y="1302893"/>
                  </a:lnTo>
                  <a:lnTo>
                    <a:pt x="71500" y="1260983"/>
                  </a:lnTo>
                  <a:lnTo>
                    <a:pt x="60198" y="1218438"/>
                  </a:lnTo>
                  <a:lnTo>
                    <a:pt x="50800" y="1175258"/>
                  </a:lnTo>
                  <a:lnTo>
                    <a:pt x="43052" y="1131697"/>
                  </a:lnTo>
                  <a:lnTo>
                    <a:pt x="36829" y="1087755"/>
                  </a:lnTo>
                  <a:lnTo>
                    <a:pt x="32512" y="1043686"/>
                  </a:lnTo>
                  <a:lnTo>
                    <a:pt x="29883" y="999871"/>
                  </a:lnTo>
                  <a:lnTo>
                    <a:pt x="28955" y="954786"/>
                  </a:lnTo>
                  <a:lnTo>
                    <a:pt x="29844" y="910336"/>
                  </a:lnTo>
                  <a:lnTo>
                    <a:pt x="32257" y="865886"/>
                  </a:lnTo>
                  <a:lnTo>
                    <a:pt x="36575" y="821563"/>
                  </a:lnTo>
                  <a:lnTo>
                    <a:pt x="42544" y="777621"/>
                  </a:lnTo>
                  <a:lnTo>
                    <a:pt x="50291" y="733806"/>
                  </a:lnTo>
                  <a:lnTo>
                    <a:pt x="59689" y="690372"/>
                  </a:lnTo>
                  <a:lnTo>
                    <a:pt x="70865" y="647573"/>
                  </a:lnTo>
                  <a:lnTo>
                    <a:pt x="83819" y="605282"/>
                  </a:lnTo>
                  <a:lnTo>
                    <a:pt x="98551" y="563626"/>
                  </a:lnTo>
                  <a:lnTo>
                    <a:pt x="114935" y="522732"/>
                  </a:lnTo>
                  <a:lnTo>
                    <a:pt x="133095" y="482473"/>
                  </a:lnTo>
                  <a:lnTo>
                    <a:pt x="153035" y="443357"/>
                  </a:lnTo>
                  <a:lnTo>
                    <a:pt x="174625" y="405130"/>
                  </a:lnTo>
                  <a:lnTo>
                    <a:pt x="198119" y="367919"/>
                  </a:lnTo>
                  <a:lnTo>
                    <a:pt x="223265" y="331851"/>
                  </a:lnTo>
                  <a:lnTo>
                    <a:pt x="249936" y="297434"/>
                  </a:lnTo>
                  <a:lnTo>
                    <a:pt x="277494" y="265049"/>
                  </a:lnTo>
                  <a:lnTo>
                    <a:pt x="306196" y="234823"/>
                  </a:lnTo>
                  <a:lnTo>
                    <a:pt x="335788" y="206502"/>
                  </a:lnTo>
                  <a:lnTo>
                    <a:pt x="366119" y="180594"/>
                  </a:lnTo>
                  <a:lnTo>
                    <a:pt x="397510" y="156337"/>
                  </a:lnTo>
                  <a:lnTo>
                    <a:pt x="429513" y="134366"/>
                  </a:lnTo>
                  <a:lnTo>
                    <a:pt x="462152" y="114554"/>
                  </a:lnTo>
                  <a:lnTo>
                    <a:pt x="529081" y="80899"/>
                  </a:lnTo>
                  <a:lnTo>
                    <a:pt x="598042" y="55626"/>
                  </a:lnTo>
                  <a:lnTo>
                    <a:pt x="668274" y="38735"/>
                  </a:lnTo>
                  <a:lnTo>
                    <a:pt x="739393" y="30099"/>
                  </a:lnTo>
                  <a:lnTo>
                    <a:pt x="775080" y="28956"/>
                  </a:lnTo>
                  <a:lnTo>
                    <a:pt x="966375" y="28956"/>
                  </a:lnTo>
                  <a:lnTo>
                    <a:pt x="961770" y="27432"/>
                  </a:lnTo>
                  <a:lnTo>
                    <a:pt x="925067" y="17399"/>
                  </a:lnTo>
                  <a:lnTo>
                    <a:pt x="887856" y="9779"/>
                  </a:lnTo>
                  <a:lnTo>
                    <a:pt x="850645" y="4318"/>
                  </a:lnTo>
                  <a:lnTo>
                    <a:pt x="813307" y="1143"/>
                  </a:lnTo>
                  <a:lnTo>
                    <a:pt x="775969" y="0"/>
                  </a:lnTo>
                  <a:close/>
                </a:path>
                <a:path w="1353820" h="1906904">
                  <a:moveTo>
                    <a:pt x="1288732" y="1625512"/>
                  </a:moveTo>
                  <a:lnTo>
                    <a:pt x="1246886" y="1671828"/>
                  </a:lnTo>
                  <a:lnTo>
                    <a:pt x="1217167" y="1700022"/>
                  </a:lnTo>
                  <a:lnTo>
                    <a:pt x="1186814" y="1726184"/>
                  </a:lnTo>
                  <a:lnTo>
                    <a:pt x="1155445" y="1750187"/>
                  </a:lnTo>
                  <a:lnTo>
                    <a:pt x="1123568" y="1772285"/>
                  </a:lnTo>
                  <a:lnTo>
                    <a:pt x="1090929" y="1792097"/>
                  </a:lnTo>
                  <a:lnTo>
                    <a:pt x="1023874" y="1825752"/>
                  </a:lnTo>
                  <a:lnTo>
                    <a:pt x="955039" y="1851025"/>
                  </a:lnTo>
                  <a:lnTo>
                    <a:pt x="884681" y="1867916"/>
                  </a:lnTo>
                  <a:lnTo>
                    <a:pt x="813562" y="1876425"/>
                  </a:lnTo>
                  <a:lnTo>
                    <a:pt x="778001" y="1877695"/>
                  </a:lnTo>
                  <a:lnTo>
                    <a:pt x="966316" y="1877695"/>
                  </a:lnTo>
                  <a:lnTo>
                    <a:pt x="1034541" y="1852676"/>
                  </a:lnTo>
                  <a:lnTo>
                    <a:pt x="1069848" y="1836166"/>
                  </a:lnTo>
                  <a:lnTo>
                    <a:pt x="1104645" y="1817624"/>
                  </a:lnTo>
                  <a:lnTo>
                    <a:pt x="1138681" y="1796923"/>
                  </a:lnTo>
                  <a:lnTo>
                    <a:pt x="1171828" y="1774063"/>
                  </a:lnTo>
                  <a:lnTo>
                    <a:pt x="1204340" y="1749171"/>
                  </a:lnTo>
                  <a:lnTo>
                    <a:pt x="1236090" y="1722120"/>
                  </a:lnTo>
                  <a:lnTo>
                    <a:pt x="1266825" y="1692783"/>
                  </a:lnTo>
                  <a:lnTo>
                    <a:pt x="1296542" y="1661541"/>
                  </a:lnTo>
                  <a:lnTo>
                    <a:pt x="1311582" y="1643318"/>
                  </a:lnTo>
                  <a:lnTo>
                    <a:pt x="1288732" y="1625512"/>
                  </a:lnTo>
                  <a:close/>
                </a:path>
                <a:path w="1353820" h="1906904">
                  <a:moveTo>
                    <a:pt x="1344167" y="1614043"/>
                  </a:moveTo>
                  <a:lnTo>
                    <a:pt x="1298193" y="1614043"/>
                  </a:lnTo>
                  <a:lnTo>
                    <a:pt x="1320545" y="1632458"/>
                  </a:lnTo>
                  <a:lnTo>
                    <a:pt x="1311582" y="1643318"/>
                  </a:lnTo>
                  <a:lnTo>
                    <a:pt x="1334642" y="1661287"/>
                  </a:lnTo>
                  <a:lnTo>
                    <a:pt x="1344167" y="1614043"/>
                  </a:lnTo>
                  <a:close/>
                </a:path>
                <a:path w="1353820" h="1906904">
                  <a:moveTo>
                    <a:pt x="1298193" y="1614043"/>
                  </a:moveTo>
                  <a:lnTo>
                    <a:pt x="1288732" y="1625512"/>
                  </a:lnTo>
                  <a:lnTo>
                    <a:pt x="1311582" y="1643318"/>
                  </a:lnTo>
                  <a:lnTo>
                    <a:pt x="1320545" y="1632458"/>
                  </a:lnTo>
                  <a:lnTo>
                    <a:pt x="1298193" y="1614043"/>
                  </a:lnTo>
                  <a:close/>
                </a:path>
                <a:path w="1353820" h="1906904">
                  <a:moveTo>
                    <a:pt x="1353819" y="1566164"/>
                  </a:moveTo>
                  <a:lnTo>
                    <a:pt x="1266189" y="1607947"/>
                  </a:lnTo>
                  <a:lnTo>
                    <a:pt x="1288732" y="1625512"/>
                  </a:lnTo>
                  <a:lnTo>
                    <a:pt x="1298193" y="1614043"/>
                  </a:lnTo>
                  <a:lnTo>
                    <a:pt x="1344167" y="1614043"/>
                  </a:lnTo>
                  <a:lnTo>
                    <a:pt x="1353819" y="1566164"/>
                  </a:lnTo>
                  <a:close/>
                </a:path>
                <a:path w="1353820" h="1906904">
                  <a:moveTo>
                    <a:pt x="966375" y="28956"/>
                  </a:moveTo>
                  <a:lnTo>
                    <a:pt x="775080" y="28956"/>
                  </a:lnTo>
                  <a:lnTo>
                    <a:pt x="815371" y="30099"/>
                  </a:lnTo>
                  <a:lnTo>
                    <a:pt x="812376" y="30099"/>
                  </a:lnTo>
                  <a:lnTo>
                    <a:pt x="882014" y="38227"/>
                  </a:lnTo>
                  <a:lnTo>
                    <a:pt x="952626" y="54864"/>
                  </a:lnTo>
                  <a:lnTo>
                    <a:pt x="1022095" y="80137"/>
                  </a:lnTo>
                  <a:lnTo>
                    <a:pt x="1089660" y="113792"/>
                  </a:lnTo>
                  <a:lnTo>
                    <a:pt x="1122679" y="133858"/>
                  </a:lnTo>
                  <a:lnTo>
                    <a:pt x="1155064" y="156083"/>
                  </a:lnTo>
                  <a:lnTo>
                    <a:pt x="1186814" y="180594"/>
                  </a:lnTo>
                  <a:lnTo>
                    <a:pt x="1217802" y="207137"/>
                  </a:lnTo>
                  <a:lnTo>
                    <a:pt x="1247902" y="235966"/>
                  </a:lnTo>
                  <a:lnTo>
                    <a:pt x="1277619" y="267462"/>
                  </a:lnTo>
                  <a:lnTo>
                    <a:pt x="1298702" y="247650"/>
                  </a:lnTo>
                  <a:lnTo>
                    <a:pt x="1268983" y="216154"/>
                  </a:lnTo>
                  <a:lnTo>
                    <a:pt x="1237741" y="186182"/>
                  </a:lnTo>
                  <a:lnTo>
                    <a:pt x="1205611" y="158623"/>
                  </a:lnTo>
                  <a:lnTo>
                    <a:pt x="1172844" y="133223"/>
                  </a:lnTo>
                  <a:lnTo>
                    <a:pt x="1139063" y="109982"/>
                  </a:lnTo>
                  <a:lnTo>
                    <a:pt x="1104645" y="89027"/>
                  </a:lnTo>
                  <a:lnTo>
                    <a:pt x="1069720" y="70358"/>
                  </a:lnTo>
                  <a:lnTo>
                    <a:pt x="1034434" y="53975"/>
                  </a:lnTo>
                  <a:lnTo>
                    <a:pt x="998219" y="39497"/>
                  </a:lnTo>
                  <a:lnTo>
                    <a:pt x="966375" y="28956"/>
                  </a:lnTo>
                  <a:close/>
                </a:path>
              </a:pathLst>
            </a:custGeom>
            <a:solidFill>
              <a:srgbClr val="000000"/>
            </a:solidFill>
          </p:spPr>
          <p:txBody>
            <a:bodyPr wrap="square" lIns="0" tIns="0" rIns="0" bIns="0" rtlCol="0"/>
            <a:lstStyle/>
            <a:p>
              <a:endParaRPr/>
            </a:p>
          </p:txBody>
        </p:sp>
        <p:pic>
          <p:nvPicPr>
            <p:cNvPr id="11" name="object 11"/>
            <p:cNvPicPr/>
            <p:nvPr/>
          </p:nvPicPr>
          <p:blipFill>
            <a:blip r:embed="rId6" cstate="print"/>
            <a:stretch>
              <a:fillRect/>
            </a:stretch>
          </p:blipFill>
          <p:spPr>
            <a:xfrm>
              <a:off x="5347715" y="3742943"/>
              <a:ext cx="1763267" cy="1257300"/>
            </a:xfrm>
            <a:prstGeom prst="rect">
              <a:avLst/>
            </a:prstGeom>
          </p:spPr>
        </p:pic>
        <p:sp>
          <p:nvSpPr>
            <p:cNvPr id="12" name="object 12"/>
            <p:cNvSpPr/>
            <p:nvPr/>
          </p:nvSpPr>
          <p:spPr>
            <a:xfrm>
              <a:off x="2653385" y="2725800"/>
              <a:ext cx="3739515" cy="932815"/>
            </a:xfrm>
            <a:custGeom>
              <a:avLst/>
              <a:gdLst/>
              <a:ahLst/>
              <a:cxnLst/>
              <a:rect l="l" t="t" r="r" b="b"/>
              <a:pathLst>
                <a:path w="3739515" h="932814">
                  <a:moveTo>
                    <a:pt x="2467254" y="290195"/>
                  </a:moveTo>
                  <a:lnTo>
                    <a:pt x="2466759" y="272415"/>
                  </a:lnTo>
                  <a:lnTo>
                    <a:pt x="2466746" y="271653"/>
                  </a:lnTo>
                  <a:lnTo>
                    <a:pt x="2464206" y="252984"/>
                  </a:lnTo>
                  <a:lnTo>
                    <a:pt x="2452395" y="216281"/>
                  </a:lnTo>
                  <a:lnTo>
                    <a:pt x="2432329" y="180467"/>
                  </a:lnTo>
                  <a:lnTo>
                    <a:pt x="2404135" y="145796"/>
                  </a:lnTo>
                  <a:lnTo>
                    <a:pt x="2367813" y="112141"/>
                  </a:lnTo>
                  <a:lnTo>
                    <a:pt x="2323871" y="79883"/>
                  </a:lnTo>
                  <a:lnTo>
                    <a:pt x="2318943" y="77000"/>
                  </a:lnTo>
                  <a:lnTo>
                    <a:pt x="2323071" y="69723"/>
                  </a:lnTo>
                  <a:lnTo>
                    <a:pt x="2333396" y="51562"/>
                  </a:lnTo>
                  <a:lnTo>
                    <a:pt x="2236368" y="46482"/>
                  </a:lnTo>
                  <a:lnTo>
                    <a:pt x="2290470" y="127127"/>
                  </a:lnTo>
                  <a:lnTo>
                    <a:pt x="2304732" y="102019"/>
                  </a:lnTo>
                  <a:lnTo>
                    <a:pt x="2307361" y="103505"/>
                  </a:lnTo>
                  <a:lnTo>
                    <a:pt x="2348890" y="134112"/>
                  </a:lnTo>
                  <a:lnTo>
                    <a:pt x="2382418" y="164846"/>
                  </a:lnTo>
                  <a:lnTo>
                    <a:pt x="2407691" y="195834"/>
                  </a:lnTo>
                  <a:lnTo>
                    <a:pt x="2431313" y="242062"/>
                  </a:lnTo>
                  <a:lnTo>
                    <a:pt x="2437663" y="271653"/>
                  </a:lnTo>
                  <a:lnTo>
                    <a:pt x="2437790" y="272415"/>
                  </a:lnTo>
                  <a:lnTo>
                    <a:pt x="2434107" y="318135"/>
                  </a:lnTo>
                  <a:lnTo>
                    <a:pt x="2413914" y="364490"/>
                  </a:lnTo>
                  <a:lnTo>
                    <a:pt x="2390673" y="395605"/>
                  </a:lnTo>
                  <a:lnTo>
                    <a:pt x="2359685" y="426593"/>
                  </a:lnTo>
                  <a:lnTo>
                    <a:pt x="2320950" y="457073"/>
                  </a:lnTo>
                  <a:lnTo>
                    <a:pt x="2274087" y="486664"/>
                  </a:lnTo>
                  <a:lnTo>
                    <a:pt x="2219477" y="515493"/>
                  </a:lnTo>
                  <a:lnTo>
                    <a:pt x="2157120" y="542925"/>
                  </a:lnTo>
                  <a:lnTo>
                    <a:pt x="2115718" y="558800"/>
                  </a:lnTo>
                  <a:lnTo>
                    <a:pt x="2072411" y="573786"/>
                  </a:lnTo>
                  <a:lnTo>
                    <a:pt x="2026869" y="588137"/>
                  </a:lnTo>
                  <a:lnTo>
                    <a:pt x="1980844" y="601218"/>
                  </a:lnTo>
                  <a:lnTo>
                    <a:pt x="1882927" y="624840"/>
                  </a:lnTo>
                  <a:lnTo>
                    <a:pt x="1779676" y="645033"/>
                  </a:lnTo>
                  <a:lnTo>
                    <a:pt x="1671980" y="661416"/>
                  </a:lnTo>
                  <a:lnTo>
                    <a:pt x="1560855" y="674116"/>
                  </a:lnTo>
                  <a:lnTo>
                    <a:pt x="1447190" y="683006"/>
                  </a:lnTo>
                  <a:lnTo>
                    <a:pt x="1331493" y="688213"/>
                  </a:lnTo>
                  <a:lnTo>
                    <a:pt x="1215161" y="689483"/>
                  </a:lnTo>
                  <a:lnTo>
                    <a:pt x="1098575" y="686943"/>
                  </a:lnTo>
                  <a:lnTo>
                    <a:pt x="982878" y="680593"/>
                  </a:lnTo>
                  <a:lnTo>
                    <a:pt x="869086" y="670306"/>
                  </a:lnTo>
                  <a:lnTo>
                    <a:pt x="757707" y="656209"/>
                  </a:lnTo>
                  <a:lnTo>
                    <a:pt x="649884" y="638175"/>
                  </a:lnTo>
                  <a:lnTo>
                    <a:pt x="546379" y="616204"/>
                  </a:lnTo>
                  <a:lnTo>
                    <a:pt x="447700" y="590042"/>
                  </a:lnTo>
                  <a:lnTo>
                    <a:pt x="401345" y="575818"/>
                  </a:lnTo>
                  <a:lnTo>
                    <a:pt x="357657" y="560959"/>
                  </a:lnTo>
                  <a:lnTo>
                    <a:pt x="316763" y="545592"/>
                  </a:lnTo>
                  <a:lnTo>
                    <a:pt x="278409" y="529590"/>
                  </a:lnTo>
                  <a:lnTo>
                    <a:pt x="242849" y="513207"/>
                  </a:lnTo>
                  <a:lnTo>
                    <a:pt x="194589" y="487680"/>
                  </a:lnTo>
                  <a:lnTo>
                    <a:pt x="152552" y="461391"/>
                  </a:lnTo>
                  <a:lnTo>
                    <a:pt x="116738" y="434594"/>
                  </a:lnTo>
                  <a:lnTo>
                    <a:pt x="87020" y="407289"/>
                  </a:lnTo>
                  <a:lnTo>
                    <a:pt x="57175" y="370459"/>
                  </a:lnTo>
                  <a:lnTo>
                    <a:pt x="38125" y="333883"/>
                  </a:lnTo>
                  <a:lnTo>
                    <a:pt x="28956" y="290195"/>
                  </a:lnTo>
                  <a:lnTo>
                    <a:pt x="28854" y="279654"/>
                  </a:lnTo>
                  <a:lnTo>
                    <a:pt x="29438" y="272415"/>
                  </a:lnTo>
                  <a:lnTo>
                    <a:pt x="38633" y="233934"/>
                  </a:lnTo>
                  <a:lnTo>
                    <a:pt x="58699" y="196850"/>
                  </a:lnTo>
                  <a:lnTo>
                    <a:pt x="89814" y="159766"/>
                  </a:lnTo>
                  <a:lnTo>
                    <a:pt x="120675" y="131953"/>
                  </a:lnTo>
                  <a:lnTo>
                    <a:pt x="158140" y="104648"/>
                  </a:lnTo>
                  <a:lnTo>
                    <a:pt x="202209" y="77851"/>
                  </a:lnTo>
                  <a:lnTo>
                    <a:pt x="252882" y="51943"/>
                  </a:lnTo>
                  <a:lnTo>
                    <a:pt x="290347" y="35052"/>
                  </a:lnTo>
                  <a:lnTo>
                    <a:pt x="310540" y="26797"/>
                  </a:lnTo>
                  <a:lnTo>
                    <a:pt x="299491" y="0"/>
                  </a:lnTo>
                  <a:lnTo>
                    <a:pt x="259740" y="16891"/>
                  </a:lnTo>
                  <a:lnTo>
                    <a:pt x="222656" y="34417"/>
                  </a:lnTo>
                  <a:lnTo>
                    <a:pt x="188493" y="52324"/>
                  </a:lnTo>
                  <a:lnTo>
                    <a:pt x="142392" y="80264"/>
                  </a:lnTo>
                  <a:lnTo>
                    <a:pt x="102895" y="109093"/>
                  </a:lnTo>
                  <a:lnTo>
                    <a:pt x="69621" y="138938"/>
                  </a:lnTo>
                  <a:lnTo>
                    <a:pt x="42697" y="169418"/>
                  </a:lnTo>
                  <a:lnTo>
                    <a:pt x="16916" y="211709"/>
                  </a:lnTo>
                  <a:lnTo>
                    <a:pt x="2565" y="255143"/>
                  </a:lnTo>
                  <a:lnTo>
                    <a:pt x="0" y="290195"/>
                  </a:lnTo>
                  <a:lnTo>
                    <a:pt x="419" y="297561"/>
                  </a:lnTo>
                  <a:lnTo>
                    <a:pt x="533" y="299593"/>
                  </a:lnTo>
                  <a:lnTo>
                    <a:pt x="10769" y="343154"/>
                  </a:lnTo>
                  <a:lnTo>
                    <a:pt x="32664" y="385953"/>
                  </a:lnTo>
                  <a:lnTo>
                    <a:pt x="56413" y="416814"/>
                  </a:lnTo>
                  <a:lnTo>
                    <a:pt x="86512" y="446786"/>
                  </a:lnTo>
                  <a:lnTo>
                    <a:pt x="122580" y="475742"/>
                  </a:lnTo>
                  <a:lnTo>
                    <a:pt x="164617" y="503555"/>
                  </a:lnTo>
                  <a:lnTo>
                    <a:pt x="212623" y="530352"/>
                  </a:lnTo>
                  <a:lnTo>
                    <a:pt x="247929" y="547624"/>
                  </a:lnTo>
                  <a:lnTo>
                    <a:pt x="285902" y="564261"/>
                  </a:lnTo>
                  <a:lnTo>
                    <a:pt x="326415" y="580263"/>
                  </a:lnTo>
                  <a:lnTo>
                    <a:pt x="369595" y="595757"/>
                  </a:lnTo>
                  <a:lnTo>
                    <a:pt x="415569" y="610616"/>
                  </a:lnTo>
                  <a:lnTo>
                    <a:pt x="539013" y="644271"/>
                  </a:lnTo>
                  <a:lnTo>
                    <a:pt x="643915" y="666496"/>
                  </a:lnTo>
                  <a:lnTo>
                    <a:pt x="752881" y="684784"/>
                  </a:lnTo>
                  <a:lnTo>
                    <a:pt x="865403" y="699135"/>
                  </a:lnTo>
                  <a:lnTo>
                    <a:pt x="980338" y="709422"/>
                  </a:lnTo>
                  <a:lnTo>
                    <a:pt x="1097051" y="715899"/>
                  </a:lnTo>
                  <a:lnTo>
                    <a:pt x="1214526" y="718439"/>
                  </a:lnTo>
                  <a:lnTo>
                    <a:pt x="1331874" y="717042"/>
                  </a:lnTo>
                  <a:lnTo>
                    <a:pt x="1448460" y="711962"/>
                  </a:lnTo>
                  <a:lnTo>
                    <a:pt x="1563141" y="702945"/>
                  </a:lnTo>
                  <a:lnTo>
                    <a:pt x="1675282" y="690118"/>
                  </a:lnTo>
                  <a:lnTo>
                    <a:pt x="1679486" y="689483"/>
                  </a:lnTo>
                  <a:lnTo>
                    <a:pt x="1783994" y="673735"/>
                  </a:lnTo>
                  <a:lnTo>
                    <a:pt x="1888388" y="653288"/>
                  </a:lnTo>
                  <a:lnTo>
                    <a:pt x="1987702" y="629412"/>
                  </a:lnTo>
                  <a:lnTo>
                    <a:pt x="2035200" y="615823"/>
                  </a:lnTo>
                  <a:lnTo>
                    <a:pt x="2081047" y="601472"/>
                  </a:lnTo>
                  <a:lnTo>
                    <a:pt x="2125243" y="586232"/>
                  </a:lnTo>
                  <a:lnTo>
                    <a:pt x="2167407" y="569976"/>
                  </a:lnTo>
                  <a:lnTo>
                    <a:pt x="2231542" y="541782"/>
                  </a:lnTo>
                  <a:lnTo>
                    <a:pt x="2288057" y="512064"/>
                  </a:lnTo>
                  <a:lnTo>
                    <a:pt x="2336952" y="481076"/>
                  </a:lnTo>
                  <a:lnTo>
                    <a:pt x="2378227" y="448945"/>
                  </a:lnTo>
                  <a:lnTo>
                    <a:pt x="2411882" y="415417"/>
                  </a:lnTo>
                  <a:lnTo>
                    <a:pt x="2437790" y="380873"/>
                  </a:lnTo>
                  <a:lnTo>
                    <a:pt x="2455697" y="345313"/>
                  </a:lnTo>
                  <a:lnTo>
                    <a:pt x="2465476" y="308737"/>
                  </a:lnTo>
                  <a:lnTo>
                    <a:pt x="2467254" y="290195"/>
                  </a:lnTo>
                  <a:close/>
                </a:path>
                <a:path w="3739515" h="932814">
                  <a:moveTo>
                    <a:pt x="3739159" y="817372"/>
                  </a:moveTo>
                  <a:lnTo>
                    <a:pt x="3736873" y="808609"/>
                  </a:lnTo>
                  <a:lnTo>
                    <a:pt x="3729888" y="804557"/>
                  </a:lnTo>
                  <a:lnTo>
                    <a:pt x="3723030" y="800481"/>
                  </a:lnTo>
                  <a:lnTo>
                    <a:pt x="3714140" y="802767"/>
                  </a:lnTo>
                  <a:lnTo>
                    <a:pt x="3710203" y="809752"/>
                  </a:lnTo>
                  <a:lnTo>
                    <a:pt x="3686454" y="850468"/>
                  </a:lnTo>
                  <a:lnTo>
                    <a:pt x="3686454" y="399161"/>
                  </a:lnTo>
                  <a:lnTo>
                    <a:pt x="3657498" y="399161"/>
                  </a:lnTo>
                  <a:lnTo>
                    <a:pt x="3657498" y="850468"/>
                  </a:lnTo>
                  <a:lnTo>
                    <a:pt x="3633749" y="809752"/>
                  </a:lnTo>
                  <a:lnTo>
                    <a:pt x="3629812" y="802767"/>
                  </a:lnTo>
                  <a:lnTo>
                    <a:pt x="3620922" y="800481"/>
                  </a:lnTo>
                  <a:lnTo>
                    <a:pt x="3614064" y="804557"/>
                  </a:lnTo>
                  <a:lnTo>
                    <a:pt x="3607079" y="808609"/>
                  </a:lnTo>
                  <a:lnTo>
                    <a:pt x="3604793" y="817372"/>
                  </a:lnTo>
                  <a:lnTo>
                    <a:pt x="3671976" y="932688"/>
                  </a:lnTo>
                  <a:lnTo>
                    <a:pt x="3688765" y="903859"/>
                  </a:lnTo>
                  <a:lnTo>
                    <a:pt x="3739159" y="817372"/>
                  </a:lnTo>
                  <a:close/>
                </a:path>
              </a:pathLst>
            </a:custGeom>
            <a:solidFill>
              <a:srgbClr val="000000"/>
            </a:solidFill>
          </p:spPr>
          <p:txBody>
            <a:bodyPr wrap="square" lIns="0" tIns="0" rIns="0" bIns="0" rtlCol="0"/>
            <a:lstStyle/>
            <a:p>
              <a:endParaRPr/>
            </a:p>
          </p:txBody>
        </p:sp>
      </p:grpSp>
    </p:spTree>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1313" rIns="0" bIns="0" rtlCol="0">
            <a:spAutoFit/>
          </a:bodyPr>
          <a:lstStyle/>
          <a:p>
            <a:pPr marL="88900">
              <a:lnSpc>
                <a:spcPct val="100000"/>
              </a:lnSpc>
              <a:spcBef>
                <a:spcPts val="95"/>
              </a:spcBef>
            </a:pPr>
            <a:r>
              <a:rPr b="1" dirty="0">
                <a:latin typeface="Calibri"/>
                <a:cs typeface="Calibri"/>
              </a:rPr>
              <a:t>4.4.3.7</a:t>
            </a:r>
            <a:r>
              <a:rPr b="1" spc="-15" dirty="0">
                <a:latin typeface="Calibri"/>
                <a:cs typeface="Calibri"/>
              </a:rPr>
              <a:t> </a:t>
            </a:r>
            <a:r>
              <a:rPr b="1" spc="-114" dirty="0">
                <a:latin typeface="Calibri"/>
                <a:cs typeface="Calibri"/>
              </a:rPr>
              <a:t>Tế</a:t>
            </a:r>
            <a:r>
              <a:rPr b="1" spc="-40" dirty="0">
                <a:latin typeface="Calibri"/>
                <a:cs typeface="Calibri"/>
              </a:rPr>
              <a:t> </a:t>
            </a:r>
            <a:r>
              <a:rPr b="1" dirty="0">
                <a:latin typeface="Calibri"/>
                <a:cs typeface="Calibri"/>
              </a:rPr>
              <a:t>bào</a:t>
            </a:r>
            <a:r>
              <a:rPr b="1" spc="-45" dirty="0">
                <a:latin typeface="Calibri"/>
                <a:cs typeface="Calibri"/>
              </a:rPr>
              <a:t> </a:t>
            </a:r>
            <a:r>
              <a:rPr b="1" dirty="0">
                <a:latin typeface="Calibri"/>
                <a:cs typeface="Calibri"/>
              </a:rPr>
              <a:t>,</a:t>
            </a:r>
            <a:r>
              <a:rPr b="1" spc="-60" dirty="0">
                <a:latin typeface="Calibri"/>
                <a:cs typeface="Calibri"/>
              </a:rPr>
              <a:t> </a:t>
            </a:r>
            <a:r>
              <a:rPr b="1" dirty="0">
                <a:latin typeface="Calibri"/>
                <a:cs typeface="Calibri"/>
              </a:rPr>
              <a:t>đơn</a:t>
            </a:r>
            <a:r>
              <a:rPr b="1" spc="-45" dirty="0">
                <a:latin typeface="Calibri"/>
                <a:cs typeface="Calibri"/>
              </a:rPr>
              <a:t> </a:t>
            </a:r>
            <a:r>
              <a:rPr b="1" dirty="0">
                <a:latin typeface="Calibri"/>
                <a:cs typeface="Calibri"/>
              </a:rPr>
              <a:t>thức</a:t>
            </a:r>
            <a:r>
              <a:rPr b="1" spc="-50" dirty="0">
                <a:latin typeface="Calibri"/>
                <a:cs typeface="Calibri"/>
              </a:rPr>
              <a:t> :</a:t>
            </a:r>
          </a:p>
        </p:txBody>
      </p:sp>
      <p:sp>
        <p:nvSpPr>
          <p:cNvPr id="3" name="object 3"/>
          <p:cNvSpPr txBox="1"/>
          <p:nvPr/>
        </p:nvSpPr>
        <p:spPr>
          <a:xfrm>
            <a:off x="447040" y="903478"/>
            <a:ext cx="8081009" cy="2329815"/>
          </a:xfrm>
          <a:prstGeom prst="rect">
            <a:avLst/>
          </a:prstGeom>
        </p:spPr>
        <p:txBody>
          <a:bodyPr vert="horz" wrap="square" lIns="0" tIns="12065" rIns="0" bIns="0" rtlCol="0">
            <a:spAutoFit/>
          </a:bodyPr>
          <a:lstStyle/>
          <a:p>
            <a:pPr marL="25400" marR="17780" indent="190500">
              <a:lnSpc>
                <a:spcPct val="100000"/>
              </a:lnSpc>
              <a:spcBef>
                <a:spcPts val="95"/>
              </a:spcBef>
              <a:buFont typeface="Calibri"/>
              <a:buChar char="-"/>
              <a:tabLst>
                <a:tab pos="215900" algn="l"/>
                <a:tab pos="368300" algn="l"/>
              </a:tabLst>
            </a:pPr>
            <a:r>
              <a:rPr sz="2800" b="1" dirty="0">
                <a:latin typeface="Calibri"/>
                <a:cs typeface="Calibri"/>
              </a:rPr>
              <a:t>Đơn</a:t>
            </a:r>
            <a:r>
              <a:rPr sz="2800" b="1" spc="-20" dirty="0">
                <a:latin typeface="Calibri"/>
                <a:cs typeface="Calibri"/>
              </a:rPr>
              <a:t> </a:t>
            </a:r>
            <a:r>
              <a:rPr sz="2800" b="1" dirty="0">
                <a:latin typeface="Calibri"/>
                <a:cs typeface="Calibri"/>
              </a:rPr>
              <a:t>thức</a:t>
            </a:r>
            <a:r>
              <a:rPr sz="2800" b="1" spc="-10" dirty="0">
                <a:latin typeface="Calibri"/>
                <a:cs typeface="Calibri"/>
              </a:rPr>
              <a:t> </a:t>
            </a:r>
            <a:r>
              <a:rPr sz="2800" dirty="0">
                <a:latin typeface="Calibri"/>
                <a:cs typeface="Calibri"/>
              </a:rPr>
              <a:t>là</a:t>
            </a:r>
            <a:r>
              <a:rPr sz="2800" spc="-30" dirty="0">
                <a:latin typeface="Calibri"/>
                <a:cs typeface="Calibri"/>
              </a:rPr>
              <a:t> </a:t>
            </a:r>
            <a:r>
              <a:rPr sz="2800" dirty="0">
                <a:latin typeface="Calibri"/>
                <a:cs typeface="Calibri"/>
              </a:rPr>
              <a:t>biểu</a:t>
            </a:r>
            <a:r>
              <a:rPr sz="2800" spc="-5" dirty="0">
                <a:latin typeface="Calibri"/>
                <a:cs typeface="Calibri"/>
              </a:rPr>
              <a:t> </a:t>
            </a:r>
            <a:r>
              <a:rPr sz="2800" dirty="0">
                <a:latin typeface="Calibri"/>
                <a:cs typeface="Calibri"/>
              </a:rPr>
              <a:t>thức Bool</a:t>
            </a:r>
            <a:r>
              <a:rPr sz="2800" spc="-20" dirty="0">
                <a:latin typeface="Calibri"/>
                <a:cs typeface="Calibri"/>
              </a:rPr>
              <a:t> </a:t>
            </a:r>
            <a:r>
              <a:rPr sz="2800" i="1" dirty="0">
                <a:latin typeface="Calibri"/>
                <a:cs typeface="Calibri"/>
              </a:rPr>
              <a:t>có</a:t>
            </a:r>
            <a:r>
              <a:rPr sz="2800" i="1" spc="-25" dirty="0">
                <a:latin typeface="Calibri"/>
                <a:cs typeface="Calibri"/>
              </a:rPr>
              <a:t> </a:t>
            </a:r>
            <a:r>
              <a:rPr sz="2800" i="1" dirty="0">
                <a:latin typeface="Calibri"/>
                <a:cs typeface="Calibri"/>
              </a:rPr>
              <a:t>dạng</a:t>
            </a:r>
            <a:r>
              <a:rPr sz="2800" i="1" spc="-30" dirty="0">
                <a:latin typeface="Calibri"/>
                <a:cs typeface="Calibri"/>
              </a:rPr>
              <a:t> </a:t>
            </a:r>
            <a:r>
              <a:rPr sz="2800" i="1" dirty="0">
                <a:latin typeface="Calibri"/>
                <a:cs typeface="Calibri"/>
              </a:rPr>
              <a:t>x</a:t>
            </a:r>
            <a:r>
              <a:rPr sz="2775" i="1" baseline="-21021" dirty="0">
                <a:latin typeface="Calibri"/>
                <a:cs typeface="Calibri"/>
              </a:rPr>
              <a:t>1</a:t>
            </a:r>
            <a:r>
              <a:rPr sz="2800" i="1" dirty="0">
                <a:latin typeface="Calibri"/>
                <a:cs typeface="Calibri"/>
              </a:rPr>
              <a:t>.</a:t>
            </a:r>
            <a:r>
              <a:rPr sz="2800" i="1" spc="-15" dirty="0">
                <a:latin typeface="Calibri"/>
                <a:cs typeface="Calibri"/>
              </a:rPr>
              <a:t> </a:t>
            </a:r>
            <a:r>
              <a:rPr sz="2800" i="1" dirty="0">
                <a:latin typeface="Calibri"/>
                <a:cs typeface="Calibri"/>
              </a:rPr>
              <a:t>.</a:t>
            </a:r>
            <a:r>
              <a:rPr sz="2800" i="1" spc="-30" dirty="0">
                <a:latin typeface="Calibri"/>
                <a:cs typeface="Calibri"/>
              </a:rPr>
              <a:t> </a:t>
            </a:r>
            <a:r>
              <a:rPr sz="2800" i="1" dirty="0">
                <a:latin typeface="Calibri"/>
                <a:cs typeface="Calibri"/>
              </a:rPr>
              <a:t>.x</a:t>
            </a:r>
            <a:r>
              <a:rPr sz="2775" i="1" baseline="-21021" dirty="0">
                <a:latin typeface="Calibri"/>
                <a:cs typeface="Calibri"/>
              </a:rPr>
              <a:t>k</a:t>
            </a:r>
            <a:r>
              <a:rPr sz="2775" i="1" spc="277" baseline="-21021" dirty="0">
                <a:latin typeface="Calibri"/>
                <a:cs typeface="Calibri"/>
              </a:rPr>
              <a:t> </a:t>
            </a:r>
            <a:r>
              <a:rPr sz="2800" i="1" dirty="0">
                <a:latin typeface="Calibri"/>
                <a:cs typeface="Calibri"/>
              </a:rPr>
              <a:t>,</a:t>
            </a:r>
            <a:r>
              <a:rPr sz="2800" i="1" spc="-15" dirty="0">
                <a:latin typeface="Calibri"/>
                <a:cs typeface="Calibri"/>
              </a:rPr>
              <a:t> </a:t>
            </a:r>
            <a:r>
              <a:rPr sz="2800" i="1" dirty="0">
                <a:latin typeface="Calibri"/>
                <a:cs typeface="Calibri"/>
              </a:rPr>
              <a:t>1</a:t>
            </a:r>
            <a:r>
              <a:rPr sz="2800" i="1" spc="-15" dirty="0">
                <a:latin typeface="Calibri"/>
                <a:cs typeface="Calibri"/>
              </a:rPr>
              <a:t> </a:t>
            </a:r>
            <a:r>
              <a:rPr sz="2800" i="1" dirty="0">
                <a:latin typeface="Calibri"/>
                <a:cs typeface="Calibri"/>
              </a:rPr>
              <a:t>≤</a:t>
            </a:r>
            <a:r>
              <a:rPr sz="2800" i="1" spc="-20" dirty="0">
                <a:latin typeface="Calibri"/>
                <a:cs typeface="Calibri"/>
              </a:rPr>
              <a:t> </a:t>
            </a:r>
            <a:r>
              <a:rPr sz="2800" i="1" dirty="0">
                <a:latin typeface="Calibri"/>
                <a:cs typeface="Calibri"/>
              </a:rPr>
              <a:t>k</a:t>
            </a:r>
            <a:r>
              <a:rPr sz="2800" i="1" spc="-25" dirty="0">
                <a:latin typeface="Calibri"/>
                <a:cs typeface="Calibri"/>
              </a:rPr>
              <a:t> </a:t>
            </a:r>
            <a:r>
              <a:rPr sz="2800" i="1" dirty="0">
                <a:latin typeface="Calibri"/>
                <a:cs typeface="Calibri"/>
              </a:rPr>
              <a:t>≤</a:t>
            </a:r>
            <a:r>
              <a:rPr sz="2800" i="1" spc="-10" dirty="0">
                <a:latin typeface="Calibri"/>
                <a:cs typeface="Calibri"/>
              </a:rPr>
              <a:t> </a:t>
            </a:r>
            <a:r>
              <a:rPr sz="2800" i="1" dirty="0">
                <a:latin typeface="Calibri"/>
                <a:cs typeface="Calibri"/>
              </a:rPr>
              <a:t>4</a:t>
            </a:r>
            <a:r>
              <a:rPr sz="2800" i="1" spc="-15" dirty="0">
                <a:latin typeface="Calibri"/>
                <a:cs typeface="Calibri"/>
              </a:rPr>
              <a:t> </a:t>
            </a:r>
            <a:r>
              <a:rPr sz="2800" i="1" spc="-50" dirty="0">
                <a:latin typeface="Calibri"/>
                <a:cs typeface="Calibri"/>
              </a:rPr>
              <a:t>, </a:t>
            </a:r>
            <a:r>
              <a:rPr sz="2800" i="1" spc="-25" dirty="0">
                <a:latin typeface="Calibri"/>
                <a:cs typeface="Calibri"/>
              </a:rPr>
              <a:t>x</a:t>
            </a:r>
            <a:r>
              <a:rPr sz="2775" i="1" spc="-37" baseline="-21021" dirty="0">
                <a:latin typeface="Calibri"/>
                <a:cs typeface="Calibri"/>
              </a:rPr>
              <a:t>i</a:t>
            </a:r>
            <a:r>
              <a:rPr sz="2775" i="1" baseline="-21021" dirty="0">
                <a:latin typeface="Calibri"/>
                <a:cs typeface="Calibri"/>
              </a:rPr>
              <a:t>	</a:t>
            </a:r>
            <a:r>
              <a:rPr sz="2800" i="1" dirty="0">
                <a:latin typeface="Calibri"/>
                <a:cs typeface="Calibri"/>
              </a:rPr>
              <a:t>là</a:t>
            </a:r>
            <a:r>
              <a:rPr sz="2800" i="1" spc="-35" dirty="0">
                <a:latin typeface="Calibri"/>
                <a:cs typeface="Calibri"/>
              </a:rPr>
              <a:t> </a:t>
            </a:r>
            <a:r>
              <a:rPr sz="2800" i="1" dirty="0">
                <a:latin typeface="Calibri"/>
                <a:cs typeface="Calibri"/>
              </a:rPr>
              <a:t>các</a:t>
            </a:r>
            <a:r>
              <a:rPr sz="2800" i="1" spc="-30" dirty="0">
                <a:latin typeface="Calibri"/>
                <a:cs typeface="Calibri"/>
              </a:rPr>
              <a:t> </a:t>
            </a:r>
            <a:r>
              <a:rPr sz="2800" i="1" dirty="0">
                <a:latin typeface="Calibri"/>
                <a:cs typeface="Calibri"/>
              </a:rPr>
              <a:t>biến</a:t>
            </a:r>
            <a:r>
              <a:rPr sz="2800" i="1" spc="-20" dirty="0">
                <a:latin typeface="Calibri"/>
                <a:cs typeface="Calibri"/>
              </a:rPr>
              <a:t> </a:t>
            </a:r>
            <a:r>
              <a:rPr sz="2800" i="1" dirty="0">
                <a:latin typeface="Calibri"/>
                <a:cs typeface="Calibri"/>
              </a:rPr>
              <a:t>x,</a:t>
            </a:r>
            <a:r>
              <a:rPr sz="2800" i="1" spc="-25" dirty="0">
                <a:latin typeface="Calibri"/>
                <a:cs typeface="Calibri"/>
              </a:rPr>
              <a:t> </a:t>
            </a:r>
            <a:r>
              <a:rPr sz="2800" i="1" spc="-10" dirty="0">
                <a:latin typeface="Calibri"/>
                <a:cs typeface="Calibri"/>
              </a:rPr>
              <a:t>y,</a:t>
            </a:r>
            <a:r>
              <a:rPr sz="2800" i="1" spc="-20" dirty="0">
                <a:latin typeface="Calibri"/>
                <a:cs typeface="Calibri"/>
              </a:rPr>
              <a:t> </a:t>
            </a:r>
            <a:r>
              <a:rPr sz="2800" i="1" dirty="0">
                <a:latin typeface="Calibri"/>
                <a:cs typeface="Calibri"/>
              </a:rPr>
              <a:t>z,</a:t>
            </a:r>
            <a:r>
              <a:rPr sz="2800" i="1" spc="-25" dirty="0">
                <a:latin typeface="Calibri"/>
                <a:cs typeface="Calibri"/>
              </a:rPr>
              <a:t> </a:t>
            </a:r>
            <a:r>
              <a:rPr sz="2800" i="1" dirty="0">
                <a:latin typeface="Calibri"/>
                <a:cs typeface="Calibri"/>
              </a:rPr>
              <a:t>t</a:t>
            </a:r>
            <a:r>
              <a:rPr sz="2800" i="1" spc="-30" dirty="0">
                <a:latin typeface="Calibri"/>
                <a:cs typeface="Calibri"/>
              </a:rPr>
              <a:t> </a:t>
            </a:r>
            <a:r>
              <a:rPr sz="2800" i="1" dirty="0">
                <a:latin typeface="Calibri"/>
                <a:cs typeface="Calibri"/>
              </a:rPr>
              <a:t>hay</a:t>
            </a:r>
            <a:r>
              <a:rPr sz="2800" i="1" spc="-35" dirty="0">
                <a:latin typeface="Calibri"/>
                <a:cs typeface="Calibri"/>
              </a:rPr>
              <a:t> </a:t>
            </a:r>
            <a:r>
              <a:rPr sz="2800" i="1" dirty="0">
                <a:latin typeface="Calibri"/>
                <a:cs typeface="Calibri"/>
              </a:rPr>
              <a:t>bù</a:t>
            </a:r>
            <a:r>
              <a:rPr sz="2800" i="1" spc="-20" dirty="0">
                <a:latin typeface="Calibri"/>
                <a:cs typeface="Calibri"/>
              </a:rPr>
              <a:t> </a:t>
            </a:r>
            <a:r>
              <a:rPr sz="2800" i="1" dirty="0">
                <a:latin typeface="Calibri"/>
                <a:cs typeface="Calibri"/>
              </a:rPr>
              <a:t>của</a:t>
            </a:r>
            <a:r>
              <a:rPr sz="2800" i="1" spc="-20" dirty="0">
                <a:latin typeface="Calibri"/>
                <a:cs typeface="Calibri"/>
              </a:rPr>
              <a:t> </a:t>
            </a:r>
            <a:r>
              <a:rPr sz="2800" i="1" spc="-25" dirty="0">
                <a:latin typeface="Calibri"/>
                <a:cs typeface="Calibri"/>
              </a:rPr>
              <a:t>nó</a:t>
            </a:r>
            <a:r>
              <a:rPr sz="2800" spc="-25" dirty="0">
                <a:latin typeface="Calibri"/>
                <a:cs typeface="Calibri"/>
              </a:rPr>
              <a:t>.</a:t>
            </a:r>
            <a:endParaRPr sz="2800">
              <a:latin typeface="Calibri"/>
              <a:cs typeface="Calibri"/>
            </a:endParaRPr>
          </a:p>
          <a:p>
            <a:pPr marL="25400">
              <a:lnSpc>
                <a:spcPct val="100000"/>
              </a:lnSpc>
              <a:spcBef>
                <a:spcPts val="685"/>
              </a:spcBef>
            </a:pPr>
            <a:r>
              <a:rPr sz="2800" dirty="0">
                <a:latin typeface="Calibri"/>
                <a:cs typeface="Calibri"/>
              </a:rPr>
              <a:t>Ví</a:t>
            </a:r>
            <a:r>
              <a:rPr sz="2800" spc="-5" dirty="0">
                <a:latin typeface="Calibri"/>
                <a:cs typeface="Calibri"/>
              </a:rPr>
              <a:t> </a:t>
            </a:r>
            <a:r>
              <a:rPr sz="2800" dirty="0">
                <a:latin typeface="Calibri"/>
                <a:cs typeface="Calibri"/>
              </a:rPr>
              <a:t>dụ</a:t>
            </a:r>
            <a:r>
              <a:rPr sz="2800" spc="-10" dirty="0">
                <a:latin typeface="Calibri"/>
                <a:cs typeface="Calibri"/>
              </a:rPr>
              <a:t> </a:t>
            </a:r>
            <a:r>
              <a:rPr sz="2800" dirty="0">
                <a:latin typeface="Calibri"/>
                <a:cs typeface="Calibri"/>
              </a:rPr>
              <a:t>:</a:t>
            </a:r>
            <a:r>
              <a:rPr sz="2800" spc="20" dirty="0">
                <a:latin typeface="Calibri"/>
                <a:cs typeface="Calibri"/>
              </a:rPr>
              <a:t> </a:t>
            </a:r>
            <a:r>
              <a:rPr sz="2800" spc="-10" dirty="0">
                <a:latin typeface="Cambria Math"/>
                <a:cs typeface="Cambria Math"/>
              </a:rPr>
              <a:t>xyz,</a:t>
            </a:r>
            <a:r>
              <a:rPr sz="2800" spc="-160" dirty="0">
                <a:latin typeface="Cambria Math"/>
                <a:cs typeface="Cambria Math"/>
              </a:rPr>
              <a:t> </a:t>
            </a:r>
            <a:r>
              <a:rPr sz="2800" spc="-575" dirty="0">
                <a:latin typeface="Cambria Math"/>
                <a:cs typeface="Cambria Math"/>
              </a:rPr>
              <a:t>yzതt,</a:t>
            </a:r>
            <a:r>
              <a:rPr sz="2800" spc="-160" dirty="0">
                <a:latin typeface="Cambria Math"/>
                <a:cs typeface="Cambria Math"/>
              </a:rPr>
              <a:t> </a:t>
            </a:r>
            <a:r>
              <a:rPr sz="2800" spc="-15" dirty="0">
                <a:latin typeface="Cambria Math"/>
                <a:cs typeface="Cambria Math"/>
              </a:rPr>
              <a:t>xy</a:t>
            </a:r>
            <a:r>
              <a:rPr sz="2800" spc="-5" dirty="0">
                <a:latin typeface="Cambria Math"/>
                <a:cs typeface="Cambria Math"/>
              </a:rPr>
              <a:t>z</a:t>
            </a:r>
            <a:r>
              <a:rPr sz="2800" spc="-30" dirty="0">
                <a:latin typeface="Cambria Math"/>
                <a:cs typeface="Cambria Math"/>
              </a:rPr>
              <a:t>t</a:t>
            </a:r>
            <a:r>
              <a:rPr sz="4200" spc="-3382" baseline="5952" dirty="0">
                <a:latin typeface="Cambria Math"/>
                <a:cs typeface="Cambria Math"/>
              </a:rPr>
              <a:t>ҧ</a:t>
            </a:r>
            <a:r>
              <a:rPr sz="2800" spc="-15" dirty="0">
                <a:latin typeface="Calibri"/>
                <a:cs typeface="Calibri"/>
              </a:rPr>
              <a:t>.</a:t>
            </a:r>
            <a:endParaRPr sz="2800">
              <a:latin typeface="Calibri"/>
              <a:cs typeface="Calibri"/>
            </a:endParaRPr>
          </a:p>
          <a:p>
            <a:pPr marL="25400" marR="217170" indent="190500">
              <a:lnSpc>
                <a:spcPct val="100000"/>
              </a:lnSpc>
              <a:spcBef>
                <a:spcPts val="660"/>
              </a:spcBef>
              <a:buFont typeface="Calibri"/>
              <a:buChar char="-"/>
              <a:tabLst>
                <a:tab pos="215900" algn="l"/>
              </a:tabLst>
            </a:pPr>
            <a:r>
              <a:rPr sz="2800" b="1" spc="-110" dirty="0">
                <a:latin typeface="Calibri"/>
                <a:cs typeface="Calibri"/>
              </a:rPr>
              <a:t>Tế</a:t>
            </a:r>
            <a:r>
              <a:rPr sz="2800" b="1" spc="-50" dirty="0">
                <a:latin typeface="Calibri"/>
                <a:cs typeface="Calibri"/>
              </a:rPr>
              <a:t> </a:t>
            </a:r>
            <a:r>
              <a:rPr sz="2800" b="1" dirty="0">
                <a:latin typeface="Calibri"/>
                <a:cs typeface="Calibri"/>
              </a:rPr>
              <a:t>bào</a:t>
            </a:r>
            <a:r>
              <a:rPr sz="2800" b="1" spc="-50" dirty="0">
                <a:latin typeface="Calibri"/>
                <a:cs typeface="Calibri"/>
              </a:rPr>
              <a:t> </a:t>
            </a:r>
            <a:r>
              <a:rPr sz="2800" dirty="0">
                <a:latin typeface="Calibri"/>
                <a:cs typeface="Calibri"/>
              </a:rPr>
              <a:t>là</a:t>
            </a:r>
            <a:r>
              <a:rPr sz="2800" spc="-60" dirty="0">
                <a:latin typeface="Calibri"/>
                <a:cs typeface="Calibri"/>
              </a:rPr>
              <a:t> </a:t>
            </a:r>
            <a:r>
              <a:rPr sz="2800" dirty="0">
                <a:latin typeface="Calibri"/>
                <a:cs typeface="Calibri"/>
              </a:rPr>
              <a:t>HCN</a:t>
            </a:r>
            <a:r>
              <a:rPr sz="2800" spc="-40" dirty="0">
                <a:latin typeface="Calibri"/>
                <a:cs typeface="Calibri"/>
              </a:rPr>
              <a:t> </a:t>
            </a:r>
            <a:r>
              <a:rPr sz="2800" dirty="0">
                <a:latin typeface="Calibri"/>
                <a:cs typeface="Calibri"/>
              </a:rPr>
              <a:t>(trong</a:t>
            </a:r>
            <a:r>
              <a:rPr sz="2800" spc="-45" dirty="0">
                <a:latin typeface="Calibri"/>
                <a:cs typeface="Calibri"/>
              </a:rPr>
              <a:t> </a:t>
            </a:r>
            <a:r>
              <a:rPr sz="2800" dirty="0">
                <a:latin typeface="Calibri"/>
                <a:cs typeface="Calibri"/>
              </a:rPr>
              <a:t>biểu</a:t>
            </a:r>
            <a:r>
              <a:rPr sz="2800" spc="-50" dirty="0">
                <a:latin typeface="Calibri"/>
                <a:cs typeface="Calibri"/>
              </a:rPr>
              <a:t> </a:t>
            </a:r>
            <a:r>
              <a:rPr sz="2800" dirty="0">
                <a:latin typeface="Calibri"/>
                <a:cs typeface="Calibri"/>
              </a:rPr>
              <a:t>đồ</a:t>
            </a:r>
            <a:r>
              <a:rPr sz="2800" spc="-50" dirty="0">
                <a:latin typeface="Calibri"/>
                <a:cs typeface="Calibri"/>
              </a:rPr>
              <a:t> </a:t>
            </a:r>
            <a:r>
              <a:rPr sz="2800" dirty="0">
                <a:latin typeface="Calibri"/>
                <a:cs typeface="Calibri"/>
              </a:rPr>
              <a:t>Karnaugh</a:t>
            </a:r>
            <a:r>
              <a:rPr sz="2800" spc="-35" dirty="0">
                <a:latin typeface="Calibri"/>
                <a:cs typeface="Calibri"/>
              </a:rPr>
              <a:t> </a:t>
            </a:r>
            <a:r>
              <a:rPr sz="2800" dirty="0">
                <a:latin typeface="Calibri"/>
                <a:cs typeface="Calibri"/>
              </a:rPr>
              <a:t>của</a:t>
            </a:r>
            <a:r>
              <a:rPr sz="2800" spc="-50" dirty="0">
                <a:latin typeface="Calibri"/>
                <a:cs typeface="Calibri"/>
              </a:rPr>
              <a:t> </a:t>
            </a:r>
            <a:r>
              <a:rPr sz="2800" dirty="0">
                <a:latin typeface="Calibri"/>
                <a:cs typeface="Calibri"/>
              </a:rPr>
              <a:t>hàm</a:t>
            </a:r>
            <a:r>
              <a:rPr sz="2800" spc="-50" dirty="0">
                <a:latin typeface="Calibri"/>
                <a:cs typeface="Calibri"/>
              </a:rPr>
              <a:t> </a:t>
            </a:r>
            <a:r>
              <a:rPr sz="2800" dirty="0">
                <a:latin typeface="Calibri"/>
                <a:cs typeface="Calibri"/>
              </a:rPr>
              <a:t>f)</a:t>
            </a:r>
            <a:r>
              <a:rPr sz="2800" spc="-55" dirty="0">
                <a:latin typeface="Calibri"/>
                <a:cs typeface="Calibri"/>
              </a:rPr>
              <a:t> </a:t>
            </a:r>
            <a:r>
              <a:rPr sz="2800" spc="-25" dirty="0">
                <a:latin typeface="Calibri"/>
                <a:cs typeface="Calibri"/>
              </a:rPr>
              <a:t>có </a:t>
            </a:r>
            <a:r>
              <a:rPr sz="2800" dirty="0">
                <a:latin typeface="Calibri"/>
                <a:cs typeface="Calibri"/>
              </a:rPr>
              <a:t>số</a:t>
            </a:r>
            <a:r>
              <a:rPr sz="2800" spc="-20" dirty="0">
                <a:latin typeface="Calibri"/>
                <a:cs typeface="Calibri"/>
              </a:rPr>
              <a:t> </a:t>
            </a:r>
            <a:r>
              <a:rPr sz="2800" dirty="0">
                <a:latin typeface="Calibri"/>
                <a:cs typeface="Calibri"/>
              </a:rPr>
              <a:t>ô</a:t>
            </a:r>
            <a:r>
              <a:rPr sz="2800" spc="-30" dirty="0">
                <a:latin typeface="Calibri"/>
                <a:cs typeface="Calibri"/>
              </a:rPr>
              <a:t> </a:t>
            </a:r>
            <a:r>
              <a:rPr sz="2800" dirty="0">
                <a:latin typeface="Calibri"/>
                <a:cs typeface="Calibri"/>
              </a:rPr>
              <a:t>là</a:t>
            </a:r>
            <a:r>
              <a:rPr sz="2800" spc="-30" dirty="0">
                <a:latin typeface="Calibri"/>
                <a:cs typeface="Calibri"/>
              </a:rPr>
              <a:t> </a:t>
            </a:r>
            <a:r>
              <a:rPr sz="2800" dirty="0">
                <a:latin typeface="Calibri"/>
                <a:cs typeface="Calibri"/>
              </a:rPr>
              <a:t>1,</a:t>
            </a:r>
            <a:r>
              <a:rPr sz="2800" spc="-10" dirty="0">
                <a:latin typeface="Calibri"/>
                <a:cs typeface="Calibri"/>
              </a:rPr>
              <a:t> </a:t>
            </a:r>
            <a:r>
              <a:rPr sz="2800" dirty="0">
                <a:latin typeface="Calibri"/>
                <a:cs typeface="Calibri"/>
              </a:rPr>
              <a:t>2,</a:t>
            </a:r>
            <a:r>
              <a:rPr sz="2800" spc="-25" dirty="0">
                <a:latin typeface="Calibri"/>
                <a:cs typeface="Calibri"/>
              </a:rPr>
              <a:t> </a:t>
            </a:r>
            <a:r>
              <a:rPr sz="2800" dirty="0">
                <a:latin typeface="Calibri"/>
                <a:cs typeface="Calibri"/>
              </a:rPr>
              <a:t>4,</a:t>
            </a:r>
            <a:r>
              <a:rPr sz="2800" spc="-20" dirty="0">
                <a:latin typeface="Calibri"/>
                <a:cs typeface="Calibri"/>
              </a:rPr>
              <a:t> </a:t>
            </a:r>
            <a:r>
              <a:rPr sz="2800" dirty="0">
                <a:latin typeface="Calibri"/>
                <a:cs typeface="Calibri"/>
              </a:rPr>
              <a:t>8,</a:t>
            </a:r>
            <a:r>
              <a:rPr sz="2800" spc="-20" dirty="0">
                <a:latin typeface="Calibri"/>
                <a:cs typeface="Calibri"/>
              </a:rPr>
              <a:t> </a:t>
            </a:r>
            <a:r>
              <a:rPr sz="2800" dirty="0">
                <a:latin typeface="Calibri"/>
                <a:cs typeface="Calibri"/>
              </a:rPr>
              <a:t>hay</a:t>
            </a:r>
            <a:r>
              <a:rPr sz="2800" spc="-20" dirty="0">
                <a:latin typeface="Calibri"/>
                <a:cs typeface="Calibri"/>
              </a:rPr>
              <a:t> </a:t>
            </a:r>
            <a:r>
              <a:rPr sz="2800" spc="-25" dirty="0">
                <a:latin typeface="Calibri"/>
                <a:cs typeface="Calibri"/>
              </a:rPr>
              <a:t>16.</a:t>
            </a:r>
            <a:endParaRPr sz="2800">
              <a:latin typeface="Calibri"/>
              <a:cs typeface="Calibri"/>
            </a:endParaRPr>
          </a:p>
        </p:txBody>
      </p:sp>
      <p:sp>
        <p:nvSpPr>
          <p:cNvPr id="4" name="object 4"/>
          <p:cNvSpPr txBox="1"/>
          <p:nvPr/>
        </p:nvSpPr>
        <p:spPr>
          <a:xfrm>
            <a:off x="472440" y="3395217"/>
            <a:ext cx="912494" cy="355600"/>
          </a:xfrm>
          <a:prstGeom prst="rect">
            <a:avLst/>
          </a:prstGeom>
        </p:spPr>
        <p:txBody>
          <a:bodyPr vert="horz" wrap="square" lIns="0" tIns="0" rIns="0" bIns="0" rtlCol="0">
            <a:spAutoFit/>
          </a:bodyPr>
          <a:lstStyle/>
          <a:p>
            <a:pPr>
              <a:lnSpc>
                <a:spcPts val="2655"/>
              </a:lnSpc>
            </a:pPr>
            <a:r>
              <a:rPr sz="2800" dirty="0">
                <a:latin typeface="Calibri"/>
                <a:cs typeface="Calibri"/>
              </a:rPr>
              <a:t>Ví</a:t>
            </a:r>
            <a:r>
              <a:rPr sz="2800" spc="-15" dirty="0">
                <a:latin typeface="Calibri"/>
                <a:cs typeface="Calibri"/>
              </a:rPr>
              <a:t> </a:t>
            </a:r>
            <a:r>
              <a:rPr sz="2800" dirty="0">
                <a:latin typeface="Calibri"/>
                <a:cs typeface="Calibri"/>
              </a:rPr>
              <a:t>dụ</a:t>
            </a:r>
            <a:r>
              <a:rPr sz="2800" spc="-20" dirty="0">
                <a:latin typeface="Calibri"/>
                <a:cs typeface="Calibri"/>
              </a:rPr>
              <a:t> </a:t>
            </a:r>
            <a:r>
              <a:rPr sz="2800" spc="-50" dirty="0">
                <a:latin typeface="Calibri"/>
                <a:cs typeface="Calibri"/>
              </a:rPr>
              <a:t>:</a:t>
            </a:r>
            <a:endParaRPr sz="2800">
              <a:latin typeface="Calibri"/>
              <a:cs typeface="Calibri"/>
            </a:endParaRPr>
          </a:p>
        </p:txBody>
      </p:sp>
      <p:grpSp>
        <p:nvGrpSpPr>
          <p:cNvPr id="5" name="object 5"/>
          <p:cNvGrpSpPr/>
          <p:nvPr/>
        </p:nvGrpSpPr>
        <p:grpSpPr>
          <a:xfrm>
            <a:off x="692887" y="3609975"/>
            <a:ext cx="5074920" cy="2728595"/>
            <a:chOff x="692887" y="3609975"/>
            <a:chExt cx="5074920" cy="2728595"/>
          </a:xfrm>
        </p:grpSpPr>
        <p:pic>
          <p:nvPicPr>
            <p:cNvPr id="6" name="object 6"/>
            <p:cNvPicPr/>
            <p:nvPr/>
          </p:nvPicPr>
          <p:blipFill>
            <a:blip r:embed="rId2" cstate="print"/>
            <a:stretch>
              <a:fillRect/>
            </a:stretch>
          </p:blipFill>
          <p:spPr>
            <a:xfrm>
              <a:off x="692887" y="3609975"/>
              <a:ext cx="2304112" cy="1800225"/>
            </a:xfrm>
            <a:prstGeom prst="rect">
              <a:avLst/>
            </a:prstGeom>
          </p:spPr>
        </p:pic>
        <p:pic>
          <p:nvPicPr>
            <p:cNvPr id="7" name="object 7"/>
            <p:cNvPicPr/>
            <p:nvPr/>
          </p:nvPicPr>
          <p:blipFill>
            <a:blip r:embed="rId3" cstate="print"/>
            <a:stretch>
              <a:fillRect/>
            </a:stretch>
          </p:blipFill>
          <p:spPr>
            <a:xfrm>
              <a:off x="3414541" y="3695700"/>
              <a:ext cx="2353022" cy="1762125"/>
            </a:xfrm>
            <a:prstGeom prst="rect">
              <a:avLst/>
            </a:prstGeom>
          </p:spPr>
        </p:pic>
        <p:sp>
          <p:nvSpPr>
            <p:cNvPr id="8" name="object 8"/>
            <p:cNvSpPr/>
            <p:nvPr/>
          </p:nvSpPr>
          <p:spPr>
            <a:xfrm>
              <a:off x="2667761" y="5399277"/>
              <a:ext cx="1649095" cy="926465"/>
            </a:xfrm>
            <a:custGeom>
              <a:avLst/>
              <a:gdLst/>
              <a:ahLst/>
              <a:cxnLst/>
              <a:rect l="l" t="t" r="r" b="b"/>
              <a:pathLst>
                <a:path w="1649095" h="926464">
                  <a:moveTo>
                    <a:pt x="1648967" y="0"/>
                  </a:moveTo>
                  <a:lnTo>
                    <a:pt x="889000" y="286004"/>
                  </a:lnTo>
                  <a:lnTo>
                    <a:pt x="0" y="286004"/>
                  </a:lnTo>
                  <a:lnTo>
                    <a:pt x="0" y="926084"/>
                  </a:lnTo>
                  <a:lnTo>
                    <a:pt x="1524000" y="926084"/>
                  </a:lnTo>
                  <a:lnTo>
                    <a:pt x="1524000" y="286004"/>
                  </a:lnTo>
                  <a:lnTo>
                    <a:pt x="1270000" y="286004"/>
                  </a:lnTo>
                  <a:lnTo>
                    <a:pt x="1648967" y="0"/>
                  </a:lnTo>
                  <a:close/>
                </a:path>
              </a:pathLst>
            </a:custGeom>
            <a:solidFill>
              <a:srgbClr val="4F81BC"/>
            </a:solidFill>
          </p:spPr>
          <p:txBody>
            <a:bodyPr wrap="square" lIns="0" tIns="0" rIns="0" bIns="0" rtlCol="0"/>
            <a:lstStyle/>
            <a:p>
              <a:endParaRPr/>
            </a:p>
          </p:txBody>
        </p:sp>
        <p:sp>
          <p:nvSpPr>
            <p:cNvPr id="9" name="object 9"/>
            <p:cNvSpPr/>
            <p:nvPr/>
          </p:nvSpPr>
          <p:spPr>
            <a:xfrm>
              <a:off x="2667761" y="5399277"/>
              <a:ext cx="1649095" cy="926465"/>
            </a:xfrm>
            <a:custGeom>
              <a:avLst/>
              <a:gdLst/>
              <a:ahLst/>
              <a:cxnLst/>
              <a:rect l="l" t="t" r="r" b="b"/>
              <a:pathLst>
                <a:path w="1649095" h="926464">
                  <a:moveTo>
                    <a:pt x="0" y="286004"/>
                  </a:moveTo>
                  <a:lnTo>
                    <a:pt x="889000" y="286004"/>
                  </a:lnTo>
                  <a:lnTo>
                    <a:pt x="1648967" y="0"/>
                  </a:lnTo>
                  <a:lnTo>
                    <a:pt x="1270000" y="286004"/>
                  </a:lnTo>
                  <a:lnTo>
                    <a:pt x="1524000" y="286004"/>
                  </a:lnTo>
                  <a:lnTo>
                    <a:pt x="1524000" y="392684"/>
                  </a:lnTo>
                  <a:lnTo>
                    <a:pt x="1524000" y="552704"/>
                  </a:lnTo>
                  <a:lnTo>
                    <a:pt x="1524000" y="926084"/>
                  </a:lnTo>
                  <a:lnTo>
                    <a:pt x="1270000" y="926084"/>
                  </a:lnTo>
                  <a:lnTo>
                    <a:pt x="889000" y="926084"/>
                  </a:lnTo>
                  <a:lnTo>
                    <a:pt x="0" y="926084"/>
                  </a:lnTo>
                  <a:lnTo>
                    <a:pt x="0" y="552704"/>
                  </a:lnTo>
                  <a:lnTo>
                    <a:pt x="0" y="392684"/>
                  </a:lnTo>
                  <a:lnTo>
                    <a:pt x="0" y="286004"/>
                  </a:lnTo>
                  <a:close/>
                </a:path>
              </a:pathLst>
            </a:custGeom>
            <a:ln w="25908">
              <a:solidFill>
                <a:srgbClr val="385D89"/>
              </a:solidFill>
            </a:ln>
          </p:spPr>
          <p:txBody>
            <a:bodyPr wrap="square" lIns="0" tIns="0" rIns="0" bIns="0" rtlCol="0"/>
            <a:lstStyle/>
            <a:p>
              <a:endParaRPr/>
            </a:p>
          </p:txBody>
        </p:sp>
      </p:grpSp>
      <p:pic>
        <p:nvPicPr>
          <p:cNvPr id="10" name="object 10"/>
          <p:cNvPicPr/>
          <p:nvPr/>
        </p:nvPicPr>
        <p:blipFill>
          <a:blip r:embed="rId4" cstate="print"/>
          <a:stretch>
            <a:fillRect/>
          </a:stretch>
        </p:blipFill>
        <p:spPr>
          <a:xfrm>
            <a:off x="6029448" y="3205822"/>
            <a:ext cx="2424228" cy="1569662"/>
          </a:xfrm>
          <a:prstGeom prst="rect">
            <a:avLst/>
          </a:prstGeom>
        </p:spPr>
      </p:pic>
      <p:pic>
        <p:nvPicPr>
          <p:cNvPr id="11" name="object 11"/>
          <p:cNvPicPr/>
          <p:nvPr/>
        </p:nvPicPr>
        <p:blipFill>
          <a:blip r:embed="rId5" cstate="print"/>
          <a:stretch>
            <a:fillRect/>
          </a:stretch>
        </p:blipFill>
        <p:spPr>
          <a:xfrm>
            <a:off x="6070768" y="4964703"/>
            <a:ext cx="2202705" cy="1489468"/>
          </a:xfrm>
          <a:prstGeom prst="rect">
            <a:avLst/>
          </a:prstGeom>
        </p:spPr>
      </p:pic>
      <p:sp>
        <p:nvSpPr>
          <p:cNvPr id="12" name="object 12"/>
          <p:cNvSpPr txBox="1"/>
          <p:nvPr/>
        </p:nvSpPr>
        <p:spPr>
          <a:xfrm>
            <a:off x="2788157" y="5703519"/>
            <a:ext cx="1282065" cy="574040"/>
          </a:xfrm>
          <a:prstGeom prst="rect">
            <a:avLst/>
          </a:prstGeom>
        </p:spPr>
        <p:txBody>
          <a:bodyPr vert="horz" wrap="square" lIns="0" tIns="12700" rIns="0" bIns="0" rtlCol="0">
            <a:spAutoFit/>
          </a:bodyPr>
          <a:lstStyle/>
          <a:p>
            <a:pPr marL="344805" marR="5080" indent="-332740">
              <a:lnSpc>
                <a:spcPct val="100000"/>
              </a:lnSpc>
              <a:spcBef>
                <a:spcPts val="100"/>
              </a:spcBef>
            </a:pPr>
            <a:r>
              <a:rPr sz="1800" dirty="0">
                <a:solidFill>
                  <a:srgbClr val="FFFFFF"/>
                </a:solidFill>
                <a:latin typeface="Calibri"/>
                <a:cs typeface="Calibri"/>
              </a:rPr>
              <a:t>Đơn</a:t>
            </a:r>
            <a:r>
              <a:rPr sz="1800" spc="-30" dirty="0">
                <a:solidFill>
                  <a:srgbClr val="FFFFFF"/>
                </a:solidFill>
                <a:latin typeface="Calibri"/>
                <a:cs typeface="Calibri"/>
              </a:rPr>
              <a:t> </a:t>
            </a:r>
            <a:r>
              <a:rPr sz="1800" dirty="0">
                <a:solidFill>
                  <a:srgbClr val="FFFFFF"/>
                </a:solidFill>
                <a:latin typeface="Calibri"/>
                <a:cs typeface="Calibri"/>
              </a:rPr>
              <a:t>thức</a:t>
            </a:r>
            <a:r>
              <a:rPr sz="1800" spc="-20" dirty="0">
                <a:solidFill>
                  <a:srgbClr val="FFFFFF"/>
                </a:solidFill>
                <a:latin typeface="Calibri"/>
                <a:cs typeface="Calibri"/>
              </a:rPr>
              <a:t> </a:t>
            </a:r>
            <a:r>
              <a:rPr sz="1800" spc="-25" dirty="0">
                <a:solidFill>
                  <a:srgbClr val="FFFFFF"/>
                </a:solidFill>
                <a:latin typeface="Calibri"/>
                <a:cs typeface="Calibri"/>
              </a:rPr>
              <a:t>của </a:t>
            </a:r>
            <a:r>
              <a:rPr sz="1800" dirty="0">
                <a:solidFill>
                  <a:srgbClr val="FFFFFF"/>
                </a:solidFill>
                <a:latin typeface="Calibri"/>
                <a:cs typeface="Calibri"/>
              </a:rPr>
              <a:t>tế</a:t>
            </a:r>
            <a:r>
              <a:rPr sz="1800" spc="-25" dirty="0">
                <a:solidFill>
                  <a:srgbClr val="FFFFFF"/>
                </a:solidFill>
                <a:latin typeface="Calibri"/>
                <a:cs typeface="Calibri"/>
              </a:rPr>
              <a:t> bào</a:t>
            </a:r>
            <a:endParaRPr sz="1800">
              <a:latin typeface="Calibri"/>
              <a:cs typeface="Calibri"/>
            </a:endParaRPr>
          </a:p>
        </p:txBody>
      </p:sp>
    </p:spTree>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305460"/>
            <a:ext cx="8181340" cy="2842260"/>
          </a:xfrm>
          <a:prstGeom prst="rect">
            <a:avLst/>
          </a:prstGeom>
        </p:spPr>
        <p:txBody>
          <a:bodyPr vert="horz" wrap="square" lIns="0" tIns="97790" rIns="0" bIns="0" rtlCol="0">
            <a:spAutoFit/>
          </a:bodyPr>
          <a:lstStyle/>
          <a:p>
            <a:pPr marL="12700">
              <a:lnSpc>
                <a:spcPct val="100000"/>
              </a:lnSpc>
              <a:spcBef>
                <a:spcPts val="770"/>
              </a:spcBef>
            </a:pPr>
            <a:r>
              <a:rPr sz="2800" b="1" dirty="0">
                <a:latin typeface="Calibri"/>
                <a:cs typeface="Calibri"/>
              </a:rPr>
              <a:t>4.4.3.7</a:t>
            </a:r>
            <a:r>
              <a:rPr sz="2800" b="1" spc="-15" dirty="0">
                <a:latin typeface="Calibri"/>
                <a:cs typeface="Calibri"/>
              </a:rPr>
              <a:t> </a:t>
            </a:r>
            <a:r>
              <a:rPr sz="2800" b="1" spc="-114" dirty="0">
                <a:latin typeface="Calibri"/>
                <a:cs typeface="Calibri"/>
              </a:rPr>
              <a:t>Tế</a:t>
            </a:r>
            <a:r>
              <a:rPr sz="2800" b="1" spc="-40" dirty="0">
                <a:latin typeface="Calibri"/>
                <a:cs typeface="Calibri"/>
              </a:rPr>
              <a:t> </a:t>
            </a:r>
            <a:r>
              <a:rPr sz="2800" b="1" dirty="0">
                <a:latin typeface="Calibri"/>
                <a:cs typeface="Calibri"/>
              </a:rPr>
              <a:t>bào</a:t>
            </a:r>
            <a:r>
              <a:rPr sz="2800" b="1" spc="-45" dirty="0">
                <a:latin typeface="Calibri"/>
                <a:cs typeface="Calibri"/>
              </a:rPr>
              <a:t> </a:t>
            </a:r>
            <a:r>
              <a:rPr sz="2800" b="1" dirty="0">
                <a:latin typeface="Calibri"/>
                <a:cs typeface="Calibri"/>
              </a:rPr>
              <a:t>,</a:t>
            </a:r>
            <a:r>
              <a:rPr sz="2800" b="1" spc="-60" dirty="0">
                <a:latin typeface="Calibri"/>
                <a:cs typeface="Calibri"/>
              </a:rPr>
              <a:t> </a:t>
            </a:r>
            <a:r>
              <a:rPr sz="2800" b="1" dirty="0">
                <a:latin typeface="Calibri"/>
                <a:cs typeface="Calibri"/>
              </a:rPr>
              <a:t>đơn</a:t>
            </a:r>
            <a:r>
              <a:rPr sz="2800" b="1" spc="-45" dirty="0">
                <a:latin typeface="Calibri"/>
                <a:cs typeface="Calibri"/>
              </a:rPr>
              <a:t> </a:t>
            </a:r>
            <a:r>
              <a:rPr sz="2800" b="1" dirty="0">
                <a:latin typeface="Calibri"/>
                <a:cs typeface="Calibri"/>
              </a:rPr>
              <a:t>thức</a:t>
            </a:r>
            <a:r>
              <a:rPr sz="2800" b="1" spc="-50" dirty="0">
                <a:latin typeface="Calibri"/>
                <a:cs typeface="Calibri"/>
              </a:rPr>
              <a:t> :</a:t>
            </a:r>
            <a:endParaRPr sz="2800">
              <a:latin typeface="Calibri"/>
              <a:cs typeface="Calibri"/>
            </a:endParaRPr>
          </a:p>
          <a:p>
            <a:pPr marL="12700" marR="5080">
              <a:lnSpc>
                <a:spcPct val="100000"/>
              </a:lnSpc>
              <a:spcBef>
                <a:spcPts val="675"/>
              </a:spcBef>
            </a:pPr>
            <a:r>
              <a:rPr sz="2800" dirty="0">
                <a:latin typeface="Calibri"/>
                <a:cs typeface="Calibri"/>
              </a:rPr>
              <a:t>-</a:t>
            </a:r>
            <a:r>
              <a:rPr sz="2800" spc="-40" dirty="0">
                <a:latin typeface="Calibri"/>
                <a:cs typeface="Calibri"/>
              </a:rPr>
              <a:t> </a:t>
            </a:r>
            <a:r>
              <a:rPr sz="2800" dirty="0">
                <a:latin typeface="Calibri"/>
                <a:cs typeface="Calibri"/>
              </a:rPr>
              <a:t>Xác</a:t>
            </a:r>
            <a:r>
              <a:rPr sz="2800" spc="-40" dirty="0">
                <a:latin typeface="Calibri"/>
                <a:cs typeface="Calibri"/>
              </a:rPr>
              <a:t> </a:t>
            </a:r>
            <a:r>
              <a:rPr sz="2800" dirty="0">
                <a:latin typeface="Calibri"/>
                <a:cs typeface="Calibri"/>
              </a:rPr>
              <a:t>định</a:t>
            </a:r>
            <a:r>
              <a:rPr sz="2800" spc="-20" dirty="0">
                <a:latin typeface="Calibri"/>
                <a:cs typeface="Calibri"/>
              </a:rPr>
              <a:t> </a:t>
            </a:r>
            <a:r>
              <a:rPr sz="2800" dirty="0">
                <a:latin typeface="Calibri"/>
                <a:cs typeface="Calibri"/>
              </a:rPr>
              <a:t>đơn</a:t>
            </a:r>
            <a:r>
              <a:rPr sz="2800" spc="-35" dirty="0">
                <a:latin typeface="Calibri"/>
                <a:cs typeface="Calibri"/>
              </a:rPr>
              <a:t> </a:t>
            </a:r>
            <a:r>
              <a:rPr sz="2800" dirty="0">
                <a:latin typeface="Calibri"/>
                <a:cs typeface="Calibri"/>
              </a:rPr>
              <a:t>thức</a:t>
            </a:r>
            <a:r>
              <a:rPr sz="2800" spc="-20" dirty="0">
                <a:latin typeface="Calibri"/>
                <a:cs typeface="Calibri"/>
              </a:rPr>
              <a:t> </a:t>
            </a:r>
            <a:r>
              <a:rPr sz="2800" dirty="0">
                <a:latin typeface="Calibri"/>
                <a:cs typeface="Calibri"/>
              </a:rPr>
              <a:t>của</a:t>
            </a:r>
            <a:r>
              <a:rPr sz="2800" spc="-40" dirty="0">
                <a:latin typeface="Calibri"/>
                <a:cs typeface="Calibri"/>
              </a:rPr>
              <a:t> </a:t>
            </a:r>
            <a:r>
              <a:rPr sz="2800" dirty="0">
                <a:latin typeface="Calibri"/>
                <a:cs typeface="Calibri"/>
              </a:rPr>
              <a:t>một</a:t>
            </a:r>
            <a:r>
              <a:rPr sz="2800" spc="-35" dirty="0">
                <a:latin typeface="Calibri"/>
                <a:cs typeface="Calibri"/>
              </a:rPr>
              <a:t> </a:t>
            </a:r>
            <a:r>
              <a:rPr sz="2800" dirty="0">
                <a:latin typeface="Calibri"/>
                <a:cs typeface="Calibri"/>
              </a:rPr>
              <a:t>tế</a:t>
            </a:r>
            <a:r>
              <a:rPr sz="2800" spc="-45" dirty="0">
                <a:latin typeface="Calibri"/>
                <a:cs typeface="Calibri"/>
              </a:rPr>
              <a:t> </a:t>
            </a:r>
            <a:r>
              <a:rPr sz="2800" dirty="0">
                <a:latin typeface="Calibri"/>
                <a:cs typeface="Calibri"/>
              </a:rPr>
              <a:t>bào</a:t>
            </a:r>
            <a:r>
              <a:rPr sz="2800" spc="-35" dirty="0">
                <a:latin typeface="Calibri"/>
                <a:cs typeface="Calibri"/>
              </a:rPr>
              <a:t> </a:t>
            </a:r>
            <a:r>
              <a:rPr sz="2800" dirty="0">
                <a:latin typeface="Calibri"/>
                <a:cs typeface="Calibri"/>
              </a:rPr>
              <a:t>:</a:t>
            </a:r>
            <a:r>
              <a:rPr sz="2800" spc="-40" dirty="0">
                <a:latin typeface="Calibri"/>
                <a:cs typeface="Calibri"/>
              </a:rPr>
              <a:t> </a:t>
            </a:r>
            <a:r>
              <a:rPr sz="2800" dirty="0">
                <a:latin typeface="Calibri"/>
                <a:cs typeface="Calibri"/>
              </a:rPr>
              <a:t>Nếu</a:t>
            </a:r>
            <a:r>
              <a:rPr sz="2800" spc="-45" dirty="0">
                <a:latin typeface="Calibri"/>
                <a:cs typeface="Calibri"/>
              </a:rPr>
              <a:t> </a:t>
            </a:r>
            <a:r>
              <a:rPr sz="2800" dirty="0">
                <a:latin typeface="Calibri"/>
                <a:cs typeface="Calibri"/>
              </a:rPr>
              <a:t>trong</a:t>
            </a:r>
            <a:r>
              <a:rPr sz="2800" spc="-35" dirty="0">
                <a:latin typeface="Calibri"/>
                <a:cs typeface="Calibri"/>
              </a:rPr>
              <a:t> </a:t>
            </a:r>
            <a:r>
              <a:rPr sz="2800" dirty="0">
                <a:latin typeface="Calibri"/>
                <a:cs typeface="Calibri"/>
              </a:rPr>
              <a:t>tế</a:t>
            </a:r>
            <a:r>
              <a:rPr sz="2800" spc="-50" dirty="0">
                <a:latin typeface="Calibri"/>
                <a:cs typeface="Calibri"/>
              </a:rPr>
              <a:t> </a:t>
            </a:r>
            <a:r>
              <a:rPr sz="2800" spc="-25" dirty="0">
                <a:latin typeface="Calibri"/>
                <a:cs typeface="Calibri"/>
              </a:rPr>
              <a:t>bào</a:t>
            </a:r>
            <a:r>
              <a:rPr sz="2800" spc="700" dirty="0">
                <a:latin typeface="Calibri"/>
                <a:cs typeface="Calibri"/>
              </a:rPr>
              <a:t> </a:t>
            </a:r>
            <a:r>
              <a:rPr sz="2800" dirty="0">
                <a:latin typeface="Calibri"/>
                <a:cs typeface="Calibri"/>
              </a:rPr>
              <a:t>có</a:t>
            </a:r>
            <a:r>
              <a:rPr sz="2800" spc="-75" dirty="0">
                <a:latin typeface="Calibri"/>
                <a:cs typeface="Calibri"/>
              </a:rPr>
              <a:t> </a:t>
            </a:r>
            <a:r>
              <a:rPr sz="2800" dirty="0">
                <a:latin typeface="Calibri"/>
                <a:cs typeface="Calibri"/>
              </a:rPr>
              <a:t>hai</a:t>
            </a:r>
            <a:r>
              <a:rPr sz="2800" spc="-25" dirty="0">
                <a:latin typeface="Calibri"/>
                <a:cs typeface="Calibri"/>
              </a:rPr>
              <a:t> </a:t>
            </a:r>
            <a:r>
              <a:rPr sz="2800" dirty="0">
                <a:latin typeface="Calibri"/>
                <a:cs typeface="Calibri"/>
              </a:rPr>
              <a:t>ô</a:t>
            </a:r>
            <a:r>
              <a:rPr sz="2800" spc="-35" dirty="0">
                <a:latin typeface="Calibri"/>
                <a:cs typeface="Calibri"/>
              </a:rPr>
              <a:t> </a:t>
            </a:r>
            <a:r>
              <a:rPr sz="2800" dirty="0">
                <a:latin typeface="Calibri"/>
                <a:cs typeface="Calibri"/>
              </a:rPr>
              <a:t>có</a:t>
            </a:r>
            <a:r>
              <a:rPr sz="2800" spc="-40" dirty="0">
                <a:latin typeface="Calibri"/>
                <a:cs typeface="Calibri"/>
              </a:rPr>
              <a:t> </a:t>
            </a:r>
            <a:r>
              <a:rPr sz="2800" dirty="0">
                <a:latin typeface="Calibri"/>
                <a:cs typeface="Calibri"/>
              </a:rPr>
              <a:t>tọa</a:t>
            </a:r>
            <a:r>
              <a:rPr sz="2800" spc="-35" dirty="0">
                <a:latin typeface="Calibri"/>
                <a:cs typeface="Calibri"/>
              </a:rPr>
              <a:t> </a:t>
            </a:r>
            <a:r>
              <a:rPr sz="2800" dirty="0">
                <a:latin typeface="Calibri"/>
                <a:cs typeface="Calibri"/>
              </a:rPr>
              <a:t>độ</a:t>
            </a:r>
            <a:r>
              <a:rPr sz="2800" spc="-30" dirty="0">
                <a:latin typeface="Calibri"/>
                <a:cs typeface="Calibri"/>
              </a:rPr>
              <a:t> </a:t>
            </a:r>
            <a:r>
              <a:rPr sz="2800" dirty="0">
                <a:latin typeface="Calibri"/>
                <a:cs typeface="Calibri"/>
              </a:rPr>
              <a:t>là</a:t>
            </a:r>
            <a:r>
              <a:rPr sz="2800" spc="-25" dirty="0">
                <a:latin typeface="Calibri"/>
                <a:cs typeface="Calibri"/>
              </a:rPr>
              <a:t> </a:t>
            </a:r>
            <a:r>
              <a:rPr sz="2800" dirty="0">
                <a:latin typeface="Cambria Math"/>
                <a:cs typeface="Cambria Math"/>
              </a:rPr>
              <a:t>a</a:t>
            </a:r>
            <a:r>
              <a:rPr sz="2800" spc="-35" dirty="0">
                <a:latin typeface="Cambria Math"/>
                <a:cs typeface="Cambria Math"/>
              </a:rPr>
              <a:t> </a:t>
            </a:r>
            <a:r>
              <a:rPr sz="2800" dirty="0">
                <a:latin typeface="Cambria Math"/>
                <a:cs typeface="Cambria Math"/>
              </a:rPr>
              <a:t>và</a:t>
            </a:r>
            <a:r>
              <a:rPr sz="2800" spc="-40" dirty="0">
                <a:latin typeface="Cambria Math"/>
                <a:cs typeface="Cambria Math"/>
              </a:rPr>
              <a:t> </a:t>
            </a:r>
            <a:r>
              <a:rPr sz="2800" spc="-1550" dirty="0">
                <a:latin typeface="Cambria Math"/>
                <a:cs typeface="Cambria Math"/>
              </a:rPr>
              <a:t>aത</a:t>
            </a:r>
            <a:r>
              <a:rPr sz="2800" spc="90" dirty="0">
                <a:latin typeface="Cambria Math"/>
                <a:cs typeface="Cambria Math"/>
              </a:rPr>
              <a:t> </a:t>
            </a:r>
            <a:r>
              <a:rPr sz="2800" dirty="0">
                <a:latin typeface="Calibri"/>
                <a:cs typeface="Calibri"/>
              </a:rPr>
              <a:t>thì</a:t>
            </a:r>
            <a:r>
              <a:rPr sz="2800" spc="-20" dirty="0">
                <a:latin typeface="Calibri"/>
                <a:cs typeface="Calibri"/>
              </a:rPr>
              <a:t> </a:t>
            </a:r>
            <a:r>
              <a:rPr sz="2800" dirty="0">
                <a:latin typeface="Calibri"/>
                <a:cs typeface="Calibri"/>
              </a:rPr>
              <a:t>đơn</a:t>
            </a:r>
            <a:r>
              <a:rPr sz="2800" spc="-30" dirty="0">
                <a:latin typeface="Calibri"/>
                <a:cs typeface="Calibri"/>
              </a:rPr>
              <a:t> </a:t>
            </a:r>
            <a:r>
              <a:rPr sz="2800" dirty="0">
                <a:latin typeface="Calibri"/>
                <a:cs typeface="Calibri"/>
              </a:rPr>
              <a:t>thức không</a:t>
            </a:r>
            <a:r>
              <a:rPr sz="2800" spc="-25" dirty="0">
                <a:latin typeface="Calibri"/>
                <a:cs typeface="Calibri"/>
              </a:rPr>
              <a:t> </a:t>
            </a:r>
            <a:r>
              <a:rPr sz="2800" dirty="0">
                <a:latin typeface="Calibri"/>
                <a:cs typeface="Calibri"/>
              </a:rPr>
              <a:t>có</a:t>
            </a:r>
            <a:r>
              <a:rPr sz="2800" spc="-40" dirty="0">
                <a:latin typeface="Calibri"/>
                <a:cs typeface="Calibri"/>
              </a:rPr>
              <a:t> </a:t>
            </a:r>
            <a:r>
              <a:rPr sz="2800" dirty="0">
                <a:latin typeface="Calibri"/>
                <a:cs typeface="Calibri"/>
              </a:rPr>
              <a:t>biến</a:t>
            </a:r>
            <a:r>
              <a:rPr sz="2800" spc="-20" dirty="0">
                <a:latin typeface="Calibri"/>
                <a:cs typeface="Calibri"/>
              </a:rPr>
              <a:t> </a:t>
            </a:r>
            <a:r>
              <a:rPr sz="2800" spc="-25" dirty="0">
                <a:latin typeface="Calibri"/>
                <a:cs typeface="Calibri"/>
              </a:rPr>
              <a:t>a, </a:t>
            </a:r>
            <a:r>
              <a:rPr sz="2800" dirty="0">
                <a:latin typeface="Calibri"/>
                <a:cs typeface="Calibri"/>
              </a:rPr>
              <a:t>các</a:t>
            </a:r>
            <a:r>
              <a:rPr sz="2800" spc="-45" dirty="0">
                <a:latin typeface="Calibri"/>
                <a:cs typeface="Calibri"/>
              </a:rPr>
              <a:t> </a:t>
            </a:r>
            <a:r>
              <a:rPr sz="2800" dirty="0">
                <a:latin typeface="Calibri"/>
                <a:cs typeface="Calibri"/>
              </a:rPr>
              <a:t>biến</a:t>
            </a:r>
            <a:r>
              <a:rPr sz="2800" spc="-50" dirty="0">
                <a:latin typeface="Calibri"/>
                <a:cs typeface="Calibri"/>
              </a:rPr>
              <a:t> </a:t>
            </a:r>
            <a:r>
              <a:rPr sz="2800" dirty="0">
                <a:latin typeface="Calibri"/>
                <a:cs typeface="Calibri"/>
              </a:rPr>
              <a:t>còn</a:t>
            </a:r>
            <a:r>
              <a:rPr sz="2800" spc="-45" dirty="0">
                <a:latin typeface="Calibri"/>
                <a:cs typeface="Calibri"/>
              </a:rPr>
              <a:t> </a:t>
            </a:r>
            <a:r>
              <a:rPr sz="2800" dirty="0">
                <a:latin typeface="Calibri"/>
                <a:cs typeface="Calibri"/>
              </a:rPr>
              <a:t>lại</a:t>
            </a:r>
            <a:r>
              <a:rPr sz="2800" spc="-60" dirty="0">
                <a:latin typeface="Calibri"/>
                <a:cs typeface="Calibri"/>
              </a:rPr>
              <a:t> </a:t>
            </a:r>
            <a:r>
              <a:rPr sz="2800" dirty="0">
                <a:latin typeface="Calibri"/>
                <a:cs typeface="Calibri"/>
              </a:rPr>
              <a:t>được</a:t>
            </a:r>
            <a:r>
              <a:rPr sz="2800" spc="-35" dirty="0">
                <a:latin typeface="Calibri"/>
                <a:cs typeface="Calibri"/>
              </a:rPr>
              <a:t> </a:t>
            </a:r>
            <a:r>
              <a:rPr sz="2800" dirty="0">
                <a:latin typeface="Calibri"/>
                <a:cs typeface="Calibri"/>
              </a:rPr>
              <a:t>xác</a:t>
            </a:r>
            <a:r>
              <a:rPr sz="2800" spc="-45" dirty="0">
                <a:latin typeface="Calibri"/>
                <a:cs typeface="Calibri"/>
              </a:rPr>
              <a:t> </a:t>
            </a:r>
            <a:r>
              <a:rPr sz="2800" dirty="0">
                <a:latin typeface="Calibri"/>
                <a:cs typeface="Calibri"/>
              </a:rPr>
              <a:t>định</a:t>
            </a:r>
            <a:r>
              <a:rPr sz="2800" spc="-35" dirty="0">
                <a:latin typeface="Calibri"/>
                <a:cs typeface="Calibri"/>
              </a:rPr>
              <a:t> </a:t>
            </a:r>
            <a:r>
              <a:rPr sz="2800" dirty="0">
                <a:latin typeface="Calibri"/>
                <a:cs typeface="Calibri"/>
              </a:rPr>
              <a:t>bằng</a:t>
            </a:r>
            <a:r>
              <a:rPr sz="2800" spc="-40" dirty="0">
                <a:latin typeface="Calibri"/>
                <a:cs typeface="Calibri"/>
              </a:rPr>
              <a:t> </a:t>
            </a:r>
            <a:r>
              <a:rPr sz="2800" dirty="0">
                <a:latin typeface="Calibri"/>
                <a:cs typeface="Calibri"/>
              </a:rPr>
              <a:t>cách</a:t>
            </a:r>
            <a:r>
              <a:rPr sz="2800" spc="-55" dirty="0">
                <a:latin typeface="Calibri"/>
                <a:cs typeface="Calibri"/>
              </a:rPr>
              <a:t> </a:t>
            </a:r>
            <a:r>
              <a:rPr sz="2800" dirty="0">
                <a:latin typeface="Calibri"/>
                <a:cs typeface="Calibri"/>
              </a:rPr>
              <a:t>chọn</a:t>
            </a:r>
            <a:r>
              <a:rPr sz="2800" spc="-35" dirty="0">
                <a:latin typeface="Calibri"/>
                <a:cs typeface="Calibri"/>
              </a:rPr>
              <a:t> </a:t>
            </a:r>
            <a:r>
              <a:rPr sz="2800" dirty="0">
                <a:latin typeface="Calibri"/>
                <a:cs typeface="Calibri"/>
              </a:rPr>
              <a:t>1</a:t>
            </a:r>
            <a:r>
              <a:rPr sz="2800" spc="-40" dirty="0">
                <a:latin typeface="Calibri"/>
                <a:cs typeface="Calibri"/>
              </a:rPr>
              <a:t> </a:t>
            </a:r>
            <a:r>
              <a:rPr sz="2800" dirty="0">
                <a:latin typeface="Calibri"/>
                <a:cs typeface="Calibri"/>
              </a:rPr>
              <a:t>ô</a:t>
            </a:r>
            <a:r>
              <a:rPr sz="2800" spc="-50" dirty="0">
                <a:latin typeface="Calibri"/>
                <a:cs typeface="Calibri"/>
              </a:rPr>
              <a:t> </a:t>
            </a:r>
            <a:r>
              <a:rPr sz="2800" dirty="0">
                <a:latin typeface="Calibri"/>
                <a:cs typeface="Calibri"/>
              </a:rPr>
              <a:t>bất</a:t>
            </a:r>
            <a:r>
              <a:rPr sz="2800" spc="-40" dirty="0">
                <a:latin typeface="Calibri"/>
                <a:cs typeface="Calibri"/>
              </a:rPr>
              <a:t> </a:t>
            </a:r>
            <a:r>
              <a:rPr sz="2800" spc="-25" dirty="0">
                <a:latin typeface="Calibri"/>
                <a:cs typeface="Calibri"/>
              </a:rPr>
              <a:t>kỳ </a:t>
            </a:r>
            <a:r>
              <a:rPr sz="2800" dirty="0">
                <a:latin typeface="Calibri"/>
                <a:cs typeface="Calibri"/>
              </a:rPr>
              <a:t>và</a:t>
            </a:r>
            <a:r>
              <a:rPr sz="2800" spc="-40" dirty="0">
                <a:latin typeface="Calibri"/>
                <a:cs typeface="Calibri"/>
              </a:rPr>
              <a:t> </a:t>
            </a:r>
            <a:r>
              <a:rPr sz="2800" dirty="0">
                <a:latin typeface="Calibri"/>
                <a:cs typeface="Calibri"/>
              </a:rPr>
              <a:t>tìm</a:t>
            </a:r>
            <a:r>
              <a:rPr sz="2800" spc="-25" dirty="0">
                <a:latin typeface="Calibri"/>
                <a:cs typeface="Calibri"/>
              </a:rPr>
              <a:t> </a:t>
            </a:r>
            <a:r>
              <a:rPr sz="2800" dirty="0">
                <a:latin typeface="Calibri"/>
                <a:cs typeface="Calibri"/>
              </a:rPr>
              <a:t>tọa</a:t>
            </a:r>
            <a:r>
              <a:rPr sz="2800" spc="-30" dirty="0">
                <a:latin typeface="Calibri"/>
                <a:cs typeface="Calibri"/>
              </a:rPr>
              <a:t> </a:t>
            </a:r>
            <a:r>
              <a:rPr sz="2800" dirty="0">
                <a:latin typeface="Calibri"/>
                <a:cs typeface="Calibri"/>
              </a:rPr>
              <a:t>độ</a:t>
            </a:r>
            <a:r>
              <a:rPr sz="2800" spc="-25" dirty="0">
                <a:latin typeface="Calibri"/>
                <a:cs typeface="Calibri"/>
              </a:rPr>
              <a:t> </a:t>
            </a:r>
            <a:r>
              <a:rPr sz="2800" dirty="0">
                <a:latin typeface="Calibri"/>
                <a:cs typeface="Calibri"/>
              </a:rPr>
              <a:t>của</a:t>
            </a:r>
            <a:r>
              <a:rPr sz="2800" spc="-30" dirty="0">
                <a:latin typeface="Calibri"/>
                <a:cs typeface="Calibri"/>
              </a:rPr>
              <a:t> </a:t>
            </a:r>
            <a:r>
              <a:rPr sz="2800" dirty="0">
                <a:latin typeface="Calibri"/>
                <a:cs typeface="Calibri"/>
              </a:rPr>
              <a:t>ô</a:t>
            </a:r>
            <a:r>
              <a:rPr sz="2800" spc="-40" dirty="0">
                <a:latin typeface="Calibri"/>
                <a:cs typeface="Calibri"/>
              </a:rPr>
              <a:t> </a:t>
            </a:r>
            <a:r>
              <a:rPr sz="2800" spc="-25" dirty="0">
                <a:latin typeface="Calibri"/>
                <a:cs typeface="Calibri"/>
              </a:rPr>
              <a:t>đó.</a:t>
            </a:r>
            <a:endParaRPr sz="2800">
              <a:latin typeface="Calibri"/>
              <a:cs typeface="Calibri"/>
            </a:endParaRPr>
          </a:p>
          <a:p>
            <a:pPr marL="12700">
              <a:lnSpc>
                <a:spcPct val="100000"/>
              </a:lnSpc>
              <a:spcBef>
                <a:spcPts val="670"/>
              </a:spcBef>
            </a:pPr>
            <a:r>
              <a:rPr sz="2800" dirty="0">
                <a:latin typeface="Calibri"/>
                <a:cs typeface="Calibri"/>
              </a:rPr>
              <a:t>Ví</a:t>
            </a:r>
            <a:r>
              <a:rPr sz="2800" spc="-15" dirty="0">
                <a:latin typeface="Calibri"/>
                <a:cs typeface="Calibri"/>
              </a:rPr>
              <a:t> </a:t>
            </a:r>
            <a:r>
              <a:rPr sz="2800" dirty="0">
                <a:latin typeface="Calibri"/>
                <a:cs typeface="Calibri"/>
              </a:rPr>
              <a:t>dụ</a:t>
            </a:r>
            <a:r>
              <a:rPr sz="2800" spc="-20" dirty="0">
                <a:latin typeface="Calibri"/>
                <a:cs typeface="Calibri"/>
              </a:rPr>
              <a:t> </a:t>
            </a:r>
            <a:r>
              <a:rPr sz="2800" spc="-50" dirty="0">
                <a:latin typeface="Calibri"/>
                <a:cs typeface="Calibri"/>
              </a:rPr>
              <a:t>:</a:t>
            </a:r>
            <a:endParaRPr sz="2800">
              <a:latin typeface="Calibri"/>
              <a:cs typeface="Calibri"/>
            </a:endParaRPr>
          </a:p>
        </p:txBody>
      </p:sp>
      <p:pic>
        <p:nvPicPr>
          <p:cNvPr id="3" name="object 3"/>
          <p:cNvPicPr/>
          <p:nvPr/>
        </p:nvPicPr>
        <p:blipFill>
          <a:blip r:embed="rId2" cstate="print"/>
          <a:stretch>
            <a:fillRect/>
          </a:stretch>
        </p:blipFill>
        <p:spPr>
          <a:xfrm>
            <a:off x="404728" y="3283293"/>
            <a:ext cx="8508335" cy="1920960"/>
          </a:xfrm>
          <a:prstGeom prst="rect">
            <a:avLst/>
          </a:prstGeom>
        </p:spPr>
      </p:pic>
    </p:spTree>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391413"/>
            <a:ext cx="2759710" cy="452120"/>
          </a:xfrm>
          <a:prstGeom prst="rect">
            <a:avLst/>
          </a:prstGeom>
        </p:spPr>
        <p:txBody>
          <a:bodyPr vert="horz" wrap="square" lIns="0" tIns="12065" rIns="0" bIns="0" rtlCol="0">
            <a:spAutoFit/>
          </a:bodyPr>
          <a:lstStyle/>
          <a:p>
            <a:pPr marL="12700">
              <a:lnSpc>
                <a:spcPct val="100000"/>
              </a:lnSpc>
              <a:spcBef>
                <a:spcPts val="95"/>
              </a:spcBef>
            </a:pPr>
            <a:r>
              <a:rPr b="1" dirty="0">
                <a:latin typeface="Calibri"/>
                <a:cs typeface="Calibri"/>
              </a:rPr>
              <a:t>4.4.3.8</a:t>
            </a:r>
            <a:r>
              <a:rPr b="1" spc="-45" dirty="0">
                <a:latin typeface="Calibri"/>
                <a:cs typeface="Calibri"/>
              </a:rPr>
              <a:t> </a:t>
            </a:r>
            <a:r>
              <a:rPr b="1" spc="-114" dirty="0">
                <a:latin typeface="Calibri"/>
                <a:cs typeface="Calibri"/>
              </a:rPr>
              <a:t>Tế</a:t>
            </a:r>
            <a:r>
              <a:rPr b="1" spc="-45" dirty="0">
                <a:latin typeface="Calibri"/>
                <a:cs typeface="Calibri"/>
              </a:rPr>
              <a:t> </a:t>
            </a:r>
            <a:r>
              <a:rPr b="1" dirty="0">
                <a:latin typeface="Calibri"/>
                <a:cs typeface="Calibri"/>
              </a:rPr>
              <a:t>bào</a:t>
            </a:r>
            <a:r>
              <a:rPr b="1" spc="-60" dirty="0">
                <a:latin typeface="Calibri"/>
                <a:cs typeface="Calibri"/>
              </a:rPr>
              <a:t> </a:t>
            </a:r>
            <a:r>
              <a:rPr b="1" spc="-20" dirty="0">
                <a:latin typeface="Calibri"/>
                <a:cs typeface="Calibri"/>
              </a:rPr>
              <a:t>lớn:</a:t>
            </a:r>
          </a:p>
        </p:txBody>
      </p:sp>
      <p:sp>
        <p:nvSpPr>
          <p:cNvPr id="3" name="object 3"/>
          <p:cNvSpPr txBox="1"/>
          <p:nvPr/>
        </p:nvSpPr>
        <p:spPr>
          <a:xfrm>
            <a:off x="459740" y="817524"/>
            <a:ext cx="7152640" cy="1562100"/>
          </a:xfrm>
          <a:prstGeom prst="rect">
            <a:avLst/>
          </a:prstGeom>
        </p:spPr>
        <p:txBody>
          <a:bodyPr vert="horz" wrap="square" lIns="0" tIns="97790" rIns="0" bIns="0" rtlCol="0">
            <a:spAutoFit/>
          </a:bodyPr>
          <a:lstStyle/>
          <a:p>
            <a:pPr marL="12700">
              <a:lnSpc>
                <a:spcPct val="100000"/>
              </a:lnSpc>
              <a:spcBef>
                <a:spcPts val="770"/>
              </a:spcBef>
            </a:pPr>
            <a:r>
              <a:rPr sz="2800" spc="-95" dirty="0">
                <a:latin typeface="Calibri"/>
                <a:cs typeface="Calibri"/>
              </a:rPr>
              <a:t>Tế</a:t>
            </a:r>
            <a:r>
              <a:rPr sz="2800" spc="-55" dirty="0">
                <a:latin typeface="Calibri"/>
                <a:cs typeface="Calibri"/>
              </a:rPr>
              <a:t> </a:t>
            </a:r>
            <a:r>
              <a:rPr sz="2800" dirty="0">
                <a:latin typeface="Calibri"/>
                <a:cs typeface="Calibri"/>
              </a:rPr>
              <a:t>bào</a:t>
            </a:r>
            <a:r>
              <a:rPr sz="2800" spc="-45" dirty="0">
                <a:latin typeface="Calibri"/>
                <a:cs typeface="Calibri"/>
              </a:rPr>
              <a:t> </a:t>
            </a:r>
            <a:r>
              <a:rPr sz="2800" dirty="0">
                <a:latin typeface="Calibri"/>
                <a:cs typeface="Calibri"/>
              </a:rPr>
              <a:t>lớn</a:t>
            </a:r>
            <a:r>
              <a:rPr sz="2800" spc="-40" dirty="0">
                <a:latin typeface="Calibri"/>
                <a:cs typeface="Calibri"/>
              </a:rPr>
              <a:t> </a:t>
            </a:r>
            <a:r>
              <a:rPr sz="2800" dirty="0">
                <a:latin typeface="Calibri"/>
                <a:cs typeface="Calibri"/>
              </a:rPr>
              <a:t>là</a:t>
            </a:r>
            <a:r>
              <a:rPr sz="2800" spc="-65" dirty="0">
                <a:latin typeface="Calibri"/>
                <a:cs typeface="Calibri"/>
              </a:rPr>
              <a:t> </a:t>
            </a:r>
            <a:r>
              <a:rPr sz="2800" dirty="0">
                <a:latin typeface="Calibri"/>
                <a:cs typeface="Calibri"/>
              </a:rPr>
              <a:t>tế</a:t>
            </a:r>
            <a:r>
              <a:rPr sz="2800" spc="-50" dirty="0">
                <a:latin typeface="Calibri"/>
                <a:cs typeface="Calibri"/>
              </a:rPr>
              <a:t> </a:t>
            </a:r>
            <a:r>
              <a:rPr sz="2800" dirty="0">
                <a:latin typeface="Calibri"/>
                <a:cs typeface="Calibri"/>
              </a:rPr>
              <a:t>bào</a:t>
            </a:r>
            <a:r>
              <a:rPr sz="2800" spc="-50" dirty="0">
                <a:latin typeface="Calibri"/>
                <a:cs typeface="Calibri"/>
              </a:rPr>
              <a:t> </a:t>
            </a:r>
            <a:r>
              <a:rPr sz="2800" dirty="0">
                <a:latin typeface="Calibri"/>
                <a:cs typeface="Calibri"/>
              </a:rPr>
              <a:t>không</a:t>
            </a:r>
            <a:r>
              <a:rPr sz="2800" spc="-30" dirty="0">
                <a:latin typeface="Calibri"/>
                <a:cs typeface="Calibri"/>
              </a:rPr>
              <a:t> </a:t>
            </a:r>
            <a:r>
              <a:rPr sz="2800" dirty="0">
                <a:latin typeface="Calibri"/>
                <a:cs typeface="Calibri"/>
              </a:rPr>
              <a:t>nằm</a:t>
            </a:r>
            <a:r>
              <a:rPr sz="2800" spc="-45" dirty="0">
                <a:latin typeface="Calibri"/>
                <a:cs typeface="Calibri"/>
              </a:rPr>
              <a:t> </a:t>
            </a:r>
            <a:r>
              <a:rPr sz="2800" dirty="0">
                <a:latin typeface="Calibri"/>
                <a:cs typeface="Calibri"/>
              </a:rPr>
              <a:t>trong</a:t>
            </a:r>
            <a:r>
              <a:rPr sz="2800" spc="-55" dirty="0">
                <a:latin typeface="Calibri"/>
                <a:cs typeface="Calibri"/>
              </a:rPr>
              <a:t> </a:t>
            </a:r>
            <a:r>
              <a:rPr sz="2800" dirty="0">
                <a:latin typeface="Calibri"/>
                <a:cs typeface="Calibri"/>
              </a:rPr>
              <a:t>tế</a:t>
            </a:r>
            <a:r>
              <a:rPr sz="2800" spc="-50" dirty="0">
                <a:latin typeface="Calibri"/>
                <a:cs typeface="Calibri"/>
              </a:rPr>
              <a:t> </a:t>
            </a:r>
            <a:r>
              <a:rPr sz="2800" dirty="0">
                <a:latin typeface="Calibri"/>
                <a:cs typeface="Calibri"/>
              </a:rPr>
              <a:t>bào</a:t>
            </a:r>
            <a:r>
              <a:rPr sz="2800" spc="-50" dirty="0">
                <a:latin typeface="Calibri"/>
                <a:cs typeface="Calibri"/>
              </a:rPr>
              <a:t> </a:t>
            </a:r>
            <a:r>
              <a:rPr sz="2800" spc="-20" dirty="0">
                <a:latin typeface="Calibri"/>
                <a:cs typeface="Calibri"/>
              </a:rPr>
              <a:t>khác</a:t>
            </a:r>
            <a:endParaRPr sz="2800">
              <a:latin typeface="Calibri"/>
              <a:cs typeface="Calibri"/>
            </a:endParaRPr>
          </a:p>
          <a:p>
            <a:pPr marL="12700">
              <a:lnSpc>
                <a:spcPct val="100000"/>
              </a:lnSpc>
              <a:spcBef>
                <a:spcPts val="675"/>
              </a:spcBef>
            </a:pPr>
            <a:r>
              <a:rPr sz="2800" b="1" dirty="0">
                <a:latin typeface="Calibri"/>
                <a:cs typeface="Calibri"/>
              </a:rPr>
              <a:t>Ví dụ </a:t>
            </a:r>
            <a:r>
              <a:rPr sz="2800" b="1" spc="-50" dirty="0">
                <a:latin typeface="Calibri"/>
                <a:cs typeface="Calibri"/>
              </a:rPr>
              <a:t>:</a:t>
            </a:r>
            <a:endParaRPr sz="2800">
              <a:latin typeface="Calibri"/>
              <a:cs typeface="Calibri"/>
            </a:endParaRPr>
          </a:p>
          <a:p>
            <a:pPr marL="12700">
              <a:lnSpc>
                <a:spcPct val="100000"/>
              </a:lnSpc>
              <a:spcBef>
                <a:spcPts val="675"/>
              </a:spcBef>
              <a:tabLst>
                <a:tab pos="527685" algn="l"/>
              </a:tabLst>
            </a:pPr>
            <a:r>
              <a:rPr sz="2800" spc="-25" dirty="0">
                <a:latin typeface="Calibri"/>
                <a:cs typeface="Calibri"/>
              </a:rPr>
              <a:t>a)</a:t>
            </a:r>
            <a:r>
              <a:rPr sz="2800" dirty="0">
                <a:latin typeface="Calibri"/>
                <a:cs typeface="Calibri"/>
              </a:rPr>
              <a:t>	</a:t>
            </a:r>
            <a:r>
              <a:rPr sz="2800" spc="-95" dirty="0">
                <a:latin typeface="Calibri"/>
                <a:cs typeface="Calibri"/>
              </a:rPr>
              <a:t>Tế</a:t>
            </a:r>
            <a:r>
              <a:rPr sz="2800" spc="-60" dirty="0">
                <a:latin typeface="Calibri"/>
                <a:cs typeface="Calibri"/>
              </a:rPr>
              <a:t> </a:t>
            </a:r>
            <a:r>
              <a:rPr sz="2800" dirty="0">
                <a:latin typeface="Calibri"/>
                <a:cs typeface="Calibri"/>
              </a:rPr>
              <a:t>bào</a:t>
            </a:r>
            <a:r>
              <a:rPr sz="2800" spc="-50" dirty="0">
                <a:latin typeface="Calibri"/>
                <a:cs typeface="Calibri"/>
              </a:rPr>
              <a:t> </a:t>
            </a:r>
            <a:r>
              <a:rPr sz="2800" spc="-25" dirty="0">
                <a:latin typeface="Calibri"/>
                <a:cs typeface="Calibri"/>
              </a:rPr>
              <a:t>lớn</a:t>
            </a:r>
            <a:endParaRPr sz="2800">
              <a:latin typeface="Calibri"/>
              <a:cs typeface="Calibri"/>
            </a:endParaRPr>
          </a:p>
        </p:txBody>
      </p:sp>
      <p:sp>
        <p:nvSpPr>
          <p:cNvPr id="4" name="object 4"/>
          <p:cNvSpPr txBox="1"/>
          <p:nvPr/>
        </p:nvSpPr>
        <p:spPr>
          <a:xfrm>
            <a:off x="459740" y="3976497"/>
            <a:ext cx="3337560" cy="452120"/>
          </a:xfrm>
          <a:prstGeom prst="rect">
            <a:avLst/>
          </a:prstGeom>
        </p:spPr>
        <p:txBody>
          <a:bodyPr vert="horz" wrap="square" lIns="0" tIns="12065" rIns="0" bIns="0" rtlCol="0">
            <a:spAutoFit/>
          </a:bodyPr>
          <a:lstStyle/>
          <a:p>
            <a:pPr marL="12700">
              <a:lnSpc>
                <a:spcPct val="100000"/>
              </a:lnSpc>
              <a:spcBef>
                <a:spcPts val="95"/>
              </a:spcBef>
              <a:tabLst>
                <a:tab pos="527685" algn="l"/>
              </a:tabLst>
            </a:pPr>
            <a:r>
              <a:rPr sz="2800" spc="-25" dirty="0">
                <a:latin typeface="Calibri"/>
                <a:cs typeface="Calibri"/>
              </a:rPr>
              <a:t>b)</a:t>
            </a:r>
            <a:r>
              <a:rPr sz="2800" dirty="0">
                <a:latin typeface="Calibri"/>
                <a:cs typeface="Calibri"/>
              </a:rPr>
              <a:t>	Không</a:t>
            </a:r>
            <a:r>
              <a:rPr sz="2800" spc="-35" dirty="0">
                <a:latin typeface="Calibri"/>
                <a:cs typeface="Calibri"/>
              </a:rPr>
              <a:t> </a:t>
            </a:r>
            <a:r>
              <a:rPr sz="2800" dirty="0">
                <a:latin typeface="Calibri"/>
                <a:cs typeface="Calibri"/>
              </a:rPr>
              <a:t>là</a:t>
            </a:r>
            <a:r>
              <a:rPr sz="2800" spc="-40" dirty="0">
                <a:latin typeface="Calibri"/>
                <a:cs typeface="Calibri"/>
              </a:rPr>
              <a:t> </a:t>
            </a:r>
            <a:r>
              <a:rPr sz="2800" dirty="0">
                <a:latin typeface="Calibri"/>
                <a:cs typeface="Calibri"/>
              </a:rPr>
              <a:t>tế</a:t>
            </a:r>
            <a:r>
              <a:rPr sz="2800" spc="-35" dirty="0">
                <a:latin typeface="Calibri"/>
                <a:cs typeface="Calibri"/>
              </a:rPr>
              <a:t> </a:t>
            </a:r>
            <a:r>
              <a:rPr sz="2800" dirty="0">
                <a:latin typeface="Calibri"/>
                <a:cs typeface="Calibri"/>
              </a:rPr>
              <a:t>bào</a:t>
            </a:r>
            <a:r>
              <a:rPr sz="2800" spc="-20" dirty="0">
                <a:latin typeface="Calibri"/>
                <a:cs typeface="Calibri"/>
              </a:rPr>
              <a:t> </a:t>
            </a:r>
            <a:r>
              <a:rPr sz="2800" spc="-25" dirty="0">
                <a:latin typeface="Calibri"/>
                <a:cs typeface="Calibri"/>
              </a:rPr>
              <a:t>lớn</a:t>
            </a:r>
            <a:endParaRPr sz="2800">
              <a:latin typeface="Calibri"/>
              <a:cs typeface="Calibri"/>
            </a:endParaRPr>
          </a:p>
        </p:txBody>
      </p:sp>
      <p:pic>
        <p:nvPicPr>
          <p:cNvPr id="5" name="object 5"/>
          <p:cNvPicPr/>
          <p:nvPr/>
        </p:nvPicPr>
        <p:blipFill>
          <a:blip r:embed="rId2" cstate="print"/>
          <a:stretch>
            <a:fillRect/>
          </a:stretch>
        </p:blipFill>
        <p:spPr>
          <a:xfrm>
            <a:off x="2800320" y="1981216"/>
            <a:ext cx="2438062" cy="1581495"/>
          </a:xfrm>
          <a:prstGeom prst="rect">
            <a:avLst/>
          </a:prstGeom>
        </p:spPr>
      </p:pic>
      <p:pic>
        <p:nvPicPr>
          <p:cNvPr id="6" name="object 6"/>
          <p:cNvPicPr/>
          <p:nvPr/>
        </p:nvPicPr>
        <p:blipFill>
          <a:blip r:embed="rId3" cstate="print"/>
          <a:stretch>
            <a:fillRect/>
          </a:stretch>
        </p:blipFill>
        <p:spPr>
          <a:xfrm>
            <a:off x="6021301" y="2009419"/>
            <a:ext cx="2361858" cy="1581860"/>
          </a:xfrm>
          <a:prstGeom prst="rect">
            <a:avLst/>
          </a:prstGeom>
        </p:spPr>
      </p:pic>
      <p:pic>
        <p:nvPicPr>
          <p:cNvPr id="7" name="object 7"/>
          <p:cNvPicPr/>
          <p:nvPr/>
        </p:nvPicPr>
        <p:blipFill>
          <a:blip r:embed="rId4" cstate="print"/>
          <a:stretch>
            <a:fillRect/>
          </a:stretch>
        </p:blipFill>
        <p:spPr>
          <a:xfrm>
            <a:off x="744458" y="4611689"/>
            <a:ext cx="7591067" cy="1801258"/>
          </a:xfrm>
          <a:prstGeom prst="rect">
            <a:avLst/>
          </a:prstGeom>
        </p:spPr>
      </p:pic>
      <p:sp>
        <p:nvSpPr>
          <p:cNvPr id="8" name="object 8"/>
          <p:cNvSpPr txBox="1"/>
          <p:nvPr/>
        </p:nvSpPr>
        <p:spPr>
          <a:xfrm>
            <a:off x="6457569" y="6126886"/>
            <a:ext cx="144653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Kkông</a:t>
            </a:r>
            <a:r>
              <a:rPr sz="1800" spc="-40" dirty="0">
                <a:latin typeface="Calibri"/>
                <a:cs typeface="Calibri"/>
              </a:rPr>
              <a:t> </a:t>
            </a:r>
            <a:r>
              <a:rPr sz="1800" dirty="0">
                <a:latin typeface="Calibri"/>
                <a:cs typeface="Calibri"/>
              </a:rPr>
              <a:t>là</a:t>
            </a:r>
            <a:r>
              <a:rPr sz="1800" spc="-40" dirty="0">
                <a:latin typeface="Calibri"/>
                <a:cs typeface="Calibri"/>
              </a:rPr>
              <a:t> </a:t>
            </a:r>
            <a:r>
              <a:rPr sz="1800" dirty="0">
                <a:latin typeface="Calibri"/>
                <a:cs typeface="Calibri"/>
              </a:rPr>
              <a:t>tế</a:t>
            </a:r>
            <a:r>
              <a:rPr sz="1800" spc="-30" dirty="0">
                <a:latin typeface="Calibri"/>
                <a:cs typeface="Calibri"/>
              </a:rPr>
              <a:t> </a:t>
            </a:r>
            <a:r>
              <a:rPr sz="1800" spc="-25" dirty="0">
                <a:latin typeface="Calibri"/>
                <a:cs typeface="Calibri"/>
              </a:rPr>
              <a:t>bào</a:t>
            </a:r>
            <a:endParaRPr sz="1800">
              <a:latin typeface="Calibri"/>
              <a:cs typeface="Calibri"/>
            </a:endParaRPr>
          </a:p>
        </p:txBody>
      </p:sp>
    </p:spTree>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305460"/>
            <a:ext cx="7931150" cy="2330450"/>
          </a:xfrm>
          <a:prstGeom prst="rect">
            <a:avLst/>
          </a:prstGeom>
        </p:spPr>
        <p:txBody>
          <a:bodyPr vert="horz" wrap="square" lIns="0" tIns="97790" rIns="0" bIns="0" rtlCol="0">
            <a:spAutoFit/>
          </a:bodyPr>
          <a:lstStyle/>
          <a:p>
            <a:pPr marL="12700">
              <a:lnSpc>
                <a:spcPct val="100000"/>
              </a:lnSpc>
              <a:spcBef>
                <a:spcPts val="770"/>
              </a:spcBef>
            </a:pPr>
            <a:r>
              <a:rPr sz="2800" b="1" dirty="0">
                <a:latin typeface="Calibri"/>
                <a:cs typeface="Calibri"/>
              </a:rPr>
              <a:t>4.4.3.9 Phủ</a:t>
            </a:r>
            <a:r>
              <a:rPr sz="2800" b="1" spc="-45" dirty="0">
                <a:latin typeface="Calibri"/>
                <a:cs typeface="Calibri"/>
              </a:rPr>
              <a:t> </a:t>
            </a:r>
            <a:r>
              <a:rPr sz="2800" b="1" dirty="0">
                <a:latin typeface="Calibri"/>
                <a:cs typeface="Calibri"/>
              </a:rPr>
              <a:t>tối</a:t>
            </a:r>
            <a:r>
              <a:rPr sz="2800" b="1" spc="-50" dirty="0">
                <a:latin typeface="Calibri"/>
                <a:cs typeface="Calibri"/>
              </a:rPr>
              <a:t> </a:t>
            </a:r>
            <a:r>
              <a:rPr sz="2800" b="1" spc="-10" dirty="0">
                <a:latin typeface="Calibri"/>
                <a:cs typeface="Calibri"/>
              </a:rPr>
              <a:t>tiểu:</a:t>
            </a:r>
            <a:endParaRPr sz="2800">
              <a:latin typeface="Calibri"/>
              <a:cs typeface="Calibri"/>
            </a:endParaRPr>
          </a:p>
          <a:p>
            <a:pPr marL="12700" marR="5080">
              <a:lnSpc>
                <a:spcPct val="100000"/>
              </a:lnSpc>
              <a:spcBef>
                <a:spcPts val="675"/>
              </a:spcBef>
              <a:tabLst>
                <a:tab pos="1297305" algn="l"/>
                <a:tab pos="4839970" algn="l"/>
                <a:tab pos="6947534" algn="l"/>
              </a:tabLst>
            </a:pPr>
            <a:r>
              <a:rPr sz="2800" b="1" dirty="0">
                <a:latin typeface="Calibri"/>
                <a:cs typeface="Calibri"/>
              </a:rPr>
              <a:t>Định</a:t>
            </a:r>
            <a:r>
              <a:rPr sz="2800" b="1" spc="-50" dirty="0">
                <a:latin typeface="Calibri"/>
                <a:cs typeface="Calibri"/>
              </a:rPr>
              <a:t> </a:t>
            </a:r>
            <a:r>
              <a:rPr sz="2800" b="1" dirty="0">
                <a:latin typeface="Calibri"/>
                <a:cs typeface="Calibri"/>
              </a:rPr>
              <a:t>nghĩa</a:t>
            </a:r>
            <a:r>
              <a:rPr sz="2800" b="1" spc="-15" dirty="0">
                <a:latin typeface="Calibri"/>
                <a:cs typeface="Calibri"/>
              </a:rPr>
              <a:t> </a:t>
            </a:r>
            <a:r>
              <a:rPr sz="2800" b="1" dirty="0">
                <a:latin typeface="Calibri"/>
                <a:cs typeface="Calibri"/>
              </a:rPr>
              <a:t>phủ</a:t>
            </a:r>
            <a:r>
              <a:rPr sz="2800" b="1" spc="-30" dirty="0">
                <a:latin typeface="Calibri"/>
                <a:cs typeface="Calibri"/>
              </a:rPr>
              <a:t> </a:t>
            </a:r>
            <a:r>
              <a:rPr sz="2800" b="1" dirty="0">
                <a:latin typeface="Calibri"/>
                <a:cs typeface="Calibri"/>
              </a:rPr>
              <a:t>của</a:t>
            </a:r>
            <a:r>
              <a:rPr sz="2800" b="1" spc="-20" dirty="0">
                <a:latin typeface="Calibri"/>
                <a:cs typeface="Calibri"/>
              </a:rPr>
              <a:t> </a:t>
            </a:r>
            <a:r>
              <a:rPr sz="2800" b="1" dirty="0">
                <a:latin typeface="Calibri"/>
                <a:cs typeface="Calibri"/>
              </a:rPr>
              <a:t>f</a:t>
            </a:r>
            <a:r>
              <a:rPr sz="2800" b="1" spc="-30" dirty="0">
                <a:latin typeface="Calibri"/>
                <a:cs typeface="Calibri"/>
              </a:rPr>
              <a:t> </a:t>
            </a:r>
            <a:r>
              <a:rPr sz="2800" b="1" dirty="0">
                <a:latin typeface="Calibri"/>
                <a:cs typeface="Calibri"/>
              </a:rPr>
              <a:t>:</a:t>
            </a:r>
            <a:r>
              <a:rPr sz="2800" b="1" spc="-30" dirty="0">
                <a:latin typeface="Calibri"/>
                <a:cs typeface="Calibri"/>
              </a:rPr>
              <a:t> </a:t>
            </a:r>
            <a:r>
              <a:rPr sz="2800" dirty="0">
                <a:latin typeface="Calibri"/>
                <a:cs typeface="Calibri"/>
              </a:rPr>
              <a:t>Gọi</a:t>
            </a:r>
            <a:r>
              <a:rPr sz="2800" spc="-35" dirty="0">
                <a:latin typeface="Calibri"/>
                <a:cs typeface="Calibri"/>
              </a:rPr>
              <a:t> </a:t>
            </a:r>
            <a:r>
              <a:rPr sz="2800" dirty="0">
                <a:latin typeface="Calibri"/>
                <a:cs typeface="Calibri"/>
              </a:rPr>
              <a:t>T</a:t>
            </a:r>
            <a:r>
              <a:rPr sz="2800" spc="-30" dirty="0">
                <a:latin typeface="Calibri"/>
                <a:cs typeface="Calibri"/>
              </a:rPr>
              <a:t> </a:t>
            </a:r>
            <a:r>
              <a:rPr sz="2800" dirty="0">
                <a:latin typeface="Calibri"/>
                <a:cs typeface="Calibri"/>
              </a:rPr>
              <a:t>là</a:t>
            </a:r>
            <a:r>
              <a:rPr sz="2800" spc="-25" dirty="0">
                <a:latin typeface="Calibri"/>
                <a:cs typeface="Calibri"/>
              </a:rPr>
              <a:t> </a:t>
            </a:r>
            <a:r>
              <a:rPr sz="2800" dirty="0">
                <a:latin typeface="Calibri"/>
                <a:cs typeface="Calibri"/>
              </a:rPr>
              <a:t>tập</a:t>
            </a:r>
            <a:r>
              <a:rPr sz="2800" spc="-20" dirty="0">
                <a:latin typeface="Calibri"/>
                <a:cs typeface="Calibri"/>
              </a:rPr>
              <a:t> </a:t>
            </a:r>
            <a:r>
              <a:rPr sz="2800" dirty="0">
                <a:latin typeface="Calibri"/>
                <a:cs typeface="Calibri"/>
              </a:rPr>
              <a:t>tất</a:t>
            </a:r>
            <a:r>
              <a:rPr sz="2800" spc="-40" dirty="0">
                <a:latin typeface="Calibri"/>
                <a:cs typeface="Calibri"/>
              </a:rPr>
              <a:t> </a:t>
            </a:r>
            <a:r>
              <a:rPr sz="2800" dirty="0">
                <a:latin typeface="Calibri"/>
                <a:cs typeface="Calibri"/>
              </a:rPr>
              <a:t>cả</a:t>
            </a:r>
            <a:r>
              <a:rPr sz="2800" spc="-30" dirty="0">
                <a:latin typeface="Calibri"/>
                <a:cs typeface="Calibri"/>
              </a:rPr>
              <a:t> </a:t>
            </a:r>
            <a:r>
              <a:rPr sz="2800" dirty="0">
                <a:latin typeface="Calibri"/>
                <a:cs typeface="Calibri"/>
              </a:rPr>
              <a:t>các</a:t>
            </a:r>
            <a:r>
              <a:rPr sz="2800" spc="-20" dirty="0">
                <a:latin typeface="Calibri"/>
                <a:cs typeface="Calibri"/>
              </a:rPr>
              <a:t> </a:t>
            </a:r>
            <a:r>
              <a:rPr sz="2800" dirty="0">
                <a:latin typeface="Calibri"/>
                <a:cs typeface="Calibri"/>
              </a:rPr>
              <a:t>tế</a:t>
            </a:r>
            <a:r>
              <a:rPr sz="2800" spc="-45" dirty="0">
                <a:latin typeface="Calibri"/>
                <a:cs typeface="Calibri"/>
              </a:rPr>
              <a:t> </a:t>
            </a:r>
            <a:r>
              <a:rPr sz="2800" dirty="0">
                <a:latin typeface="Calibri"/>
                <a:cs typeface="Calibri"/>
              </a:rPr>
              <a:t>bào</a:t>
            </a:r>
            <a:r>
              <a:rPr sz="2800" spc="-25" dirty="0">
                <a:latin typeface="Calibri"/>
                <a:cs typeface="Calibri"/>
              </a:rPr>
              <a:t> lớn </a:t>
            </a:r>
            <a:r>
              <a:rPr sz="2800" dirty="0">
                <a:latin typeface="Calibri"/>
                <a:cs typeface="Calibri"/>
              </a:rPr>
              <a:t>của</a:t>
            </a:r>
            <a:r>
              <a:rPr sz="2800" spc="-80" dirty="0">
                <a:latin typeface="Calibri"/>
                <a:cs typeface="Calibri"/>
              </a:rPr>
              <a:t> </a:t>
            </a:r>
            <a:r>
              <a:rPr sz="2800" spc="-20" dirty="0">
                <a:latin typeface="Calibri"/>
                <a:cs typeface="Calibri"/>
              </a:rPr>
              <a:t>f,</a:t>
            </a:r>
            <a:r>
              <a:rPr sz="2800" spc="-90" dirty="0">
                <a:latin typeface="Calibri"/>
                <a:cs typeface="Calibri"/>
              </a:rPr>
              <a:t> </a:t>
            </a:r>
            <a:r>
              <a:rPr sz="2800" spc="-25" dirty="0">
                <a:latin typeface="Calibri"/>
                <a:cs typeface="Calibri"/>
              </a:rPr>
              <a:t>T’</a:t>
            </a:r>
            <a:r>
              <a:rPr sz="2800" dirty="0">
                <a:latin typeface="Calibri"/>
                <a:cs typeface="Calibri"/>
              </a:rPr>
              <a:t>	</a:t>
            </a:r>
            <a:r>
              <a:rPr sz="2800" dirty="0">
                <a:latin typeface="Symbol"/>
                <a:cs typeface="Symbol"/>
              </a:rPr>
              <a:t></a:t>
            </a:r>
            <a:r>
              <a:rPr sz="2800" spc="-90" dirty="0">
                <a:latin typeface="Times New Roman"/>
                <a:cs typeface="Times New Roman"/>
              </a:rPr>
              <a:t> </a:t>
            </a:r>
            <a:r>
              <a:rPr sz="2800" dirty="0">
                <a:latin typeface="Calibri"/>
                <a:cs typeface="Calibri"/>
              </a:rPr>
              <a:t>T</a:t>
            </a:r>
            <a:r>
              <a:rPr sz="2800" spc="-25" dirty="0">
                <a:latin typeface="Calibri"/>
                <a:cs typeface="Calibri"/>
              </a:rPr>
              <a:t> </a:t>
            </a:r>
            <a:r>
              <a:rPr sz="2800" dirty="0">
                <a:latin typeface="Calibri"/>
                <a:cs typeface="Calibri"/>
              </a:rPr>
              <a:t>.</a:t>
            </a:r>
            <a:r>
              <a:rPr sz="2800" spc="-30" dirty="0">
                <a:latin typeface="Calibri"/>
                <a:cs typeface="Calibri"/>
              </a:rPr>
              <a:t> </a:t>
            </a:r>
            <a:r>
              <a:rPr sz="2800" dirty="0">
                <a:latin typeface="Calibri"/>
                <a:cs typeface="Calibri"/>
              </a:rPr>
              <a:t>Nếu</a:t>
            </a:r>
            <a:r>
              <a:rPr sz="2800" spc="-10" dirty="0">
                <a:latin typeface="Calibri"/>
                <a:cs typeface="Calibri"/>
              </a:rPr>
              <a:t> </a:t>
            </a:r>
            <a:r>
              <a:rPr sz="2800" dirty="0">
                <a:latin typeface="Calibri"/>
                <a:cs typeface="Calibri"/>
              </a:rPr>
              <a:t>hội</a:t>
            </a:r>
            <a:r>
              <a:rPr sz="2800" spc="-35" dirty="0">
                <a:latin typeface="Calibri"/>
                <a:cs typeface="Calibri"/>
              </a:rPr>
              <a:t> </a:t>
            </a:r>
            <a:r>
              <a:rPr sz="2800" dirty="0">
                <a:latin typeface="Calibri"/>
                <a:cs typeface="Calibri"/>
              </a:rPr>
              <a:t>tất</a:t>
            </a:r>
            <a:r>
              <a:rPr sz="2800" spc="-30" dirty="0">
                <a:latin typeface="Calibri"/>
                <a:cs typeface="Calibri"/>
              </a:rPr>
              <a:t> </a:t>
            </a:r>
            <a:r>
              <a:rPr sz="2800" dirty="0">
                <a:latin typeface="Calibri"/>
                <a:cs typeface="Calibri"/>
              </a:rPr>
              <a:t>cả</a:t>
            </a:r>
            <a:r>
              <a:rPr sz="2800" spc="-35" dirty="0">
                <a:latin typeface="Calibri"/>
                <a:cs typeface="Calibri"/>
              </a:rPr>
              <a:t> </a:t>
            </a:r>
            <a:r>
              <a:rPr sz="2800" dirty="0">
                <a:latin typeface="Calibri"/>
                <a:cs typeface="Calibri"/>
              </a:rPr>
              <a:t>các</a:t>
            </a:r>
            <a:r>
              <a:rPr sz="2800" spc="-25" dirty="0">
                <a:latin typeface="Calibri"/>
                <a:cs typeface="Calibri"/>
              </a:rPr>
              <a:t> </a:t>
            </a:r>
            <a:r>
              <a:rPr sz="2800" dirty="0">
                <a:latin typeface="Calibri"/>
                <a:cs typeface="Calibri"/>
              </a:rPr>
              <a:t>phần</a:t>
            </a:r>
            <a:r>
              <a:rPr sz="2800" spc="-10" dirty="0">
                <a:latin typeface="Calibri"/>
                <a:cs typeface="Calibri"/>
              </a:rPr>
              <a:t> </a:t>
            </a:r>
            <a:r>
              <a:rPr sz="2800" dirty="0">
                <a:latin typeface="Calibri"/>
                <a:cs typeface="Calibri"/>
              </a:rPr>
              <a:t>tử</a:t>
            </a:r>
            <a:r>
              <a:rPr sz="2800" spc="-30" dirty="0">
                <a:latin typeface="Calibri"/>
                <a:cs typeface="Calibri"/>
              </a:rPr>
              <a:t> </a:t>
            </a:r>
            <a:r>
              <a:rPr sz="2800" dirty="0">
                <a:latin typeface="Calibri"/>
                <a:cs typeface="Calibri"/>
              </a:rPr>
              <a:t>của</a:t>
            </a:r>
            <a:r>
              <a:rPr sz="2800" spc="-10" dirty="0">
                <a:latin typeface="Calibri"/>
                <a:cs typeface="Calibri"/>
              </a:rPr>
              <a:t> </a:t>
            </a:r>
            <a:r>
              <a:rPr sz="2800" dirty="0">
                <a:latin typeface="Calibri"/>
                <a:cs typeface="Calibri"/>
              </a:rPr>
              <a:t>T’</a:t>
            </a:r>
            <a:r>
              <a:rPr sz="2800" spc="-35" dirty="0">
                <a:latin typeface="Calibri"/>
                <a:cs typeface="Calibri"/>
              </a:rPr>
              <a:t> </a:t>
            </a:r>
            <a:r>
              <a:rPr sz="2800" spc="-25" dirty="0">
                <a:latin typeface="Calibri"/>
                <a:cs typeface="Calibri"/>
              </a:rPr>
              <a:t>tạo </a:t>
            </a:r>
            <a:r>
              <a:rPr sz="2800" dirty="0">
                <a:latin typeface="Calibri"/>
                <a:cs typeface="Calibri"/>
              </a:rPr>
              <a:t>thành</a:t>
            </a:r>
            <a:r>
              <a:rPr sz="2800" spc="-25" dirty="0">
                <a:latin typeface="Calibri"/>
                <a:cs typeface="Calibri"/>
              </a:rPr>
              <a:t> </a:t>
            </a:r>
            <a:r>
              <a:rPr sz="2800" dirty="0">
                <a:latin typeface="Calibri"/>
                <a:cs typeface="Calibri"/>
              </a:rPr>
              <a:t>biểu</a:t>
            </a:r>
            <a:r>
              <a:rPr sz="2800" spc="-20" dirty="0">
                <a:latin typeface="Calibri"/>
                <a:cs typeface="Calibri"/>
              </a:rPr>
              <a:t> </a:t>
            </a:r>
            <a:r>
              <a:rPr sz="2800" dirty="0">
                <a:latin typeface="Calibri"/>
                <a:cs typeface="Calibri"/>
              </a:rPr>
              <a:t>đồ</a:t>
            </a:r>
            <a:r>
              <a:rPr sz="2800" spc="-35" dirty="0">
                <a:latin typeface="Calibri"/>
                <a:cs typeface="Calibri"/>
              </a:rPr>
              <a:t> </a:t>
            </a:r>
            <a:r>
              <a:rPr sz="2800" dirty="0">
                <a:latin typeface="Calibri"/>
                <a:cs typeface="Calibri"/>
              </a:rPr>
              <a:t>Karnaugh</a:t>
            </a:r>
            <a:r>
              <a:rPr sz="2800" spc="-15" dirty="0">
                <a:latin typeface="Calibri"/>
                <a:cs typeface="Calibri"/>
              </a:rPr>
              <a:t> </a:t>
            </a:r>
            <a:r>
              <a:rPr sz="2800" dirty="0">
                <a:latin typeface="Calibri"/>
                <a:cs typeface="Calibri"/>
              </a:rPr>
              <a:t>của</a:t>
            </a:r>
            <a:r>
              <a:rPr sz="2800" spc="-35" dirty="0">
                <a:latin typeface="Calibri"/>
                <a:cs typeface="Calibri"/>
              </a:rPr>
              <a:t> </a:t>
            </a:r>
            <a:r>
              <a:rPr sz="2800" dirty="0">
                <a:latin typeface="Calibri"/>
                <a:cs typeface="Calibri"/>
              </a:rPr>
              <a:t>f</a:t>
            </a:r>
            <a:r>
              <a:rPr sz="2800" spc="-40" dirty="0">
                <a:latin typeface="Calibri"/>
                <a:cs typeface="Calibri"/>
              </a:rPr>
              <a:t> </a:t>
            </a:r>
            <a:r>
              <a:rPr sz="2800" dirty="0">
                <a:latin typeface="Calibri"/>
                <a:cs typeface="Calibri"/>
              </a:rPr>
              <a:t>thì</a:t>
            </a:r>
            <a:r>
              <a:rPr sz="2800" spc="-40" dirty="0">
                <a:latin typeface="Calibri"/>
                <a:cs typeface="Calibri"/>
              </a:rPr>
              <a:t> </a:t>
            </a:r>
            <a:r>
              <a:rPr sz="2800" dirty="0">
                <a:latin typeface="Calibri"/>
                <a:cs typeface="Calibri"/>
              </a:rPr>
              <a:t>T’</a:t>
            </a:r>
            <a:r>
              <a:rPr sz="2800" spc="-25" dirty="0">
                <a:latin typeface="Calibri"/>
                <a:cs typeface="Calibri"/>
              </a:rPr>
              <a:t> </a:t>
            </a:r>
            <a:r>
              <a:rPr sz="2800" dirty="0">
                <a:latin typeface="Calibri"/>
                <a:cs typeface="Calibri"/>
              </a:rPr>
              <a:t>được</a:t>
            </a:r>
            <a:r>
              <a:rPr sz="2800" spc="-20" dirty="0">
                <a:latin typeface="Calibri"/>
                <a:cs typeface="Calibri"/>
              </a:rPr>
              <a:t> </a:t>
            </a:r>
            <a:r>
              <a:rPr sz="2800" dirty="0">
                <a:latin typeface="Calibri"/>
                <a:cs typeface="Calibri"/>
              </a:rPr>
              <a:t>gọi</a:t>
            </a:r>
            <a:r>
              <a:rPr sz="2800" spc="-40" dirty="0">
                <a:latin typeface="Calibri"/>
                <a:cs typeface="Calibri"/>
              </a:rPr>
              <a:t> </a:t>
            </a:r>
            <a:r>
              <a:rPr sz="2800" spc="-25" dirty="0">
                <a:latin typeface="Calibri"/>
                <a:cs typeface="Calibri"/>
              </a:rPr>
              <a:t>là</a:t>
            </a:r>
            <a:r>
              <a:rPr sz="2800" dirty="0">
                <a:latin typeface="Calibri"/>
                <a:cs typeface="Calibri"/>
              </a:rPr>
              <a:t>	</a:t>
            </a:r>
            <a:r>
              <a:rPr sz="2800" b="1" i="1" spc="-25" dirty="0">
                <a:latin typeface="Calibri"/>
                <a:cs typeface="Calibri"/>
              </a:rPr>
              <a:t>Một </a:t>
            </a:r>
            <a:r>
              <a:rPr sz="2800" b="1" i="1" dirty="0">
                <a:latin typeface="Calibri"/>
                <a:cs typeface="Calibri"/>
              </a:rPr>
              <a:t>phủ</a:t>
            </a:r>
            <a:r>
              <a:rPr sz="2800" b="1" i="1" spc="-50" dirty="0">
                <a:latin typeface="Calibri"/>
                <a:cs typeface="Calibri"/>
              </a:rPr>
              <a:t> </a:t>
            </a:r>
            <a:r>
              <a:rPr sz="2800" b="1" i="1" dirty="0">
                <a:latin typeface="Calibri"/>
                <a:cs typeface="Calibri"/>
              </a:rPr>
              <a:t>của</a:t>
            </a:r>
            <a:r>
              <a:rPr sz="2800" b="1" i="1" spc="-45" dirty="0">
                <a:latin typeface="Calibri"/>
                <a:cs typeface="Calibri"/>
              </a:rPr>
              <a:t> </a:t>
            </a:r>
            <a:r>
              <a:rPr sz="2800" b="1" i="1" dirty="0">
                <a:latin typeface="Calibri"/>
                <a:cs typeface="Calibri"/>
              </a:rPr>
              <a:t>biểu</a:t>
            </a:r>
            <a:r>
              <a:rPr sz="2800" b="1" i="1" spc="-30" dirty="0">
                <a:latin typeface="Calibri"/>
                <a:cs typeface="Calibri"/>
              </a:rPr>
              <a:t> </a:t>
            </a:r>
            <a:r>
              <a:rPr sz="2800" b="1" i="1" dirty="0">
                <a:latin typeface="Calibri"/>
                <a:cs typeface="Calibri"/>
              </a:rPr>
              <a:t>đồ</a:t>
            </a:r>
            <a:r>
              <a:rPr sz="2800" b="1" i="1" spc="-45" dirty="0">
                <a:latin typeface="Calibri"/>
                <a:cs typeface="Calibri"/>
              </a:rPr>
              <a:t> </a:t>
            </a:r>
            <a:r>
              <a:rPr sz="2800" b="1" i="1" spc="-10" dirty="0">
                <a:latin typeface="Calibri"/>
                <a:cs typeface="Calibri"/>
              </a:rPr>
              <a:t>Karnaugh</a:t>
            </a:r>
            <a:r>
              <a:rPr sz="2800" b="1" i="1" spc="-20" dirty="0">
                <a:latin typeface="Calibri"/>
                <a:cs typeface="Calibri"/>
              </a:rPr>
              <a:t> </a:t>
            </a:r>
            <a:r>
              <a:rPr sz="2800" b="1" i="1" dirty="0">
                <a:latin typeface="Calibri"/>
                <a:cs typeface="Calibri"/>
              </a:rPr>
              <a:t>của</a:t>
            </a:r>
            <a:r>
              <a:rPr sz="2800" b="1" i="1" spc="-60" dirty="0">
                <a:latin typeface="Calibri"/>
                <a:cs typeface="Calibri"/>
              </a:rPr>
              <a:t> </a:t>
            </a:r>
            <a:r>
              <a:rPr sz="2800" b="1" i="1" spc="-50" dirty="0">
                <a:latin typeface="Calibri"/>
                <a:cs typeface="Calibri"/>
              </a:rPr>
              <a:t>f</a:t>
            </a:r>
            <a:r>
              <a:rPr sz="2800" b="1" i="1" dirty="0">
                <a:latin typeface="Calibri"/>
                <a:cs typeface="Calibri"/>
              </a:rPr>
              <a:t>	</a:t>
            </a:r>
            <a:r>
              <a:rPr sz="2800" dirty="0">
                <a:latin typeface="Calibri"/>
                <a:cs typeface="Calibri"/>
              </a:rPr>
              <a:t>(</a:t>
            </a:r>
            <a:r>
              <a:rPr sz="2800" b="1" i="1" dirty="0">
                <a:latin typeface="Calibri"/>
                <a:cs typeface="Calibri"/>
              </a:rPr>
              <a:t>Một</a:t>
            </a:r>
            <a:r>
              <a:rPr sz="2800" b="1" i="1" spc="-15" dirty="0">
                <a:latin typeface="Calibri"/>
                <a:cs typeface="Calibri"/>
              </a:rPr>
              <a:t> </a:t>
            </a:r>
            <a:r>
              <a:rPr sz="2800" b="1" i="1" dirty="0">
                <a:latin typeface="Calibri"/>
                <a:cs typeface="Calibri"/>
              </a:rPr>
              <a:t>phủ</a:t>
            </a:r>
            <a:r>
              <a:rPr sz="2800" b="1" i="1" spc="-20" dirty="0">
                <a:latin typeface="Calibri"/>
                <a:cs typeface="Calibri"/>
              </a:rPr>
              <a:t> </a:t>
            </a:r>
            <a:r>
              <a:rPr sz="2800" b="1" i="1" dirty="0">
                <a:latin typeface="Calibri"/>
                <a:cs typeface="Calibri"/>
              </a:rPr>
              <a:t>của</a:t>
            </a:r>
            <a:r>
              <a:rPr sz="2800" b="1" i="1" spc="-20" dirty="0">
                <a:latin typeface="Calibri"/>
                <a:cs typeface="Calibri"/>
              </a:rPr>
              <a:t> </a:t>
            </a:r>
            <a:r>
              <a:rPr sz="2800" b="1" i="1" spc="-25" dirty="0">
                <a:latin typeface="Calibri"/>
                <a:cs typeface="Calibri"/>
              </a:rPr>
              <a:t>f</a:t>
            </a:r>
            <a:r>
              <a:rPr sz="2800" b="1" spc="-25" dirty="0">
                <a:latin typeface="Calibri"/>
                <a:cs typeface="Calibri"/>
              </a:rPr>
              <a:t>)</a:t>
            </a:r>
            <a:r>
              <a:rPr sz="2800" spc="-25" dirty="0">
                <a:latin typeface="Calibri"/>
                <a:cs typeface="Calibri"/>
              </a:rPr>
              <a:t>.</a:t>
            </a:r>
            <a:endParaRPr sz="2800">
              <a:latin typeface="Calibri"/>
              <a:cs typeface="Calibri"/>
            </a:endParaRPr>
          </a:p>
        </p:txBody>
      </p:sp>
    </p:spTree>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391413"/>
            <a:ext cx="1021080" cy="452120"/>
          </a:xfrm>
          <a:prstGeom prst="rect">
            <a:avLst/>
          </a:prstGeom>
        </p:spPr>
        <p:txBody>
          <a:bodyPr vert="horz" wrap="square" lIns="0" tIns="12065" rIns="0" bIns="0" rtlCol="0">
            <a:spAutoFit/>
          </a:bodyPr>
          <a:lstStyle/>
          <a:p>
            <a:pPr marL="12700">
              <a:lnSpc>
                <a:spcPct val="100000"/>
              </a:lnSpc>
              <a:spcBef>
                <a:spcPts val="95"/>
              </a:spcBef>
              <a:tabLst>
                <a:tab pos="912494" algn="l"/>
              </a:tabLst>
            </a:pPr>
            <a:r>
              <a:rPr sz="2800" dirty="0">
                <a:latin typeface="Calibri"/>
                <a:cs typeface="Calibri"/>
              </a:rPr>
              <a:t>Ví</a:t>
            </a:r>
            <a:r>
              <a:rPr sz="2800" spc="5" dirty="0">
                <a:latin typeface="Calibri"/>
                <a:cs typeface="Calibri"/>
              </a:rPr>
              <a:t> </a:t>
            </a:r>
            <a:r>
              <a:rPr sz="2800" spc="-25" dirty="0">
                <a:latin typeface="Calibri"/>
                <a:cs typeface="Calibri"/>
              </a:rPr>
              <a:t>dụ</a:t>
            </a:r>
            <a:r>
              <a:rPr sz="2800" dirty="0">
                <a:latin typeface="Calibri"/>
                <a:cs typeface="Calibri"/>
              </a:rPr>
              <a:t>	</a:t>
            </a:r>
            <a:r>
              <a:rPr sz="2800" spc="-50" dirty="0">
                <a:latin typeface="Calibri"/>
                <a:cs typeface="Calibri"/>
              </a:rPr>
              <a:t>:</a:t>
            </a:r>
            <a:endParaRPr sz="2800">
              <a:latin typeface="Calibri"/>
              <a:cs typeface="Calibri"/>
            </a:endParaRPr>
          </a:p>
        </p:txBody>
      </p:sp>
      <p:sp>
        <p:nvSpPr>
          <p:cNvPr id="3" name="object 3"/>
          <p:cNvSpPr txBox="1"/>
          <p:nvPr/>
        </p:nvSpPr>
        <p:spPr>
          <a:xfrm>
            <a:off x="459740" y="3378479"/>
            <a:ext cx="5971540" cy="2074545"/>
          </a:xfrm>
          <a:prstGeom prst="rect">
            <a:avLst/>
          </a:prstGeom>
        </p:spPr>
        <p:txBody>
          <a:bodyPr vert="horz" wrap="square" lIns="0" tIns="97790" rIns="0" bIns="0" rtlCol="0">
            <a:spAutoFit/>
          </a:bodyPr>
          <a:lstStyle/>
          <a:p>
            <a:pPr marL="469900" indent="-457200">
              <a:lnSpc>
                <a:spcPct val="100000"/>
              </a:lnSpc>
              <a:spcBef>
                <a:spcPts val="770"/>
              </a:spcBef>
              <a:buChar char="-"/>
              <a:tabLst>
                <a:tab pos="469900" algn="l"/>
              </a:tabLst>
            </a:pPr>
            <a:r>
              <a:rPr sz="2800" dirty="0">
                <a:latin typeface="Calibri"/>
                <a:cs typeface="Calibri"/>
              </a:rPr>
              <a:t>1,</a:t>
            </a:r>
            <a:r>
              <a:rPr sz="2800" spc="-20" dirty="0">
                <a:latin typeface="Calibri"/>
                <a:cs typeface="Calibri"/>
              </a:rPr>
              <a:t> </a:t>
            </a:r>
            <a:r>
              <a:rPr sz="2800" dirty="0">
                <a:latin typeface="Calibri"/>
                <a:cs typeface="Calibri"/>
              </a:rPr>
              <a:t>2,</a:t>
            </a:r>
            <a:r>
              <a:rPr sz="2800" spc="-20" dirty="0">
                <a:latin typeface="Calibri"/>
                <a:cs typeface="Calibri"/>
              </a:rPr>
              <a:t> </a:t>
            </a:r>
            <a:r>
              <a:rPr sz="2800" dirty="0">
                <a:latin typeface="Calibri"/>
                <a:cs typeface="Calibri"/>
              </a:rPr>
              <a:t>3,</a:t>
            </a:r>
            <a:r>
              <a:rPr sz="2800" spc="-10" dirty="0">
                <a:latin typeface="Calibri"/>
                <a:cs typeface="Calibri"/>
              </a:rPr>
              <a:t> </a:t>
            </a:r>
            <a:r>
              <a:rPr sz="2800" dirty="0">
                <a:latin typeface="Calibri"/>
                <a:cs typeface="Calibri"/>
              </a:rPr>
              <a:t>4,</a:t>
            </a:r>
            <a:r>
              <a:rPr sz="2800" spc="-20" dirty="0">
                <a:latin typeface="Calibri"/>
                <a:cs typeface="Calibri"/>
              </a:rPr>
              <a:t> </a:t>
            </a:r>
            <a:r>
              <a:rPr sz="2800" dirty="0">
                <a:latin typeface="Calibri"/>
                <a:cs typeface="Calibri"/>
              </a:rPr>
              <a:t>5</a:t>
            </a:r>
            <a:r>
              <a:rPr sz="2800" spc="-15" dirty="0">
                <a:latin typeface="Calibri"/>
                <a:cs typeface="Calibri"/>
              </a:rPr>
              <a:t> </a:t>
            </a:r>
            <a:r>
              <a:rPr sz="2800" dirty="0">
                <a:latin typeface="Calibri"/>
                <a:cs typeface="Calibri"/>
              </a:rPr>
              <a:t>là</a:t>
            </a:r>
            <a:r>
              <a:rPr sz="2800" spc="-40" dirty="0">
                <a:latin typeface="Calibri"/>
                <a:cs typeface="Calibri"/>
              </a:rPr>
              <a:t> </a:t>
            </a:r>
            <a:r>
              <a:rPr sz="2800" dirty="0">
                <a:latin typeface="Calibri"/>
                <a:cs typeface="Calibri"/>
              </a:rPr>
              <a:t>các</a:t>
            </a:r>
            <a:r>
              <a:rPr sz="2800" spc="-20" dirty="0">
                <a:latin typeface="Calibri"/>
                <a:cs typeface="Calibri"/>
              </a:rPr>
              <a:t> </a:t>
            </a:r>
            <a:r>
              <a:rPr sz="2800" dirty="0">
                <a:latin typeface="Calibri"/>
                <a:cs typeface="Calibri"/>
              </a:rPr>
              <a:t>tế</a:t>
            </a:r>
            <a:r>
              <a:rPr sz="2800" spc="-25" dirty="0">
                <a:latin typeface="Calibri"/>
                <a:cs typeface="Calibri"/>
              </a:rPr>
              <a:t> </a:t>
            </a:r>
            <a:r>
              <a:rPr sz="2800" dirty="0">
                <a:latin typeface="Calibri"/>
                <a:cs typeface="Calibri"/>
              </a:rPr>
              <a:t>bào</a:t>
            </a:r>
            <a:r>
              <a:rPr sz="2800" spc="-10" dirty="0">
                <a:latin typeface="Calibri"/>
                <a:cs typeface="Calibri"/>
              </a:rPr>
              <a:t> </a:t>
            </a:r>
            <a:r>
              <a:rPr sz="2800" spc="-20" dirty="0">
                <a:latin typeface="Calibri"/>
                <a:cs typeface="Calibri"/>
              </a:rPr>
              <a:t>lớn.</a:t>
            </a:r>
            <a:endParaRPr sz="2800">
              <a:latin typeface="Calibri"/>
              <a:cs typeface="Calibri"/>
            </a:endParaRPr>
          </a:p>
          <a:p>
            <a:pPr marL="469900" indent="-457200">
              <a:lnSpc>
                <a:spcPct val="100000"/>
              </a:lnSpc>
              <a:spcBef>
                <a:spcPts val="675"/>
              </a:spcBef>
              <a:buChar char="-"/>
              <a:tabLst>
                <a:tab pos="469900" algn="l"/>
              </a:tabLst>
            </a:pPr>
            <a:r>
              <a:rPr sz="2800" dirty="0">
                <a:latin typeface="Calibri"/>
                <a:cs typeface="Calibri"/>
              </a:rPr>
              <a:t>1,</a:t>
            </a:r>
            <a:r>
              <a:rPr sz="2800" spc="-30" dirty="0">
                <a:latin typeface="Calibri"/>
                <a:cs typeface="Calibri"/>
              </a:rPr>
              <a:t> </a:t>
            </a:r>
            <a:r>
              <a:rPr sz="2800" dirty="0">
                <a:latin typeface="Calibri"/>
                <a:cs typeface="Calibri"/>
              </a:rPr>
              <a:t>2,</a:t>
            </a:r>
            <a:r>
              <a:rPr sz="2800" spc="-30" dirty="0">
                <a:latin typeface="Calibri"/>
                <a:cs typeface="Calibri"/>
              </a:rPr>
              <a:t> </a:t>
            </a:r>
            <a:r>
              <a:rPr sz="2800" dirty="0">
                <a:latin typeface="Calibri"/>
                <a:cs typeface="Calibri"/>
              </a:rPr>
              <a:t>3,</a:t>
            </a:r>
            <a:r>
              <a:rPr sz="2800" spc="-20" dirty="0">
                <a:latin typeface="Calibri"/>
                <a:cs typeface="Calibri"/>
              </a:rPr>
              <a:t> </a:t>
            </a:r>
            <a:r>
              <a:rPr sz="2800" dirty="0">
                <a:latin typeface="Calibri"/>
                <a:cs typeface="Calibri"/>
              </a:rPr>
              <a:t>4,</a:t>
            </a:r>
            <a:r>
              <a:rPr sz="2800" spc="-20" dirty="0">
                <a:latin typeface="Calibri"/>
                <a:cs typeface="Calibri"/>
              </a:rPr>
              <a:t> </a:t>
            </a:r>
            <a:r>
              <a:rPr sz="2800" dirty="0">
                <a:latin typeface="Calibri"/>
                <a:cs typeface="Calibri"/>
              </a:rPr>
              <a:t>5</a:t>
            </a:r>
            <a:r>
              <a:rPr sz="2800" spc="-25" dirty="0">
                <a:latin typeface="Calibri"/>
                <a:cs typeface="Calibri"/>
              </a:rPr>
              <a:t> </a:t>
            </a:r>
            <a:r>
              <a:rPr sz="2800" dirty="0">
                <a:latin typeface="Calibri"/>
                <a:cs typeface="Calibri"/>
              </a:rPr>
              <a:t>đại</a:t>
            </a:r>
            <a:r>
              <a:rPr sz="2800" spc="-35" dirty="0">
                <a:latin typeface="Calibri"/>
                <a:cs typeface="Calibri"/>
              </a:rPr>
              <a:t> </a:t>
            </a:r>
            <a:r>
              <a:rPr sz="2800" dirty="0">
                <a:latin typeface="Calibri"/>
                <a:cs typeface="Calibri"/>
              </a:rPr>
              <a:t>diện</a:t>
            </a:r>
            <a:r>
              <a:rPr sz="2800" spc="-30" dirty="0">
                <a:latin typeface="Calibri"/>
                <a:cs typeface="Calibri"/>
              </a:rPr>
              <a:t> </a:t>
            </a:r>
            <a:r>
              <a:rPr sz="2800" dirty="0">
                <a:latin typeface="Calibri"/>
                <a:cs typeface="Calibri"/>
              </a:rPr>
              <a:t>cho</a:t>
            </a:r>
            <a:r>
              <a:rPr sz="2800" spc="-25" dirty="0">
                <a:latin typeface="Calibri"/>
                <a:cs typeface="Calibri"/>
              </a:rPr>
              <a:t> </a:t>
            </a:r>
            <a:r>
              <a:rPr sz="2800" dirty="0">
                <a:latin typeface="Calibri"/>
                <a:cs typeface="Calibri"/>
              </a:rPr>
              <a:t>các</a:t>
            </a:r>
            <a:r>
              <a:rPr sz="2800" spc="-30" dirty="0">
                <a:latin typeface="Calibri"/>
                <a:cs typeface="Calibri"/>
              </a:rPr>
              <a:t> </a:t>
            </a:r>
            <a:r>
              <a:rPr sz="2800" dirty="0">
                <a:latin typeface="Calibri"/>
                <a:cs typeface="Calibri"/>
              </a:rPr>
              <a:t>đơn</a:t>
            </a:r>
            <a:r>
              <a:rPr sz="2800" spc="-25" dirty="0">
                <a:latin typeface="Calibri"/>
                <a:cs typeface="Calibri"/>
              </a:rPr>
              <a:t> </a:t>
            </a:r>
            <a:r>
              <a:rPr sz="2800" spc="-10" dirty="0">
                <a:latin typeface="Calibri"/>
                <a:cs typeface="Calibri"/>
              </a:rPr>
              <a:t>thức.</a:t>
            </a:r>
            <a:endParaRPr sz="2800">
              <a:latin typeface="Calibri"/>
              <a:cs typeface="Calibri"/>
            </a:endParaRPr>
          </a:p>
          <a:p>
            <a:pPr marL="469900" indent="-457200">
              <a:lnSpc>
                <a:spcPct val="100000"/>
              </a:lnSpc>
              <a:spcBef>
                <a:spcPts val="670"/>
              </a:spcBef>
              <a:buFont typeface="Wingdings"/>
              <a:buChar char=""/>
              <a:tabLst>
                <a:tab pos="469900" algn="l"/>
              </a:tabLst>
            </a:pPr>
            <a:r>
              <a:rPr sz="2800" dirty="0">
                <a:latin typeface="Calibri"/>
                <a:cs typeface="Calibri"/>
              </a:rPr>
              <a:t>Một</a:t>
            </a:r>
            <a:r>
              <a:rPr sz="2800" spc="-25" dirty="0">
                <a:latin typeface="Calibri"/>
                <a:cs typeface="Calibri"/>
              </a:rPr>
              <a:t> </a:t>
            </a:r>
            <a:r>
              <a:rPr sz="2800" dirty="0">
                <a:latin typeface="Calibri"/>
                <a:cs typeface="Calibri"/>
              </a:rPr>
              <a:t>phủ</a:t>
            </a:r>
            <a:r>
              <a:rPr sz="2800" spc="-5" dirty="0">
                <a:latin typeface="Calibri"/>
                <a:cs typeface="Calibri"/>
              </a:rPr>
              <a:t> </a:t>
            </a:r>
            <a:r>
              <a:rPr sz="2800" dirty="0">
                <a:latin typeface="Calibri"/>
                <a:cs typeface="Calibri"/>
              </a:rPr>
              <a:t>của</a:t>
            </a:r>
            <a:r>
              <a:rPr sz="2800" spc="-15" dirty="0">
                <a:latin typeface="Calibri"/>
                <a:cs typeface="Calibri"/>
              </a:rPr>
              <a:t> </a:t>
            </a:r>
            <a:r>
              <a:rPr sz="2800" dirty="0">
                <a:latin typeface="Calibri"/>
                <a:cs typeface="Calibri"/>
              </a:rPr>
              <a:t>f</a:t>
            </a:r>
            <a:r>
              <a:rPr sz="2800" spc="-40" dirty="0">
                <a:latin typeface="Calibri"/>
                <a:cs typeface="Calibri"/>
              </a:rPr>
              <a:t> </a:t>
            </a:r>
            <a:r>
              <a:rPr sz="2800" dirty="0">
                <a:latin typeface="Calibri"/>
                <a:cs typeface="Calibri"/>
              </a:rPr>
              <a:t>là</a:t>
            </a:r>
            <a:r>
              <a:rPr sz="2800" spc="-35" dirty="0">
                <a:latin typeface="Calibri"/>
                <a:cs typeface="Calibri"/>
              </a:rPr>
              <a:t> </a:t>
            </a:r>
            <a:r>
              <a:rPr sz="2800" dirty="0">
                <a:latin typeface="Calibri"/>
                <a:cs typeface="Calibri"/>
              </a:rPr>
              <a:t>{1,</a:t>
            </a:r>
            <a:r>
              <a:rPr sz="2800" spc="-20" dirty="0">
                <a:latin typeface="Calibri"/>
                <a:cs typeface="Calibri"/>
              </a:rPr>
              <a:t> </a:t>
            </a:r>
            <a:r>
              <a:rPr sz="2800" dirty="0">
                <a:latin typeface="Calibri"/>
                <a:cs typeface="Calibri"/>
              </a:rPr>
              <a:t>2,</a:t>
            </a:r>
            <a:r>
              <a:rPr sz="2800" spc="-10" dirty="0">
                <a:latin typeface="Calibri"/>
                <a:cs typeface="Calibri"/>
              </a:rPr>
              <a:t> </a:t>
            </a:r>
            <a:r>
              <a:rPr sz="2800" dirty="0">
                <a:latin typeface="Calibri"/>
                <a:cs typeface="Calibri"/>
              </a:rPr>
              <a:t>4,</a:t>
            </a:r>
            <a:r>
              <a:rPr sz="2800" spc="-20" dirty="0">
                <a:latin typeface="Calibri"/>
                <a:cs typeface="Calibri"/>
              </a:rPr>
              <a:t> </a:t>
            </a:r>
            <a:r>
              <a:rPr sz="2800" spc="-25" dirty="0">
                <a:latin typeface="Calibri"/>
                <a:cs typeface="Calibri"/>
              </a:rPr>
              <a:t>5}.</a:t>
            </a:r>
            <a:endParaRPr sz="2800">
              <a:latin typeface="Calibri"/>
              <a:cs typeface="Calibri"/>
            </a:endParaRPr>
          </a:p>
          <a:p>
            <a:pPr marL="469900" indent="-457200">
              <a:lnSpc>
                <a:spcPct val="100000"/>
              </a:lnSpc>
              <a:spcBef>
                <a:spcPts val="675"/>
              </a:spcBef>
              <a:buFont typeface="Wingdings"/>
              <a:buChar char=""/>
              <a:tabLst>
                <a:tab pos="469900" algn="l"/>
              </a:tabLst>
            </a:pPr>
            <a:r>
              <a:rPr sz="2800" dirty="0">
                <a:latin typeface="Calibri"/>
                <a:cs typeface="Calibri"/>
              </a:rPr>
              <a:t>Các</a:t>
            </a:r>
            <a:r>
              <a:rPr sz="2800" spc="-50" dirty="0">
                <a:latin typeface="Calibri"/>
                <a:cs typeface="Calibri"/>
              </a:rPr>
              <a:t> </a:t>
            </a:r>
            <a:r>
              <a:rPr sz="2800" dirty="0">
                <a:latin typeface="Calibri"/>
                <a:cs typeface="Calibri"/>
              </a:rPr>
              <a:t>phủ</a:t>
            </a:r>
            <a:r>
              <a:rPr sz="2800" spc="-30" dirty="0">
                <a:latin typeface="Calibri"/>
                <a:cs typeface="Calibri"/>
              </a:rPr>
              <a:t> </a:t>
            </a:r>
            <a:r>
              <a:rPr sz="2800" dirty="0">
                <a:latin typeface="Calibri"/>
                <a:cs typeface="Calibri"/>
              </a:rPr>
              <a:t>khác</a:t>
            </a:r>
            <a:r>
              <a:rPr sz="2800" spc="-30" dirty="0">
                <a:latin typeface="Calibri"/>
                <a:cs typeface="Calibri"/>
              </a:rPr>
              <a:t> </a:t>
            </a:r>
            <a:r>
              <a:rPr sz="2800" dirty="0">
                <a:latin typeface="Calibri"/>
                <a:cs typeface="Calibri"/>
              </a:rPr>
              <a:t>xem</a:t>
            </a:r>
            <a:r>
              <a:rPr sz="2800" spc="-60" dirty="0">
                <a:latin typeface="Calibri"/>
                <a:cs typeface="Calibri"/>
              </a:rPr>
              <a:t> </a:t>
            </a:r>
            <a:r>
              <a:rPr sz="2800" dirty="0">
                <a:latin typeface="Calibri"/>
                <a:cs typeface="Calibri"/>
              </a:rPr>
              <a:t>như</a:t>
            </a:r>
            <a:r>
              <a:rPr sz="2800" spc="-20" dirty="0">
                <a:latin typeface="Calibri"/>
                <a:cs typeface="Calibri"/>
              </a:rPr>
              <a:t> </a:t>
            </a:r>
            <a:r>
              <a:rPr sz="2800" dirty="0">
                <a:latin typeface="Calibri"/>
                <a:cs typeface="Calibri"/>
              </a:rPr>
              <a:t>bài</a:t>
            </a:r>
            <a:r>
              <a:rPr sz="2800" spc="-45" dirty="0">
                <a:latin typeface="Calibri"/>
                <a:cs typeface="Calibri"/>
              </a:rPr>
              <a:t> </a:t>
            </a:r>
            <a:r>
              <a:rPr sz="2800" spc="-20" dirty="0">
                <a:latin typeface="Calibri"/>
                <a:cs typeface="Calibri"/>
              </a:rPr>
              <a:t>tập.</a:t>
            </a:r>
            <a:endParaRPr sz="2800">
              <a:latin typeface="Calibri"/>
              <a:cs typeface="Calibri"/>
            </a:endParaRPr>
          </a:p>
        </p:txBody>
      </p:sp>
      <p:grpSp>
        <p:nvGrpSpPr>
          <p:cNvPr id="4" name="object 4"/>
          <p:cNvGrpSpPr/>
          <p:nvPr/>
        </p:nvGrpSpPr>
        <p:grpSpPr>
          <a:xfrm>
            <a:off x="2426207" y="617219"/>
            <a:ext cx="4098925" cy="2802890"/>
            <a:chOff x="2426207" y="617219"/>
            <a:chExt cx="4098925" cy="2802890"/>
          </a:xfrm>
        </p:grpSpPr>
        <p:pic>
          <p:nvPicPr>
            <p:cNvPr id="5" name="object 5"/>
            <p:cNvPicPr/>
            <p:nvPr/>
          </p:nvPicPr>
          <p:blipFill>
            <a:blip r:embed="rId2" cstate="print"/>
            <a:stretch>
              <a:fillRect/>
            </a:stretch>
          </p:blipFill>
          <p:spPr>
            <a:xfrm>
              <a:off x="2476499" y="667501"/>
              <a:ext cx="4048125" cy="2751986"/>
            </a:xfrm>
            <a:prstGeom prst="rect">
              <a:avLst/>
            </a:prstGeom>
          </p:spPr>
        </p:pic>
        <p:sp>
          <p:nvSpPr>
            <p:cNvPr id="6" name="object 6"/>
            <p:cNvSpPr/>
            <p:nvPr/>
          </p:nvSpPr>
          <p:spPr>
            <a:xfrm>
              <a:off x="2439161" y="630173"/>
              <a:ext cx="1371600" cy="1199515"/>
            </a:xfrm>
            <a:custGeom>
              <a:avLst/>
              <a:gdLst/>
              <a:ahLst/>
              <a:cxnLst/>
              <a:rect l="l" t="t" r="r" b="b"/>
              <a:pathLst>
                <a:path w="1371600" h="1199514">
                  <a:moveTo>
                    <a:pt x="0" y="1199388"/>
                  </a:moveTo>
                  <a:lnTo>
                    <a:pt x="1371600" y="1199388"/>
                  </a:lnTo>
                  <a:lnTo>
                    <a:pt x="1371600" y="0"/>
                  </a:lnTo>
                  <a:lnTo>
                    <a:pt x="0" y="0"/>
                  </a:lnTo>
                  <a:lnTo>
                    <a:pt x="0" y="1199388"/>
                  </a:lnTo>
                  <a:close/>
                </a:path>
              </a:pathLst>
            </a:custGeom>
            <a:ln w="25908">
              <a:solidFill>
                <a:srgbClr val="FF0000"/>
              </a:solidFill>
            </a:ln>
          </p:spPr>
          <p:txBody>
            <a:bodyPr wrap="square" lIns="0" tIns="0" rIns="0" bIns="0" rtlCol="0"/>
            <a:lstStyle/>
            <a:p>
              <a:endParaRPr/>
            </a:p>
          </p:txBody>
        </p:sp>
      </p:grpSp>
      <p:graphicFrame>
        <p:nvGraphicFramePr>
          <p:cNvPr id="7" name="object 7"/>
          <p:cNvGraphicFramePr>
            <a:graphicFrameLocks noGrp="1"/>
          </p:cNvGraphicFramePr>
          <p:nvPr/>
        </p:nvGraphicFramePr>
        <p:xfrm>
          <a:off x="6519798" y="4641850"/>
          <a:ext cx="1852930" cy="1482090"/>
        </p:xfrm>
        <a:graphic>
          <a:graphicData uri="http://schemas.openxmlformats.org/drawingml/2006/table">
            <a:tbl>
              <a:tblPr firstRow="1" bandRow="1">
                <a:tableStyleId>{2D5ABB26-0587-4C30-8999-92F81FD0307C}</a:tableStyleId>
              </a:tblPr>
              <a:tblGrid>
                <a:gridCol w="441325">
                  <a:extLst>
                    <a:ext uri="{9D8B030D-6E8A-4147-A177-3AD203B41FA5}">
                      <a16:colId xmlns:a16="http://schemas.microsoft.com/office/drawing/2014/main" val="20000"/>
                    </a:ext>
                  </a:extLst>
                </a:gridCol>
                <a:gridCol w="441325">
                  <a:extLst>
                    <a:ext uri="{9D8B030D-6E8A-4147-A177-3AD203B41FA5}">
                      <a16:colId xmlns:a16="http://schemas.microsoft.com/office/drawing/2014/main" val="20001"/>
                    </a:ext>
                  </a:extLst>
                </a:gridCol>
                <a:gridCol w="441325">
                  <a:extLst>
                    <a:ext uri="{9D8B030D-6E8A-4147-A177-3AD203B41FA5}">
                      <a16:colId xmlns:a16="http://schemas.microsoft.com/office/drawing/2014/main" val="20002"/>
                    </a:ext>
                  </a:extLst>
                </a:gridCol>
                <a:gridCol w="441325">
                  <a:extLst>
                    <a:ext uri="{9D8B030D-6E8A-4147-A177-3AD203B41FA5}">
                      <a16:colId xmlns:a16="http://schemas.microsoft.com/office/drawing/2014/main" val="20003"/>
                    </a:ext>
                  </a:extLst>
                </a:gridCol>
              </a:tblGrid>
              <a:tr h="370205">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0840">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205">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70840">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34340" y="305460"/>
            <a:ext cx="8187690" cy="1903095"/>
          </a:xfrm>
          <a:prstGeom prst="rect">
            <a:avLst/>
          </a:prstGeom>
        </p:spPr>
        <p:txBody>
          <a:bodyPr vert="horz" wrap="square" lIns="0" tIns="97790" rIns="0" bIns="0" rtlCol="0">
            <a:spAutoFit/>
          </a:bodyPr>
          <a:lstStyle/>
          <a:p>
            <a:pPr marL="38100">
              <a:lnSpc>
                <a:spcPct val="100000"/>
              </a:lnSpc>
              <a:spcBef>
                <a:spcPts val="770"/>
              </a:spcBef>
            </a:pPr>
            <a:r>
              <a:rPr sz="2800" b="1" dirty="0">
                <a:latin typeface="Calibri"/>
                <a:cs typeface="Calibri"/>
              </a:rPr>
              <a:t>4.4.3.9 Phủ</a:t>
            </a:r>
            <a:r>
              <a:rPr sz="2800" b="1" spc="-45" dirty="0">
                <a:latin typeface="Calibri"/>
                <a:cs typeface="Calibri"/>
              </a:rPr>
              <a:t> </a:t>
            </a:r>
            <a:r>
              <a:rPr sz="2800" b="1" dirty="0">
                <a:latin typeface="Calibri"/>
                <a:cs typeface="Calibri"/>
              </a:rPr>
              <a:t>tối</a:t>
            </a:r>
            <a:r>
              <a:rPr sz="2800" b="1" spc="-50" dirty="0">
                <a:latin typeface="Calibri"/>
                <a:cs typeface="Calibri"/>
              </a:rPr>
              <a:t> </a:t>
            </a:r>
            <a:r>
              <a:rPr sz="2800" b="1" spc="-10" dirty="0">
                <a:latin typeface="Calibri"/>
                <a:cs typeface="Calibri"/>
              </a:rPr>
              <a:t>tiểu:</a:t>
            </a:r>
            <a:endParaRPr sz="2800">
              <a:latin typeface="Calibri"/>
              <a:cs typeface="Calibri"/>
            </a:endParaRPr>
          </a:p>
          <a:p>
            <a:pPr marL="38100" marR="30480">
              <a:lnSpc>
                <a:spcPct val="100000"/>
              </a:lnSpc>
              <a:spcBef>
                <a:spcPts val="675"/>
              </a:spcBef>
            </a:pPr>
            <a:r>
              <a:rPr sz="2800" b="1" dirty="0">
                <a:latin typeface="Calibri"/>
                <a:cs typeface="Calibri"/>
              </a:rPr>
              <a:t>Định</a:t>
            </a:r>
            <a:r>
              <a:rPr sz="2800" b="1" spc="-35" dirty="0">
                <a:latin typeface="Calibri"/>
                <a:cs typeface="Calibri"/>
              </a:rPr>
              <a:t> </a:t>
            </a:r>
            <a:r>
              <a:rPr sz="2800" b="1" dirty="0">
                <a:latin typeface="Calibri"/>
                <a:cs typeface="Calibri"/>
              </a:rPr>
              <a:t>nghĩa phủ</a:t>
            </a:r>
            <a:r>
              <a:rPr sz="2800" b="1" spc="-10" dirty="0">
                <a:latin typeface="Calibri"/>
                <a:cs typeface="Calibri"/>
              </a:rPr>
              <a:t> </a:t>
            </a:r>
            <a:r>
              <a:rPr sz="2800" b="1" dirty="0">
                <a:latin typeface="Calibri"/>
                <a:cs typeface="Calibri"/>
              </a:rPr>
              <a:t>tối</a:t>
            </a:r>
            <a:r>
              <a:rPr sz="2800" b="1" spc="-20" dirty="0">
                <a:latin typeface="Calibri"/>
                <a:cs typeface="Calibri"/>
              </a:rPr>
              <a:t> </a:t>
            </a:r>
            <a:r>
              <a:rPr sz="2800" b="1" dirty="0">
                <a:latin typeface="Calibri"/>
                <a:cs typeface="Calibri"/>
              </a:rPr>
              <a:t>tiểu</a:t>
            </a:r>
            <a:r>
              <a:rPr sz="2800" b="1" spc="-5" dirty="0">
                <a:latin typeface="Calibri"/>
                <a:cs typeface="Calibri"/>
              </a:rPr>
              <a:t> </a:t>
            </a:r>
            <a:r>
              <a:rPr sz="2800" b="1" dirty="0">
                <a:latin typeface="Calibri"/>
                <a:cs typeface="Calibri"/>
              </a:rPr>
              <a:t>của</a:t>
            </a:r>
            <a:r>
              <a:rPr sz="2800" b="1" spc="-10" dirty="0">
                <a:latin typeface="Calibri"/>
                <a:cs typeface="Calibri"/>
              </a:rPr>
              <a:t> </a:t>
            </a:r>
            <a:r>
              <a:rPr sz="2800" b="1" dirty="0">
                <a:latin typeface="Calibri"/>
                <a:cs typeface="Calibri"/>
              </a:rPr>
              <a:t>f</a:t>
            </a:r>
            <a:r>
              <a:rPr sz="2800" b="1" spc="-20" dirty="0">
                <a:latin typeface="Calibri"/>
                <a:cs typeface="Calibri"/>
              </a:rPr>
              <a:t> </a:t>
            </a:r>
            <a:r>
              <a:rPr sz="2800" b="1" dirty="0">
                <a:latin typeface="Calibri"/>
                <a:cs typeface="Calibri"/>
              </a:rPr>
              <a:t>: </a:t>
            </a:r>
            <a:r>
              <a:rPr sz="2800" dirty="0">
                <a:latin typeface="Calibri"/>
                <a:cs typeface="Calibri"/>
              </a:rPr>
              <a:t>Cho</a:t>
            </a:r>
            <a:r>
              <a:rPr sz="2800" spc="-15" dirty="0">
                <a:latin typeface="Calibri"/>
                <a:cs typeface="Calibri"/>
              </a:rPr>
              <a:t> </a:t>
            </a:r>
            <a:r>
              <a:rPr sz="2800" dirty="0">
                <a:latin typeface="Calibri"/>
                <a:cs typeface="Calibri"/>
              </a:rPr>
              <a:t>T’</a:t>
            </a:r>
            <a:r>
              <a:rPr sz="2800" spc="-10" dirty="0">
                <a:latin typeface="Calibri"/>
                <a:cs typeface="Calibri"/>
              </a:rPr>
              <a:t> </a:t>
            </a:r>
            <a:r>
              <a:rPr sz="2800" dirty="0">
                <a:latin typeface="Calibri"/>
                <a:cs typeface="Calibri"/>
              </a:rPr>
              <a:t>=</a:t>
            </a:r>
            <a:r>
              <a:rPr sz="2800" spc="-20"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m</a:t>
            </a:r>
            <a:r>
              <a:rPr sz="2775" baseline="-21021" dirty="0">
                <a:latin typeface="Calibri"/>
                <a:cs typeface="Calibri"/>
              </a:rPr>
              <a:t>1</a:t>
            </a:r>
            <a:r>
              <a:rPr sz="2800" dirty="0">
                <a:latin typeface="Calibri"/>
                <a:cs typeface="Calibri"/>
              </a:rPr>
              <a:t>,</a:t>
            </a:r>
            <a:r>
              <a:rPr sz="2800" spc="-5" dirty="0">
                <a:latin typeface="Calibri"/>
                <a:cs typeface="Calibri"/>
              </a:rPr>
              <a:t> </a:t>
            </a:r>
            <a:r>
              <a:rPr sz="2800" dirty="0">
                <a:latin typeface="Calibri"/>
                <a:cs typeface="Calibri"/>
              </a:rPr>
              <a:t>m</a:t>
            </a:r>
            <a:r>
              <a:rPr sz="2775" baseline="-21021" dirty="0">
                <a:latin typeface="Calibri"/>
                <a:cs typeface="Calibri"/>
              </a:rPr>
              <a:t>2</a:t>
            </a:r>
            <a:r>
              <a:rPr sz="2800" dirty="0">
                <a:latin typeface="Calibri"/>
                <a:cs typeface="Calibri"/>
              </a:rPr>
              <a:t>, .</a:t>
            </a:r>
            <a:r>
              <a:rPr sz="2800" spc="-25"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a:t>
            </a:r>
            <a:r>
              <a:rPr sz="2800" spc="-20" dirty="0">
                <a:latin typeface="Calibri"/>
                <a:cs typeface="Calibri"/>
              </a:rPr>
              <a:t> </a:t>
            </a:r>
            <a:r>
              <a:rPr sz="2800" spc="-25" dirty="0">
                <a:latin typeface="Calibri"/>
                <a:cs typeface="Calibri"/>
              </a:rPr>
              <a:t>m</a:t>
            </a:r>
            <a:r>
              <a:rPr sz="2775" spc="-37" baseline="-21021" dirty="0">
                <a:latin typeface="Calibri"/>
                <a:cs typeface="Calibri"/>
              </a:rPr>
              <a:t>r</a:t>
            </a:r>
            <a:r>
              <a:rPr sz="2800" spc="-25" dirty="0">
                <a:latin typeface="Calibri"/>
                <a:cs typeface="Calibri"/>
              </a:rPr>
              <a:t>} </a:t>
            </a:r>
            <a:r>
              <a:rPr sz="2800" dirty="0">
                <a:latin typeface="Calibri"/>
                <a:cs typeface="Calibri"/>
              </a:rPr>
              <a:t>là</a:t>
            </a:r>
            <a:r>
              <a:rPr sz="2800" spc="-35" dirty="0">
                <a:latin typeface="Calibri"/>
                <a:cs typeface="Calibri"/>
              </a:rPr>
              <a:t> </a:t>
            </a:r>
            <a:r>
              <a:rPr sz="2800" dirty="0">
                <a:latin typeface="Calibri"/>
                <a:cs typeface="Calibri"/>
              </a:rPr>
              <a:t>một</a:t>
            </a:r>
            <a:r>
              <a:rPr sz="2800" spc="-35" dirty="0">
                <a:latin typeface="Calibri"/>
                <a:cs typeface="Calibri"/>
              </a:rPr>
              <a:t> </a:t>
            </a:r>
            <a:r>
              <a:rPr sz="2800" dirty="0">
                <a:latin typeface="Calibri"/>
                <a:cs typeface="Calibri"/>
              </a:rPr>
              <a:t>phủ</a:t>
            </a:r>
            <a:r>
              <a:rPr sz="2800" spc="-5" dirty="0">
                <a:latin typeface="Calibri"/>
                <a:cs typeface="Calibri"/>
              </a:rPr>
              <a:t> </a:t>
            </a:r>
            <a:r>
              <a:rPr sz="2800" dirty="0">
                <a:latin typeface="Calibri"/>
                <a:cs typeface="Calibri"/>
              </a:rPr>
              <a:t>của</a:t>
            </a:r>
            <a:r>
              <a:rPr sz="2800" spc="-15" dirty="0">
                <a:latin typeface="Calibri"/>
                <a:cs typeface="Calibri"/>
              </a:rPr>
              <a:t> </a:t>
            </a:r>
            <a:r>
              <a:rPr sz="2800" spc="-45" dirty="0">
                <a:latin typeface="Calibri"/>
                <a:cs typeface="Calibri"/>
              </a:rPr>
              <a:t>f.</a:t>
            </a:r>
            <a:r>
              <a:rPr sz="2800" spc="-35" dirty="0">
                <a:latin typeface="Calibri"/>
                <a:cs typeface="Calibri"/>
              </a:rPr>
              <a:t> </a:t>
            </a:r>
            <a:r>
              <a:rPr sz="2800" dirty="0">
                <a:latin typeface="Calibri"/>
                <a:cs typeface="Calibri"/>
              </a:rPr>
              <a:t>T’</a:t>
            </a:r>
            <a:r>
              <a:rPr sz="2800" spc="-35" dirty="0">
                <a:latin typeface="Calibri"/>
                <a:cs typeface="Calibri"/>
              </a:rPr>
              <a:t> </a:t>
            </a:r>
            <a:r>
              <a:rPr sz="2800" dirty="0">
                <a:latin typeface="Calibri"/>
                <a:cs typeface="Calibri"/>
              </a:rPr>
              <a:t>được</a:t>
            </a:r>
            <a:r>
              <a:rPr sz="2800" spc="-20" dirty="0">
                <a:latin typeface="Calibri"/>
                <a:cs typeface="Calibri"/>
              </a:rPr>
              <a:t> </a:t>
            </a:r>
            <a:r>
              <a:rPr sz="2800" dirty="0">
                <a:latin typeface="Calibri"/>
                <a:cs typeface="Calibri"/>
              </a:rPr>
              <a:t>gọi</a:t>
            </a:r>
            <a:r>
              <a:rPr sz="2800" spc="-30" dirty="0">
                <a:latin typeface="Calibri"/>
                <a:cs typeface="Calibri"/>
              </a:rPr>
              <a:t> </a:t>
            </a:r>
            <a:r>
              <a:rPr sz="2800" dirty="0">
                <a:latin typeface="Calibri"/>
                <a:cs typeface="Calibri"/>
              </a:rPr>
              <a:t>là</a:t>
            </a:r>
            <a:r>
              <a:rPr sz="2800" spc="-40" dirty="0">
                <a:latin typeface="Calibri"/>
                <a:cs typeface="Calibri"/>
              </a:rPr>
              <a:t> </a:t>
            </a:r>
            <a:r>
              <a:rPr sz="2800" dirty="0">
                <a:latin typeface="Calibri"/>
                <a:cs typeface="Calibri"/>
              </a:rPr>
              <a:t>một</a:t>
            </a:r>
            <a:r>
              <a:rPr sz="2800" spc="-25" dirty="0">
                <a:latin typeface="Calibri"/>
                <a:cs typeface="Calibri"/>
              </a:rPr>
              <a:t> </a:t>
            </a:r>
            <a:r>
              <a:rPr sz="2800" dirty="0">
                <a:latin typeface="Calibri"/>
                <a:cs typeface="Calibri"/>
              </a:rPr>
              <a:t>phủ</a:t>
            </a:r>
            <a:r>
              <a:rPr sz="2800" spc="-20" dirty="0">
                <a:latin typeface="Calibri"/>
                <a:cs typeface="Calibri"/>
              </a:rPr>
              <a:t> </a:t>
            </a:r>
            <a:r>
              <a:rPr sz="2800" dirty="0">
                <a:latin typeface="Calibri"/>
                <a:cs typeface="Calibri"/>
              </a:rPr>
              <a:t>tối</a:t>
            </a:r>
            <a:r>
              <a:rPr sz="2800" spc="-35" dirty="0">
                <a:latin typeface="Calibri"/>
                <a:cs typeface="Calibri"/>
              </a:rPr>
              <a:t> </a:t>
            </a:r>
            <a:r>
              <a:rPr sz="2800" dirty="0">
                <a:latin typeface="Calibri"/>
                <a:cs typeface="Calibri"/>
              </a:rPr>
              <a:t>tiểu</a:t>
            </a:r>
            <a:r>
              <a:rPr sz="2800" spc="-30" dirty="0">
                <a:latin typeface="Calibri"/>
                <a:cs typeface="Calibri"/>
              </a:rPr>
              <a:t> </a:t>
            </a:r>
            <a:r>
              <a:rPr sz="2800" dirty="0">
                <a:latin typeface="Calibri"/>
                <a:cs typeface="Calibri"/>
              </a:rPr>
              <a:t>của</a:t>
            </a:r>
            <a:r>
              <a:rPr sz="2800" spc="-20" dirty="0">
                <a:latin typeface="Calibri"/>
                <a:cs typeface="Calibri"/>
              </a:rPr>
              <a:t> </a:t>
            </a:r>
            <a:r>
              <a:rPr sz="2800" spc="-50" dirty="0">
                <a:latin typeface="Calibri"/>
                <a:cs typeface="Calibri"/>
              </a:rPr>
              <a:t>f </a:t>
            </a:r>
            <a:r>
              <a:rPr sz="2800" dirty="0">
                <a:latin typeface="Calibri"/>
                <a:cs typeface="Calibri"/>
              </a:rPr>
              <a:t>nếu</a:t>
            </a:r>
            <a:r>
              <a:rPr sz="2800" spc="-30" dirty="0">
                <a:latin typeface="Calibri"/>
                <a:cs typeface="Calibri"/>
              </a:rPr>
              <a:t> </a:t>
            </a:r>
            <a:r>
              <a:rPr sz="2800" dirty="0">
                <a:latin typeface="Calibri"/>
                <a:cs typeface="Calibri"/>
              </a:rPr>
              <a:t>ta</a:t>
            </a:r>
            <a:r>
              <a:rPr sz="2800" spc="-45" dirty="0">
                <a:latin typeface="Calibri"/>
                <a:cs typeface="Calibri"/>
              </a:rPr>
              <a:t> </a:t>
            </a:r>
            <a:r>
              <a:rPr sz="2800" dirty="0">
                <a:latin typeface="Calibri"/>
                <a:cs typeface="Calibri"/>
              </a:rPr>
              <a:t>không</a:t>
            </a:r>
            <a:r>
              <a:rPr sz="2800" spc="-20" dirty="0">
                <a:latin typeface="Calibri"/>
                <a:cs typeface="Calibri"/>
              </a:rPr>
              <a:t> </a:t>
            </a:r>
            <a:r>
              <a:rPr sz="2800" dirty="0">
                <a:latin typeface="Calibri"/>
                <a:cs typeface="Calibri"/>
              </a:rPr>
              <a:t>thể</a:t>
            </a:r>
            <a:r>
              <a:rPr sz="2800" spc="-40" dirty="0">
                <a:latin typeface="Calibri"/>
                <a:cs typeface="Calibri"/>
              </a:rPr>
              <a:t> </a:t>
            </a:r>
            <a:r>
              <a:rPr sz="2800" dirty="0">
                <a:latin typeface="Calibri"/>
                <a:cs typeface="Calibri"/>
              </a:rPr>
              <a:t>bỏ</a:t>
            </a:r>
            <a:r>
              <a:rPr sz="2800" spc="-25" dirty="0">
                <a:latin typeface="Calibri"/>
                <a:cs typeface="Calibri"/>
              </a:rPr>
              <a:t> </a:t>
            </a:r>
            <a:r>
              <a:rPr sz="2800" dirty="0">
                <a:latin typeface="Calibri"/>
                <a:cs typeface="Calibri"/>
              </a:rPr>
              <a:t>bất</a:t>
            </a:r>
            <a:r>
              <a:rPr sz="2800" spc="-45" dirty="0">
                <a:latin typeface="Calibri"/>
                <a:cs typeface="Calibri"/>
              </a:rPr>
              <a:t> </a:t>
            </a:r>
            <a:r>
              <a:rPr sz="2800" dirty="0">
                <a:latin typeface="Calibri"/>
                <a:cs typeface="Calibri"/>
              </a:rPr>
              <a:t>kỳ</a:t>
            </a:r>
            <a:r>
              <a:rPr sz="2800" spc="-35" dirty="0">
                <a:latin typeface="Calibri"/>
                <a:cs typeface="Calibri"/>
              </a:rPr>
              <a:t> </a:t>
            </a:r>
            <a:r>
              <a:rPr sz="2800" dirty="0">
                <a:latin typeface="Calibri"/>
                <a:cs typeface="Calibri"/>
              </a:rPr>
              <a:t>phần</a:t>
            </a:r>
            <a:r>
              <a:rPr sz="2800" spc="-20" dirty="0">
                <a:latin typeface="Calibri"/>
                <a:cs typeface="Calibri"/>
              </a:rPr>
              <a:t> </a:t>
            </a:r>
            <a:r>
              <a:rPr sz="2800" dirty="0">
                <a:latin typeface="Calibri"/>
                <a:cs typeface="Calibri"/>
              </a:rPr>
              <a:t>tử</a:t>
            </a:r>
            <a:r>
              <a:rPr sz="2800" spc="-35" dirty="0">
                <a:latin typeface="Calibri"/>
                <a:cs typeface="Calibri"/>
              </a:rPr>
              <a:t> </a:t>
            </a:r>
            <a:r>
              <a:rPr sz="2800" dirty="0">
                <a:latin typeface="Calibri"/>
                <a:cs typeface="Calibri"/>
              </a:rPr>
              <a:t>m</a:t>
            </a:r>
            <a:r>
              <a:rPr sz="2775" baseline="-21021" dirty="0">
                <a:latin typeface="Calibri"/>
                <a:cs typeface="Calibri"/>
              </a:rPr>
              <a:t>i</a:t>
            </a:r>
            <a:r>
              <a:rPr sz="2775" spc="262" baseline="-21021" dirty="0">
                <a:latin typeface="Calibri"/>
                <a:cs typeface="Calibri"/>
              </a:rPr>
              <a:t> </a:t>
            </a:r>
            <a:r>
              <a:rPr sz="2800" dirty="0">
                <a:latin typeface="Calibri"/>
                <a:cs typeface="Calibri"/>
              </a:rPr>
              <a:t>nào</a:t>
            </a:r>
            <a:r>
              <a:rPr sz="2800" spc="-45" dirty="0">
                <a:latin typeface="Calibri"/>
                <a:cs typeface="Calibri"/>
              </a:rPr>
              <a:t> </a:t>
            </a:r>
            <a:r>
              <a:rPr sz="2800" dirty="0">
                <a:latin typeface="Calibri"/>
                <a:cs typeface="Calibri"/>
              </a:rPr>
              <a:t>trong</a:t>
            </a:r>
            <a:r>
              <a:rPr sz="2800" spc="-30" dirty="0">
                <a:latin typeface="Calibri"/>
                <a:cs typeface="Calibri"/>
              </a:rPr>
              <a:t> </a:t>
            </a:r>
            <a:r>
              <a:rPr sz="2800" spc="-25" dirty="0">
                <a:latin typeface="Calibri"/>
                <a:cs typeface="Calibri"/>
              </a:rPr>
              <a:t>T’.</a:t>
            </a:r>
            <a:endParaRPr sz="2800">
              <a:latin typeface="Calibri"/>
              <a:cs typeface="Calibri"/>
            </a:endParaRPr>
          </a:p>
        </p:txBody>
      </p:sp>
    </p:spTree>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391413"/>
            <a:ext cx="1021080" cy="452120"/>
          </a:xfrm>
          <a:prstGeom prst="rect">
            <a:avLst/>
          </a:prstGeom>
        </p:spPr>
        <p:txBody>
          <a:bodyPr vert="horz" wrap="square" lIns="0" tIns="12065" rIns="0" bIns="0" rtlCol="0">
            <a:spAutoFit/>
          </a:bodyPr>
          <a:lstStyle/>
          <a:p>
            <a:pPr marL="12700">
              <a:lnSpc>
                <a:spcPct val="100000"/>
              </a:lnSpc>
              <a:spcBef>
                <a:spcPts val="95"/>
              </a:spcBef>
              <a:tabLst>
                <a:tab pos="912494" algn="l"/>
              </a:tabLst>
            </a:pPr>
            <a:r>
              <a:rPr sz="2800" dirty="0">
                <a:latin typeface="Calibri"/>
                <a:cs typeface="Calibri"/>
              </a:rPr>
              <a:t>Ví</a:t>
            </a:r>
            <a:r>
              <a:rPr sz="2800" spc="5" dirty="0">
                <a:latin typeface="Calibri"/>
                <a:cs typeface="Calibri"/>
              </a:rPr>
              <a:t> </a:t>
            </a:r>
            <a:r>
              <a:rPr sz="2800" spc="-25" dirty="0">
                <a:latin typeface="Calibri"/>
                <a:cs typeface="Calibri"/>
              </a:rPr>
              <a:t>dụ</a:t>
            </a:r>
            <a:r>
              <a:rPr sz="2800" dirty="0">
                <a:latin typeface="Calibri"/>
                <a:cs typeface="Calibri"/>
              </a:rPr>
              <a:t>	</a:t>
            </a:r>
            <a:r>
              <a:rPr sz="2800" spc="-50" dirty="0">
                <a:latin typeface="Calibri"/>
                <a:cs typeface="Calibri"/>
              </a:rPr>
              <a:t>:</a:t>
            </a:r>
            <a:endParaRPr sz="2800">
              <a:latin typeface="Calibri"/>
              <a:cs typeface="Calibri"/>
            </a:endParaRPr>
          </a:p>
        </p:txBody>
      </p:sp>
      <p:sp>
        <p:nvSpPr>
          <p:cNvPr id="3" name="object 3"/>
          <p:cNvSpPr txBox="1"/>
          <p:nvPr/>
        </p:nvSpPr>
        <p:spPr>
          <a:xfrm>
            <a:off x="459740" y="3464433"/>
            <a:ext cx="8092440" cy="1903095"/>
          </a:xfrm>
          <a:prstGeom prst="rect">
            <a:avLst/>
          </a:prstGeom>
        </p:spPr>
        <p:txBody>
          <a:bodyPr vert="horz" wrap="square" lIns="0" tIns="12065" rIns="0" bIns="0" rtlCol="0">
            <a:spAutoFit/>
          </a:bodyPr>
          <a:lstStyle/>
          <a:p>
            <a:pPr marL="469900" marR="5080" indent="-457834">
              <a:lnSpc>
                <a:spcPct val="100000"/>
              </a:lnSpc>
              <a:spcBef>
                <a:spcPts val="95"/>
              </a:spcBef>
              <a:buFont typeface="Wingdings"/>
              <a:buChar char=""/>
              <a:tabLst>
                <a:tab pos="469900" algn="l"/>
              </a:tabLst>
            </a:pPr>
            <a:r>
              <a:rPr sz="2800" dirty="0">
                <a:latin typeface="Calibri"/>
                <a:cs typeface="Calibri"/>
              </a:rPr>
              <a:t>{1,</a:t>
            </a:r>
            <a:r>
              <a:rPr sz="2800" spc="-30" dirty="0">
                <a:latin typeface="Calibri"/>
                <a:cs typeface="Calibri"/>
              </a:rPr>
              <a:t> </a:t>
            </a:r>
            <a:r>
              <a:rPr sz="2800" dirty="0">
                <a:latin typeface="Calibri"/>
                <a:cs typeface="Calibri"/>
              </a:rPr>
              <a:t>2,</a:t>
            </a:r>
            <a:r>
              <a:rPr sz="2800" spc="-30" dirty="0">
                <a:latin typeface="Calibri"/>
                <a:cs typeface="Calibri"/>
              </a:rPr>
              <a:t> </a:t>
            </a:r>
            <a:r>
              <a:rPr sz="2800" dirty="0">
                <a:latin typeface="Calibri"/>
                <a:cs typeface="Calibri"/>
              </a:rPr>
              <a:t>4,</a:t>
            </a:r>
            <a:r>
              <a:rPr sz="2800" spc="-20" dirty="0">
                <a:latin typeface="Calibri"/>
                <a:cs typeface="Calibri"/>
              </a:rPr>
              <a:t> </a:t>
            </a:r>
            <a:r>
              <a:rPr sz="2800" dirty="0">
                <a:latin typeface="Calibri"/>
                <a:cs typeface="Calibri"/>
              </a:rPr>
              <a:t>5}</a:t>
            </a:r>
            <a:r>
              <a:rPr sz="2800" spc="-35" dirty="0">
                <a:latin typeface="Calibri"/>
                <a:cs typeface="Calibri"/>
              </a:rPr>
              <a:t> </a:t>
            </a:r>
            <a:r>
              <a:rPr sz="2800" dirty="0">
                <a:latin typeface="Calibri"/>
                <a:cs typeface="Calibri"/>
              </a:rPr>
              <a:t>là</a:t>
            </a:r>
            <a:r>
              <a:rPr sz="2800" spc="-40" dirty="0">
                <a:latin typeface="Calibri"/>
                <a:cs typeface="Calibri"/>
              </a:rPr>
              <a:t> </a:t>
            </a:r>
            <a:r>
              <a:rPr sz="2800" dirty="0">
                <a:latin typeface="Calibri"/>
                <a:cs typeface="Calibri"/>
              </a:rPr>
              <a:t>phủ</a:t>
            </a:r>
            <a:r>
              <a:rPr sz="2800" spc="-10" dirty="0">
                <a:latin typeface="Calibri"/>
                <a:cs typeface="Calibri"/>
              </a:rPr>
              <a:t> </a:t>
            </a:r>
            <a:r>
              <a:rPr sz="2800" dirty="0">
                <a:latin typeface="Calibri"/>
                <a:cs typeface="Calibri"/>
              </a:rPr>
              <a:t>của</a:t>
            </a:r>
            <a:r>
              <a:rPr sz="2800" spc="-25" dirty="0">
                <a:latin typeface="Calibri"/>
                <a:cs typeface="Calibri"/>
              </a:rPr>
              <a:t> </a:t>
            </a:r>
            <a:r>
              <a:rPr sz="2800" dirty="0">
                <a:latin typeface="Calibri"/>
                <a:cs typeface="Calibri"/>
              </a:rPr>
              <a:t>f</a:t>
            </a:r>
            <a:r>
              <a:rPr sz="2800" spc="-40" dirty="0">
                <a:latin typeface="Calibri"/>
                <a:cs typeface="Calibri"/>
              </a:rPr>
              <a:t> </a:t>
            </a:r>
            <a:r>
              <a:rPr sz="2800" dirty="0">
                <a:latin typeface="Calibri"/>
                <a:cs typeface="Calibri"/>
              </a:rPr>
              <a:t>nhưng không</a:t>
            </a:r>
            <a:r>
              <a:rPr sz="2800" spc="-10" dirty="0">
                <a:latin typeface="Calibri"/>
                <a:cs typeface="Calibri"/>
              </a:rPr>
              <a:t> </a:t>
            </a:r>
            <a:r>
              <a:rPr sz="2800" dirty="0">
                <a:latin typeface="Calibri"/>
                <a:cs typeface="Calibri"/>
              </a:rPr>
              <a:t>là</a:t>
            </a:r>
            <a:r>
              <a:rPr sz="2800" spc="-50" dirty="0">
                <a:latin typeface="Calibri"/>
                <a:cs typeface="Calibri"/>
              </a:rPr>
              <a:t> </a:t>
            </a:r>
            <a:r>
              <a:rPr sz="2800" dirty="0">
                <a:latin typeface="Calibri"/>
                <a:cs typeface="Calibri"/>
              </a:rPr>
              <a:t>phủ</a:t>
            </a:r>
            <a:r>
              <a:rPr sz="2800" spc="-15" dirty="0">
                <a:latin typeface="Calibri"/>
                <a:cs typeface="Calibri"/>
              </a:rPr>
              <a:t> </a:t>
            </a:r>
            <a:r>
              <a:rPr sz="2800" dirty="0">
                <a:latin typeface="Calibri"/>
                <a:cs typeface="Calibri"/>
              </a:rPr>
              <a:t>tối</a:t>
            </a:r>
            <a:r>
              <a:rPr sz="2800" spc="-30" dirty="0">
                <a:latin typeface="Calibri"/>
                <a:cs typeface="Calibri"/>
              </a:rPr>
              <a:t> </a:t>
            </a:r>
            <a:r>
              <a:rPr sz="2800" dirty="0">
                <a:latin typeface="Calibri"/>
                <a:cs typeface="Calibri"/>
              </a:rPr>
              <a:t>tiểu</a:t>
            </a:r>
            <a:r>
              <a:rPr sz="2800" spc="-30" dirty="0">
                <a:latin typeface="Calibri"/>
                <a:cs typeface="Calibri"/>
              </a:rPr>
              <a:t> </a:t>
            </a:r>
            <a:r>
              <a:rPr sz="2800" spc="-25" dirty="0">
                <a:latin typeface="Calibri"/>
                <a:cs typeface="Calibri"/>
              </a:rPr>
              <a:t>vì </a:t>
            </a:r>
            <a:r>
              <a:rPr sz="2800" dirty="0">
                <a:latin typeface="Calibri"/>
                <a:cs typeface="Calibri"/>
              </a:rPr>
              <a:t>có</a:t>
            </a:r>
            <a:r>
              <a:rPr sz="2800" spc="-50" dirty="0">
                <a:latin typeface="Calibri"/>
                <a:cs typeface="Calibri"/>
              </a:rPr>
              <a:t> </a:t>
            </a:r>
            <a:r>
              <a:rPr sz="2800" dirty="0">
                <a:latin typeface="Calibri"/>
                <a:cs typeface="Calibri"/>
              </a:rPr>
              <a:t>thể</a:t>
            </a:r>
            <a:r>
              <a:rPr sz="2800" spc="-35" dirty="0">
                <a:latin typeface="Calibri"/>
                <a:cs typeface="Calibri"/>
              </a:rPr>
              <a:t> </a:t>
            </a:r>
            <a:r>
              <a:rPr sz="2800" dirty="0">
                <a:latin typeface="Calibri"/>
                <a:cs typeface="Calibri"/>
              </a:rPr>
              <a:t>bỏ</a:t>
            </a:r>
            <a:r>
              <a:rPr sz="2800" spc="-40" dirty="0">
                <a:latin typeface="Calibri"/>
                <a:cs typeface="Calibri"/>
              </a:rPr>
              <a:t> </a:t>
            </a:r>
            <a:r>
              <a:rPr sz="2800" dirty="0">
                <a:latin typeface="Calibri"/>
                <a:cs typeface="Calibri"/>
              </a:rPr>
              <a:t>phần</a:t>
            </a:r>
            <a:r>
              <a:rPr sz="2800" spc="-25" dirty="0">
                <a:latin typeface="Calibri"/>
                <a:cs typeface="Calibri"/>
              </a:rPr>
              <a:t> </a:t>
            </a:r>
            <a:r>
              <a:rPr sz="2800" dirty="0">
                <a:latin typeface="Calibri"/>
                <a:cs typeface="Calibri"/>
              </a:rPr>
              <a:t>tử</a:t>
            </a:r>
            <a:r>
              <a:rPr sz="2800" spc="-40" dirty="0">
                <a:latin typeface="Calibri"/>
                <a:cs typeface="Calibri"/>
              </a:rPr>
              <a:t> </a:t>
            </a:r>
            <a:r>
              <a:rPr sz="2800" spc="-25" dirty="0">
                <a:latin typeface="Calibri"/>
                <a:cs typeface="Calibri"/>
              </a:rPr>
              <a:t>1.</a:t>
            </a:r>
            <a:endParaRPr sz="2800">
              <a:latin typeface="Calibri"/>
              <a:cs typeface="Calibri"/>
            </a:endParaRPr>
          </a:p>
          <a:p>
            <a:pPr marL="469900" indent="-457200">
              <a:lnSpc>
                <a:spcPct val="100000"/>
              </a:lnSpc>
              <a:spcBef>
                <a:spcPts val="670"/>
              </a:spcBef>
              <a:buFont typeface="Wingdings"/>
              <a:buChar char=""/>
              <a:tabLst>
                <a:tab pos="469900" algn="l"/>
              </a:tabLst>
            </a:pPr>
            <a:r>
              <a:rPr sz="2800" dirty="0">
                <a:latin typeface="Calibri"/>
                <a:cs typeface="Calibri"/>
              </a:rPr>
              <a:t>{2,</a:t>
            </a:r>
            <a:r>
              <a:rPr sz="2800" spc="-25" dirty="0">
                <a:latin typeface="Calibri"/>
                <a:cs typeface="Calibri"/>
              </a:rPr>
              <a:t> </a:t>
            </a:r>
            <a:r>
              <a:rPr sz="2800" dirty="0">
                <a:latin typeface="Calibri"/>
                <a:cs typeface="Calibri"/>
              </a:rPr>
              <a:t>4,</a:t>
            </a:r>
            <a:r>
              <a:rPr sz="2800" spc="-25" dirty="0">
                <a:latin typeface="Calibri"/>
                <a:cs typeface="Calibri"/>
              </a:rPr>
              <a:t> </a:t>
            </a:r>
            <a:r>
              <a:rPr sz="2800" dirty="0">
                <a:latin typeface="Calibri"/>
                <a:cs typeface="Calibri"/>
              </a:rPr>
              <a:t>5}</a:t>
            </a:r>
            <a:r>
              <a:rPr sz="2800" spc="-25" dirty="0">
                <a:latin typeface="Calibri"/>
                <a:cs typeface="Calibri"/>
              </a:rPr>
              <a:t> </a:t>
            </a:r>
            <a:r>
              <a:rPr sz="2800" dirty="0">
                <a:latin typeface="Calibri"/>
                <a:cs typeface="Calibri"/>
              </a:rPr>
              <a:t>là</a:t>
            </a:r>
            <a:r>
              <a:rPr sz="2800" spc="-35" dirty="0">
                <a:latin typeface="Calibri"/>
                <a:cs typeface="Calibri"/>
              </a:rPr>
              <a:t> </a:t>
            </a:r>
            <a:r>
              <a:rPr sz="2800" dirty="0">
                <a:latin typeface="Calibri"/>
                <a:cs typeface="Calibri"/>
              </a:rPr>
              <a:t>phủ</a:t>
            </a:r>
            <a:r>
              <a:rPr sz="2800" spc="-5" dirty="0">
                <a:latin typeface="Calibri"/>
                <a:cs typeface="Calibri"/>
              </a:rPr>
              <a:t> </a:t>
            </a:r>
            <a:r>
              <a:rPr sz="2800" dirty="0">
                <a:latin typeface="Calibri"/>
                <a:cs typeface="Calibri"/>
              </a:rPr>
              <a:t>tối</a:t>
            </a:r>
            <a:r>
              <a:rPr sz="2800" spc="-30" dirty="0">
                <a:latin typeface="Calibri"/>
                <a:cs typeface="Calibri"/>
              </a:rPr>
              <a:t> </a:t>
            </a:r>
            <a:r>
              <a:rPr sz="2800" spc="-20" dirty="0">
                <a:latin typeface="Calibri"/>
                <a:cs typeface="Calibri"/>
              </a:rPr>
              <a:t>tiểu.</a:t>
            </a:r>
            <a:endParaRPr sz="2800">
              <a:latin typeface="Calibri"/>
              <a:cs typeface="Calibri"/>
            </a:endParaRPr>
          </a:p>
          <a:p>
            <a:pPr marL="469900" indent="-457200">
              <a:lnSpc>
                <a:spcPct val="100000"/>
              </a:lnSpc>
              <a:spcBef>
                <a:spcPts val="675"/>
              </a:spcBef>
              <a:buFont typeface="Wingdings"/>
              <a:buChar char=""/>
              <a:tabLst>
                <a:tab pos="469900" algn="l"/>
              </a:tabLst>
            </a:pPr>
            <a:r>
              <a:rPr sz="2800" dirty="0">
                <a:latin typeface="Calibri"/>
                <a:cs typeface="Calibri"/>
              </a:rPr>
              <a:t>Các</a:t>
            </a:r>
            <a:r>
              <a:rPr sz="2800" spc="-50" dirty="0">
                <a:latin typeface="Calibri"/>
                <a:cs typeface="Calibri"/>
              </a:rPr>
              <a:t> </a:t>
            </a:r>
            <a:r>
              <a:rPr sz="2800" dirty="0">
                <a:latin typeface="Calibri"/>
                <a:cs typeface="Calibri"/>
              </a:rPr>
              <a:t>phủ</a:t>
            </a:r>
            <a:r>
              <a:rPr sz="2800" spc="-20" dirty="0">
                <a:latin typeface="Calibri"/>
                <a:cs typeface="Calibri"/>
              </a:rPr>
              <a:t> </a:t>
            </a:r>
            <a:r>
              <a:rPr sz="2800" dirty="0">
                <a:latin typeface="Calibri"/>
                <a:cs typeface="Calibri"/>
              </a:rPr>
              <a:t>tối</a:t>
            </a:r>
            <a:r>
              <a:rPr sz="2800" spc="-45" dirty="0">
                <a:latin typeface="Calibri"/>
                <a:cs typeface="Calibri"/>
              </a:rPr>
              <a:t> </a:t>
            </a:r>
            <a:r>
              <a:rPr sz="2800" dirty="0">
                <a:latin typeface="Calibri"/>
                <a:cs typeface="Calibri"/>
              </a:rPr>
              <a:t>tiểu</a:t>
            </a:r>
            <a:r>
              <a:rPr sz="2800" spc="-30" dirty="0">
                <a:latin typeface="Calibri"/>
                <a:cs typeface="Calibri"/>
              </a:rPr>
              <a:t> </a:t>
            </a:r>
            <a:r>
              <a:rPr sz="2800" dirty="0">
                <a:latin typeface="Calibri"/>
                <a:cs typeface="Calibri"/>
              </a:rPr>
              <a:t>khác</a:t>
            </a:r>
            <a:r>
              <a:rPr sz="2800" spc="-30" dirty="0">
                <a:latin typeface="Calibri"/>
                <a:cs typeface="Calibri"/>
              </a:rPr>
              <a:t> </a:t>
            </a:r>
            <a:r>
              <a:rPr sz="2800" dirty="0">
                <a:latin typeface="Calibri"/>
                <a:cs typeface="Calibri"/>
              </a:rPr>
              <a:t>xem</a:t>
            </a:r>
            <a:r>
              <a:rPr sz="2800" spc="-55" dirty="0">
                <a:latin typeface="Calibri"/>
                <a:cs typeface="Calibri"/>
              </a:rPr>
              <a:t> </a:t>
            </a:r>
            <a:r>
              <a:rPr sz="2800" dirty="0">
                <a:latin typeface="Calibri"/>
                <a:cs typeface="Calibri"/>
              </a:rPr>
              <a:t>như</a:t>
            </a:r>
            <a:r>
              <a:rPr sz="2800" spc="-20" dirty="0">
                <a:latin typeface="Calibri"/>
                <a:cs typeface="Calibri"/>
              </a:rPr>
              <a:t> </a:t>
            </a:r>
            <a:r>
              <a:rPr sz="2800" dirty="0">
                <a:latin typeface="Calibri"/>
                <a:cs typeface="Calibri"/>
              </a:rPr>
              <a:t>bài</a:t>
            </a:r>
            <a:r>
              <a:rPr sz="2800" spc="-40" dirty="0">
                <a:latin typeface="Calibri"/>
                <a:cs typeface="Calibri"/>
              </a:rPr>
              <a:t> </a:t>
            </a:r>
            <a:r>
              <a:rPr sz="2800" spc="-20" dirty="0">
                <a:latin typeface="Calibri"/>
                <a:cs typeface="Calibri"/>
              </a:rPr>
              <a:t>tập.</a:t>
            </a:r>
            <a:endParaRPr sz="2800">
              <a:latin typeface="Calibri"/>
              <a:cs typeface="Calibri"/>
            </a:endParaRPr>
          </a:p>
        </p:txBody>
      </p:sp>
      <p:pic>
        <p:nvPicPr>
          <p:cNvPr id="4" name="object 4"/>
          <p:cNvPicPr/>
          <p:nvPr/>
        </p:nvPicPr>
        <p:blipFill>
          <a:blip r:embed="rId2" cstate="print"/>
          <a:stretch>
            <a:fillRect/>
          </a:stretch>
        </p:blipFill>
        <p:spPr>
          <a:xfrm>
            <a:off x="2476500" y="667501"/>
            <a:ext cx="4048125" cy="2751986"/>
          </a:xfrm>
          <a:prstGeom prst="rect">
            <a:avLst/>
          </a:prstGeom>
        </p:spPr>
      </p:pic>
      <p:graphicFrame>
        <p:nvGraphicFramePr>
          <p:cNvPr id="5" name="object 5"/>
          <p:cNvGraphicFramePr>
            <a:graphicFrameLocks noGrp="1"/>
          </p:cNvGraphicFramePr>
          <p:nvPr/>
        </p:nvGraphicFramePr>
        <p:xfrm>
          <a:off x="6699250" y="4413250"/>
          <a:ext cx="1852930" cy="1482090"/>
        </p:xfrm>
        <a:graphic>
          <a:graphicData uri="http://schemas.openxmlformats.org/drawingml/2006/table">
            <a:tbl>
              <a:tblPr firstRow="1" bandRow="1">
                <a:tableStyleId>{2D5ABB26-0587-4C30-8999-92F81FD0307C}</a:tableStyleId>
              </a:tblPr>
              <a:tblGrid>
                <a:gridCol w="440690">
                  <a:extLst>
                    <a:ext uri="{9D8B030D-6E8A-4147-A177-3AD203B41FA5}">
                      <a16:colId xmlns:a16="http://schemas.microsoft.com/office/drawing/2014/main" val="20000"/>
                    </a:ext>
                  </a:extLst>
                </a:gridCol>
                <a:gridCol w="440690">
                  <a:extLst>
                    <a:ext uri="{9D8B030D-6E8A-4147-A177-3AD203B41FA5}">
                      <a16:colId xmlns:a16="http://schemas.microsoft.com/office/drawing/2014/main" val="20001"/>
                    </a:ext>
                  </a:extLst>
                </a:gridCol>
                <a:gridCol w="440690">
                  <a:extLst>
                    <a:ext uri="{9D8B030D-6E8A-4147-A177-3AD203B41FA5}">
                      <a16:colId xmlns:a16="http://schemas.microsoft.com/office/drawing/2014/main" val="20002"/>
                    </a:ext>
                  </a:extLst>
                </a:gridCol>
                <a:gridCol w="440690">
                  <a:extLst>
                    <a:ext uri="{9D8B030D-6E8A-4147-A177-3AD203B41FA5}">
                      <a16:colId xmlns:a16="http://schemas.microsoft.com/office/drawing/2014/main" val="20003"/>
                    </a:ext>
                  </a:extLst>
                </a:gridCol>
              </a:tblGrid>
              <a:tr h="370205">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0840">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205">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70840">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21640" y="305460"/>
            <a:ext cx="8206105" cy="3013075"/>
          </a:xfrm>
          <a:prstGeom prst="rect">
            <a:avLst/>
          </a:prstGeom>
        </p:spPr>
        <p:txBody>
          <a:bodyPr vert="horz" wrap="square" lIns="0" tIns="97790" rIns="0" bIns="0" rtlCol="0">
            <a:spAutoFit/>
          </a:bodyPr>
          <a:lstStyle/>
          <a:p>
            <a:pPr marL="50800">
              <a:lnSpc>
                <a:spcPct val="100000"/>
              </a:lnSpc>
              <a:spcBef>
                <a:spcPts val="770"/>
              </a:spcBef>
            </a:pPr>
            <a:r>
              <a:rPr sz="2800" b="1" dirty="0">
                <a:latin typeface="Calibri"/>
                <a:cs typeface="Calibri"/>
              </a:rPr>
              <a:t>4.4.3.10</a:t>
            </a:r>
            <a:r>
              <a:rPr sz="2800" b="1" spc="-15" dirty="0">
                <a:latin typeface="Calibri"/>
                <a:cs typeface="Calibri"/>
              </a:rPr>
              <a:t> </a:t>
            </a:r>
            <a:r>
              <a:rPr sz="2800" b="1" dirty="0">
                <a:latin typeface="Calibri"/>
                <a:cs typeface="Calibri"/>
              </a:rPr>
              <a:t>Định</a:t>
            </a:r>
            <a:r>
              <a:rPr sz="2800" b="1" spc="-55" dirty="0">
                <a:latin typeface="Calibri"/>
                <a:cs typeface="Calibri"/>
              </a:rPr>
              <a:t> </a:t>
            </a:r>
            <a:r>
              <a:rPr sz="2800" b="1" spc="-25" dirty="0">
                <a:latin typeface="Calibri"/>
                <a:cs typeface="Calibri"/>
              </a:rPr>
              <a:t>lý:</a:t>
            </a:r>
            <a:endParaRPr sz="2800">
              <a:latin typeface="Calibri"/>
              <a:cs typeface="Calibri"/>
            </a:endParaRPr>
          </a:p>
          <a:p>
            <a:pPr marL="50800" marR="43180" indent="970915">
              <a:lnSpc>
                <a:spcPct val="100000"/>
              </a:lnSpc>
              <a:spcBef>
                <a:spcPts val="675"/>
              </a:spcBef>
            </a:pPr>
            <a:r>
              <a:rPr sz="2800" dirty="0">
                <a:latin typeface="Calibri"/>
                <a:cs typeface="Calibri"/>
              </a:rPr>
              <a:t>Cho</a:t>
            </a:r>
            <a:r>
              <a:rPr sz="2800" spc="-20" dirty="0">
                <a:latin typeface="Calibri"/>
                <a:cs typeface="Calibri"/>
              </a:rPr>
              <a:t> </a:t>
            </a:r>
            <a:r>
              <a:rPr sz="2800" dirty="0">
                <a:latin typeface="Calibri"/>
                <a:cs typeface="Calibri"/>
              </a:rPr>
              <a:t>T’</a:t>
            </a:r>
            <a:r>
              <a:rPr sz="2800" spc="-10" dirty="0">
                <a:latin typeface="Calibri"/>
                <a:cs typeface="Calibri"/>
              </a:rPr>
              <a:t> </a:t>
            </a:r>
            <a:r>
              <a:rPr sz="2800" dirty="0">
                <a:latin typeface="Calibri"/>
                <a:cs typeface="Calibri"/>
              </a:rPr>
              <a:t>một</a:t>
            </a:r>
            <a:r>
              <a:rPr sz="2800" spc="-15" dirty="0">
                <a:latin typeface="Calibri"/>
                <a:cs typeface="Calibri"/>
              </a:rPr>
              <a:t> </a:t>
            </a:r>
            <a:r>
              <a:rPr sz="2800" dirty="0">
                <a:latin typeface="Calibri"/>
                <a:cs typeface="Calibri"/>
              </a:rPr>
              <a:t>phủ</a:t>
            </a:r>
            <a:r>
              <a:rPr sz="2800" spc="-5" dirty="0">
                <a:latin typeface="Calibri"/>
                <a:cs typeface="Calibri"/>
              </a:rPr>
              <a:t> </a:t>
            </a:r>
            <a:r>
              <a:rPr sz="2800" dirty="0">
                <a:latin typeface="Calibri"/>
                <a:cs typeface="Calibri"/>
              </a:rPr>
              <a:t>của</a:t>
            </a:r>
            <a:r>
              <a:rPr sz="2800" spc="-10" dirty="0">
                <a:latin typeface="Calibri"/>
                <a:cs typeface="Calibri"/>
              </a:rPr>
              <a:t> </a:t>
            </a:r>
            <a:r>
              <a:rPr sz="2800" spc="-20" dirty="0">
                <a:latin typeface="Calibri"/>
                <a:cs typeface="Calibri"/>
              </a:rPr>
              <a:t>f,</a:t>
            </a:r>
            <a:r>
              <a:rPr sz="2800" spc="-25" dirty="0">
                <a:latin typeface="Calibri"/>
                <a:cs typeface="Calibri"/>
              </a:rPr>
              <a:t> </a:t>
            </a:r>
            <a:r>
              <a:rPr sz="2800" dirty="0">
                <a:latin typeface="Calibri"/>
                <a:cs typeface="Calibri"/>
              </a:rPr>
              <a:t>M</a:t>
            </a:r>
            <a:r>
              <a:rPr sz="2800" spc="-20"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m</a:t>
            </a:r>
            <a:r>
              <a:rPr sz="2775" baseline="-21021" dirty="0">
                <a:latin typeface="Calibri"/>
                <a:cs typeface="Calibri"/>
              </a:rPr>
              <a:t>1</a:t>
            </a:r>
            <a:r>
              <a:rPr sz="2800" dirty="0">
                <a:latin typeface="Calibri"/>
                <a:cs typeface="Calibri"/>
              </a:rPr>
              <a:t>,</a:t>
            </a:r>
            <a:r>
              <a:rPr sz="2800" spc="-15" dirty="0">
                <a:latin typeface="Calibri"/>
                <a:cs typeface="Calibri"/>
              </a:rPr>
              <a:t> </a:t>
            </a:r>
            <a:r>
              <a:rPr sz="2800" dirty="0">
                <a:latin typeface="Calibri"/>
                <a:cs typeface="Calibri"/>
              </a:rPr>
              <a:t>m</a:t>
            </a:r>
            <a:r>
              <a:rPr sz="2775" baseline="-21021" dirty="0">
                <a:latin typeface="Calibri"/>
                <a:cs typeface="Calibri"/>
              </a:rPr>
              <a:t>2</a:t>
            </a:r>
            <a:r>
              <a:rPr sz="2800" dirty="0">
                <a:latin typeface="Calibri"/>
                <a:cs typeface="Calibri"/>
              </a:rPr>
              <a:t>,</a:t>
            </a:r>
            <a:r>
              <a:rPr sz="2800" spc="-15" dirty="0">
                <a:latin typeface="Calibri"/>
                <a:cs typeface="Calibri"/>
              </a:rPr>
              <a:t> </a:t>
            </a:r>
            <a:r>
              <a:rPr sz="2800" dirty="0">
                <a:latin typeface="Calibri"/>
                <a:cs typeface="Calibri"/>
              </a:rPr>
              <a:t>.</a:t>
            </a:r>
            <a:r>
              <a:rPr sz="2800" spc="-35"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m</a:t>
            </a:r>
            <a:r>
              <a:rPr sz="2775" baseline="-21021" dirty="0">
                <a:latin typeface="Calibri"/>
                <a:cs typeface="Calibri"/>
              </a:rPr>
              <a:t>k</a:t>
            </a:r>
            <a:r>
              <a:rPr sz="2800" dirty="0">
                <a:latin typeface="Calibri"/>
                <a:cs typeface="Calibri"/>
              </a:rPr>
              <a:t>}</a:t>
            </a:r>
            <a:r>
              <a:rPr sz="2800" spc="-25" dirty="0">
                <a:latin typeface="Calibri"/>
                <a:cs typeface="Calibri"/>
              </a:rPr>
              <a:t> </a:t>
            </a:r>
            <a:r>
              <a:rPr sz="2800" dirty="0">
                <a:latin typeface="Calibri"/>
                <a:cs typeface="Calibri"/>
              </a:rPr>
              <a:t>là</a:t>
            </a:r>
            <a:r>
              <a:rPr sz="2800" spc="-20" dirty="0">
                <a:latin typeface="Calibri"/>
                <a:cs typeface="Calibri"/>
              </a:rPr>
              <a:t> </a:t>
            </a:r>
            <a:r>
              <a:rPr sz="2800" spc="-25" dirty="0">
                <a:latin typeface="Calibri"/>
                <a:cs typeface="Calibri"/>
              </a:rPr>
              <a:t>tập </a:t>
            </a:r>
            <a:r>
              <a:rPr sz="2800" dirty="0">
                <a:latin typeface="Calibri"/>
                <a:cs typeface="Calibri"/>
              </a:rPr>
              <a:t>các</a:t>
            </a:r>
            <a:r>
              <a:rPr sz="2800" spc="-30" dirty="0">
                <a:latin typeface="Calibri"/>
                <a:cs typeface="Calibri"/>
              </a:rPr>
              <a:t> </a:t>
            </a:r>
            <a:r>
              <a:rPr sz="2800" dirty="0">
                <a:latin typeface="Calibri"/>
                <a:cs typeface="Calibri"/>
              </a:rPr>
              <a:t>đơn</a:t>
            </a:r>
            <a:r>
              <a:rPr sz="2800" spc="-30" dirty="0">
                <a:latin typeface="Calibri"/>
                <a:cs typeface="Calibri"/>
              </a:rPr>
              <a:t> </a:t>
            </a:r>
            <a:r>
              <a:rPr sz="2800" dirty="0">
                <a:latin typeface="Calibri"/>
                <a:cs typeface="Calibri"/>
              </a:rPr>
              <a:t>thức</a:t>
            </a:r>
            <a:r>
              <a:rPr sz="2800" spc="-20" dirty="0">
                <a:latin typeface="Calibri"/>
                <a:cs typeface="Calibri"/>
              </a:rPr>
              <a:t> </a:t>
            </a:r>
            <a:r>
              <a:rPr sz="2800" dirty="0">
                <a:latin typeface="Calibri"/>
                <a:cs typeface="Calibri"/>
              </a:rPr>
              <a:t>của</a:t>
            </a:r>
            <a:r>
              <a:rPr sz="2800" spc="-30" dirty="0">
                <a:latin typeface="Calibri"/>
                <a:cs typeface="Calibri"/>
              </a:rPr>
              <a:t> </a:t>
            </a:r>
            <a:r>
              <a:rPr sz="2800" dirty="0">
                <a:latin typeface="Calibri"/>
                <a:cs typeface="Calibri"/>
              </a:rPr>
              <a:t>các</a:t>
            </a:r>
            <a:r>
              <a:rPr sz="2800" spc="-35" dirty="0">
                <a:latin typeface="Calibri"/>
                <a:cs typeface="Calibri"/>
              </a:rPr>
              <a:t> </a:t>
            </a:r>
            <a:r>
              <a:rPr sz="2800" dirty="0">
                <a:latin typeface="Calibri"/>
                <a:cs typeface="Calibri"/>
              </a:rPr>
              <a:t>tế</a:t>
            </a:r>
            <a:r>
              <a:rPr sz="2800" spc="-50" dirty="0">
                <a:latin typeface="Calibri"/>
                <a:cs typeface="Calibri"/>
              </a:rPr>
              <a:t> </a:t>
            </a:r>
            <a:r>
              <a:rPr sz="2800" dirty="0">
                <a:latin typeface="Calibri"/>
                <a:cs typeface="Calibri"/>
              </a:rPr>
              <a:t>bào</a:t>
            </a:r>
            <a:r>
              <a:rPr sz="2800" spc="-20" dirty="0">
                <a:latin typeface="Calibri"/>
                <a:cs typeface="Calibri"/>
              </a:rPr>
              <a:t> </a:t>
            </a:r>
            <a:r>
              <a:rPr sz="2800" dirty="0">
                <a:latin typeface="Calibri"/>
                <a:cs typeface="Calibri"/>
              </a:rPr>
              <a:t>lớn</a:t>
            </a:r>
            <a:r>
              <a:rPr sz="2800" spc="-35" dirty="0">
                <a:latin typeface="Calibri"/>
                <a:cs typeface="Calibri"/>
              </a:rPr>
              <a:t> </a:t>
            </a:r>
            <a:r>
              <a:rPr sz="2800" dirty="0">
                <a:latin typeface="Calibri"/>
                <a:cs typeface="Calibri"/>
              </a:rPr>
              <a:t>thuộc</a:t>
            </a:r>
            <a:r>
              <a:rPr sz="2800" spc="-5" dirty="0">
                <a:latin typeface="Calibri"/>
                <a:cs typeface="Calibri"/>
              </a:rPr>
              <a:t> </a:t>
            </a:r>
            <a:r>
              <a:rPr sz="2800" dirty="0">
                <a:latin typeface="Calibri"/>
                <a:cs typeface="Calibri"/>
              </a:rPr>
              <a:t>T’</a:t>
            </a:r>
            <a:r>
              <a:rPr sz="2800" spc="-30" dirty="0">
                <a:latin typeface="Calibri"/>
                <a:cs typeface="Calibri"/>
              </a:rPr>
              <a:t> </a:t>
            </a:r>
            <a:r>
              <a:rPr sz="2800" spc="-25" dirty="0">
                <a:latin typeface="Calibri"/>
                <a:cs typeface="Calibri"/>
              </a:rPr>
              <a:t>thì</a:t>
            </a:r>
            <a:endParaRPr sz="2800">
              <a:latin typeface="Calibri"/>
              <a:cs typeface="Calibri"/>
            </a:endParaRPr>
          </a:p>
          <a:p>
            <a:pPr marL="92075" algn="ctr">
              <a:lnSpc>
                <a:spcPct val="100000"/>
              </a:lnSpc>
              <a:spcBef>
                <a:spcPts val="710"/>
              </a:spcBef>
            </a:pPr>
            <a:r>
              <a:rPr sz="2800" dirty="0">
                <a:latin typeface="Calibri"/>
                <a:cs typeface="Calibri"/>
              </a:rPr>
              <a:t>f</a:t>
            </a:r>
            <a:r>
              <a:rPr sz="2800" spc="-15"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m</a:t>
            </a:r>
            <a:r>
              <a:rPr sz="2775" baseline="-21021" dirty="0">
                <a:latin typeface="Calibri"/>
                <a:cs typeface="Calibri"/>
              </a:rPr>
              <a:t>1</a:t>
            </a:r>
            <a:r>
              <a:rPr sz="2775" spc="292" baseline="-21021" dirty="0">
                <a:latin typeface="Calibri"/>
                <a:cs typeface="Calibri"/>
              </a:rPr>
              <a:t> </a:t>
            </a:r>
            <a:r>
              <a:rPr sz="2800" dirty="0">
                <a:latin typeface="Symbol"/>
                <a:cs typeface="Symbol"/>
              </a:rPr>
              <a:t></a:t>
            </a:r>
            <a:r>
              <a:rPr sz="2800" spc="-75" dirty="0">
                <a:latin typeface="Times New Roman"/>
                <a:cs typeface="Times New Roman"/>
              </a:rPr>
              <a:t> </a:t>
            </a:r>
            <a:r>
              <a:rPr sz="2800" dirty="0">
                <a:latin typeface="Calibri"/>
                <a:cs typeface="Calibri"/>
              </a:rPr>
              <a:t>m</a:t>
            </a:r>
            <a:r>
              <a:rPr sz="2775" baseline="-21021" dirty="0">
                <a:latin typeface="Calibri"/>
                <a:cs typeface="Calibri"/>
              </a:rPr>
              <a:t>2</a:t>
            </a:r>
            <a:r>
              <a:rPr sz="2775" spc="315" baseline="-21021" dirty="0">
                <a:latin typeface="Calibri"/>
                <a:cs typeface="Calibri"/>
              </a:rPr>
              <a:t> </a:t>
            </a:r>
            <a:r>
              <a:rPr sz="2800" dirty="0">
                <a:latin typeface="Symbol"/>
                <a:cs typeface="Symbol"/>
              </a:rPr>
              <a:t></a:t>
            </a:r>
            <a:r>
              <a:rPr sz="2800" spc="-75" dirty="0">
                <a:latin typeface="Times New Roman"/>
                <a:cs typeface="Times New Roman"/>
              </a:rPr>
              <a:t> </a:t>
            </a:r>
            <a:r>
              <a:rPr sz="2800" dirty="0">
                <a:latin typeface="Calibri"/>
                <a:cs typeface="Calibri"/>
              </a:rPr>
              <a:t>.</a:t>
            </a:r>
            <a:r>
              <a:rPr sz="2800" spc="-15"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a:t>
            </a:r>
            <a:r>
              <a:rPr sz="2800" spc="-10" dirty="0">
                <a:latin typeface="Calibri"/>
                <a:cs typeface="Calibri"/>
              </a:rPr>
              <a:t> </a:t>
            </a:r>
            <a:r>
              <a:rPr sz="2800" dirty="0">
                <a:latin typeface="Symbol"/>
                <a:cs typeface="Symbol"/>
              </a:rPr>
              <a:t></a:t>
            </a:r>
            <a:r>
              <a:rPr sz="2800" spc="-70" dirty="0">
                <a:latin typeface="Times New Roman"/>
                <a:cs typeface="Times New Roman"/>
              </a:rPr>
              <a:t> </a:t>
            </a:r>
            <a:r>
              <a:rPr sz="2800" dirty="0">
                <a:latin typeface="Calibri"/>
                <a:cs typeface="Calibri"/>
              </a:rPr>
              <a:t>m</a:t>
            </a:r>
            <a:r>
              <a:rPr sz="2775" baseline="-21021" dirty="0">
                <a:latin typeface="Calibri"/>
                <a:cs typeface="Calibri"/>
              </a:rPr>
              <a:t>k</a:t>
            </a:r>
            <a:r>
              <a:rPr sz="2775" spc="292" baseline="-21021" dirty="0">
                <a:latin typeface="Calibri"/>
                <a:cs typeface="Calibri"/>
              </a:rPr>
              <a:t> </a:t>
            </a:r>
            <a:r>
              <a:rPr sz="2800" spc="-25" dirty="0">
                <a:latin typeface="Calibri"/>
                <a:cs typeface="Calibri"/>
              </a:rPr>
              <a:t>(*)</a:t>
            </a:r>
            <a:endParaRPr sz="2800">
              <a:latin typeface="Calibri"/>
              <a:cs typeface="Calibri"/>
            </a:endParaRPr>
          </a:p>
          <a:p>
            <a:pPr>
              <a:lnSpc>
                <a:spcPct val="100000"/>
              </a:lnSpc>
              <a:spcBef>
                <a:spcPts val="1250"/>
              </a:spcBef>
            </a:pPr>
            <a:endParaRPr sz="2800">
              <a:latin typeface="Calibri"/>
              <a:cs typeface="Calibri"/>
            </a:endParaRPr>
          </a:p>
          <a:p>
            <a:pPr marL="50800">
              <a:lnSpc>
                <a:spcPct val="100000"/>
              </a:lnSpc>
            </a:pPr>
            <a:r>
              <a:rPr sz="2800" dirty="0">
                <a:latin typeface="Calibri"/>
                <a:cs typeface="Calibri"/>
              </a:rPr>
              <a:t>Ví</a:t>
            </a:r>
            <a:r>
              <a:rPr sz="2800" spc="-35" dirty="0">
                <a:latin typeface="Calibri"/>
                <a:cs typeface="Calibri"/>
              </a:rPr>
              <a:t> </a:t>
            </a:r>
            <a:r>
              <a:rPr sz="2800" dirty="0">
                <a:latin typeface="Calibri"/>
                <a:cs typeface="Calibri"/>
              </a:rPr>
              <a:t>dụ</a:t>
            </a:r>
            <a:r>
              <a:rPr sz="2800" spc="-40"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Với</a:t>
            </a:r>
            <a:r>
              <a:rPr sz="2800" spc="-30" dirty="0">
                <a:latin typeface="Calibri"/>
                <a:cs typeface="Calibri"/>
              </a:rPr>
              <a:t> </a:t>
            </a:r>
            <a:r>
              <a:rPr sz="2800" dirty="0">
                <a:latin typeface="Calibri"/>
                <a:cs typeface="Calibri"/>
              </a:rPr>
              <a:t>f</a:t>
            </a:r>
            <a:r>
              <a:rPr sz="2800" spc="-40" dirty="0">
                <a:latin typeface="Calibri"/>
                <a:cs typeface="Calibri"/>
              </a:rPr>
              <a:t> </a:t>
            </a:r>
            <a:r>
              <a:rPr sz="2800" dirty="0">
                <a:latin typeface="Calibri"/>
                <a:cs typeface="Calibri"/>
              </a:rPr>
              <a:t>ở</a:t>
            </a:r>
            <a:r>
              <a:rPr sz="2800" spc="-25" dirty="0">
                <a:latin typeface="Calibri"/>
                <a:cs typeface="Calibri"/>
              </a:rPr>
              <a:t> </a:t>
            </a:r>
            <a:r>
              <a:rPr sz="2800" dirty="0">
                <a:latin typeface="Calibri"/>
                <a:cs typeface="Calibri"/>
              </a:rPr>
              <a:t>slide</a:t>
            </a:r>
            <a:r>
              <a:rPr sz="2800" spc="-30" dirty="0">
                <a:latin typeface="Calibri"/>
                <a:cs typeface="Calibri"/>
              </a:rPr>
              <a:t> </a:t>
            </a:r>
            <a:r>
              <a:rPr sz="2800" spc="-10" dirty="0">
                <a:latin typeface="Calibri"/>
                <a:cs typeface="Calibri"/>
              </a:rPr>
              <a:t>trước.</a:t>
            </a:r>
            <a:endParaRPr sz="2800">
              <a:latin typeface="Calibri"/>
              <a:cs typeface="Calibri"/>
            </a:endParaRPr>
          </a:p>
        </p:txBody>
      </p:sp>
      <p:sp>
        <p:nvSpPr>
          <p:cNvPr id="3" name="object 3"/>
          <p:cNvSpPr txBox="1"/>
          <p:nvPr/>
        </p:nvSpPr>
        <p:spPr>
          <a:xfrm>
            <a:off x="459740" y="3297707"/>
            <a:ext cx="2326005" cy="1049655"/>
          </a:xfrm>
          <a:prstGeom prst="rect">
            <a:avLst/>
          </a:prstGeom>
        </p:spPr>
        <p:txBody>
          <a:bodyPr vert="horz" wrap="square" lIns="0" tIns="97790" rIns="0" bIns="0" rtlCol="0">
            <a:spAutoFit/>
          </a:bodyPr>
          <a:lstStyle/>
          <a:p>
            <a:pPr marL="12700">
              <a:lnSpc>
                <a:spcPct val="100000"/>
              </a:lnSpc>
              <a:spcBef>
                <a:spcPts val="770"/>
              </a:spcBef>
            </a:pPr>
            <a:r>
              <a:rPr sz="2800" dirty="0">
                <a:latin typeface="Calibri"/>
                <a:cs typeface="Calibri"/>
              </a:rPr>
              <a:t>f</a:t>
            </a:r>
            <a:r>
              <a:rPr sz="2800" spc="-20" dirty="0">
                <a:latin typeface="Calibri"/>
                <a:cs typeface="Calibri"/>
              </a:rPr>
              <a:t> </a:t>
            </a:r>
            <a:r>
              <a:rPr sz="2800" dirty="0">
                <a:latin typeface="Calibri"/>
                <a:cs typeface="Calibri"/>
              </a:rPr>
              <a:t>= 1 </a:t>
            </a:r>
            <a:r>
              <a:rPr sz="2800" dirty="0">
                <a:latin typeface="Symbol"/>
                <a:cs typeface="Symbol"/>
              </a:rPr>
              <a:t></a:t>
            </a:r>
            <a:r>
              <a:rPr sz="2800" spc="-85" dirty="0">
                <a:latin typeface="Times New Roman"/>
                <a:cs typeface="Times New Roman"/>
              </a:rPr>
              <a:t> </a:t>
            </a:r>
            <a:r>
              <a:rPr sz="2800" dirty="0">
                <a:latin typeface="Calibri"/>
                <a:cs typeface="Calibri"/>
              </a:rPr>
              <a:t>2</a:t>
            </a:r>
            <a:r>
              <a:rPr sz="2800" spc="-5" dirty="0">
                <a:latin typeface="Calibri"/>
                <a:cs typeface="Calibri"/>
              </a:rPr>
              <a:t> </a:t>
            </a:r>
            <a:r>
              <a:rPr sz="2800" dirty="0">
                <a:latin typeface="Symbol"/>
                <a:cs typeface="Symbol"/>
              </a:rPr>
              <a:t></a:t>
            </a:r>
            <a:r>
              <a:rPr sz="2800" spc="-75" dirty="0">
                <a:latin typeface="Times New Roman"/>
                <a:cs typeface="Times New Roman"/>
              </a:rPr>
              <a:t> </a:t>
            </a:r>
            <a:r>
              <a:rPr sz="2800" dirty="0">
                <a:latin typeface="Calibri"/>
                <a:cs typeface="Calibri"/>
              </a:rPr>
              <a:t>4 </a:t>
            </a:r>
            <a:r>
              <a:rPr sz="2800" dirty="0">
                <a:latin typeface="Symbol"/>
                <a:cs typeface="Symbol"/>
              </a:rPr>
              <a:t></a:t>
            </a:r>
            <a:r>
              <a:rPr sz="2800" spc="-75" dirty="0">
                <a:latin typeface="Times New Roman"/>
                <a:cs typeface="Times New Roman"/>
              </a:rPr>
              <a:t> </a:t>
            </a:r>
            <a:r>
              <a:rPr sz="2800" spc="-50" dirty="0">
                <a:latin typeface="Calibri"/>
                <a:cs typeface="Calibri"/>
              </a:rPr>
              <a:t>5</a:t>
            </a:r>
            <a:endParaRPr sz="2800">
              <a:latin typeface="Calibri"/>
              <a:cs typeface="Calibri"/>
            </a:endParaRPr>
          </a:p>
          <a:p>
            <a:pPr marL="12700">
              <a:lnSpc>
                <a:spcPct val="100000"/>
              </a:lnSpc>
              <a:spcBef>
                <a:spcPts val="675"/>
              </a:spcBef>
            </a:pPr>
            <a:r>
              <a:rPr sz="2800" dirty="0">
                <a:latin typeface="Calibri"/>
                <a:cs typeface="Calibri"/>
              </a:rPr>
              <a:t>f</a:t>
            </a:r>
            <a:r>
              <a:rPr sz="2800" spc="-20" dirty="0">
                <a:latin typeface="Calibri"/>
                <a:cs typeface="Calibri"/>
              </a:rPr>
              <a:t> </a:t>
            </a:r>
            <a:r>
              <a:rPr sz="2800" dirty="0">
                <a:latin typeface="Calibri"/>
                <a:cs typeface="Calibri"/>
              </a:rPr>
              <a:t>= 2</a:t>
            </a:r>
            <a:r>
              <a:rPr sz="2800" spc="5" dirty="0">
                <a:latin typeface="Calibri"/>
                <a:cs typeface="Calibri"/>
              </a:rPr>
              <a:t> </a:t>
            </a:r>
            <a:r>
              <a:rPr sz="2800" dirty="0">
                <a:latin typeface="Symbol"/>
                <a:cs typeface="Symbol"/>
              </a:rPr>
              <a:t></a:t>
            </a:r>
            <a:r>
              <a:rPr sz="2800" spc="-90" dirty="0">
                <a:latin typeface="Times New Roman"/>
                <a:cs typeface="Times New Roman"/>
              </a:rPr>
              <a:t> </a:t>
            </a:r>
            <a:r>
              <a:rPr sz="2800" dirty="0">
                <a:latin typeface="Calibri"/>
                <a:cs typeface="Calibri"/>
              </a:rPr>
              <a:t>4 </a:t>
            </a:r>
            <a:r>
              <a:rPr sz="2800" dirty="0">
                <a:latin typeface="Symbol"/>
                <a:cs typeface="Symbol"/>
              </a:rPr>
              <a:t></a:t>
            </a:r>
            <a:r>
              <a:rPr sz="2800" spc="-75" dirty="0">
                <a:latin typeface="Times New Roman"/>
                <a:cs typeface="Times New Roman"/>
              </a:rPr>
              <a:t> </a:t>
            </a:r>
            <a:r>
              <a:rPr sz="2800" spc="-50" dirty="0">
                <a:latin typeface="Calibri"/>
                <a:cs typeface="Calibri"/>
              </a:rPr>
              <a:t>5</a:t>
            </a:r>
            <a:endParaRPr sz="2800">
              <a:latin typeface="Calibri"/>
              <a:cs typeface="Calibri"/>
            </a:endParaRPr>
          </a:p>
        </p:txBody>
      </p:sp>
      <p:sp>
        <p:nvSpPr>
          <p:cNvPr id="4" name="object 4"/>
          <p:cNvSpPr txBox="1"/>
          <p:nvPr/>
        </p:nvSpPr>
        <p:spPr>
          <a:xfrm>
            <a:off x="3568480" y="3297707"/>
            <a:ext cx="428625" cy="1049655"/>
          </a:xfrm>
          <a:prstGeom prst="rect">
            <a:avLst/>
          </a:prstGeom>
        </p:spPr>
        <p:txBody>
          <a:bodyPr vert="horz" wrap="square" lIns="0" tIns="97790" rIns="0" bIns="0" rtlCol="0">
            <a:spAutoFit/>
          </a:bodyPr>
          <a:lstStyle/>
          <a:p>
            <a:pPr marL="12700">
              <a:lnSpc>
                <a:spcPct val="100000"/>
              </a:lnSpc>
              <a:spcBef>
                <a:spcPts val="770"/>
              </a:spcBef>
            </a:pPr>
            <a:r>
              <a:rPr sz="2800" spc="-25" dirty="0">
                <a:latin typeface="Calibri"/>
                <a:cs typeface="Calibri"/>
              </a:rPr>
              <a:t>(1)</a:t>
            </a:r>
            <a:endParaRPr sz="2800">
              <a:latin typeface="Calibri"/>
              <a:cs typeface="Calibri"/>
            </a:endParaRPr>
          </a:p>
          <a:p>
            <a:pPr marL="20320">
              <a:lnSpc>
                <a:spcPct val="100000"/>
              </a:lnSpc>
              <a:spcBef>
                <a:spcPts val="675"/>
              </a:spcBef>
            </a:pPr>
            <a:r>
              <a:rPr sz="2800" spc="-25" dirty="0">
                <a:latin typeface="Calibri"/>
                <a:cs typeface="Calibri"/>
              </a:rPr>
              <a:t>(2)</a:t>
            </a:r>
            <a:endParaRPr sz="2800">
              <a:latin typeface="Calibri"/>
              <a:cs typeface="Calibri"/>
            </a:endParaRPr>
          </a:p>
        </p:txBody>
      </p:sp>
      <p:sp>
        <p:nvSpPr>
          <p:cNvPr id="5" name="object 5"/>
          <p:cNvSpPr txBox="1"/>
          <p:nvPr/>
        </p:nvSpPr>
        <p:spPr>
          <a:xfrm>
            <a:off x="459740" y="4915661"/>
            <a:ext cx="8040370" cy="878205"/>
          </a:xfrm>
          <a:prstGeom prst="rect">
            <a:avLst/>
          </a:prstGeom>
        </p:spPr>
        <p:txBody>
          <a:bodyPr vert="horz" wrap="square" lIns="0" tIns="12065" rIns="0" bIns="0" rtlCol="0">
            <a:spAutoFit/>
          </a:bodyPr>
          <a:lstStyle/>
          <a:p>
            <a:pPr marL="12700" marR="5080">
              <a:lnSpc>
                <a:spcPct val="100000"/>
              </a:lnSpc>
              <a:spcBef>
                <a:spcPts val="95"/>
              </a:spcBef>
              <a:tabLst>
                <a:tab pos="7425055" algn="l"/>
              </a:tabLst>
            </a:pPr>
            <a:r>
              <a:rPr sz="2800" dirty="0">
                <a:latin typeface="Calibri"/>
                <a:cs typeface="Calibri"/>
              </a:rPr>
              <a:t>(*)</a:t>
            </a:r>
            <a:r>
              <a:rPr sz="2800" spc="-45" dirty="0">
                <a:latin typeface="Calibri"/>
                <a:cs typeface="Calibri"/>
              </a:rPr>
              <a:t> </a:t>
            </a:r>
            <a:r>
              <a:rPr sz="2800" dirty="0">
                <a:latin typeface="Calibri"/>
                <a:cs typeface="Calibri"/>
              </a:rPr>
              <a:t>được</a:t>
            </a:r>
            <a:r>
              <a:rPr sz="2800" spc="-20" dirty="0">
                <a:latin typeface="Calibri"/>
                <a:cs typeface="Calibri"/>
              </a:rPr>
              <a:t> </a:t>
            </a:r>
            <a:r>
              <a:rPr sz="2800" dirty="0">
                <a:latin typeface="Calibri"/>
                <a:cs typeface="Calibri"/>
              </a:rPr>
              <a:t>gọi</a:t>
            </a:r>
            <a:r>
              <a:rPr sz="2800" spc="-40" dirty="0">
                <a:latin typeface="Calibri"/>
                <a:cs typeface="Calibri"/>
              </a:rPr>
              <a:t> </a:t>
            </a:r>
            <a:r>
              <a:rPr sz="2800" dirty="0">
                <a:latin typeface="Calibri"/>
                <a:cs typeface="Calibri"/>
              </a:rPr>
              <a:t>là</a:t>
            </a:r>
            <a:r>
              <a:rPr sz="2800" spc="-55" dirty="0">
                <a:latin typeface="Calibri"/>
                <a:cs typeface="Calibri"/>
              </a:rPr>
              <a:t> </a:t>
            </a:r>
            <a:r>
              <a:rPr sz="2800" dirty="0">
                <a:latin typeface="Calibri"/>
                <a:cs typeface="Calibri"/>
              </a:rPr>
              <a:t>các</a:t>
            </a:r>
            <a:r>
              <a:rPr sz="2800" spc="-35" dirty="0">
                <a:latin typeface="Calibri"/>
                <a:cs typeface="Calibri"/>
              </a:rPr>
              <a:t> </a:t>
            </a:r>
            <a:r>
              <a:rPr sz="2800" dirty="0">
                <a:latin typeface="Calibri"/>
                <a:cs typeface="Calibri"/>
              </a:rPr>
              <a:t>công</a:t>
            </a:r>
            <a:r>
              <a:rPr sz="2800" spc="-50" dirty="0">
                <a:latin typeface="Calibri"/>
                <a:cs typeface="Calibri"/>
              </a:rPr>
              <a:t> </a:t>
            </a:r>
            <a:r>
              <a:rPr sz="2800" dirty="0">
                <a:latin typeface="Calibri"/>
                <a:cs typeface="Calibri"/>
              </a:rPr>
              <a:t>thức</a:t>
            </a:r>
            <a:r>
              <a:rPr sz="2800" spc="-20" dirty="0">
                <a:latin typeface="Calibri"/>
                <a:cs typeface="Calibri"/>
              </a:rPr>
              <a:t> </a:t>
            </a:r>
            <a:r>
              <a:rPr sz="2800" dirty="0">
                <a:latin typeface="Calibri"/>
                <a:cs typeface="Calibri"/>
              </a:rPr>
              <a:t>ở</a:t>
            </a:r>
            <a:r>
              <a:rPr sz="2800" spc="-30" dirty="0">
                <a:latin typeface="Calibri"/>
                <a:cs typeface="Calibri"/>
              </a:rPr>
              <a:t> </a:t>
            </a:r>
            <a:r>
              <a:rPr sz="2800" dirty="0">
                <a:latin typeface="Calibri"/>
                <a:cs typeface="Calibri"/>
              </a:rPr>
              <a:t>dạng</a:t>
            </a:r>
            <a:r>
              <a:rPr sz="2800" spc="-25" dirty="0">
                <a:latin typeface="Calibri"/>
                <a:cs typeface="Calibri"/>
              </a:rPr>
              <a:t> </a:t>
            </a:r>
            <a:r>
              <a:rPr sz="2800" b="1" dirty="0">
                <a:latin typeface="Calibri"/>
                <a:cs typeface="Calibri"/>
              </a:rPr>
              <a:t>đa</a:t>
            </a:r>
            <a:r>
              <a:rPr sz="2800" b="1" spc="-30" dirty="0">
                <a:latin typeface="Calibri"/>
                <a:cs typeface="Calibri"/>
              </a:rPr>
              <a:t> </a:t>
            </a:r>
            <a:r>
              <a:rPr sz="2800" b="1" dirty="0">
                <a:latin typeface="Calibri"/>
                <a:cs typeface="Calibri"/>
              </a:rPr>
              <a:t>thức</a:t>
            </a:r>
            <a:r>
              <a:rPr sz="2800" b="1" spc="-25" dirty="0">
                <a:latin typeface="Calibri"/>
                <a:cs typeface="Calibri"/>
              </a:rPr>
              <a:t> </a:t>
            </a:r>
            <a:r>
              <a:rPr sz="2800" dirty="0">
                <a:latin typeface="Calibri"/>
                <a:cs typeface="Calibri"/>
              </a:rPr>
              <a:t>của</a:t>
            </a:r>
            <a:r>
              <a:rPr sz="2800" spc="-35" dirty="0">
                <a:latin typeface="Calibri"/>
                <a:cs typeface="Calibri"/>
              </a:rPr>
              <a:t> </a:t>
            </a:r>
            <a:r>
              <a:rPr sz="2800" spc="-50" dirty="0">
                <a:latin typeface="Calibri"/>
                <a:cs typeface="Calibri"/>
              </a:rPr>
              <a:t>f</a:t>
            </a:r>
            <a:r>
              <a:rPr sz="2800" dirty="0">
                <a:latin typeface="Calibri"/>
                <a:cs typeface="Calibri"/>
              </a:rPr>
              <a:t>	</a:t>
            </a:r>
            <a:r>
              <a:rPr sz="2800" spc="-20" dirty="0">
                <a:latin typeface="Calibri"/>
                <a:cs typeface="Calibri"/>
              </a:rPr>
              <a:t>(Gọi </a:t>
            </a:r>
            <a:r>
              <a:rPr sz="2800" dirty="0">
                <a:latin typeface="Calibri"/>
                <a:cs typeface="Calibri"/>
              </a:rPr>
              <a:t>tắt</a:t>
            </a:r>
            <a:r>
              <a:rPr sz="2800" spc="-55" dirty="0">
                <a:latin typeface="Calibri"/>
                <a:cs typeface="Calibri"/>
              </a:rPr>
              <a:t> </a:t>
            </a:r>
            <a:r>
              <a:rPr sz="2800" dirty="0">
                <a:latin typeface="Calibri"/>
                <a:cs typeface="Calibri"/>
              </a:rPr>
              <a:t>là</a:t>
            </a:r>
            <a:r>
              <a:rPr sz="2800" spc="-55" dirty="0">
                <a:latin typeface="Calibri"/>
                <a:cs typeface="Calibri"/>
              </a:rPr>
              <a:t> </a:t>
            </a:r>
            <a:r>
              <a:rPr sz="2800" dirty="0">
                <a:latin typeface="Calibri"/>
                <a:cs typeface="Calibri"/>
              </a:rPr>
              <a:t>công</a:t>
            </a:r>
            <a:r>
              <a:rPr sz="2800" spc="-50" dirty="0">
                <a:latin typeface="Calibri"/>
                <a:cs typeface="Calibri"/>
              </a:rPr>
              <a:t> </a:t>
            </a:r>
            <a:r>
              <a:rPr sz="2800" dirty="0">
                <a:latin typeface="Calibri"/>
                <a:cs typeface="Calibri"/>
              </a:rPr>
              <a:t>thức</a:t>
            </a:r>
            <a:r>
              <a:rPr sz="2800" spc="-30" dirty="0">
                <a:latin typeface="Calibri"/>
                <a:cs typeface="Calibri"/>
              </a:rPr>
              <a:t> </a:t>
            </a:r>
            <a:r>
              <a:rPr sz="2800" dirty="0">
                <a:latin typeface="Calibri"/>
                <a:cs typeface="Calibri"/>
              </a:rPr>
              <a:t>của</a:t>
            </a:r>
            <a:r>
              <a:rPr sz="2800" spc="-45" dirty="0">
                <a:latin typeface="Calibri"/>
                <a:cs typeface="Calibri"/>
              </a:rPr>
              <a:t> </a:t>
            </a:r>
            <a:r>
              <a:rPr sz="2800" spc="-25" dirty="0">
                <a:latin typeface="Calibri"/>
                <a:cs typeface="Calibri"/>
              </a:rPr>
              <a:t>f).</a:t>
            </a:r>
            <a:endParaRPr sz="2800">
              <a:latin typeface="Calibri"/>
              <a:cs typeface="Calibri"/>
            </a:endParaRPr>
          </a:p>
        </p:txBody>
      </p:sp>
    </p:spTree>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1313" rIns="0" bIns="0" rtlCol="0">
            <a:spAutoFit/>
          </a:bodyPr>
          <a:lstStyle/>
          <a:p>
            <a:pPr marL="88900">
              <a:lnSpc>
                <a:spcPct val="100000"/>
              </a:lnSpc>
              <a:spcBef>
                <a:spcPts val="95"/>
              </a:spcBef>
            </a:pPr>
            <a:r>
              <a:rPr b="1" dirty="0">
                <a:latin typeface="Calibri"/>
                <a:cs typeface="Calibri"/>
              </a:rPr>
              <a:t>4.4.4</a:t>
            </a:r>
            <a:r>
              <a:rPr b="1" spc="-45" dirty="0">
                <a:latin typeface="Calibri"/>
                <a:cs typeface="Calibri"/>
              </a:rPr>
              <a:t> </a:t>
            </a:r>
            <a:r>
              <a:rPr b="1" dirty="0">
                <a:latin typeface="Calibri"/>
                <a:cs typeface="Calibri"/>
              </a:rPr>
              <a:t>Mạng</a:t>
            </a:r>
            <a:r>
              <a:rPr b="1" spc="-40" dirty="0">
                <a:latin typeface="Calibri"/>
                <a:cs typeface="Calibri"/>
              </a:rPr>
              <a:t> </a:t>
            </a:r>
            <a:r>
              <a:rPr b="1" dirty="0">
                <a:latin typeface="Calibri"/>
                <a:cs typeface="Calibri"/>
              </a:rPr>
              <a:t>các</a:t>
            </a:r>
            <a:r>
              <a:rPr b="1" spc="-70" dirty="0">
                <a:latin typeface="Calibri"/>
                <a:cs typeface="Calibri"/>
              </a:rPr>
              <a:t> </a:t>
            </a:r>
            <a:r>
              <a:rPr b="1" spc="-20" dirty="0">
                <a:latin typeface="Calibri"/>
                <a:cs typeface="Calibri"/>
              </a:rPr>
              <a:t>cổng:</a:t>
            </a:r>
          </a:p>
        </p:txBody>
      </p:sp>
      <p:pic>
        <p:nvPicPr>
          <p:cNvPr id="3" name="object 3"/>
          <p:cNvPicPr/>
          <p:nvPr/>
        </p:nvPicPr>
        <p:blipFill>
          <a:blip r:embed="rId2" cstate="print"/>
          <a:stretch>
            <a:fillRect/>
          </a:stretch>
        </p:blipFill>
        <p:spPr>
          <a:xfrm>
            <a:off x="2614437" y="2253147"/>
            <a:ext cx="3829392" cy="2465957"/>
          </a:xfrm>
          <a:prstGeom prst="rect">
            <a:avLst/>
          </a:prstGeom>
        </p:spPr>
      </p:pic>
    </p:spTree>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288391"/>
            <a:ext cx="7338059" cy="2857500"/>
          </a:xfrm>
          <a:prstGeom prst="rect">
            <a:avLst/>
          </a:prstGeom>
        </p:spPr>
        <p:txBody>
          <a:bodyPr vert="horz" wrap="square" lIns="0" tIns="113030" rIns="0" bIns="0" rtlCol="0">
            <a:spAutoFit/>
          </a:bodyPr>
          <a:lstStyle/>
          <a:p>
            <a:pPr marL="12700">
              <a:lnSpc>
                <a:spcPct val="100000"/>
              </a:lnSpc>
              <a:spcBef>
                <a:spcPts val="890"/>
              </a:spcBef>
            </a:pPr>
            <a:r>
              <a:rPr sz="3200" dirty="0">
                <a:latin typeface="Calibri"/>
                <a:cs typeface="Calibri"/>
              </a:rPr>
              <a:t>Ví</a:t>
            </a:r>
            <a:r>
              <a:rPr sz="3200" spc="-55" dirty="0">
                <a:latin typeface="Calibri"/>
                <a:cs typeface="Calibri"/>
              </a:rPr>
              <a:t> </a:t>
            </a:r>
            <a:r>
              <a:rPr sz="3200" dirty="0">
                <a:latin typeface="Calibri"/>
                <a:cs typeface="Calibri"/>
              </a:rPr>
              <a:t>dụ</a:t>
            </a:r>
            <a:r>
              <a:rPr sz="3200" spc="-55" dirty="0">
                <a:latin typeface="Calibri"/>
                <a:cs typeface="Calibri"/>
              </a:rPr>
              <a:t> </a:t>
            </a:r>
            <a:r>
              <a:rPr sz="3200" dirty="0">
                <a:latin typeface="Calibri"/>
                <a:cs typeface="Calibri"/>
              </a:rPr>
              <a:t>:</a:t>
            </a:r>
            <a:r>
              <a:rPr sz="3200" spc="-55" dirty="0">
                <a:latin typeface="Calibri"/>
                <a:cs typeface="Calibri"/>
              </a:rPr>
              <a:t> </a:t>
            </a:r>
            <a:r>
              <a:rPr sz="3200" dirty="0">
                <a:latin typeface="Calibri"/>
                <a:cs typeface="Calibri"/>
              </a:rPr>
              <a:t>Vẽ</a:t>
            </a:r>
            <a:r>
              <a:rPr sz="3200" spc="-65" dirty="0">
                <a:latin typeface="Calibri"/>
                <a:cs typeface="Calibri"/>
              </a:rPr>
              <a:t> </a:t>
            </a:r>
            <a:r>
              <a:rPr sz="3200" dirty="0">
                <a:latin typeface="Calibri"/>
                <a:cs typeface="Calibri"/>
              </a:rPr>
              <a:t>mạng</a:t>
            </a:r>
            <a:r>
              <a:rPr sz="3200" spc="-45" dirty="0">
                <a:latin typeface="Calibri"/>
                <a:cs typeface="Calibri"/>
              </a:rPr>
              <a:t> </a:t>
            </a:r>
            <a:r>
              <a:rPr sz="3200" dirty="0">
                <a:latin typeface="Calibri"/>
                <a:cs typeface="Calibri"/>
              </a:rPr>
              <a:t>các</a:t>
            </a:r>
            <a:r>
              <a:rPr sz="3200" spc="-65" dirty="0">
                <a:latin typeface="Calibri"/>
                <a:cs typeface="Calibri"/>
              </a:rPr>
              <a:t> </a:t>
            </a:r>
            <a:r>
              <a:rPr sz="3200" dirty="0">
                <a:latin typeface="Calibri"/>
                <a:cs typeface="Calibri"/>
              </a:rPr>
              <a:t>cổng</a:t>
            </a:r>
            <a:r>
              <a:rPr sz="3200" spc="-55" dirty="0">
                <a:latin typeface="Calibri"/>
                <a:cs typeface="Calibri"/>
              </a:rPr>
              <a:t> </a:t>
            </a:r>
            <a:r>
              <a:rPr sz="3200" spc="-25" dirty="0">
                <a:latin typeface="Calibri"/>
                <a:cs typeface="Calibri"/>
              </a:rPr>
              <a:t>cho</a:t>
            </a:r>
            <a:endParaRPr sz="3200" dirty="0">
              <a:latin typeface="Calibri"/>
              <a:cs typeface="Calibri"/>
            </a:endParaRPr>
          </a:p>
          <a:p>
            <a:pPr marL="882650" algn="ctr">
              <a:lnSpc>
                <a:spcPct val="100000"/>
              </a:lnSpc>
              <a:spcBef>
                <a:spcPts val="790"/>
              </a:spcBef>
            </a:pPr>
            <a:r>
              <a:rPr sz="3200" dirty="0">
                <a:latin typeface="Calibri"/>
                <a:cs typeface="Calibri"/>
              </a:rPr>
              <a:t>f</a:t>
            </a:r>
            <a:r>
              <a:rPr sz="3200" spc="-5" dirty="0">
                <a:latin typeface="Calibri"/>
                <a:cs typeface="Calibri"/>
              </a:rPr>
              <a:t> </a:t>
            </a:r>
            <a:r>
              <a:rPr sz="3200" dirty="0">
                <a:latin typeface="Calibri"/>
                <a:cs typeface="Calibri"/>
              </a:rPr>
              <a:t>= xz</a:t>
            </a:r>
            <a:r>
              <a:rPr sz="3200" spc="5" dirty="0">
                <a:latin typeface="Calibri"/>
                <a:cs typeface="Calibri"/>
              </a:rPr>
              <a:t> </a:t>
            </a:r>
            <a:r>
              <a:rPr sz="3200" dirty="0">
                <a:latin typeface="Symbol"/>
                <a:cs typeface="Symbol"/>
              </a:rPr>
              <a:t></a:t>
            </a:r>
            <a:r>
              <a:rPr sz="3200" spc="-95" dirty="0">
                <a:latin typeface="Times New Roman"/>
                <a:cs typeface="Times New Roman"/>
              </a:rPr>
              <a:t> </a:t>
            </a:r>
            <a:r>
              <a:rPr sz="3200" spc="-810" dirty="0">
                <a:latin typeface="Calibri"/>
                <a:cs typeface="Calibri"/>
              </a:rPr>
              <a:t>x</a:t>
            </a:r>
            <a:r>
              <a:rPr sz="3200" spc="-810" dirty="0">
                <a:latin typeface="Cambria Math"/>
                <a:cs typeface="Cambria Math"/>
              </a:rPr>
              <a:t>yത</a:t>
            </a:r>
            <a:r>
              <a:rPr sz="3200" spc="-810" dirty="0">
                <a:latin typeface="Calibri"/>
                <a:cs typeface="Calibri"/>
              </a:rPr>
              <a:t>t</a:t>
            </a:r>
            <a:r>
              <a:rPr sz="3200" dirty="0">
                <a:latin typeface="Calibri"/>
                <a:cs typeface="Calibri"/>
              </a:rPr>
              <a:t> </a:t>
            </a:r>
            <a:r>
              <a:rPr sz="3200" dirty="0">
                <a:latin typeface="Symbol"/>
                <a:cs typeface="Symbol"/>
              </a:rPr>
              <a:t></a:t>
            </a:r>
            <a:r>
              <a:rPr sz="3200" spc="-90" dirty="0">
                <a:latin typeface="Times New Roman"/>
                <a:cs typeface="Times New Roman"/>
              </a:rPr>
              <a:t> </a:t>
            </a:r>
            <a:r>
              <a:rPr sz="3200" spc="-25" dirty="0">
                <a:latin typeface="Calibri"/>
                <a:cs typeface="Calibri"/>
              </a:rPr>
              <a:t>yz</a:t>
            </a:r>
            <a:endParaRPr sz="3200" dirty="0">
              <a:latin typeface="Calibri"/>
              <a:cs typeface="Calibri"/>
            </a:endParaRPr>
          </a:p>
          <a:p>
            <a:pPr marL="469900" indent="-457200">
              <a:lnSpc>
                <a:spcPct val="100000"/>
              </a:lnSpc>
              <a:spcBef>
                <a:spcPts val="745"/>
              </a:spcBef>
              <a:buChar char="-"/>
              <a:tabLst>
                <a:tab pos="469900" algn="l"/>
              </a:tabLst>
            </a:pPr>
            <a:r>
              <a:rPr sz="3200" spc="-90" dirty="0">
                <a:latin typeface="Calibri"/>
                <a:cs typeface="Calibri"/>
              </a:rPr>
              <a:t>Ta</a:t>
            </a:r>
            <a:r>
              <a:rPr sz="3200" spc="-35" dirty="0">
                <a:latin typeface="Calibri"/>
                <a:cs typeface="Calibri"/>
              </a:rPr>
              <a:t> </a:t>
            </a:r>
            <a:r>
              <a:rPr sz="3200" dirty="0">
                <a:latin typeface="Calibri"/>
                <a:cs typeface="Calibri"/>
              </a:rPr>
              <a:t>luôn</a:t>
            </a:r>
            <a:r>
              <a:rPr sz="3200" spc="-25" dirty="0">
                <a:latin typeface="Calibri"/>
                <a:cs typeface="Calibri"/>
              </a:rPr>
              <a:t> </a:t>
            </a:r>
            <a:r>
              <a:rPr sz="3200" dirty="0">
                <a:latin typeface="Calibri"/>
                <a:cs typeface="Calibri"/>
              </a:rPr>
              <a:t>biểu</a:t>
            </a:r>
            <a:r>
              <a:rPr sz="3200" spc="-35" dirty="0">
                <a:latin typeface="Calibri"/>
                <a:cs typeface="Calibri"/>
              </a:rPr>
              <a:t> </a:t>
            </a:r>
            <a:r>
              <a:rPr sz="3200" dirty="0">
                <a:latin typeface="Calibri"/>
                <a:cs typeface="Calibri"/>
              </a:rPr>
              <a:t>diễn</a:t>
            </a:r>
            <a:r>
              <a:rPr sz="3200" spc="-30" dirty="0">
                <a:latin typeface="Calibri"/>
                <a:cs typeface="Calibri"/>
              </a:rPr>
              <a:t> </a:t>
            </a:r>
            <a:r>
              <a:rPr sz="3200" dirty="0">
                <a:latin typeface="Calibri"/>
                <a:cs typeface="Calibri"/>
              </a:rPr>
              <a:t>f</a:t>
            </a:r>
            <a:r>
              <a:rPr sz="3200" spc="-40" dirty="0">
                <a:latin typeface="Calibri"/>
                <a:cs typeface="Calibri"/>
              </a:rPr>
              <a:t> </a:t>
            </a:r>
            <a:r>
              <a:rPr sz="3200" dirty="0">
                <a:latin typeface="Calibri"/>
                <a:cs typeface="Calibri"/>
              </a:rPr>
              <a:t>ở</a:t>
            </a:r>
            <a:r>
              <a:rPr sz="3200" spc="-35" dirty="0">
                <a:latin typeface="Calibri"/>
                <a:cs typeface="Calibri"/>
              </a:rPr>
              <a:t> </a:t>
            </a:r>
            <a:r>
              <a:rPr sz="3200" dirty="0">
                <a:latin typeface="Calibri"/>
                <a:cs typeface="Calibri"/>
              </a:rPr>
              <a:t>dạng</a:t>
            </a:r>
            <a:r>
              <a:rPr sz="3200" spc="-20" dirty="0">
                <a:latin typeface="Calibri"/>
                <a:cs typeface="Calibri"/>
              </a:rPr>
              <a:t> </a:t>
            </a:r>
            <a:r>
              <a:rPr sz="3200" dirty="0">
                <a:latin typeface="Calibri"/>
                <a:cs typeface="Calibri"/>
              </a:rPr>
              <a:t>đa</a:t>
            </a:r>
            <a:r>
              <a:rPr sz="3200" spc="-40" dirty="0">
                <a:latin typeface="Calibri"/>
                <a:cs typeface="Calibri"/>
              </a:rPr>
              <a:t> </a:t>
            </a:r>
            <a:r>
              <a:rPr sz="3200" spc="-10" dirty="0">
                <a:latin typeface="Calibri"/>
                <a:cs typeface="Calibri"/>
              </a:rPr>
              <a:t>thức.</a:t>
            </a:r>
            <a:endParaRPr sz="3200" dirty="0">
              <a:latin typeface="Calibri"/>
              <a:cs typeface="Calibri"/>
            </a:endParaRPr>
          </a:p>
          <a:p>
            <a:pPr marL="469900" marR="5080" indent="-457834">
              <a:lnSpc>
                <a:spcPct val="100000"/>
              </a:lnSpc>
              <a:spcBef>
                <a:spcPts val="770"/>
              </a:spcBef>
              <a:buChar char="-"/>
              <a:tabLst>
                <a:tab pos="469900" algn="l"/>
              </a:tabLst>
            </a:pPr>
            <a:r>
              <a:rPr sz="3200" dirty="0">
                <a:latin typeface="Calibri"/>
                <a:cs typeface="Calibri"/>
              </a:rPr>
              <a:t>Vẽ</a:t>
            </a:r>
            <a:r>
              <a:rPr sz="3200" spc="-90" dirty="0">
                <a:latin typeface="Calibri"/>
                <a:cs typeface="Calibri"/>
              </a:rPr>
              <a:t> </a:t>
            </a:r>
            <a:r>
              <a:rPr sz="3200" dirty="0">
                <a:latin typeface="Calibri"/>
                <a:cs typeface="Calibri"/>
              </a:rPr>
              <a:t>cho</a:t>
            </a:r>
            <a:r>
              <a:rPr sz="3200" spc="-75" dirty="0">
                <a:latin typeface="Calibri"/>
                <a:cs typeface="Calibri"/>
              </a:rPr>
              <a:t> </a:t>
            </a:r>
            <a:r>
              <a:rPr sz="3200" dirty="0">
                <a:latin typeface="Calibri"/>
                <a:cs typeface="Calibri"/>
              </a:rPr>
              <a:t>từng</a:t>
            </a:r>
            <a:r>
              <a:rPr sz="3200" spc="-70" dirty="0">
                <a:latin typeface="Calibri"/>
                <a:cs typeface="Calibri"/>
              </a:rPr>
              <a:t> </a:t>
            </a:r>
            <a:r>
              <a:rPr sz="3200" i="1" dirty="0">
                <a:latin typeface="Calibri"/>
                <a:cs typeface="Calibri"/>
              </a:rPr>
              <a:t>cụm.</a:t>
            </a:r>
            <a:r>
              <a:rPr sz="3200" i="1" spc="-70" dirty="0">
                <a:latin typeface="Calibri"/>
                <a:cs typeface="Calibri"/>
              </a:rPr>
              <a:t> </a:t>
            </a:r>
            <a:r>
              <a:rPr sz="3200" i="1" dirty="0">
                <a:latin typeface="Calibri"/>
                <a:cs typeface="Calibri"/>
              </a:rPr>
              <a:t>Phân</a:t>
            </a:r>
            <a:r>
              <a:rPr sz="3200" i="1" spc="-70" dirty="0">
                <a:latin typeface="Calibri"/>
                <a:cs typeface="Calibri"/>
              </a:rPr>
              <a:t> </a:t>
            </a:r>
            <a:r>
              <a:rPr sz="3200" i="1" dirty="0">
                <a:latin typeface="Calibri"/>
                <a:cs typeface="Calibri"/>
              </a:rPr>
              <a:t>chia</a:t>
            </a:r>
            <a:r>
              <a:rPr sz="3200" i="1" spc="-75" dirty="0">
                <a:latin typeface="Calibri"/>
                <a:cs typeface="Calibri"/>
              </a:rPr>
              <a:t> </a:t>
            </a:r>
            <a:r>
              <a:rPr sz="3200" i="1" dirty="0">
                <a:latin typeface="Calibri"/>
                <a:cs typeface="Calibri"/>
              </a:rPr>
              <a:t>các</a:t>
            </a:r>
            <a:r>
              <a:rPr sz="3200" i="1" spc="-70" dirty="0">
                <a:latin typeface="Calibri"/>
                <a:cs typeface="Calibri"/>
              </a:rPr>
              <a:t> </a:t>
            </a:r>
            <a:r>
              <a:rPr sz="3200" i="1" dirty="0">
                <a:latin typeface="Calibri"/>
                <a:cs typeface="Calibri"/>
              </a:rPr>
              <a:t>cụm</a:t>
            </a:r>
            <a:r>
              <a:rPr sz="3200" i="1" spc="-65" dirty="0">
                <a:latin typeface="Calibri"/>
                <a:cs typeface="Calibri"/>
              </a:rPr>
              <a:t> </a:t>
            </a:r>
            <a:r>
              <a:rPr sz="3200" i="1" spc="-20" dirty="0">
                <a:latin typeface="Calibri"/>
                <a:cs typeface="Calibri"/>
              </a:rPr>
              <a:t>theo </a:t>
            </a:r>
            <a:r>
              <a:rPr sz="3200" i="1" dirty="0">
                <a:latin typeface="Calibri"/>
                <a:cs typeface="Calibri"/>
              </a:rPr>
              <a:t>mệnh</a:t>
            </a:r>
            <a:r>
              <a:rPr sz="3200" i="1" spc="-45" dirty="0">
                <a:latin typeface="Calibri"/>
                <a:cs typeface="Calibri"/>
              </a:rPr>
              <a:t> </a:t>
            </a:r>
            <a:r>
              <a:rPr sz="3200" i="1" dirty="0">
                <a:latin typeface="Calibri"/>
                <a:cs typeface="Calibri"/>
              </a:rPr>
              <a:t>đề</a:t>
            </a:r>
            <a:r>
              <a:rPr sz="3200" i="1" spc="-45" dirty="0">
                <a:latin typeface="Calibri"/>
                <a:cs typeface="Calibri"/>
              </a:rPr>
              <a:t> </a:t>
            </a:r>
            <a:r>
              <a:rPr sz="3200" i="1" spc="-20" dirty="0">
                <a:latin typeface="Calibri"/>
                <a:cs typeface="Calibri"/>
              </a:rPr>
              <a:t>4.2.</a:t>
            </a:r>
            <a:endParaRPr sz="3200" dirty="0">
              <a:latin typeface="Calibri"/>
              <a:cs typeface="Calibri"/>
            </a:endParaRPr>
          </a:p>
        </p:txBody>
      </p:sp>
    </p:spTree>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288391"/>
            <a:ext cx="5403850" cy="1784350"/>
          </a:xfrm>
          <a:prstGeom prst="rect">
            <a:avLst/>
          </a:prstGeom>
        </p:spPr>
        <p:txBody>
          <a:bodyPr vert="horz" wrap="square" lIns="0" tIns="113030" rIns="0" bIns="0" rtlCol="0">
            <a:spAutoFit/>
          </a:bodyPr>
          <a:lstStyle/>
          <a:p>
            <a:pPr marL="12700">
              <a:lnSpc>
                <a:spcPct val="100000"/>
              </a:lnSpc>
              <a:spcBef>
                <a:spcPts val="890"/>
              </a:spcBef>
            </a:pPr>
            <a:r>
              <a:rPr sz="3200" dirty="0">
                <a:latin typeface="Calibri"/>
                <a:cs typeface="Calibri"/>
              </a:rPr>
              <a:t>Ví</a:t>
            </a:r>
            <a:r>
              <a:rPr sz="3200" spc="-55" dirty="0">
                <a:latin typeface="Calibri"/>
                <a:cs typeface="Calibri"/>
              </a:rPr>
              <a:t> </a:t>
            </a:r>
            <a:r>
              <a:rPr sz="3200" dirty="0">
                <a:latin typeface="Calibri"/>
                <a:cs typeface="Calibri"/>
              </a:rPr>
              <a:t>dụ</a:t>
            </a:r>
            <a:r>
              <a:rPr sz="3200" spc="-55" dirty="0">
                <a:latin typeface="Calibri"/>
                <a:cs typeface="Calibri"/>
              </a:rPr>
              <a:t> </a:t>
            </a:r>
            <a:r>
              <a:rPr sz="3200" dirty="0">
                <a:latin typeface="Calibri"/>
                <a:cs typeface="Calibri"/>
              </a:rPr>
              <a:t>:</a:t>
            </a:r>
            <a:r>
              <a:rPr sz="3200" spc="-55" dirty="0">
                <a:latin typeface="Calibri"/>
                <a:cs typeface="Calibri"/>
              </a:rPr>
              <a:t> </a:t>
            </a:r>
            <a:r>
              <a:rPr sz="3200" dirty="0">
                <a:latin typeface="Calibri"/>
                <a:cs typeface="Calibri"/>
              </a:rPr>
              <a:t>Vẽ</a:t>
            </a:r>
            <a:r>
              <a:rPr sz="3200" spc="-65" dirty="0">
                <a:latin typeface="Calibri"/>
                <a:cs typeface="Calibri"/>
              </a:rPr>
              <a:t> </a:t>
            </a:r>
            <a:r>
              <a:rPr sz="3200" dirty="0">
                <a:latin typeface="Calibri"/>
                <a:cs typeface="Calibri"/>
              </a:rPr>
              <a:t>mạng</a:t>
            </a:r>
            <a:r>
              <a:rPr sz="3200" spc="-45" dirty="0">
                <a:latin typeface="Calibri"/>
                <a:cs typeface="Calibri"/>
              </a:rPr>
              <a:t> </a:t>
            </a:r>
            <a:r>
              <a:rPr sz="3200" dirty="0">
                <a:latin typeface="Calibri"/>
                <a:cs typeface="Calibri"/>
              </a:rPr>
              <a:t>các</a:t>
            </a:r>
            <a:r>
              <a:rPr sz="3200" spc="-65" dirty="0">
                <a:latin typeface="Calibri"/>
                <a:cs typeface="Calibri"/>
              </a:rPr>
              <a:t> </a:t>
            </a:r>
            <a:r>
              <a:rPr sz="3200" dirty="0">
                <a:latin typeface="Calibri"/>
                <a:cs typeface="Calibri"/>
              </a:rPr>
              <a:t>cổng</a:t>
            </a:r>
            <a:r>
              <a:rPr sz="3200" spc="-55" dirty="0">
                <a:latin typeface="Calibri"/>
                <a:cs typeface="Calibri"/>
              </a:rPr>
              <a:t> </a:t>
            </a:r>
            <a:r>
              <a:rPr sz="3200" spc="-25" dirty="0">
                <a:latin typeface="Calibri"/>
                <a:cs typeface="Calibri"/>
              </a:rPr>
              <a:t>cho</a:t>
            </a:r>
            <a:endParaRPr sz="3200">
              <a:latin typeface="Calibri"/>
              <a:cs typeface="Calibri"/>
            </a:endParaRPr>
          </a:p>
          <a:p>
            <a:pPr marL="2829560">
              <a:lnSpc>
                <a:spcPct val="100000"/>
              </a:lnSpc>
              <a:spcBef>
                <a:spcPts val="790"/>
              </a:spcBef>
            </a:pPr>
            <a:r>
              <a:rPr sz="3200" dirty="0">
                <a:latin typeface="Calibri"/>
                <a:cs typeface="Calibri"/>
              </a:rPr>
              <a:t>f</a:t>
            </a:r>
            <a:r>
              <a:rPr sz="3200" spc="-5" dirty="0">
                <a:latin typeface="Calibri"/>
                <a:cs typeface="Calibri"/>
              </a:rPr>
              <a:t> </a:t>
            </a:r>
            <a:r>
              <a:rPr sz="3200" dirty="0">
                <a:latin typeface="Calibri"/>
                <a:cs typeface="Calibri"/>
              </a:rPr>
              <a:t>= xz</a:t>
            </a:r>
            <a:r>
              <a:rPr sz="3200" spc="5" dirty="0">
                <a:latin typeface="Calibri"/>
                <a:cs typeface="Calibri"/>
              </a:rPr>
              <a:t> </a:t>
            </a:r>
            <a:r>
              <a:rPr sz="3200" dirty="0">
                <a:latin typeface="Symbol"/>
                <a:cs typeface="Symbol"/>
              </a:rPr>
              <a:t></a:t>
            </a:r>
            <a:r>
              <a:rPr sz="3200" spc="-95" dirty="0">
                <a:latin typeface="Times New Roman"/>
                <a:cs typeface="Times New Roman"/>
              </a:rPr>
              <a:t> </a:t>
            </a:r>
            <a:r>
              <a:rPr sz="3200" spc="-810" dirty="0">
                <a:latin typeface="Calibri"/>
                <a:cs typeface="Calibri"/>
              </a:rPr>
              <a:t>x</a:t>
            </a:r>
            <a:r>
              <a:rPr sz="3200" spc="-810" dirty="0">
                <a:latin typeface="Cambria Math"/>
                <a:cs typeface="Cambria Math"/>
              </a:rPr>
              <a:t>yത</a:t>
            </a:r>
            <a:r>
              <a:rPr sz="3200" spc="-810" dirty="0">
                <a:latin typeface="Calibri"/>
                <a:cs typeface="Calibri"/>
              </a:rPr>
              <a:t>t</a:t>
            </a:r>
            <a:r>
              <a:rPr sz="3200" dirty="0">
                <a:latin typeface="Calibri"/>
                <a:cs typeface="Calibri"/>
              </a:rPr>
              <a:t> </a:t>
            </a:r>
            <a:r>
              <a:rPr sz="3200" dirty="0">
                <a:latin typeface="Symbol"/>
                <a:cs typeface="Symbol"/>
              </a:rPr>
              <a:t></a:t>
            </a:r>
            <a:r>
              <a:rPr sz="3200" spc="-90" dirty="0">
                <a:latin typeface="Times New Roman"/>
                <a:cs typeface="Times New Roman"/>
              </a:rPr>
              <a:t> </a:t>
            </a:r>
            <a:r>
              <a:rPr sz="3200" spc="-25" dirty="0">
                <a:latin typeface="Calibri"/>
                <a:cs typeface="Calibri"/>
              </a:rPr>
              <a:t>yz</a:t>
            </a:r>
            <a:endParaRPr sz="3200">
              <a:latin typeface="Calibri"/>
              <a:cs typeface="Calibri"/>
            </a:endParaRPr>
          </a:p>
          <a:p>
            <a:pPr marL="12700">
              <a:lnSpc>
                <a:spcPct val="100000"/>
              </a:lnSpc>
              <a:spcBef>
                <a:spcPts val="745"/>
              </a:spcBef>
              <a:tabLst>
                <a:tab pos="469900" algn="l"/>
                <a:tab pos="991235" algn="l"/>
              </a:tabLst>
            </a:pPr>
            <a:r>
              <a:rPr sz="3200" spc="-50" dirty="0">
                <a:latin typeface="Calibri"/>
                <a:cs typeface="Calibri"/>
              </a:rPr>
              <a:t>-</a:t>
            </a:r>
            <a:r>
              <a:rPr sz="3200" dirty="0">
                <a:latin typeface="Calibri"/>
                <a:cs typeface="Calibri"/>
              </a:rPr>
              <a:t>	</a:t>
            </a:r>
            <a:r>
              <a:rPr sz="3200" spc="-25" dirty="0">
                <a:latin typeface="Calibri"/>
                <a:cs typeface="Calibri"/>
              </a:rPr>
              <a:t>xz</a:t>
            </a:r>
            <a:r>
              <a:rPr sz="3200" dirty="0">
                <a:latin typeface="Calibri"/>
                <a:cs typeface="Calibri"/>
              </a:rPr>
              <a:t>	(1)</a:t>
            </a:r>
            <a:r>
              <a:rPr sz="3200" spc="-50" dirty="0">
                <a:latin typeface="Calibri"/>
                <a:cs typeface="Calibri"/>
              </a:rPr>
              <a:t> :</a:t>
            </a:r>
            <a:endParaRPr sz="3200">
              <a:latin typeface="Calibri"/>
              <a:cs typeface="Calibri"/>
            </a:endParaRPr>
          </a:p>
        </p:txBody>
      </p:sp>
      <p:sp>
        <p:nvSpPr>
          <p:cNvPr id="3" name="object 3"/>
          <p:cNvSpPr txBox="1"/>
          <p:nvPr/>
        </p:nvSpPr>
        <p:spPr>
          <a:xfrm>
            <a:off x="459740" y="3900296"/>
            <a:ext cx="2898775" cy="513715"/>
          </a:xfrm>
          <a:prstGeom prst="rect">
            <a:avLst/>
          </a:prstGeom>
        </p:spPr>
        <p:txBody>
          <a:bodyPr vert="horz" wrap="square" lIns="0" tIns="12700" rIns="0" bIns="0" rtlCol="0">
            <a:spAutoFit/>
          </a:bodyPr>
          <a:lstStyle/>
          <a:p>
            <a:pPr marL="12700">
              <a:lnSpc>
                <a:spcPct val="100000"/>
              </a:lnSpc>
              <a:spcBef>
                <a:spcPts val="100"/>
              </a:spcBef>
              <a:tabLst>
                <a:tab pos="469900" algn="l"/>
              </a:tabLst>
            </a:pPr>
            <a:r>
              <a:rPr sz="3200" spc="-50" dirty="0">
                <a:latin typeface="Calibri"/>
                <a:cs typeface="Calibri"/>
              </a:rPr>
              <a:t>-</a:t>
            </a:r>
            <a:r>
              <a:rPr sz="3200" dirty="0">
                <a:latin typeface="Calibri"/>
                <a:cs typeface="Calibri"/>
              </a:rPr>
              <a:t>	</a:t>
            </a:r>
            <a:r>
              <a:rPr sz="3200" spc="-810" dirty="0">
                <a:latin typeface="Calibri"/>
                <a:cs typeface="Calibri"/>
              </a:rPr>
              <a:t>x</a:t>
            </a:r>
            <a:r>
              <a:rPr sz="3200" spc="-810" dirty="0">
                <a:latin typeface="Cambria Math"/>
                <a:cs typeface="Cambria Math"/>
              </a:rPr>
              <a:t>yത</a:t>
            </a:r>
            <a:r>
              <a:rPr sz="3200" spc="-810" dirty="0">
                <a:latin typeface="Calibri"/>
                <a:cs typeface="Calibri"/>
              </a:rPr>
              <a:t>t</a:t>
            </a:r>
            <a:r>
              <a:rPr sz="3200" dirty="0">
                <a:latin typeface="Calibri"/>
                <a:cs typeface="Calibri"/>
              </a:rPr>
              <a:t> =</a:t>
            </a:r>
            <a:r>
              <a:rPr sz="3200" spc="-20" dirty="0">
                <a:latin typeface="Calibri"/>
                <a:cs typeface="Calibri"/>
              </a:rPr>
              <a:t> </a:t>
            </a:r>
            <a:r>
              <a:rPr sz="3200" spc="-545" dirty="0">
                <a:latin typeface="Calibri"/>
                <a:cs typeface="Calibri"/>
              </a:rPr>
              <a:t>(x</a:t>
            </a:r>
            <a:r>
              <a:rPr sz="3200" spc="-545" dirty="0">
                <a:latin typeface="Cambria Math"/>
                <a:cs typeface="Cambria Math"/>
              </a:rPr>
              <a:t>yത</a:t>
            </a:r>
            <a:r>
              <a:rPr sz="3200" spc="-545" dirty="0">
                <a:latin typeface="Calibri"/>
                <a:cs typeface="Calibri"/>
              </a:rPr>
              <a:t>)t</a:t>
            </a:r>
            <a:r>
              <a:rPr sz="3200" dirty="0">
                <a:latin typeface="Calibri"/>
                <a:cs typeface="Calibri"/>
              </a:rPr>
              <a:t> (2)</a:t>
            </a:r>
            <a:r>
              <a:rPr sz="3200" spc="5" dirty="0">
                <a:latin typeface="Calibri"/>
                <a:cs typeface="Calibri"/>
              </a:rPr>
              <a:t> </a:t>
            </a:r>
            <a:r>
              <a:rPr sz="3200" spc="-50" dirty="0">
                <a:latin typeface="Calibri"/>
                <a:cs typeface="Calibri"/>
              </a:rPr>
              <a:t>:</a:t>
            </a:r>
            <a:endParaRPr sz="3200">
              <a:latin typeface="Calibri"/>
              <a:cs typeface="Calibri"/>
            </a:endParaRPr>
          </a:p>
        </p:txBody>
      </p:sp>
      <p:pic>
        <p:nvPicPr>
          <p:cNvPr id="4" name="object 4"/>
          <p:cNvPicPr/>
          <p:nvPr/>
        </p:nvPicPr>
        <p:blipFill>
          <a:blip r:embed="rId2" cstate="print"/>
          <a:stretch>
            <a:fillRect/>
          </a:stretch>
        </p:blipFill>
        <p:spPr>
          <a:xfrm>
            <a:off x="3566635" y="2010483"/>
            <a:ext cx="2153671" cy="1599511"/>
          </a:xfrm>
          <a:prstGeom prst="rect">
            <a:avLst/>
          </a:prstGeom>
        </p:spPr>
      </p:pic>
      <p:pic>
        <p:nvPicPr>
          <p:cNvPr id="5" name="object 5"/>
          <p:cNvPicPr/>
          <p:nvPr/>
        </p:nvPicPr>
        <p:blipFill>
          <a:blip r:embed="rId3" cstate="print"/>
          <a:stretch>
            <a:fillRect/>
          </a:stretch>
        </p:blipFill>
        <p:spPr>
          <a:xfrm>
            <a:off x="3762386" y="4210386"/>
            <a:ext cx="3219808" cy="1599511"/>
          </a:xfrm>
          <a:prstGeom prst="rect">
            <a:avLst/>
          </a:prstGeom>
        </p:spPr>
      </p:pic>
    </p:spTree>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288391"/>
            <a:ext cx="5403850" cy="2289088"/>
          </a:xfrm>
          <a:prstGeom prst="rect">
            <a:avLst/>
          </a:prstGeom>
        </p:spPr>
        <p:txBody>
          <a:bodyPr vert="horz" wrap="square" lIns="0" tIns="113030" rIns="0" bIns="0" rtlCol="0">
            <a:spAutoFit/>
          </a:bodyPr>
          <a:lstStyle/>
          <a:p>
            <a:pPr marL="12700">
              <a:lnSpc>
                <a:spcPct val="100000"/>
              </a:lnSpc>
              <a:spcBef>
                <a:spcPts val="890"/>
              </a:spcBef>
            </a:pPr>
            <a:r>
              <a:rPr sz="3200" dirty="0">
                <a:latin typeface="Calibri"/>
                <a:cs typeface="Calibri"/>
              </a:rPr>
              <a:t>Ví</a:t>
            </a:r>
            <a:r>
              <a:rPr sz="3200" spc="-55" dirty="0">
                <a:latin typeface="Calibri"/>
                <a:cs typeface="Calibri"/>
              </a:rPr>
              <a:t> </a:t>
            </a:r>
            <a:r>
              <a:rPr sz="3200" dirty="0">
                <a:latin typeface="Calibri"/>
                <a:cs typeface="Calibri"/>
              </a:rPr>
              <a:t>dụ</a:t>
            </a:r>
            <a:r>
              <a:rPr sz="3200" spc="-55" dirty="0">
                <a:latin typeface="Calibri"/>
                <a:cs typeface="Calibri"/>
              </a:rPr>
              <a:t> </a:t>
            </a:r>
            <a:r>
              <a:rPr sz="3200" dirty="0">
                <a:latin typeface="Calibri"/>
                <a:cs typeface="Calibri"/>
              </a:rPr>
              <a:t>:</a:t>
            </a:r>
            <a:r>
              <a:rPr sz="3200" spc="-55" dirty="0">
                <a:latin typeface="Calibri"/>
                <a:cs typeface="Calibri"/>
              </a:rPr>
              <a:t> </a:t>
            </a:r>
            <a:r>
              <a:rPr sz="3200" dirty="0">
                <a:latin typeface="Calibri"/>
                <a:cs typeface="Calibri"/>
              </a:rPr>
              <a:t>Vẽ</a:t>
            </a:r>
            <a:r>
              <a:rPr sz="3200" spc="-65" dirty="0">
                <a:latin typeface="Calibri"/>
                <a:cs typeface="Calibri"/>
              </a:rPr>
              <a:t> </a:t>
            </a:r>
            <a:r>
              <a:rPr sz="3200" dirty="0">
                <a:latin typeface="Calibri"/>
                <a:cs typeface="Calibri"/>
              </a:rPr>
              <a:t>mạng</a:t>
            </a:r>
            <a:r>
              <a:rPr sz="3200" spc="-45" dirty="0">
                <a:latin typeface="Calibri"/>
                <a:cs typeface="Calibri"/>
              </a:rPr>
              <a:t> </a:t>
            </a:r>
            <a:r>
              <a:rPr sz="3200" dirty="0">
                <a:latin typeface="Calibri"/>
                <a:cs typeface="Calibri"/>
              </a:rPr>
              <a:t>các</a:t>
            </a:r>
            <a:r>
              <a:rPr sz="3200" spc="-65" dirty="0">
                <a:latin typeface="Calibri"/>
                <a:cs typeface="Calibri"/>
              </a:rPr>
              <a:t> </a:t>
            </a:r>
            <a:r>
              <a:rPr sz="3200" dirty="0">
                <a:latin typeface="Calibri"/>
                <a:cs typeface="Calibri"/>
              </a:rPr>
              <a:t>cổng</a:t>
            </a:r>
            <a:r>
              <a:rPr sz="3200" spc="-55" dirty="0">
                <a:latin typeface="Calibri"/>
                <a:cs typeface="Calibri"/>
              </a:rPr>
              <a:t> </a:t>
            </a:r>
            <a:r>
              <a:rPr sz="3200" spc="-25" dirty="0">
                <a:latin typeface="Calibri"/>
                <a:cs typeface="Calibri"/>
              </a:rPr>
              <a:t>cho</a:t>
            </a:r>
            <a:endParaRPr sz="3200" dirty="0">
              <a:latin typeface="Calibri"/>
              <a:cs typeface="Calibri"/>
            </a:endParaRPr>
          </a:p>
          <a:p>
            <a:pPr marL="2829560">
              <a:lnSpc>
                <a:spcPct val="100000"/>
              </a:lnSpc>
              <a:spcBef>
                <a:spcPts val="790"/>
              </a:spcBef>
            </a:pPr>
            <a:r>
              <a:rPr sz="3200" dirty="0">
                <a:latin typeface="Calibri"/>
                <a:cs typeface="Calibri"/>
              </a:rPr>
              <a:t>f</a:t>
            </a:r>
            <a:r>
              <a:rPr sz="3200" spc="-5" dirty="0">
                <a:latin typeface="Calibri"/>
                <a:cs typeface="Calibri"/>
              </a:rPr>
              <a:t> </a:t>
            </a:r>
            <a:r>
              <a:rPr sz="3200" dirty="0">
                <a:latin typeface="Calibri"/>
                <a:cs typeface="Calibri"/>
              </a:rPr>
              <a:t>= xz</a:t>
            </a:r>
            <a:r>
              <a:rPr sz="3200" spc="5" dirty="0">
                <a:latin typeface="Calibri"/>
                <a:cs typeface="Calibri"/>
              </a:rPr>
              <a:t> </a:t>
            </a:r>
            <a:r>
              <a:rPr sz="3200" dirty="0">
                <a:latin typeface="Symbol"/>
                <a:cs typeface="Symbol"/>
              </a:rPr>
              <a:t></a:t>
            </a:r>
            <a:r>
              <a:rPr sz="3200" spc="-95" dirty="0">
                <a:latin typeface="Times New Roman"/>
                <a:cs typeface="Times New Roman"/>
              </a:rPr>
              <a:t> </a:t>
            </a:r>
            <a:r>
              <a:rPr lang="en-US" sz="3200" spc="-810" dirty="0">
                <a:latin typeface="Calibri"/>
                <a:cs typeface="Calibri"/>
              </a:rPr>
              <a:t>x   </a:t>
            </a:r>
            <a:r>
              <a:rPr sz="3200" spc="-810" dirty="0" err="1">
                <a:latin typeface="Cambria Math"/>
                <a:cs typeface="Cambria Math"/>
              </a:rPr>
              <a:t>yത</a:t>
            </a:r>
            <a:r>
              <a:rPr sz="3200" spc="-810" dirty="0" err="1">
                <a:latin typeface="Calibri"/>
                <a:cs typeface="Calibri"/>
              </a:rPr>
              <a:t>t</a:t>
            </a:r>
            <a:r>
              <a:rPr sz="3200" dirty="0">
                <a:latin typeface="Calibri"/>
                <a:cs typeface="Calibri"/>
              </a:rPr>
              <a:t> </a:t>
            </a:r>
            <a:r>
              <a:rPr sz="3200" dirty="0">
                <a:latin typeface="Symbol"/>
                <a:cs typeface="Symbol"/>
              </a:rPr>
              <a:t></a:t>
            </a:r>
            <a:r>
              <a:rPr sz="3200" spc="-90" dirty="0">
                <a:latin typeface="Times New Roman"/>
                <a:cs typeface="Times New Roman"/>
              </a:rPr>
              <a:t> </a:t>
            </a:r>
            <a:r>
              <a:rPr sz="3200" spc="-25" dirty="0">
                <a:latin typeface="Calibri"/>
                <a:cs typeface="Calibri"/>
              </a:rPr>
              <a:t>yz</a:t>
            </a:r>
            <a:endParaRPr sz="3200" dirty="0">
              <a:latin typeface="Calibri"/>
              <a:cs typeface="Calibri"/>
            </a:endParaRPr>
          </a:p>
          <a:p>
            <a:pPr marL="12700">
              <a:lnSpc>
                <a:spcPct val="100000"/>
              </a:lnSpc>
              <a:spcBef>
                <a:spcPts val="770"/>
              </a:spcBef>
              <a:tabLst>
                <a:tab pos="469900" algn="l"/>
                <a:tab pos="1936114" algn="l"/>
              </a:tabLst>
            </a:pPr>
            <a:r>
              <a:rPr sz="3200" spc="-50" dirty="0">
                <a:latin typeface="Calibri"/>
                <a:cs typeface="Calibri"/>
              </a:rPr>
              <a:t>-</a:t>
            </a:r>
            <a:r>
              <a:rPr sz="3200" dirty="0">
                <a:latin typeface="Calibri"/>
                <a:cs typeface="Calibri"/>
              </a:rPr>
              <a:t>	xz</a:t>
            </a:r>
            <a:r>
              <a:rPr sz="3200" spc="-15" dirty="0">
                <a:latin typeface="Calibri"/>
                <a:cs typeface="Calibri"/>
              </a:rPr>
              <a:t> </a:t>
            </a:r>
            <a:r>
              <a:rPr sz="3200" dirty="0">
                <a:latin typeface="Symbol"/>
                <a:cs typeface="Symbol"/>
              </a:rPr>
              <a:t></a:t>
            </a:r>
            <a:r>
              <a:rPr sz="3200" spc="-85" dirty="0">
                <a:latin typeface="Times New Roman"/>
                <a:cs typeface="Times New Roman"/>
              </a:rPr>
              <a:t> </a:t>
            </a:r>
            <a:r>
              <a:rPr sz="3200" spc="-830" dirty="0">
                <a:latin typeface="Calibri"/>
                <a:cs typeface="Calibri"/>
              </a:rPr>
              <a:t>x</a:t>
            </a:r>
            <a:r>
              <a:rPr sz="3200" spc="-830" dirty="0">
                <a:latin typeface="Cambria Math"/>
                <a:cs typeface="Cambria Math"/>
              </a:rPr>
              <a:t>yത</a:t>
            </a:r>
            <a:r>
              <a:rPr sz="3200" spc="-830" dirty="0">
                <a:latin typeface="Calibri"/>
                <a:cs typeface="Calibri"/>
              </a:rPr>
              <a:t>t</a:t>
            </a:r>
            <a:r>
              <a:rPr sz="3200" dirty="0">
                <a:latin typeface="Calibri"/>
                <a:cs typeface="Calibri"/>
              </a:rPr>
              <a:t>	(3)</a:t>
            </a:r>
            <a:r>
              <a:rPr sz="3200" spc="-50" dirty="0">
                <a:latin typeface="Calibri"/>
                <a:cs typeface="Calibri"/>
              </a:rPr>
              <a:t> :</a:t>
            </a:r>
            <a:endParaRPr sz="3200" dirty="0">
              <a:latin typeface="Calibri"/>
              <a:cs typeface="Calibri"/>
            </a:endParaRPr>
          </a:p>
        </p:txBody>
      </p:sp>
      <p:sp>
        <p:nvSpPr>
          <p:cNvPr id="3" name="object 3"/>
          <p:cNvSpPr txBox="1"/>
          <p:nvPr/>
        </p:nvSpPr>
        <p:spPr>
          <a:xfrm>
            <a:off x="459740" y="3900296"/>
            <a:ext cx="808355" cy="513715"/>
          </a:xfrm>
          <a:prstGeom prst="rect">
            <a:avLst/>
          </a:prstGeom>
        </p:spPr>
        <p:txBody>
          <a:bodyPr vert="horz" wrap="square" lIns="0" tIns="12700" rIns="0" bIns="0" rtlCol="0">
            <a:spAutoFit/>
          </a:bodyPr>
          <a:lstStyle/>
          <a:p>
            <a:pPr marL="12700">
              <a:lnSpc>
                <a:spcPct val="100000"/>
              </a:lnSpc>
              <a:spcBef>
                <a:spcPts val="100"/>
              </a:spcBef>
              <a:tabLst>
                <a:tab pos="469900" algn="l"/>
              </a:tabLst>
            </a:pPr>
            <a:r>
              <a:rPr sz="3200" spc="-50" dirty="0">
                <a:latin typeface="Calibri"/>
                <a:cs typeface="Calibri"/>
              </a:rPr>
              <a:t>-</a:t>
            </a:r>
            <a:r>
              <a:rPr sz="3200" dirty="0">
                <a:latin typeface="Calibri"/>
                <a:cs typeface="Calibri"/>
              </a:rPr>
              <a:t>	f </a:t>
            </a:r>
            <a:r>
              <a:rPr sz="3200" spc="-50" dirty="0">
                <a:latin typeface="Calibri"/>
                <a:cs typeface="Calibri"/>
              </a:rPr>
              <a:t>:</a:t>
            </a:r>
            <a:endParaRPr sz="3200">
              <a:latin typeface="Calibri"/>
              <a:cs typeface="Calibri"/>
            </a:endParaRPr>
          </a:p>
        </p:txBody>
      </p:sp>
      <p:pic>
        <p:nvPicPr>
          <p:cNvPr id="4" name="object 4"/>
          <p:cNvPicPr/>
          <p:nvPr/>
        </p:nvPicPr>
        <p:blipFill>
          <a:blip r:embed="rId2" cstate="print"/>
          <a:stretch>
            <a:fillRect/>
          </a:stretch>
        </p:blipFill>
        <p:spPr>
          <a:xfrm>
            <a:off x="3352800" y="2133600"/>
            <a:ext cx="4019188" cy="1600557"/>
          </a:xfrm>
          <a:prstGeom prst="rect">
            <a:avLst/>
          </a:prstGeom>
        </p:spPr>
      </p:pic>
      <p:pic>
        <p:nvPicPr>
          <p:cNvPr id="5" name="object 5"/>
          <p:cNvPicPr/>
          <p:nvPr/>
        </p:nvPicPr>
        <p:blipFill>
          <a:blip r:embed="rId3" cstate="print"/>
          <a:stretch>
            <a:fillRect/>
          </a:stretch>
        </p:blipFill>
        <p:spPr>
          <a:xfrm>
            <a:off x="2190758" y="4162443"/>
            <a:ext cx="5106148" cy="1886668"/>
          </a:xfrm>
          <a:prstGeom prst="rect">
            <a:avLst/>
          </a:prstGeom>
        </p:spPr>
      </p:pic>
    </p:spTree>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305460"/>
            <a:ext cx="8222615" cy="5062220"/>
          </a:xfrm>
          <a:prstGeom prst="rect">
            <a:avLst/>
          </a:prstGeom>
        </p:spPr>
        <p:txBody>
          <a:bodyPr vert="horz" wrap="square" lIns="0" tIns="97790" rIns="0" bIns="0" rtlCol="0">
            <a:spAutoFit/>
          </a:bodyPr>
          <a:lstStyle/>
          <a:p>
            <a:pPr marL="12700">
              <a:lnSpc>
                <a:spcPct val="100000"/>
              </a:lnSpc>
              <a:spcBef>
                <a:spcPts val="770"/>
              </a:spcBef>
            </a:pPr>
            <a:r>
              <a:rPr sz="2800" b="1" dirty="0">
                <a:latin typeface="Calibri"/>
                <a:cs typeface="Calibri"/>
              </a:rPr>
              <a:t>4.4.5</a:t>
            </a:r>
            <a:r>
              <a:rPr sz="2800" b="1" spc="-25" dirty="0">
                <a:latin typeface="Calibri"/>
                <a:cs typeface="Calibri"/>
              </a:rPr>
              <a:t> </a:t>
            </a:r>
            <a:r>
              <a:rPr sz="2800" b="1" dirty="0">
                <a:latin typeface="Calibri"/>
                <a:cs typeface="Calibri"/>
              </a:rPr>
              <a:t>Công</a:t>
            </a:r>
            <a:r>
              <a:rPr sz="2800" b="1" spc="-40" dirty="0">
                <a:latin typeface="Calibri"/>
                <a:cs typeface="Calibri"/>
              </a:rPr>
              <a:t> </a:t>
            </a:r>
            <a:r>
              <a:rPr sz="2800" b="1" dirty="0">
                <a:latin typeface="Calibri"/>
                <a:cs typeface="Calibri"/>
              </a:rPr>
              <a:t>thức</a:t>
            </a:r>
            <a:r>
              <a:rPr sz="2800" b="1" spc="-40" dirty="0">
                <a:latin typeface="Calibri"/>
                <a:cs typeface="Calibri"/>
              </a:rPr>
              <a:t> </a:t>
            </a:r>
            <a:r>
              <a:rPr sz="2800" b="1" dirty="0">
                <a:latin typeface="Calibri"/>
                <a:cs typeface="Calibri"/>
              </a:rPr>
              <a:t>đa</a:t>
            </a:r>
            <a:r>
              <a:rPr sz="2800" b="1" spc="-55" dirty="0">
                <a:latin typeface="Calibri"/>
                <a:cs typeface="Calibri"/>
              </a:rPr>
              <a:t> </a:t>
            </a:r>
            <a:r>
              <a:rPr sz="2800" b="1" dirty="0">
                <a:latin typeface="Calibri"/>
                <a:cs typeface="Calibri"/>
              </a:rPr>
              <a:t>thức</a:t>
            </a:r>
            <a:r>
              <a:rPr sz="2800" b="1" spc="-30" dirty="0">
                <a:latin typeface="Calibri"/>
                <a:cs typeface="Calibri"/>
              </a:rPr>
              <a:t> </a:t>
            </a:r>
            <a:r>
              <a:rPr sz="2800" b="1" dirty="0">
                <a:latin typeface="Calibri"/>
                <a:cs typeface="Calibri"/>
              </a:rPr>
              <a:t>tối</a:t>
            </a:r>
            <a:r>
              <a:rPr sz="2800" b="1" spc="-60" dirty="0">
                <a:latin typeface="Calibri"/>
                <a:cs typeface="Calibri"/>
              </a:rPr>
              <a:t> </a:t>
            </a:r>
            <a:r>
              <a:rPr sz="2800" b="1" spc="-10" dirty="0">
                <a:latin typeface="Calibri"/>
                <a:cs typeface="Calibri"/>
              </a:rPr>
              <a:t>tiểu:</a:t>
            </a:r>
            <a:endParaRPr sz="2800">
              <a:latin typeface="Calibri"/>
              <a:cs typeface="Calibri"/>
            </a:endParaRPr>
          </a:p>
          <a:p>
            <a:pPr marL="12700" marR="5080">
              <a:lnSpc>
                <a:spcPct val="100000"/>
              </a:lnSpc>
              <a:spcBef>
                <a:spcPts val="675"/>
              </a:spcBef>
            </a:pPr>
            <a:r>
              <a:rPr sz="2800" dirty="0">
                <a:latin typeface="Calibri"/>
                <a:cs typeface="Calibri"/>
              </a:rPr>
              <a:t>Tìm</a:t>
            </a:r>
            <a:r>
              <a:rPr sz="2800" spc="-30" dirty="0">
                <a:latin typeface="Calibri"/>
                <a:cs typeface="Calibri"/>
              </a:rPr>
              <a:t> </a:t>
            </a:r>
            <a:r>
              <a:rPr sz="2800" dirty="0">
                <a:latin typeface="Calibri"/>
                <a:cs typeface="Calibri"/>
              </a:rPr>
              <a:t>công</a:t>
            </a:r>
            <a:r>
              <a:rPr sz="2800" spc="-40" dirty="0">
                <a:latin typeface="Calibri"/>
                <a:cs typeface="Calibri"/>
              </a:rPr>
              <a:t> </a:t>
            </a:r>
            <a:r>
              <a:rPr sz="2800" dirty="0">
                <a:latin typeface="Calibri"/>
                <a:cs typeface="Calibri"/>
              </a:rPr>
              <a:t>thức</a:t>
            </a:r>
            <a:r>
              <a:rPr sz="2800" spc="-10" dirty="0">
                <a:latin typeface="Calibri"/>
                <a:cs typeface="Calibri"/>
              </a:rPr>
              <a:t> </a:t>
            </a:r>
            <a:r>
              <a:rPr sz="2800" dirty="0">
                <a:latin typeface="Calibri"/>
                <a:cs typeface="Calibri"/>
              </a:rPr>
              <a:t>cho</a:t>
            </a:r>
            <a:r>
              <a:rPr sz="2800" spc="-20" dirty="0">
                <a:latin typeface="Calibri"/>
                <a:cs typeface="Calibri"/>
              </a:rPr>
              <a:t> </a:t>
            </a:r>
            <a:r>
              <a:rPr sz="2800" dirty="0">
                <a:latin typeface="Calibri"/>
                <a:cs typeface="Calibri"/>
              </a:rPr>
              <a:t>hàm</a:t>
            </a:r>
            <a:r>
              <a:rPr sz="2800" spc="-30" dirty="0">
                <a:latin typeface="Calibri"/>
                <a:cs typeface="Calibri"/>
              </a:rPr>
              <a:t> </a:t>
            </a:r>
            <a:r>
              <a:rPr sz="2800" dirty="0">
                <a:latin typeface="Calibri"/>
                <a:cs typeface="Calibri"/>
              </a:rPr>
              <a:t>Bool</a:t>
            </a:r>
            <a:r>
              <a:rPr sz="2800" spc="-35" dirty="0">
                <a:latin typeface="Calibri"/>
                <a:cs typeface="Calibri"/>
              </a:rPr>
              <a:t> </a:t>
            </a:r>
            <a:r>
              <a:rPr sz="2800" dirty="0">
                <a:latin typeface="Calibri"/>
                <a:cs typeface="Calibri"/>
              </a:rPr>
              <a:t>f</a:t>
            </a:r>
            <a:r>
              <a:rPr sz="2800" spc="-45" dirty="0">
                <a:latin typeface="Calibri"/>
                <a:cs typeface="Calibri"/>
              </a:rPr>
              <a:t> </a:t>
            </a:r>
            <a:r>
              <a:rPr sz="2800" dirty="0">
                <a:latin typeface="Calibri"/>
                <a:cs typeface="Calibri"/>
              </a:rPr>
              <a:t>(</a:t>
            </a:r>
            <a:r>
              <a:rPr sz="2800" spc="-35" dirty="0">
                <a:latin typeface="Calibri"/>
                <a:cs typeface="Calibri"/>
              </a:rPr>
              <a:t> </a:t>
            </a:r>
            <a:r>
              <a:rPr sz="2800" dirty="0">
                <a:latin typeface="Calibri"/>
                <a:cs typeface="Calibri"/>
              </a:rPr>
              <a:t>dạng</a:t>
            </a:r>
            <a:r>
              <a:rPr sz="2800" spc="-40" dirty="0">
                <a:latin typeface="Calibri"/>
                <a:cs typeface="Calibri"/>
              </a:rPr>
              <a:t> </a:t>
            </a:r>
            <a:r>
              <a:rPr sz="2800" dirty="0">
                <a:latin typeface="Calibri"/>
                <a:cs typeface="Calibri"/>
              </a:rPr>
              <a:t>đa</a:t>
            </a:r>
            <a:r>
              <a:rPr sz="2800" spc="-40" dirty="0">
                <a:latin typeface="Calibri"/>
                <a:cs typeface="Calibri"/>
              </a:rPr>
              <a:t> </a:t>
            </a:r>
            <a:r>
              <a:rPr sz="2800" dirty="0">
                <a:latin typeface="Calibri"/>
                <a:cs typeface="Calibri"/>
              </a:rPr>
              <a:t>thức)</a:t>
            </a:r>
            <a:r>
              <a:rPr sz="2800" spc="-5" dirty="0">
                <a:latin typeface="Calibri"/>
                <a:cs typeface="Calibri"/>
              </a:rPr>
              <a:t> </a:t>
            </a:r>
            <a:r>
              <a:rPr sz="2800" dirty="0">
                <a:latin typeface="Calibri"/>
                <a:cs typeface="Calibri"/>
              </a:rPr>
              <a:t>sao</a:t>
            </a:r>
            <a:r>
              <a:rPr sz="2800" spc="-20" dirty="0">
                <a:latin typeface="Calibri"/>
                <a:cs typeface="Calibri"/>
              </a:rPr>
              <a:t> </a:t>
            </a:r>
            <a:r>
              <a:rPr sz="2800" dirty="0">
                <a:latin typeface="Calibri"/>
                <a:cs typeface="Calibri"/>
              </a:rPr>
              <a:t>cho</a:t>
            </a:r>
            <a:r>
              <a:rPr sz="2800" spc="-25" dirty="0">
                <a:latin typeface="Calibri"/>
                <a:cs typeface="Calibri"/>
              </a:rPr>
              <a:t> số </a:t>
            </a:r>
            <a:r>
              <a:rPr sz="2800" dirty="0">
                <a:latin typeface="Calibri"/>
                <a:cs typeface="Calibri"/>
              </a:rPr>
              <a:t>lượng</a:t>
            </a:r>
            <a:r>
              <a:rPr sz="2800" spc="-45" dirty="0">
                <a:latin typeface="Calibri"/>
                <a:cs typeface="Calibri"/>
              </a:rPr>
              <a:t> </a:t>
            </a:r>
            <a:r>
              <a:rPr sz="2800" dirty="0">
                <a:latin typeface="Calibri"/>
                <a:cs typeface="Calibri"/>
              </a:rPr>
              <a:t>các</a:t>
            </a:r>
            <a:r>
              <a:rPr sz="2800" spc="-70" dirty="0">
                <a:latin typeface="Calibri"/>
                <a:cs typeface="Calibri"/>
              </a:rPr>
              <a:t> </a:t>
            </a:r>
            <a:r>
              <a:rPr sz="2800" dirty="0">
                <a:latin typeface="Calibri"/>
                <a:cs typeface="Calibri"/>
              </a:rPr>
              <a:t>cổng</a:t>
            </a:r>
            <a:r>
              <a:rPr sz="2800" spc="-55" dirty="0">
                <a:latin typeface="Calibri"/>
                <a:cs typeface="Calibri"/>
              </a:rPr>
              <a:t> </a:t>
            </a:r>
            <a:r>
              <a:rPr sz="2800" dirty="0">
                <a:latin typeface="Calibri"/>
                <a:cs typeface="Calibri"/>
              </a:rPr>
              <a:t>(không</a:t>
            </a:r>
            <a:r>
              <a:rPr sz="2800" spc="-65" dirty="0">
                <a:latin typeface="Calibri"/>
                <a:cs typeface="Calibri"/>
              </a:rPr>
              <a:t> </a:t>
            </a:r>
            <a:r>
              <a:rPr sz="2800" dirty="0">
                <a:latin typeface="Calibri"/>
                <a:cs typeface="Calibri"/>
              </a:rPr>
              <a:t>kể</a:t>
            </a:r>
            <a:r>
              <a:rPr sz="2800" spc="-75" dirty="0">
                <a:latin typeface="Calibri"/>
                <a:cs typeface="Calibri"/>
              </a:rPr>
              <a:t> </a:t>
            </a:r>
            <a:r>
              <a:rPr sz="2800" dirty="0">
                <a:latin typeface="Calibri"/>
                <a:cs typeface="Calibri"/>
              </a:rPr>
              <a:t>cổng</a:t>
            </a:r>
            <a:r>
              <a:rPr sz="2800" spc="-60" dirty="0">
                <a:latin typeface="Calibri"/>
                <a:cs typeface="Calibri"/>
              </a:rPr>
              <a:t> </a:t>
            </a:r>
            <a:r>
              <a:rPr sz="2800" dirty="0">
                <a:latin typeface="Calibri"/>
                <a:cs typeface="Calibri"/>
              </a:rPr>
              <a:t>NOT)</a:t>
            </a:r>
            <a:r>
              <a:rPr sz="2800" spc="-60" dirty="0">
                <a:latin typeface="Calibri"/>
                <a:cs typeface="Calibri"/>
              </a:rPr>
              <a:t> </a:t>
            </a:r>
            <a:r>
              <a:rPr sz="2800" dirty="0">
                <a:latin typeface="Calibri"/>
                <a:cs typeface="Calibri"/>
              </a:rPr>
              <a:t>là</a:t>
            </a:r>
            <a:r>
              <a:rPr sz="2800" spc="-65" dirty="0">
                <a:latin typeface="Calibri"/>
                <a:cs typeface="Calibri"/>
              </a:rPr>
              <a:t> </a:t>
            </a:r>
            <a:r>
              <a:rPr sz="2800" dirty="0">
                <a:latin typeface="Calibri"/>
                <a:cs typeface="Calibri"/>
              </a:rPr>
              <a:t>ít</a:t>
            </a:r>
            <a:r>
              <a:rPr sz="2800" spc="-65" dirty="0">
                <a:latin typeface="Calibri"/>
                <a:cs typeface="Calibri"/>
              </a:rPr>
              <a:t> </a:t>
            </a:r>
            <a:r>
              <a:rPr sz="2800" spc="-10" dirty="0">
                <a:latin typeface="Calibri"/>
                <a:cs typeface="Calibri"/>
              </a:rPr>
              <a:t>nhất.</a:t>
            </a:r>
            <a:endParaRPr sz="2800">
              <a:latin typeface="Calibri"/>
              <a:cs typeface="Calibri"/>
            </a:endParaRPr>
          </a:p>
          <a:p>
            <a:pPr>
              <a:lnSpc>
                <a:spcPct val="100000"/>
              </a:lnSpc>
              <a:spcBef>
                <a:spcPts val="1285"/>
              </a:spcBef>
            </a:pPr>
            <a:endParaRPr sz="2800">
              <a:latin typeface="Calibri"/>
              <a:cs typeface="Calibri"/>
            </a:endParaRPr>
          </a:p>
          <a:p>
            <a:pPr marL="12700">
              <a:lnSpc>
                <a:spcPct val="100000"/>
              </a:lnSpc>
            </a:pPr>
            <a:r>
              <a:rPr sz="2800" b="1" dirty="0">
                <a:latin typeface="Calibri"/>
                <a:cs typeface="Calibri"/>
              </a:rPr>
              <a:t>Ví</a:t>
            </a:r>
            <a:r>
              <a:rPr sz="2800" b="1" spc="-5" dirty="0">
                <a:latin typeface="Calibri"/>
                <a:cs typeface="Calibri"/>
              </a:rPr>
              <a:t> </a:t>
            </a:r>
            <a:r>
              <a:rPr sz="2800" b="1" dirty="0">
                <a:latin typeface="Calibri"/>
                <a:cs typeface="Calibri"/>
              </a:rPr>
              <a:t>dụ </a:t>
            </a:r>
            <a:r>
              <a:rPr sz="2800" b="1" spc="-50" dirty="0">
                <a:latin typeface="Calibri"/>
                <a:cs typeface="Calibri"/>
              </a:rPr>
              <a:t>:</a:t>
            </a:r>
            <a:endParaRPr sz="2800">
              <a:latin typeface="Calibri"/>
              <a:cs typeface="Calibri"/>
            </a:endParaRPr>
          </a:p>
          <a:p>
            <a:pPr marL="12700">
              <a:lnSpc>
                <a:spcPct val="100000"/>
              </a:lnSpc>
              <a:spcBef>
                <a:spcPts val="710"/>
              </a:spcBef>
              <a:tabLst>
                <a:tab pos="1449705" algn="l"/>
                <a:tab pos="4519930" algn="l"/>
              </a:tabLst>
            </a:pPr>
            <a:r>
              <a:rPr sz="2800" dirty="0">
                <a:latin typeface="Calibri"/>
                <a:cs typeface="Calibri"/>
              </a:rPr>
              <a:t>f =</a:t>
            </a:r>
            <a:r>
              <a:rPr sz="2800" spc="30" dirty="0">
                <a:latin typeface="Calibri"/>
                <a:cs typeface="Calibri"/>
              </a:rPr>
              <a:t> </a:t>
            </a:r>
            <a:r>
              <a:rPr sz="2800" dirty="0">
                <a:latin typeface="Cambria Math"/>
                <a:cs typeface="Cambria Math"/>
              </a:rPr>
              <a:t>𝑥𝑦</a:t>
            </a:r>
            <a:r>
              <a:rPr sz="2800" dirty="0">
                <a:latin typeface="Calibri"/>
                <a:cs typeface="Calibri"/>
              </a:rPr>
              <a:t>z</a:t>
            </a:r>
            <a:r>
              <a:rPr sz="2800" spc="10" dirty="0">
                <a:latin typeface="Calibri"/>
                <a:cs typeface="Calibri"/>
              </a:rPr>
              <a:t> </a:t>
            </a:r>
            <a:r>
              <a:rPr sz="2800" spc="-50" dirty="0">
                <a:latin typeface="Symbol"/>
                <a:cs typeface="Symbol"/>
              </a:rPr>
              <a:t></a:t>
            </a:r>
            <a:r>
              <a:rPr sz="2800" dirty="0">
                <a:latin typeface="Times New Roman"/>
                <a:cs typeface="Times New Roman"/>
              </a:rPr>
              <a:t>	</a:t>
            </a:r>
            <a:r>
              <a:rPr sz="2800" spc="-1000" dirty="0">
                <a:latin typeface="Calibri"/>
                <a:cs typeface="Calibri"/>
              </a:rPr>
              <a:t>x</a:t>
            </a:r>
            <a:r>
              <a:rPr sz="2800" spc="-1000" dirty="0">
                <a:latin typeface="Cambria Math"/>
                <a:cs typeface="Cambria Math"/>
              </a:rPr>
              <a:t>𝑦ത𝑧ҧ</a:t>
            </a:r>
            <a:r>
              <a:rPr sz="2800" spc="40" dirty="0">
                <a:latin typeface="Cambria Math"/>
                <a:cs typeface="Cambria Math"/>
              </a:rPr>
              <a:t> </a:t>
            </a:r>
            <a:r>
              <a:rPr sz="2800" dirty="0">
                <a:latin typeface="Symbol"/>
                <a:cs typeface="Symbol"/>
              </a:rPr>
              <a:t></a:t>
            </a:r>
            <a:r>
              <a:rPr sz="2800" spc="-85" dirty="0">
                <a:latin typeface="Times New Roman"/>
                <a:cs typeface="Times New Roman"/>
              </a:rPr>
              <a:t> </a:t>
            </a:r>
            <a:r>
              <a:rPr sz="2800" spc="-5" dirty="0">
                <a:latin typeface="Cambria Math"/>
                <a:cs typeface="Cambria Math"/>
              </a:rPr>
              <a:t>x</a:t>
            </a:r>
            <a:r>
              <a:rPr sz="2800" spc="35" dirty="0">
                <a:latin typeface="Cambria Math"/>
                <a:cs typeface="Cambria Math"/>
              </a:rPr>
              <a:t>𝑦𝑧</a:t>
            </a:r>
            <a:r>
              <a:rPr sz="2800" spc="-2255" dirty="0">
                <a:latin typeface="Cambria Math"/>
                <a:cs typeface="Cambria Math"/>
              </a:rPr>
              <a:t>ҧ</a:t>
            </a:r>
            <a:r>
              <a:rPr sz="2800" spc="5" dirty="0">
                <a:latin typeface="Cambria Math"/>
                <a:cs typeface="Cambria Math"/>
              </a:rPr>
              <a:t> </a:t>
            </a:r>
            <a:r>
              <a:rPr sz="2800" dirty="0">
                <a:latin typeface="Symbol"/>
                <a:cs typeface="Symbol"/>
              </a:rPr>
              <a:t></a:t>
            </a:r>
            <a:r>
              <a:rPr sz="2800" spc="-60" dirty="0">
                <a:latin typeface="Times New Roman"/>
                <a:cs typeface="Times New Roman"/>
              </a:rPr>
              <a:t> </a:t>
            </a:r>
            <a:r>
              <a:rPr sz="2800" spc="-100" dirty="0">
                <a:latin typeface="Cambria Math"/>
                <a:cs typeface="Cambria Math"/>
              </a:rPr>
              <a:t>𝑥</a:t>
            </a:r>
            <a:r>
              <a:rPr sz="2800" spc="-2100" dirty="0">
                <a:latin typeface="Cambria Math"/>
                <a:cs typeface="Cambria Math"/>
              </a:rPr>
              <a:t>ҧ</a:t>
            </a:r>
            <a:r>
              <a:rPr sz="2800" spc="25" dirty="0">
                <a:latin typeface="Cambria Math"/>
                <a:cs typeface="Cambria Math"/>
              </a:rPr>
              <a:t>𝑦𝑧</a:t>
            </a:r>
            <a:r>
              <a:rPr sz="2800" spc="-2265" dirty="0">
                <a:latin typeface="Cambria Math"/>
                <a:cs typeface="Cambria Math"/>
              </a:rPr>
              <a:t>ҧ</a:t>
            </a:r>
            <a:r>
              <a:rPr sz="2800" dirty="0">
                <a:latin typeface="Cambria Math"/>
                <a:cs typeface="Cambria Math"/>
              </a:rPr>
              <a:t>	</a:t>
            </a:r>
            <a:r>
              <a:rPr sz="2800" spc="-25" dirty="0">
                <a:latin typeface="Calibri"/>
                <a:cs typeface="Calibri"/>
              </a:rPr>
              <a:t>(1)</a:t>
            </a:r>
            <a:endParaRPr sz="2800">
              <a:latin typeface="Calibri"/>
              <a:cs typeface="Calibri"/>
            </a:endParaRPr>
          </a:p>
          <a:p>
            <a:pPr marL="93345">
              <a:lnSpc>
                <a:spcPct val="100000"/>
              </a:lnSpc>
              <a:spcBef>
                <a:spcPts val="675"/>
              </a:spcBef>
              <a:tabLst>
                <a:tab pos="4531995" algn="l"/>
              </a:tabLst>
            </a:pPr>
            <a:r>
              <a:rPr sz="2800" dirty="0">
                <a:latin typeface="Calibri"/>
                <a:cs typeface="Calibri"/>
              </a:rPr>
              <a:t>= </a:t>
            </a:r>
            <a:r>
              <a:rPr sz="2800" dirty="0">
                <a:latin typeface="Cambria Math"/>
                <a:cs typeface="Cambria Math"/>
              </a:rPr>
              <a:t>𝑥𝑦</a:t>
            </a:r>
            <a:r>
              <a:rPr sz="2800" spc="50" dirty="0">
                <a:latin typeface="Cambria Math"/>
                <a:cs typeface="Cambria Math"/>
              </a:rPr>
              <a:t> </a:t>
            </a:r>
            <a:r>
              <a:rPr sz="2800" dirty="0">
                <a:latin typeface="Symbol"/>
                <a:cs typeface="Symbol"/>
              </a:rPr>
              <a:t></a:t>
            </a:r>
            <a:r>
              <a:rPr sz="2800" spc="-65" dirty="0">
                <a:latin typeface="Times New Roman"/>
                <a:cs typeface="Times New Roman"/>
              </a:rPr>
              <a:t> </a:t>
            </a:r>
            <a:r>
              <a:rPr sz="2800" spc="-15" dirty="0">
                <a:latin typeface="Calibri"/>
                <a:cs typeface="Calibri"/>
              </a:rPr>
              <a:t>x</a:t>
            </a:r>
            <a:r>
              <a:rPr sz="2800" spc="25" dirty="0">
                <a:latin typeface="Cambria Math"/>
                <a:cs typeface="Cambria Math"/>
              </a:rPr>
              <a:t>𝑧</a:t>
            </a:r>
            <a:r>
              <a:rPr sz="2800" spc="-2265" dirty="0">
                <a:latin typeface="Cambria Math"/>
                <a:cs typeface="Cambria Math"/>
              </a:rPr>
              <a:t>ҧ</a:t>
            </a:r>
            <a:r>
              <a:rPr sz="2800" spc="30" dirty="0">
                <a:latin typeface="Cambria Math"/>
                <a:cs typeface="Cambria Math"/>
              </a:rPr>
              <a:t> </a:t>
            </a:r>
            <a:r>
              <a:rPr sz="2800" dirty="0">
                <a:latin typeface="Symbol"/>
                <a:cs typeface="Symbol"/>
              </a:rPr>
              <a:t></a:t>
            </a:r>
            <a:r>
              <a:rPr sz="2800" spc="-80" dirty="0">
                <a:latin typeface="Times New Roman"/>
                <a:cs typeface="Times New Roman"/>
              </a:rPr>
              <a:t> </a:t>
            </a:r>
            <a:r>
              <a:rPr sz="2800" spc="-20" dirty="0">
                <a:latin typeface="Cambria Math"/>
                <a:cs typeface="Cambria Math"/>
              </a:rPr>
              <a:t>y</a:t>
            </a:r>
            <a:r>
              <a:rPr sz="2800" spc="15" dirty="0">
                <a:latin typeface="Cambria Math"/>
                <a:cs typeface="Cambria Math"/>
              </a:rPr>
              <a:t>𝑧</a:t>
            </a:r>
            <a:r>
              <a:rPr sz="2800" spc="-2275" dirty="0">
                <a:latin typeface="Cambria Math"/>
                <a:cs typeface="Cambria Math"/>
              </a:rPr>
              <a:t>ҧ</a:t>
            </a:r>
            <a:r>
              <a:rPr sz="2800" dirty="0">
                <a:latin typeface="Cambria Math"/>
                <a:cs typeface="Cambria Math"/>
              </a:rPr>
              <a:t>	</a:t>
            </a:r>
            <a:r>
              <a:rPr sz="2800" spc="-25" dirty="0">
                <a:latin typeface="Calibri"/>
                <a:cs typeface="Calibri"/>
              </a:rPr>
              <a:t>(2)</a:t>
            </a:r>
            <a:endParaRPr sz="2800">
              <a:latin typeface="Calibri"/>
              <a:cs typeface="Calibri"/>
            </a:endParaRPr>
          </a:p>
          <a:p>
            <a:pPr>
              <a:lnSpc>
                <a:spcPct val="100000"/>
              </a:lnSpc>
              <a:spcBef>
                <a:spcPts val="1250"/>
              </a:spcBef>
            </a:pPr>
            <a:endParaRPr sz="2800">
              <a:latin typeface="Calibri"/>
              <a:cs typeface="Calibri"/>
            </a:endParaRPr>
          </a:p>
          <a:p>
            <a:pPr marL="12700">
              <a:lnSpc>
                <a:spcPct val="100000"/>
              </a:lnSpc>
            </a:pPr>
            <a:r>
              <a:rPr sz="2800" b="1" dirty="0">
                <a:latin typeface="Calibri"/>
                <a:cs typeface="Calibri"/>
              </a:rPr>
              <a:t>Công</a:t>
            </a:r>
            <a:r>
              <a:rPr sz="2800" b="1" spc="-55" dirty="0">
                <a:latin typeface="Calibri"/>
                <a:cs typeface="Calibri"/>
              </a:rPr>
              <a:t> </a:t>
            </a:r>
            <a:r>
              <a:rPr sz="2800" b="1" dirty="0">
                <a:latin typeface="Calibri"/>
                <a:cs typeface="Calibri"/>
              </a:rPr>
              <a:t>thức</a:t>
            </a:r>
            <a:r>
              <a:rPr sz="2800" b="1" spc="-40" dirty="0">
                <a:latin typeface="Calibri"/>
                <a:cs typeface="Calibri"/>
              </a:rPr>
              <a:t> </a:t>
            </a:r>
            <a:r>
              <a:rPr sz="2800" b="1" dirty="0">
                <a:latin typeface="Calibri"/>
                <a:cs typeface="Calibri"/>
              </a:rPr>
              <a:t>(2)</a:t>
            </a:r>
            <a:r>
              <a:rPr sz="2800" b="1" spc="-35" dirty="0">
                <a:latin typeface="Calibri"/>
                <a:cs typeface="Calibri"/>
              </a:rPr>
              <a:t> </a:t>
            </a:r>
            <a:r>
              <a:rPr sz="2800" b="1" dirty="0">
                <a:latin typeface="Calibri"/>
                <a:cs typeface="Calibri"/>
              </a:rPr>
              <a:t>được</a:t>
            </a:r>
            <a:r>
              <a:rPr sz="2800" b="1" spc="-60" dirty="0">
                <a:latin typeface="Calibri"/>
                <a:cs typeface="Calibri"/>
              </a:rPr>
              <a:t> </a:t>
            </a:r>
            <a:r>
              <a:rPr sz="2800" b="1" spc="-10" dirty="0">
                <a:latin typeface="Calibri"/>
                <a:cs typeface="Calibri"/>
              </a:rPr>
              <a:t>chọn.</a:t>
            </a:r>
            <a:endParaRPr sz="2800">
              <a:latin typeface="Calibri"/>
              <a:cs typeface="Calibri"/>
            </a:endParaRPr>
          </a:p>
          <a:p>
            <a:pPr marL="12700">
              <a:lnSpc>
                <a:spcPct val="100000"/>
              </a:lnSpc>
              <a:spcBef>
                <a:spcPts val="675"/>
              </a:spcBef>
            </a:pPr>
            <a:r>
              <a:rPr sz="2800" b="1" spc="-65" dirty="0">
                <a:latin typeface="Calibri"/>
                <a:cs typeface="Calibri"/>
              </a:rPr>
              <a:t>Ta</a:t>
            </a:r>
            <a:r>
              <a:rPr sz="2800" b="1" spc="-25" dirty="0">
                <a:latin typeface="Calibri"/>
                <a:cs typeface="Calibri"/>
              </a:rPr>
              <a:t> </a:t>
            </a:r>
            <a:r>
              <a:rPr sz="2800" b="1" dirty="0">
                <a:latin typeface="Calibri"/>
                <a:cs typeface="Calibri"/>
              </a:rPr>
              <a:t>nói</a:t>
            </a:r>
            <a:r>
              <a:rPr sz="2800" b="1" spc="-60" dirty="0">
                <a:latin typeface="Calibri"/>
                <a:cs typeface="Calibri"/>
              </a:rPr>
              <a:t> </a:t>
            </a:r>
            <a:r>
              <a:rPr sz="2800" b="1" dirty="0">
                <a:latin typeface="Calibri"/>
                <a:cs typeface="Calibri"/>
              </a:rPr>
              <a:t>công</a:t>
            </a:r>
            <a:r>
              <a:rPr sz="2800" b="1" spc="-65" dirty="0">
                <a:latin typeface="Calibri"/>
                <a:cs typeface="Calibri"/>
              </a:rPr>
              <a:t> </a:t>
            </a:r>
            <a:r>
              <a:rPr sz="2800" b="1" dirty="0">
                <a:latin typeface="Calibri"/>
                <a:cs typeface="Calibri"/>
              </a:rPr>
              <a:t>thức</a:t>
            </a:r>
            <a:r>
              <a:rPr sz="2800" b="1" spc="-20" dirty="0">
                <a:latin typeface="Calibri"/>
                <a:cs typeface="Calibri"/>
              </a:rPr>
              <a:t> </a:t>
            </a:r>
            <a:r>
              <a:rPr sz="2800" b="1" dirty="0">
                <a:latin typeface="Calibri"/>
                <a:cs typeface="Calibri"/>
              </a:rPr>
              <a:t>(2)</a:t>
            </a:r>
            <a:r>
              <a:rPr sz="2800" b="1" spc="-35" dirty="0">
                <a:latin typeface="Calibri"/>
                <a:cs typeface="Calibri"/>
              </a:rPr>
              <a:t> </a:t>
            </a:r>
            <a:r>
              <a:rPr sz="2800" b="1" dirty="0">
                <a:latin typeface="Calibri"/>
                <a:cs typeface="Calibri"/>
              </a:rPr>
              <a:t>đơn</a:t>
            </a:r>
            <a:r>
              <a:rPr sz="2800" b="1" spc="-50" dirty="0">
                <a:latin typeface="Calibri"/>
                <a:cs typeface="Calibri"/>
              </a:rPr>
              <a:t> </a:t>
            </a:r>
            <a:r>
              <a:rPr sz="2800" b="1" dirty="0">
                <a:latin typeface="Calibri"/>
                <a:cs typeface="Calibri"/>
              </a:rPr>
              <a:t>giản</a:t>
            </a:r>
            <a:r>
              <a:rPr sz="2800" b="1" spc="-55" dirty="0">
                <a:latin typeface="Calibri"/>
                <a:cs typeface="Calibri"/>
              </a:rPr>
              <a:t> </a:t>
            </a:r>
            <a:r>
              <a:rPr sz="2800" b="1" dirty="0">
                <a:latin typeface="Calibri"/>
                <a:cs typeface="Calibri"/>
              </a:rPr>
              <a:t>hơn</a:t>
            </a:r>
            <a:r>
              <a:rPr sz="2800" b="1" spc="-45" dirty="0">
                <a:latin typeface="Calibri"/>
                <a:cs typeface="Calibri"/>
              </a:rPr>
              <a:t> </a:t>
            </a:r>
            <a:r>
              <a:rPr sz="2800" b="1" dirty="0">
                <a:latin typeface="Calibri"/>
                <a:cs typeface="Calibri"/>
              </a:rPr>
              <a:t>công</a:t>
            </a:r>
            <a:r>
              <a:rPr sz="2800" b="1" spc="-45" dirty="0">
                <a:latin typeface="Calibri"/>
                <a:cs typeface="Calibri"/>
              </a:rPr>
              <a:t> </a:t>
            </a:r>
            <a:r>
              <a:rPr sz="2800" b="1" dirty="0">
                <a:latin typeface="Calibri"/>
                <a:cs typeface="Calibri"/>
              </a:rPr>
              <a:t>thức</a:t>
            </a:r>
            <a:r>
              <a:rPr sz="2800" b="1" spc="-40" dirty="0">
                <a:latin typeface="Calibri"/>
                <a:cs typeface="Calibri"/>
              </a:rPr>
              <a:t> </a:t>
            </a:r>
            <a:r>
              <a:rPr sz="2800" b="1" spc="-20" dirty="0">
                <a:latin typeface="Calibri"/>
                <a:cs typeface="Calibri"/>
              </a:rPr>
              <a:t>(1).</a:t>
            </a:r>
            <a:endParaRPr sz="2800">
              <a:latin typeface="Calibri"/>
              <a:cs typeface="Calibri"/>
            </a:endParaRPr>
          </a:p>
        </p:txBody>
      </p:sp>
    </p:spTree>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96240" y="391413"/>
            <a:ext cx="8243570" cy="4890770"/>
          </a:xfrm>
          <a:prstGeom prst="rect">
            <a:avLst/>
          </a:prstGeom>
        </p:spPr>
        <p:txBody>
          <a:bodyPr vert="horz" wrap="square" lIns="0" tIns="12065" rIns="0" bIns="0" rtlCol="0">
            <a:spAutoFit/>
          </a:bodyPr>
          <a:lstStyle/>
          <a:p>
            <a:pPr marL="76200" marR="184785">
              <a:lnSpc>
                <a:spcPct val="100000"/>
              </a:lnSpc>
              <a:spcBef>
                <a:spcPts val="95"/>
              </a:spcBef>
            </a:pPr>
            <a:r>
              <a:rPr sz="2800" b="1" dirty="0">
                <a:latin typeface="Calibri"/>
                <a:cs typeface="Calibri"/>
              </a:rPr>
              <a:t>4.4.5.1</a:t>
            </a:r>
            <a:r>
              <a:rPr sz="2800" b="1" spc="5" dirty="0">
                <a:latin typeface="Calibri"/>
                <a:cs typeface="Calibri"/>
              </a:rPr>
              <a:t> </a:t>
            </a:r>
            <a:r>
              <a:rPr sz="2800" b="1" dirty="0">
                <a:latin typeface="Calibri"/>
                <a:cs typeface="Calibri"/>
              </a:rPr>
              <a:t>Định</a:t>
            </a:r>
            <a:r>
              <a:rPr sz="2800" b="1" spc="-45" dirty="0">
                <a:latin typeface="Calibri"/>
                <a:cs typeface="Calibri"/>
              </a:rPr>
              <a:t> </a:t>
            </a:r>
            <a:r>
              <a:rPr sz="2800" b="1" dirty="0">
                <a:latin typeface="Calibri"/>
                <a:cs typeface="Calibri"/>
              </a:rPr>
              <a:t>nghĩa</a:t>
            </a:r>
            <a:r>
              <a:rPr sz="2800" b="1" spc="-35" dirty="0">
                <a:latin typeface="Calibri"/>
                <a:cs typeface="Calibri"/>
              </a:rPr>
              <a:t> </a:t>
            </a:r>
            <a:r>
              <a:rPr sz="2800" b="1" dirty="0">
                <a:latin typeface="Calibri"/>
                <a:cs typeface="Calibri"/>
              </a:rPr>
              <a:t>:</a:t>
            </a:r>
            <a:r>
              <a:rPr sz="2800" b="1" spc="-25" dirty="0">
                <a:latin typeface="Calibri"/>
                <a:cs typeface="Calibri"/>
              </a:rPr>
              <a:t> </a:t>
            </a:r>
            <a:r>
              <a:rPr sz="2800" dirty="0">
                <a:latin typeface="Calibri"/>
                <a:cs typeface="Calibri"/>
              </a:rPr>
              <a:t>Cho</a:t>
            </a:r>
            <a:r>
              <a:rPr sz="2800" spc="-40" dirty="0">
                <a:latin typeface="Calibri"/>
                <a:cs typeface="Calibri"/>
              </a:rPr>
              <a:t> </a:t>
            </a:r>
            <a:r>
              <a:rPr sz="2800" dirty="0">
                <a:latin typeface="Calibri"/>
                <a:cs typeface="Calibri"/>
              </a:rPr>
              <a:t>hàm</a:t>
            </a:r>
            <a:r>
              <a:rPr sz="2800" spc="-30" dirty="0">
                <a:latin typeface="Calibri"/>
                <a:cs typeface="Calibri"/>
              </a:rPr>
              <a:t> </a:t>
            </a:r>
            <a:r>
              <a:rPr sz="2800" dirty="0">
                <a:latin typeface="Calibri"/>
                <a:cs typeface="Calibri"/>
              </a:rPr>
              <a:t>Bool</a:t>
            </a:r>
            <a:r>
              <a:rPr sz="2800" spc="-45" dirty="0">
                <a:latin typeface="Calibri"/>
                <a:cs typeface="Calibri"/>
              </a:rPr>
              <a:t> </a:t>
            </a:r>
            <a:r>
              <a:rPr sz="2800" dirty="0">
                <a:latin typeface="Calibri"/>
                <a:cs typeface="Calibri"/>
              </a:rPr>
              <a:t>f</a:t>
            </a:r>
            <a:r>
              <a:rPr sz="2800" spc="-50" dirty="0">
                <a:latin typeface="Calibri"/>
                <a:cs typeface="Calibri"/>
              </a:rPr>
              <a:t> </a:t>
            </a:r>
            <a:r>
              <a:rPr sz="2800" dirty="0">
                <a:latin typeface="Calibri"/>
                <a:cs typeface="Calibri"/>
              </a:rPr>
              <a:t>được</a:t>
            </a:r>
            <a:r>
              <a:rPr sz="2800" spc="-30" dirty="0">
                <a:latin typeface="Calibri"/>
                <a:cs typeface="Calibri"/>
              </a:rPr>
              <a:t> </a:t>
            </a:r>
            <a:r>
              <a:rPr sz="2800" dirty="0">
                <a:latin typeface="Calibri"/>
                <a:cs typeface="Calibri"/>
              </a:rPr>
              <a:t>biểu</a:t>
            </a:r>
            <a:r>
              <a:rPr sz="2800" spc="-25" dirty="0">
                <a:latin typeface="Calibri"/>
                <a:cs typeface="Calibri"/>
              </a:rPr>
              <a:t> </a:t>
            </a:r>
            <a:r>
              <a:rPr sz="2800" dirty="0">
                <a:latin typeface="Calibri"/>
                <a:cs typeface="Calibri"/>
              </a:rPr>
              <a:t>diễn</a:t>
            </a:r>
            <a:r>
              <a:rPr sz="2800" spc="-25" dirty="0">
                <a:latin typeface="Calibri"/>
                <a:cs typeface="Calibri"/>
              </a:rPr>
              <a:t> bởi </a:t>
            </a:r>
            <a:r>
              <a:rPr sz="2800" dirty="0">
                <a:latin typeface="Calibri"/>
                <a:cs typeface="Calibri"/>
              </a:rPr>
              <a:t>hai</a:t>
            </a:r>
            <a:r>
              <a:rPr sz="2800" spc="-60" dirty="0">
                <a:latin typeface="Calibri"/>
                <a:cs typeface="Calibri"/>
              </a:rPr>
              <a:t> </a:t>
            </a:r>
            <a:r>
              <a:rPr sz="2800" dirty="0">
                <a:latin typeface="Calibri"/>
                <a:cs typeface="Calibri"/>
              </a:rPr>
              <a:t>công</a:t>
            </a:r>
            <a:r>
              <a:rPr sz="2800" spc="-60" dirty="0">
                <a:latin typeface="Calibri"/>
                <a:cs typeface="Calibri"/>
              </a:rPr>
              <a:t> </a:t>
            </a:r>
            <a:r>
              <a:rPr sz="2800" spc="-20" dirty="0">
                <a:latin typeface="Calibri"/>
                <a:cs typeface="Calibri"/>
              </a:rPr>
              <a:t>thức</a:t>
            </a:r>
            <a:endParaRPr sz="2800">
              <a:latin typeface="Calibri"/>
              <a:cs typeface="Calibri"/>
            </a:endParaRPr>
          </a:p>
          <a:p>
            <a:pPr marR="2624455" algn="r">
              <a:lnSpc>
                <a:spcPct val="100000"/>
              </a:lnSpc>
              <a:spcBef>
                <a:spcPts val="705"/>
              </a:spcBef>
              <a:tabLst>
                <a:tab pos="4168140" algn="l"/>
              </a:tabLst>
            </a:pPr>
            <a:r>
              <a:rPr sz="2800" dirty="0">
                <a:latin typeface="Calibri"/>
                <a:cs typeface="Calibri"/>
              </a:rPr>
              <a:t>f</a:t>
            </a:r>
            <a:r>
              <a:rPr sz="2800" spc="-25" dirty="0">
                <a:latin typeface="Calibri"/>
                <a:cs typeface="Calibri"/>
              </a:rPr>
              <a:t> </a:t>
            </a:r>
            <a:r>
              <a:rPr sz="2800" dirty="0">
                <a:latin typeface="Calibri"/>
                <a:cs typeface="Calibri"/>
              </a:rPr>
              <a:t>= m</a:t>
            </a:r>
            <a:r>
              <a:rPr sz="2775" baseline="-21021" dirty="0">
                <a:latin typeface="Calibri"/>
                <a:cs typeface="Calibri"/>
              </a:rPr>
              <a:t>1</a:t>
            </a:r>
            <a:r>
              <a:rPr sz="2800" dirty="0">
                <a:latin typeface="Symbol"/>
                <a:cs typeface="Symbol"/>
              </a:rPr>
              <a:t></a:t>
            </a:r>
            <a:r>
              <a:rPr sz="2800" spc="-60" dirty="0">
                <a:latin typeface="Times New Roman"/>
                <a:cs typeface="Times New Roman"/>
              </a:rPr>
              <a:t> </a:t>
            </a:r>
            <a:r>
              <a:rPr sz="2800" dirty="0">
                <a:latin typeface="Calibri"/>
                <a:cs typeface="Calibri"/>
              </a:rPr>
              <a:t>m</a:t>
            </a:r>
            <a:r>
              <a:rPr sz="2775" baseline="-21021" dirty="0">
                <a:latin typeface="Calibri"/>
                <a:cs typeface="Calibri"/>
              </a:rPr>
              <a:t>2</a:t>
            </a:r>
            <a:r>
              <a:rPr sz="2800" dirty="0">
                <a:latin typeface="Symbol"/>
                <a:cs typeface="Symbol"/>
              </a:rPr>
              <a:t></a:t>
            </a:r>
            <a:r>
              <a:rPr sz="2800" spc="-100" dirty="0">
                <a:latin typeface="Times New Roman"/>
                <a:cs typeface="Times New Roman"/>
              </a:rPr>
              <a:t> </a:t>
            </a:r>
            <a:r>
              <a:rPr sz="2800" dirty="0">
                <a:latin typeface="Calibri"/>
                <a:cs typeface="Calibri"/>
              </a:rPr>
              <a:t>m</a:t>
            </a:r>
            <a:r>
              <a:rPr sz="2775" baseline="-21021" dirty="0">
                <a:latin typeface="Calibri"/>
                <a:cs typeface="Calibri"/>
              </a:rPr>
              <a:t>3</a:t>
            </a:r>
            <a:r>
              <a:rPr sz="2775" spc="300" baseline="-21021" dirty="0">
                <a:latin typeface="Calibri"/>
                <a:cs typeface="Calibri"/>
              </a:rPr>
              <a:t> </a:t>
            </a:r>
            <a:r>
              <a:rPr sz="2800" dirty="0">
                <a:latin typeface="Symbol"/>
                <a:cs typeface="Symbol"/>
              </a:rPr>
              <a:t></a:t>
            </a:r>
            <a:r>
              <a:rPr sz="2800" spc="-90" dirty="0">
                <a:latin typeface="Times New Roman"/>
                <a:cs typeface="Times New Roman"/>
              </a:rPr>
              <a:t> </a:t>
            </a:r>
            <a:r>
              <a:rPr sz="2800" dirty="0">
                <a:latin typeface="Calibri"/>
                <a:cs typeface="Calibri"/>
              </a:rPr>
              <a:t>.</a:t>
            </a:r>
            <a:r>
              <a:rPr sz="2800" spc="-5" dirty="0">
                <a:latin typeface="Calibri"/>
                <a:cs typeface="Calibri"/>
              </a:rPr>
              <a:t> </a:t>
            </a:r>
            <a:r>
              <a:rPr sz="2800" dirty="0">
                <a:latin typeface="Calibri"/>
                <a:cs typeface="Calibri"/>
              </a:rPr>
              <a:t>.</a:t>
            </a:r>
            <a:r>
              <a:rPr sz="2800" spc="-20" dirty="0">
                <a:latin typeface="Calibri"/>
                <a:cs typeface="Calibri"/>
              </a:rPr>
              <a:t> </a:t>
            </a:r>
            <a:r>
              <a:rPr sz="2800" dirty="0">
                <a:latin typeface="Calibri"/>
                <a:cs typeface="Calibri"/>
              </a:rPr>
              <a:t>.</a:t>
            </a:r>
            <a:r>
              <a:rPr sz="2800" spc="5" dirty="0">
                <a:latin typeface="Calibri"/>
                <a:cs typeface="Calibri"/>
              </a:rPr>
              <a:t> </a:t>
            </a:r>
            <a:r>
              <a:rPr sz="2800" dirty="0">
                <a:latin typeface="Symbol"/>
                <a:cs typeface="Symbol"/>
              </a:rPr>
              <a:t></a:t>
            </a:r>
            <a:r>
              <a:rPr sz="2800" spc="-75" dirty="0">
                <a:latin typeface="Times New Roman"/>
                <a:cs typeface="Times New Roman"/>
              </a:rPr>
              <a:t> </a:t>
            </a:r>
            <a:r>
              <a:rPr sz="2800" spc="-25" dirty="0">
                <a:latin typeface="Calibri"/>
                <a:cs typeface="Calibri"/>
              </a:rPr>
              <a:t>m</a:t>
            </a:r>
            <a:r>
              <a:rPr sz="2775" spc="-37" baseline="-21021" dirty="0">
                <a:latin typeface="Calibri"/>
                <a:cs typeface="Calibri"/>
              </a:rPr>
              <a:t>p</a:t>
            </a:r>
            <a:r>
              <a:rPr sz="2775" baseline="-21021" dirty="0">
                <a:latin typeface="Calibri"/>
                <a:cs typeface="Calibri"/>
              </a:rPr>
              <a:t>	</a:t>
            </a:r>
            <a:r>
              <a:rPr sz="2800" spc="-25" dirty="0">
                <a:latin typeface="Calibri"/>
                <a:cs typeface="Calibri"/>
              </a:rPr>
              <a:t>(1)</a:t>
            </a:r>
            <a:endParaRPr sz="2800">
              <a:latin typeface="Calibri"/>
              <a:cs typeface="Calibri"/>
            </a:endParaRPr>
          </a:p>
          <a:p>
            <a:pPr marR="2620010" algn="r">
              <a:lnSpc>
                <a:spcPct val="100000"/>
              </a:lnSpc>
              <a:spcBef>
                <a:spcPts val="680"/>
              </a:spcBef>
              <a:tabLst>
                <a:tab pos="3929379" algn="l"/>
              </a:tabLst>
            </a:pPr>
            <a:r>
              <a:rPr sz="2800" dirty="0">
                <a:latin typeface="Calibri"/>
                <a:cs typeface="Calibri"/>
              </a:rPr>
              <a:t>=</a:t>
            </a:r>
            <a:r>
              <a:rPr sz="2800" spc="-10" dirty="0">
                <a:latin typeface="Calibri"/>
                <a:cs typeface="Calibri"/>
              </a:rPr>
              <a:t> </a:t>
            </a:r>
            <a:r>
              <a:rPr sz="2800" dirty="0">
                <a:latin typeface="Calibri"/>
                <a:cs typeface="Calibri"/>
              </a:rPr>
              <a:t>M</a:t>
            </a:r>
            <a:r>
              <a:rPr sz="2775" baseline="-21021" dirty="0">
                <a:latin typeface="Calibri"/>
                <a:cs typeface="Calibri"/>
              </a:rPr>
              <a:t>1</a:t>
            </a:r>
            <a:r>
              <a:rPr sz="2800" dirty="0">
                <a:latin typeface="Symbol"/>
                <a:cs typeface="Symbol"/>
              </a:rPr>
              <a:t></a:t>
            </a:r>
            <a:r>
              <a:rPr sz="2800" spc="-65" dirty="0">
                <a:latin typeface="Times New Roman"/>
                <a:cs typeface="Times New Roman"/>
              </a:rPr>
              <a:t> </a:t>
            </a:r>
            <a:r>
              <a:rPr sz="2800" dirty="0">
                <a:latin typeface="Calibri"/>
                <a:cs typeface="Calibri"/>
              </a:rPr>
              <a:t>M</a:t>
            </a:r>
            <a:r>
              <a:rPr sz="2775" baseline="-21021" dirty="0">
                <a:latin typeface="Calibri"/>
                <a:cs typeface="Calibri"/>
              </a:rPr>
              <a:t>2</a:t>
            </a:r>
            <a:r>
              <a:rPr sz="2800" dirty="0">
                <a:latin typeface="Symbol"/>
                <a:cs typeface="Symbol"/>
              </a:rPr>
              <a:t></a:t>
            </a:r>
            <a:r>
              <a:rPr sz="2800" spc="-70" dirty="0">
                <a:latin typeface="Times New Roman"/>
                <a:cs typeface="Times New Roman"/>
              </a:rPr>
              <a:t> </a:t>
            </a:r>
            <a:r>
              <a:rPr sz="2800" dirty="0">
                <a:latin typeface="Calibri"/>
                <a:cs typeface="Calibri"/>
              </a:rPr>
              <a:t>M</a:t>
            </a:r>
            <a:r>
              <a:rPr sz="2775" baseline="-21021" dirty="0">
                <a:latin typeface="Calibri"/>
                <a:cs typeface="Calibri"/>
              </a:rPr>
              <a:t>3</a:t>
            </a:r>
            <a:r>
              <a:rPr sz="2775" spc="-7" baseline="-21021" dirty="0">
                <a:latin typeface="Calibri"/>
                <a:cs typeface="Calibri"/>
              </a:rPr>
              <a:t> </a:t>
            </a:r>
            <a:r>
              <a:rPr sz="2800" dirty="0">
                <a:latin typeface="Symbol"/>
                <a:cs typeface="Symbol"/>
              </a:rPr>
              <a:t></a:t>
            </a:r>
            <a:r>
              <a:rPr sz="2800" spc="-80" dirty="0">
                <a:latin typeface="Times New Roman"/>
                <a:cs typeface="Times New Roman"/>
              </a:rPr>
              <a:t> </a:t>
            </a:r>
            <a:r>
              <a:rPr sz="2800" dirty="0">
                <a:latin typeface="Calibri"/>
                <a:cs typeface="Calibri"/>
              </a:rPr>
              <a:t>.</a:t>
            </a:r>
            <a:r>
              <a:rPr sz="2800" spc="-25" dirty="0">
                <a:latin typeface="Calibri"/>
                <a:cs typeface="Calibri"/>
              </a:rPr>
              <a:t> </a:t>
            </a:r>
            <a:r>
              <a:rPr sz="2800" dirty="0">
                <a:latin typeface="Calibri"/>
                <a:cs typeface="Calibri"/>
              </a:rPr>
              <a:t>. .</a:t>
            </a:r>
            <a:r>
              <a:rPr sz="2800" spc="-10" dirty="0">
                <a:latin typeface="Calibri"/>
                <a:cs typeface="Calibri"/>
              </a:rPr>
              <a:t> </a:t>
            </a:r>
            <a:r>
              <a:rPr sz="2800" dirty="0">
                <a:latin typeface="Symbol"/>
                <a:cs typeface="Symbol"/>
              </a:rPr>
              <a:t></a:t>
            </a:r>
            <a:r>
              <a:rPr sz="2800" spc="-80" dirty="0">
                <a:latin typeface="Times New Roman"/>
                <a:cs typeface="Times New Roman"/>
              </a:rPr>
              <a:t> </a:t>
            </a:r>
            <a:r>
              <a:rPr sz="2800" spc="-25" dirty="0">
                <a:latin typeface="Calibri"/>
                <a:cs typeface="Calibri"/>
              </a:rPr>
              <a:t>M</a:t>
            </a:r>
            <a:r>
              <a:rPr sz="2775" spc="-37" baseline="-21021" dirty="0">
                <a:latin typeface="Calibri"/>
                <a:cs typeface="Calibri"/>
              </a:rPr>
              <a:t>q</a:t>
            </a:r>
            <a:r>
              <a:rPr sz="2775" baseline="-21021" dirty="0">
                <a:latin typeface="Calibri"/>
                <a:cs typeface="Calibri"/>
              </a:rPr>
              <a:t>	</a:t>
            </a:r>
            <a:r>
              <a:rPr sz="2800" spc="-25" dirty="0">
                <a:latin typeface="Calibri"/>
                <a:cs typeface="Calibri"/>
              </a:rPr>
              <a:t>(2)</a:t>
            </a:r>
            <a:endParaRPr sz="2800">
              <a:latin typeface="Calibri"/>
              <a:cs typeface="Calibri"/>
            </a:endParaRPr>
          </a:p>
          <a:p>
            <a:pPr marL="76200">
              <a:lnSpc>
                <a:spcPct val="100000"/>
              </a:lnSpc>
              <a:spcBef>
                <a:spcPts val="635"/>
              </a:spcBef>
              <a:tabLst>
                <a:tab pos="791210" algn="l"/>
                <a:tab pos="2324100" algn="l"/>
              </a:tabLst>
            </a:pPr>
            <a:r>
              <a:rPr sz="2800" spc="-25" dirty="0">
                <a:latin typeface="Calibri"/>
                <a:cs typeface="Calibri"/>
              </a:rPr>
              <a:t>Với</a:t>
            </a:r>
            <a:r>
              <a:rPr sz="2800" dirty="0">
                <a:latin typeface="Calibri"/>
                <a:cs typeface="Calibri"/>
              </a:rPr>
              <a:t>	m</a:t>
            </a:r>
            <a:r>
              <a:rPr sz="2775" baseline="-21021" dirty="0">
                <a:latin typeface="Calibri"/>
                <a:cs typeface="Calibri"/>
              </a:rPr>
              <a:t>i</a:t>
            </a:r>
            <a:r>
              <a:rPr sz="2775" spc="292" baseline="-21021" dirty="0">
                <a:latin typeface="Calibri"/>
                <a:cs typeface="Calibri"/>
              </a:rPr>
              <a:t> </a:t>
            </a:r>
            <a:r>
              <a:rPr sz="2800" dirty="0">
                <a:latin typeface="Calibri"/>
                <a:cs typeface="Calibri"/>
              </a:rPr>
              <a:t>=</a:t>
            </a:r>
            <a:r>
              <a:rPr sz="2800" spc="-5" dirty="0">
                <a:latin typeface="Calibri"/>
                <a:cs typeface="Calibri"/>
              </a:rPr>
              <a:t> </a:t>
            </a:r>
            <a:r>
              <a:rPr sz="2800" spc="-10" dirty="0">
                <a:latin typeface="Calibri"/>
                <a:cs typeface="Calibri"/>
              </a:rPr>
              <a:t>x</a:t>
            </a:r>
            <a:r>
              <a:rPr sz="2775" spc="-15" baseline="-21021" dirty="0">
                <a:latin typeface="Calibri"/>
                <a:cs typeface="Calibri"/>
              </a:rPr>
              <a:t>1</a:t>
            </a:r>
            <a:r>
              <a:rPr sz="2800" spc="-10" dirty="0">
                <a:latin typeface="Calibri"/>
                <a:cs typeface="Calibri"/>
              </a:rPr>
              <a:t>..x</a:t>
            </a:r>
            <a:r>
              <a:rPr sz="2775" spc="-15" baseline="-21021" dirty="0">
                <a:latin typeface="Calibri"/>
                <a:cs typeface="Calibri"/>
              </a:rPr>
              <a:t>k</a:t>
            </a:r>
            <a:r>
              <a:rPr sz="2775" baseline="-21021"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M</a:t>
            </a:r>
            <a:r>
              <a:rPr sz="2775" baseline="-21021" dirty="0">
                <a:latin typeface="Calibri"/>
                <a:cs typeface="Calibri"/>
              </a:rPr>
              <a:t>j</a:t>
            </a:r>
            <a:r>
              <a:rPr sz="2775" spc="315" baseline="-21021" dirty="0">
                <a:latin typeface="Calibri"/>
                <a:cs typeface="Calibri"/>
              </a:rPr>
              <a:t> </a:t>
            </a:r>
            <a:r>
              <a:rPr sz="2800" dirty="0">
                <a:latin typeface="Calibri"/>
                <a:cs typeface="Calibri"/>
              </a:rPr>
              <a:t>=</a:t>
            </a:r>
            <a:r>
              <a:rPr sz="2800" spc="-20" dirty="0">
                <a:latin typeface="Calibri"/>
                <a:cs typeface="Calibri"/>
              </a:rPr>
              <a:t> </a:t>
            </a:r>
            <a:r>
              <a:rPr sz="2800" spc="-10" dirty="0">
                <a:latin typeface="Calibri"/>
                <a:cs typeface="Calibri"/>
              </a:rPr>
              <a:t>y</a:t>
            </a:r>
            <a:r>
              <a:rPr sz="2775" spc="-15" baseline="-21021" dirty="0">
                <a:latin typeface="Calibri"/>
                <a:cs typeface="Calibri"/>
              </a:rPr>
              <a:t>1</a:t>
            </a:r>
            <a:r>
              <a:rPr sz="2800" spc="-10" dirty="0">
                <a:latin typeface="Calibri"/>
                <a:cs typeface="Calibri"/>
              </a:rPr>
              <a:t>..y</a:t>
            </a:r>
            <a:r>
              <a:rPr sz="2775" spc="-15" baseline="-21021" dirty="0">
                <a:latin typeface="Calibri"/>
                <a:cs typeface="Calibri"/>
              </a:rPr>
              <a:t>n</a:t>
            </a:r>
            <a:r>
              <a:rPr sz="2800" spc="-10" dirty="0">
                <a:latin typeface="Calibri"/>
                <a:cs typeface="Calibri"/>
              </a:rPr>
              <a:t>.</a:t>
            </a:r>
            <a:endParaRPr sz="2800">
              <a:latin typeface="Calibri"/>
              <a:cs typeface="Calibri"/>
            </a:endParaRPr>
          </a:p>
          <a:p>
            <a:pPr marL="76200">
              <a:lnSpc>
                <a:spcPct val="100000"/>
              </a:lnSpc>
              <a:spcBef>
                <a:spcPts val="670"/>
              </a:spcBef>
            </a:pPr>
            <a:r>
              <a:rPr sz="2800" b="1" spc="-75" dirty="0">
                <a:latin typeface="Calibri"/>
                <a:cs typeface="Calibri"/>
              </a:rPr>
              <a:t>Ta</a:t>
            </a:r>
            <a:r>
              <a:rPr sz="2800" b="1" spc="-30" dirty="0">
                <a:latin typeface="Calibri"/>
                <a:cs typeface="Calibri"/>
              </a:rPr>
              <a:t> </a:t>
            </a:r>
            <a:r>
              <a:rPr sz="2800" b="1" dirty="0">
                <a:latin typeface="Calibri"/>
                <a:cs typeface="Calibri"/>
              </a:rPr>
              <a:t>nói</a:t>
            </a:r>
            <a:r>
              <a:rPr sz="2800" b="1" spc="-60" dirty="0">
                <a:latin typeface="Calibri"/>
                <a:cs typeface="Calibri"/>
              </a:rPr>
              <a:t> </a:t>
            </a:r>
            <a:r>
              <a:rPr sz="2800" b="1" dirty="0">
                <a:latin typeface="Calibri"/>
                <a:cs typeface="Calibri"/>
              </a:rPr>
              <a:t>công</a:t>
            </a:r>
            <a:r>
              <a:rPr sz="2800" b="1" spc="-65" dirty="0">
                <a:latin typeface="Calibri"/>
                <a:cs typeface="Calibri"/>
              </a:rPr>
              <a:t> </a:t>
            </a:r>
            <a:r>
              <a:rPr sz="2800" b="1" dirty="0">
                <a:latin typeface="Calibri"/>
                <a:cs typeface="Calibri"/>
              </a:rPr>
              <a:t>thức</a:t>
            </a:r>
            <a:r>
              <a:rPr sz="2800" b="1" spc="-30" dirty="0">
                <a:latin typeface="Calibri"/>
                <a:cs typeface="Calibri"/>
              </a:rPr>
              <a:t> </a:t>
            </a:r>
            <a:r>
              <a:rPr sz="2800" b="1" dirty="0">
                <a:latin typeface="Calibri"/>
                <a:cs typeface="Calibri"/>
              </a:rPr>
              <a:t>(2)</a:t>
            </a:r>
            <a:r>
              <a:rPr sz="2800" b="1" spc="-35" dirty="0">
                <a:latin typeface="Calibri"/>
                <a:cs typeface="Calibri"/>
              </a:rPr>
              <a:t> </a:t>
            </a:r>
            <a:r>
              <a:rPr sz="2800" b="1" dirty="0">
                <a:latin typeface="Calibri"/>
                <a:cs typeface="Calibri"/>
              </a:rPr>
              <a:t>đơn</a:t>
            </a:r>
            <a:r>
              <a:rPr sz="2800" b="1" spc="-50" dirty="0">
                <a:latin typeface="Calibri"/>
                <a:cs typeface="Calibri"/>
              </a:rPr>
              <a:t> </a:t>
            </a:r>
            <a:r>
              <a:rPr sz="2800" b="1" dirty="0">
                <a:latin typeface="Calibri"/>
                <a:cs typeface="Calibri"/>
              </a:rPr>
              <a:t>giản</a:t>
            </a:r>
            <a:r>
              <a:rPr sz="2800" b="1" spc="-40" dirty="0">
                <a:latin typeface="Calibri"/>
                <a:cs typeface="Calibri"/>
              </a:rPr>
              <a:t> </a:t>
            </a:r>
            <a:r>
              <a:rPr sz="2800" b="1" dirty="0">
                <a:latin typeface="Calibri"/>
                <a:cs typeface="Calibri"/>
              </a:rPr>
              <a:t>hơn</a:t>
            </a:r>
            <a:r>
              <a:rPr sz="2800" b="1" spc="-50" dirty="0">
                <a:latin typeface="Calibri"/>
                <a:cs typeface="Calibri"/>
              </a:rPr>
              <a:t> </a:t>
            </a:r>
            <a:r>
              <a:rPr sz="2800" b="1" dirty="0">
                <a:latin typeface="Calibri"/>
                <a:cs typeface="Calibri"/>
              </a:rPr>
              <a:t>công</a:t>
            </a:r>
            <a:r>
              <a:rPr sz="2800" b="1" spc="-50" dirty="0">
                <a:latin typeface="Calibri"/>
                <a:cs typeface="Calibri"/>
              </a:rPr>
              <a:t> </a:t>
            </a:r>
            <a:r>
              <a:rPr sz="2800" b="1" dirty="0">
                <a:latin typeface="Calibri"/>
                <a:cs typeface="Calibri"/>
              </a:rPr>
              <a:t>thức</a:t>
            </a:r>
            <a:r>
              <a:rPr sz="2800" b="1" spc="-45" dirty="0">
                <a:latin typeface="Calibri"/>
                <a:cs typeface="Calibri"/>
              </a:rPr>
              <a:t> </a:t>
            </a:r>
            <a:r>
              <a:rPr sz="2800" b="1" dirty="0">
                <a:latin typeface="Calibri"/>
                <a:cs typeface="Calibri"/>
              </a:rPr>
              <a:t>(1)</a:t>
            </a:r>
            <a:r>
              <a:rPr sz="2800" b="1" spc="-30" dirty="0">
                <a:latin typeface="Calibri"/>
                <a:cs typeface="Calibri"/>
              </a:rPr>
              <a:t> </a:t>
            </a:r>
            <a:r>
              <a:rPr sz="2800" b="1" spc="-25" dirty="0">
                <a:latin typeface="Calibri"/>
                <a:cs typeface="Calibri"/>
              </a:rPr>
              <a:t>nếu</a:t>
            </a:r>
            <a:endParaRPr sz="2800">
              <a:latin typeface="Calibri"/>
              <a:cs typeface="Calibri"/>
            </a:endParaRPr>
          </a:p>
          <a:p>
            <a:pPr marL="76200" marR="55880">
              <a:lnSpc>
                <a:spcPct val="100000"/>
              </a:lnSpc>
              <a:spcBef>
                <a:spcPts val="675"/>
              </a:spcBef>
            </a:pPr>
            <a:r>
              <a:rPr sz="2800" b="1" dirty="0">
                <a:latin typeface="Calibri"/>
                <a:cs typeface="Calibri"/>
              </a:rPr>
              <a:t>có</a:t>
            </a:r>
            <a:r>
              <a:rPr sz="2800" b="1" spc="-35" dirty="0">
                <a:latin typeface="Calibri"/>
                <a:cs typeface="Calibri"/>
              </a:rPr>
              <a:t> </a:t>
            </a:r>
            <a:r>
              <a:rPr sz="2800" b="1" dirty="0">
                <a:latin typeface="Calibri"/>
                <a:cs typeface="Calibri"/>
              </a:rPr>
              <a:t>m</a:t>
            </a:r>
            <a:r>
              <a:rPr sz="2775" b="1" baseline="-21021" dirty="0">
                <a:latin typeface="Calibri"/>
                <a:cs typeface="Calibri"/>
              </a:rPr>
              <a:t>i</a:t>
            </a:r>
            <a:r>
              <a:rPr sz="2775" b="1" spc="277" baseline="-21021" dirty="0">
                <a:latin typeface="Calibri"/>
                <a:cs typeface="Calibri"/>
              </a:rPr>
              <a:t> </a:t>
            </a:r>
            <a:r>
              <a:rPr sz="2800" b="1" dirty="0">
                <a:latin typeface="Calibri"/>
                <a:cs typeface="Calibri"/>
              </a:rPr>
              <a:t>có</a:t>
            </a:r>
            <a:r>
              <a:rPr sz="2800" b="1" spc="-30" dirty="0">
                <a:latin typeface="Calibri"/>
                <a:cs typeface="Calibri"/>
              </a:rPr>
              <a:t> </a:t>
            </a:r>
            <a:r>
              <a:rPr sz="2800" b="1" dirty="0">
                <a:latin typeface="Calibri"/>
                <a:cs typeface="Calibri"/>
              </a:rPr>
              <a:t>số</a:t>
            </a:r>
            <a:r>
              <a:rPr sz="2800" b="1" spc="-20" dirty="0">
                <a:latin typeface="Calibri"/>
                <a:cs typeface="Calibri"/>
              </a:rPr>
              <a:t> </a:t>
            </a:r>
            <a:r>
              <a:rPr sz="2800" b="1" dirty="0">
                <a:latin typeface="Calibri"/>
                <a:cs typeface="Calibri"/>
              </a:rPr>
              <a:t>biến</a:t>
            </a:r>
            <a:r>
              <a:rPr sz="2800" b="1" spc="-20" dirty="0">
                <a:latin typeface="Calibri"/>
                <a:cs typeface="Calibri"/>
              </a:rPr>
              <a:t> </a:t>
            </a:r>
            <a:r>
              <a:rPr sz="2800" b="1" dirty="0">
                <a:latin typeface="Calibri"/>
                <a:cs typeface="Calibri"/>
              </a:rPr>
              <a:t>≥</a:t>
            </a:r>
            <a:r>
              <a:rPr sz="2800" b="1" spc="-10" dirty="0">
                <a:latin typeface="Calibri"/>
                <a:cs typeface="Calibri"/>
              </a:rPr>
              <a:t> </a:t>
            </a:r>
            <a:r>
              <a:rPr sz="2800" b="1" dirty="0">
                <a:latin typeface="Calibri"/>
                <a:cs typeface="Calibri"/>
              </a:rPr>
              <a:t>số</a:t>
            </a:r>
            <a:r>
              <a:rPr sz="2800" b="1" spc="-20" dirty="0">
                <a:latin typeface="Calibri"/>
                <a:cs typeface="Calibri"/>
              </a:rPr>
              <a:t> </a:t>
            </a:r>
            <a:r>
              <a:rPr sz="2800" b="1" dirty="0">
                <a:latin typeface="Calibri"/>
                <a:cs typeface="Calibri"/>
              </a:rPr>
              <a:t>biến</a:t>
            </a:r>
            <a:r>
              <a:rPr sz="2800" b="1" spc="-20" dirty="0">
                <a:latin typeface="Calibri"/>
                <a:cs typeface="Calibri"/>
              </a:rPr>
              <a:t> </a:t>
            </a:r>
            <a:r>
              <a:rPr sz="2800" b="1" dirty="0">
                <a:latin typeface="Calibri"/>
                <a:cs typeface="Calibri"/>
              </a:rPr>
              <a:t>M</a:t>
            </a:r>
            <a:r>
              <a:rPr sz="2775" b="1" baseline="-21021" dirty="0">
                <a:latin typeface="Calibri"/>
                <a:cs typeface="Calibri"/>
              </a:rPr>
              <a:t>1</a:t>
            </a:r>
            <a:r>
              <a:rPr sz="2775" b="1" spc="277" baseline="-21021" dirty="0">
                <a:latin typeface="Calibri"/>
                <a:cs typeface="Calibri"/>
              </a:rPr>
              <a:t> </a:t>
            </a:r>
            <a:r>
              <a:rPr sz="2800" b="1" dirty="0">
                <a:latin typeface="Calibri"/>
                <a:cs typeface="Calibri"/>
              </a:rPr>
              <a:t>,</a:t>
            </a:r>
            <a:r>
              <a:rPr sz="2800" b="1" spc="-10" dirty="0">
                <a:latin typeface="Calibri"/>
                <a:cs typeface="Calibri"/>
              </a:rPr>
              <a:t> </a:t>
            </a:r>
            <a:r>
              <a:rPr sz="2800" b="1" dirty="0">
                <a:latin typeface="Calibri"/>
                <a:cs typeface="Calibri"/>
              </a:rPr>
              <a:t>có</a:t>
            </a:r>
            <a:r>
              <a:rPr sz="2800" b="1" spc="-30" dirty="0">
                <a:latin typeface="Calibri"/>
                <a:cs typeface="Calibri"/>
              </a:rPr>
              <a:t> </a:t>
            </a:r>
            <a:r>
              <a:rPr sz="2800" b="1" dirty="0">
                <a:latin typeface="Calibri"/>
                <a:cs typeface="Calibri"/>
              </a:rPr>
              <a:t>m</a:t>
            </a:r>
            <a:r>
              <a:rPr sz="2775" b="1" baseline="-21021" dirty="0">
                <a:latin typeface="Calibri"/>
                <a:cs typeface="Calibri"/>
              </a:rPr>
              <a:t>j</a:t>
            </a:r>
            <a:r>
              <a:rPr sz="2775" b="1" spc="277" baseline="-21021" dirty="0">
                <a:latin typeface="Calibri"/>
                <a:cs typeface="Calibri"/>
              </a:rPr>
              <a:t> </a:t>
            </a:r>
            <a:r>
              <a:rPr sz="2800" b="1" dirty="0">
                <a:latin typeface="Calibri"/>
                <a:cs typeface="Calibri"/>
              </a:rPr>
              <a:t>≠</a:t>
            </a:r>
            <a:r>
              <a:rPr sz="2800" b="1" spc="-10" dirty="0">
                <a:latin typeface="Calibri"/>
                <a:cs typeface="Calibri"/>
              </a:rPr>
              <a:t> </a:t>
            </a:r>
            <a:r>
              <a:rPr sz="2800" b="1" dirty="0">
                <a:latin typeface="Calibri"/>
                <a:cs typeface="Calibri"/>
              </a:rPr>
              <a:t>m</a:t>
            </a:r>
            <a:r>
              <a:rPr sz="2775" b="1" baseline="-21021" dirty="0">
                <a:latin typeface="Calibri"/>
                <a:cs typeface="Calibri"/>
              </a:rPr>
              <a:t>i</a:t>
            </a:r>
            <a:r>
              <a:rPr sz="2800" b="1" dirty="0">
                <a:latin typeface="Calibri"/>
                <a:cs typeface="Calibri"/>
              </a:rPr>
              <a:t>có</a:t>
            </a:r>
            <a:r>
              <a:rPr sz="2800" b="1" spc="-30" dirty="0">
                <a:latin typeface="Calibri"/>
                <a:cs typeface="Calibri"/>
              </a:rPr>
              <a:t> </a:t>
            </a:r>
            <a:r>
              <a:rPr sz="2800" b="1" dirty="0">
                <a:latin typeface="Calibri"/>
                <a:cs typeface="Calibri"/>
              </a:rPr>
              <a:t>số</a:t>
            </a:r>
            <a:r>
              <a:rPr sz="2800" b="1" spc="-25" dirty="0">
                <a:latin typeface="Calibri"/>
                <a:cs typeface="Calibri"/>
              </a:rPr>
              <a:t> </a:t>
            </a:r>
            <a:r>
              <a:rPr sz="2800" b="1" dirty="0">
                <a:latin typeface="Calibri"/>
                <a:cs typeface="Calibri"/>
              </a:rPr>
              <a:t>biến</a:t>
            </a:r>
            <a:r>
              <a:rPr sz="2800" b="1" spc="-15" dirty="0">
                <a:latin typeface="Calibri"/>
                <a:cs typeface="Calibri"/>
              </a:rPr>
              <a:t> </a:t>
            </a:r>
            <a:r>
              <a:rPr sz="2800" b="1" dirty="0">
                <a:latin typeface="Calibri"/>
                <a:cs typeface="Calibri"/>
              </a:rPr>
              <a:t>≥</a:t>
            </a:r>
            <a:r>
              <a:rPr sz="2800" b="1" spc="-10" dirty="0">
                <a:latin typeface="Calibri"/>
                <a:cs typeface="Calibri"/>
              </a:rPr>
              <a:t> </a:t>
            </a:r>
            <a:r>
              <a:rPr sz="2800" b="1" spc="-25" dirty="0">
                <a:latin typeface="Calibri"/>
                <a:cs typeface="Calibri"/>
              </a:rPr>
              <a:t>số </a:t>
            </a:r>
            <a:r>
              <a:rPr sz="2800" b="1" dirty="0">
                <a:latin typeface="Calibri"/>
                <a:cs typeface="Calibri"/>
              </a:rPr>
              <a:t>biến</a:t>
            </a:r>
            <a:r>
              <a:rPr sz="2800" b="1" spc="-20" dirty="0">
                <a:latin typeface="Calibri"/>
                <a:cs typeface="Calibri"/>
              </a:rPr>
              <a:t> </a:t>
            </a:r>
            <a:r>
              <a:rPr sz="2800" b="1" dirty="0">
                <a:latin typeface="Calibri"/>
                <a:cs typeface="Calibri"/>
              </a:rPr>
              <a:t>M</a:t>
            </a:r>
            <a:r>
              <a:rPr sz="2775" b="1" baseline="-21021" dirty="0">
                <a:latin typeface="Calibri"/>
                <a:cs typeface="Calibri"/>
              </a:rPr>
              <a:t>2</a:t>
            </a:r>
            <a:r>
              <a:rPr sz="2775" b="1" spc="300" baseline="-21021" dirty="0">
                <a:latin typeface="Calibri"/>
                <a:cs typeface="Calibri"/>
              </a:rPr>
              <a:t> </a:t>
            </a:r>
            <a:r>
              <a:rPr sz="2800" b="1" dirty="0">
                <a:latin typeface="Calibri"/>
                <a:cs typeface="Calibri"/>
              </a:rPr>
              <a:t>,</a:t>
            </a:r>
            <a:r>
              <a:rPr sz="2800" b="1" spc="-20" dirty="0">
                <a:latin typeface="Calibri"/>
                <a:cs typeface="Calibri"/>
              </a:rPr>
              <a:t> </a:t>
            </a:r>
            <a:r>
              <a:rPr sz="2800" b="1" dirty="0">
                <a:latin typeface="Calibri"/>
                <a:cs typeface="Calibri"/>
              </a:rPr>
              <a:t>có</a:t>
            </a:r>
            <a:r>
              <a:rPr sz="2800" b="1" spc="-25" dirty="0">
                <a:latin typeface="Calibri"/>
                <a:cs typeface="Calibri"/>
              </a:rPr>
              <a:t> </a:t>
            </a:r>
            <a:r>
              <a:rPr sz="2800" b="1" dirty="0">
                <a:latin typeface="Calibri"/>
                <a:cs typeface="Calibri"/>
              </a:rPr>
              <a:t>m</a:t>
            </a:r>
            <a:r>
              <a:rPr sz="2775" b="1" baseline="-21021" dirty="0">
                <a:latin typeface="Calibri"/>
                <a:cs typeface="Calibri"/>
              </a:rPr>
              <a:t>l</a:t>
            </a:r>
            <a:r>
              <a:rPr sz="2800" b="1" dirty="0">
                <a:latin typeface="Calibri"/>
                <a:cs typeface="Calibri"/>
              </a:rPr>
              <a:t>≠</a:t>
            </a:r>
            <a:r>
              <a:rPr sz="2800" b="1" spc="-15" dirty="0">
                <a:latin typeface="Calibri"/>
                <a:cs typeface="Calibri"/>
              </a:rPr>
              <a:t> </a:t>
            </a:r>
            <a:r>
              <a:rPr sz="2800" b="1" dirty="0">
                <a:latin typeface="Calibri"/>
                <a:cs typeface="Calibri"/>
              </a:rPr>
              <a:t>m</a:t>
            </a:r>
            <a:r>
              <a:rPr sz="2775" b="1" baseline="-21021" dirty="0">
                <a:latin typeface="Calibri"/>
                <a:cs typeface="Calibri"/>
              </a:rPr>
              <a:t>i</a:t>
            </a:r>
            <a:r>
              <a:rPr sz="2800" b="1" dirty="0">
                <a:latin typeface="Calibri"/>
                <a:cs typeface="Calibri"/>
              </a:rPr>
              <a:t>,</a:t>
            </a:r>
            <a:r>
              <a:rPr sz="2800" b="1" spc="-10" dirty="0">
                <a:latin typeface="Calibri"/>
                <a:cs typeface="Calibri"/>
              </a:rPr>
              <a:t> </a:t>
            </a:r>
            <a:r>
              <a:rPr sz="2800" b="1" dirty="0">
                <a:latin typeface="Calibri"/>
                <a:cs typeface="Calibri"/>
              </a:rPr>
              <a:t>m</a:t>
            </a:r>
            <a:r>
              <a:rPr sz="2775" b="1" baseline="-21021" dirty="0">
                <a:latin typeface="Calibri"/>
                <a:cs typeface="Calibri"/>
              </a:rPr>
              <a:t>j</a:t>
            </a:r>
            <a:r>
              <a:rPr sz="2775" b="1" spc="277" baseline="-21021" dirty="0">
                <a:latin typeface="Calibri"/>
                <a:cs typeface="Calibri"/>
              </a:rPr>
              <a:t> </a:t>
            </a:r>
            <a:r>
              <a:rPr sz="2800" b="1" dirty="0">
                <a:latin typeface="Calibri"/>
                <a:cs typeface="Calibri"/>
              </a:rPr>
              <a:t>có</a:t>
            </a:r>
            <a:r>
              <a:rPr sz="2800" b="1" spc="-25" dirty="0">
                <a:latin typeface="Calibri"/>
                <a:cs typeface="Calibri"/>
              </a:rPr>
              <a:t> </a:t>
            </a:r>
            <a:r>
              <a:rPr sz="2800" b="1" dirty="0">
                <a:latin typeface="Calibri"/>
                <a:cs typeface="Calibri"/>
              </a:rPr>
              <a:t>số</a:t>
            </a:r>
            <a:r>
              <a:rPr sz="2800" b="1" spc="-20" dirty="0">
                <a:latin typeface="Calibri"/>
                <a:cs typeface="Calibri"/>
              </a:rPr>
              <a:t> </a:t>
            </a:r>
            <a:r>
              <a:rPr sz="2800" b="1" dirty="0">
                <a:latin typeface="Calibri"/>
                <a:cs typeface="Calibri"/>
              </a:rPr>
              <a:t>biến</a:t>
            </a:r>
            <a:r>
              <a:rPr sz="2800" b="1" spc="-15" dirty="0">
                <a:latin typeface="Calibri"/>
                <a:cs typeface="Calibri"/>
              </a:rPr>
              <a:t> </a:t>
            </a:r>
            <a:r>
              <a:rPr sz="2800" b="1" dirty="0">
                <a:latin typeface="Calibri"/>
                <a:cs typeface="Calibri"/>
              </a:rPr>
              <a:t>≥</a:t>
            </a:r>
            <a:r>
              <a:rPr sz="2800" b="1" spc="-15" dirty="0">
                <a:latin typeface="Calibri"/>
                <a:cs typeface="Calibri"/>
              </a:rPr>
              <a:t> </a:t>
            </a:r>
            <a:r>
              <a:rPr sz="2800" b="1" dirty="0">
                <a:latin typeface="Calibri"/>
                <a:cs typeface="Calibri"/>
              </a:rPr>
              <a:t>số</a:t>
            </a:r>
            <a:r>
              <a:rPr sz="2800" b="1" spc="-35" dirty="0">
                <a:latin typeface="Calibri"/>
                <a:cs typeface="Calibri"/>
              </a:rPr>
              <a:t> </a:t>
            </a:r>
            <a:r>
              <a:rPr sz="2800" b="1" dirty="0">
                <a:latin typeface="Calibri"/>
                <a:cs typeface="Calibri"/>
              </a:rPr>
              <a:t>biến</a:t>
            </a:r>
            <a:r>
              <a:rPr sz="2800" b="1" spc="-5" dirty="0">
                <a:latin typeface="Calibri"/>
                <a:cs typeface="Calibri"/>
              </a:rPr>
              <a:t> </a:t>
            </a:r>
            <a:r>
              <a:rPr sz="2800" b="1" dirty="0">
                <a:latin typeface="Calibri"/>
                <a:cs typeface="Calibri"/>
              </a:rPr>
              <a:t>M</a:t>
            </a:r>
            <a:r>
              <a:rPr sz="2775" b="1" baseline="-21021" dirty="0">
                <a:latin typeface="Calibri"/>
                <a:cs typeface="Calibri"/>
              </a:rPr>
              <a:t>3</a:t>
            </a:r>
            <a:r>
              <a:rPr sz="2775" b="1" spc="277" baseline="-21021" dirty="0">
                <a:latin typeface="Calibri"/>
                <a:cs typeface="Calibri"/>
              </a:rPr>
              <a:t> </a:t>
            </a:r>
            <a:r>
              <a:rPr sz="2800" b="1" dirty="0">
                <a:latin typeface="Calibri"/>
                <a:cs typeface="Calibri"/>
              </a:rPr>
              <a:t>,</a:t>
            </a:r>
            <a:r>
              <a:rPr sz="2800" b="1" spc="-10" dirty="0">
                <a:latin typeface="Calibri"/>
                <a:cs typeface="Calibri"/>
              </a:rPr>
              <a:t> </a:t>
            </a:r>
            <a:r>
              <a:rPr sz="2800" b="1" dirty="0">
                <a:latin typeface="Calibri"/>
                <a:cs typeface="Calibri"/>
              </a:rPr>
              <a:t>.</a:t>
            </a:r>
            <a:r>
              <a:rPr sz="2800" b="1" spc="-30" dirty="0">
                <a:latin typeface="Calibri"/>
                <a:cs typeface="Calibri"/>
              </a:rPr>
              <a:t> </a:t>
            </a:r>
            <a:r>
              <a:rPr sz="2800" b="1" dirty="0">
                <a:latin typeface="Calibri"/>
                <a:cs typeface="Calibri"/>
              </a:rPr>
              <a:t>.</a:t>
            </a:r>
            <a:r>
              <a:rPr sz="2800" b="1" spc="-15" dirty="0">
                <a:latin typeface="Calibri"/>
                <a:cs typeface="Calibri"/>
              </a:rPr>
              <a:t> </a:t>
            </a:r>
            <a:r>
              <a:rPr sz="2800" b="1" spc="-50" dirty="0">
                <a:latin typeface="Calibri"/>
                <a:cs typeface="Calibri"/>
              </a:rPr>
              <a:t>.</a:t>
            </a:r>
            <a:endParaRPr sz="2800">
              <a:latin typeface="Calibri"/>
              <a:cs typeface="Calibri"/>
            </a:endParaRPr>
          </a:p>
          <a:p>
            <a:pPr>
              <a:lnSpc>
                <a:spcPct val="100000"/>
              </a:lnSpc>
              <a:spcBef>
                <a:spcPts val="1290"/>
              </a:spcBef>
            </a:pPr>
            <a:endParaRPr sz="2800">
              <a:latin typeface="Calibri"/>
              <a:cs typeface="Calibri"/>
            </a:endParaRPr>
          </a:p>
          <a:p>
            <a:pPr marL="76200">
              <a:lnSpc>
                <a:spcPct val="100000"/>
              </a:lnSpc>
            </a:pPr>
            <a:r>
              <a:rPr sz="2800" b="1" dirty="0">
                <a:latin typeface="Calibri"/>
                <a:cs typeface="Calibri"/>
              </a:rPr>
              <a:t>Chú</a:t>
            </a:r>
            <a:r>
              <a:rPr sz="2800" b="1" spc="-30" dirty="0">
                <a:latin typeface="Calibri"/>
                <a:cs typeface="Calibri"/>
              </a:rPr>
              <a:t> </a:t>
            </a:r>
            <a:r>
              <a:rPr sz="2800" b="1" dirty="0">
                <a:latin typeface="Calibri"/>
                <a:cs typeface="Calibri"/>
              </a:rPr>
              <a:t>ý</a:t>
            </a:r>
            <a:r>
              <a:rPr sz="2800" b="1" spc="-25" dirty="0">
                <a:latin typeface="Calibri"/>
                <a:cs typeface="Calibri"/>
              </a:rPr>
              <a:t> </a:t>
            </a:r>
            <a:r>
              <a:rPr sz="2800" b="1" dirty="0">
                <a:latin typeface="Calibri"/>
                <a:cs typeface="Calibri"/>
              </a:rPr>
              <a:t>:</a:t>
            </a:r>
            <a:r>
              <a:rPr sz="2800" b="1" spc="-30" dirty="0">
                <a:latin typeface="Calibri"/>
                <a:cs typeface="Calibri"/>
              </a:rPr>
              <a:t> </a:t>
            </a:r>
            <a:r>
              <a:rPr sz="2800" b="1" dirty="0">
                <a:latin typeface="Calibri"/>
                <a:cs typeface="Calibri"/>
              </a:rPr>
              <a:t>Nếu</a:t>
            </a:r>
            <a:r>
              <a:rPr sz="2800" b="1" spc="-10" dirty="0">
                <a:latin typeface="Calibri"/>
                <a:cs typeface="Calibri"/>
              </a:rPr>
              <a:t> </a:t>
            </a:r>
            <a:r>
              <a:rPr sz="2800" b="1" dirty="0">
                <a:latin typeface="Calibri"/>
                <a:cs typeface="Calibri"/>
              </a:rPr>
              <a:t>(2)</a:t>
            </a:r>
            <a:r>
              <a:rPr sz="2800" b="1" spc="-15" dirty="0">
                <a:latin typeface="Calibri"/>
                <a:cs typeface="Calibri"/>
              </a:rPr>
              <a:t> </a:t>
            </a:r>
            <a:r>
              <a:rPr sz="2800" b="1" dirty="0">
                <a:latin typeface="Calibri"/>
                <a:cs typeface="Calibri"/>
              </a:rPr>
              <a:t>đơn</a:t>
            </a:r>
            <a:r>
              <a:rPr sz="2800" b="1" spc="-30" dirty="0">
                <a:latin typeface="Calibri"/>
                <a:cs typeface="Calibri"/>
              </a:rPr>
              <a:t> </a:t>
            </a:r>
            <a:r>
              <a:rPr sz="2800" b="1" dirty="0">
                <a:latin typeface="Calibri"/>
                <a:cs typeface="Calibri"/>
              </a:rPr>
              <a:t>giản</a:t>
            </a:r>
            <a:r>
              <a:rPr sz="2800" b="1" spc="-5" dirty="0">
                <a:latin typeface="Calibri"/>
                <a:cs typeface="Calibri"/>
              </a:rPr>
              <a:t> </a:t>
            </a:r>
            <a:r>
              <a:rPr sz="2800" b="1" dirty="0">
                <a:latin typeface="Calibri"/>
                <a:cs typeface="Calibri"/>
              </a:rPr>
              <a:t>hơn</a:t>
            </a:r>
            <a:r>
              <a:rPr sz="2800" b="1" spc="-25" dirty="0">
                <a:latin typeface="Calibri"/>
                <a:cs typeface="Calibri"/>
              </a:rPr>
              <a:t> </a:t>
            </a:r>
            <a:r>
              <a:rPr sz="2800" b="1" dirty="0">
                <a:latin typeface="Calibri"/>
                <a:cs typeface="Calibri"/>
              </a:rPr>
              <a:t>(1)</a:t>
            </a:r>
            <a:r>
              <a:rPr sz="2800" b="1" spc="-15" dirty="0">
                <a:latin typeface="Calibri"/>
                <a:cs typeface="Calibri"/>
              </a:rPr>
              <a:t> </a:t>
            </a:r>
            <a:r>
              <a:rPr sz="2800" b="1" dirty="0">
                <a:latin typeface="Calibri"/>
                <a:cs typeface="Calibri"/>
              </a:rPr>
              <a:t>thì</a:t>
            </a:r>
            <a:r>
              <a:rPr sz="2800" b="1" spc="-30" dirty="0">
                <a:latin typeface="Calibri"/>
                <a:cs typeface="Calibri"/>
              </a:rPr>
              <a:t> </a:t>
            </a:r>
            <a:r>
              <a:rPr sz="2800" b="1" dirty="0">
                <a:latin typeface="Calibri"/>
                <a:cs typeface="Calibri"/>
              </a:rPr>
              <a:t>q</a:t>
            </a:r>
            <a:r>
              <a:rPr sz="2800" b="1" spc="-30" dirty="0">
                <a:latin typeface="Calibri"/>
                <a:cs typeface="Calibri"/>
              </a:rPr>
              <a:t> </a:t>
            </a:r>
            <a:r>
              <a:rPr sz="2800" b="1" dirty="0">
                <a:latin typeface="Calibri"/>
                <a:cs typeface="Calibri"/>
              </a:rPr>
              <a:t>≤</a:t>
            </a:r>
            <a:r>
              <a:rPr sz="2800" b="1" spc="-15" dirty="0">
                <a:latin typeface="Calibri"/>
                <a:cs typeface="Calibri"/>
              </a:rPr>
              <a:t> </a:t>
            </a:r>
            <a:r>
              <a:rPr sz="2800" b="1" spc="-25" dirty="0">
                <a:latin typeface="Calibri"/>
                <a:cs typeface="Calibri"/>
              </a:rPr>
              <a:t>p.</a:t>
            </a:r>
            <a:endParaRPr sz="2800">
              <a:latin typeface="Calibri"/>
              <a:cs typeface="Calibri"/>
            </a:endParaRPr>
          </a:p>
        </p:txBody>
      </p:sp>
    </p:spTree>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300888"/>
            <a:ext cx="4937760" cy="2083435"/>
          </a:xfrm>
          <a:prstGeom prst="rect">
            <a:avLst/>
          </a:prstGeom>
        </p:spPr>
        <p:txBody>
          <a:bodyPr vert="horz" wrap="square" lIns="0" tIns="102235" rIns="0" bIns="0" rtlCol="0">
            <a:spAutoFit/>
          </a:bodyPr>
          <a:lstStyle/>
          <a:p>
            <a:pPr marL="12700">
              <a:lnSpc>
                <a:spcPct val="100000"/>
              </a:lnSpc>
              <a:spcBef>
                <a:spcPts val="805"/>
              </a:spcBef>
            </a:pPr>
            <a:r>
              <a:rPr sz="2800" b="1" dirty="0">
                <a:latin typeface="Calibri"/>
                <a:cs typeface="Calibri"/>
              </a:rPr>
              <a:t>Ví dụ </a:t>
            </a:r>
            <a:r>
              <a:rPr sz="2800" b="1" spc="-50" dirty="0">
                <a:latin typeface="Calibri"/>
                <a:cs typeface="Calibri"/>
              </a:rPr>
              <a:t>:</a:t>
            </a:r>
            <a:endParaRPr sz="2800">
              <a:latin typeface="Calibri"/>
              <a:cs typeface="Calibri"/>
            </a:endParaRPr>
          </a:p>
          <a:p>
            <a:pPr marL="12700">
              <a:lnSpc>
                <a:spcPct val="100000"/>
              </a:lnSpc>
              <a:spcBef>
                <a:spcPts val="710"/>
              </a:spcBef>
              <a:tabLst>
                <a:tab pos="1449705" algn="l"/>
                <a:tab pos="4519930" algn="l"/>
              </a:tabLst>
            </a:pPr>
            <a:r>
              <a:rPr sz="2800" dirty="0">
                <a:latin typeface="Calibri"/>
                <a:cs typeface="Calibri"/>
              </a:rPr>
              <a:t>f</a:t>
            </a:r>
            <a:r>
              <a:rPr sz="2800" spc="5" dirty="0">
                <a:latin typeface="Calibri"/>
                <a:cs typeface="Calibri"/>
              </a:rPr>
              <a:t> </a:t>
            </a:r>
            <a:r>
              <a:rPr sz="2800" dirty="0">
                <a:latin typeface="Calibri"/>
                <a:cs typeface="Calibri"/>
              </a:rPr>
              <a:t>=</a:t>
            </a:r>
            <a:r>
              <a:rPr sz="2800" spc="25" dirty="0">
                <a:latin typeface="Calibri"/>
                <a:cs typeface="Calibri"/>
              </a:rPr>
              <a:t> </a:t>
            </a:r>
            <a:r>
              <a:rPr sz="2800" dirty="0">
                <a:latin typeface="Cambria Math"/>
                <a:cs typeface="Cambria Math"/>
              </a:rPr>
              <a:t>𝑥𝑦</a:t>
            </a:r>
            <a:r>
              <a:rPr sz="2800" dirty="0">
                <a:latin typeface="Calibri"/>
                <a:cs typeface="Calibri"/>
              </a:rPr>
              <a:t>z</a:t>
            </a:r>
            <a:r>
              <a:rPr sz="2800" spc="10" dirty="0">
                <a:latin typeface="Calibri"/>
                <a:cs typeface="Calibri"/>
              </a:rPr>
              <a:t> </a:t>
            </a:r>
            <a:r>
              <a:rPr sz="2800" spc="-50" dirty="0">
                <a:latin typeface="Symbol"/>
                <a:cs typeface="Symbol"/>
              </a:rPr>
              <a:t></a:t>
            </a:r>
            <a:r>
              <a:rPr sz="2800" dirty="0">
                <a:latin typeface="Times New Roman"/>
                <a:cs typeface="Times New Roman"/>
              </a:rPr>
              <a:t>	</a:t>
            </a:r>
            <a:r>
              <a:rPr sz="2800" spc="-1000" dirty="0">
                <a:latin typeface="Calibri"/>
                <a:cs typeface="Calibri"/>
              </a:rPr>
              <a:t>x</a:t>
            </a:r>
            <a:r>
              <a:rPr sz="2800" spc="-1000" dirty="0">
                <a:latin typeface="Cambria Math"/>
                <a:cs typeface="Cambria Math"/>
              </a:rPr>
              <a:t>𝑦ത𝑧ҧ</a:t>
            </a:r>
            <a:r>
              <a:rPr sz="2800" spc="40" dirty="0">
                <a:latin typeface="Cambria Math"/>
                <a:cs typeface="Cambria Math"/>
              </a:rPr>
              <a:t> </a:t>
            </a:r>
            <a:r>
              <a:rPr sz="2800" dirty="0">
                <a:latin typeface="Symbol"/>
                <a:cs typeface="Symbol"/>
              </a:rPr>
              <a:t></a:t>
            </a:r>
            <a:r>
              <a:rPr sz="2800" spc="-85" dirty="0">
                <a:latin typeface="Times New Roman"/>
                <a:cs typeface="Times New Roman"/>
              </a:rPr>
              <a:t> </a:t>
            </a:r>
            <a:r>
              <a:rPr sz="2800" spc="-5" dirty="0">
                <a:latin typeface="Cambria Math"/>
                <a:cs typeface="Cambria Math"/>
              </a:rPr>
              <a:t>x</a:t>
            </a:r>
            <a:r>
              <a:rPr sz="2800" spc="35" dirty="0">
                <a:latin typeface="Cambria Math"/>
                <a:cs typeface="Cambria Math"/>
              </a:rPr>
              <a:t>𝑦𝑧</a:t>
            </a:r>
            <a:r>
              <a:rPr sz="2800" spc="-2255" dirty="0">
                <a:latin typeface="Cambria Math"/>
                <a:cs typeface="Cambria Math"/>
              </a:rPr>
              <a:t>ҧ</a:t>
            </a:r>
            <a:r>
              <a:rPr sz="2800" spc="5" dirty="0">
                <a:latin typeface="Cambria Math"/>
                <a:cs typeface="Cambria Math"/>
              </a:rPr>
              <a:t> </a:t>
            </a:r>
            <a:r>
              <a:rPr sz="2800" dirty="0">
                <a:latin typeface="Symbol"/>
                <a:cs typeface="Symbol"/>
              </a:rPr>
              <a:t></a:t>
            </a:r>
            <a:r>
              <a:rPr sz="2800" spc="-60" dirty="0">
                <a:latin typeface="Times New Roman"/>
                <a:cs typeface="Times New Roman"/>
              </a:rPr>
              <a:t> </a:t>
            </a:r>
            <a:r>
              <a:rPr sz="2800" spc="-100" dirty="0">
                <a:latin typeface="Cambria Math"/>
                <a:cs typeface="Cambria Math"/>
              </a:rPr>
              <a:t>𝑥</a:t>
            </a:r>
            <a:r>
              <a:rPr sz="2800" spc="-2100" dirty="0">
                <a:latin typeface="Cambria Math"/>
                <a:cs typeface="Cambria Math"/>
              </a:rPr>
              <a:t>ҧ</a:t>
            </a:r>
            <a:r>
              <a:rPr sz="2800" spc="25" dirty="0">
                <a:latin typeface="Cambria Math"/>
                <a:cs typeface="Cambria Math"/>
              </a:rPr>
              <a:t>𝑦𝑧</a:t>
            </a:r>
            <a:r>
              <a:rPr sz="2800" spc="-2265" dirty="0">
                <a:latin typeface="Cambria Math"/>
                <a:cs typeface="Cambria Math"/>
              </a:rPr>
              <a:t>ҧ</a:t>
            </a:r>
            <a:r>
              <a:rPr sz="2800" dirty="0">
                <a:latin typeface="Cambria Math"/>
                <a:cs typeface="Cambria Math"/>
              </a:rPr>
              <a:t>	</a:t>
            </a:r>
            <a:r>
              <a:rPr sz="2800" spc="-25" dirty="0">
                <a:latin typeface="Calibri"/>
                <a:cs typeface="Calibri"/>
              </a:rPr>
              <a:t>(1)</a:t>
            </a:r>
            <a:endParaRPr sz="2800">
              <a:latin typeface="Calibri"/>
              <a:cs typeface="Calibri"/>
            </a:endParaRPr>
          </a:p>
          <a:p>
            <a:pPr>
              <a:lnSpc>
                <a:spcPct val="100000"/>
              </a:lnSpc>
              <a:spcBef>
                <a:spcPts val="1290"/>
              </a:spcBef>
            </a:pPr>
            <a:endParaRPr sz="2800">
              <a:latin typeface="Calibri"/>
              <a:cs typeface="Calibri"/>
            </a:endParaRPr>
          </a:p>
          <a:p>
            <a:pPr marL="12700">
              <a:lnSpc>
                <a:spcPct val="100000"/>
              </a:lnSpc>
              <a:tabLst>
                <a:tab pos="1826260" algn="l"/>
                <a:tab pos="4528820" algn="l"/>
              </a:tabLst>
            </a:pPr>
            <a:r>
              <a:rPr sz="2800" dirty="0">
                <a:latin typeface="Calibri"/>
                <a:cs typeface="Calibri"/>
              </a:rPr>
              <a:t>= </a:t>
            </a:r>
            <a:r>
              <a:rPr sz="2800" dirty="0">
                <a:latin typeface="Cambria Math"/>
                <a:cs typeface="Cambria Math"/>
              </a:rPr>
              <a:t>𝑥𝑦</a:t>
            </a:r>
            <a:r>
              <a:rPr sz="2800" spc="55" dirty="0">
                <a:latin typeface="Cambria Math"/>
                <a:cs typeface="Cambria Math"/>
              </a:rPr>
              <a:t> </a:t>
            </a:r>
            <a:r>
              <a:rPr sz="2800" dirty="0">
                <a:latin typeface="Symbol"/>
                <a:cs typeface="Symbol"/>
              </a:rPr>
              <a:t></a:t>
            </a:r>
            <a:r>
              <a:rPr sz="2800" spc="-65" dirty="0">
                <a:latin typeface="Times New Roman"/>
                <a:cs typeface="Times New Roman"/>
              </a:rPr>
              <a:t> </a:t>
            </a:r>
            <a:r>
              <a:rPr sz="2800" spc="-15" dirty="0">
                <a:latin typeface="Calibri"/>
                <a:cs typeface="Calibri"/>
              </a:rPr>
              <a:t>x</a:t>
            </a:r>
            <a:r>
              <a:rPr sz="2800" spc="25" dirty="0">
                <a:latin typeface="Cambria Math"/>
                <a:cs typeface="Cambria Math"/>
              </a:rPr>
              <a:t>𝑧</a:t>
            </a:r>
            <a:r>
              <a:rPr sz="2800" spc="-2265" dirty="0">
                <a:latin typeface="Cambria Math"/>
                <a:cs typeface="Cambria Math"/>
              </a:rPr>
              <a:t>ҧ</a:t>
            </a:r>
            <a:r>
              <a:rPr sz="2800" spc="30" dirty="0">
                <a:latin typeface="Cambria Math"/>
                <a:cs typeface="Cambria Math"/>
              </a:rPr>
              <a:t> </a:t>
            </a:r>
            <a:r>
              <a:rPr sz="2800" spc="-60" dirty="0">
                <a:latin typeface="Symbol"/>
                <a:cs typeface="Symbol"/>
              </a:rPr>
              <a:t></a:t>
            </a:r>
            <a:r>
              <a:rPr sz="2800" dirty="0">
                <a:latin typeface="Times New Roman"/>
                <a:cs typeface="Times New Roman"/>
              </a:rPr>
              <a:t>	</a:t>
            </a:r>
            <a:r>
              <a:rPr sz="2800" spc="-20" dirty="0">
                <a:latin typeface="Cambria Math"/>
                <a:cs typeface="Cambria Math"/>
              </a:rPr>
              <a:t>y</a:t>
            </a:r>
            <a:r>
              <a:rPr sz="2800" spc="15" dirty="0">
                <a:latin typeface="Cambria Math"/>
                <a:cs typeface="Cambria Math"/>
              </a:rPr>
              <a:t>𝑧</a:t>
            </a:r>
            <a:r>
              <a:rPr sz="2800" spc="-2275" dirty="0">
                <a:latin typeface="Cambria Math"/>
                <a:cs typeface="Cambria Math"/>
              </a:rPr>
              <a:t>ҧ</a:t>
            </a:r>
            <a:r>
              <a:rPr sz="2800" dirty="0">
                <a:latin typeface="Cambria Math"/>
                <a:cs typeface="Cambria Math"/>
              </a:rPr>
              <a:t>	</a:t>
            </a:r>
            <a:r>
              <a:rPr sz="2800" spc="-25" dirty="0">
                <a:latin typeface="Calibri"/>
                <a:cs typeface="Calibri"/>
              </a:rPr>
              <a:t>(2)</a:t>
            </a:r>
            <a:endParaRPr sz="2800">
              <a:latin typeface="Calibri"/>
              <a:cs typeface="Calibri"/>
            </a:endParaRPr>
          </a:p>
        </p:txBody>
      </p:sp>
      <p:sp>
        <p:nvSpPr>
          <p:cNvPr id="3" name="object 3"/>
          <p:cNvSpPr txBox="1"/>
          <p:nvPr/>
        </p:nvSpPr>
        <p:spPr>
          <a:xfrm>
            <a:off x="459740" y="3464433"/>
            <a:ext cx="7814309" cy="1305560"/>
          </a:xfrm>
          <a:prstGeom prst="rect">
            <a:avLst/>
          </a:prstGeom>
        </p:spPr>
        <p:txBody>
          <a:bodyPr vert="horz" wrap="square" lIns="0" tIns="12065" rIns="0" bIns="0" rtlCol="0">
            <a:spAutoFit/>
          </a:bodyPr>
          <a:lstStyle/>
          <a:p>
            <a:pPr marL="12700" marR="5080">
              <a:lnSpc>
                <a:spcPct val="100000"/>
              </a:lnSpc>
              <a:spcBef>
                <a:spcPts val="95"/>
              </a:spcBef>
            </a:pPr>
            <a:r>
              <a:rPr sz="2800" b="1" dirty="0">
                <a:latin typeface="Calibri"/>
                <a:cs typeface="Calibri"/>
              </a:rPr>
              <a:t>Nếu</a:t>
            </a:r>
            <a:r>
              <a:rPr sz="2800" b="1" spc="-20" dirty="0">
                <a:latin typeface="Calibri"/>
                <a:cs typeface="Calibri"/>
              </a:rPr>
              <a:t> </a:t>
            </a:r>
            <a:r>
              <a:rPr sz="2800" b="1" dirty="0">
                <a:latin typeface="Calibri"/>
                <a:cs typeface="Calibri"/>
              </a:rPr>
              <a:t>có</a:t>
            </a:r>
            <a:r>
              <a:rPr sz="2800" b="1" spc="-50" dirty="0">
                <a:latin typeface="Calibri"/>
                <a:cs typeface="Calibri"/>
              </a:rPr>
              <a:t> </a:t>
            </a:r>
            <a:r>
              <a:rPr sz="2800" b="1" dirty="0">
                <a:latin typeface="Calibri"/>
                <a:cs typeface="Calibri"/>
              </a:rPr>
              <a:t>chiều</a:t>
            </a:r>
            <a:r>
              <a:rPr sz="2800" b="1" spc="-40" dirty="0">
                <a:latin typeface="Calibri"/>
                <a:cs typeface="Calibri"/>
              </a:rPr>
              <a:t> </a:t>
            </a:r>
            <a:r>
              <a:rPr sz="2800" b="1" dirty="0">
                <a:latin typeface="Calibri"/>
                <a:cs typeface="Calibri"/>
              </a:rPr>
              <a:t>ngược</a:t>
            </a:r>
            <a:r>
              <a:rPr sz="2800" b="1" spc="-25" dirty="0">
                <a:latin typeface="Calibri"/>
                <a:cs typeface="Calibri"/>
              </a:rPr>
              <a:t> </a:t>
            </a:r>
            <a:r>
              <a:rPr sz="2800" b="1" dirty="0">
                <a:latin typeface="Calibri"/>
                <a:cs typeface="Calibri"/>
              </a:rPr>
              <a:t>lại</a:t>
            </a:r>
            <a:r>
              <a:rPr sz="2800" b="1" spc="-30" dirty="0">
                <a:latin typeface="Calibri"/>
                <a:cs typeface="Calibri"/>
              </a:rPr>
              <a:t> </a:t>
            </a:r>
            <a:r>
              <a:rPr sz="2800" b="1" dirty="0">
                <a:latin typeface="Calibri"/>
                <a:cs typeface="Calibri"/>
              </a:rPr>
              <a:t>thì</a:t>
            </a:r>
            <a:r>
              <a:rPr sz="2800" b="1" spc="-40" dirty="0">
                <a:latin typeface="Calibri"/>
                <a:cs typeface="Calibri"/>
              </a:rPr>
              <a:t> </a:t>
            </a:r>
            <a:r>
              <a:rPr sz="2800" b="1" dirty="0">
                <a:latin typeface="Calibri"/>
                <a:cs typeface="Calibri"/>
              </a:rPr>
              <a:t>ta</a:t>
            </a:r>
            <a:r>
              <a:rPr sz="2800" b="1" spc="-30" dirty="0">
                <a:latin typeface="Calibri"/>
                <a:cs typeface="Calibri"/>
              </a:rPr>
              <a:t> </a:t>
            </a:r>
            <a:r>
              <a:rPr sz="2800" b="1" dirty="0">
                <a:latin typeface="Calibri"/>
                <a:cs typeface="Calibri"/>
              </a:rPr>
              <a:t>nói</a:t>
            </a:r>
            <a:r>
              <a:rPr sz="2800" b="1" spc="-40" dirty="0">
                <a:latin typeface="Calibri"/>
                <a:cs typeface="Calibri"/>
              </a:rPr>
              <a:t> </a:t>
            </a:r>
            <a:r>
              <a:rPr sz="2800" b="1" dirty="0">
                <a:latin typeface="Calibri"/>
                <a:cs typeface="Calibri"/>
              </a:rPr>
              <a:t>(1)</a:t>
            </a:r>
            <a:r>
              <a:rPr sz="2800" b="1" spc="-35" dirty="0">
                <a:latin typeface="Calibri"/>
                <a:cs typeface="Calibri"/>
              </a:rPr>
              <a:t> </a:t>
            </a:r>
            <a:r>
              <a:rPr sz="2800" b="1" dirty="0">
                <a:latin typeface="Calibri"/>
                <a:cs typeface="Calibri"/>
              </a:rPr>
              <a:t>và</a:t>
            </a:r>
            <a:r>
              <a:rPr sz="2800" b="1" spc="-35" dirty="0">
                <a:latin typeface="Calibri"/>
                <a:cs typeface="Calibri"/>
              </a:rPr>
              <a:t> </a:t>
            </a:r>
            <a:r>
              <a:rPr sz="2800" b="1" dirty="0">
                <a:latin typeface="Calibri"/>
                <a:cs typeface="Calibri"/>
              </a:rPr>
              <a:t>(2)</a:t>
            </a:r>
            <a:r>
              <a:rPr sz="2800" b="1" spc="-25" dirty="0">
                <a:latin typeface="Calibri"/>
                <a:cs typeface="Calibri"/>
              </a:rPr>
              <a:t> </a:t>
            </a:r>
            <a:r>
              <a:rPr sz="2800" b="1" dirty="0">
                <a:latin typeface="Calibri"/>
                <a:cs typeface="Calibri"/>
              </a:rPr>
              <a:t>đơn</a:t>
            </a:r>
            <a:r>
              <a:rPr sz="2800" b="1" spc="-45" dirty="0">
                <a:latin typeface="Calibri"/>
                <a:cs typeface="Calibri"/>
              </a:rPr>
              <a:t> </a:t>
            </a:r>
            <a:r>
              <a:rPr sz="2800" b="1" spc="-20" dirty="0">
                <a:latin typeface="Calibri"/>
                <a:cs typeface="Calibri"/>
              </a:rPr>
              <a:t>giản </a:t>
            </a:r>
            <a:r>
              <a:rPr sz="2800" b="1" dirty="0">
                <a:latin typeface="Calibri"/>
                <a:cs typeface="Calibri"/>
              </a:rPr>
              <a:t>như</a:t>
            </a:r>
            <a:r>
              <a:rPr sz="2800" b="1" spc="-35" dirty="0">
                <a:latin typeface="Calibri"/>
                <a:cs typeface="Calibri"/>
              </a:rPr>
              <a:t> </a:t>
            </a:r>
            <a:r>
              <a:rPr sz="2800" b="1" dirty="0">
                <a:latin typeface="Calibri"/>
                <a:cs typeface="Calibri"/>
              </a:rPr>
              <a:t>nhau</a:t>
            </a:r>
            <a:r>
              <a:rPr sz="2800" b="1" spc="-20" dirty="0">
                <a:latin typeface="Calibri"/>
                <a:cs typeface="Calibri"/>
              </a:rPr>
              <a:t> </a:t>
            </a:r>
            <a:r>
              <a:rPr sz="2800" b="1" dirty="0">
                <a:latin typeface="Calibri"/>
                <a:cs typeface="Calibri"/>
              </a:rPr>
              <a:t>,</a:t>
            </a:r>
            <a:r>
              <a:rPr sz="2800" b="1" spc="-35" dirty="0">
                <a:latin typeface="Calibri"/>
                <a:cs typeface="Calibri"/>
              </a:rPr>
              <a:t> </a:t>
            </a:r>
            <a:r>
              <a:rPr sz="2800" b="1" dirty="0">
                <a:latin typeface="Calibri"/>
                <a:cs typeface="Calibri"/>
              </a:rPr>
              <a:t>ký</a:t>
            </a:r>
            <a:r>
              <a:rPr sz="2800" b="1" spc="-5" dirty="0">
                <a:latin typeface="Calibri"/>
                <a:cs typeface="Calibri"/>
              </a:rPr>
              <a:t> </a:t>
            </a:r>
            <a:r>
              <a:rPr sz="2800" b="1" dirty="0">
                <a:latin typeface="Calibri"/>
                <a:cs typeface="Calibri"/>
              </a:rPr>
              <a:t>hiệu</a:t>
            </a:r>
            <a:r>
              <a:rPr sz="2800" b="1" spc="-25" dirty="0">
                <a:latin typeface="Calibri"/>
                <a:cs typeface="Calibri"/>
              </a:rPr>
              <a:t> </a:t>
            </a:r>
            <a:r>
              <a:rPr sz="2800" b="1" dirty="0">
                <a:latin typeface="Calibri"/>
                <a:cs typeface="Calibri"/>
              </a:rPr>
              <a:t>(1)</a:t>
            </a:r>
            <a:r>
              <a:rPr sz="2800" b="1" spc="-10" dirty="0">
                <a:latin typeface="Calibri"/>
                <a:cs typeface="Calibri"/>
              </a:rPr>
              <a:t> </a:t>
            </a:r>
            <a:r>
              <a:rPr sz="2800" dirty="0">
                <a:latin typeface="Symbol"/>
                <a:cs typeface="Symbol"/>
              </a:rPr>
              <a:t></a:t>
            </a:r>
            <a:r>
              <a:rPr sz="2800" spc="-80" dirty="0">
                <a:latin typeface="Times New Roman"/>
                <a:cs typeface="Times New Roman"/>
              </a:rPr>
              <a:t> </a:t>
            </a:r>
            <a:r>
              <a:rPr sz="2800" b="1" dirty="0">
                <a:latin typeface="Calibri"/>
                <a:cs typeface="Calibri"/>
              </a:rPr>
              <a:t>(2).</a:t>
            </a:r>
            <a:r>
              <a:rPr sz="2800" b="1" spc="-25" dirty="0">
                <a:latin typeface="Calibri"/>
                <a:cs typeface="Calibri"/>
              </a:rPr>
              <a:t> </a:t>
            </a:r>
            <a:r>
              <a:rPr sz="2800" b="1" dirty="0">
                <a:latin typeface="Calibri"/>
                <a:cs typeface="Calibri"/>
              </a:rPr>
              <a:t>Khi</a:t>
            </a:r>
            <a:r>
              <a:rPr sz="2800" b="1" spc="-15" dirty="0">
                <a:latin typeface="Calibri"/>
                <a:cs typeface="Calibri"/>
              </a:rPr>
              <a:t> </a:t>
            </a:r>
            <a:r>
              <a:rPr sz="2800" b="1" dirty="0">
                <a:latin typeface="Calibri"/>
                <a:cs typeface="Calibri"/>
              </a:rPr>
              <a:t>đó</a:t>
            </a:r>
            <a:r>
              <a:rPr sz="2800" b="1" spc="-30" dirty="0">
                <a:latin typeface="Calibri"/>
                <a:cs typeface="Calibri"/>
              </a:rPr>
              <a:t> </a:t>
            </a:r>
            <a:r>
              <a:rPr sz="2800" b="1" dirty="0">
                <a:latin typeface="Calibri"/>
                <a:cs typeface="Calibri"/>
              </a:rPr>
              <a:t>có</a:t>
            </a:r>
            <a:r>
              <a:rPr sz="2800" b="1" spc="-30" dirty="0">
                <a:latin typeface="Calibri"/>
                <a:cs typeface="Calibri"/>
              </a:rPr>
              <a:t> </a:t>
            </a:r>
            <a:r>
              <a:rPr sz="2800" b="1" dirty="0">
                <a:latin typeface="Calibri"/>
                <a:cs typeface="Calibri"/>
              </a:rPr>
              <a:t>thể</a:t>
            </a:r>
            <a:r>
              <a:rPr sz="2800" b="1" spc="-20" dirty="0">
                <a:latin typeface="Calibri"/>
                <a:cs typeface="Calibri"/>
              </a:rPr>
              <a:t> </a:t>
            </a:r>
            <a:r>
              <a:rPr sz="2800" b="1" dirty="0">
                <a:latin typeface="Calibri"/>
                <a:cs typeface="Calibri"/>
              </a:rPr>
              <a:t>chọn</a:t>
            </a:r>
            <a:r>
              <a:rPr sz="2800" b="1" spc="-30" dirty="0">
                <a:latin typeface="Calibri"/>
                <a:cs typeface="Calibri"/>
              </a:rPr>
              <a:t> </a:t>
            </a:r>
            <a:r>
              <a:rPr sz="2800" b="1" spc="-25" dirty="0">
                <a:latin typeface="Calibri"/>
                <a:cs typeface="Calibri"/>
              </a:rPr>
              <a:t>một </a:t>
            </a:r>
            <a:r>
              <a:rPr sz="2800" b="1" dirty="0">
                <a:latin typeface="Calibri"/>
                <a:cs typeface="Calibri"/>
              </a:rPr>
              <a:t>trong</a:t>
            </a:r>
            <a:r>
              <a:rPr sz="2800" b="1" spc="-50" dirty="0">
                <a:latin typeface="Calibri"/>
                <a:cs typeface="Calibri"/>
              </a:rPr>
              <a:t> </a:t>
            </a:r>
            <a:r>
              <a:rPr sz="2800" b="1" dirty="0">
                <a:latin typeface="Calibri"/>
                <a:cs typeface="Calibri"/>
              </a:rPr>
              <a:t>hai</a:t>
            </a:r>
            <a:r>
              <a:rPr sz="2800" b="1" spc="-45" dirty="0">
                <a:latin typeface="Calibri"/>
                <a:cs typeface="Calibri"/>
              </a:rPr>
              <a:t> </a:t>
            </a:r>
            <a:r>
              <a:rPr sz="2800" b="1" dirty="0">
                <a:latin typeface="Calibri"/>
                <a:cs typeface="Calibri"/>
              </a:rPr>
              <a:t>công</a:t>
            </a:r>
            <a:r>
              <a:rPr sz="2800" b="1" spc="-50" dirty="0">
                <a:latin typeface="Calibri"/>
                <a:cs typeface="Calibri"/>
              </a:rPr>
              <a:t> </a:t>
            </a:r>
            <a:r>
              <a:rPr sz="2800" b="1" spc="-10" dirty="0">
                <a:latin typeface="Calibri"/>
                <a:cs typeface="Calibri"/>
              </a:rPr>
              <a:t>thức.</a:t>
            </a:r>
            <a:endParaRPr sz="2800">
              <a:latin typeface="Calibri"/>
              <a:cs typeface="Calibri"/>
            </a:endParaRPr>
          </a:p>
        </p:txBody>
      </p:sp>
      <p:sp>
        <p:nvSpPr>
          <p:cNvPr id="4" name="object 4"/>
          <p:cNvSpPr/>
          <p:nvPr/>
        </p:nvSpPr>
        <p:spPr>
          <a:xfrm>
            <a:off x="984592" y="1447800"/>
            <a:ext cx="208279" cy="533400"/>
          </a:xfrm>
          <a:custGeom>
            <a:avLst/>
            <a:gdLst/>
            <a:ahLst/>
            <a:cxnLst/>
            <a:rect l="l" t="t" r="r" b="b"/>
            <a:pathLst>
              <a:path w="208280" h="533400">
                <a:moveTo>
                  <a:pt x="179348" y="23778"/>
                </a:moveTo>
                <a:lnTo>
                  <a:pt x="169893" y="31969"/>
                </a:lnTo>
                <a:lnTo>
                  <a:pt x="0" y="529209"/>
                </a:lnTo>
                <a:lnTo>
                  <a:pt x="12014" y="533400"/>
                </a:lnTo>
                <a:lnTo>
                  <a:pt x="181853" y="36195"/>
                </a:lnTo>
                <a:lnTo>
                  <a:pt x="179348" y="23778"/>
                </a:lnTo>
                <a:close/>
              </a:path>
              <a:path w="208280" h="533400">
                <a:moveTo>
                  <a:pt x="189512" y="9905"/>
                </a:moveTo>
                <a:lnTo>
                  <a:pt x="177431" y="9905"/>
                </a:lnTo>
                <a:lnTo>
                  <a:pt x="189445" y="13970"/>
                </a:lnTo>
                <a:lnTo>
                  <a:pt x="181853" y="36195"/>
                </a:lnTo>
                <a:lnTo>
                  <a:pt x="194640" y="99567"/>
                </a:lnTo>
                <a:lnTo>
                  <a:pt x="195338" y="103124"/>
                </a:lnTo>
                <a:lnTo>
                  <a:pt x="198691" y="105283"/>
                </a:lnTo>
                <a:lnTo>
                  <a:pt x="202120" y="104648"/>
                </a:lnTo>
                <a:lnTo>
                  <a:pt x="205562" y="103886"/>
                </a:lnTo>
                <a:lnTo>
                  <a:pt x="207784" y="100584"/>
                </a:lnTo>
                <a:lnTo>
                  <a:pt x="189512" y="9905"/>
                </a:lnTo>
                <a:close/>
              </a:path>
              <a:path w="208280" h="533400">
                <a:moveTo>
                  <a:pt x="187515" y="0"/>
                </a:moveTo>
                <a:lnTo>
                  <a:pt x="109931" y="67183"/>
                </a:lnTo>
                <a:lnTo>
                  <a:pt x="109651" y="71120"/>
                </a:lnTo>
                <a:lnTo>
                  <a:pt x="114236" y="76453"/>
                </a:lnTo>
                <a:lnTo>
                  <a:pt x="118249" y="76708"/>
                </a:lnTo>
                <a:lnTo>
                  <a:pt x="169893" y="31969"/>
                </a:lnTo>
                <a:lnTo>
                  <a:pt x="177431" y="9905"/>
                </a:lnTo>
                <a:lnTo>
                  <a:pt x="189512" y="9905"/>
                </a:lnTo>
                <a:lnTo>
                  <a:pt x="187515" y="0"/>
                </a:lnTo>
                <a:close/>
              </a:path>
              <a:path w="208280" h="533400">
                <a:moveTo>
                  <a:pt x="187193" y="13208"/>
                </a:moveTo>
                <a:lnTo>
                  <a:pt x="177215" y="13208"/>
                </a:lnTo>
                <a:lnTo>
                  <a:pt x="187591" y="16637"/>
                </a:lnTo>
                <a:lnTo>
                  <a:pt x="179348" y="23778"/>
                </a:lnTo>
                <a:lnTo>
                  <a:pt x="181853" y="36195"/>
                </a:lnTo>
                <a:lnTo>
                  <a:pt x="189445" y="13970"/>
                </a:lnTo>
                <a:lnTo>
                  <a:pt x="187193" y="13208"/>
                </a:lnTo>
                <a:close/>
              </a:path>
              <a:path w="208280" h="533400">
                <a:moveTo>
                  <a:pt x="177431" y="9905"/>
                </a:moveTo>
                <a:lnTo>
                  <a:pt x="169893" y="31969"/>
                </a:lnTo>
                <a:lnTo>
                  <a:pt x="179348" y="23778"/>
                </a:lnTo>
                <a:lnTo>
                  <a:pt x="177215" y="13208"/>
                </a:lnTo>
                <a:lnTo>
                  <a:pt x="187193" y="13208"/>
                </a:lnTo>
                <a:lnTo>
                  <a:pt x="177431" y="9905"/>
                </a:lnTo>
                <a:close/>
              </a:path>
              <a:path w="208280" h="533400">
                <a:moveTo>
                  <a:pt x="177215" y="13208"/>
                </a:moveTo>
                <a:lnTo>
                  <a:pt x="179348" y="23778"/>
                </a:lnTo>
                <a:lnTo>
                  <a:pt x="187591" y="16637"/>
                </a:lnTo>
                <a:lnTo>
                  <a:pt x="177215" y="13208"/>
                </a:lnTo>
                <a:close/>
              </a:path>
            </a:pathLst>
          </a:custGeom>
          <a:solidFill>
            <a:srgbClr val="000000"/>
          </a:solidFill>
        </p:spPr>
        <p:txBody>
          <a:bodyPr wrap="square" lIns="0" tIns="0" rIns="0" bIns="0" rtlCol="0"/>
          <a:lstStyle/>
          <a:p>
            <a:endParaRPr/>
          </a:p>
        </p:txBody>
      </p:sp>
      <p:sp>
        <p:nvSpPr>
          <p:cNvPr id="5" name="object 5"/>
          <p:cNvSpPr/>
          <p:nvPr/>
        </p:nvSpPr>
        <p:spPr>
          <a:xfrm>
            <a:off x="1747392" y="1446275"/>
            <a:ext cx="386715" cy="537210"/>
          </a:xfrm>
          <a:custGeom>
            <a:avLst/>
            <a:gdLst/>
            <a:ahLst/>
            <a:cxnLst/>
            <a:rect l="l" t="t" r="r" b="b"/>
            <a:pathLst>
              <a:path w="386714" h="537210">
                <a:moveTo>
                  <a:pt x="371619" y="20447"/>
                </a:moveTo>
                <a:lnTo>
                  <a:pt x="360074" y="25636"/>
                </a:lnTo>
                <a:lnTo>
                  <a:pt x="0" y="529716"/>
                </a:lnTo>
                <a:lnTo>
                  <a:pt x="10413" y="537083"/>
                </a:lnTo>
                <a:lnTo>
                  <a:pt x="370459" y="32995"/>
                </a:lnTo>
                <a:lnTo>
                  <a:pt x="371619" y="20447"/>
                </a:lnTo>
                <a:close/>
              </a:path>
              <a:path w="386714" h="537210">
                <a:moveTo>
                  <a:pt x="385606" y="6476"/>
                </a:moveTo>
                <a:lnTo>
                  <a:pt x="373761" y="6476"/>
                </a:lnTo>
                <a:lnTo>
                  <a:pt x="384048" y="13970"/>
                </a:lnTo>
                <a:lnTo>
                  <a:pt x="370459" y="32995"/>
                </a:lnTo>
                <a:lnTo>
                  <a:pt x="364489" y="97536"/>
                </a:lnTo>
                <a:lnTo>
                  <a:pt x="364108" y="100964"/>
                </a:lnTo>
                <a:lnTo>
                  <a:pt x="366649" y="104012"/>
                </a:lnTo>
                <a:lnTo>
                  <a:pt x="373633" y="104775"/>
                </a:lnTo>
                <a:lnTo>
                  <a:pt x="376808" y="102108"/>
                </a:lnTo>
                <a:lnTo>
                  <a:pt x="377063" y="98678"/>
                </a:lnTo>
                <a:lnTo>
                  <a:pt x="385606" y="6476"/>
                </a:lnTo>
                <a:close/>
              </a:path>
              <a:path w="386714" h="537210">
                <a:moveTo>
                  <a:pt x="386206" y="0"/>
                </a:moveTo>
                <a:lnTo>
                  <a:pt x="292607" y="42037"/>
                </a:lnTo>
                <a:lnTo>
                  <a:pt x="291211" y="45847"/>
                </a:lnTo>
                <a:lnTo>
                  <a:pt x="292607" y="49022"/>
                </a:lnTo>
                <a:lnTo>
                  <a:pt x="294131" y="52197"/>
                </a:lnTo>
                <a:lnTo>
                  <a:pt x="297814" y="53594"/>
                </a:lnTo>
                <a:lnTo>
                  <a:pt x="360074" y="25636"/>
                </a:lnTo>
                <a:lnTo>
                  <a:pt x="373761" y="6476"/>
                </a:lnTo>
                <a:lnTo>
                  <a:pt x="385606" y="6476"/>
                </a:lnTo>
                <a:lnTo>
                  <a:pt x="386206" y="0"/>
                </a:lnTo>
                <a:close/>
              </a:path>
              <a:path w="386714" h="537210">
                <a:moveTo>
                  <a:pt x="378119" y="9651"/>
                </a:moveTo>
                <a:lnTo>
                  <a:pt x="372618" y="9651"/>
                </a:lnTo>
                <a:lnTo>
                  <a:pt x="381507" y="16001"/>
                </a:lnTo>
                <a:lnTo>
                  <a:pt x="371619" y="20447"/>
                </a:lnTo>
                <a:lnTo>
                  <a:pt x="370459" y="32995"/>
                </a:lnTo>
                <a:lnTo>
                  <a:pt x="384048" y="13970"/>
                </a:lnTo>
                <a:lnTo>
                  <a:pt x="378119" y="9651"/>
                </a:lnTo>
                <a:close/>
              </a:path>
              <a:path w="386714" h="537210">
                <a:moveTo>
                  <a:pt x="373761" y="6476"/>
                </a:moveTo>
                <a:lnTo>
                  <a:pt x="360074" y="25636"/>
                </a:lnTo>
                <a:lnTo>
                  <a:pt x="371619" y="20447"/>
                </a:lnTo>
                <a:lnTo>
                  <a:pt x="372618" y="9651"/>
                </a:lnTo>
                <a:lnTo>
                  <a:pt x="378119" y="9651"/>
                </a:lnTo>
                <a:lnTo>
                  <a:pt x="373761" y="6476"/>
                </a:lnTo>
                <a:close/>
              </a:path>
              <a:path w="386714" h="537210">
                <a:moveTo>
                  <a:pt x="372618" y="9651"/>
                </a:moveTo>
                <a:lnTo>
                  <a:pt x="371619" y="20447"/>
                </a:lnTo>
                <a:lnTo>
                  <a:pt x="381507" y="16001"/>
                </a:lnTo>
                <a:lnTo>
                  <a:pt x="372618" y="9651"/>
                </a:lnTo>
                <a:close/>
              </a:path>
            </a:pathLst>
          </a:custGeom>
          <a:solidFill>
            <a:srgbClr val="000000"/>
          </a:solidFill>
        </p:spPr>
        <p:txBody>
          <a:bodyPr wrap="square" lIns="0" tIns="0" rIns="0" bIns="0" rtlCol="0"/>
          <a:lstStyle/>
          <a:p>
            <a:endParaRPr/>
          </a:p>
        </p:txBody>
      </p:sp>
      <p:sp>
        <p:nvSpPr>
          <p:cNvPr id="6" name="object 6"/>
          <p:cNvSpPr/>
          <p:nvPr/>
        </p:nvSpPr>
        <p:spPr>
          <a:xfrm>
            <a:off x="2585592" y="1446275"/>
            <a:ext cx="386715" cy="537210"/>
          </a:xfrm>
          <a:custGeom>
            <a:avLst/>
            <a:gdLst/>
            <a:ahLst/>
            <a:cxnLst/>
            <a:rect l="l" t="t" r="r" b="b"/>
            <a:pathLst>
              <a:path w="386714" h="537210">
                <a:moveTo>
                  <a:pt x="371619" y="20447"/>
                </a:moveTo>
                <a:lnTo>
                  <a:pt x="360074" y="25636"/>
                </a:lnTo>
                <a:lnTo>
                  <a:pt x="0" y="529716"/>
                </a:lnTo>
                <a:lnTo>
                  <a:pt x="10413" y="537083"/>
                </a:lnTo>
                <a:lnTo>
                  <a:pt x="370459" y="32995"/>
                </a:lnTo>
                <a:lnTo>
                  <a:pt x="371619" y="20447"/>
                </a:lnTo>
                <a:close/>
              </a:path>
              <a:path w="386714" h="537210">
                <a:moveTo>
                  <a:pt x="385606" y="6476"/>
                </a:moveTo>
                <a:lnTo>
                  <a:pt x="373761" y="6476"/>
                </a:lnTo>
                <a:lnTo>
                  <a:pt x="384048" y="13970"/>
                </a:lnTo>
                <a:lnTo>
                  <a:pt x="370459" y="32995"/>
                </a:lnTo>
                <a:lnTo>
                  <a:pt x="364489" y="97536"/>
                </a:lnTo>
                <a:lnTo>
                  <a:pt x="364108" y="100964"/>
                </a:lnTo>
                <a:lnTo>
                  <a:pt x="366649" y="104012"/>
                </a:lnTo>
                <a:lnTo>
                  <a:pt x="373633" y="104775"/>
                </a:lnTo>
                <a:lnTo>
                  <a:pt x="376808" y="102108"/>
                </a:lnTo>
                <a:lnTo>
                  <a:pt x="377063" y="98678"/>
                </a:lnTo>
                <a:lnTo>
                  <a:pt x="385606" y="6476"/>
                </a:lnTo>
                <a:close/>
              </a:path>
              <a:path w="386714" h="537210">
                <a:moveTo>
                  <a:pt x="386206" y="0"/>
                </a:moveTo>
                <a:lnTo>
                  <a:pt x="292607" y="42037"/>
                </a:lnTo>
                <a:lnTo>
                  <a:pt x="291211" y="45847"/>
                </a:lnTo>
                <a:lnTo>
                  <a:pt x="292607" y="49022"/>
                </a:lnTo>
                <a:lnTo>
                  <a:pt x="294131" y="52197"/>
                </a:lnTo>
                <a:lnTo>
                  <a:pt x="297814" y="53594"/>
                </a:lnTo>
                <a:lnTo>
                  <a:pt x="360074" y="25636"/>
                </a:lnTo>
                <a:lnTo>
                  <a:pt x="373761" y="6476"/>
                </a:lnTo>
                <a:lnTo>
                  <a:pt x="385606" y="6476"/>
                </a:lnTo>
                <a:lnTo>
                  <a:pt x="386206" y="0"/>
                </a:lnTo>
                <a:close/>
              </a:path>
              <a:path w="386714" h="537210">
                <a:moveTo>
                  <a:pt x="378119" y="9651"/>
                </a:moveTo>
                <a:lnTo>
                  <a:pt x="372618" y="9651"/>
                </a:lnTo>
                <a:lnTo>
                  <a:pt x="381507" y="16001"/>
                </a:lnTo>
                <a:lnTo>
                  <a:pt x="371619" y="20447"/>
                </a:lnTo>
                <a:lnTo>
                  <a:pt x="370459" y="32995"/>
                </a:lnTo>
                <a:lnTo>
                  <a:pt x="384048" y="13970"/>
                </a:lnTo>
                <a:lnTo>
                  <a:pt x="378119" y="9651"/>
                </a:lnTo>
                <a:close/>
              </a:path>
              <a:path w="386714" h="537210">
                <a:moveTo>
                  <a:pt x="373761" y="6476"/>
                </a:moveTo>
                <a:lnTo>
                  <a:pt x="360074" y="25636"/>
                </a:lnTo>
                <a:lnTo>
                  <a:pt x="371619" y="20447"/>
                </a:lnTo>
                <a:lnTo>
                  <a:pt x="372618" y="9651"/>
                </a:lnTo>
                <a:lnTo>
                  <a:pt x="378119" y="9651"/>
                </a:lnTo>
                <a:lnTo>
                  <a:pt x="373761" y="6476"/>
                </a:lnTo>
                <a:close/>
              </a:path>
              <a:path w="386714" h="537210">
                <a:moveTo>
                  <a:pt x="372618" y="9651"/>
                </a:moveTo>
                <a:lnTo>
                  <a:pt x="371619" y="20447"/>
                </a:lnTo>
                <a:lnTo>
                  <a:pt x="381507" y="16001"/>
                </a:lnTo>
                <a:lnTo>
                  <a:pt x="372618" y="9651"/>
                </a:lnTo>
                <a:close/>
              </a:path>
            </a:pathLst>
          </a:custGeom>
          <a:solidFill>
            <a:srgbClr val="000000"/>
          </a:solidFill>
        </p:spPr>
        <p:txBody>
          <a:bodyPr wrap="square" lIns="0" tIns="0" rIns="0" bIns="0" rtlCol="0"/>
          <a:lstStyle/>
          <a:p>
            <a:endParaRPr/>
          </a:p>
        </p:txBody>
      </p:sp>
    </p:spTree>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391413"/>
            <a:ext cx="8087995" cy="5317490"/>
          </a:xfrm>
          <a:prstGeom prst="rect">
            <a:avLst/>
          </a:prstGeom>
        </p:spPr>
        <p:txBody>
          <a:bodyPr vert="horz" wrap="square" lIns="0" tIns="12065" rIns="0" bIns="0" rtlCol="0">
            <a:spAutoFit/>
          </a:bodyPr>
          <a:lstStyle/>
          <a:p>
            <a:pPr marL="12700" marR="181610">
              <a:lnSpc>
                <a:spcPct val="100000"/>
              </a:lnSpc>
              <a:spcBef>
                <a:spcPts val="95"/>
              </a:spcBef>
            </a:pPr>
            <a:r>
              <a:rPr sz="2800" b="1" dirty="0">
                <a:latin typeface="Calibri"/>
                <a:cs typeface="Calibri"/>
              </a:rPr>
              <a:t>4.4.5.2 Định</a:t>
            </a:r>
            <a:r>
              <a:rPr sz="2800" b="1" spc="-55" dirty="0">
                <a:latin typeface="Calibri"/>
                <a:cs typeface="Calibri"/>
              </a:rPr>
              <a:t> </a:t>
            </a:r>
            <a:r>
              <a:rPr sz="2800" b="1" dirty="0">
                <a:latin typeface="Calibri"/>
                <a:cs typeface="Calibri"/>
              </a:rPr>
              <a:t>nghĩa</a:t>
            </a:r>
            <a:r>
              <a:rPr sz="2800" b="1" spc="-35" dirty="0">
                <a:latin typeface="Calibri"/>
                <a:cs typeface="Calibri"/>
              </a:rPr>
              <a:t> </a:t>
            </a:r>
            <a:r>
              <a:rPr sz="2800" b="1" dirty="0">
                <a:latin typeface="Calibri"/>
                <a:cs typeface="Calibri"/>
              </a:rPr>
              <a:t>:</a:t>
            </a:r>
            <a:r>
              <a:rPr sz="2800" b="1" spc="-35" dirty="0">
                <a:latin typeface="Calibri"/>
                <a:cs typeface="Calibri"/>
              </a:rPr>
              <a:t> </a:t>
            </a:r>
            <a:r>
              <a:rPr sz="2800" dirty="0">
                <a:latin typeface="Calibri"/>
                <a:cs typeface="Calibri"/>
              </a:rPr>
              <a:t>Công</a:t>
            </a:r>
            <a:r>
              <a:rPr sz="2800" spc="-50" dirty="0">
                <a:latin typeface="Calibri"/>
                <a:cs typeface="Calibri"/>
              </a:rPr>
              <a:t> </a:t>
            </a:r>
            <a:r>
              <a:rPr sz="2800" dirty="0">
                <a:latin typeface="Calibri"/>
                <a:cs typeface="Calibri"/>
              </a:rPr>
              <a:t>thức</a:t>
            </a:r>
            <a:r>
              <a:rPr sz="2800" spc="-25" dirty="0">
                <a:latin typeface="Calibri"/>
                <a:cs typeface="Calibri"/>
              </a:rPr>
              <a:t> </a:t>
            </a:r>
            <a:r>
              <a:rPr sz="2800" dirty="0">
                <a:latin typeface="Calibri"/>
                <a:cs typeface="Calibri"/>
              </a:rPr>
              <a:t>đơn</a:t>
            </a:r>
            <a:r>
              <a:rPr sz="2800" spc="-30" dirty="0">
                <a:latin typeface="Calibri"/>
                <a:cs typeface="Calibri"/>
              </a:rPr>
              <a:t> </a:t>
            </a:r>
            <a:r>
              <a:rPr sz="2800" dirty="0">
                <a:latin typeface="Calibri"/>
                <a:cs typeface="Calibri"/>
              </a:rPr>
              <a:t>giản</a:t>
            </a:r>
            <a:r>
              <a:rPr sz="2800" spc="-50" dirty="0">
                <a:latin typeface="Calibri"/>
                <a:cs typeface="Calibri"/>
              </a:rPr>
              <a:t> </a:t>
            </a:r>
            <a:r>
              <a:rPr sz="2800" dirty="0">
                <a:latin typeface="Calibri"/>
                <a:cs typeface="Calibri"/>
              </a:rPr>
              <a:t>nhất</a:t>
            </a:r>
            <a:r>
              <a:rPr sz="2800" spc="-35" dirty="0">
                <a:latin typeface="Calibri"/>
                <a:cs typeface="Calibri"/>
              </a:rPr>
              <a:t> </a:t>
            </a:r>
            <a:r>
              <a:rPr sz="2800" dirty="0">
                <a:latin typeface="Calibri"/>
                <a:cs typeface="Calibri"/>
              </a:rPr>
              <a:t>được</a:t>
            </a:r>
            <a:r>
              <a:rPr sz="2800" spc="-20" dirty="0">
                <a:latin typeface="Calibri"/>
                <a:cs typeface="Calibri"/>
              </a:rPr>
              <a:t> </a:t>
            </a:r>
            <a:r>
              <a:rPr sz="2800" spc="-25" dirty="0">
                <a:latin typeface="Calibri"/>
                <a:cs typeface="Calibri"/>
              </a:rPr>
              <a:t>gọi </a:t>
            </a:r>
            <a:r>
              <a:rPr sz="2800" dirty="0">
                <a:latin typeface="Calibri"/>
                <a:cs typeface="Calibri"/>
              </a:rPr>
              <a:t>là</a:t>
            </a:r>
            <a:r>
              <a:rPr sz="2800" spc="-40" dirty="0">
                <a:latin typeface="Calibri"/>
                <a:cs typeface="Calibri"/>
              </a:rPr>
              <a:t> </a:t>
            </a:r>
            <a:r>
              <a:rPr sz="2800" b="1" i="1" dirty="0">
                <a:latin typeface="Calibri"/>
                <a:cs typeface="Calibri"/>
              </a:rPr>
              <a:t>công</a:t>
            </a:r>
            <a:r>
              <a:rPr sz="2800" b="1" i="1" spc="-40" dirty="0">
                <a:latin typeface="Calibri"/>
                <a:cs typeface="Calibri"/>
              </a:rPr>
              <a:t> </a:t>
            </a:r>
            <a:r>
              <a:rPr sz="2800" b="1" i="1" dirty="0">
                <a:latin typeface="Calibri"/>
                <a:cs typeface="Calibri"/>
              </a:rPr>
              <a:t>thức</a:t>
            </a:r>
            <a:r>
              <a:rPr sz="2800" b="1" i="1" spc="-35" dirty="0">
                <a:latin typeface="Calibri"/>
                <a:cs typeface="Calibri"/>
              </a:rPr>
              <a:t> </a:t>
            </a:r>
            <a:r>
              <a:rPr sz="2800" b="1" i="1" dirty="0">
                <a:latin typeface="Calibri"/>
                <a:cs typeface="Calibri"/>
              </a:rPr>
              <a:t>đa</a:t>
            </a:r>
            <a:r>
              <a:rPr sz="2800" b="1" i="1" spc="-20" dirty="0">
                <a:latin typeface="Calibri"/>
                <a:cs typeface="Calibri"/>
              </a:rPr>
              <a:t> </a:t>
            </a:r>
            <a:r>
              <a:rPr sz="2800" b="1" i="1" dirty="0">
                <a:latin typeface="Calibri"/>
                <a:cs typeface="Calibri"/>
              </a:rPr>
              <a:t>thức</a:t>
            </a:r>
            <a:r>
              <a:rPr sz="2800" b="1" i="1" spc="-40" dirty="0">
                <a:latin typeface="Calibri"/>
                <a:cs typeface="Calibri"/>
              </a:rPr>
              <a:t> </a:t>
            </a:r>
            <a:r>
              <a:rPr sz="2800" b="1" i="1" dirty="0">
                <a:latin typeface="Calibri"/>
                <a:cs typeface="Calibri"/>
              </a:rPr>
              <a:t>tối</a:t>
            </a:r>
            <a:r>
              <a:rPr sz="2800" b="1" i="1" spc="-25" dirty="0">
                <a:latin typeface="Calibri"/>
                <a:cs typeface="Calibri"/>
              </a:rPr>
              <a:t> </a:t>
            </a:r>
            <a:r>
              <a:rPr sz="2800" b="1" i="1" spc="-10" dirty="0">
                <a:latin typeface="Calibri"/>
                <a:cs typeface="Calibri"/>
              </a:rPr>
              <a:t>tiểu</a:t>
            </a:r>
            <a:r>
              <a:rPr sz="2800" spc="-10" dirty="0">
                <a:latin typeface="Calibri"/>
                <a:cs typeface="Calibri"/>
              </a:rPr>
              <a:t>.</a:t>
            </a:r>
            <a:endParaRPr sz="2800">
              <a:latin typeface="Calibri"/>
              <a:cs typeface="Calibri"/>
            </a:endParaRPr>
          </a:p>
          <a:p>
            <a:pPr>
              <a:lnSpc>
                <a:spcPct val="100000"/>
              </a:lnSpc>
              <a:spcBef>
                <a:spcPts val="1290"/>
              </a:spcBef>
            </a:pPr>
            <a:endParaRPr sz="2800">
              <a:latin typeface="Calibri"/>
              <a:cs typeface="Calibri"/>
            </a:endParaRPr>
          </a:p>
          <a:p>
            <a:pPr marL="12700">
              <a:lnSpc>
                <a:spcPct val="100000"/>
              </a:lnSpc>
            </a:pPr>
            <a:r>
              <a:rPr sz="2800" b="1" dirty="0">
                <a:latin typeface="Calibri"/>
                <a:cs typeface="Calibri"/>
              </a:rPr>
              <a:t>4.4.5.3</a:t>
            </a:r>
            <a:r>
              <a:rPr sz="2800" b="1" spc="-5" dirty="0">
                <a:latin typeface="Calibri"/>
                <a:cs typeface="Calibri"/>
              </a:rPr>
              <a:t> </a:t>
            </a:r>
            <a:r>
              <a:rPr sz="2800" b="1" dirty="0">
                <a:latin typeface="Calibri"/>
                <a:cs typeface="Calibri"/>
              </a:rPr>
              <a:t>Công</a:t>
            </a:r>
            <a:r>
              <a:rPr sz="2800" b="1" spc="-45" dirty="0">
                <a:latin typeface="Calibri"/>
                <a:cs typeface="Calibri"/>
              </a:rPr>
              <a:t> </a:t>
            </a:r>
            <a:r>
              <a:rPr sz="2800" b="1" dirty="0">
                <a:latin typeface="Calibri"/>
                <a:cs typeface="Calibri"/>
              </a:rPr>
              <a:t>thức</a:t>
            </a:r>
            <a:r>
              <a:rPr sz="2800" b="1" spc="-45" dirty="0">
                <a:latin typeface="Calibri"/>
                <a:cs typeface="Calibri"/>
              </a:rPr>
              <a:t> </a:t>
            </a:r>
            <a:r>
              <a:rPr sz="2800" b="1" dirty="0">
                <a:latin typeface="Calibri"/>
                <a:cs typeface="Calibri"/>
              </a:rPr>
              <a:t>đa</a:t>
            </a:r>
            <a:r>
              <a:rPr sz="2800" b="1" spc="-40" dirty="0">
                <a:latin typeface="Calibri"/>
                <a:cs typeface="Calibri"/>
              </a:rPr>
              <a:t> </a:t>
            </a:r>
            <a:r>
              <a:rPr sz="2800" b="1" dirty="0">
                <a:latin typeface="Calibri"/>
                <a:cs typeface="Calibri"/>
              </a:rPr>
              <a:t>thức</a:t>
            </a:r>
            <a:r>
              <a:rPr sz="2800" b="1" spc="-50" dirty="0">
                <a:latin typeface="Calibri"/>
                <a:cs typeface="Calibri"/>
              </a:rPr>
              <a:t> </a:t>
            </a:r>
            <a:r>
              <a:rPr sz="2800" b="1" dirty="0">
                <a:latin typeface="Calibri"/>
                <a:cs typeface="Calibri"/>
              </a:rPr>
              <a:t>tối</a:t>
            </a:r>
            <a:r>
              <a:rPr sz="2800" b="1" spc="-50" dirty="0">
                <a:latin typeface="Calibri"/>
                <a:cs typeface="Calibri"/>
              </a:rPr>
              <a:t> </a:t>
            </a:r>
            <a:r>
              <a:rPr sz="2800" b="1" dirty="0">
                <a:latin typeface="Calibri"/>
                <a:cs typeface="Calibri"/>
              </a:rPr>
              <a:t>tiểu</a:t>
            </a:r>
            <a:r>
              <a:rPr sz="2800" b="1" spc="-40" dirty="0">
                <a:latin typeface="Calibri"/>
                <a:cs typeface="Calibri"/>
              </a:rPr>
              <a:t> </a:t>
            </a:r>
            <a:r>
              <a:rPr sz="2800" b="1" dirty="0">
                <a:latin typeface="Calibri"/>
                <a:cs typeface="Calibri"/>
              </a:rPr>
              <a:t>cho</a:t>
            </a:r>
            <a:r>
              <a:rPr sz="2800" b="1" spc="-50" dirty="0">
                <a:latin typeface="Calibri"/>
                <a:cs typeface="Calibri"/>
              </a:rPr>
              <a:t> </a:t>
            </a:r>
            <a:r>
              <a:rPr sz="2800" b="1" dirty="0">
                <a:latin typeface="Calibri"/>
                <a:cs typeface="Calibri"/>
              </a:rPr>
              <a:t>hàm</a:t>
            </a:r>
            <a:r>
              <a:rPr sz="2800" b="1" spc="-50" dirty="0">
                <a:latin typeface="Calibri"/>
                <a:cs typeface="Calibri"/>
              </a:rPr>
              <a:t> </a:t>
            </a:r>
            <a:r>
              <a:rPr sz="2800" b="1" dirty="0">
                <a:latin typeface="Calibri"/>
                <a:cs typeface="Calibri"/>
              </a:rPr>
              <a:t>Bool</a:t>
            </a:r>
            <a:r>
              <a:rPr sz="2800" b="1" spc="-45" dirty="0">
                <a:latin typeface="Calibri"/>
                <a:cs typeface="Calibri"/>
              </a:rPr>
              <a:t> </a:t>
            </a:r>
            <a:r>
              <a:rPr sz="2800" b="1" dirty="0">
                <a:latin typeface="Calibri"/>
                <a:cs typeface="Calibri"/>
              </a:rPr>
              <a:t>4</a:t>
            </a:r>
            <a:r>
              <a:rPr sz="2800" b="1" spc="-40" dirty="0">
                <a:latin typeface="Calibri"/>
                <a:cs typeface="Calibri"/>
              </a:rPr>
              <a:t> </a:t>
            </a:r>
            <a:r>
              <a:rPr sz="2800" b="1" spc="-20" dirty="0">
                <a:latin typeface="Calibri"/>
                <a:cs typeface="Calibri"/>
              </a:rPr>
              <a:t>biến</a:t>
            </a:r>
            <a:endParaRPr sz="2800">
              <a:latin typeface="Calibri"/>
              <a:cs typeface="Calibri"/>
            </a:endParaRPr>
          </a:p>
          <a:p>
            <a:pPr marL="12700">
              <a:lnSpc>
                <a:spcPct val="100000"/>
              </a:lnSpc>
            </a:pPr>
            <a:r>
              <a:rPr sz="2800" b="1" dirty="0">
                <a:latin typeface="Calibri"/>
                <a:cs typeface="Calibri"/>
              </a:rPr>
              <a:t>,</a:t>
            </a:r>
            <a:r>
              <a:rPr sz="2800" b="1" spc="-60" dirty="0">
                <a:latin typeface="Calibri"/>
                <a:cs typeface="Calibri"/>
              </a:rPr>
              <a:t> </a:t>
            </a:r>
            <a:r>
              <a:rPr sz="2800" b="1" dirty="0">
                <a:latin typeface="Calibri"/>
                <a:cs typeface="Calibri"/>
              </a:rPr>
              <a:t>phương</a:t>
            </a:r>
            <a:r>
              <a:rPr sz="2800" b="1" spc="-65" dirty="0">
                <a:latin typeface="Calibri"/>
                <a:cs typeface="Calibri"/>
              </a:rPr>
              <a:t> </a:t>
            </a:r>
            <a:r>
              <a:rPr sz="2800" b="1" dirty="0">
                <a:latin typeface="Calibri"/>
                <a:cs typeface="Calibri"/>
              </a:rPr>
              <a:t>pháp</a:t>
            </a:r>
            <a:r>
              <a:rPr sz="2800" b="1" spc="-60" dirty="0">
                <a:latin typeface="Calibri"/>
                <a:cs typeface="Calibri"/>
              </a:rPr>
              <a:t> </a:t>
            </a:r>
            <a:r>
              <a:rPr sz="2800" b="1" dirty="0">
                <a:latin typeface="Calibri"/>
                <a:cs typeface="Calibri"/>
              </a:rPr>
              <a:t>biểu</a:t>
            </a:r>
            <a:r>
              <a:rPr sz="2800" b="1" spc="-60" dirty="0">
                <a:latin typeface="Calibri"/>
                <a:cs typeface="Calibri"/>
              </a:rPr>
              <a:t> </a:t>
            </a:r>
            <a:r>
              <a:rPr sz="2800" b="1" dirty="0">
                <a:latin typeface="Calibri"/>
                <a:cs typeface="Calibri"/>
              </a:rPr>
              <a:t>đồ</a:t>
            </a:r>
            <a:r>
              <a:rPr sz="2800" b="1" spc="-65" dirty="0">
                <a:latin typeface="Calibri"/>
                <a:cs typeface="Calibri"/>
              </a:rPr>
              <a:t> </a:t>
            </a:r>
            <a:r>
              <a:rPr sz="2800" b="1" dirty="0">
                <a:latin typeface="Calibri"/>
                <a:cs typeface="Calibri"/>
              </a:rPr>
              <a:t>Karnaugh</a:t>
            </a:r>
            <a:r>
              <a:rPr sz="2800" b="1" spc="-30" dirty="0">
                <a:latin typeface="Calibri"/>
                <a:cs typeface="Calibri"/>
              </a:rPr>
              <a:t> </a:t>
            </a:r>
            <a:r>
              <a:rPr sz="2800" b="1" spc="-50" dirty="0">
                <a:latin typeface="Calibri"/>
                <a:cs typeface="Calibri"/>
              </a:rPr>
              <a:t>:</a:t>
            </a:r>
            <a:endParaRPr sz="2800">
              <a:latin typeface="Calibri"/>
              <a:cs typeface="Calibri"/>
            </a:endParaRPr>
          </a:p>
          <a:p>
            <a:pPr marL="12700">
              <a:lnSpc>
                <a:spcPct val="100000"/>
              </a:lnSpc>
              <a:spcBef>
                <a:spcPts val="670"/>
              </a:spcBef>
            </a:pPr>
            <a:r>
              <a:rPr sz="2800" dirty="0">
                <a:latin typeface="Calibri"/>
                <a:cs typeface="Calibri"/>
              </a:rPr>
              <a:t>Thực</a:t>
            </a:r>
            <a:r>
              <a:rPr sz="2800" spc="-50" dirty="0">
                <a:latin typeface="Calibri"/>
                <a:cs typeface="Calibri"/>
              </a:rPr>
              <a:t> </a:t>
            </a:r>
            <a:r>
              <a:rPr sz="2800" dirty="0">
                <a:latin typeface="Calibri"/>
                <a:cs typeface="Calibri"/>
              </a:rPr>
              <a:t>hiện</a:t>
            </a:r>
            <a:r>
              <a:rPr sz="2800" spc="-45" dirty="0">
                <a:latin typeface="Calibri"/>
                <a:cs typeface="Calibri"/>
              </a:rPr>
              <a:t> </a:t>
            </a:r>
            <a:r>
              <a:rPr sz="2800" dirty="0">
                <a:latin typeface="Calibri"/>
                <a:cs typeface="Calibri"/>
              </a:rPr>
              <a:t>các</a:t>
            </a:r>
            <a:r>
              <a:rPr sz="2800" spc="-55" dirty="0">
                <a:latin typeface="Calibri"/>
                <a:cs typeface="Calibri"/>
              </a:rPr>
              <a:t> </a:t>
            </a:r>
            <a:r>
              <a:rPr sz="2800" dirty="0">
                <a:latin typeface="Calibri"/>
                <a:cs typeface="Calibri"/>
              </a:rPr>
              <a:t>bước</a:t>
            </a:r>
            <a:r>
              <a:rPr sz="2800" spc="-25" dirty="0">
                <a:latin typeface="Calibri"/>
                <a:cs typeface="Calibri"/>
              </a:rPr>
              <a:t> </a:t>
            </a:r>
            <a:r>
              <a:rPr sz="2800" dirty="0">
                <a:latin typeface="Calibri"/>
                <a:cs typeface="Calibri"/>
              </a:rPr>
              <a:t>sau</a:t>
            </a:r>
            <a:r>
              <a:rPr sz="2800" spc="-50" dirty="0">
                <a:latin typeface="Calibri"/>
                <a:cs typeface="Calibri"/>
              </a:rPr>
              <a:t> :</a:t>
            </a:r>
            <a:endParaRPr sz="2800">
              <a:latin typeface="Calibri"/>
              <a:cs typeface="Calibri"/>
            </a:endParaRPr>
          </a:p>
          <a:p>
            <a:pPr marL="12700">
              <a:lnSpc>
                <a:spcPct val="100000"/>
              </a:lnSpc>
              <a:spcBef>
                <a:spcPts val="675"/>
              </a:spcBef>
            </a:pPr>
            <a:r>
              <a:rPr sz="2800" b="1" dirty="0">
                <a:latin typeface="Calibri"/>
                <a:cs typeface="Calibri"/>
              </a:rPr>
              <a:t>Bước</a:t>
            </a:r>
            <a:r>
              <a:rPr sz="2800" b="1" spc="-10" dirty="0">
                <a:latin typeface="Calibri"/>
                <a:cs typeface="Calibri"/>
              </a:rPr>
              <a:t> </a:t>
            </a:r>
            <a:r>
              <a:rPr sz="2800" b="1" dirty="0">
                <a:latin typeface="Calibri"/>
                <a:cs typeface="Calibri"/>
              </a:rPr>
              <a:t>1: </a:t>
            </a:r>
            <a:r>
              <a:rPr sz="2800" dirty="0">
                <a:latin typeface="Calibri"/>
                <a:cs typeface="Calibri"/>
              </a:rPr>
              <a:t>Tìm</a:t>
            </a:r>
            <a:r>
              <a:rPr sz="2800" spc="-40" dirty="0">
                <a:latin typeface="Calibri"/>
                <a:cs typeface="Calibri"/>
              </a:rPr>
              <a:t> </a:t>
            </a:r>
            <a:r>
              <a:rPr sz="2800" dirty="0">
                <a:latin typeface="Calibri"/>
                <a:cs typeface="Calibri"/>
              </a:rPr>
              <a:t>các</a:t>
            </a:r>
            <a:r>
              <a:rPr sz="2800" spc="-20" dirty="0">
                <a:latin typeface="Calibri"/>
                <a:cs typeface="Calibri"/>
              </a:rPr>
              <a:t> </a:t>
            </a:r>
            <a:r>
              <a:rPr sz="2800" dirty="0">
                <a:latin typeface="Calibri"/>
                <a:cs typeface="Calibri"/>
              </a:rPr>
              <a:t>tế</a:t>
            </a:r>
            <a:r>
              <a:rPr sz="2800" spc="-30" dirty="0">
                <a:latin typeface="Calibri"/>
                <a:cs typeface="Calibri"/>
              </a:rPr>
              <a:t> </a:t>
            </a:r>
            <a:r>
              <a:rPr sz="2800" dirty="0">
                <a:latin typeface="Calibri"/>
                <a:cs typeface="Calibri"/>
              </a:rPr>
              <a:t>bào</a:t>
            </a:r>
            <a:r>
              <a:rPr sz="2800" spc="-15" dirty="0">
                <a:latin typeface="Calibri"/>
                <a:cs typeface="Calibri"/>
              </a:rPr>
              <a:t> </a:t>
            </a:r>
            <a:r>
              <a:rPr sz="2800" spc="-20" dirty="0">
                <a:latin typeface="Calibri"/>
                <a:cs typeface="Calibri"/>
              </a:rPr>
              <a:t>lớn.</a:t>
            </a:r>
            <a:endParaRPr sz="2800">
              <a:latin typeface="Calibri"/>
              <a:cs typeface="Calibri"/>
            </a:endParaRPr>
          </a:p>
          <a:p>
            <a:pPr marL="12700">
              <a:lnSpc>
                <a:spcPct val="100000"/>
              </a:lnSpc>
              <a:spcBef>
                <a:spcPts val="670"/>
              </a:spcBef>
            </a:pPr>
            <a:r>
              <a:rPr sz="2800" b="1" dirty="0">
                <a:latin typeface="Calibri"/>
                <a:cs typeface="Calibri"/>
              </a:rPr>
              <a:t>Bước</a:t>
            </a:r>
            <a:r>
              <a:rPr sz="2800" b="1" spc="-15" dirty="0">
                <a:latin typeface="Calibri"/>
                <a:cs typeface="Calibri"/>
              </a:rPr>
              <a:t> </a:t>
            </a:r>
            <a:r>
              <a:rPr sz="2800" b="1" dirty="0">
                <a:latin typeface="Calibri"/>
                <a:cs typeface="Calibri"/>
              </a:rPr>
              <a:t>2:</a:t>
            </a:r>
            <a:r>
              <a:rPr sz="2800" b="1" spc="-5" dirty="0">
                <a:latin typeface="Calibri"/>
                <a:cs typeface="Calibri"/>
              </a:rPr>
              <a:t> </a:t>
            </a:r>
            <a:r>
              <a:rPr sz="2800" dirty="0">
                <a:latin typeface="Calibri"/>
                <a:cs typeface="Calibri"/>
              </a:rPr>
              <a:t>Tìm</a:t>
            </a:r>
            <a:r>
              <a:rPr sz="2800" spc="-45" dirty="0">
                <a:latin typeface="Calibri"/>
                <a:cs typeface="Calibri"/>
              </a:rPr>
              <a:t> </a:t>
            </a:r>
            <a:r>
              <a:rPr sz="2800" dirty="0">
                <a:latin typeface="Calibri"/>
                <a:cs typeface="Calibri"/>
              </a:rPr>
              <a:t>các</a:t>
            </a:r>
            <a:r>
              <a:rPr sz="2800" spc="-25" dirty="0">
                <a:latin typeface="Calibri"/>
                <a:cs typeface="Calibri"/>
              </a:rPr>
              <a:t> </a:t>
            </a:r>
            <a:r>
              <a:rPr sz="2800" dirty="0">
                <a:latin typeface="Calibri"/>
                <a:cs typeface="Calibri"/>
              </a:rPr>
              <a:t>phủ</a:t>
            </a:r>
            <a:r>
              <a:rPr sz="2800" spc="-10" dirty="0">
                <a:latin typeface="Calibri"/>
                <a:cs typeface="Calibri"/>
              </a:rPr>
              <a:t> </a:t>
            </a:r>
            <a:r>
              <a:rPr sz="2800" dirty="0">
                <a:latin typeface="Calibri"/>
                <a:cs typeface="Calibri"/>
              </a:rPr>
              <a:t>tối</a:t>
            </a:r>
            <a:r>
              <a:rPr sz="2800" spc="-35" dirty="0">
                <a:latin typeface="Calibri"/>
                <a:cs typeface="Calibri"/>
              </a:rPr>
              <a:t> </a:t>
            </a:r>
            <a:r>
              <a:rPr sz="2800" spc="-10" dirty="0">
                <a:latin typeface="Calibri"/>
                <a:cs typeface="Calibri"/>
              </a:rPr>
              <a:t>tiểu.</a:t>
            </a:r>
            <a:endParaRPr sz="2800">
              <a:latin typeface="Calibri"/>
              <a:cs typeface="Calibri"/>
            </a:endParaRPr>
          </a:p>
          <a:p>
            <a:pPr marL="12700">
              <a:lnSpc>
                <a:spcPct val="100000"/>
              </a:lnSpc>
              <a:spcBef>
                <a:spcPts val="675"/>
              </a:spcBef>
            </a:pPr>
            <a:r>
              <a:rPr sz="2800" b="1" dirty="0">
                <a:latin typeface="Calibri"/>
                <a:cs typeface="Calibri"/>
              </a:rPr>
              <a:t>Bước</a:t>
            </a:r>
            <a:r>
              <a:rPr sz="2800" b="1" spc="-30" dirty="0">
                <a:latin typeface="Calibri"/>
                <a:cs typeface="Calibri"/>
              </a:rPr>
              <a:t> </a:t>
            </a:r>
            <a:r>
              <a:rPr sz="2800" b="1" dirty="0">
                <a:latin typeface="Calibri"/>
                <a:cs typeface="Calibri"/>
              </a:rPr>
              <a:t>3:</a:t>
            </a:r>
            <a:r>
              <a:rPr sz="2800" b="1" spc="-20" dirty="0">
                <a:latin typeface="Calibri"/>
                <a:cs typeface="Calibri"/>
              </a:rPr>
              <a:t> </a:t>
            </a:r>
            <a:r>
              <a:rPr sz="2800" dirty="0">
                <a:latin typeface="Calibri"/>
                <a:cs typeface="Calibri"/>
              </a:rPr>
              <a:t>Lập</a:t>
            </a:r>
            <a:r>
              <a:rPr sz="2800" spc="-50" dirty="0">
                <a:latin typeface="Calibri"/>
                <a:cs typeface="Calibri"/>
              </a:rPr>
              <a:t> </a:t>
            </a:r>
            <a:r>
              <a:rPr sz="2800" dirty="0">
                <a:latin typeface="Calibri"/>
                <a:cs typeface="Calibri"/>
              </a:rPr>
              <a:t>công</a:t>
            </a:r>
            <a:r>
              <a:rPr sz="2800" spc="-35" dirty="0">
                <a:latin typeface="Calibri"/>
                <a:cs typeface="Calibri"/>
              </a:rPr>
              <a:t> </a:t>
            </a:r>
            <a:r>
              <a:rPr sz="2800" dirty="0">
                <a:latin typeface="Calibri"/>
                <a:cs typeface="Calibri"/>
              </a:rPr>
              <a:t>thức</a:t>
            </a:r>
            <a:r>
              <a:rPr sz="2800" spc="-30" dirty="0">
                <a:latin typeface="Calibri"/>
                <a:cs typeface="Calibri"/>
              </a:rPr>
              <a:t> </a:t>
            </a:r>
            <a:r>
              <a:rPr sz="2800" dirty="0">
                <a:latin typeface="Calibri"/>
                <a:cs typeface="Calibri"/>
              </a:rPr>
              <a:t>cho</a:t>
            </a:r>
            <a:r>
              <a:rPr sz="2800" spc="-40" dirty="0">
                <a:latin typeface="Calibri"/>
                <a:cs typeface="Calibri"/>
              </a:rPr>
              <a:t> </a:t>
            </a:r>
            <a:r>
              <a:rPr sz="2800" dirty="0">
                <a:latin typeface="Calibri"/>
                <a:cs typeface="Calibri"/>
              </a:rPr>
              <a:t>f</a:t>
            </a:r>
            <a:r>
              <a:rPr sz="2800" spc="-50" dirty="0">
                <a:latin typeface="Calibri"/>
                <a:cs typeface="Calibri"/>
              </a:rPr>
              <a:t> </a:t>
            </a:r>
            <a:r>
              <a:rPr sz="2800" dirty="0">
                <a:latin typeface="Calibri"/>
                <a:cs typeface="Calibri"/>
              </a:rPr>
              <a:t>từ</a:t>
            </a:r>
            <a:r>
              <a:rPr sz="2800" spc="-35" dirty="0">
                <a:latin typeface="Calibri"/>
                <a:cs typeface="Calibri"/>
              </a:rPr>
              <a:t> </a:t>
            </a:r>
            <a:r>
              <a:rPr sz="2800" dirty="0">
                <a:latin typeface="Calibri"/>
                <a:cs typeface="Calibri"/>
              </a:rPr>
              <a:t>các</a:t>
            </a:r>
            <a:r>
              <a:rPr sz="2800" spc="-40" dirty="0">
                <a:latin typeface="Calibri"/>
                <a:cs typeface="Calibri"/>
              </a:rPr>
              <a:t> </a:t>
            </a:r>
            <a:r>
              <a:rPr sz="2800" dirty="0">
                <a:latin typeface="Calibri"/>
                <a:cs typeface="Calibri"/>
              </a:rPr>
              <a:t>phủ</a:t>
            </a:r>
            <a:r>
              <a:rPr sz="2800" spc="-40" dirty="0">
                <a:latin typeface="Calibri"/>
                <a:cs typeface="Calibri"/>
              </a:rPr>
              <a:t> </a:t>
            </a:r>
            <a:r>
              <a:rPr sz="2800" dirty="0">
                <a:latin typeface="Calibri"/>
                <a:cs typeface="Calibri"/>
              </a:rPr>
              <a:t>tối</a:t>
            </a:r>
            <a:r>
              <a:rPr sz="2800" spc="-45" dirty="0">
                <a:latin typeface="Calibri"/>
                <a:cs typeface="Calibri"/>
              </a:rPr>
              <a:t> </a:t>
            </a:r>
            <a:r>
              <a:rPr sz="2800" spc="-10" dirty="0">
                <a:latin typeface="Calibri"/>
                <a:cs typeface="Calibri"/>
              </a:rPr>
              <a:t>tiểu.</a:t>
            </a:r>
            <a:endParaRPr sz="2800">
              <a:latin typeface="Calibri"/>
              <a:cs typeface="Calibri"/>
            </a:endParaRPr>
          </a:p>
          <a:p>
            <a:pPr marL="12700" marR="189865">
              <a:lnSpc>
                <a:spcPct val="100000"/>
              </a:lnSpc>
              <a:spcBef>
                <a:spcPts val="675"/>
              </a:spcBef>
            </a:pPr>
            <a:r>
              <a:rPr sz="2800" b="1" dirty="0">
                <a:latin typeface="Calibri"/>
                <a:cs typeface="Calibri"/>
              </a:rPr>
              <a:t>Bước</a:t>
            </a:r>
            <a:r>
              <a:rPr sz="2800" b="1" spc="-35" dirty="0">
                <a:latin typeface="Calibri"/>
                <a:cs typeface="Calibri"/>
              </a:rPr>
              <a:t> </a:t>
            </a:r>
            <a:r>
              <a:rPr sz="2800" b="1" dirty="0">
                <a:latin typeface="Calibri"/>
                <a:cs typeface="Calibri"/>
              </a:rPr>
              <a:t>4:</a:t>
            </a:r>
            <a:r>
              <a:rPr sz="2800" b="1" spc="-25" dirty="0">
                <a:latin typeface="Calibri"/>
                <a:cs typeface="Calibri"/>
              </a:rPr>
              <a:t> </a:t>
            </a:r>
            <a:r>
              <a:rPr sz="2800" dirty="0">
                <a:latin typeface="Calibri"/>
                <a:cs typeface="Calibri"/>
              </a:rPr>
              <a:t>So</a:t>
            </a:r>
            <a:r>
              <a:rPr sz="2800" spc="-55" dirty="0">
                <a:latin typeface="Calibri"/>
                <a:cs typeface="Calibri"/>
              </a:rPr>
              <a:t> </a:t>
            </a:r>
            <a:r>
              <a:rPr sz="2800" dirty="0">
                <a:latin typeface="Calibri"/>
                <a:cs typeface="Calibri"/>
              </a:rPr>
              <a:t>sánh</a:t>
            </a:r>
            <a:r>
              <a:rPr sz="2800" spc="-45" dirty="0">
                <a:latin typeface="Calibri"/>
                <a:cs typeface="Calibri"/>
              </a:rPr>
              <a:t> </a:t>
            </a:r>
            <a:r>
              <a:rPr sz="2800" dirty="0">
                <a:latin typeface="Calibri"/>
                <a:cs typeface="Calibri"/>
              </a:rPr>
              <a:t>các</a:t>
            </a:r>
            <a:r>
              <a:rPr sz="2800" spc="-45" dirty="0">
                <a:latin typeface="Calibri"/>
                <a:cs typeface="Calibri"/>
              </a:rPr>
              <a:t> </a:t>
            </a:r>
            <a:r>
              <a:rPr sz="2800" dirty="0">
                <a:latin typeface="Calibri"/>
                <a:cs typeface="Calibri"/>
              </a:rPr>
              <a:t>công</a:t>
            </a:r>
            <a:r>
              <a:rPr sz="2800" spc="-60" dirty="0">
                <a:latin typeface="Calibri"/>
                <a:cs typeface="Calibri"/>
              </a:rPr>
              <a:t> </a:t>
            </a:r>
            <a:r>
              <a:rPr sz="2800" dirty="0">
                <a:latin typeface="Calibri"/>
                <a:cs typeface="Calibri"/>
              </a:rPr>
              <a:t>thức</a:t>
            </a:r>
            <a:r>
              <a:rPr sz="2800" spc="-30" dirty="0">
                <a:latin typeface="Calibri"/>
                <a:cs typeface="Calibri"/>
              </a:rPr>
              <a:t> </a:t>
            </a:r>
            <a:r>
              <a:rPr sz="2800" dirty="0">
                <a:latin typeface="Calibri"/>
                <a:cs typeface="Calibri"/>
              </a:rPr>
              <a:t>tìm</a:t>
            </a:r>
            <a:r>
              <a:rPr sz="2800" spc="-50" dirty="0">
                <a:latin typeface="Calibri"/>
                <a:cs typeface="Calibri"/>
              </a:rPr>
              <a:t> </a:t>
            </a:r>
            <a:r>
              <a:rPr sz="2800" dirty="0">
                <a:latin typeface="Calibri"/>
                <a:cs typeface="Calibri"/>
              </a:rPr>
              <a:t>công</a:t>
            </a:r>
            <a:r>
              <a:rPr sz="2800" spc="-55" dirty="0">
                <a:latin typeface="Calibri"/>
                <a:cs typeface="Calibri"/>
              </a:rPr>
              <a:t> </a:t>
            </a:r>
            <a:r>
              <a:rPr sz="2800" dirty="0">
                <a:latin typeface="Calibri"/>
                <a:cs typeface="Calibri"/>
              </a:rPr>
              <a:t>thức</a:t>
            </a:r>
            <a:r>
              <a:rPr sz="2800" spc="-35" dirty="0">
                <a:latin typeface="Calibri"/>
                <a:cs typeface="Calibri"/>
              </a:rPr>
              <a:t> </a:t>
            </a:r>
            <a:r>
              <a:rPr sz="2800" dirty="0">
                <a:latin typeface="Calibri"/>
                <a:cs typeface="Calibri"/>
              </a:rPr>
              <a:t>đơn</a:t>
            </a:r>
            <a:r>
              <a:rPr sz="2800" spc="-45" dirty="0">
                <a:latin typeface="Calibri"/>
                <a:cs typeface="Calibri"/>
              </a:rPr>
              <a:t> </a:t>
            </a:r>
            <a:r>
              <a:rPr sz="2800" spc="-20" dirty="0">
                <a:latin typeface="Calibri"/>
                <a:cs typeface="Calibri"/>
              </a:rPr>
              <a:t>giản </a:t>
            </a:r>
            <a:r>
              <a:rPr sz="2800" spc="-10" dirty="0">
                <a:latin typeface="Calibri"/>
                <a:cs typeface="Calibri"/>
              </a:rPr>
              <a:t>nhất.</a:t>
            </a:r>
            <a:endParaRPr sz="2800">
              <a:latin typeface="Calibri"/>
              <a:cs typeface="Calibri"/>
            </a:endParaRPr>
          </a:p>
        </p:txBody>
      </p:sp>
    </p:spTree>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391413"/>
            <a:ext cx="1021080" cy="452120"/>
          </a:xfrm>
          <a:prstGeom prst="rect">
            <a:avLst/>
          </a:prstGeom>
        </p:spPr>
        <p:txBody>
          <a:bodyPr vert="horz" wrap="square" lIns="0" tIns="12065" rIns="0" bIns="0" rtlCol="0">
            <a:spAutoFit/>
          </a:bodyPr>
          <a:lstStyle/>
          <a:p>
            <a:pPr marL="12700">
              <a:lnSpc>
                <a:spcPct val="100000"/>
              </a:lnSpc>
              <a:spcBef>
                <a:spcPts val="95"/>
              </a:spcBef>
              <a:tabLst>
                <a:tab pos="912494" algn="l"/>
              </a:tabLst>
            </a:pPr>
            <a:r>
              <a:rPr sz="2800" dirty="0">
                <a:latin typeface="Calibri"/>
                <a:cs typeface="Calibri"/>
              </a:rPr>
              <a:t>Ví</a:t>
            </a:r>
            <a:r>
              <a:rPr sz="2800" spc="5" dirty="0">
                <a:latin typeface="Calibri"/>
                <a:cs typeface="Calibri"/>
              </a:rPr>
              <a:t> </a:t>
            </a:r>
            <a:r>
              <a:rPr sz="2800" spc="-25" dirty="0">
                <a:latin typeface="Calibri"/>
                <a:cs typeface="Calibri"/>
              </a:rPr>
              <a:t>dụ</a:t>
            </a:r>
            <a:r>
              <a:rPr sz="2800" dirty="0">
                <a:latin typeface="Calibri"/>
                <a:cs typeface="Calibri"/>
              </a:rPr>
              <a:t>	</a:t>
            </a:r>
            <a:r>
              <a:rPr sz="2800" spc="-50" dirty="0">
                <a:latin typeface="Calibri"/>
                <a:cs typeface="Calibri"/>
              </a:rPr>
              <a:t>:</a:t>
            </a:r>
            <a:endParaRPr sz="2800">
              <a:latin typeface="Calibri"/>
              <a:cs typeface="Calibri"/>
            </a:endParaRPr>
          </a:p>
        </p:txBody>
      </p:sp>
      <p:sp>
        <p:nvSpPr>
          <p:cNvPr id="3" name="object 3"/>
          <p:cNvSpPr txBox="1"/>
          <p:nvPr/>
        </p:nvSpPr>
        <p:spPr>
          <a:xfrm>
            <a:off x="459740" y="3373907"/>
            <a:ext cx="5307965" cy="1566545"/>
          </a:xfrm>
          <a:prstGeom prst="rect">
            <a:avLst/>
          </a:prstGeom>
        </p:spPr>
        <p:txBody>
          <a:bodyPr vert="horz" wrap="square" lIns="0" tIns="102235" rIns="0" bIns="0" rtlCol="0">
            <a:spAutoFit/>
          </a:bodyPr>
          <a:lstStyle/>
          <a:p>
            <a:pPr marL="469900" indent="-457200">
              <a:lnSpc>
                <a:spcPct val="100000"/>
              </a:lnSpc>
              <a:spcBef>
                <a:spcPts val="805"/>
              </a:spcBef>
              <a:buFont typeface="Wingdings"/>
              <a:buChar char=""/>
              <a:tabLst>
                <a:tab pos="469900" algn="l"/>
              </a:tabLst>
            </a:pPr>
            <a:r>
              <a:rPr sz="2800" dirty="0">
                <a:latin typeface="Calibri"/>
                <a:cs typeface="Calibri"/>
              </a:rPr>
              <a:t>Phủ tối</a:t>
            </a:r>
            <a:r>
              <a:rPr sz="2800" spc="-25" dirty="0">
                <a:latin typeface="Calibri"/>
                <a:cs typeface="Calibri"/>
              </a:rPr>
              <a:t> </a:t>
            </a:r>
            <a:r>
              <a:rPr sz="2800" dirty="0">
                <a:latin typeface="Calibri"/>
                <a:cs typeface="Calibri"/>
              </a:rPr>
              <a:t>tiểu</a:t>
            </a:r>
            <a:r>
              <a:rPr sz="2800" spc="-20"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{2,</a:t>
            </a:r>
            <a:r>
              <a:rPr sz="2800" spc="-15" dirty="0">
                <a:latin typeface="Calibri"/>
                <a:cs typeface="Calibri"/>
              </a:rPr>
              <a:t> </a:t>
            </a:r>
            <a:r>
              <a:rPr sz="2800" dirty="0">
                <a:latin typeface="Calibri"/>
                <a:cs typeface="Calibri"/>
              </a:rPr>
              <a:t>4,</a:t>
            </a:r>
            <a:r>
              <a:rPr sz="2800" spc="-10" dirty="0">
                <a:latin typeface="Calibri"/>
                <a:cs typeface="Calibri"/>
              </a:rPr>
              <a:t> </a:t>
            </a:r>
            <a:r>
              <a:rPr sz="2800" dirty="0">
                <a:latin typeface="Calibri"/>
                <a:cs typeface="Calibri"/>
              </a:rPr>
              <a:t>5},</a:t>
            </a:r>
            <a:r>
              <a:rPr sz="2800" spc="-20" dirty="0">
                <a:latin typeface="Calibri"/>
                <a:cs typeface="Calibri"/>
              </a:rPr>
              <a:t> </a:t>
            </a:r>
            <a:r>
              <a:rPr sz="2800" dirty="0">
                <a:latin typeface="Calibri"/>
                <a:cs typeface="Calibri"/>
              </a:rPr>
              <a:t>{1,</a:t>
            </a:r>
            <a:r>
              <a:rPr sz="2800" spc="-20" dirty="0">
                <a:latin typeface="Calibri"/>
                <a:cs typeface="Calibri"/>
              </a:rPr>
              <a:t> </a:t>
            </a:r>
            <a:r>
              <a:rPr sz="2800" dirty="0">
                <a:latin typeface="Calibri"/>
                <a:cs typeface="Calibri"/>
              </a:rPr>
              <a:t>3</a:t>
            </a:r>
            <a:r>
              <a:rPr sz="2800" spc="-15"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4,</a:t>
            </a:r>
            <a:r>
              <a:rPr sz="2800" spc="-20" dirty="0">
                <a:latin typeface="Calibri"/>
                <a:cs typeface="Calibri"/>
              </a:rPr>
              <a:t> </a:t>
            </a:r>
            <a:r>
              <a:rPr sz="2800" spc="-25" dirty="0">
                <a:latin typeface="Calibri"/>
                <a:cs typeface="Calibri"/>
              </a:rPr>
              <a:t>5}.</a:t>
            </a:r>
            <a:endParaRPr sz="2800">
              <a:latin typeface="Calibri"/>
              <a:cs typeface="Calibri"/>
            </a:endParaRPr>
          </a:p>
          <a:p>
            <a:pPr marL="469900" indent="-457200">
              <a:lnSpc>
                <a:spcPct val="100000"/>
              </a:lnSpc>
              <a:spcBef>
                <a:spcPts val="710"/>
              </a:spcBef>
              <a:buFont typeface="Wingdings"/>
              <a:buChar char=""/>
              <a:tabLst>
                <a:tab pos="469900" algn="l"/>
                <a:tab pos="1728470" algn="l"/>
              </a:tabLst>
            </a:pPr>
            <a:r>
              <a:rPr sz="2800" dirty="0">
                <a:latin typeface="Calibri"/>
                <a:cs typeface="Calibri"/>
              </a:rPr>
              <a:t>Kết</a:t>
            </a:r>
            <a:r>
              <a:rPr sz="2800" spc="-80" dirty="0">
                <a:latin typeface="Calibri"/>
                <a:cs typeface="Calibri"/>
              </a:rPr>
              <a:t> </a:t>
            </a:r>
            <a:r>
              <a:rPr sz="2800" spc="-25" dirty="0">
                <a:latin typeface="Calibri"/>
                <a:cs typeface="Calibri"/>
              </a:rPr>
              <a:t>quả</a:t>
            </a:r>
            <a:r>
              <a:rPr sz="2800" dirty="0">
                <a:latin typeface="Calibri"/>
                <a:cs typeface="Calibri"/>
              </a:rPr>
              <a:t>	f</a:t>
            </a:r>
            <a:r>
              <a:rPr sz="2800" spc="-20" dirty="0">
                <a:latin typeface="Calibri"/>
                <a:cs typeface="Calibri"/>
              </a:rPr>
              <a:t> </a:t>
            </a:r>
            <a:r>
              <a:rPr sz="2800" dirty="0">
                <a:latin typeface="Calibri"/>
                <a:cs typeface="Calibri"/>
              </a:rPr>
              <a:t>= 2</a:t>
            </a:r>
            <a:r>
              <a:rPr sz="2800" spc="-5" dirty="0">
                <a:latin typeface="Calibri"/>
                <a:cs typeface="Calibri"/>
              </a:rPr>
              <a:t> </a:t>
            </a:r>
            <a:r>
              <a:rPr sz="2800" dirty="0">
                <a:latin typeface="Symbol"/>
                <a:cs typeface="Symbol"/>
              </a:rPr>
              <a:t></a:t>
            </a:r>
            <a:r>
              <a:rPr sz="2800" spc="-75" dirty="0">
                <a:latin typeface="Times New Roman"/>
                <a:cs typeface="Times New Roman"/>
              </a:rPr>
              <a:t> </a:t>
            </a:r>
            <a:r>
              <a:rPr sz="2800" dirty="0">
                <a:latin typeface="Calibri"/>
                <a:cs typeface="Calibri"/>
              </a:rPr>
              <a:t>4 </a:t>
            </a:r>
            <a:r>
              <a:rPr sz="2800" dirty="0">
                <a:latin typeface="Symbol"/>
                <a:cs typeface="Symbol"/>
              </a:rPr>
              <a:t></a:t>
            </a:r>
            <a:r>
              <a:rPr sz="2800" spc="-75" dirty="0">
                <a:latin typeface="Times New Roman"/>
                <a:cs typeface="Times New Roman"/>
              </a:rPr>
              <a:t> </a:t>
            </a:r>
            <a:r>
              <a:rPr sz="2800" spc="-25" dirty="0">
                <a:latin typeface="Calibri"/>
                <a:cs typeface="Calibri"/>
              </a:rPr>
              <a:t>5.</a:t>
            </a:r>
            <a:endParaRPr sz="2800">
              <a:latin typeface="Calibri"/>
              <a:cs typeface="Calibri"/>
            </a:endParaRPr>
          </a:p>
          <a:p>
            <a:pPr marL="12700">
              <a:lnSpc>
                <a:spcPct val="100000"/>
              </a:lnSpc>
              <a:spcBef>
                <a:spcPts val="635"/>
              </a:spcBef>
            </a:pPr>
            <a:r>
              <a:rPr sz="2800" dirty="0">
                <a:latin typeface="Calibri"/>
                <a:cs typeface="Calibri"/>
              </a:rPr>
              <a:t>(So</a:t>
            </a:r>
            <a:r>
              <a:rPr sz="2800" spc="-55" dirty="0">
                <a:latin typeface="Calibri"/>
                <a:cs typeface="Calibri"/>
              </a:rPr>
              <a:t> </a:t>
            </a:r>
            <a:r>
              <a:rPr sz="2800" dirty="0">
                <a:latin typeface="Calibri"/>
                <a:cs typeface="Calibri"/>
              </a:rPr>
              <a:t>sánh</a:t>
            </a:r>
            <a:r>
              <a:rPr sz="2800" spc="-35" dirty="0">
                <a:latin typeface="Calibri"/>
                <a:cs typeface="Calibri"/>
              </a:rPr>
              <a:t> </a:t>
            </a:r>
            <a:r>
              <a:rPr sz="2800" dirty="0">
                <a:latin typeface="Calibri"/>
                <a:cs typeface="Calibri"/>
              </a:rPr>
              <a:t>công</a:t>
            </a:r>
            <a:r>
              <a:rPr sz="2800" spc="-45" dirty="0">
                <a:latin typeface="Calibri"/>
                <a:cs typeface="Calibri"/>
              </a:rPr>
              <a:t> </a:t>
            </a:r>
            <a:r>
              <a:rPr sz="2800" dirty="0">
                <a:latin typeface="Calibri"/>
                <a:cs typeface="Calibri"/>
              </a:rPr>
              <a:t>thức</a:t>
            </a:r>
            <a:r>
              <a:rPr sz="2800" spc="-40" dirty="0">
                <a:latin typeface="Calibri"/>
                <a:cs typeface="Calibri"/>
              </a:rPr>
              <a:t> </a:t>
            </a:r>
            <a:r>
              <a:rPr sz="2800" dirty="0">
                <a:latin typeface="Calibri"/>
                <a:cs typeface="Calibri"/>
              </a:rPr>
              <a:t>xem</a:t>
            </a:r>
            <a:r>
              <a:rPr sz="2800" spc="-55" dirty="0">
                <a:latin typeface="Calibri"/>
                <a:cs typeface="Calibri"/>
              </a:rPr>
              <a:t> </a:t>
            </a:r>
            <a:r>
              <a:rPr sz="2800" dirty="0">
                <a:latin typeface="Calibri"/>
                <a:cs typeface="Calibri"/>
              </a:rPr>
              <a:t>như</a:t>
            </a:r>
            <a:r>
              <a:rPr sz="2800" spc="-30" dirty="0">
                <a:latin typeface="Calibri"/>
                <a:cs typeface="Calibri"/>
              </a:rPr>
              <a:t> </a:t>
            </a:r>
            <a:r>
              <a:rPr sz="2800" dirty="0">
                <a:latin typeface="Calibri"/>
                <a:cs typeface="Calibri"/>
              </a:rPr>
              <a:t>bài</a:t>
            </a:r>
            <a:r>
              <a:rPr sz="2800" spc="-45" dirty="0">
                <a:latin typeface="Calibri"/>
                <a:cs typeface="Calibri"/>
              </a:rPr>
              <a:t> </a:t>
            </a:r>
            <a:r>
              <a:rPr sz="2800" spc="-20" dirty="0">
                <a:latin typeface="Calibri"/>
                <a:cs typeface="Calibri"/>
              </a:rPr>
              <a:t>tập)</a:t>
            </a:r>
            <a:endParaRPr sz="2800">
              <a:latin typeface="Calibri"/>
              <a:cs typeface="Calibri"/>
            </a:endParaRPr>
          </a:p>
        </p:txBody>
      </p:sp>
      <p:grpSp>
        <p:nvGrpSpPr>
          <p:cNvPr id="4" name="object 4"/>
          <p:cNvGrpSpPr/>
          <p:nvPr/>
        </p:nvGrpSpPr>
        <p:grpSpPr>
          <a:xfrm>
            <a:off x="2426207" y="617219"/>
            <a:ext cx="4098925" cy="2802890"/>
            <a:chOff x="2426207" y="617219"/>
            <a:chExt cx="4098925" cy="2802890"/>
          </a:xfrm>
        </p:grpSpPr>
        <p:pic>
          <p:nvPicPr>
            <p:cNvPr id="5" name="object 5"/>
            <p:cNvPicPr/>
            <p:nvPr/>
          </p:nvPicPr>
          <p:blipFill>
            <a:blip r:embed="rId2" cstate="print"/>
            <a:stretch>
              <a:fillRect/>
            </a:stretch>
          </p:blipFill>
          <p:spPr>
            <a:xfrm>
              <a:off x="2476499" y="667501"/>
              <a:ext cx="4048125" cy="2751986"/>
            </a:xfrm>
            <a:prstGeom prst="rect">
              <a:avLst/>
            </a:prstGeom>
          </p:spPr>
        </p:pic>
        <p:sp>
          <p:nvSpPr>
            <p:cNvPr id="6" name="object 6"/>
            <p:cNvSpPr/>
            <p:nvPr/>
          </p:nvSpPr>
          <p:spPr>
            <a:xfrm>
              <a:off x="2439161" y="630173"/>
              <a:ext cx="1371600" cy="1199515"/>
            </a:xfrm>
            <a:custGeom>
              <a:avLst/>
              <a:gdLst/>
              <a:ahLst/>
              <a:cxnLst/>
              <a:rect l="l" t="t" r="r" b="b"/>
              <a:pathLst>
                <a:path w="1371600" h="1199514">
                  <a:moveTo>
                    <a:pt x="0" y="1199388"/>
                  </a:moveTo>
                  <a:lnTo>
                    <a:pt x="1371600" y="1199388"/>
                  </a:lnTo>
                  <a:lnTo>
                    <a:pt x="1371600" y="0"/>
                  </a:lnTo>
                  <a:lnTo>
                    <a:pt x="0" y="0"/>
                  </a:lnTo>
                  <a:lnTo>
                    <a:pt x="0" y="1199388"/>
                  </a:lnTo>
                  <a:close/>
                </a:path>
              </a:pathLst>
            </a:custGeom>
            <a:ln w="25908">
              <a:solidFill>
                <a:srgbClr val="FF0000"/>
              </a:solidFill>
            </a:ln>
          </p:spPr>
          <p:txBody>
            <a:bodyPr wrap="square" lIns="0" tIns="0" rIns="0" bIns="0" rtlCol="0"/>
            <a:lstStyle/>
            <a:p>
              <a:endParaRPr/>
            </a:p>
          </p:txBody>
        </p:sp>
      </p:grpSp>
    </p:spTree>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4" name="object 14"/>
          <p:cNvGrpSpPr/>
          <p:nvPr/>
        </p:nvGrpSpPr>
        <p:grpSpPr>
          <a:xfrm>
            <a:off x="812291" y="2238755"/>
            <a:ext cx="7646034" cy="4369435"/>
            <a:chOff x="812291" y="2238755"/>
            <a:chExt cx="7646034" cy="4369435"/>
          </a:xfrm>
        </p:grpSpPr>
        <p:sp>
          <p:nvSpPr>
            <p:cNvPr id="15" name="object 15"/>
            <p:cNvSpPr/>
            <p:nvPr/>
          </p:nvSpPr>
          <p:spPr>
            <a:xfrm>
              <a:off x="825245" y="2251709"/>
              <a:ext cx="7620000" cy="4343400"/>
            </a:xfrm>
            <a:custGeom>
              <a:avLst/>
              <a:gdLst/>
              <a:ahLst/>
              <a:cxnLst/>
              <a:rect l="l" t="t" r="r" b="b"/>
              <a:pathLst>
                <a:path w="7620000" h="4343400">
                  <a:moveTo>
                    <a:pt x="7620000" y="0"/>
                  </a:moveTo>
                  <a:lnTo>
                    <a:pt x="0" y="0"/>
                  </a:lnTo>
                  <a:lnTo>
                    <a:pt x="0" y="4343400"/>
                  </a:lnTo>
                  <a:lnTo>
                    <a:pt x="7620000" y="4343400"/>
                  </a:lnTo>
                  <a:lnTo>
                    <a:pt x="7620000" y="0"/>
                  </a:lnTo>
                  <a:close/>
                </a:path>
              </a:pathLst>
            </a:custGeom>
            <a:solidFill>
              <a:srgbClr val="4F81BC"/>
            </a:solidFill>
          </p:spPr>
          <p:txBody>
            <a:bodyPr wrap="square" lIns="0" tIns="0" rIns="0" bIns="0" rtlCol="0"/>
            <a:lstStyle/>
            <a:p>
              <a:endParaRPr/>
            </a:p>
          </p:txBody>
        </p:sp>
        <p:sp>
          <p:nvSpPr>
            <p:cNvPr id="16" name="object 16"/>
            <p:cNvSpPr/>
            <p:nvPr/>
          </p:nvSpPr>
          <p:spPr>
            <a:xfrm>
              <a:off x="825245" y="2251709"/>
              <a:ext cx="7620000" cy="4343400"/>
            </a:xfrm>
            <a:custGeom>
              <a:avLst/>
              <a:gdLst/>
              <a:ahLst/>
              <a:cxnLst/>
              <a:rect l="l" t="t" r="r" b="b"/>
              <a:pathLst>
                <a:path w="7620000" h="4343400">
                  <a:moveTo>
                    <a:pt x="0" y="4343400"/>
                  </a:moveTo>
                  <a:lnTo>
                    <a:pt x="7620000" y="4343400"/>
                  </a:lnTo>
                  <a:lnTo>
                    <a:pt x="7620000" y="0"/>
                  </a:lnTo>
                  <a:lnTo>
                    <a:pt x="0" y="0"/>
                  </a:lnTo>
                  <a:lnTo>
                    <a:pt x="0" y="4343400"/>
                  </a:lnTo>
                  <a:close/>
                </a:path>
              </a:pathLst>
            </a:custGeom>
            <a:ln w="25908">
              <a:solidFill>
                <a:srgbClr val="385D89"/>
              </a:solidFill>
            </a:ln>
          </p:spPr>
          <p:txBody>
            <a:bodyPr wrap="square" lIns="0" tIns="0" rIns="0" bIns="0" rtlCol="0"/>
            <a:lstStyle/>
            <a:p>
              <a:endParaRPr/>
            </a:p>
          </p:txBody>
        </p:sp>
      </p:grpSp>
      <p:sp>
        <p:nvSpPr>
          <p:cNvPr id="2" name="object 2"/>
          <p:cNvSpPr txBox="1">
            <a:spLocks noGrp="1"/>
          </p:cNvSpPr>
          <p:nvPr>
            <p:ph type="title"/>
          </p:nvPr>
        </p:nvSpPr>
        <p:spPr>
          <a:xfrm>
            <a:off x="459740" y="391413"/>
            <a:ext cx="1201420" cy="452120"/>
          </a:xfrm>
          <a:prstGeom prst="rect">
            <a:avLst/>
          </a:prstGeom>
        </p:spPr>
        <p:txBody>
          <a:bodyPr vert="horz" wrap="square" lIns="0" tIns="12065" rIns="0" bIns="0" rtlCol="0">
            <a:spAutoFit/>
          </a:bodyPr>
          <a:lstStyle/>
          <a:p>
            <a:pPr marL="12700">
              <a:lnSpc>
                <a:spcPct val="100000"/>
              </a:lnSpc>
              <a:spcBef>
                <a:spcPts val="95"/>
              </a:spcBef>
            </a:pPr>
            <a:r>
              <a:rPr dirty="0"/>
              <a:t>Ví</a:t>
            </a:r>
            <a:r>
              <a:rPr spc="-15" dirty="0"/>
              <a:t> </a:t>
            </a:r>
            <a:r>
              <a:rPr dirty="0"/>
              <a:t>dụ</a:t>
            </a:r>
            <a:r>
              <a:rPr spc="-10" dirty="0"/>
              <a:t> </a:t>
            </a:r>
            <a:r>
              <a:rPr dirty="0"/>
              <a:t>2</a:t>
            </a:r>
            <a:r>
              <a:rPr spc="-5" dirty="0"/>
              <a:t> </a:t>
            </a:r>
            <a:r>
              <a:rPr spc="-50" dirty="0"/>
              <a:t>:</a:t>
            </a:r>
          </a:p>
        </p:txBody>
      </p:sp>
      <p:sp>
        <p:nvSpPr>
          <p:cNvPr id="3" name="object 3"/>
          <p:cNvSpPr txBox="1"/>
          <p:nvPr/>
        </p:nvSpPr>
        <p:spPr>
          <a:xfrm>
            <a:off x="1243838" y="6026302"/>
            <a:ext cx="5909310" cy="452120"/>
          </a:xfrm>
          <a:prstGeom prst="rect">
            <a:avLst/>
          </a:prstGeom>
        </p:spPr>
        <p:txBody>
          <a:bodyPr vert="horz" wrap="square" lIns="0" tIns="12065" rIns="0" bIns="0" rtlCol="0">
            <a:spAutoFit/>
          </a:bodyPr>
          <a:lstStyle/>
          <a:p>
            <a:pPr marL="38100">
              <a:lnSpc>
                <a:spcPct val="100000"/>
              </a:lnSpc>
              <a:spcBef>
                <a:spcPts val="95"/>
              </a:spcBef>
              <a:tabLst>
                <a:tab pos="2363470" algn="l"/>
                <a:tab pos="2729230" algn="l"/>
                <a:tab pos="3268979" algn="l"/>
                <a:tab pos="4051300" algn="l"/>
                <a:tab pos="4418330" algn="l"/>
                <a:tab pos="4927600" algn="l"/>
                <a:tab pos="5293360" algn="l"/>
              </a:tabLst>
            </a:pPr>
            <a:r>
              <a:rPr sz="2800" dirty="0">
                <a:latin typeface="Calibri"/>
                <a:cs typeface="Calibri"/>
              </a:rPr>
              <a:t>Kết</a:t>
            </a:r>
            <a:r>
              <a:rPr sz="2800" spc="-45" dirty="0">
                <a:latin typeface="Calibri"/>
                <a:cs typeface="Calibri"/>
              </a:rPr>
              <a:t> </a:t>
            </a:r>
            <a:r>
              <a:rPr sz="2800" dirty="0">
                <a:latin typeface="Calibri"/>
                <a:cs typeface="Calibri"/>
              </a:rPr>
              <a:t>quả</a:t>
            </a:r>
            <a:r>
              <a:rPr sz="2800" spc="-5"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f</a:t>
            </a:r>
            <a:r>
              <a:rPr sz="2800" spc="-35" dirty="0">
                <a:latin typeface="Calibri"/>
                <a:cs typeface="Calibri"/>
              </a:rPr>
              <a:t> </a:t>
            </a:r>
            <a:r>
              <a:rPr sz="2800" dirty="0">
                <a:latin typeface="Calibri"/>
                <a:cs typeface="Calibri"/>
              </a:rPr>
              <a:t>=</a:t>
            </a:r>
            <a:r>
              <a:rPr sz="2800" spc="-15" dirty="0">
                <a:latin typeface="Calibri"/>
                <a:cs typeface="Calibri"/>
              </a:rPr>
              <a:t> </a:t>
            </a:r>
            <a:r>
              <a:rPr sz="2800" spc="-25" dirty="0">
                <a:latin typeface="Cambria Math"/>
                <a:cs typeface="Cambria Math"/>
              </a:rPr>
              <a:t>𝑥𝑧</a:t>
            </a:r>
            <a:r>
              <a:rPr sz="2800" dirty="0">
                <a:latin typeface="Cambria Math"/>
                <a:cs typeface="Cambria Math"/>
              </a:rPr>
              <a:t>	</a:t>
            </a:r>
            <a:r>
              <a:rPr sz="2800" spc="-50" dirty="0">
                <a:latin typeface="Cambria Math"/>
                <a:cs typeface="Cambria Math"/>
              </a:rPr>
              <a:t>∨</a:t>
            </a:r>
            <a:r>
              <a:rPr sz="2800" dirty="0">
                <a:latin typeface="Cambria Math"/>
                <a:cs typeface="Cambria Math"/>
              </a:rPr>
              <a:t>	</a:t>
            </a:r>
            <a:r>
              <a:rPr sz="2800" spc="-955" dirty="0">
                <a:latin typeface="Cambria Math"/>
                <a:cs typeface="Cambria Math"/>
              </a:rPr>
              <a:t>𝑦ത𝑧</a:t>
            </a:r>
            <a:r>
              <a:rPr sz="2800" dirty="0">
                <a:latin typeface="Cambria Math"/>
                <a:cs typeface="Cambria Math"/>
              </a:rPr>
              <a:t>	∨ </a:t>
            </a:r>
            <a:r>
              <a:rPr sz="2800" spc="-25" dirty="0">
                <a:latin typeface="Cambria Math"/>
                <a:cs typeface="Cambria Math"/>
              </a:rPr>
              <a:t>𝑥𝑡</a:t>
            </a:r>
            <a:r>
              <a:rPr sz="2800" dirty="0">
                <a:latin typeface="Cambria Math"/>
                <a:cs typeface="Cambria Math"/>
              </a:rPr>
              <a:t>	</a:t>
            </a:r>
            <a:r>
              <a:rPr sz="2800" spc="-50" dirty="0">
                <a:latin typeface="Cambria Math"/>
                <a:cs typeface="Cambria Math"/>
              </a:rPr>
              <a:t>∨</a:t>
            </a:r>
            <a:r>
              <a:rPr sz="2800" dirty="0">
                <a:latin typeface="Cambria Math"/>
                <a:cs typeface="Cambria Math"/>
              </a:rPr>
              <a:t>	</a:t>
            </a:r>
            <a:r>
              <a:rPr sz="2800" spc="-1260" dirty="0">
                <a:latin typeface="Cambria Math"/>
                <a:cs typeface="Cambria Math"/>
              </a:rPr>
              <a:t>𝑦ത𝑡</a:t>
            </a:r>
            <a:r>
              <a:rPr sz="4200" spc="-1889" baseline="5952" dirty="0">
                <a:latin typeface="Cambria Math"/>
                <a:cs typeface="Cambria Math"/>
              </a:rPr>
              <a:t>ҧ</a:t>
            </a:r>
            <a:r>
              <a:rPr sz="4200" baseline="5952" dirty="0">
                <a:latin typeface="Cambria Math"/>
                <a:cs typeface="Cambria Math"/>
              </a:rPr>
              <a:t>	</a:t>
            </a:r>
            <a:r>
              <a:rPr sz="2800" spc="-50" dirty="0">
                <a:latin typeface="Cambria Math"/>
                <a:cs typeface="Cambria Math"/>
              </a:rPr>
              <a:t>∨</a:t>
            </a:r>
            <a:r>
              <a:rPr sz="2800" dirty="0">
                <a:latin typeface="Cambria Math"/>
                <a:cs typeface="Cambria Math"/>
              </a:rPr>
              <a:t>	</a:t>
            </a:r>
            <a:r>
              <a:rPr sz="2800" spc="-110" dirty="0">
                <a:latin typeface="Cambria Math"/>
                <a:cs typeface="Cambria Math"/>
              </a:rPr>
              <a:t>𝑥</a:t>
            </a:r>
            <a:r>
              <a:rPr sz="2800" spc="-2105" dirty="0">
                <a:latin typeface="Cambria Math"/>
                <a:cs typeface="Cambria Math"/>
              </a:rPr>
              <a:t>ҧ</a:t>
            </a:r>
            <a:r>
              <a:rPr sz="2800" spc="30" dirty="0">
                <a:latin typeface="Cambria Math"/>
                <a:cs typeface="Cambria Math"/>
              </a:rPr>
              <a:t>𝑦</a:t>
            </a:r>
            <a:r>
              <a:rPr sz="2800" spc="-20" dirty="0">
                <a:latin typeface="Cambria Math"/>
                <a:cs typeface="Cambria Math"/>
              </a:rPr>
              <a:t>𝑧</a:t>
            </a:r>
            <a:endParaRPr sz="2800">
              <a:latin typeface="Cambria Math"/>
              <a:cs typeface="Cambria Math"/>
            </a:endParaRPr>
          </a:p>
        </p:txBody>
      </p:sp>
      <p:graphicFrame>
        <p:nvGraphicFramePr>
          <p:cNvPr id="4" name="object 4"/>
          <p:cNvGraphicFramePr>
            <a:graphicFrameLocks noGrp="1"/>
          </p:cNvGraphicFramePr>
          <p:nvPr/>
        </p:nvGraphicFramePr>
        <p:xfrm>
          <a:off x="1898650" y="603250"/>
          <a:ext cx="1440179" cy="1462405"/>
        </p:xfrm>
        <a:graphic>
          <a:graphicData uri="http://schemas.openxmlformats.org/drawingml/2006/table">
            <a:tbl>
              <a:tblPr firstRow="1" bandRow="1">
                <a:tableStyleId>{2D5ABB26-0587-4C30-8999-92F81FD0307C}</a:tableStyleId>
              </a:tblPr>
              <a:tblGrid>
                <a:gridCol w="360045">
                  <a:extLst>
                    <a:ext uri="{9D8B030D-6E8A-4147-A177-3AD203B41FA5}">
                      <a16:colId xmlns:a16="http://schemas.microsoft.com/office/drawing/2014/main" val="20000"/>
                    </a:ext>
                  </a:extLst>
                </a:gridCol>
                <a:gridCol w="360045">
                  <a:extLst>
                    <a:ext uri="{9D8B030D-6E8A-4147-A177-3AD203B41FA5}">
                      <a16:colId xmlns:a16="http://schemas.microsoft.com/office/drawing/2014/main" val="20001"/>
                    </a:ext>
                  </a:extLst>
                </a:gridCol>
                <a:gridCol w="360045">
                  <a:extLst>
                    <a:ext uri="{9D8B030D-6E8A-4147-A177-3AD203B41FA5}">
                      <a16:colId xmlns:a16="http://schemas.microsoft.com/office/drawing/2014/main" val="20002"/>
                    </a:ext>
                  </a:extLst>
                </a:gridCol>
                <a:gridCol w="360044">
                  <a:extLst>
                    <a:ext uri="{9D8B030D-6E8A-4147-A177-3AD203B41FA5}">
                      <a16:colId xmlns:a16="http://schemas.microsoft.com/office/drawing/2014/main" val="20003"/>
                    </a:ext>
                  </a:extLst>
                </a:gridCol>
              </a:tblGrid>
              <a:tr h="365760">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7E7E7E"/>
                    </a:solidFill>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7E7E7E"/>
                    </a:solidFill>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7E7E7E"/>
                    </a:solidFill>
                  </a:tcPr>
                </a:tc>
                <a:extLst>
                  <a:ext uri="{0D108BD9-81ED-4DB2-BD59-A6C34878D82A}">
                    <a16:rowId xmlns:a16="http://schemas.microsoft.com/office/drawing/2014/main" val="10000"/>
                  </a:ext>
                </a:extLst>
              </a:tr>
              <a:tr h="365760">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7E7E7E"/>
                    </a:solidFill>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7E7E7E"/>
                    </a:solidFill>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7E7E7E"/>
                    </a:solidFill>
                  </a:tcPr>
                </a:tc>
                <a:extLst>
                  <a:ext uri="{0D108BD9-81ED-4DB2-BD59-A6C34878D82A}">
                    <a16:rowId xmlns:a16="http://schemas.microsoft.com/office/drawing/2014/main" val="10001"/>
                  </a:ext>
                </a:extLst>
              </a:tr>
              <a:tr h="365125">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7E7E7E"/>
                    </a:solidFill>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7E7E7E"/>
                    </a:solidFill>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7E7E7E"/>
                    </a:solidFill>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65760">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7E7E7E"/>
                    </a:solidFill>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7E7E7E"/>
                    </a:solidFill>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7E7E7E"/>
                    </a:solidFill>
                  </a:tcPr>
                </a:tc>
                <a:extLst>
                  <a:ext uri="{0D108BD9-81ED-4DB2-BD59-A6C34878D82A}">
                    <a16:rowId xmlns:a16="http://schemas.microsoft.com/office/drawing/2014/main" val="10003"/>
                  </a:ext>
                </a:extLst>
              </a:tr>
            </a:tbl>
          </a:graphicData>
        </a:graphic>
      </p:graphicFrame>
      <p:graphicFrame>
        <p:nvGraphicFramePr>
          <p:cNvPr id="5" name="object 5"/>
          <p:cNvGraphicFramePr>
            <a:graphicFrameLocks noGrp="1"/>
          </p:cNvGraphicFramePr>
          <p:nvPr/>
        </p:nvGraphicFramePr>
        <p:xfrm>
          <a:off x="1467611" y="2526664"/>
          <a:ext cx="899794" cy="228600"/>
        </p:xfrm>
        <a:graphic>
          <a:graphicData uri="http://schemas.openxmlformats.org/drawingml/2006/table">
            <a:tbl>
              <a:tblPr firstRow="1" bandRow="1">
                <a:tableStyleId>{2D5ABB26-0587-4C30-8999-92F81FD0307C}</a:tableStyleId>
              </a:tblPr>
              <a:tblGrid>
                <a:gridCol w="444500">
                  <a:extLst>
                    <a:ext uri="{9D8B030D-6E8A-4147-A177-3AD203B41FA5}">
                      <a16:colId xmlns:a16="http://schemas.microsoft.com/office/drawing/2014/main" val="20000"/>
                    </a:ext>
                  </a:extLst>
                </a:gridCol>
                <a:gridCol w="455294">
                  <a:extLst>
                    <a:ext uri="{9D8B030D-6E8A-4147-A177-3AD203B41FA5}">
                      <a16:colId xmlns:a16="http://schemas.microsoft.com/office/drawing/2014/main" val="20001"/>
                    </a:ext>
                  </a:extLst>
                </a:gridCol>
              </a:tblGrid>
              <a:tr h="228600">
                <a:tc>
                  <a:txBody>
                    <a:bodyPr/>
                    <a:lstStyle/>
                    <a:p>
                      <a:pPr marL="31750">
                        <a:lnSpc>
                          <a:spcPts val="1700"/>
                        </a:lnSpc>
                      </a:pPr>
                      <a:r>
                        <a:rPr sz="1800" b="1" spc="-50" dirty="0">
                          <a:solidFill>
                            <a:srgbClr val="FFFFFF"/>
                          </a:solidFill>
                          <a:latin typeface="Calibri"/>
                          <a:cs typeface="Calibri"/>
                        </a:rPr>
                        <a:t>x</a:t>
                      </a:r>
                      <a:endParaRPr sz="1800">
                        <a:latin typeface="Calibri"/>
                        <a:cs typeface="Calibri"/>
                      </a:endParaRPr>
                    </a:p>
                  </a:txBody>
                  <a:tcPr marL="0" marR="0" marT="0" marB="0">
                    <a:solidFill>
                      <a:srgbClr val="4F81BC"/>
                    </a:solidFill>
                  </a:tcPr>
                </a:tc>
                <a:tc>
                  <a:txBody>
                    <a:bodyPr/>
                    <a:lstStyle/>
                    <a:p>
                      <a:pPr marR="24130" algn="r">
                        <a:lnSpc>
                          <a:spcPts val="1700"/>
                        </a:lnSpc>
                      </a:pPr>
                      <a:r>
                        <a:rPr sz="1800" b="1" spc="-50" dirty="0">
                          <a:solidFill>
                            <a:srgbClr val="FF0000"/>
                          </a:solidFill>
                          <a:latin typeface="Calibri"/>
                          <a:cs typeface="Calibri"/>
                        </a:rPr>
                        <a:t>1</a:t>
                      </a:r>
                      <a:endParaRPr sz="1800">
                        <a:latin typeface="Calibri"/>
                        <a:cs typeface="Calibri"/>
                      </a:endParaRPr>
                    </a:p>
                  </a:txBody>
                  <a:tcPr marL="0" marR="0" marT="0" marB="0">
                    <a:solidFill>
                      <a:srgbClr val="4F81BC"/>
                    </a:solidFill>
                  </a:tcPr>
                </a:tc>
                <a:extLst>
                  <a:ext uri="{0D108BD9-81ED-4DB2-BD59-A6C34878D82A}">
                    <a16:rowId xmlns:a16="http://schemas.microsoft.com/office/drawing/2014/main" val="10000"/>
                  </a:ext>
                </a:extLst>
              </a:tr>
            </a:tbl>
          </a:graphicData>
        </a:graphic>
      </p:graphicFrame>
      <p:graphicFrame>
        <p:nvGraphicFramePr>
          <p:cNvPr id="6" name="object 6"/>
          <p:cNvGraphicFramePr>
            <a:graphicFrameLocks noGrp="1"/>
          </p:cNvGraphicFramePr>
          <p:nvPr/>
        </p:nvGraphicFramePr>
        <p:xfrm>
          <a:off x="3648964" y="2526664"/>
          <a:ext cx="522605" cy="593725"/>
        </p:xfrm>
        <a:graphic>
          <a:graphicData uri="http://schemas.openxmlformats.org/drawingml/2006/table">
            <a:tbl>
              <a:tblPr firstRow="1" bandRow="1">
                <a:tableStyleId>{2D5ABB26-0587-4C30-8999-92F81FD0307C}</a:tableStyleId>
              </a:tblPr>
              <a:tblGrid>
                <a:gridCol w="522605">
                  <a:extLst>
                    <a:ext uri="{9D8B030D-6E8A-4147-A177-3AD203B41FA5}">
                      <a16:colId xmlns:a16="http://schemas.microsoft.com/office/drawing/2014/main" val="20000"/>
                    </a:ext>
                  </a:extLst>
                </a:gridCol>
              </a:tblGrid>
              <a:tr h="297180">
                <a:tc>
                  <a:txBody>
                    <a:bodyPr/>
                    <a:lstStyle/>
                    <a:p>
                      <a:pPr marL="31750">
                        <a:lnSpc>
                          <a:spcPts val="1710"/>
                        </a:lnSpc>
                      </a:pPr>
                      <a:r>
                        <a:rPr sz="1800" b="1" spc="-50" dirty="0">
                          <a:solidFill>
                            <a:srgbClr val="FF0000"/>
                          </a:solidFill>
                          <a:latin typeface="Calibri"/>
                          <a:cs typeface="Calibri"/>
                        </a:rPr>
                        <a:t>2</a:t>
                      </a:r>
                      <a:endParaRPr sz="1800">
                        <a:latin typeface="Calibri"/>
                        <a:cs typeface="Calibri"/>
                      </a:endParaRPr>
                    </a:p>
                  </a:txBody>
                  <a:tcPr marL="0" marR="0" marT="0" marB="0">
                    <a:solidFill>
                      <a:srgbClr val="4F81BC"/>
                    </a:solidFill>
                  </a:tcPr>
                </a:tc>
                <a:extLst>
                  <a:ext uri="{0D108BD9-81ED-4DB2-BD59-A6C34878D82A}">
                    <a16:rowId xmlns:a16="http://schemas.microsoft.com/office/drawing/2014/main" val="10000"/>
                  </a:ext>
                </a:extLst>
              </a:tr>
              <a:tr h="296545">
                <a:tc>
                  <a:txBody>
                    <a:bodyPr/>
                    <a:lstStyle/>
                    <a:p>
                      <a:pPr marR="24130" algn="r">
                        <a:lnSpc>
                          <a:spcPts val="2150"/>
                        </a:lnSpc>
                        <a:spcBef>
                          <a:spcPts val="90"/>
                        </a:spcBef>
                      </a:pPr>
                      <a:r>
                        <a:rPr sz="1800" spc="-50" dirty="0">
                          <a:solidFill>
                            <a:srgbClr val="FFFFFF"/>
                          </a:solidFill>
                          <a:latin typeface="Calibri"/>
                          <a:cs typeface="Calibri"/>
                        </a:rPr>
                        <a:t>x</a:t>
                      </a:r>
                      <a:endParaRPr sz="1800">
                        <a:latin typeface="Calibri"/>
                        <a:cs typeface="Calibri"/>
                      </a:endParaRPr>
                    </a:p>
                  </a:txBody>
                  <a:tcPr marL="0" marR="0" marT="11430" marB="0">
                    <a:solidFill>
                      <a:srgbClr val="4F81BC"/>
                    </a:solidFill>
                  </a:tcPr>
                </a:tc>
                <a:extLst>
                  <a:ext uri="{0D108BD9-81ED-4DB2-BD59-A6C34878D82A}">
                    <a16:rowId xmlns:a16="http://schemas.microsoft.com/office/drawing/2014/main" val="10001"/>
                  </a:ext>
                </a:extLst>
              </a:tr>
            </a:tbl>
          </a:graphicData>
        </a:graphic>
      </p:graphicFrame>
      <p:sp>
        <p:nvSpPr>
          <p:cNvPr id="7" name="object 7"/>
          <p:cNvSpPr txBox="1"/>
          <p:nvPr/>
        </p:nvSpPr>
        <p:spPr>
          <a:xfrm>
            <a:off x="5434329" y="2456815"/>
            <a:ext cx="141605" cy="299720"/>
          </a:xfrm>
          <a:prstGeom prst="rect">
            <a:avLst/>
          </a:prstGeom>
        </p:spPr>
        <p:txBody>
          <a:bodyPr vert="horz" wrap="square" lIns="0" tIns="12700" rIns="0" bIns="0" rtlCol="0">
            <a:spAutoFit/>
          </a:bodyPr>
          <a:lstStyle/>
          <a:p>
            <a:pPr marL="12700">
              <a:lnSpc>
                <a:spcPct val="100000"/>
              </a:lnSpc>
              <a:spcBef>
                <a:spcPts val="100"/>
              </a:spcBef>
            </a:pPr>
            <a:r>
              <a:rPr sz="1800" b="1" spc="-50" dirty="0">
                <a:solidFill>
                  <a:srgbClr val="FF0000"/>
                </a:solidFill>
                <a:latin typeface="Calibri"/>
                <a:cs typeface="Calibri"/>
              </a:rPr>
              <a:t>3</a:t>
            </a:r>
            <a:endParaRPr sz="1800">
              <a:latin typeface="Calibri"/>
              <a:cs typeface="Calibri"/>
            </a:endParaRPr>
          </a:p>
        </p:txBody>
      </p:sp>
      <p:graphicFrame>
        <p:nvGraphicFramePr>
          <p:cNvPr id="8" name="object 8"/>
          <p:cNvGraphicFramePr>
            <a:graphicFrameLocks noGrp="1"/>
          </p:cNvGraphicFramePr>
          <p:nvPr/>
        </p:nvGraphicFramePr>
        <p:xfrm>
          <a:off x="4337050" y="603250"/>
          <a:ext cx="1440179" cy="1462405"/>
        </p:xfrm>
        <a:graphic>
          <a:graphicData uri="http://schemas.openxmlformats.org/drawingml/2006/table">
            <a:tbl>
              <a:tblPr firstRow="1" bandRow="1">
                <a:tableStyleId>{2D5ABB26-0587-4C30-8999-92F81FD0307C}</a:tableStyleId>
              </a:tblPr>
              <a:tblGrid>
                <a:gridCol w="360045">
                  <a:extLst>
                    <a:ext uri="{9D8B030D-6E8A-4147-A177-3AD203B41FA5}">
                      <a16:colId xmlns:a16="http://schemas.microsoft.com/office/drawing/2014/main" val="20000"/>
                    </a:ext>
                  </a:extLst>
                </a:gridCol>
                <a:gridCol w="360045">
                  <a:extLst>
                    <a:ext uri="{9D8B030D-6E8A-4147-A177-3AD203B41FA5}">
                      <a16:colId xmlns:a16="http://schemas.microsoft.com/office/drawing/2014/main" val="20001"/>
                    </a:ext>
                  </a:extLst>
                </a:gridCol>
                <a:gridCol w="360045">
                  <a:extLst>
                    <a:ext uri="{9D8B030D-6E8A-4147-A177-3AD203B41FA5}">
                      <a16:colId xmlns:a16="http://schemas.microsoft.com/office/drawing/2014/main" val="20002"/>
                    </a:ext>
                  </a:extLst>
                </a:gridCol>
                <a:gridCol w="360044">
                  <a:extLst>
                    <a:ext uri="{9D8B030D-6E8A-4147-A177-3AD203B41FA5}">
                      <a16:colId xmlns:a16="http://schemas.microsoft.com/office/drawing/2014/main" val="20003"/>
                    </a:ext>
                  </a:extLst>
                </a:gridCol>
              </a:tblGrid>
              <a:tr h="365760">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65760">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65125">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65760">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sp>
        <p:nvSpPr>
          <p:cNvPr id="9" name="object 9"/>
          <p:cNvSpPr txBox="1"/>
          <p:nvPr/>
        </p:nvSpPr>
        <p:spPr>
          <a:xfrm>
            <a:off x="7200645" y="2456815"/>
            <a:ext cx="141605" cy="299720"/>
          </a:xfrm>
          <a:prstGeom prst="rect">
            <a:avLst/>
          </a:prstGeom>
        </p:spPr>
        <p:txBody>
          <a:bodyPr vert="horz" wrap="square" lIns="0" tIns="12700" rIns="0" bIns="0" rtlCol="0">
            <a:spAutoFit/>
          </a:bodyPr>
          <a:lstStyle/>
          <a:p>
            <a:pPr marL="12700">
              <a:lnSpc>
                <a:spcPct val="100000"/>
              </a:lnSpc>
              <a:spcBef>
                <a:spcPts val="100"/>
              </a:spcBef>
            </a:pPr>
            <a:r>
              <a:rPr sz="1800" b="1" spc="-50" dirty="0">
                <a:solidFill>
                  <a:srgbClr val="FF0000"/>
                </a:solidFill>
                <a:latin typeface="Calibri"/>
                <a:cs typeface="Calibri"/>
              </a:rPr>
              <a:t>4</a:t>
            </a:r>
            <a:endParaRPr sz="1800">
              <a:latin typeface="Calibri"/>
              <a:cs typeface="Calibri"/>
            </a:endParaRPr>
          </a:p>
        </p:txBody>
      </p:sp>
      <p:sp>
        <p:nvSpPr>
          <p:cNvPr id="10" name="object 10"/>
          <p:cNvSpPr txBox="1"/>
          <p:nvPr/>
        </p:nvSpPr>
        <p:spPr>
          <a:xfrm>
            <a:off x="2206879" y="4148708"/>
            <a:ext cx="141605" cy="299720"/>
          </a:xfrm>
          <a:prstGeom prst="rect">
            <a:avLst/>
          </a:prstGeom>
        </p:spPr>
        <p:txBody>
          <a:bodyPr vert="horz" wrap="square" lIns="0" tIns="12700" rIns="0" bIns="0" rtlCol="0">
            <a:spAutoFit/>
          </a:bodyPr>
          <a:lstStyle/>
          <a:p>
            <a:pPr marL="12700">
              <a:lnSpc>
                <a:spcPct val="100000"/>
              </a:lnSpc>
              <a:spcBef>
                <a:spcPts val="100"/>
              </a:spcBef>
            </a:pPr>
            <a:r>
              <a:rPr sz="1800" b="1" spc="-50" dirty="0">
                <a:solidFill>
                  <a:srgbClr val="FF0000"/>
                </a:solidFill>
                <a:latin typeface="Calibri"/>
                <a:cs typeface="Calibri"/>
              </a:rPr>
              <a:t>5</a:t>
            </a:r>
            <a:endParaRPr sz="1800">
              <a:latin typeface="Calibri"/>
              <a:cs typeface="Calibri"/>
            </a:endParaRPr>
          </a:p>
        </p:txBody>
      </p:sp>
      <p:sp>
        <p:nvSpPr>
          <p:cNvPr id="11" name="object 11"/>
          <p:cNvSpPr txBox="1"/>
          <p:nvPr/>
        </p:nvSpPr>
        <p:spPr>
          <a:xfrm>
            <a:off x="3668014" y="4148708"/>
            <a:ext cx="141605" cy="299720"/>
          </a:xfrm>
          <a:prstGeom prst="rect">
            <a:avLst/>
          </a:prstGeom>
        </p:spPr>
        <p:txBody>
          <a:bodyPr vert="horz" wrap="square" lIns="0" tIns="12700" rIns="0" bIns="0" rtlCol="0">
            <a:spAutoFit/>
          </a:bodyPr>
          <a:lstStyle/>
          <a:p>
            <a:pPr marL="12700">
              <a:lnSpc>
                <a:spcPct val="100000"/>
              </a:lnSpc>
              <a:spcBef>
                <a:spcPts val="100"/>
              </a:spcBef>
            </a:pPr>
            <a:r>
              <a:rPr sz="1800" b="1" spc="-50" dirty="0">
                <a:solidFill>
                  <a:srgbClr val="FF0000"/>
                </a:solidFill>
                <a:latin typeface="Calibri"/>
                <a:cs typeface="Calibri"/>
              </a:rPr>
              <a:t>6</a:t>
            </a:r>
            <a:endParaRPr sz="1800">
              <a:latin typeface="Calibri"/>
              <a:cs typeface="Calibri"/>
            </a:endParaRPr>
          </a:p>
        </p:txBody>
      </p:sp>
      <p:sp>
        <p:nvSpPr>
          <p:cNvPr id="12" name="object 12"/>
          <p:cNvSpPr txBox="1"/>
          <p:nvPr/>
        </p:nvSpPr>
        <p:spPr>
          <a:xfrm>
            <a:off x="5434329" y="4148708"/>
            <a:ext cx="141605" cy="299720"/>
          </a:xfrm>
          <a:prstGeom prst="rect">
            <a:avLst/>
          </a:prstGeom>
        </p:spPr>
        <p:txBody>
          <a:bodyPr vert="horz" wrap="square" lIns="0" tIns="12700" rIns="0" bIns="0" rtlCol="0">
            <a:spAutoFit/>
          </a:bodyPr>
          <a:lstStyle/>
          <a:p>
            <a:pPr marL="12700">
              <a:lnSpc>
                <a:spcPct val="100000"/>
              </a:lnSpc>
              <a:spcBef>
                <a:spcPts val="100"/>
              </a:spcBef>
            </a:pPr>
            <a:r>
              <a:rPr sz="1800" b="1" spc="-50" dirty="0">
                <a:solidFill>
                  <a:srgbClr val="FF0000"/>
                </a:solidFill>
                <a:latin typeface="Calibri"/>
                <a:cs typeface="Calibri"/>
              </a:rPr>
              <a:t>7</a:t>
            </a:r>
            <a:endParaRPr sz="1800">
              <a:latin typeface="Calibri"/>
              <a:cs typeface="Calibri"/>
            </a:endParaRPr>
          </a:p>
        </p:txBody>
      </p:sp>
      <p:sp>
        <p:nvSpPr>
          <p:cNvPr id="13" name="object 13"/>
          <p:cNvSpPr txBox="1"/>
          <p:nvPr/>
        </p:nvSpPr>
        <p:spPr>
          <a:xfrm>
            <a:off x="7200645" y="4148708"/>
            <a:ext cx="141605" cy="299720"/>
          </a:xfrm>
          <a:prstGeom prst="rect">
            <a:avLst/>
          </a:prstGeom>
        </p:spPr>
        <p:txBody>
          <a:bodyPr vert="horz" wrap="square" lIns="0" tIns="12700" rIns="0" bIns="0" rtlCol="0">
            <a:spAutoFit/>
          </a:bodyPr>
          <a:lstStyle/>
          <a:p>
            <a:pPr marL="12700">
              <a:lnSpc>
                <a:spcPct val="100000"/>
              </a:lnSpc>
              <a:spcBef>
                <a:spcPts val="100"/>
              </a:spcBef>
            </a:pPr>
            <a:r>
              <a:rPr sz="1800" b="1" spc="-50" dirty="0">
                <a:solidFill>
                  <a:srgbClr val="FF0000"/>
                </a:solidFill>
                <a:latin typeface="Calibri"/>
                <a:cs typeface="Calibri"/>
              </a:rPr>
              <a:t>8</a:t>
            </a:r>
            <a:endParaRPr sz="1800">
              <a:latin typeface="Calibri"/>
              <a:cs typeface="Calibri"/>
            </a:endParaRPr>
          </a:p>
        </p:txBody>
      </p:sp>
    </p:spTree>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1313" rIns="0" bIns="0" rtlCol="0">
            <a:spAutoFit/>
          </a:bodyPr>
          <a:lstStyle/>
          <a:p>
            <a:pPr marL="88900">
              <a:lnSpc>
                <a:spcPct val="100000"/>
              </a:lnSpc>
              <a:spcBef>
                <a:spcPts val="95"/>
              </a:spcBef>
            </a:pPr>
            <a:r>
              <a:rPr b="1" dirty="0">
                <a:latin typeface="Calibri"/>
                <a:cs typeface="Calibri"/>
              </a:rPr>
              <a:t>4.5</a:t>
            </a:r>
            <a:r>
              <a:rPr b="1" spc="-30" dirty="0">
                <a:latin typeface="Calibri"/>
                <a:cs typeface="Calibri"/>
              </a:rPr>
              <a:t> </a:t>
            </a:r>
            <a:r>
              <a:rPr b="1" dirty="0">
                <a:latin typeface="Calibri"/>
                <a:cs typeface="Calibri"/>
              </a:rPr>
              <a:t>Hàm</a:t>
            </a:r>
            <a:r>
              <a:rPr b="1" spc="-40" dirty="0">
                <a:latin typeface="Calibri"/>
                <a:cs typeface="Calibri"/>
              </a:rPr>
              <a:t> </a:t>
            </a:r>
            <a:r>
              <a:rPr b="1" dirty="0">
                <a:latin typeface="Calibri"/>
                <a:cs typeface="Calibri"/>
              </a:rPr>
              <a:t>Bool</a:t>
            </a:r>
            <a:r>
              <a:rPr b="1" spc="-35" dirty="0">
                <a:latin typeface="Calibri"/>
                <a:cs typeface="Calibri"/>
              </a:rPr>
              <a:t> </a:t>
            </a:r>
            <a:r>
              <a:rPr b="1" dirty="0">
                <a:latin typeface="Calibri"/>
                <a:cs typeface="Calibri"/>
              </a:rPr>
              <a:t>n</a:t>
            </a:r>
            <a:r>
              <a:rPr b="1" spc="-40" dirty="0">
                <a:latin typeface="Calibri"/>
                <a:cs typeface="Calibri"/>
              </a:rPr>
              <a:t> </a:t>
            </a:r>
            <a:r>
              <a:rPr b="1" dirty="0">
                <a:latin typeface="Calibri"/>
                <a:cs typeface="Calibri"/>
              </a:rPr>
              <a:t>biến</a:t>
            </a:r>
            <a:r>
              <a:rPr b="1" spc="-35" dirty="0">
                <a:latin typeface="Calibri"/>
                <a:cs typeface="Calibri"/>
              </a:rPr>
              <a:t> </a:t>
            </a:r>
            <a:r>
              <a:rPr b="1" spc="-50" dirty="0">
                <a:latin typeface="Calibri"/>
                <a:cs typeface="Calibri"/>
              </a:rPr>
              <a:t>:</a:t>
            </a:r>
          </a:p>
        </p:txBody>
      </p:sp>
      <p:sp>
        <p:nvSpPr>
          <p:cNvPr id="3" name="object 3"/>
          <p:cNvSpPr txBox="1"/>
          <p:nvPr/>
        </p:nvSpPr>
        <p:spPr>
          <a:xfrm>
            <a:off x="1482597" y="2110866"/>
            <a:ext cx="175895" cy="336550"/>
          </a:xfrm>
          <a:prstGeom prst="rect">
            <a:avLst/>
          </a:prstGeom>
        </p:spPr>
        <p:txBody>
          <a:bodyPr vert="horz" wrap="square" lIns="0" tIns="11430" rIns="0" bIns="0" rtlCol="0">
            <a:spAutoFit/>
          </a:bodyPr>
          <a:lstStyle/>
          <a:p>
            <a:pPr marL="12700">
              <a:lnSpc>
                <a:spcPct val="100000"/>
              </a:lnSpc>
              <a:spcBef>
                <a:spcPts val="90"/>
              </a:spcBef>
            </a:pPr>
            <a:r>
              <a:rPr sz="2050" spc="-50" dirty="0">
                <a:latin typeface="Cambria Math"/>
                <a:cs typeface="Cambria Math"/>
              </a:rPr>
              <a:t>2</a:t>
            </a:r>
            <a:endParaRPr sz="2050">
              <a:latin typeface="Cambria Math"/>
              <a:cs typeface="Cambria Math"/>
            </a:endParaRPr>
          </a:p>
        </p:txBody>
      </p:sp>
      <p:sp>
        <p:nvSpPr>
          <p:cNvPr id="4" name="object 4"/>
          <p:cNvSpPr txBox="1"/>
          <p:nvPr/>
        </p:nvSpPr>
        <p:spPr>
          <a:xfrm>
            <a:off x="3474846" y="2136775"/>
            <a:ext cx="2506980" cy="311150"/>
          </a:xfrm>
          <a:prstGeom prst="rect">
            <a:avLst/>
          </a:prstGeom>
        </p:spPr>
        <p:txBody>
          <a:bodyPr vert="horz" wrap="square" lIns="0" tIns="15240" rIns="0" bIns="0" rtlCol="0">
            <a:spAutoFit/>
          </a:bodyPr>
          <a:lstStyle/>
          <a:p>
            <a:pPr marL="12700">
              <a:lnSpc>
                <a:spcPct val="100000"/>
              </a:lnSpc>
              <a:spcBef>
                <a:spcPts val="120"/>
              </a:spcBef>
              <a:tabLst>
                <a:tab pos="794385" algn="l"/>
                <a:tab pos="2385695" algn="l"/>
              </a:tabLst>
            </a:pPr>
            <a:r>
              <a:rPr sz="1850" spc="-50" dirty="0">
                <a:latin typeface="Calibri"/>
                <a:cs typeface="Calibri"/>
              </a:rPr>
              <a:t>1</a:t>
            </a:r>
            <a:r>
              <a:rPr sz="1850" dirty="0">
                <a:latin typeface="Calibri"/>
                <a:cs typeface="Calibri"/>
              </a:rPr>
              <a:t>	</a:t>
            </a:r>
            <a:r>
              <a:rPr sz="1850" spc="-50" dirty="0">
                <a:latin typeface="Calibri"/>
                <a:cs typeface="Calibri"/>
              </a:rPr>
              <a:t>2</a:t>
            </a:r>
            <a:r>
              <a:rPr sz="1850" dirty="0">
                <a:latin typeface="Calibri"/>
                <a:cs typeface="Calibri"/>
              </a:rPr>
              <a:t>	</a:t>
            </a:r>
            <a:r>
              <a:rPr sz="1850" spc="-50" dirty="0">
                <a:latin typeface="Calibri"/>
                <a:cs typeface="Calibri"/>
              </a:rPr>
              <a:t>k</a:t>
            </a:r>
            <a:endParaRPr sz="1850">
              <a:latin typeface="Calibri"/>
              <a:cs typeface="Calibri"/>
            </a:endParaRPr>
          </a:p>
        </p:txBody>
      </p:sp>
      <p:sp>
        <p:nvSpPr>
          <p:cNvPr id="5" name="object 5"/>
          <p:cNvSpPr txBox="1"/>
          <p:nvPr/>
        </p:nvSpPr>
        <p:spPr>
          <a:xfrm>
            <a:off x="421640" y="826668"/>
            <a:ext cx="8122284" cy="1557655"/>
          </a:xfrm>
          <a:prstGeom prst="rect">
            <a:avLst/>
          </a:prstGeom>
        </p:spPr>
        <p:txBody>
          <a:bodyPr vert="horz" wrap="square" lIns="0" tIns="93345" rIns="0" bIns="0" rtlCol="0">
            <a:spAutoFit/>
          </a:bodyPr>
          <a:lstStyle/>
          <a:p>
            <a:pPr marL="508000" indent="-457200">
              <a:lnSpc>
                <a:spcPct val="100000"/>
              </a:lnSpc>
              <a:spcBef>
                <a:spcPts val="735"/>
              </a:spcBef>
              <a:buChar char="-"/>
              <a:tabLst>
                <a:tab pos="508000" algn="l"/>
                <a:tab pos="2349500" algn="l"/>
              </a:tabLst>
            </a:pPr>
            <a:r>
              <a:rPr sz="2800" dirty="0">
                <a:latin typeface="Calibri"/>
                <a:cs typeface="Calibri"/>
              </a:rPr>
              <a:t>m</a:t>
            </a:r>
            <a:r>
              <a:rPr sz="2800" spc="-10" dirty="0">
                <a:latin typeface="Calibri"/>
                <a:cs typeface="Calibri"/>
              </a:rPr>
              <a:t> </a:t>
            </a:r>
            <a:r>
              <a:rPr sz="2800" dirty="0">
                <a:latin typeface="Calibri"/>
                <a:cs typeface="Calibri"/>
              </a:rPr>
              <a:t>=</a:t>
            </a:r>
            <a:r>
              <a:rPr sz="2800" spc="-25" dirty="0">
                <a:latin typeface="Calibri"/>
                <a:cs typeface="Calibri"/>
              </a:rPr>
              <a:t> </a:t>
            </a:r>
            <a:r>
              <a:rPr sz="2800" spc="-10" dirty="0">
                <a:latin typeface="Calibri"/>
                <a:cs typeface="Calibri"/>
              </a:rPr>
              <a:t>x</a:t>
            </a:r>
            <a:r>
              <a:rPr sz="2775" spc="-15" baseline="-21021" dirty="0">
                <a:latin typeface="Calibri"/>
                <a:cs typeface="Calibri"/>
              </a:rPr>
              <a:t>1</a:t>
            </a:r>
            <a:r>
              <a:rPr sz="2800" spc="-10" dirty="0">
                <a:latin typeface="Calibri"/>
                <a:cs typeface="Calibri"/>
              </a:rPr>
              <a:t>x</a:t>
            </a:r>
            <a:r>
              <a:rPr sz="2775" spc="-15" baseline="-21021" dirty="0">
                <a:latin typeface="Calibri"/>
                <a:cs typeface="Calibri"/>
              </a:rPr>
              <a:t>2</a:t>
            </a:r>
            <a:r>
              <a:rPr sz="2800" spc="-10" dirty="0">
                <a:latin typeface="Calibri"/>
                <a:cs typeface="Calibri"/>
              </a:rPr>
              <a:t>...x</a:t>
            </a:r>
            <a:r>
              <a:rPr sz="2775" spc="-15" baseline="-21021" dirty="0">
                <a:latin typeface="Calibri"/>
                <a:cs typeface="Calibri"/>
              </a:rPr>
              <a:t>k</a:t>
            </a:r>
            <a:r>
              <a:rPr sz="2775" baseline="-21021"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1</a:t>
            </a:r>
            <a:r>
              <a:rPr sz="2800" spc="-5" dirty="0">
                <a:latin typeface="Calibri"/>
                <a:cs typeface="Calibri"/>
              </a:rPr>
              <a:t> </a:t>
            </a:r>
            <a:r>
              <a:rPr sz="2800" dirty="0">
                <a:latin typeface="Symbol"/>
                <a:cs typeface="Symbol"/>
              </a:rPr>
              <a:t></a:t>
            </a:r>
            <a:r>
              <a:rPr sz="2800" spc="-80" dirty="0">
                <a:latin typeface="Times New Roman"/>
                <a:cs typeface="Times New Roman"/>
              </a:rPr>
              <a:t> </a:t>
            </a:r>
            <a:r>
              <a:rPr sz="2800" dirty="0">
                <a:latin typeface="Calibri"/>
                <a:cs typeface="Calibri"/>
              </a:rPr>
              <a:t>k</a:t>
            </a:r>
            <a:r>
              <a:rPr sz="2800" spc="-20" dirty="0">
                <a:latin typeface="Calibri"/>
                <a:cs typeface="Calibri"/>
              </a:rPr>
              <a:t> </a:t>
            </a:r>
            <a:r>
              <a:rPr sz="2800" dirty="0">
                <a:latin typeface="Symbol"/>
                <a:cs typeface="Symbol"/>
              </a:rPr>
              <a:t></a:t>
            </a:r>
            <a:r>
              <a:rPr sz="2800" spc="-70" dirty="0">
                <a:latin typeface="Times New Roman"/>
                <a:cs typeface="Times New Roman"/>
              </a:rPr>
              <a:t> </a:t>
            </a:r>
            <a:r>
              <a:rPr sz="2800" dirty="0">
                <a:latin typeface="Calibri"/>
                <a:cs typeface="Calibri"/>
              </a:rPr>
              <a:t>n</a:t>
            </a:r>
            <a:r>
              <a:rPr sz="2800" spc="-15" dirty="0">
                <a:latin typeface="Calibri"/>
                <a:cs typeface="Calibri"/>
              </a:rPr>
              <a:t> </a:t>
            </a:r>
            <a:r>
              <a:rPr sz="2800" dirty="0">
                <a:latin typeface="Calibri"/>
                <a:cs typeface="Calibri"/>
              </a:rPr>
              <a:t>:</a:t>
            </a:r>
            <a:r>
              <a:rPr sz="2800" spc="-20" dirty="0">
                <a:latin typeface="Calibri"/>
                <a:cs typeface="Calibri"/>
              </a:rPr>
              <a:t> </a:t>
            </a:r>
            <a:r>
              <a:rPr sz="2800" dirty="0">
                <a:latin typeface="Calibri"/>
                <a:cs typeface="Calibri"/>
              </a:rPr>
              <a:t>đơn</a:t>
            </a:r>
            <a:r>
              <a:rPr sz="2800" spc="10" dirty="0">
                <a:latin typeface="Calibri"/>
                <a:cs typeface="Calibri"/>
              </a:rPr>
              <a:t> </a:t>
            </a:r>
            <a:r>
              <a:rPr sz="2800" spc="-10" dirty="0">
                <a:latin typeface="Calibri"/>
                <a:cs typeface="Calibri"/>
              </a:rPr>
              <a:t>thức,</a:t>
            </a:r>
            <a:endParaRPr sz="2800">
              <a:latin typeface="Calibri"/>
              <a:cs typeface="Calibri"/>
            </a:endParaRPr>
          </a:p>
          <a:p>
            <a:pPr marL="508000" indent="-457200">
              <a:lnSpc>
                <a:spcPct val="100000"/>
              </a:lnSpc>
              <a:spcBef>
                <a:spcPts val="635"/>
              </a:spcBef>
              <a:buChar char="-"/>
              <a:tabLst>
                <a:tab pos="508000" algn="l"/>
                <a:tab pos="2392045" algn="l"/>
              </a:tabLst>
            </a:pPr>
            <a:r>
              <a:rPr sz="2800" dirty="0">
                <a:latin typeface="Calibri"/>
                <a:cs typeface="Calibri"/>
              </a:rPr>
              <a:t>m</a:t>
            </a:r>
            <a:r>
              <a:rPr sz="2800" spc="-10" dirty="0">
                <a:latin typeface="Calibri"/>
                <a:cs typeface="Calibri"/>
              </a:rPr>
              <a:t> </a:t>
            </a:r>
            <a:r>
              <a:rPr sz="2800" dirty="0">
                <a:latin typeface="Calibri"/>
                <a:cs typeface="Calibri"/>
              </a:rPr>
              <a:t>=</a:t>
            </a:r>
            <a:r>
              <a:rPr sz="2800" spc="-25" dirty="0">
                <a:latin typeface="Calibri"/>
                <a:cs typeface="Calibri"/>
              </a:rPr>
              <a:t> </a:t>
            </a:r>
            <a:r>
              <a:rPr sz="2800" spc="-10" dirty="0">
                <a:latin typeface="Calibri"/>
                <a:cs typeface="Calibri"/>
              </a:rPr>
              <a:t>x</a:t>
            </a:r>
            <a:r>
              <a:rPr sz="2775" spc="-15" baseline="-21021" dirty="0">
                <a:latin typeface="Calibri"/>
                <a:cs typeface="Calibri"/>
              </a:rPr>
              <a:t>1</a:t>
            </a:r>
            <a:r>
              <a:rPr sz="2800" spc="-10" dirty="0">
                <a:latin typeface="Calibri"/>
                <a:cs typeface="Calibri"/>
              </a:rPr>
              <a:t>x</a:t>
            </a:r>
            <a:r>
              <a:rPr sz="2775" spc="-15" baseline="-21021" dirty="0">
                <a:latin typeface="Calibri"/>
                <a:cs typeface="Calibri"/>
              </a:rPr>
              <a:t>2</a:t>
            </a:r>
            <a:r>
              <a:rPr sz="2800" spc="-10" dirty="0">
                <a:latin typeface="Calibri"/>
                <a:cs typeface="Calibri"/>
              </a:rPr>
              <a:t>...x</a:t>
            </a:r>
            <a:r>
              <a:rPr sz="2775" spc="-15" baseline="-21021" dirty="0">
                <a:latin typeface="Calibri"/>
                <a:cs typeface="Calibri"/>
              </a:rPr>
              <a:t>n</a:t>
            </a:r>
            <a:r>
              <a:rPr sz="2775" baseline="-21021" dirty="0">
                <a:latin typeface="Calibri"/>
                <a:cs typeface="Calibri"/>
              </a:rPr>
              <a:t>	</a:t>
            </a:r>
            <a:r>
              <a:rPr sz="2800" dirty="0">
                <a:latin typeface="Calibri"/>
                <a:cs typeface="Calibri"/>
              </a:rPr>
              <a:t>:</a:t>
            </a:r>
            <a:r>
              <a:rPr sz="2800" spc="-20" dirty="0">
                <a:latin typeface="Calibri"/>
                <a:cs typeface="Calibri"/>
              </a:rPr>
              <a:t> </a:t>
            </a:r>
            <a:r>
              <a:rPr sz="2800" dirty="0">
                <a:latin typeface="Calibri"/>
                <a:cs typeface="Calibri"/>
              </a:rPr>
              <a:t>từ</a:t>
            </a:r>
            <a:r>
              <a:rPr sz="2800" spc="-20" dirty="0">
                <a:latin typeface="Calibri"/>
                <a:cs typeface="Calibri"/>
              </a:rPr>
              <a:t> </a:t>
            </a:r>
            <a:r>
              <a:rPr sz="2800" dirty="0">
                <a:latin typeface="Calibri"/>
                <a:cs typeface="Calibri"/>
              </a:rPr>
              <a:t>tối</a:t>
            </a:r>
            <a:r>
              <a:rPr sz="2800" spc="-25" dirty="0">
                <a:latin typeface="Calibri"/>
                <a:cs typeface="Calibri"/>
              </a:rPr>
              <a:t> </a:t>
            </a:r>
            <a:r>
              <a:rPr sz="2800" spc="-10" dirty="0">
                <a:latin typeface="Calibri"/>
                <a:cs typeface="Calibri"/>
              </a:rPr>
              <a:t>tiểu,</a:t>
            </a:r>
            <a:endParaRPr sz="2800">
              <a:latin typeface="Calibri"/>
              <a:cs typeface="Calibri"/>
            </a:endParaRPr>
          </a:p>
          <a:p>
            <a:pPr marL="508000" indent="-457200">
              <a:lnSpc>
                <a:spcPct val="100000"/>
              </a:lnSpc>
              <a:spcBef>
                <a:spcPts val="710"/>
              </a:spcBef>
              <a:buChar char="-"/>
              <a:tabLst>
                <a:tab pos="508000" algn="l"/>
                <a:tab pos="3268345" algn="l"/>
                <a:tab pos="4050029" algn="l"/>
                <a:tab pos="5681345" algn="l"/>
              </a:tabLst>
            </a:pPr>
            <a:r>
              <a:rPr sz="2800" dirty="0">
                <a:latin typeface="Calibri"/>
                <a:cs typeface="Calibri"/>
              </a:rPr>
              <a:t>f</a:t>
            </a:r>
            <a:r>
              <a:rPr sz="2800" spc="-5" dirty="0">
                <a:latin typeface="Calibri"/>
                <a:cs typeface="Calibri"/>
              </a:rPr>
              <a:t> </a:t>
            </a:r>
            <a:r>
              <a:rPr sz="2800" dirty="0">
                <a:latin typeface="Calibri"/>
                <a:cs typeface="Calibri"/>
              </a:rPr>
              <a:t>:</a:t>
            </a:r>
            <a:r>
              <a:rPr sz="2800" spc="10" dirty="0">
                <a:latin typeface="Calibri"/>
                <a:cs typeface="Calibri"/>
              </a:rPr>
              <a:t> </a:t>
            </a:r>
            <a:r>
              <a:rPr sz="2800" spc="120" dirty="0">
                <a:latin typeface="Cambria Math"/>
                <a:cs typeface="Cambria Math"/>
              </a:rPr>
              <a:t>𝑍</a:t>
            </a:r>
            <a:r>
              <a:rPr sz="3075" spc="179" baseline="29810" dirty="0">
                <a:latin typeface="Cambria Math"/>
                <a:cs typeface="Cambria Math"/>
              </a:rPr>
              <a:t>𝑛</a:t>
            </a:r>
            <a:r>
              <a:rPr sz="3075" spc="502" baseline="29810" dirty="0">
                <a:latin typeface="Cambria Math"/>
                <a:cs typeface="Cambria Math"/>
              </a:rPr>
              <a:t> </a:t>
            </a:r>
            <a:r>
              <a:rPr sz="2800" dirty="0">
                <a:latin typeface="Symbol"/>
                <a:cs typeface="Symbol"/>
              </a:rPr>
              <a:t></a:t>
            </a:r>
            <a:r>
              <a:rPr sz="2800" spc="-65" dirty="0">
                <a:latin typeface="Times New Roman"/>
                <a:cs typeface="Times New Roman"/>
              </a:rPr>
              <a:t> </a:t>
            </a:r>
            <a:r>
              <a:rPr sz="2800" dirty="0">
                <a:latin typeface="Cambria Math"/>
                <a:cs typeface="Cambria Math"/>
              </a:rPr>
              <a:t>𝑍</a:t>
            </a:r>
            <a:r>
              <a:rPr sz="3075" baseline="-16260" dirty="0">
                <a:latin typeface="Cambria Math"/>
                <a:cs typeface="Cambria Math"/>
              </a:rPr>
              <a:t>2</a:t>
            </a:r>
            <a:r>
              <a:rPr sz="2800" dirty="0">
                <a:latin typeface="Calibri"/>
                <a:cs typeface="Calibri"/>
              </a:rPr>
              <a:t>, f</a:t>
            </a:r>
            <a:r>
              <a:rPr sz="2800" spc="-5" dirty="0">
                <a:latin typeface="Calibri"/>
                <a:cs typeface="Calibri"/>
              </a:rPr>
              <a:t> </a:t>
            </a:r>
            <a:r>
              <a:rPr sz="2800" dirty="0">
                <a:latin typeface="Calibri"/>
                <a:cs typeface="Calibri"/>
              </a:rPr>
              <a:t>=</a:t>
            </a:r>
            <a:r>
              <a:rPr sz="2800" spc="20" dirty="0">
                <a:latin typeface="Calibri"/>
                <a:cs typeface="Calibri"/>
              </a:rPr>
              <a:t> </a:t>
            </a:r>
            <a:r>
              <a:rPr sz="2800" spc="-50" dirty="0">
                <a:latin typeface="Calibri"/>
                <a:cs typeface="Calibri"/>
              </a:rPr>
              <a:t>m</a:t>
            </a:r>
            <a:r>
              <a:rPr sz="2800" dirty="0">
                <a:latin typeface="Calibri"/>
                <a:cs typeface="Calibri"/>
              </a:rPr>
              <a:t>	</a:t>
            </a:r>
            <a:r>
              <a:rPr sz="2800" dirty="0">
                <a:latin typeface="Symbol"/>
                <a:cs typeface="Symbol"/>
              </a:rPr>
              <a:t></a:t>
            </a:r>
            <a:r>
              <a:rPr sz="2800" spc="-80" dirty="0">
                <a:latin typeface="Times New Roman"/>
                <a:cs typeface="Times New Roman"/>
              </a:rPr>
              <a:t> </a:t>
            </a:r>
            <a:r>
              <a:rPr sz="2800" spc="-50" dirty="0">
                <a:latin typeface="Calibri"/>
                <a:cs typeface="Calibri"/>
              </a:rPr>
              <a:t>m</a:t>
            </a:r>
            <a:r>
              <a:rPr sz="2800" dirty="0">
                <a:latin typeface="Calibri"/>
                <a:cs typeface="Calibri"/>
              </a:rPr>
              <a:t>	</a:t>
            </a:r>
            <a:r>
              <a:rPr sz="2800" dirty="0">
                <a:latin typeface="Symbol"/>
                <a:cs typeface="Symbol"/>
              </a:rPr>
              <a:t></a:t>
            </a:r>
            <a:r>
              <a:rPr sz="2800" spc="-90" dirty="0">
                <a:latin typeface="Times New Roman"/>
                <a:cs typeface="Times New Roman"/>
              </a:rPr>
              <a:t> </a:t>
            </a:r>
            <a:r>
              <a:rPr sz="2800" dirty="0">
                <a:latin typeface="Calibri"/>
                <a:cs typeface="Calibri"/>
              </a:rPr>
              <a:t>. .</a:t>
            </a:r>
            <a:r>
              <a:rPr sz="2800" spc="-15" dirty="0">
                <a:latin typeface="Calibri"/>
                <a:cs typeface="Calibri"/>
              </a:rPr>
              <a:t> </a:t>
            </a:r>
            <a:r>
              <a:rPr sz="2800" dirty="0">
                <a:latin typeface="Calibri"/>
                <a:cs typeface="Calibri"/>
              </a:rPr>
              <a:t>.</a:t>
            </a:r>
            <a:r>
              <a:rPr sz="2800" spc="15" dirty="0">
                <a:latin typeface="Calibri"/>
                <a:cs typeface="Calibri"/>
              </a:rPr>
              <a:t> </a:t>
            </a:r>
            <a:r>
              <a:rPr sz="2800" dirty="0">
                <a:latin typeface="Symbol"/>
                <a:cs typeface="Symbol"/>
              </a:rPr>
              <a:t></a:t>
            </a:r>
            <a:r>
              <a:rPr sz="2800" spc="-75" dirty="0">
                <a:latin typeface="Times New Roman"/>
                <a:cs typeface="Times New Roman"/>
              </a:rPr>
              <a:t> </a:t>
            </a:r>
            <a:r>
              <a:rPr sz="2800" spc="-50" dirty="0">
                <a:latin typeface="Calibri"/>
                <a:cs typeface="Calibri"/>
              </a:rPr>
              <a:t>m</a:t>
            </a:r>
            <a:r>
              <a:rPr sz="2800" dirty="0">
                <a:latin typeface="Calibri"/>
                <a:cs typeface="Calibri"/>
              </a:rPr>
              <a:t>	,</a:t>
            </a:r>
            <a:r>
              <a:rPr sz="2800" spc="-5" dirty="0">
                <a:latin typeface="Calibri"/>
                <a:cs typeface="Calibri"/>
              </a:rPr>
              <a:t> </a:t>
            </a:r>
            <a:r>
              <a:rPr sz="2800" dirty="0">
                <a:latin typeface="Calibri"/>
                <a:cs typeface="Calibri"/>
              </a:rPr>
              <a:t>mi</a:t>
            </a:r>
            <a:r>
              <a:rPr sz="2800" spc="-10" dirty="0">
                <a:latin typeface="Calibri"/>
                <a:cs typeface="Calibri"/>
              </a:rPr>
              <a:t> </a:t>
            </a:r>
            <a:r>
              <a:rPr sz="2800" dirty="0">
                <a:latin typeface="Calibri"/>
                <a:cs typeface="Calibri"/>
              </a:rPr>
              <a:t>là</a:t>
            </a:r>
            <a:r>
              <a:rPr sz="2800" spc="-30" dirty="0">
                <a:latin typeface="Calibri"/>
                <a:cs typeface="Calibri"/>
              </a:rPr>
              <a:t> </a:t>
            </a:r>
            <a:r>
              <a:rPr sz="2800" dirty="0">
                <a:latin typeface="Calibri"/>
                <a:cs typeface="Calibri"/>
              </a:rPr>
              <a:t>từ</a:t>
            </a:r>
            <a:r>
              <a:rPr sz="2800" spc="-10" dirty="0">
                <a:latin typeface="Calibri"/>
                <a:cs typeface="Calibri"/>
              </a:rPr>
              <a:t> </a:t>
            </a:r>
            <a:r>
              <a:rPr sz="2800" dirty="0">
                <a:latin typeface="Calibri"/>
                <a:cs typeface="Calibri"/>
              </a:rPr>
              <a:t>tối</a:t>
            </a:r>
            <a:r>
              <a:rPr sz="2800" spc="-15" dirty="0">
                <a:latin typeface="Calibri"/>
                <a:cs typeface="Calibri"/>
              </a:rPr>
              <a:t> </a:t>
            </a:r>
            <a:r>
              <a:rPr sz="2800" spc="-20" dirty="0">
                <a:latin typeface="Calibri"/>
                <a:cs typeface="Calibri"/>
              </a:rPr>
              <a:t>tiểu</a:t>
            </a:r>
            <a:endParaRPr sz="2800">
              <a:latin typeface="Calibri"/>
              <a:cs typeface="Calibri"/>
            </a:endParaRPr>
          </a:p>
        </p:txBody>
      </p:sp>
      <p:sp>
        <p:nvSpPr>
          <p:cNvPr id="6" name="object 6"/>
          <p:cNvSpPr txBox="1"/>
          <p:nvPr/>
        </p:nvSpPr>
        <p:spPr>
          <a:xfrm>
            <a:off x="917244" y="2354706"/>
            <a:ext cx="5902325" cy="452120"/>
          </a:xfrm>
          <a:prstGeom prst="rect">
            <a:avLst/>
          </a:prstGeom>
        </p:spPr>
        <p:txBody>
          <a:bodyPr vert="horz" wrap="square" lIns="0" tIns="12065" rIns="0" bIns="0" rtlCol="0">
            <a:spAutoFit/>
          </a:bodyPr>
          <a:lstStyle/>
          <a:p>
            <a:pPr marL="12700">
              <a:lnSpc>
                <a:spcPct val="100000"/>
              </a:lnSpc>
              <a:spcBef>
                <a:spcPts val="95"/>
              </a:spcBef>
            </a:pPr>
            <a:r>
              <a:rPr sz="2800" dirty="0">
                <a:latin typeface="Calibri"/>
                <a:cs typeface="Calibri"/>
              </a:rPr>
              <a:t>thì</a:t>
            </a:r>
            <a:r>
              <a:rPr sz="2800" spc="-45" dirty="0">
                <a:latin typeface="Calibri"/>
                <a:cs typeface="Calibri"/>
              </a:rPr>
              <a:t> </a:t>
            </a:r>
            <a:r>
              <a:rPr sz="2800" dirty="0">
                <a:latin typeface="Calibri"/>
                <a:cs typeface="Calibri"/>
              </a:rPr>
              <a:t>f</a:t>
            </a:r>
            <a:r>
              <a:rPr sz="2800" spc="-45" dirty="0">
                <a:latin typeface="Calibri"/>
                <a:cs typeface="Calibri"/>
              </a:rPr>
              <a:t> </a:t>
            </a:r>
            <a:r>
              <a:rPr sz="2800" dirty="0">
                <a:latin typeface="Calibri"/>
                <a:cs typeface="Calibri"/>
              </a:rPr>
              <a:t>được</a:t>
            </a:r>
            <a:r>
              <a:rPr sz="2800" spc="-10" dirty="0">
                <a:latin typeface="Calibri"/>
                <a:cs typeface="Calibri"/>
              </a:rPr>
              <a:t> </a:t>
            </a:r>
            <a:r>
              <a:rPr sz="2800" dirty="0">
                <a:latin typeface="Calibri"/>
                <a:cs typeface="Calibri"/>
              </a:rPr>
              <a:t>nói</a:t>
            </a:r>
            <a:r>
              <a:rPr sz="2800" spc="-35" dirty="0">
                <a:latin typeface="Calibri"/>
                <a:cs typeface="Calibri"/>
              </a:rPr>
              <a:t> </a:t>
            </a:r>
            <a:r>
              <a:rPr sz="2800" dirty="0">
                <a:latin typeface="Calibri"/>
                <a:cs typeface="Calibri"/>
              </a:rPr>
              <a:t>là</a:t>
            </a:r>
            <a:r>
              <a:rPr sz="2800" spc="-55" dirty="0">
                <a:latin typeface="Calibri"/>
                <a:cs typeface="Calibri"/>
              </a:rPr>
              <a:t> </a:t>
            </a:r>
            <a:r>
              <a:rPr sz="2800" dirty="0">
                <a:latin typeface="Calibri"/>
                <a:cs typeface="Calibri"/>
              </a:rPr>
              <a:t>ở</a:t>
            </a:r>
            <a:r>
              <a:rPr sz="2800" spc="-25" dirty="0">
                <a:latin typeface="Calibri"/>
                <a:cs typeface="Calibri"/>
              </a:rPr>
              <a:t> </a:t>
            </a:r>
            <a:r>
              <a:rPr sz="2800" dirty="0">
                <a:latin typeface="Calibri"/>
                <a:cs typeface="Calibri"/>
              </a:rPr>
              <a:t>dạng</a:t>
            </a:r>
            <a:r>
              <a:rPr sz="2800" spc="-35" dirty="0">
                <a:latin typeface="Calibri"/>
                <a:cs typeface="Calibri"/>
              </a:rPr>
              <a:t> </a:t>
            </a:r>
            <a:r>
              <a:rPr sz="2800" dirty="0">
                <a:latin typeface="Calibri"/>
                <a:cs typeface="Calibri"/>
              </a:rPr>
              <a:t>nối</a:t>
            </a:r>
            <a:r>
              <a:rPr sz="2800" spc="-35" dirty="0">
                <a:latin typeface="Calibri"/>
                <a:cs typeface="Calibri"/>
              </a:rPr>
              <a:t> </a:t>
            </a:r>
            <a:r>
              <a:rPr sz="2800" dirty="0">
                <a:latin typeface="Calibri"/>
                <a:cs typeface="Calibri"/>
              </a:rPr>
              <a:t>rời</a:t>
            </a:r>
            <a:r>
              <a:rPr sz="2800" spc="-30" dirty="0">
                <a:latin typeface="Calibri"/>
                <a:cs typeface="Calibri"/>
              </a:rPr>
              <a:t> </a:t>
            </a:r>
            <a:r>
              <a:rPr sz="2800" dirty="0">
                <a:latin typeface="Calibri"/>
                <a:cs typeface="Calibri"/>
              </a:rPr>
              <a:t>chính</a:t>
            </a:r>
            <a:r>
              <a:rPr sz="2800" spc="-10" dirty="0">
                <a:latin typeface="Calibri"/>
                <a:cs typeface="Calibri"/>
              </a:rPr>
              <a:t> </a:t>
            </a:r>
            <a:r>
              <a:rPr sz="2800" spc="-20" dirty="0">
                <a:latin typeface="Calibri"/>
                <a:cs typeface="Calibri"/>
              </a:rPr>
              <a:t>tắc.</a:t>
            </a:r>
            <a:endParaRPr sz="2800">
              <a:latin typeface="Calibri"/>
              <a:cs typeface="Calibri"/>
            </a:endParaRPr>
          </a:p>
        </p:txBody>
      </p:sp>
    </p:spTree>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348742"/>
            <a:ext cx="7723505" cy="452120"/>
          </a:xfrm>
          <a:prstGeom prst="rect">
            <a:avLst/>
          </a:prstGeom>
        </p:spPr>
        <p:txBody>
          <a:bodyPr vert="horz" wrap="square" lIns="0" tIns="12065" rIns="0" bIns="0" rtlCol="0">
            <a:spAutoFit/>
          </a:bodyPr>
          <a:lstStyle/>
          <a:p>
            <a:pPr marL="12700">
              <a:lnSpc>
                <a:spcPct val="100000"/>
              </a:lnSpc>
              <a:spcBef>
                <a:spcPts val="95"/>
              </a:spcBef>
            </a:pPr>
            <a:r>
              <a:rPr b="1" dirty="0">
                <a:latin typeface="Calibri"/>
                <a:cs typeface="Calibri"/>
              </a:rPr>
              <a:t>4.5</a:t>
            </a:r>
            <a:r>
              <a:rPr b="1" spc="-25" dirty="0">
                <a:latin typeface="Calibri"/>
                <a:cs typeface="Calibri"/>
              </a:rPr>
              <a:t> </a:t>
            </a:r>
            <a:r>
              <a:rPr b="1" dirty="0">
                <a:latin typeface="Calibri"/>
                <a:cs typeface="Calibri"/>
              </a:rPr>
              <a:t>Công</a:t>
            </a:r>
            <a:r>
              <a:rPr b="1" spc="-30" dirty="0">
                <a:latin typeface="Calibri"/>
                <a:cs typeface="Calibri"/>
              </a:rPr>
              <a:t> </a:t>
            </a:r>
            <a:r>
              <a:rPr b="1" dirty="0">
                <a:latin typeface="Calibri"/>
                <a:cs typeface="Calibri"/>
              </a:rPr>
              <a:t>thức</a:t>
            </a:r>
            <a:r>
              <a:rPr b="1" spc="-40" dirty="0">
                <a:latin typeface="Calibri"/>
                <a:cs typeface="Calibri"/>
              </a:rPr>
              <a:t> </a:t>
            </a:r>
            <a:r>
              <a:rPr b="1" dirty="0">
                <a:latin typeface="Calibri"/>
                <a:cs typeface="Calibri"/>
              </a:rPr>
              <a:t>đa</a:t>
            </a:r>
            <a:r>
              <a:rPr b="1" spc="-45" dirty="0">
                <a:latin typeface="Calibri"/>
                <a:cs typeface="Calibri"/>
              </a:rPr>
              <a:t> </a:t>
            </a:r>
            <a:r>
              <a:rPr b="1" dirty="0">
                <a:latin typeface="Calibri"/>
                <a:cs typeface="Calibri"/>
              </a:rPr>
              <a:t>thức</a:t>
            </a:r>
            <a:r>
              <a:rPr b="1" spc="-40" dirty="0">
                <a:latin typeface="Calibri"/>
                <a:cs typeface="Calibri"/>
              </a:rPr>
              <a:t> </a:t>
            </a:r>
            <a:r>
              <a:rPr b="1" dirty="0">
                <a:latin typeface="Calibri"/>
                <a:cs typeface="Calibri"/>
              </a:rPr>
              <a:t>tối</a:t>
            </a:r>
            <a:r>
              <a:rPr b="1" spc="-45" dirty="0">
                <a:latin typeface="Calibri"/>
                <a:cs typeface="Calibri"/>
              </a:rPr>
              <a:t> </a:t>
            </a:r>
            <a:r>
              <a:rPr b="1" dirty="0">
                <a:latin typeface="Calibri"/>
                <a:cs typeface="Calibri"/>
              </a:rPr>
              <a:t>tiểu</a:t>
            </a:r>
            <a:r>
              <a:rPr b="1" spc="-35" dirty="0">
                <a:latin typeface="Calibri"/>
                <a:cs typeface="Calibri"/>
              </a:rPr>
              <a:t> </a:t>
            </a:r>
            <a:r>
              <a:rPr b="1" dirty="0">
                <a:latin typeface="Calibri"/>
                <a:cs typeface="Calibri"/>
              </a:rPr>
              <a:t>cho</a:t>
            </a:r>
            <a:r>
              <a:rPr b="1" spc="-45" dirty="0">
                <a:latin typeface="Calibri"/>
                <a:cs typeface="Calibri"/>
              </a:rPr>
              <a:t> </a:t>
            </a:r>
            <a:r>
              <a:rPr b="1" dirty="0">
                <a:latin typeface="Calibri"/>
                <a:cs typeface="Calibri"/>
              </a:rPr>
              <a:t>hàm</a:t>
            </a:r>
            <a:r>
              <a:rPr b="1" spc="-40" dirty="0">
                <a:latin typeface="Calibri"/>
                <a:cs typeface="Calibri"/>
              </a:rPr>
              <a:t> </a:t>
            </a:r>
            <a:r>
              <a:rPr b="1" dirty="0">
                <a:latin typeface="Calibri"/>
                <a:cs typeface="Calibri"/>
              </a:rPr>
              <a:t>Bool</a:t>
            </a:r>
            <a:r>
              <a:rPr b="1" spc="-35" dirty="0">
                <a:latin typeface="Calibri"/>
                <a:cs typeface="Calibri"/>
              </a:rPr>
              <a:t> </a:t>
            </a:r>
            <a:r>
              <a:rPr b="1" dirty="0">
                <a:latin typeface="Calibri"/>
                <a:cs typeface="Calibri"/>
              </a:rPr>
              <a:t>n</a:t>
            </a:r>
            <a:r>
              <a:rPr b="1" spc="-45" dirty="0">
                <a:latin typeface="Calibri"/>
                <a:cs typeface="Calibri"/>
              </a:rPr>
              <a:t> </a:t>
            </a:r>
            <a:r>
              <a:rPr b="1" dirty="0">
                <a:latin typeface="Calibri"/>
                <a:cs typeface="Calibri"/>
              </a:rPr>
              <a:t>biến</a:t>
            </a:r>
            <a:r>
              <a:rPr b="1" spc="-40" dirty="0">
                <a:latin typeface="Calibri"/>
                <a:cs typeface="Calibri"/>
              </a:rPr>
              <a:t> </a:t>
            </a:r>
            <a:r>
              <a:rPr b="1" spc="-50" dirty="0">
                <a:latin typeface="Calibri"/>
                <a:cs typeface="Calibri"/>
              </a:rPr>
              <a:t>:</a:t>
            </a:r>
          </a:p>
        </p:txBody>
      </p:sp>
      <p:sp>
        <p:nvSpPr>
          <p:cNvPr id="3" name="object 3"/>
          <p:cNvSpPr txBox="1"/>
          <p:nvPr/>
        </p:nvSpPr>
        <p:spPr>
          <a:xfrm>
            <a:off x="434340" y="819658"/>
            <a:ext cx="8246109" cy="3181985"/>
          </a:xfrm>
          <a:prstGeom prst="rect">
            <a:avLst/>
          </a:prstGeom>
        </p:spPr>
        <p:txBody>
          <a:bodyPr vert="horz" wrap="square" lIns="0" tIns="61594" rIns="0" bIns="0" rtlCol="0">
            <a:spAutoFit/>
          </a:bodyPr>
          <a:lstStyle/>
          <a:p>
            <a:pPr marL="38100" marR="30480" lvl="2" indent="753110">
              <a:lnSpc>
                <a:spcPts val="3010"/>
              </a:lnSpc>
              <a:spcBef>
                <a:spcPts val="484"/>
              </a:spcBef>
              <a:buAutoNum type="arabicPeriod"/>
              <a:tabLst>
                <a:tab pos="791210" algn="l"/>
                <a:tab pos="850265" algn="l"/>
                <a:tab pos="3416935" algn="l"/>
              </a:tabLst>
            </a:pPr>
            <a:r>
              <a:rPr sz="2800" b="1" dirty="0">
                <a:latin typeface="Calibri"/>
                <a:cs typeface="Calibri"/>
              </a:rPr>
              <a:t>	Định</a:t>
            </a:r>
            <a:r>
              <a:rPr sz="2800" b="1" spc="-10" dirty="0">
                <a:latin typeface="Calibri"/>
                <a:cs typeface="Calibri"/>
              </a:rPr>
              <a:t> </a:t>
            </a:r>
            <a:r>
              <a:rPr sz="2800" b="1" dirty="0">
                <a:latin typeface="Calibri"/>
                <a:cs typeface="Calibri"/>
              </a:rPr>
              <a:t>nghĩa</a:t>
            </a:r>
            <a:r>
              <a:rPr sz="2800" b="1" spc="-5" dirty="0">
                <a:latin typeface="Calibri"/>
                <a:cs typeface="Calibri"/>
              </a:rPr>
              <a:t> </a:t>
            </a:r>
            <a:r>
              <a:rPr sz="2800" b="1" spc="-20" dirty="0">
                <a:latin typeface="Calibri"/>
                <a:cs typeface="Calibri"/>
              </a:rPr>
              <a:t>:</a:t>
            </a:r>
            <a:r>
              <a:rPr sz="2800" spc="-20" dirty="0">
                <a:latin typeface="Calibri"/>
                <a:cs typeface="Calibri"/>
              </a:rPr>
              <a:t>Trên</a:t>
            </a:r>
            <a:r>
              <a:rPr sz="2800" dirty="0">
                <a:latin typeface="Calibri"/>
                <a:cs typeface="Calibri"/>
              </a:rPr>
              <a:t>	</a:t>
            </a:r>
            <a:r>
              <a:rPr sz="2800" dirty="0">
                <a:latin typeface="Cambria Math"/>
                <a:cs typeface="Cambria Math"/>
              </a:rPr>
              <a:t>𝑍</a:t>
            </a:r>
            <a:r>
              <a:rPr sz="3075" baseline="-16260" dirty="0">
                <a:latin typeface="Cambria Math"/>
                <a:cs typeface="Cambria Math"/>
              </a:rPr>
              <a:t>2</a:t>
            </a:r>
            <a:r>
              <a:rPr sz="2800" dirty="0">
                <a:latin typeface="Calibri"/>
                <a:cs typeface="Calibri"/>
              </a:rPr>
              <a:t>ta</a:t>
            </a:r>
            <a:r>
              <a:rPr sz="2800" spc="-40" dirty="0">
                <a:latin typeface="Calibri"/>
                <a:cs typeface="Calibri"/>
              </a:rPr>
              <a:t> </a:t>
            </a:r>
            <a:r>
              <a:rPr sz="2800" dirty="0">
                <a:latin typeface="Calibri"/>
                <a:cs typeface="Calibri"/>
              </a:rPr>
              <a:t>định</a:t>
            </a:r>
            <a:r>
              <a:rPr sz="2800" spc="-25" dirty="0">
                <a:latin typeface="Calibri"/>
                <a:cs typeface="Calibri"/>
              </a:rPr>
              <a:t> </a:t>
            </a:r>
            <a:r>
              <a:rPr sz="2800" dirty="0">
                <a:latin typeface="Calibri"/>
                <a:cs typeface="Calibri"/>
              </a:rPr>
              <a:t>nghĩa</a:t>
            </a:r>
            <a:r>
              <a:rPr sz="2800" spc="-30" dirty="0">
                <a:latin typeface="Calibri"/>
                <a:cs typeface="Calibri"/>
              </a:rPr>
              <a:t> </a:t>
            </a:r>
            <a:r>
              <a:rPr sz="2800" dirty="0">
                <a:latin typeface="Calibri"/>
                <a:cs typeface="Calibri"/>
              </a:rPr>
              <a:t>một</a:t>
            </a:r>
            <a:r>
              <a:rPr sz="2800" spc="-30" dirty="0">
                <a:latin typeface="Calibri"/>
                <a:cs typeface="Calibri"/>
              </a:rPr>
              <a:t> </a:t>
            </a:r>
            <a:r>
              <a:rPr sz="2800" dirty="0">
                <a:latin typeface="Calibri"/>
                <a:cs typeface="Calibri"/>
              </a:rPr>
              <a:t>quan</a:t>
            </a:r>
            <a:r>
              <a:rPr sz="2800" spc="-15" dirty="0">
                <a:latin typeface="Calibri"/>
                <a:cs typeface="Calibri"/>
              </a:rPr>
              <a:t> </a:t>
            </a:r>
            <a:r>
              <a:rPr sz="2800" dirty="0">
                <a:latin typeface="Calibri"/>
                <a:cs typeface="Calibri"/>
              </a:rPr>
              <a:t>hệ</a:t>
            </a:r>
            <a:r>
              <a:rPr sz="2800" spc="-35" dirty="0">
                <a:latin typeface="Calibri"/>
                <a:cs typeface="Calibri"/>
              </a:rPr>
              <a:t> </a:t>
            </a:r>
            <a:r>
              <a:rPr sz="2800" spc="-25" dirty="0">
                <a:latin typeface="Calibri"/>
                <a:cs typeface="Calibri"/>
              </a:rPr>
              <a:t>thứ </a:t>
            </a:r>
            <a:r>
              <a:rPr sz="2800" dirty="0">
                <a:latin typeface="Calibri"/>
                <a:cs typeface="Calibri"/>
              </a:rPr>
              <a:t>tự</a:t>
            </a:r>
            <a:r>
              <a:rPr sz="2800" spc="-25" dirty="0">
                <a:latin typeface="Calibri"/>
                <a:cs typeface="Calibri"/>
              </a:rPr>
              <a:t> </a:t>
            </a:r>
            <a:r>
              <a:rPr sz="2800" spc="-50" dirty="0">
                <a:latin typeface="Calibri"/>
                <a:cs typeface="Calibri"/>
              </a:rPr>
              <a:t>≤</a:t>
            </a:r>
            <a:r>
              <a:rPr sz="2800" dirty="0">
                <a:latin typeface="Calibri"/>
                <a:cs typeface="Calibri"/>
              </a:rPr>
              <a:t>	như</a:t>
            </a:r>
            <a:r>
              <a:rPr sz="2800" spc="-35" dirty="0">
                <a:latin typeface="Calibri"/>
                <a:cs typeface="Calibri"/>
              </a:rPr>
              <a:t> </a:t>
            </a:r>
            <a:r>
              <a:rPr sz="2800" dirty="0">
                <a:latin typeface="Calibri"/>
                <a:cs typeface="Calibri"/>
              </a:rPr>
              <a:t>sau</a:t>
            </a:r>
            <a:r>
              <a:rPr sz="2800" spc="-30" dirty="0">
                <a:latin typeface="Calibri"/>
                <a:cs typeface="Calibri"/>
              </a:rPr>
              <a:t> </a:t>
            </a:r>
            <a:r>
              <a:rPr sz="2800" spc="-50" dirty="0">
                <a:latin typeface="Calibri"/>
                <a:cs typeface="Calibri"/>
              </a:rPr>
              <a:t>:</a:t>
            </a:r>
            <a:endParaRPr sz="2800">
              <a:latin typeface="Calibri"/>
              <a:cs typeface="Calibri"/>
            </a:endParaRPr>
          </a:p>
          <a:p>
            <a:pPr marL="2034539">
              <a:lnSpc>
                <a:spcPct val="100000"/>
              </a:lnSpc>
              <a:spcBef>
                <a:spcPts val="295"/>
              </a:spcBef>
            </a:pPr>
            <a:r>
              <a:rPr sz="2800" dirty="0">
                <a:latin typeface="Calibri"/>
                <a:cs typeface="Calibri"/>
              </a:rPr>
              <a:t>0</a:t>
            </a:r>
            <a:r>
              <a:rPr sz="2800" spc="-5" dirty="0">
                <a:latin typeface="Calibri"/>
                <a:cs typeface="Calibri"/>
              </a:rPr>
              <a:t> </a:t>
            </a:r>
            <a:r>
              <a:rPr sz="2800" dirty="0">
                <a:latin typeface="Calibri"/>
                <a:cs typeface="Calibri"/>
              </a:rPr>
              <a:t>≤</a:t>
            </a:r>
            <a:r>
              <a:rPr sz="2800" spc="-5" dirty="0">
                <a:latin typeface="Calibri"/>
                <a:cs typeface="Calibri"/>
              </a:rPr>
              <a:t> </a:t>
            </a:r>
            <a:r>
              <a:rPr sz="2800" spc="-25" dirty="0">
                <a:latin typeface="Calibri"/>
                <a:cs typeface="Calibri"/>
              </a:rPr>
              <a:t>0,</a:t>
            </a:r>
            <a:endParaRPr sz="2800">
              <a:latin typeface="Calibri"/>
              <a:cs typeface="Calibri"/>
            </a:endParaRPr>
          </a:p>
          <a:p>
            <a:pPr marL="2034539">
              <a:lnSpc>
                <a:spcPct val="100000"/>
              </a:lnSpc>
              <a:spcBef>
                <a:spcPts val="340"/>
              </a:spcBef>
            </a:pPr>
            <a:r>
              <a:rPr sz="2800" dirty="0">
                <a:latin typeface="Calibri"/>
                <a:cs typeface="Calibri"/>
              </a:rPr>
              <a:t>0</a:t>
            </a:r>
            <a:r>
              <a:rPr sz="2800" spc="-5" dirty="0">
                <a:latin typeface="Calibri"/>
                <a:cs typeface="Calibri"/>
              </a:rPr>
              <a:t> </a:t>
            </a:r>
            <a:r>
              <a:rPr sz="2800" dirty="0">
                <a:latin typeface="Calibri"/>
                <a:cs typeface="Calibri"/>
              </a:rPr>
              <a:t>≤</a:t>
            </a:r>
            <a:r>
              <a:rPr sz="2800" spc="-5" dirty="0">
                <a:latin typeface="Calibri"/>
                <a:cs typeface="Calibri"/>
              </a:rPr>
              <a:t> </a:t>
            </a:r>
            <a:r>
              <a:rPr sz="2800" spc="-25" dirty="0">
                <a:latin typeface="Calibri"/>
                <a:cs typeface="Calibri"/>
              </a:rPr>
              <a:t>1,</a:t>
            </a:r>
            <a:endParaRPr sz="2800">
              <a:latin typeface="Calibri"/>
              <a:cs typeface="Calibri"/>
            </a:endParaRPr>
          </a:p>
          <a:p>
            <a:pPr marL="2034539">
              <a:lnSpc>
                <a:spcPct val="100000"/>
              </a:lnSpc>
              <a:spcBef>
                <a:spcPts val="335"/>
              </a:spcBef>
            </a:pPr>
            <a:r>
              <a:rPr sz="2800" dirty="0">
                <a:latin typeface="Calibri"/>
                <a:cs typeface="Calibri"/>
              </a:rPr>
              <a:t>1≤</a:t>
            </a:r>
            <a:r>
              <a:rPr sz="2800" spc="-10" dirty="0">
                <a:latin typeface="Calibri"/>
                <a:cs typeface="Calibri"/>
              </a:rPr>
              <a:t> </a:t>
            </a:r>
            <a:r>
              <a:rPr sz="2800" spc="-25" dirty="0">
                <a:latin typeface="Calibri"/>
                <a:cs typeface="Calibri"/>
              </a:rPr>
              <a:t>1.</a:t>
            </a:r>
            <a:endParaRPr sz="2800">
              <a:latin typeface="Calibri"/>
              <a:cs typeface="Calibri"/>
            </a:endParaRPr>
          </a:p>
          <a:p>
            <a:pPr>
              <a:lnSpc>
                <a:spcPct val="100000"/>
              </a:lnSpc>
              <a:spcBef>
                <a:spcPts val="620"/>
              </a:spcBef>
            </a:pPr>
            <a:endParaRPr sz="2800">
              <a:latin typeface="Calibri"/>
              <a:cs typeface="Calibri"/>
            </a:endParaRPr>
          </a:p>
          <a:p>
            <a:pPr marL="850900" lvl="2" indent="-812800">
              <a:lnSpc>
                <a:spcPct val="100000"/>
              </a:lnSpc>
              <a:buAutoNum type="arabicPeriod" startAt="2"/>
              <a:tabLst>
                <a:tab pos="850900" algn="l"/>
              </a:tabLst>
            </a:pPr>
            <a:r>
              <a:rPr sz="2800" b="1" dirty="0">
                <a:latin typeface="Calibri"/>
                <a:cs typeface="Calibri"/>
              </a:rPr>
              <a:t>Định</a:t>
            </a:r>
            <a:r>
              <a:rPr sz="2800" b="1" spc="-20" dirty="0">
                <a:latin typeface="Calibri"/>
                <a:cs typeface="Calibri"/>
              </a:rPr>
              <a:t> </a:t>
            </a:r>
            <a:r>
              <a:rPr sz="2800" b="1" dirty="0">
                <a:latin typeface="Calibri"/>
                <a:cs typeface="Calibri"/>
              </a:rPr>
              <a:t>nghĩa</a:t>
            </a:r>
            <a:r>
              <a:rPr sz="2800" b="1" spc="-20" dirty="0">
                <a:latin typeface="Calibri"/>
                <a:cs typeface="Calibri"/>
              </a:rPr>
              <a:t> </a:t>
            </a:r>
            <a:r>
              <a:rPr sz="2800" b="1" dirty="0">
                <a:latin typeface="Calibri"/>
                <a:cs typeface="Calibri"/>
              </a:rPr>
              <a:t>:</a:t>
            </a:r>
            <a:r>
              <a:rPr sz="2800" b="1" spc="-15" dirty="0">
                <a:latin typeface="Calibri"/>
                <a:cs typeface="Calibri"/>
              </a:rPr>
              <a:t> </a:t>
            </a:r>
            <a:r>
              <a:rPr sz="2800" dirty="0">
                <a:latin typeface="Calibri"/>
                <a:cs typeface="Calibri"/>
              </a:rPr>
              <a:t>Cho</a:t>
            </a:r>
            <a:r>
              <a:rPr sz="2800" spc="-20" dirty="0">
                <a:latin typeface="Calibri"/>
                <a:cs typeface="Calibri"/>
              </a:rPr>
              <a:t> </a:t>
            </a:r>
            <a:r>
              <a:rPr sz="2800" dirty="0">
                <a:latin typeface="Calibri"/>
                <a:cs typeface="Calibri"/>
              </a:rPr>
              <a:t>hai</a:t>
            </a:r>
            <a:r>
              <a:rPr sz="2800" spc="-30" dirty="0">
                <a:latin typeface="Calibri"/>
                <a:cs typeface="Calibri"/>
              </a:rPr>
              <a:t> </a:t>
            </a:r>
            <a:r>
              <a:rPr sz="2800" dirty="0">
                <a:latin typeface="Calibri"/>
                <a:cs typeface="Calibri"/>
              </a:rPr>
              <a:t>hàm</a:t>
            </a:r>
            <a:r>
              <a:rPr sz="2800" spc="-20" dirty="0">
                <a:latin typeface="Calibri"/>
                <a:cs typeface="Calibri"/>
              </a:rPr>
              <a:t> </a:t>
            </a:r>
            <a:r>
              <a:rPr sz="2800" dirty="0">
                <a:latin typeface="Calibri"/>
                <a:cs typeface="Calibri"/>
              </a:rPr>
              <a:t>Bool</a:t>
            </a:r>
            <a:r>
              <a:rPr sz="2800" spc="-15" dirty="0">
                <a:latin typeface="Calibri"/>
                <a:cs typeface="Calibri"/>
              </a:rPr>
              <a:t> </a:t>
            </a:r>
            <a:r>
              <a:rPr sz="2800" dirty="0">
                <a:latin typeface="Calibri"/>
                <a:cs typeface="Calibri"/>
              </a:rPr>
              <a:t>f</a:t>
            </a:r>
            <a:r>
              <a:rPr sz="2800" spc="-35" dirty="0">
                <a:latin typeface="Calibri"/>
                <a:cs typeface="Calibri"/>
              </a:rPr>
              <a:t> </a:t>
            </a:r>
            <a:r>
              <a:rPr sz="2800" dirty="0">
                <a:latin typeface="Calibri"/>
                <a:cs typeface="Calibri"/>
              </a:rPr>
              <a:t>và</a:t>
            </a:r>
            <a:r>
              <a:rPr sz="2800" spc="-35" dirty="0">
                <a:latin typeface="Calibri"/>
                <a:cs typeface="Calibri"/>
              </a:rPr>
              <a:t> </a:t>
            </a:r>
            <a:r>
              <a:rPr sz="2800" dirty="0">
                <a:latin typeface="Calibri"/>
                <a:cs typeface="Calibri"/>
              </a:rPr>
              <a:t>g</a:t>
            </a:r>
            <a:r>
              <a:rPr sz="2800" spc="-30" dirty="0">
                <a:latin typeface="Calibri"/>
                <a:cs typeface="Calibri"/>
              </a:rPr>
              <a:t> </a:t>
            </a:r>
            <a:r>
              <a:rPr sz="2800" dirty="0">
                <a:latin typeface="Calibri"/>
                <a:cs typeface="Calibri"/>
              </a:rPr>
              <a:t>có</a:t>
            </a:r>
            <a:r>
              <a:rPr sz="2800" spc="-20" dirty="0">
                <a:latin typeface="Calibri"/>
                <a:cs typeface="Calibri"/>
              </a:rPr>
              <a:t> </a:t>
            </a:r>
            <a:r>
              <a:rPr sz="2800" dirty="0">
                <a:latin typeface="Calibri"/>
                <a:cs typeface="Calibri"/>
              </a:rPr>
              <a:t>n</a:t>
            </a:r>
            <a:r>
              <a:rPr sz="2800" spc="-25" dirty="0">
                <a:latin typeface="Calibri"/>
                <a:cs typeface="Calibri"/>
              </a:rPr>
              <a:t> </a:t>
            </a:r>
            <a:r>
              <a:rPr sz="2800" dirty="0">
                <a:latin typeface="Calibri"/>
                <a:cs typeface="Calibri"/>
              </a:rPr>
              <a:t>biến</a:t>
            </a:r>
            <a:r>
              <a:rPr sz="2800" spc="-20" dirty="0">
                <a:latin typeface="Calibri"/>
                <a:cs typeface="Calibri"/>
              </a:rPr>
              <a:t> </a:t>
            </a:r>
            <a:r>
              <a:rPr sz="2800" spc="-50" dirty="0">
                <a:latin typeface="Calibri"/>
                <a:cs typeface="Calibri"/>
              </a:rPr>
              <a:t>:</a:t>
            </a:r>
            <a:endParaRPr sz="2800">
              <a:latin typeface="Calibri"/>
              <a:cs typeface="Calibri"/>
            </a:endParaRPr>
          </a:p>
        </p:txBody>
      </p:sp>
      <p:sp>
        <p:nvSpPr>
          <p:cNvPr id="4" name="object 4"/>
          <p:cNvSpPr txBox="1"/>
          <p:nvPr/>
        </p:nvSpPr>
        <p:spPr>
          <a:xfrm>
            <a:off x="4573904" y="4202048"/>
            <a:ext cx="175895" cy="336550"/>
          </a:xfrm>
          <a:prstGeom prst="rect">
            <a:avLst/>
          </a:prstGeom>
        </p:spPr>
        <p:txBody>
          <a:bodyPr vert="horz" wrap="square" lIns="0" tIns="11430" rIns="0" bIns="0" rtlCol="0">
            <a:spAutoFit/>
          </a:bodyPr>
          <a:lstStyle/>
          <a:p>
            <a:pPr marL="12700">
              <a:lnSpc>
                <a:spcPct val="100000"/>
              </a:lnSpc>
              <a:spcBef>
                <a:spcPts val="90"/>
              </a:spcBef>
            </a:pPr>
            <a:r>
              <a:rPr sz="2050" spc="-50" dirty="0">
                <a:latin typeface="Cambria Math"/>
                <a:cs typeface="Cambria Math"/>
              </a:rPr>
              <a:t>2</a:t>
            </a:r>
            <a:endParaRPr sz="2050">
              <a:latin typeface="Cambria Math"/>
              <a:cs typeface="Cambria Math"/>
            </a:endParaRPr>
          </a:p>
        </p:txBody>
      </p:sp>
      <p:sp>
        <p:nvSpPr>
          <p:cNvPr id="5" name="object 5"/>
          <p:cNvSpPr txBox="1"/>
          <p:nvPr/>
        </p:nvSpPr>
        <p:spPr>
          <a:xfrm>
            <a:off x="3668903" y="4023740"/>
            <a:ext cx="1869439" cy="452120"/>
          </a:xfrm>
          <a:prstGeom prst="rect">
            <a:avLst/>
          </a:prstGeom>
        </p:spPr>
        <p:txBody>
          <a:bodyPr vert="horz" wrap="square" lIns="0" tIns="12065" rIns="0" bIns="0" rtlCol="0">
            <a:spAutoFit/>
          </a:bodyPr>
          <a:lstStyle/>
          <a:p>
            <a:pPr marL="38100">
              <a:lnSpc>
                <a:spcPct val="100000"/>
              </a:lnSpc>
              <a:spcBef>
                <a:spcPts val="95"/>
              </a:spcBef>
            </a:pPr>
            <a:r>
              <a:rPr sz="2800" spc="-20" dirty="0">
                <a:latin typeface="Calibri"/>
                <a:cs typeface="Calibri"/>
              </a:rPr>
              <a:t>f,</a:t>
            </a:r>
            <a:r>
              <a:rPr sz="2800" spc="-50" dirty="0">
                <a:latin typeface="Calibri"/>
                <a:cs typeface="Calibri"/>
              </a:rPr>
              <a:t> </a:t>
            </a:r>
            <a:r>
              <a:rPr sz="2800" dirty="0">
                <a:latin typeface="Calibri"/>
                <a:cs typeface="Calibri"/>
              </a:rPr>
              <a:t>g</a:t>
            </a:r>
            <a:r>
              <a:rPr sz="2800" spc="-55" dirty="0">
                <a:latin typeface="Calibri"/>
                <a:cs typeface="Calibri"/>
              </a:rPr>
              <a:t> </a:t>
            </a:r>
            <a:r>
              <a:rPr sz="2800" dirty="0">
                <a:latin typeface="Calibri"/>
                <a:cs typeface="Calibri"/>
              </a:rPr>
              <a:t>:</a:t>
            </a:r>
            <a:r>
              <a:rPr sz="2800" spc="-40" dirty="0">
                <a:latin typeface="Calibri"/>
                <a:cs typeface="Calibri"/>
              </a:rPr>
              <a:t> </a:t>
            </a:r>
            <a:r>
              <a:rPr sz="2800" spc="45" dirty="0">
                <a:latin typeface="Cambria Math"/>
                <a:cs typeface="Cambria Math"/>
              </a:rPr>
              <a:t>𝑍</a:t>
            </a:r>
            <a:r>
              <a:rPr sz="3075" spc="67" baseline="29810" dirty="0">
                <a:latin typeface="Cambria Math"/>
                <a:cs typeface="Cambria Math"/>
              </a:rPr>
              <a:t>𝑛</a:t>
            </a:r>
            <a:r>
              <a:rPr sz="2800" spc="45" dirty="0">
                <a:latin typeface="Symbol"/>
                <a:cs typeface="Symbol"/>
              </a:rPr>
              <a:t></a:t>
            </a:r>
            <a:r>
              <a:rPr sz="2800" spc="45" dirty="0">
                <a:latin typeface="Cambria Math"/>
                <a:cs typeface="Cambria Math"/>
              </a:rPr>
              <a:t>𝑍</a:t>
            </a:r>
            <a:r>
              <a:rPr sz="3075" spc="67" baseline="-16260" dirty="0">
                <a:latin typeface="Cambria Math"/>
                <a:cs typeface="Cambria Math"/>
              </a:rPr>
              <a:t>2</a:t>
            </a:r>
            <a:endParaRPr sz="3075" baseline="-16260">
              <a:latin typeface="Cambria Math"/>
              <a:cs typeface="Cambria Math"/>
            </a:endParaRPr>
          </a:p>
        </p:txBody>
      </p:sp>
      <p:sp>
        <p:nvSpPr>
          <p:cNvPr id="6" name="object 6"/>
          <p:cNvSpPr txBox="1"/>
          <p:nvPr/>
        </p:nvSpPr>
        <p:spPr>
          <a:xfrm>
            <a:off x="4003675" y="4697044"/>
            <a:ext cx="1584960" cy="311150"/>
          </a:xfrm>
          <a:prstGeom prst="rect">
            <a:avLst/>
          </a:prstGeom>
        </p:spPr>
        <p:txBody>
          <a:bodyPr vert="horz" wrap="square" lIns="0" tIns="15875" rIns="0" bIns="0" rtlCol="0">
            <a:spAutoFit/>
          </a:bodyPr>
          <a:lstStyle/>
          <a:p>
            <a:pPr marL="12700">
              <a:lnSpc>
                <a:spcPct val="100000"/>
              </a:lnSpc>
              <a:spcBef>
                <a:spcPts val="125"/>
              </a:spcBef>
              <a:tabLst>
                <a:tab pos="474345" algn="l"/>
                <a:tab pos="1446530" algn="l"/>
              </a:tabLst>
            </a:pPr>
            <a:r>
              <a:rPr sz="1850" spc="-50" dirty="0">
                <a:latin typeface="Calibri"/>
                <a:cs typeface="Calibri"/>
              </a:rPr>
              <a:t>1</a:t>
            </a:r>
            <a:r>
              <a:rPr sz="1850" dirty="0">
                <a:latin typeface="Calibri"/>
                <a:cs typeface="Calibri"/>
              </a:rPr>
              <a:t>	</a:t>
            </a:r>
            <a:r>
              <a:rPr sz="1850" spc="-50" dirty="0">
                <a:latin typeface="Calibri"/>
                <a:cs typeface="Calibri"/>
              </a:rPr>
              <a:t>2</a:t>
            </a:r>
            <a:r>
              <a:rPr sz="1850" dirty="0">
                <a:latin typeface="Calibri"/>
                <a:cs typeface="Calibri"/>
              </a:rPr>
              <a:t>	</a:t>
            </a:r>
            <a:r>
              <a:rPr sz="1850" spc="-50" dirty="0">
                <a:latin typeface="Calibri"/>
                <a:cs typeface="Calibri"/>
              </a:rPr>
              <a:t>n</a:t>
            </a:r>
            <a:endParaRPr sz="1850">
              <a:latin typeface="Calibri"/>
              <a:cs typeface="Calibri"/>
            </a:endParaRPr>
          </a:p>
        </p:txBody>
      </p:sp>
      <p:sp>
        <p:nvSpPr>
          <p:cNvPr id="7" name="object 7"/>
          <p:cNvSpPr txBox="1"/>
          <p:nvPr/>
        </p:nvSpPr>
        <p:spPr>
          <a:xfrm>
            <a:off x="6285738" y="4671136"/>
            <a:ext cx="175895" cy="337185"/>
          </a:xfrm>
          <a:prstGeom prst="rect">
            <a:avLst/>
          </a:prstGeom>
        </p:spPr>
        <p:txBody>
          <a:bodyPr vert="horz" wrap="square" lIns="0" tIns="11430" rIns="0" bIns="0" rtlCol="0">
            <a:spAutoFit/>
          </a:bodyPr>
          <a:lstStyle/>
          <a:p>
            <a:pPr marL="12700">
              <a:lnSpc>
                <a:spcPct val="100000"/>
              </a:lnSpc>
              <a:spcBef>
                <a:spcPts val="90"/>
              </a:spcBef>
            </a:pPr>
            <a:r>
              <a:rPr sz="2050" spc="-50" dirty="0">
                <a:latin typeface="Cambria Math"/>
                <a:cs typeface="Cambria Math"/>
              </a:rPr>
              <a:t>2</a:t>
            </a:r>
            <a:endParaRPr sz="2050">
              <a:latin typeface="Cambria Math"/>
              <a:cs typeface="Cambria Math"/>
            </a:endParaRPr>
          </a:p>
        </p:txBody>
      </p:sp>
      <p:sp>
        <p:nvSpPr>
          <p:cNvPr id="8" name="object 8"/>
          <p:cNvSpPr txBox="1"/>
          <p:nvPr/>
        </p:nvSpPr>
        <p:spPr>
          <a:xfrm>
            <a:off x="434340" y="4492828"/>
            <a:ext cx="7752715" cy="452120"/>
          </a:xfrm>
          <a:prstGeom prst="rect">
            <a:avLst/>
          </a:prstGeom>
        </p:spPr>
        <p:txBody>
          <a:bodyPr vert="horz" wrap="square" lIns="0" tIns="12065" rIns="0" bIns="0" rtlCol="0">
            <a:spAutoFit/>
          </a:bodyPr>
          <a:lstStyle/>
          <a:p>
            <a:pPr marL="38100">
              <a:lnSpc>
                <a:spcPct val="100000"/>
              </a:lnSpc>
              <a:spcBef>
                <a:spcPts val="95"/>
              </a:spcBef>
            </a:pPr>
            <a:r>
              <a:rPr sz="2800" dirty="0">
                <a:latin typeface="Calibri"/>
                <a:cs typeface="Calibri"/>
              </a:rPr>
              <a:t>i)</a:t>
            </a:r>
            <a:r>
              <a:rPr sz="2800" spc="-15" dirty="0">
                <a:latin typeface="Calibri"/>
                <a:cs typeface="Calibri"/>
              </a:rPr>
              <a:t> </a:t>
            </a:r>
            <a:r>
              <a:rPr sz="2800" dirty="0">
                <a:latin typeface="Calibri"/>
                <a:cs typeface="Calibri"/>
              </a:rPr>
              <a:t>f</a:t>
            </a:r>
            <a:r>
              <a:rPr sz="2800" spc="-15" dirty="0">
                <a:latin typeface="Calibri"/>
                <a:cs typeface="Calibri"/>
              </a:rPr>
              <a:t> </a:t>
            </a:r>
            <a:r>
              <a:rPr sz="2800" dirty="0">
                <a:latin typeface="Calibri"/>
                <a:cs typeface="Calibri"/>
              </a:rPr>
              <a:t>≤ g</a:t>
            </a:r>
            <a:r>
              <a:rPr sz="2800" spc="-10" dirty="0">
                <a:latin typeface="Calibri"/>
                <a:cs typeface="Calibri"/>
              </a:rPr>
              <a:t> </a:t>
            </a:r>
            <a:r>
              <a:rPr sz="2800" dirty="0">
                <a:latin typeface="Calibri"/>
                <a:cs typeface="Calibri"/>
              </a:rPr>
              <a:t>nếu</a:t>
            </a:r>
            <a:r>
              <a:rPr sz="2800" spc="5" dirty="0">
                <a:latin typeface="Calibri"/>
                <a:cs typeface="Calibri"/>
              </a:rPr>
              <a:t> </a:t>
            </a:r>
            <a:r>
              <a:rPr sz="2800" dirty="0">
                <a:latin typeface="Calibri"/>
                <a:cs typeface="Calibri"/>
              </a:rPr>
              <a:t>với mọi</a:t>
            </a:r>
            <a:r>
              <a:rPr sz="2800" spc="-25" dirty="0">
                <a:latin typeface="Calibri"/>
                <a:cs typeface="Calibri"/>
              </a:rPr>
              <a:t> </a:t>
            </a:r>
            <a:r>
              <a:rPr sz="2800" dirty="0">
                <a:latin typeface="Calibri"/>
                <a:cs typeface="Calibri"/>
              </a:rPr>
              <a:t>a</a:t>
            </a:r>
            <a:r>
              <a:rPr sz="2800" spc="-5"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a</a:t>
            </a:r>
            <a:r>
              <a:rPr sz="2800" spc="325" dirty="0">
                <a:latin typeface="Calibri"/>
                <a:cs typeface="Calibri"/>
              </a:rPr>
              <a:t> </a:t>
            </a:r>
            <a:r>
              <a:rPr sz="2800" dirty="0">
                <a:latin typeface="Calibri"/>
                <a:cs typeface="Calibri"/>
              </a:rPr>
              <a:t>, a</a:t>
            </a:r>
            <a:r>
              <a:rPr sz="2800" spc="310"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a</a:t>
            </a:r>
            <a:r>
              <a:rPr sz="2800" spc="345" dirty="0">
                <a:latin typeface="Calibri"/>
                <a:cs typeface="Calibri"/>
              </a:rPr>
              <a:t> </a:t>
            </a:r>
            <a:r>
              <a:rPr sz="2800" dirty="0">
                <a:latin typeface="Calibri"/>
                <a:cs typeface="Calibri"/>
              </a:rPr>
              <a:t>)</a:t>
            </a:r>
            <a:r>
              <a:rPr sz="2800" spc="-20" dirty="0">
                <a:latin typeface="Calibri"/>
                <a:cs typeface="Calibri"/>
              </a:rPr>
              <a:t> </a:t>
            </a:r>
            <a:r>
              <a:rPr sz="2800" dirty="0">
                <a:latin typeface="Symbol"/>
                <a:cs typeface="Symbol"/>
              </a:rPr>
              <a:t></a:t>
            </a:r>
            <a:r>
              <a:rPr sz="2800" spc="-65" dirty="0">
                <a:latin typeface="Times New Roman"/>
                <a:cs typeface="Times New Roman"/>
              </a:rPr>
              <a:t> </a:t>
            </a:r>
            <a:r>
              <a:rPr sz="2800" spc="114" dirty="0">
                <a:latin typeface="Cambria Math"/>
                <a:cs typeface="Cambria Math"/>
              </a:rPr>
              <a:t>𝑍</a:t>
            </a:r>
            <a:r>
              <a:rPr sz="3075" spc="172" baseline="29810" dirty="0">
                <a:latin typeface="Cambria Math"/>
                <a:cs typeface="Cambria Math"/>
              </a:rPr>
              <a:t>𝑛</a:t>
            </a:r>
            <a:r>
              <a:rPr sz="3075" spc="487" baseline="29810" dirty="0">
                <a:latin typeface="Cambria Math"/>
                <a:cs typeface="Cambria Math"/>
              </a:rPr>
              <a:t> </a:t>
            </a:r>
            <a:r>
              <a:rPr sz="2800" dirty="0">
                <a:latin typeface="Calibri"/>
                <a:cs typeface="Calibri"/>
              </a:rPr>
              <a:t>,</a:t>
            </a:r>
            <a:r>
              <a:rPr sz="2800" spc="-15" dirty="0">
                <a:latin typeface="Calibri"/>
                <a:cs typeface="Calibri"/>
              </a:rPr>
              <a:t> </a:t>
            </a:r>
            <a:r>
              <a:rPr sz="2800" dirty="0">
                <a:latin typeface="Calibri"/>
                <a:cs typeface="Calibri"/>
              </a:rPr>
              <a:t>f(a)</a:t>
            </a:r>
            <a:r>
              <a:rPr sz="2800" spc="-15" dirty="0">
                <a:latin typeface="Calibri"/>
                <a:cs typeface="Calibri"/>
              </a:rPr>
              <a:t> </a:t>
            </a:r>
            <a:r>
              <a:rPr sz="2800" dirty="0">
                <a:latin typeface="Calibri"/>
                <a:cs typeface="Calibri"/>
              </a:rPr>
              <a:t>≤</a:t>
            </a:r>
            <a:r>
              <a:rPr sz="2800" spc="5" dirty="0">
                <a:latin typeface="Calibri"/>
                <a:cs typeface="Calibri"/>
              </a:rPr>
              <a:t> </a:t>
            </a:r>
            <a:r>
              <a:rPr sz="2800" spc="-20" dirty="0">
                <a:latin typeface="Calibri"/>
                <a:cs typeface="Calibri"/>
              </a:rPr>
              <a:t>g(a)</a:t>
            </a:r>
            <a:endParaRPr sz="2800">
              <a:latin typeface="Calibri"/>
              <a:cs typeface="Calibri"/>
            </a:endParaRPr>
          </a:p>
        </p:txBody>
      </p:sp>
      <p:sp>
        <p:nvSpPr>
          <p:cNvPr id="9" name="object 9"/>
          <p:cNvSpPr txBox="1"/>
          <p:nvPr/>
        </p:nvSpPr>
        <p:spPr>
          <a:xfrm>
            <a:off x="4085971" y="5167122"/>
            <a:ext cx="1583690" cy="311150"/>
          </a:xfrm>
          <a:prstGeom prst="rect">
            <a:avLst/>
          </a:prstGeom>
        </p:spPr>
        <p:txBody>
          <a:bodyPr vert="horz" wrap="square" lIns="0" tIns="15240" rIns="0" bIns="0" rtlCol="0">
            <a:spAutoFit/>
          </a:bodyPr>
          <a:lstStyle/>
          <a:p>
            <a:pPr marL="12700">
              <a:lnSpc>
                <a:spcPct val="100000"/>
              </a:lnSpc>
              <a:spcBef>
                <a:spcPts val="120"/>
              </a:spcBef>
              <a:tabLst>
                <a:tab pos="473075" algn="l"/>
                <a:tab pos="1445260" algn="l"/>
              </a:tabLst>
            </a:pPr>
            <a:r>
              <a:rPr sz="1850" spc="-50" dirty="0">
                <a:latin typeface="Calibri"/>
                <a:cs typeface="Calibri"/>
              </a:rPr>
              <a:t>1</a:t>
            </a:r>
            <a:r>
              <a:rPr sz="1850" dirty="0">
                <a:latin typeface="Calibri"/>
                <a:cs typeface="Calibri"/>
              </a:rPr>
              <a:t>	</a:t>
            </a:r>
            <a:r>
              <a:rPr sz="1850" spc="-50" dirty="0">
                <a:latin typeface="Calibri"/>
                <a:cs typeface="Calibri"/>
              </a:rPr>
              <a:t>2</a:t>
            </a:r>
            <a:r>
              <a:rPr sz="1850" dirty="0">
                <a:latin typeface="Calibri"/>
                <a:cs typeface="Calibri"/>
              </a:rPr>
              <a:t>	</a:t>
            </a:r>
            <a:r>
              <a:rPr sz="1850" spc="-50" dirty="0">
                <a:latin typeface="Calibri"/>
                <a:cs typeface="Calibri"/>
              </a:rPr>
              <a:t>n</a:t>
            </a:r>
            <a:endParaRPr sz="1850">
              <a:latin typeface="Calibri"/>
              <a:cs typeface="Calibri"/>
            </a:endParaRPr>
          </a:p>
        </p:txBody>
      </p:sp>
      <p:sp>
        <p:nvSpPr>
          <p:cNvPr id="10" name="object 10"/>
          <p:cNvSpPr txBox="1"/>
          <p:nvPr/>
        </p:nvSpPr>
        <p:spPr>
          <a:xfrm>
            <a:off x="6366509" y="5141214"/>
            <a:ext cx="175895" cy="336550"/>
          </a:xfrm>
          <a:prstGeom prst="rect">
            <a:avLst/>
          </a:prstGeom>
        </p:spPr>
        <p:txBody>
          <a:bodyPr vert="horz" wrap="square" lIns="0" tIns="11430" rIns="0" bIns="0" rtlCol="0">
            <a:spAutoFit/>
          </a:bodyPr>
          <a:lstStyle/>
          <a:p>
            <a:pPr marL="12700">
              <a:lnSpc>
                <a:spcPct val="100000"/>
              </a:lnSpc>
              <a:spcBef>
                <a:spcPts val="90"/>
              </a:spcBef>
            </a:pPr>
            <a:r>
              <a:rPr sz="2050" spc="-50" dirty="0">
                <a:latin typeface="Cambria Math"/>
                <a:cs typeface="Cambria Math"/>
              </a:rPr>
              <a:t>2</a:t>
            </a:r>
            <a:endParaRPr sz="2050">
              <a:latin typeface="Cambria Math"/>
              <a:cs typeface="Cambria Math"/>
            </a:endParaRPr>
          </a:p>
        </p:txBody>
      </p:sp>
      <p:sp>
        <p:nvSpPr>
          <p:cNvPr id="11" name="object 11"/>
          <p:cNvSpPr txBox="1"/>
          <p:nvPr/>
        </p:nvSpPr>
        <p:spPr>
          <a:xfrm>
            <a:off x="434340" y="4962905"/>
            <a:ext cx="8239125" cy="452120"/>
          </a:xfrm>
          <a:prstGeom prst="rect">
            <a:avLst/>
          </a:prstGeom>
        </p:spPr>
        <p:txBody>
          <a:bodyPr vert="horz" wrap="square" lIns="0" tIns="12065" rIns="0" bIns="0" rtlCol="0">
            <a:spAutoFit/>
          </a:bodyPr>
          <a:lstStyle/>
          <a:p>
            <a:pPr marL="38100">
              <a:lnSpc>
                <a:spcPct val="100000"/>
              </a:lnSpc>
              <a:spcBef>
                <a:spcPts val="95"/>
              </a:spcBef>
            </a:pPr>
            <a:r>
              <a:rPr sz="2800" dirty="0">
                <a:latin typeface="Calibri"/>
                <a:cs typeface="Calibri"/>
              </a:rPr>
              <a:t>ii)</a:t>
            </a:r>
            <a:r>
              <a:rPr sz="2800" spc="-10" dirty="0">
                <a:latin typeface="Calibri"/>
                <a:cs typeface="Calibri"/>
              </a:rPr>
              <a:t> </a:t>
            </a:r>
            <a:r>
              <a:rPr sz="2800" dirty="0">
                <a:latin typeface="Calibri"/>
                <a:cs typeface="Calibri"/>
              </a:rPr>
              <a:t>f</a:t>
            </a:r>
            <a:r>
              <a:rPr sz="2800" spc="-15" dirty="0">
                <a:latin typeface="Calibri"/>
                <a:cs typeface="Calibri"/>
              </a:rPr>
              <a:t> </a:t>
            </a:r>
            <a:r>
              <a:rPr sz="2800" dirty="0">
                <a:latin typeface="Calibri"/>
                <a:cs typeface="Calibri"/>
              </a:rPr>
              <a:t>&lt; g</a:t>
            </a:r>
            <a:r>
              <a:rPr sz="2800" spc="-10" dirty="0">
                <a:latin typeface="Calibri"/>
                <a:cs typeface="Calibri"/>
              </a:rPr>
              <a:t> </a:t>
            </a:r>
            <a:r>
              <a:rPr sz="2800" dirty="0">
                <a:latin typeface="Calibri"/>
                <a:cs typeface="Calibri"/>
              </a:rPr>
              <a:t>nếu</a:t>
            </a:r>
            <a:r>
              <a:rPr sz="2800" spc="5" dirty="0">
                <a:latin typeface="Calibri"/>
                <a:cs typeface="Calibri"/>
              </a:rPr>
              <a:t> </a:t>
            </a:r>
            <a:r>
              <a:rPr sz="2800" dirty="0">
                <a:latin typeface="Calibri"/>
                <a:cs typeface="Calibri"/>
              </a:rPr>
              <a:t>với mọi</a:t>
            </a:r>
            <a:r>
              <a:rPr sz="2800" spc="-10" dirty="0">
                <a:latin typeface="Calibri"/>
                <a:cs typeface="Calibri"/>
              </a:rPr>
              <a:t> </a:t>
            </a:r>
            <a:r>
              <a:rPr sz="2800" dirty="0">
                <a:latin typeface="Calibri"/>
                <a:cs typeface="Calibri"/>
              </a:rPr>
              <a:t>a</a:t>
            </a:r>
            <a:r>
              <a:rPr sz="2800" spc="-15"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a</a:t>
            </a:r>
            <a:r>
              <a:rPr sz="2800" spc="320"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a</a:t>
            </a:r>
            <a:r>
              <a:rPr sz="2800" spc="305"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 ,</a:t>
            </a:r>
            <a:r>
              <a:rPr sz="2800" spc="-10" dirty="0">
                <a:latin typeface="Calibri"/>
                <a:cs typeface="Calibri"/>
              </a:rPr>
              <a:t> </a:t>
            </a:r>
            <a:r>
              <a:rPr sz="2800" dirty="0">
                <a:latin typeface="Calibri"/>
                <a:cs typeface="Calibri"/>
              </a:rPr>
              <a:t>a</a:t>
            </a:r>
            <a:r>
              <a:rPr sz="2800" spc="345" dirty="0">
                <a:latin typeface="Calibri"/>
                <a:cs typeface="Calibri"/>
              </a:rPr>
              <a:t> </a:t>
            </a:r>
            <a:r>
              <a:rPr sz="2800" dirty="0">
                <a:latin typeface="Calibri"/>
                <a:cs typeface="Calibri"/>
              </a:rPr>
              <a:t>)</a:t>
            </a:r>
            <a:r>
              <a:rPr sz="2800" spc="-15" dirty="0">
                <a:latin typeface="Calibri"/>
                <a:cs typeface="Calibri"/>
              </a:rPr>
              <a:t> </a:t>
            </a:r>
            <a:r>
              <a:rPr sz="2800" dirty="0">
                <a:latin typeface="Symbol"/>
                <a:cs typeface="Symbol"/>
              </a:rPr>
              <a:t></a:t>
            </a:r>
            <a:r>
              <a:rPr sz="2800" spc="-65" dirty="0">
                <a:latin typeface="Times New Roman"/>
                <a:cs typeface="Times New Roman"/>
              </a:rPr>
              <a:t> </a:t>
            </a:r>
            <a:r>
              <a:rPr sz="2800" spc="120" dirty="0">
                <a:latin typeface="Cambria Math"/>
                <a:cs typeface="Cambria Math"/>
              </a:rPr>
              <a:t>𝑍</a:t>
            </a:r>
            <a:r>
              <a:rPr sz="3075" spc="179" baseline="29810" dirty="0">
                <a:latin typeface="Cambria Math"/>
                <a:cs typeface="Cambria Math"/>
              </a:rPr>
              <a:t>𝑛</a:t>
            </a:r>
            <a:r>
              <a:rPr sz="3075" spc="480" baseline="29810" dirty="0">
                <a:latin typeface="Cambria Math"/>
                <a:cs typeface="Cambria Math"/>
              </a:rPr>
              <a:t> </a:t>
            </a:r>
            <a:r>
              <a:rPr sz="2800" dirty="0">
                <a:latin typeface="Calibri"/>
                <a:cs typeface="Calibri"/>
              </a:rPr>
              <a:t>,</a:t>
            </a:r>
            <a:r>
              <a:rPr sz="2800" spc="-10" dirty="0">
                <a:latin typeface="Calibri"/>
                <a:cs typeface="Calibri"/>
              </a:rPr>
              <a:t> </a:t>
            </a:r>
            <a:r>
              <a:rPr sz="2800" dirty="0">
                <a:latin typeface="Calibri"/>
                <a:cs typeface="Calibri"/>
              </a:rPr>
              <a:t>f(a)</a:t>
            </a:r>
            <a:r>
              <a:rPr sz="2800" spc="-15" dirty="0">
                <a:latin typeface="Calibri"/>
                <a:cs typeface="Calibri"/>
              </a:rPr>
              <a:t> </a:t>
            </a:r>
            <a:r>
              <a:rPr sz="2800" dirty="0">
                <a:latin typeface="Calibri"/>
                <a:cs typeface="Calibri"/>
              </a:rPr>
              <a:t>≤ g(a)</a:t>
            </a:r>
            <a:r>
              <a:rPr sz="2800" spc="-15" dirty="0">
                <a:latin typeface="Calibri"/>
                <a:cs typeface="Calibri"/>
              </a:rPr>
              <a:t> </a:t>
            </a:r>
            <a:r>
              <a:rPr sz="2800" spc="-25" dirty="0">
                <a:latin typeface="Calibri"/>
                <a:cs typeface="Calibri"/>
              </a:rPr>
              <a:t>và</a:t>
            </a:r>
            <a:endParaRPr sz="2800">
              <a:latin typeface="Calibri"/>
              <a:cs typeface="Calibri"/>
            </a:endParaRPr>
          </a:p>
        </p:txBody>
      </p:sp>
      <p:sp>
        <p:nvSpPr>
          <p:cNvPr id="12" name="object 12"/>
          <p:cNvSpPr txBox="1"/>
          <p:nvPr/>
        </p:nvSpPr>
        <p:spPr>
          <a:xfrm>
            <a:off x="1663954" y="5551119"/>
            <a:ext cx="1584960" cy="311150"/>
          </a:xfrm>
          <a:prstGeom prst="rect">
            <a:avLst/>
          </a:prstGeom>
        </p:spPr>
        <p:txBody>
          <a:bodyPr vert="horz" wrap="square" lIns="0" tIns="15240" rIns="0" bIns="0" rtlCol="0">
            <a:spAutoFit/>
          </a:bodyPr>
          <a:lstStyle/>
          <a:p>
            <a:pPr marL="12700">
              <a:lnSpc>
                <a:spcPct val="100000"/>
              </a:lnSpc>
              <a:spcBef>
                <a:spcPts val="120"/>
              </a:spcBef>
              <a:tabLst>
                <a:tab pos="472440" algn="l"/>
                <a:tab pos="1446530" algn="l"/>
              </a:tabLst>
            </a:pPr>
            <a:r>
              <a:rPr sz="1850" spc="-50" dirty="0">
                <a:latin typeface="Calibri"/>
                <a:cs typeface="Calibri"/>
              </a:rPr>
              <a:t>1</a:t>
            </a:r>
            <a:r>
              <a:rPr sz="1850" dirty="0">
                <a:latin typeface="Calibri"/>
                <a:cs typeface="Calibri"/>
              </a:rPr>
              <a:t>	</a:t>
            </a:r>
            <a:r>
              <a:rPr sz="1850" spc="-50" dirty="0">
                <a:latin typeface="Calibri"/>
                <a:cs typeface="Calibri"/>
              </a:rPr>
              <a:t>2</a:t>
            </a:r>
            <a:r>
              <a:rPr sz="1850" dirty="0">
                <a:latin typeface="Calibri"/>
                <a:cs typeface="Calibri"/>
              </a:rPr>
              <a:t>	</a:t>
            </a:r>
            <a:r>
              <a:rPr sz="1850" spc="-50" dirty="0">
                <a:latin typeface="Calibri"/>
                <a:cs typeface="Calibri"/>
              </a:rPr>
              <a:t>n</a:t>
            </a:r>
            <a:endParaRPr sz="1850">
              <a:latin typeface="Calibri"/>
              <a:cs typeface="Calibri"/>
            </a:endParaRPr>
          </a:p>
        </p:txBody>
      </p:sp>
      <p:sp>
        <p:nvSpPr>
          <p:cNvPr id="13" name="object 13"/>
          <p:cNvSpPr txBox="1"/>
          <p:nvPr/>
        </p:nvSpPr>
        <p:spPr>
          <a:xfrm>
            <a:off x="3944239" y="5525211"/>
            <a:ext cx="175895" cy="336550"/>
          </a:xfrm>
          <a:prstGeom prst="rect">
            <a:avLst/>
          </a:prstGeom>
        </p:spPr>
        <p:txBody>
          <a:bodyPr vert="horz" wrap="square" lIns="0" tIns="11430" rIns="0" bIns="0" rtlCol="0">
            <a:spAutoFit/>
          </a:bodyPr>
          <a:lstStyle/>
          <a:p>
            <a:pPr marL="12700">
              <a:lnSpc>
                <a:spcPct val="100000"/>
              </a:lnSpc>
              <a:spcBef>
                <a:spcPts val="90"/>
              </a:spcBef>
            </a:pPr>
            <a:r>
              <a:rPr sz="2050" spc="-50" dirty="0">
                <a:latin typeface="Cambria Math"/>
                <a:cs typeface="Cambria Math"/>
              </a:rPr>
              <a:t>2</a:t>
            </a:r>
            <a:endParaRPr sz="2050">
              <a:latin typeface="Cambria Math"/>
              <a:cs typeface="Cambria Math"/>
            </a:endParaRPr>
          </a:p>
        </p:txBody>
      </p:sp>
      <p:sp>
        <p:nvSpPr>
          <p:cNvPr id="14" name="object 14"/>
          <p:cNvSpPr txBox="1"/>
          <p:nvPr/>
        </p:nvSpPr>
        <p:spPr>
          <a:xfrm>
            <a:off x="434340" y="5346903"/>
            <a:ext cx="7813040" cy="452120"/>
          </a:xfrm>
          <a:prstGeom prst="rect">
            <a:avLst/>
          </a:prstGeom>
        </p:spPr>
        <p:txBody>
          <a:bodyPr vert="horz" wrap="square" lIns="0" tIns="12065" rIns="0" bIns="0" rtlCol="0">
            <a:spAutoFit/>
          </a:bodyPr>
          <a:lstStyle/>
          <a:p>
            <a:pPr marL="38100">
              <a:lnSpc>
                <a:spcPct val="100000"/>
              </a:lnSpc>
              <a:spcBef>
                <a:spcPts val="95"/>
              </a:spcBef>
              <a:tabLst>
                <a:tab pos="5951855" algn="l"/>
              </a:tabLst>
            </a:pPr>
            <a:r>
              <a:rPr sz="2800" dirty="0">
                <a:latin typeface="Calibri"/>
                <a:cs typeface="Calibri"/>
              </a:rPr>
              <a:t>có</a:t>
            </a:r>
            <a:r>
              <a:rPr sz="2800" spc="-20" dirty="0">
                <a:latin typeface="Calibri"/>
                <a:cs typeface="Calibri"/>
              </a:rPr>
              <a:t> </a:t>
            </a:r>
            <a:r>
              <a:rPr sz="2800" dirty="0">
                <a:latin typeface="Calibri"/>
                <a:cs typeface="Calibri"/>
              </a:rPr>
              <a:t>a</a:t>
            </a:r>
            <a:r>
              <a:rPr sz="2800" spc="-10" dirty="0">
                <a:latin typeface="Calibri"/>
                <a:cs typeface="Calibri"/>
              </a:rPr>
              <a:t> </a:t>
            </a:r>
            <a:r>
              <a:rPr sz="2800" dirty="0">
                <a:latin typeface="Calibri"/>
                <a:cs typeface="Calibri"/>
              </a:rPr>
              <a:t>=( a</a:t>
            </a:r>
            <a:r>
              <a:rPr sz="2800" spc="300"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a</a:t>
            </a:r>
            <a:r>
              <a:rPr sz="2800" spc="300"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 .</a:t>
            </a:r>
            <a:r>
              <a:rPr sz="2800" spc="-20" dirty="0">
                <a:latin typeface="Calibri"/>
                <a:cs typeface="Calibri"/>
              </a:rPr>
              <a:t> </a:t>
            </a:r>
            <a:r>
              <a:rPr sz="2800" dirty="0">
                <a:latin typeface="Calibri"/>
                <a:cs typeface="Calibri"/>
              </a:rPr>
              <a:t>, a</a:t>
            </a:r>
            <a:r>
              <a:rPr sz="2800" spc="345" dirty="0">
                <a:latin typeface="Calibri"/>
                <a:cs typeface="Calibri"/>
              </a:rPr>
              <a:t> </a:t>
            </a:r>
            <a:r>
              <a:rPr sz="2800" dirty="0">
                <a:latin typeface="Calibri"/>
                <a:cs typeface="Calibri"/>
              </a:rPr>
              <a:t>)</a:t>
            </a:r>
            <a:r>
              <a:rPr sz="2800" spc="-20" dirty="0">
                <a:latin typeface="Calibri"/>
                <a:cs typeface="Calibri"/>
              </a:rPr>
              <a:t> </a:t>
            </a:r>
            <a:r>
              <a:rPr sz="2800" dirty="0">
                <a:latin typeface="Symbol"/>
                <a:cs typeface="Symbol"/>
              </a:rPr>
              <a:t></a:t>
            </a:r>
            <a:r>
              <a:rPr sz="2800" spc="-85" dirty="0">
                <a:latin typeface="Times New Roman"/>
                <a:cs typeface="Times New Roman"/>
              </a:rPr>
              <a:t> </a:t>
            </a:r>
            <a:r>
              <a:rPr sz="2800" spc="120" dirty="0">
                <a:latin typeface="Cambria Math"/>
                <a:cs typeface="Cambria Math"/>
              </a:rPr>
              <a:t>𝑍</a:t>
            </a:r>
            <a:r>
              <a:rPr sz="3075" spc="179" baseline="29810" dirty="0">
                <a:latin typeface="Cambria Math"/>
                <a:cs typeface="Cambria Math"/>
              </a:rPr>
              <a:t>𝑛</a:t>
            </a:r>
            <a:r>
              <a:rPr sz="3075" spc="494" baseline="29810" dirty="0">
                <a:latin typeface="Cambria Math"/>
                <a:cs typeface="Cambria Math"/>
              </a:rPr>
              <a:t> </a:t>
            </a:r>
            <a:r>
              <a:rPr sz="2800" dirty="0">
                <a:latin typeface="Calibri"/>
                <a:cs typeface="Calibri"/>
              </a:rPr>
              <a:t>sao</a:t>
            </a:r>
            <a:r>
              <a:rPr sz="2800" spc="-10" dirty="0">
                <a:latin typeface="Calibri"/>
                <a:cs typeface="Calibri"/>
              </a:rPr>
              <a:t> </a:t>
            </a:r>
            <a:r>
              <a:rPr sz="2800" dirty="0">
                <a:latin typeface="Calibri"/>
                <a:cs typeface="Calibri"/>
              </a:rPr>
              <a:t>cho</a:t>
            </a:r>
            <a:r>
              <a:rPr sz="2800" spc="-5" dirty="0">
                <a:latin typeface="Calibri"/>
                <a:cs typeface="Calibri"/>
              </a:rPr>
              <a:t> </a:t>
            </a:r>
            <a:r>
              <a:rPr sz="2800" b="1" dirty="0">
                <a:latin typeface="Calibri"/>
                <a:cs typeface="Calibri"/>
              </a:rPr>
              <a:t>f(a) </a:t>
            </a:r>
            <a:r>
              <a:rPr sz="2800" spc="-50" dirty="0">
                <a:latin typeface="Symbol"/>
                <a:cs typeface="Symbol"/>
              </a:rPr>
              <a:t></a:t>
            </a:r>
            <a:r>
              <a:rPr sz="2800" dirty="0">
                <a:latin typeface="Times New Roman"/>
                <a:cs typeface="Times New Roman"/>
              </a:rPr>
              <a:t>	</a:t>
            </a:r>
            <a:r>
              <a:rPr sz="2800" b="1" dirty="0">
                <a:latin typeface="Calibri"/>
                <a:cs typeface="Calibri"/>
              </a:rPr>
              <a:t>g(a)</a:t>
            </a:r>
            <a:r>
              <a:rPr sz="2800" dirty="0">
                <a:latin typeface="Calibri"/>
                <a:cs typeface="Calibri"/>
              </a:rPr>
              <a:t>.Khi</a:t>
            </a:r>
            <a:r>
              <a:rPr sz="2800" spc="-50" dirty="0">
                <a:latin typeface="Calibri"/>
                <a:cs typeface="Calibri"/>
              </a:rPr>
              <a:t> </a:t>
            </a:r>
            <a:r>
              <a:rPr sz="2800" dirty="0">
                <a:latin typeface="Calibri"/>
                <a:cs typeface="Calibri"/>
              </a:rPr>
              <a:t>đó</a:t>
            </a:r>
            <a:r>
              <a:rPr sz="2800" spc="-55" dirty="0">
                <a:latin typeface="Calibri"/>
                <a:cs typeface="Calibri"/>
              </a:rPr>
              <a:t> </a:t>
            </a:r>
            <a:r>
              <a:rPr sz="2800" spc="-50" dirty="0">
                <a:latin typeface="Calibri"/>
                <a:cs typeface="Calibri"/>
              </a:rPr>
              <a:t>g</a:t>
            </a:r>
            <a:endParaRPr sz="2800">
              <a:latin typeface="Calibri"/>
              <a:cs typeface="Calibri"/>
            </a:endParaRPr>
          </a:p>
        </p:txBody>
      </p:sp>
      <p:sp>
        <p:nvSpPr>
          <p:cNvPr id="15" name="object 15"/>
          <p:cNvSpPr txBox="1"/>
          <p:nvPr/>
        </p:nvSpPr>
        <p:spPr>
          <a:xfrm>
            <a:off x="459740" y="5726379"/>
            <a:ext cx="4340225" cy="452120"/>
          </a:xfrm>
          <a:prstGeom prst="rect">
            <a:avLst/>
          </a:prstGeom>
        </p:spPr>
        <p:txBody>
          <a:bodyPr vert="horz" wrap="square" lIns="0" tIns="12065" rIns="0" bIns="0" rtlCol="0">
            <a:spAutoFit/>
          </a:bodyPr>
          <a:lstStyle/>
          <a:p>
            <a:pPr marL="12700">
              <a:lnSpc>
                <a:spcPct val="100000"/>
              </a:lnSpc>
              <a:spcBef>
                <a:spcPts val="95"/>
              </a:spcBef>
            </a:pPr>
            <a:r>
              <a:rPr sz="2800" dirty="0">
                <a:latin typeface="Calibri"/>
                <a:cs typeface="Calibri"/>
              </a:rPr>
              <a:t>được</a:t>
            </a:r>
            <a:r>
              <a:rPr sz="2800" spc="-20" dirty="0">
                <a:latin typeface="Calibri"/>
                <a:cs typeface="Calibri"/>
              </a:rPr>
              <a:t> </a:t>
            </a:r>
            <a:r>
              <a:rPr sz="2800" dirty="0">
                <a:latin typeface="Calibri"/>
                <a:cs typeface="Calibri"/>
              </a:rPr>
              <a:t>nói</a:t>
            </a:r>
            <a:r>
              <a:rPr sz="2800" spc="-30" dirty="0">
                <a:latin typeface="Calibri"/>
                <a:cs typeface="Calibri"/>
              </a:rPr>
              <a:t> </a:t>
            </a:r>
            <a:r>
              <a:rPr sz="2800" dirty="0">
                <a:latin typeface="Calibri"/>
                <a:cs typeface="Calibri"/>
              </a:rPr>
              <a:t>là</a:t>
            </a:r>
            <a:r>
              <a:rPr sz="2800" spc="-40" dirty="0">
                <a:latin typeface="Calibri"/>
                <a:cs typeface="Calibri"/>
              </a:rPr>
              <a:t> </a:t>
            </a:r>
            <a:r>
              <a:rPr sz="2800" b="1" dirty="0">
                <a:latin typeface="Calibri"/>
                <a:cs typeface="Calibri"/>
              </a:rPr>
              <a:t>trội</a:t>
            </a:r>
            <a:r>
              <a:rPr sz="2800" b="1" spc="-35" dirty="0">
                <a:latin typeface="Calibri"/>
                <a:cs typeface="Calibri"/>
              </a:rPr>
              <a:t> </a:t>
            </a:r>
            <a:r>
              <a:rPr sz="2800" b="1" dirty="0">
                <a:latin typeface="Calibri"/>
                <a:cs typeface="Calibri"/>
              </a:rPr>
              <a:t>thực</a:t>
            </a:r>
            <a:r>
              <a:rPr sz="2800" b="1" spc="-25" dirty="0">
                <a:latin typeface="Calibri"/>
                <a:cs typeface="Calibri"/>
              </a:rPr>
              <a:t> </a:t>
            </a:r>
            <a:r>
              <a:rPr sz="2800" b="1" dirty="0">
                <a:latin typeface="Calibri"/>
                <a:cs typeface="Calibri"/>
              </a:rPr>
              <a:t>sự</a:t>
            </a:r>
            <a:r>
              <a:rPr sz="2800" b="1" spc="-30" dirty="0">
                <a:latin typeface="Calibri"/>
                <a:cs typeface="Calibri"/>
              </a:rPr>
              <a:t> </a:t>
            </a:r>
            <a:r>
              <a:rPr sz="2800" dirty="0">
                <a:latin typeface="Calibri"/>
                <a:cs typeface="Calibri"/>
              </a:rPr>
              <a:t>của</a:t>
            </a:r>
            <a:r>
              <a:rPr sz="2800" spc="-25" dirty="0">
                <a:latin typeface="Calibri"/>
                <a:cs typeface="Calibri"/>
              </a:rPr>
              <a:t> f.</a:t>
            </a:r>
            <a:endParaRPr sz="2800">
              <a:latin typeface="Calibri"/>
              <a:cs typeface="Calibri"/>
            </a:endParaRPr>
          </a:p>
        </p:txBody>
      </p:sp>
    </p:spTree>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1313" rIns="0" bIns="0" rtlCol="0">
            <a:spAutoFit/>
          </a:bodyPr>
          <a:lstStyle/>
          <a:p>
            <a:pPr marL="88900">
              <a:lnSpc>
                <a:spcPct val="100000"/>
              </a:lnSpc>
              <a:spcBef>
                <a:spcPts val="95"/>
              </a:spcBef>
            </a:pPr>
            <a:r>
              <a:rPr b="1" dirty="0">
                <a:latin typeface="Calibri"/>
                <a:cs typeface="Calibri"/>
              </a:rPr>
              <a:t>4.5.2</a:t>
            </a:r>
            <a:r>
              <a:rPr b="1" spc="-10" dirty="0">
                <a:latin typeface="Calibri"/>
                <a:cs typeface="Calibri"/>
              </a:rPr>
              <a:t> </a:t>
            </a:r>
            <a:r>
              <a:rPr b="1" dirty="0">
                <a:latin typeface="Calibri"/>
                <a:cs typeface="Calibri"/>
              </a:rPr>
              <a:t>Định</a:t>
            </a:r>
            <a:r>
              <a:rPr b="1" spc="-25" dirty="0">
                <a:latin typeface="Calibri"/>
                <a:cs typeface="Calibri"/>
              </a:rPr>
              <a:t> </a:t>
            </a:r>
            <a:r>
              <a:rPr b="1" dirty="0">
                <a:latin typeface="Calibri"/>
                <a:cs typeface="Calibri"/>
              </a:rPr>
              <a:t>nghĩa</a:t>
            </a:r>
            <a:r>
              <a:rPr b="1" spc="-20" dirty="0">
                <a:latin typeface="Calibri"/>
                <a:cs typeface="Calibri"/>
              </a:rPr>
              <a:t> </a:t>
            </a:r>
            <a:r>
              <a:rPr b="1" dirty="0">
                <a:latin typeface="Calibri"/>
                <a:cs typeface="Calibri"/>
              </a:rPr>
              <a:t>:</a:t>
            </a:r>
            <a:r>
              <a:rPr b="1" spc="-15" dirty="0">
                <a:latin typeface="Calibri"/>
                <a:cs typeface="Calibri"/>
              </a:rPr>
              <a:t> </a:t>
            </a:r>
            <a:r>
              <a:rPr dirty="0"/>
              <a:t>Cho</a:t>
            </a:r>
            <a:r>
              <a:rPr spc="-25" dirty="0"/>
              <a:t> </a:t>
            </a:r>
            <a:r>
              <a:rPr dirty="0"/>
              <a:t>hai</a:t>
            </a:r>
            <a:r>
              <a:rPr spc="-30" dirty="0"/>
              <a:t> </a:t>
            </a:r>
            <a:r>
              <a:rPr dirty="0"/>
              <a:t>hàm</a:t>
            </a:r>
            <a:r>
              <a:rPr spc="-20" dirty="0"/>
              <a:t> </a:t>
            </a:r>
            <a:r>
              <a:rPr dirty="0"/>
              <a:t>Bool</a:t>
            </a:r>
            <a:r>
              <a:rPr spc="-25" dirty="0"/>
              <a:t> </a:t>
            </a:r>
            <a:r>
              <a:rPr dirty="0"/>
              <a:t>f</a:t>
            </a:r>
            <a:r>
              <a:rPr spc="-35" dirty="0"/>
              <a:t> </a:t>
            </a:r>
            <a:r>
              <a:rPr dirty="0"/>
              <a:t>và</a:t>
            </a:r>
            <a:r>
              <a:rPr spc="-35" dirty="0"/>
              <a:t> </a:t>
            </a:r>
            <a:r>
              <a:rPr dirty="0"/>
              <a:t>g</a:t>
            </a:r>
            <a:r>
              <a:rPr spc="-30" dirty="0"/>
              <a:t> </a:t>
            </a:r>
            <a:r>
              <a:rPr dirty="0"/>
              <a:t>có</a:t>
            </a:r>
            <a:r>
              <a:rPr spc="-25" dirty="0"/>
              <a:t> </a:t>
            </a:r>
            <a:r>
              <a:rPr dirty="0"/>
              <a:t>n</a:t>
            </a:r>
            <a:r>
              <a:rPr spc="-25" dirty="0"/>
              <a:t> </a:t>
            </a:r>
            <a:r>
              <a:rPr dirty="0"/>
              <a:t>biến</a:t>
            </a:r>
            <a:r>
              <a:rPr spc="-25" dirty="0"/>
              <a:t> </a:t>
            </a:r>
            <a:r>
              <a:rPr spc="-50" dirty="0"/>
              <a:t>:</a:t>
            </a:r>
          </a:p>
        </p:txBody>
      </p:sp>
      <p:sp>
        <p:nvSpPr>
          <p:cNvPr id="3" name="object 3"/>
          <p:cNvSpPr txBox="1"/>
          <p:nvPr/>
        </p:nvSpPr>
        <p:spPr>
          <a:xfrm>
            <a:off x="4573904" y="1086358"/>
            <a:ext cx="175895" cy="336550"/>
          </a:xfrm>
          <a:prstGeom prst="rect">
            <a:avLst/>
          </a:prstGeom>
        </p:spPr>
        <p:txBody>
          <a:bodyPr vert="horz" wrap="square" lIns="0" tIns="11430" rIns="0" bIns="0" rtlCol="0">
            <a:spAutoFit/>
          </a:bodyPr>
          <a:lstStyle/>
          <a:p>
            <a:pPr marL="12700">
              <a:lnSpc>
                <a:spcPct val="100000"/>
              </a:lnSpc>
              <a:spcBef>
                <a:spcPts val="90"/>
              </a:spcBef>
            </a:pPr>
            <a:r>
              <a:rPr sz="2050" spc="-50" dirty="0">
                <a:latin typeface="Cambria Math"/>
                <a:cs typeface="Cambria Math"/>
              </a:rPr>
              <a:t>2</a:t>
            </a:r>
            <a:endParaRPr sz="2050">
              <a:latin typeface="Cambria Math"/>
              <a:cs typeface="Cambria Math"/>
            </a:endParaRPr>
          </a:p>
        </p:txBody>
      </p:sp>
      <p:sp>
        <p:nvSpPr>
          <p:cNvPr id="4" name="object 4"/>
          <p:cNvSpPr txBox="1"/>
          <p:nvPr/>
        </p:nvSpPr>
        <p:spPr>
          <a:xfrm>
            <a:off x="3668903" y="908049"/>
            <a:ext cx="1869439" cy="452120"/>
          </a:xfrm>
          <a:prstGeom prst="rect">
            <a:avLst/>
          </a:prstGeom>
        </p:spPr>
        <p:txBody>
          <a:bodyPr vert="horz" wrap="square" lIns="0" tIns="12065" rIns="0" bIns="0" rtlCol="0">
            <a:spAutoFit/>
          </a:bodyPr>
          <a:lstStyle/>
          <a:p>
            <a:pPr marL="38100">
              <a:lnSpc>
                <a:spcPct val="100000"/>
              </a:lnSpc>
              <a:spcBef>
                <a:spcPts val="95"/>
              </a:spcBef>
            </a:pPr>
            <a:r>
              <a:rPr sz="2800" spc="-20" dirty="0">
                <a:latin typeface="Calibri"/>
                <a:cs typeface="Calibri"/>
              </a:rPr>
              <a:t>f,</a:t>
            </a:r>
            <a:r>
              <a:rPr sz="2800" spc="-50" dirty="0">
                <a:latin typeface="Calibri"/>
                <a:cs typeface="Calibri"/>
              </a:rPr>
              <a:t> </a:t>
            </a:r>
            <a:r>
              <a:rPr sz="2800" dirty="0">
                <a:latin typeface="Calibri"/>
                <a:cs typeface="Calibri"/>
              </a:rPr>
              <a:t>g</a:t>
            </a:r>
            <a:r>
              <a:rPr sz="2800" spc="-55" dirty="0">
                <a:latin typeface="Calibri"/>
                <a:cs typeface="Calibri"/>
              </a:rPr>
              <a:t> </a:t>
            </a:r>
            <a:r>
              <a:rPr sz="2800" dirty="0">
                <a:latin typeface="Calibri"/>
                <a:cs typeface="Calibri"/>
              </a:rPr>
              <a:t>:</a:t>
            </a:r>
            <a:r>
              <a:rPr sz="2800" spc="-40" dirty="0">
                <a:latin typeface="Calibri"/>
                <a:cs typeface="Calibri"/>
              </a:rPr>
              <a:t> </a:t>
            </a:r>
            <a:r>
              <a:rPr sz="2800" spc="45" dirty="0">
                <a:latin typeface="Cambria Math"/>
                <a:cs typeface="Cambria Math"/>
              </a:rPr>
              <a:t>𝑍</a:t>
            </a:r>
            <a:r>
              <a:rPr sz="3075" spc="67" baseline="29810" dirty="0">
                <a:latin typeface="Cambria Math"/>
                <a:cs typeface="Cambria Math"/>
              </a:rPr>
              <a:t>𝑛</a:t>
            </a:r>
            <a:r>
              <a:rPr sz="2800" spc="45" dirty="0">
                <a:latin typeface="Symbol"/>
                <a:cs typeface="Symbol"/>
              </a:rPr>
              <a:t></a:t>
            </a:r>
            <a:r>
              <a:rPr sz="2800" spc="45" dirty="0">
                <a:latin typeface="Cambria Math"/>
                <a:cs typeface="Cambria Math"/>
              </a:rPr>
              <a:t>𝑍</a:t>
            </a:r>
            <a:r>
              <a:rPr sz="3075" spc="67" baseline="-16260" dirty="0">
                <a:latin typeface="Cambria Math"/>
                <a:cs typeface="Cambria Math"/>
              </a:rPr>
              <a:t>2</a:t>
            </a:r>
            <a:endParaRPr sz="3075" baseline="-16260">
              <a:latin typeface="Cambria Math"/>
              <a:cs typeface="Cambria Math"/>
            </a:endParaRPr>
          </a:p>
        </p:txBody>
      </p:sp>
      <p:sp>
        <p:nvSpPr>
          <p:cNvPr id="5" name="object 5"/>
          <p:cNvSpPr txBox="1"/>
          <p:nvPr/>
        </p:nvSpPr>
        <p:spPr>
          <a:xfrm>
            <a:off x="4003675" y="1624329"/>
            <a:ext cx="1584960" cy="311150"/>
          </a:xfrm>
          <a:prstGeom prst="rect">
            <a:avLst/>
          </a:prstGeom>
        </p:spPr>
        <p:txBody>
          <a:bodyPr vert="horz" wrap="square" lIns="0" tIns="15240" rIns="0" bIns="0" rtlCol="0">
            <a:spAutoFit/>
          </a:bodyPr>
          <a:lstStyle/>
          <a:p>
            <a:pPr marL="12700">
              <a:lnSpc>
                <a:spcPct val="100000"/>
              </a:lnSpc>
              <a:spcBef>
                <a:spcPts val="120"/>
              </a:spcBef>
              <a:tabLst>
                <a:tab pos="474345" algn="l"/>
                <a:tab pos="1446530" algn="l"/>
              </a:tabLst>
            </a:pPr>
            <a:r>
              <a:rPr sz="1850" spc="-50" dirty="0">
                <a:latin typeface="Calibri"/>
                <a:cs typeface="Calibri"/>
              </a:rPr>
              <a:t>1</a:t>
            </a:r>
            <a:r>
              <a:rPr sz="1850" dirty="0">
                <a:latin typeface="Calibri"/>
                <a:cs typeface="Calibri"/>
              </a:rPr>
              <a:t>	</a:t>
            </a:r>
            <a:r>
              <a:rPr sz="1850" spc="-50" dirty="0">
                <a:latin typeface="Calibri"/>
                <a:cs typeface="Calibri"/>
              </a:rPr>
              <a:t>2</a:t>
            </a:r>
            <a:r>
              <a:rPr sz="1850" dirty="0">
                <a:latin typeface="Calibri"/>
                <a:cs typeface="Calibri"/>
              </a:rPr>
              <a:t>	</a:t>
            </a:r>
            <a:r>
              <a:rPr sz="1850" spc="-50" dirty="0">
                <a:latin typeface="Calibri"/>
                <a:cs typeface="Calibri"/>
              </a:rPr>
              <a:t>n</a:t>
            </a:r>
            <a:endParaRPr sz="1850">
              <a:latin typeface="Calibri"/>
              <a:cs typeface="Calibri"/>
            </a:endParaRPr>
          </a:p>
        </p:txBody>
      </p:sp>
      <p:sp>
        <p:nvSpPr>
          <p:cNvPr id="6" name="object 6"/>
          <p:cNvSpPr txBox="1"/>
          <p:nvPr/>
        </p:nvSpPr>
        <p:spPr>
          <a:xfrm>
            <a:off x="6285738" y="1598422"/>
            <a:ext cx="175895" cy="336550"/>
          </a:xfrm>
          <a:prstGeom prst="rect">
            <a:avLst/>
          </a:prstGeom>
        </p:spPr>
        <p:txBody>
          <a:bodyPr vert="horz" wrap="square" lIns="0" tIns="11430" rIns="0" bIns="0" rtlCol="0">
            <a:spAutoFit/>
          </a:bodyPr>
          <a:lstStyle/>
          <a:p>
            <a:pPr marL="12700">
              <a:lnSpc>
                <a:spcPct val="100000"/>
              </a:lnSpc>
              <a:spcBef>
                <a:spcPts val="90"/>
              </a:spcBef>
            </a:pPr>
            <a:r>
              <a:rPr sz="2050" spc="-50" dirty="0">
                <a:latin typeface="Cambria Math"/>
                <a:cs typeface="Cambria Math"/>
              </a:rPr>
              <a:t>2</a:t>
            </a:r>
            <a:endParaRPr sz="2050">
              <a:latin typeface="Cambria Math"/>
              <a:cs typeface="Cambria Math"/>
            </a:endParaRPr>
          </a:p>
        </p:txBody>
      </p:sp>
      <p:sp>
        <p:nvSpPr>
          <p:cNvPr id="7" name="object 7"/>
          <p:cNvSpPr txBox="1"/>
          <p:nvPr/>
        </p:nvSpPr>
        <p:spPr>
          <a:xfrm>
            <a:off x="434340" y="1420113"/>
            <a:ext cx="7753350" cy="452120"/>
          </a:xfrm>
          <a:prstGeom prst="rect">
            <a:avLst/>
          </a:prstGeom>
        </p:spPr>
        <p:txBody>
          <a:bodyPr vert="horz" wrap="square" lIns="0" tIns="12065" rIns="0" bIns="0" rtlCol="0">
            <a:spAutoFit/>
          </a:bodyPr>
          <a:lstStyle/>
          <a:p>
            <a:pPr marL="38100">
              <a:lnSpc>
                <a:spcPct val="100000"/>
              </a:lnSpc>
              <a:spcBef>
                <a:spcPts val="95"/>
              </a:spcBef>
            </a:pPr>
            <a:r>
              <a:rPr sz="2800" dirty="0">
                <a:latin typeface="Calibri"/>
                <a:cs typeface="Calibri"/>
              </a:rPr>
              <a:t>i)</a:t>
            </a:r>
            <a:r>
              <a:rPr sz="2800" spc="-15" dirty="0">
                <a:latin typeface="Calibri"/>
                <a:cs typeface="Calibri"/>
              </a:rPr>
              <a:t> </a:t>
            </a:r>
            <a:r>
              <a:rPr sz="2800" dirty="0">
                <a:latin typeface="Calibri"/>
                <a:cs typeface="Calibri"/>
              </a:rPr>
              <a:t>f</a:t>
            </a:r>
            <a:r>
              <a:rPr sz="2800" spc="-15"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g</a:t>
            </a:r>
            <a:r>
              <a:rPr sz="2800" spc="-15" dirty="0">
                <a:latin typeface="Calibri"/>
                <a:cs typeface="Calibri"/>
              </a:rPr>
              <a:t> </a:t>
            </a:r>
            <a:r>
              <a:rPr sz="2800" dirty="0">
                <a:latin typeface="Calibri"/>
                <a:cs typeface="Calibri"/>
              </a:rPr>
              <a:t>nếu</a:t>
            </a:r>
            <a:r>
              <a:rPr sz="2800" spc="10" dirty="0">
                <a:latin typeface="Calibri"/>
                <a:cs typeface="Calibri"/>
              </a:rPr>
              <a:t> </a:t>
            </a:r>
            <a:r>
              <a:rPr sz="2800" dirty="0">
                <a:latin typeface="Calibri"/>
                <a:cs typeface="Calibri"/>
              </a:rPr>
              <a:t>với mọi</a:t>
            </a:r>
            <a:r>
              <a:rPr sz="2800" spc="-10" dirty="0">
                <a:latin typeface="Calibri"/>
                <a:cs typeface="Calibri"/>
              </a:rPr>
              <a:t> </a:t>
            </a:r>
            <a:r>
              <a:rPr sz="2800" dirty="0">
                <a:latin typeface="Calibri"/>
                <a:cs typeface="Calibri"/>
              </a:rPr>
              <a:t>a</a:t>
            </a:r>
            <a:r>
              <a:rPr sz="2800" spc="-15"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a</a:t>
            </a:r>
            <a:r>
              <a:rPr sz="2800" spc="325" dirty="0">
                <a:latin typeface="Calibri"/>
                <a:cs typeface="Calibri"/>
              </a:rPr>
              <a:t> </a:t>
            </a:r>
            <a:r>
              <a:rPr sz="2800" dirty="0">
                <a:latin typeface="Calibri"/>
                <a:cs typeface="Calibri"/>
              </a:rPr>
              <a:t>, a</a:t>
            </a:r>
            <a:r>
              <a:rPr sz="2800" spc="310"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 ,</a:t>
            </a:r>
            <a:r>
              <a:rPr sz="2800" spc="-10" dirty="0">
                <a:latin typeface="Calibri"/>
                <a:cs typeface="Calibri"/>
              </a:rPr>
              <a:t> </a:t>
            </a:r>
            <a:r>
              <a:rPr sz="2800" dirty="0">
                <a:latin typeface="Calibri"/>
                <a:cs typeface="Calibri"/>
              </a:rPr>
              <a:t>a</a:t>
            </a:r>
            <a:r>
              <a:rPr sz="2800" spc="345" dirty="0">
                <a:latin typeface="Calibri"/>
                <a:cs typeface="Calibri"/>
              </a:rPr>
              <a:t> </a:t>
            </a:r>
            <a:r>
              <a:rPr sz="2800" dirty="0">
                <a:latin typeface="Calibri"/>
                <a:cs typeface="Calibri"/>
              </a:rPr>
              <a:t>)</a:t>
            </a:r>
            <a:r>
              <a:rPr sz="2800" spc="-15" dirty="0">
                <a:latin typeface="Calibri"/>
                <a:cs typeface="Calibri"/>
              </a:rPr>
              <a:t> </a:t>
            </a:r>
            <a:r>
              <a:rPr sz="2800" dirty="0">
                <a:latin typeface="Symbol"/>
                <a:cs typeface="Symbol"/>
              </a:rPr>
              <a:t></a:t>
            </a:r>
            <a:r>
              <a:rPr sz="2800" spc="-65" dirty="0">
                <a:latin typeface="Times New Roman"/>
                <a:cs typeface="Times New Roman"/>
              </a:rPr>
              <a:t> </a:t>
            </a:r>
            <a:r>
              <a:rPr sz="2800" spc="120" dirty="0">
                <a:latin typeface="Cambria Math"/>
                <a:cs typeface="Cambria Math"/>
              </a:rPr>
              <a:t>𝑍</a:t>
            </a:r>
            <a:r>
              <a:rPr sz="3075" spc="179" baseline="29810" dirty="0">
                <a:latin typeface="Cambria Math"/>
                <a:cs typeface="Cambria Math"/>
              </a:rPr>
              <a:t>𝑛</a:t>
            </a:r>
            <a:r>
              <a:rPr sz="3075" spc="487" baseline="29810" dirty="0">
                <a:latin typeface="Cambria Math"/>
                <a:cs typeface="Cambria Math"/>
              </a:rPr>
              <a:t> </a:t>
            </a:r>
            <a:r>
              <a:rPr sz="2800" dirty="0">
                <a:latin typeface="Calibri"/>
                <a:cs typeface="Calibri"/>
              </a:rPr>
              <a:t>,</a:t>
            </a:r>
            <a:r>
              <a:rPr sz="2800" spc="-15" dirty="0">
                <a:latin typeface="Calibri"/>
                <a:cs typeface="Calibri"/>
              </a:rPr>
              <a:t> </a:t>
            </a:r>
            <a:r>
              <a:rPr sz="2800" dirty="0">
                <a:latin typeface="Calibri"/>
                <a:cs typeface="Calibri"/>
              </a:rPr>
              <a:t>f(a)</a:t>
            </a:r>
            <a:r>
              <a:rPr sz="2800" spc="-15" dirty="0">
                <a:latin typeface="Calibri"/>
                <a:cs typeface="Calibri"/>
              </a:rPr>
              <a:t> </a:t>
            </a:r>
            <a:r>
              <a:rPr sz="2800" dirty="0">
                <a:latin typeface="Calibri"/>
                <a:cs typeface="Calibri"/>
              </a:rPr>
              <a:t>≤</a:t>
            </a:r>
            <a:r>
              <a:rPr sz="2800" spc="-5" dirty="0">
                <a:latin typeface="Calibri"/>
                <a:cs typeface="Calibri"/>
              </a:rPr>
              <a:t> </a:t>
            </a:r>
            <a:r>
              <a:rPr sz="2800" spc="-20" dirty="0">
                <a:latin typeface="Calibri"/>
                <a:cs typeface="Calibri"/>
              </a:rPr>
              <a:t>g(a)</a:t>
            </a:r>
            <a:endParaRPr sz="2800">
              <a:latin typeface="Calibri"/>
              <a:cs typeface="Calibri"/>
            </a:endParaRPr>
          </a:p>
        </p:txBody>
      </p:sp>
      <p:sp>
        <p:nvSpPr>
          <p:cNvPr id="8" name="object 8"/>
          <p:cNvSpPr txBox="1"/>
          <p:nvPr/>
        </p:nvSpPr>
        <p:spPr>
          <a:xfrm>
            <a:off x="4085971" y="2136775"/>
            <a:ext cx="1583690" cy="311150"/>
          </a:xfrm>
          <a:prstGeom prst="rect">
            <a:avLst/>
          </a:prstGeom>
        </p:spPr>
        <p:txBody>
          <a:bodyPr vert="horz" wrap="square" lIns="0" tIns="15240" rIns="0" bIns="0" rtlCol="0">
            <a:spAutoFit/>
          </a:bodyPr>
          <a:lstStyle/>
          <a:p>
            <a:pPr marL="12700">
              <a:lnSpc>
                <a:spcPct val="100000"/>
              </a:lnSpc>
              <a:spcBef>
                <a:spcPts val="120"/>
              </a:spcBef>
              <a:tabLst>
                <a:tab pos="473075" algn="l"/>
                <a:tab pos="1445260" algn="l"/>
              </a:tabLst>
            </a:pPr>
            <a:r>
              <a:rPr sz="1850" spc="-50" dirty="0">
                <a:latin typeface="Calibri"/>
                <a:cs typeface="Calibri"/>
              </a:rPr>
              <a:t>1</a:t>
            </a:r>
            <a:r>
              <a:rPr sz="1850" dirty="0">
                <a:latin typeface="Calibri"/>
                <a:cs typeface="Calibri"/>
              </a:rPr>
              <a:t>	</a:t>
            </a:r>
            <a:r>
              <a:rPr sz="1850" spc="-50" dirty="0">
                <a:latin typeface="Calibri"/>
                <a:cs typeface="Calibri"/>
              </a:rPr>
              <a:t>2</a:t>
            </a:r>
            <a:r>
              <a:rPr sz="1850" dirty="0">
                <a:latin typeface="Calibri"/>
                <a:cs typeface="Calibri"/>
              </a:rPr>
              <a:t>	</a:t>
            </a:r>
            <a:r>
              <a:rPr sz="1850" spc="-50" dirty="0">
                <a:latin typeface="Calibri"/>
                <a:cs typeface="Calibri"/>
              </a:rPr>
              <a:t>n</a:t>
            </a:r>
            <a:endParaRPr sz="1850">
              <a:latin typeface="Calibri"/>
              <a:cs typeface="Calibri"/>
            </a:endParaRPr>
          </a:p>
        </p:txBody>
      </p:sp>
      <p:sp>
        <p:nvSpPr>
          <p:cNvPr id="9" name="object 9"/>
          <p:cNvSpPr txBox="1"/>
          <p:nvPr/>
        </p:nvSpPr>
        <p:spPr>
          <a:xfrm>
            <a:off x="6366509" y="2110866"/>
            <a:ext cx="175895" cy="336550"/>
          </a:xfrm>
          <a:prstGeom prst="rect">
            <a:avLst/>
          </a:prstGeom>
        </p:spPr>
        <p:txBody>
          <a:bodyPr vert="horz" wrap="square" lIns="0" tIns="11430" rIns="0" bIns="0" rtlCol="0">
            <a:spAutoFit/>
          </a:bodyPr>
          <a:lstStyle/>
          <a:p>
            <a:pPr marL="12700">
              <a:lnSpc>
                <a:spcPct val="100000"/>
              </a:lnSpc>
              <a:spcBef>
                <a:spcPts val="90"/>
              </a:spcBef>
            </a:pPr>
            <a:r>
              <a:rPr sz="2050" spc="-50" dirty="0">
                <a:latin typeface="Cambria Math"/>
                <a:cs typeface="Cambria Math"/>
              </a:rPr>
              <a:t>2</a:t>
            </a:r>
            <a:endParaRPr sz="2050">
              <a:latin typeface="Cambria Math"/>
              <a:cs typeface="Cambria Math"/>
            </a:endParaRPr>
          </a:p>
        </p:txBody>
      </p:sp>
      <p:sp>
        <p:nvSpPr>
          <p:cNvPr id="10" name="object 10"/>
          <p:cNvSpPr txBox="1"/>
          <p:nvPr/>
        </p:nvSpPr>
        <p:spPr>
          <a:xfrm>
            <a:off x="434340" y="1932558"/>
            <a:ext cx="8159115" cy="452120"/>
          </a:xfrm>
          <a:prstGeom prst="rect">
            <a:avLst/>
          </a:prstGeom>
        </p:spPr>
        <p:txBody>
          <a:bodyPr vert="horz" wrap="square" lIns="0" tIns="12065" rIns="0" bIns="0" rtlCol="0">
            <a:spAutoFit/>
          </a:bodyPr>
          <a:lstStyle/>
          <a:p>
            <a:pPr marL="38100">
              <a:lnSpc>
                <a:spcPct val="100000"/>
              </a:lnSpc>
              <a:spcBef>
                <a:spcPts val="95"/>
              </a:spcBef>
            </a:pPr>
            <a:r>
              <a:rPr sz="2800" dirty="0">
                <a:latin typeface="Calibri"/>
                <a:cs typeface="Calibri"/>
              </a:rPr>
              <a:t>ii)</a:t>
            </a:r>
            <a:r>
              <a:rPr sz="2800" spc="-15" dirty="0">
                <a:latin typeface="Calibri"/>
                <a:cs typeface="Calibri"/>
              </a:rPr>
              <a:t> </a:t>
            </a:r>
            <a:r>
              <a:rPr sz="2800" dirty="0">
                <a:latin typeface="Calibri"/>
                <a:cs typeface="Calibri"/>
              </a:rPr>
              <a:t>f</a:t>
            </a:r>
            <a:r>
              <a:rPr sz="2800" spc="-15" dirty="0">
                <a:latin typeface="Calibri"/>
                <a:cs typeface="Calibri"/>
              </a:rPr>
              <a:t> </a:t>
            </a:r>
            <a:r>
              <a:rPr sz="2800" dirty="0">
                <a:latin typeface="Calibri"/>
                <a:cs typeface="Calibri"/>
              </a:rPr>
              <a:t>&lt; g</a:t>
            </a:r>
            <a:r>
              <a:rPr sz="2800" spc="-15" dirty="0">
                <a:latin typeface="Calibri"/>
                <a:cs typeface="Calibri"/>
              </a:rPr>
              <a:t> </a:t>
            </a:r>
            <a:r>
              <a:rPr sz="2800" dirty="0">
                <a:latin typeface="Calibri"/>
                <a:cs typeface="Calibri"/>
              </a:rPr>
              <a:t>nếu</a:t>
            </a:r>
            <a:r>
              <a:rPr sz="2800" spc="10" dirty="0">
                <a:latin typeface="Calibri"/>
                <a:cs typeface="Calibri"/>
              </a:rPr>
              <a:t> </a:t>
            </a:r>
            <a:r>
              <a:rPr sz="2800" dirty="0">
                <a:latin typeface="Calibri"/>
                <a:cs typeface="Calibri"/>
              </a:rPr>
              <a:t>với</a:t>
            </a:r>
            <a:r>
              <a:rPr sz="2800" spc="-5" dirty="0">
                <a:latin typeface="Calibri"/>
                <a:cs typeface="Calibri"/>
              </a:rPr>
              <a:t> </a:t>
            </a:r>
            <a:r>
              <a:rPr sz="2800" dirty="0">
                <a:latin typeface="Calibri"/>
                <a:cs typeface="Calibri"/>
              </a:rPr>
              <a:t>mọi</a:t>
            </a:r>
            <a:r>
              <a:rPr sz="2800" spc="-10" dirty="0">
                <a:latin typeface="Calibri"/>
                <a:cs typeface="Calibri"/>
              </a:rPr>
              <a:t> </a:t>
            </a:r>
            <a:r>
              <a:rPr sz="2800" dirty="0">
                <a:latin typeface="Calibri"/>
                <a:cs typeface="Calibri"/>
              </a:rPr>
              <a:t>a</a:t>
            </a:r>
            <a:r>
              <a:rPr sz="2800" spc="-15"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a</a:t>
            </a:r>
            <a:r>
              <a:rPr sz="2800" spc="320"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a</a:t>
            </a:r>
            <a:r>
              <a:rPr sz="2800" spc="305"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 ,</a:t>
            </a:r>
            <a:r>
              <a:rPr sz="2800" spc="-15" dirty="0">
                <a:latin typeface="Calibri"/>
                <a:cs typeface="Calibri"/>
              </a:rPr>
              <a:t> </a:t>
            </a:r>
            <a:r>
              <a:rPr sz="2800" dirty="0">
                <a:latin typeface="Calibri"/>
                <a:cs typeface="Calibri"/>
              </a:rPr>
              <a:t>a</a:t>
            </a:r>
            <a:r>
              <a:rPr sz="2800" spc="340" dirty="0">
                <a:latin typeface="Calibri"/>
                <a:cs typeface="Calibri"/>
              </a:rPr>
              <a:t> </a:t>
            </a:r>
            <a:r>
              <a:rPr sz="2800" dirty="0">
                <a:latin typeface="Calibri"/>
                <a:cs typeface="Calibri"/>
              </a:rPr>
              <a:t>)</a:t>
            </a:r>
            <a:r>
              <a:rPr sz="2800" spc="-15" dirty="0">
                <a:latin typeface="Calibri"/>
                <a:cs typeface="Calibri"/>
              </a:rPr>
              <a:t> </a:t>
            </a:r>
            <a:r>
              <a:rPr sz="2800" dirty="0">
                <a:latin typeface="Symbol"/>
                <a:cs typeface="Symbol"/>
              </a:rPr>
              <a:t></a:t>
            </a:r>
            <a:r>
              <a:rPr sz="2800" spc="-65" dirty="0">
                <a:latin typeface="Times New Roman"/>
                <a:cs typeface="Times New Roman"/>
              </a:rPr>
              <a:t> </a:t>
            </a:r>
            <a:r>
              <a:rPr sz="2800" spc="120" dirty="0">
                <a:latin typeface="Cambria Math"/>
                <a:cs typeface="Cambria Math"/>
              </a:rPr>
              <a:t>𝑍</a:t>
            </a:r>
            <a:r>
              <a:rPr sz="3075" spc="179" baseline="29810" dirty="0">
                <a:latin typeface="Cambria Math"/>
                <a:cs typeface="Cambria Math"/>
              </a:rPr>
              <a:t>𝑛</a:t>
            </a:r>
            <a:r>
              <a:rPr sz="3075" spc="472" baseline="29810" dirty="0">
                <a:latin typeface="Cambria Math"/>
                <a:cs typeface="Cambria Math"/>
              </a:rPr>
              <a:t> </a:t>
            </a:r>
            <a:r>
              <a:rPr sz="2800" dirty="0">
                <a:latin typeface="Calibri"/>
                <a:cs typeface="Calibri"/>
              </a:rPr>
              <a:t>,</a:t>
            </a:r>
            <a:r>
              <a:rPr sz="2800" spc="-10" dirty="0">
                <a:latin typeface="Calibri"/>
                <a:cs typeface="Calibri"/>
              </a:rPr>
              <a:t> </a:t>
            </a:r>
            <a:r>
              <a:rPr sz="2800" dirty="0">
                <a:latin typeface="Calibri"/>
                <a:cs typeface="Calibri"/>
              </a:rPr>
              <a:t>f(a)</a:t>
            </a:r>
            <a:r>
              <a:rPr sz="2800" spc="-20" dirty="0">
                <a:latin typeface="Calibri"/>
                <a:cs typeface="Calibri"/>
              </a:rPr>
              <a:t> </a:t>
            </a:r>
            <a:r>
              <a:rPr sz="2800" dirty="0">
                <a:latin typeface="Calibri"/>
                <a:cs typeface="Calibri"/>
              </a:rPr>
              <a:t>≤g(a)</a:t>
            </a:r>
            <a:r>
              <a:rPr sz="2800" spc="-10" dirty="0">
                <a:latin typeface="Calibri"/>
                <a:cs typeface="Calibri"/>
              </a:rPr>
              <a:t> </a:t>
            </a:r>
            <a:r>
              <a:rPr sz="2800" spc="-25" dirty="0">
                <a:latin typeface="Calibri"/>
                <a:cs typeface="Calibri"/>
              </a:rPr>
              <a:t>và</a:t>
            </a:r>
            <a:endParaRPr sz="2800">
              <a:latin typeface="Calibri"/>
              <a:cs typeface="Calibri"/>
            </a:endParaRPr>
          </a:p>
        </p:txBody>
      </p:sp>
      <p:sp>
        <p:nvSpPr>
          <p:cNvPr id="11" name="object 11"/>
          <p:cNvSpPr txBox="1"/>
          <p:nvPr/>
        </p:nvSpPr>
        <p:spPr>
          <a:xfrm>
            <a:off x="1663954" y="2563495"/>
            <a:ext cx="1584960" cy="311150"/>
          </a:xfrm>
          <a:prstGeom prst="rect">
            <a:avLst/>
          </a:prstGeom>
        </p:spPr>
        <p:txBody>
          <a:bodyPr vert="horz" wrap="square" lIns="0" tIns="15240" rIns="0" bIns="0" rtlCol="0">
            <a:spAutoFit/>
          </a:bodyPr>
          <a:lstStyle/>
          <a:p>
            <a:pPr marL="12700">
              <a:lnSpc>
                <a:spcPct val="100000"/>
              </a:lnSpc>
              <a:spcBef>
                <a:spcPts val="120"/>
              </a:spcBef>
              <a:tabLst>
                <a:tab pos="472440" algn="l"/>
                <a:tab pos="1446530" algn="l"/>
              </a:tabLst>
            </a:pPr>
            <a:r>
              <a:rPr sz="1850" spc="-50" dirty="0">
                <a:latin typeface="Calibri"/>
                <a:cs typeface="Calibri"/>
              </a:rPr>
              <a:t>1</a:t>
            </a:r>
            <a:r>
              <a:rPr sz="1850" dirty="0">
                <a:latin typeface="Calibri"/>
                <a:cs typeface="Calibri"/>
              </a:rPr>
              <a:t>	</a:t>
            </a:r>
            <a:r>
              <a:rPr sz="1850" spc="-50" dirty="0">
                <a:latin typeface="Calibri"/>
                <a:cs typeface="Calibri"/>
              </a:rPr>
              <a:t>2</a:t>
            </a:r>
            <a:r>
              <a:rPr sz="1850" dirty="0">
                <a:latin typeface="Calibri"/>
                <a:cs typeface="Calibri"/>
              </a:rPr>
              <a:t>	</a:t>
            </a:r>
            <a:r>
              <a:rPr sz="1850" spc="-50" dirty="0">
                <a:latin typeface="Calibri"/>
                <a:cs typeface="Calibri"/>
              </a:rPr>
              <a:t>n</a:t>
            </a:r>
            <a:endParaRPr sz="1850">
              <a:latin typeface="Calibri"/>
              <a:cs typeface="Calibri"/>
            </a:endParaRPr>
          </a:p>
        </p:txBody>
      </p:sp>
      <p:sp>
        <p:nvSpPr>
          <p:cNvPr id="12" name="object 12"/>
          <p:cNvSpPr txBox="1"/>
          <p:nvPr/>
        </p:nvSpPr>
        <p:spPr>
          <a:xfrm>
            <a:off x="3944239" y="2537586"/>
            <a:ext cx="175895" cy="336550"/>
          </a:xfrm>
          <a:prstGeom prst="rect">
            <a:avLst/>
          </a:prstGeom>
        </p:spPr>
        <p:txBody>
          <a:bodyPr vert="horz" wrap="square" lIns="0" tIns="11430" rIns="0" bIns="0" rtlCol="0">
            <a:spAutoFit/>
          </a:bodyPr>
          <a:lstStyle/>
          <a:p>
            <a:pPr marL="12700">
              <a:lnSpc>
                <a:spcPct val="100000"/>
              </a:lnSpc>
              <a:spcBef>
                <a:spcPts val="90"/>
              </a:spcBef>
            </a:pPr>
            <a:r>
              <a:rPr sz="2050" spc="-50" dirty="0">
                <a:latin typeface="Cambria Math"/>
                <a:cs typeface="Cambria Math"/>
              </a:rPr>
              <a:t>2</a:t>
            </a:r>
            <a:endParaRPr sz="2050">
              <a:latin typeface="Cambria Math"/>
              <a:cs typeface="Cambria Math"/>
            </a:endParaRPr>
          </a:p>
        </p:txBody>
      </p:sp>
      <p:sp>
        <p:nvSpPr>
          <p:cNvPr id="13" name="object 13"/>
          <p:cNvSpPr txBox="1"/>
          <p:nvPr/>
        </p:nvSpPr>
        <p:spPr>
          <a:xfrm>
            <a:off x="434340" y="2359279"/>
            <a:ext cx="7813040" cy="452120"/>
          </a:xfrm>
          <a:prstGeom prst="rect">
            <a:avLst/>
          </a:prstGeom>
        </p:spPr>
        <p:txBody>
          <a:bodyPr vert="horz" wrap="square" lIns="0" tIns="12065" rIns="0" bIns="0" rtlCol="0">
            <a:spAutoFit/>
          </a:bodyPr>
          <a:lstStyle/>
          <a:p>
            <a:pPr marL="38100">
              <a:lnSpc>
                <a:spcPct val="100000"/>
              </a:lnSpc>
              <a:spcBef>
                <a:spcPts val="95"/>
              </a:spcBef>
              <a:tabLst>
                <a:tab pos="5951855" algn="l"/>
              </a:tabLst>
            </a:pPr>
            <a:r>
              <a:rPr sz="2800" dirty="0">
                <a:latin typeface="Calibri"/>
                <a:cs typeface="Calibri"/>
              </a:rPr>
              <a:t>có</a:t>
            </a:r>
            <a:r>
              <a:rPr sz="2800" spc="-20" dirty="0">
                <a:latin typeface="Calibri"/>
                <a:cs typeface="Calibri"/>
              </a:rPr>
              <a:t> </a:t>
            </a:r>
            <a:r>
              <a:rPr sz="2800" dirty="0">
                <a:latin typeface="Calibri"/>
                <a:cs typeface="Calibri"/>
              </a:rPr>
              <a:t>a</a:t>
            </a:r>
            <a:r>
              <a:rPr sz="2800" spc="-10" dirty="0">
                <a:latin typeface="Calibri"/>
                <a:cs typeface="Calibri"/>
              </a:rPr>
              <a:t> </a:t>
            </a:r>
            <a:r>
              <a:rPr sz="2800" dirty="0">
                <a:latin typeface="Calibri"/>
                <a:cs typeface="Calibri"/>
              </a:rPr>
              <a:t>=( a</a:t>
            </a:r>
            <a:r>
              <a:rPr sz="2800" spc="300"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a</a:t>
            </a:r>
            <a:r>
              <a:rPr sz="2800" spc="300"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 .</a:t>
            </a:r>
            <a:r>
              <a:rPr sz="2800" spc="-20" dirty="0">
                <a:latin typeface="Calibri"/>
                <a:cs typeface="Calibri"/>
              </a:rPr>
              <a:t> </a:t>
            </a:r>
            <a:r>
              <a:rPr sz="2800" dirty="0">
                <a:latin typeface="Calibri"/>
                <a:cs typeface="Calibri"/>
              </a:rPr>
              <a:t>, a</a:t>
            </a:r>
            <a:r>
              <a:rPr sz="2800" spc="345" dirty="0">
                <a:latin typeface="Calibri"/>
                <a:cs typeface="Calibri"/>
              </a:rPr>
              <a:t> </a:t>
            </a:r>
            <a:r>
              <a:rPr sz="2800" dirty="0">
                <a:latin typeface="Calibri"/>
                <a:cs typeface="Calibri"/>
              </a:rPr>
              <a:t>)</a:t>
            </a:r>
            <a:r>
              <a:rPr sz="2800" spc="-20" dirty="0">
                <a:latin typeface="Calibri"/>
                <a:cs typeface="Calibri"/>
              </a:rPr>
              <a:t> </a:t>
            </a:r>
            <a:r>
              <a:rPr sz="2800" dirty="0">
                <a:latin typeface="Symbol"/>
                <a:cs typeface="Symbol"/>
              </a:rPr>
              <a:t></a:t>
            </a:r>
            <a:r>
              <a:rPr sz="2800" spc="-85" dirty="0">
                <a:latin typeface="Times New Roman"/>
                <a:cs typeface="Times New Roman"/>
              </a:rPr>
              <a:t> </a:t>
            </a:r>
            <a:r>
              <a:rPr sz="2800" spc="120" dirty="0">
                <a:latin typeface="Cambria Math"/>
                <a:cs typeface="Cambria Math"/>
              </a:rPr>
              <a:t>𝑍</a:t>
            </a:r>
            <a:r>
              <a:rPr sz="3075" spc="179" baseline="29810" dirty="0">
                <a:latin typeface="Cambria Math"/>
                <a:cs typeface="Cambria Math"/>
              </a:rPr>
              <a:t>𝑛</a:t>
            </a:r>
            <a:r>
              <a:rPr sz="3075" spc="494" baseline="29810" dirty="0">
                <a:latin typeface="Cambria Math"/>
                <a:cs typeface="Cambria Math"/>
              </a:rPr>
              <a:t> </a:t>
            </a:r>
            <a:r>
              <a:rPr sz="2800" dirty="0">
                <a:latin typeface="Calibri"/>
                <a:cs typeface="Calibri"/>
              </a:rPr>
              <a:t>sao</a:t>
            </a:r>
            <a:r>
              <a:rPr sz="2800" spc="-10" dirty="0">
                <a:latin typeface="Calibri"/>
                <a:cs typeface="Calibri"/>
              </a:rPr>
              <a:t> </a:t>
            </a:r>
            <a:r>
              <a:rPr sz="2800" dirty="0">
                <a:latin typeface="Calibri"/>
                <a:cs typeface="Calibri"/>
              </a:rPr>
              <a:t>cho</a:t>
            </a:r>
            <a:r>
              <a:rPr sz="2800" spc="-5" dirty="0">
                <a:latin typeface="Calibri"/>
                <a:cs typeface="Calibri"/>
              </a:rPr>
              <a:t> </a:t>
            </a:r>
            <a:r>
              <a:rPr sz="2800" b="1" dirty="0">
                <a:latin typeface="Calibri"/>
                <a:cs typeface="Calibri"/>
              </a:rPr>
              <a:t>f(a) </a:t>
            </a:r>
            <a:r>
              <a:rPr sz="2800" spc="-50" dirty="0">
                <a:latin typeface="Symbol"/>
                <a:cs typeface="Symbol"/>
              </a:rPr>
              <a:t></a:t>
            </a:r>
            <a:r>
              <a:rPr sz="2800" dirty="0">
                <a:latin typeface="Times New Roman"/>
                <a:cs typeface="Times New Roman"/>
              </a:rPr>
              <a:t>	</a:t>
            </a:r>
            <a:r>
              <a:rPr sz="2800" b="1" dirty="0">
                <a:latin typeface="Calibri"/>
                <a:cs typeface="Calibri"/>
              </a:rPr>
              <a:t>g(a)</a:t>
            </a:r>
            <a:r>
              <a:rPr sz="2800" dirty="0">
                <a:latin typeface="Calibri"/>
                <a:cs typeface="Calibri"/>
              </a:rPr>
              <a:t>.Khi</a:t>
            </a:r>
            <a:r>
              <a:rPr sz="2800" spc="-50" dirty="0">
                <a:latin typeface="Calibri"/>
                <a:cs typeface="Calibri"/>
              </a:rPr>
              <a:t> </a:t>
            </a:r>
            <a:r>
              <a:rPr sz="2800" dirty="0">
                <a:latin typeface="Calibri"/>
                <a:cs typeface="Calibri"/>
              </a:rPr>
              <a:t>đó</a:t>
            </a:r>
            <a:r>
              <a:rPr sz="2800" spc="-55" dirty="0">
                <a:latin typeface="Calibri"/>
                <a:cs typeface="Calibri"/>
              </a:rPr>
              <a:t> </a:t>
            </a:r>
            <a:r>
              <a:rPr sz="2800" spc="-50" dirty="0">
                <a:latin typeface="Calibri"/>
                <a:cs typeface="Calibri"/>
              </a:rPr>
              <a:t>g</a:t>
            </a:r>
            <a:endParaRPr sz="2800">
              <a:latin typeface="Calibri"/>
              <a:cs typeface="Calibri"/>
            </a:endParaRPr>
          </a:p>
        </p:txBody>
      </p:sp>
      <p:sp>
        <p:nvSpPr>
          <p:cNvPr id="14" name="object 14"/>
          <p:cNvSpPr txBox="1"/>
          <p:nvPr/>
        </p:nvSpPr>
        <p:spPr>
          <a:xfrm>
            <a:off x="459740" y="2781426"/>
            <a:ext cx="5831840" cy="2500630"/>
          </a:xfrm>
          <a:prstGeom prst="rect">
            <a:avLst/>
          </a:prstGeom>
        </p:spPr>
        <p:txBody>
          <a:bodyPr vert="horz" wrap="square" lIns="0" tIns="12065" rIns="0" bIns="0" rtlCol="0">
            <a:spAutoFit/>
          </a:bodyPr>
          <a:lstStyle/>
          <a:p>
            <a:pPr marL="12700">
              <a:lnSpc>
                <a:spcPct val="100000"/>
              </a:lnSpc>
              <a:spcBef>
                <a:spcPts val="95"/>
              </a:spcBef>
            </a:pPr>
            <a:r>
              <a:rPr sz="2800" dirty="0">
                <a:latin typeface="Calibri"/>
                <a:cs typeface="Calibri"/>
              </a:rPr>
              <a:t>được</a:t>
            </a:r>
            <a:r>
              <a:rPr sz="2800" spc="-20" dirty="0">
                <a:latin typeface="Calibri"/>
                <a:cs typeface="Calibri"/>
              </a:rPr>
              <a:t> </a:t>
            </a:r>
            <a:r>
              <a:rPr sz="2800" dirty="0">
                <a:latin typeface="Calibri"/>
                <a:cs typeface="Calibri"/>
              </a:rPr>
              <a:t>nói</a:t>
            </a:r>
            <a:r>
              <a:rPr sz="2800" spc="-30" dirty="0">
                <a:latin typeface="Calibri"/>
                <a:cs typeface="Calibri"/>
              </a:rPr>
              <a:t> </a:t>
            </a:r>
            <a:r>
              <a:rPr sz="2800" dirty="0">
                <a:latin typeface="Calibri"/>
                <a:cs typeface="Calibri"/>
              </a:rPr>
              <a:t>là</a:t>
            </a:r>
            <a:r>
              <a:rPr sz="2800" spc="-40" dirty="0">
                <a:latin typeface="Calibri"/>
                <a:cs typeface="Calibri"/>
              </a:rPr>
              <a:t> </a:t>
            </a:r>
            <a:r>
              <a:rPr sz="2800" b="1" dirty="0">
                <a:latin typeface="Calibri"/>
                <a:cs typeface="Calibri"/>
              </a:rPr>
              <a:t>trội</a:t>
            </a:r>
            <a:r>
              <a:rPr sz="2800" b="1" spc="-35" dirty="0">
                <a:latin typeface="Calibri"/>
                <a:cs typeface="Calibri"/>
              </a:rPr>
              <a:t> </a:t>
            </a:r>
            <a:r>
              <a:rPr sz="2800" b="1" dirty="0">
                <a:latin typeface="Calibri"/>
                <a:cs typeface="Calibri"/>
              </a:rPr>
              <a:t>thực</a:t>
            </a:r>
            <a:r>
              <a:rPr sz="2800" b="1" spc="-25" dirty="0">
                <a:latin typeface="Calibri"/>
                <a:cs typeface="Calibri"/>
              </a:rPr>
              <a:t> </a:t>
            </a:r>
            <a:r>
              <a:rPr sz="2800" b="1" dirty="0">
                <a:latin typeface="Calibri"/>
                <a:cs typeface="Calibri"/>
              </a:rPr>
              <a:t>sự</a:t>
            </a:r>
            <a:r>
              <a:rPr sz="2800" b="1" spc="-30" dirty="0">
                <a:latin typeface="Calibri"/>
                <a:cs typeface="Calibri"/>
              </a:rPr>
              <a:t> </a:t>
            </a:r>
            <a:r>
              <a:rPr sz="2800" dirty="0">
                <a:latin typeface="Calibri"/>
                <a:cs typeface="Calibri"/>
              </a:rPr>
              <a:t>của</a:t>
            </a:r>
            <a:r>
              <a:rPr sz="2800" spc="-25" dirty="0">
                <a:latin typeface="Calibri"/>
                <a:cs typeface="Calibri"/>
              </a:rPr>
              <a:t> f.</a:t>
            </a:r>
            <a:endParaRPr sz="2800">
              <a:latin typeface="Calibri"/>
              <a:cs typeface="Calibri"/>
            </a:endParaRPr>
          </a:p>
          <a:p>
            <a:pPr>
              <a:lnSpc>
                <a:spcPct val="100000"/>
              </a:lnSpc>
              <a:spcBef>
                <a:spcPts val="1285"/>
              </a:spcBef>
            </a:pPr>
            <a:endParaRPr sz="2800">
              <a:latin typeface="Calibri"/>
              <a:cs typeface="Calibri"/>
            </a:endParaRPr>
          </a:p>
          <a:p>
            <a:pPr marL="12700">
              <a:lnSpc>
                <a:spcPct val="100000"/>
              </a:lnSpc>
              <a:spcBef>
                <a:spcPts val="5"/>
              </a:spcBef>
            </a:pPr>
            <a:r>
              <a:rPr sz="2800" dirty="0">
                <a:latin typeface="Calibri"/>
                <a:cs typeface="Calibri"/>
              </a:rPr>
              <a:t>Ví</a:t>
            </a:r>
            <a:r>
              <a:rPr sz="2800" spc="5" dirty="0">
                <a:latin typeface="Calibri"/>
                <a:cs typeface="Calibri"/>
              </a:rPr>
              <a:t> </a:t>
            </a:r>
            <a:r>
              <a:rPr sz="2800" spc="-25" dirty="0">
                <a:latin typeface="Calibri"/>
                <a:cs typeface="Calibri"/>
              </a:rPr>
              <a:t>dụ:</a:t>
            </a:r>
            <a:endParaRPr sz="2800">
              <a:latin typeface="Calibri"/>
              <a:cs typeface="Calibri"/>
            </a:endParaRPr>
          </a:p>
          <a:p>
            <a:pPr marL="203200" indent="-190500">
              <a:lnSpc>
                <a:spcPct val="100000"/>
              </a:lnSpc>
              <a:spcBef>
                <a:spcPts val="670"/>
              </a:spcBef>
              <a:buChar char="-"/>
              <a:tabLst>
                <a:tab pos="203200" algn="l"/>
              </a:tabLst>
            </a:pPr>
            <a:r>
              <a:rPr sz="2800" dirty="0">
                <a:latin typeface="Calibri"/>
                <a:cs typeface="Calibri"/>
              </a:rPr>
              <a:t>f</a:t>
            </a:r>
            <a:r>
              <a:rPr sz="2800" spc="-50" dirty="0">
                <a:latin typeface="Calibri"/>
                <a:cs typeface="Calibri"/>
              </a:rPr>
              <a:t> </a:t>
            </a:r>
            <a:r>
              <a:rPr sz="2800" dirty="0">
                <a:latin typeface="Calibri"/>
                <a:cs typeface="Calibri"/>
              </a:rPr>
              <a:t>có</a:t>
            </a:r>
            <a:r>
              <a:rPr sz="2800" spc="-45" dirty="0">
                <a:latin typeface="Calibri"/>
                <a:cs typeface="Calibri"/>
              </a:rPr>
              <a:t> </a:t>
            </a:r>
            <a:r>
              <a:rPr sz="2800" dirty="0">
                <a:latin typeface="Calibri"/>
                <a:cs typeface="Calibri"/>
              </a:rPr>
              <a:t>biểu</a:t>
            </a:r>
            <a:r>
              <a:rPr sz="2800" spc="-30" dirty="0">
                <a:latin typeface="Calibri"/>
                <a:cs typeface="Calibri"/>
              </a:rPr>
              <a:t> </a:t>
            </a:r>
            <a:r>
              <a:rPr sz="2800" dirty="0">
                <a:latin typeface="Calibri"/>
                <a:cs typeface="Calibri"/>
              </a:rPr>
              <a:t>đồ</a:t>
            </a:r>
            <a:r>
              <a:rPr sz="2800" spc="-35" dirty="0">
                <a:latin typeface="Calibri"/>
                <a:cs typeface="Calibri"/>
              </a:rPr>
              <a:t> </a:t>
            </a:r>
            <a:r>
              <a:rPr sz="2800" spc="-10" dirty="0">
                <a:latin typeface="Calibri"/>
                <a:cs typeface="Calibri"/>
              </a:rPr>
              <a:t>Karnaugh</a:t>
            </a:r>
            <a:r>
              <a:rPr sz="2800" spc="-40" dirty="0">
                <a:latin typeface="Calibri"/>
                <a:cs typeface="Calibri"/>
              </a:rPr>
              <a:t> </a:t>
            </a:r>
            <a:r>
              <a:rPr sz="2800" dirty="0">
                <a:latin typeface="Calibri"/>
                <a:cs typeface="Calibri"/>
              </a:rPr>
              <a:t>là</a:t>
            </a:r>
            <a:r>
              <a:rPr sz="2800" spc="-45" dirty="0">
                <a:latin typeface="Calibri"/>
                <a:cs typeface="Calibri"/>
              </a:rPr>
              <a:t> </a:t>
            </a:r>
            <a:r>
              <a:rPr sz="2800" dirty="0">
                <a:latin typeface="Calibri"/>
                <a:cs typeface="Calibri"/>
              </a:rPr>
              <a:t>các</a:t>
            </a:r>
            <a:r>
              <a:rPr sz="2800" spc="-35" dirty="0">
                <a:latin typeface="Calibri"/>
                <a:cs typeface="Calibri"/>
              </a:rPr>
              <a:t> </a:t>
            </a:r>
            <a:r>
              <a:rPr sz="2800" dirty="0">
                <a:latin typeface="Calibri"/>
                <a:cs typeface="Calibri"/>
              </a:rPr>
              <a:t>ô</a:t>
            </a:r>
            <a:r>
              <a:rPr sz="2800" spc="-40" dirty="0">
                <a:latin typeface="Calibri"/>
                <a:cs typeface="Calibri"/>
              </a:rPr>
              <a:t> </a:t>
            </a:r>
            <a:r>
              <a:rPr sz="2800" dirty="0">
                <a:latin typeface="Calibri"/>
                <a:cs typeface="Calibri"/>
              </a:rPr>
              <a:t>được</a:t>
            </a:r>
            <a:r>
              <a:rPr sz="2800" spc="-20" dirty="0">
                <a:latin typeface="Calibri"/>
                <a:cs typeface="Calibri"/>
              </a:rPr>
              <a:t> </a:t>
            </a:r>
            <a:r>
              <a:rPr sz="2800" spc="-25" dirty="0">
                <a:latin typeface="Calibri"/>
                <a:cs typeface="Calibri"/>
              </a:rPr>
              <a:t>tô,</a:t>
            </a:r>
            <a:endParaRPr sz="2800">
              <a:latin typeface="Calibri"/>
              <a:cs typeface="Calibri"/>
            </a:endParaRPr>
          </a:p>
          <a:p>
            <a:pPr marL="203200" indent="-190500">
              <a:lnSpc>
                <a:spcPct val="100000"/>
              </a:lnSpc>
              <a:spcBef>
                <a:spcPts val="675"/>
              </a:spcBef>
              <a:buChar char="-"/>
              <a:tabLst>
                <a:tab pos="203200" algn="l"/>
              </a:tabLst>
            </a:pPr>
            <a:r>
              <a:rPr sz="2800" dirty="0">
                <a:latin typeface="Calibri"/>
                <a:cs typeface="Calibri"/>
              </a:rPr>
              <a:t>g</a:t>
            </a:r>
            <a:r>
              <a:rPr sz="2800" spc="-45" dirty="0">
                <a:latin typeface="Calibri"/>
                <a:cs typeface="Calibri"/>
              </a:rPr>
              <a:t> </a:t>
            </a:r>
            <a:r>
              <a:rPr sz="2800" dirty="0">
                <a:latin typeface="Calibri"/>
                <a:cs typeface="Calibri"/>
              </a:rPr>
              <a:t>có</a:t>
            </a:r>
            <a:r>
              <a:rPr sz="2800" spc="-30" dirty="0">
                <a:latin typeface="Calibri"/>
                <a:cs typeface="Calibri"/>
              </a:rPr>
              <a:t> </a:t>
            </a:r>
            <a:r>
              <a:rPr sz="2800" dirty="0">
                <a:latin typeface="Calibri"/>
                <a:cs typeface="Calibri"/>
              </a:rPr>
              <a:t>biểu</a:t>
            </a:r>
            <a:r>
              <a:rPr sz="2800" spc="-35" dirty="0">
                <a:latin typeface="Calibri"/>
                <a:cs typeface="Calibri"/>
              </a:rPr>
              <a:t> </a:t>
            </a:r>
            <a:r>
              <a:rPr sz="2800" dirty="0">
                <a:latin typeface="Calibri"/>
                <a:cs typeface="Calibri"/>
              </a:rPr>
              <a:t>đồ</a:t>
            </a:r>
            <a:r>
              <a:rPr sz="2800" spc="-25" dirty="0">
                <a:latin typeface="Calibri"/>
                <a:cs typeface="Calibri"/>
              </a:rPr>
              <a:t> </a:t>
            </a:r>
            <a:r>
              <a:rPr sz="2800" spc="-10" dirty="0">
                <a:latin typeface="Calibri"/>
                <a:cs typeface="Calibri"/>
              </a:rPr>
              <a:t>Karnaugh</a:t>
            </a:r>
            <a:r>
              <a:rPr sz="2800" spc="-35" dirty="0">
                <a:latin typeface="Calibri"/>
                <a:cs typeface="Calibri"/>
              </a:rPr>
              <a:t> </a:t>
            </a:r>
            <a:r>
              <a:rPr sz="2800" dirty="0">
                <a:latin typeface="Calibri"/>
                <a:cs typeface="Calibri"/>
              </a:rPr>
              <a:t>là</a:t>
            </a:r>
            <a:r>
              <a:rPr sz="2800" spc="-45" dirty="0">
                <a:latin typeface="Calibri"/>
                <a:cs typeface="Calibri"/>
              </a:rPr>
              <a:t> </a:t>
            </a:r>
            <a:r>
              <a:rPr sz="2800" dirty="0">
                <a:latin typeface="Calibri"/>
                <a:cs typeface="Calibri"/>
              </a:rPr>
              <a:t>các</a:t>
            </a:r>
            <a:r>
              <a:rPr sz="2800" spc="-15" dirty="0">
                <a:latin typeface="Calibri"/>
                <a:cs typeface="Calibri"/>
              </a:rPr>
              <a:t> </a:t>
            </a:r>
            <a:r>
              <a:rPr sz="2800" dirty="0">
                <a:latin typeface="Calibri"/>
                <a:cs typeface="Calibri"/>
              </a:rPr>
              <a:t>ô</a:t>
            </a:r>
            <a:r>
              <a:rPr sz="2800" spc="-40" dirty="0">
                <a:latin typeface="Calibri"/>
                <a:cs typeface="Calibri"/>
              </a:rPr>
              <a:t> </a:t>
            </a:r>
            <a:r>
              <a:rPr sz="2800" dirty="0">
                <a:latin typeface="Calibri"/>
                <a:cs typeface="Calibri"/>
              </a:rPr>
              <a:t>có</a:t>
            </a:r>
            <a:r>
              <a:rPr sz="2800" spc="-40" dirty="0">
                <a:latin typeface="Calibri"/>
                <a:cs typeface="Calibri"/>
              </a:rPr>
              <a:t> </a:t>
            </a:r>
            <a:r>
              <a:rPr sz="2800" b="1" spc="-25" dirty="0">
                <a:solidFill>
                  <a:srgbClr val="FF0000"/>
                </a:solidFill>
                <a:latin typeface="Calibri"/>
                <a:cs typeface="Calibri"/>
              </a:rPr>
              <a:t>X</a:t>
            </a:r>
            <a:r>
              <a:rPr sz="2800" spc="-25" dirty="0">
                <a:latin typeface="Calibri"/>
                <a:cs typeface="Calibri"/>
              </a:rPr>
              <a:t>,</a:t>
            </a:r>
            <a:endParaRPr sz="2800">
              <a:latin typeface="Calibri"/>
              <a:cs typeface="Calibri"/>
            </a:endParaRPr>
          </a:p>
        </p:txBody>
      </p:sp>
      <p:graphicFrame>
        <p:nvGraphicFramePr>
          <p:cNvPr id="15" name="object 15"/>
          <p:cNvGraphicFramePr>
            <a:graphicFrameLocks noGrp="1"/>
          </p:cNvGraphicFramePr>
          <p:nvPr/>
        </p:nvGraphicFramePr>
        <p:xfrm>
          <a:off x="6416675" y="4489450"/>
          <a:ext cx="2428875" cy="1798320"/>
        </p:xfrm>
        <a:graphic>
          <a:graphicData uri="http://schemas.openxmlformats.org/drawingml/2006/table">
            <a:tbl>
              <a:tblPr firstRow="1" bandRow="1">
                <a:tableStyleId>{2D5ABB26-0587-4C30-8999-92F81FD0307C}</a:tableStyleId>
              </a:tblPr>
              <a:tblGrid>
                <a:gridCol w="584835">
                  <a:extLst>
                    <a:ext uri="{9D8B030D-6E8A-4147-A177-3AD203B41FA5}">
                      <a16:colId xmlns:a16="http://schemas.microsoft.com/office/drawing/2014/main" val="20000"/>
                    </a:ext>
                  </a:extLst>
                </a:gridCol>
                <a:gridCol w="584835">
                  <a:extLst>
                    <a:ext uri="{9D8B030D-6E8A-4147-A177-3AD203B41FA5}">
                      <a16:colId xmlns:a16="http://schemas.microsoft.com/office/drawing/2014/main" val="20001"/>
                    </a:ext>
                  </a:extLst>
                </a:gridCol>
                <a:gridCol w="584834">
                  <a:extLst>
                    <a:ext uri="{9D8B030D-6E8A-4147-A177-3AD203B41FA5}">
                      <a16:colId xmlns:a16="http://schemas.microsoft.com/office/drawing/2014/main" val="20002"/>
                    </a:ext>
                  </a:extLst>
                </a:gridCol>
                <a:gridCol w="584835">
                  <a:extLst>
                    <a:ext uri="{9D8B030D-6E8A-4147-A177-3AD203B41FA5}">
                      <a16:colId xmlns:a16="http://schemas.microsoft.com/office/drawing/2014/main" val="20003"/>
                    </a:ext>
                  </a:extLst>
                </a:gridCol>
              </a:tblGrid>
              <a:tr h="449580">
                <a:tc>
                  <a:txBody>
                    <a:bodyPr/>
                    <a:lstStyle/>
                    <a:p>
                      <a:pPr marL="92075">
                        <a:lnSpc>
                          <a:spcPct val="100000"/>
                        </a:lnSpc>
                        <a:spcBef>
                          <a:spcPts val="245"/>
                        </a:spcBef>
                      </a:pPr>
                      <a:r>
                        <a:rPr sz="1800" b="1" spc="-50" dirty="0">
                          <a:latin typeface="Calibri"/>
                          <a:cs typeface="Calibri"/>
                        </a:rPr>
                        <a:t>e</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449580">
                <a:tc>
                  <a:txBody>
                    <a:bodyPr/>
                    <a:lstStyle/>
                    <a:p>
                      <a:pPr>
                        <a:lnSpc>
                          <a:spcPct val="100000"/>
                        </a:lnSpc>
                      </a:pPr>
                      <a:endParaRPr sz="26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580"/>
                        </a:spcBef>
                      </a:pPr>
                      <a:r>
                        <a:rPr sz="1800" b="1" dirty="0">
                          <a:solidFill>
                            <a:srgbClr val="FF0000"/>
                          </a:solidFill>
                          <a:latin typeface="Calibri"/>
                          <a:cs typeface="Calibri"/>
                        </a:rPr>
                        <a:t>X,</a:t>
                      </a:r>
                      <a:r>
                        <a:rPr sz="1800" b="1" spc="-10" dirty="0">
                          <a:solidFill>
                            <a:srgbClr val="FF0000"/>
                          </a:solidFill>
                          <a:latin typeface="Calibri"/>
                          <a:cs typeface="Calibri"/>
                        </a:rPr>
                        <a:t> </a:t>
                      </a:r>
                      <a:r>
                        <a:rPr sz="1800" b="1" spc="-50" dirty="0">
                          <a:solidFill>
                            <a:srgbClr val="FF0000"/>
                          </a:solidFill>
                          <a:latin typeface="Calibri"/>
                          <a:cs typeface="Calibri"/>
                        </a:rPr>
                        <a:t>a</a:t>
                      </a:r>
                      <a:endParaRPr sz="1800">
                        <a:latin typeface="Calibri"/>
                        <a:cs typeface="Calibri"/>
                      </a:endParaRPr>
                    </a:p>
                  </a:txBody>
                  <a:tcPr marL="0" marR="0" marT="736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2540" algn="ctr">
                        <a:lnSpc>
                          <a:spcPct val="100000"/>
                        </a:lnSpc>
                        <a:spcBef>
                          <a:spcPts val="580"/>
                        </a:spcBef>
                      </a:pPr>
                      <a:r>
                        <a:rPr sz="1800" b="1" dirty="0">
                          <a:solidFill>
                            <a:srgbClr val="FF0000"/>
                          </a:solidFill>
                          <a:latin typeface="Calibri"/>
                          <a:cs typeface="Calibri"/>
                        </a:rPr>
                        <a:t>X,</a:t>
                      </a:r>
                      <a:r>
                        <a:rPr sz="1800" b="1" spc="-10" dirty="0">
                          <a:solidFill>
                            <a:srgbClr val="FF0000"/>
                          </a:solidFill>
                          <a:latin typeface="Calibri"/>
                          <a:cs typeface="Calibri"/>
                        </a:rPr>
                        <a:t> </a:t>
                      </a:r>
                      <a:r>
                        <a:rPr sz="1800" b="1" spc="-60" dirty="0">
                          <a:solidFill>
                            <a:srgbClr val="FF0000"/>
                          </a:solidFill>
                          <a:latin typeface="Calibri"/>
                          <a:cs typeface="Calibri"/>
                        </a:rPr>
                        <a:t>b</a:t>
                      </a:r>
                      <a:endParaRPr sz="1800">
                        <a:latin typeface="Calibri"/>
                        <a:cs typeface="Calibri"/>
                      </a:endParaRPr>
                    </a:p>
                  </a:txBody>
                  <a:tcPr marL="0" marR="0" marT="736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a:lnSpc>
                          <a:spcPct val="100000"/>
                        </a:lnSpc>
                      </a:pPr>
                      <a:endParaRPr sz="26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449580">
                <a:tc>
                  <a:txBody>
                    <a:bodyPr/>
                    <a:lstStyle/>
                    <a:p>
                      <a:pPr>
                        <a:lnSpc>
                          <a:spcPct val="100000"/>
                        </a:lnSpc>
                      </a:pPr>
                      <a:endParaRPr sz="26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580"/>
                        </a:spcBef>
                      </a:pPr>
                      <a:r>
                        <a:rPr sz="1800" b="1" dirty="0">
                          <a:solidFill>
                            <a:srgbClr val="FF0000"/>
                          </a:solidFill>
                          <a:latin typeface="Calibri"/>
                          <a:cs typeface="Calibri"/>
                        </a:rPr>
                        <a:t>X,</a:t>
                      </a:r>
                      <a:r>
                        <a:rPr sz="1800" b="1" spc="-10" dirty="0">
                          <a:solidFill>
                            <a:srgbClr val="FF0000"/>
                          </a:solidFill>
                          <a:latin typeface="Calibri"/>
                          <a:cs typeface="Calibri"/>
                        </a:rPr>
                        <a:t> </a:t>
                      </a:r>
                      <a:r>
                        <a:rPr sz="1800" b="1" spc="-50" dirty="0">
                          <a:solidFill>
                            <a:srgbClr val="FF0000"/>
                          </a:solidFill>
                          <a:latin typeface="Calibri"/>
                          <a:cs typeface="Calibri"/>
                        </a:rPr>
                        <a:t>c</a:t>
                      </a:r>
                      <a:endParaRPr sz="1800">
                        <a:latin typeface="Calibri"/>
                        <a:cs typeface="Calibri"/>
                      </a:endParaRPr>
                    </a:p>
                  </a:txBody>
                  <a:tcPr marL="0" marR="0" marT="736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2540" algn="ctr">
                        <a:lnSpc>
                          <a:spcPct val="100000"/>
                        </a:lnSpc>
                        <a:spcBef>
                          <a:spcPts val="580"/>
                        </a:spcBef>
                      </a:pPr>
                      <a:r>
                        <a:rPr sz="1800" b="1" dirty="0">
                          <a:solidFill>
                            <a:srgbClr val="FF0000"/>
                          </a:solidFill>
                          <a:latin typeface="Calibri"/>
                          <a:cs typeface="Calibri"/>
                        </a:rPr>
                        <a:t>X,</a:t>
                      </a:r>
                      <a:r>
                        <a:rPr sz="1800" b="1" spc="-10" dirty="0">
                          <a:solidFill>
                            <a:srgbClr val="FF0000"/>
                          </a:solidFill>
                          <a:latin typeface="Calibri"/>
                          <a:cs typeface="Calibri"/>
                        </a:rPr>
                        <a:t> </a:t>
                      </a:r>
                      <a:r>
                        <a:rPr sz="1800" b="1" spc="-60" dirty="0">
                          <a:solidFill>
                            <a:srgbClr val="FF0000"/>
                          </a:solidFill>
                          <a:latin typeface="Calibri"/>
                          <a:cs typeface="Calibri"/>
                        </a:rPr>
                        <a:t>d</a:t>
                      </a:r>
                      <a:endParaRPr sz="1800">
                        <a:latin typeface="Calibri"/>
                        <a:cs typeface="Calibri"/>
                      </a:endParaRPr>
                    </a:p>
                  </a:txBody>
                  <a:tcPr marL="0" marR="0" marT="736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449580">
                <a:tc>
                  <a:txBody>
                    <a:bodyPr/>
                    <a:lstStyle/>
                    <a:p>
                      <a:pPr>
                        <a:lnSpc>
                          <a:spcPct val="100000"/>
                        </a:lnSpc>
                      </a:pPr>
                      <a:endParaRPr sz="26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08940" y="391413"/>
            <a:ext cx="8300084" cy="5744210"/>
          </a:xfrm>
          <a:prstGeom prst="rect">
            <a:avLst/>
          </a:prstGeom>
        </p:spPr>
        <p:txBody>
          <a:bodyPr vert="horz" wrap="square" lIns="0" tIns="12065" rIns="0" bIns="0" rtlCol="0">
            <a:spAutoFit/>
          </a:bodyPr>
          <a:lstStyle/>
          <a:p>
            <a:pPr marL="63500">
              <a:lnSpc>
                <a:spcPct val="100000"/>
              </a:lnSpc>
              <a:spcBef>
                <a:spcPts val="95"/>
              </a:spcBef>
            </a:pPr>
            <a:r>
              <a:rPr sz="2800" b="1" dirty="0">
                <a:latin typeface="Calibri"/>
                <a:cs typeface="Calibri"/>
              </a:rPr>
              <a:t>4.5.3</a:t>
            </a:r>
            <a:r>
              <a:rPr sz="2800" b="1" spc="-5" dirty="0">
                <a:latin typeface="Calibri"/>
                <a:cs typeface="Calibri"/>
              </a:rPr>
              <a:t> </a:t>
            </a:r>
            <a:r>
              <a:rPr sz="2800" b="1" dirty="0">
                <a:latin typeface="Calibri"/>
                <a:cs typeface="Calibri"/>
              </a:rPr>
              <a:t>Mệnh</a:t>
            </a:r>
            <a:r>
              <a:rPr sz="2800" b="1" spc="-15" dirty="0">
                <a:latin typeface="Calibri"/>
                <a:cs typeface="Calibri"/>
              </a:rPr>
              <a:t> </a:t>
            </a:r>
            <a:r>
              <a:rPr sz="2800" b="1" dirty="0">
                <a:latin typeface="Calibri"/>
                <a:cs typeface="Calibri"/>
              </a:rPr>
              <a:t>đề</a:t>
            </a:r>
            <a:r>
              <a:rPr sz="2800" b="1" spc="-15" dirty="0">
                <a:latin typeface="Calibri"/>
                <a:cs typeface="Calibri"/>
              </a:rPr>
              <a:t> </a:t>
            </a:r>
            <a:r>
              <a:rPr sz="2800" b="1" dirty="0">
                <a:latin typeface="Calibri"/>
                <a:cs typeface="Calibri"/>
              </a:rPr>
              <a:t>:</a:t>
            </a:r>
            <a:r>
              <a:rPr sz="2800" b="1" spc="-20" dirty="0">
                <a:latin typeface="Calibri"/>
                <a:cs typeface="Calibri"/>
              </a:rPr>
              <a:t> </a:t>
            </a:r>
            <a:r>
              <a:rPr sz="2800" dirty="0">
                <a:latin typeface="Calibri"/>
                <a:cs typeface="Calibri"/>
              </a:rPr>
              <a:t>Cho</a:t>
            </a:r>
            <a:r>
              <a:rPr sz="2800" spc="-20" dirty="0">
                <a:latin typeface="Calibri"/>
                <a:cs typeface="Calibri"/>
              </a:rPr>
              <a:t> </a:t>
            </a:r>
            <a:r>
              <a:rPr sz="2800" dirty="0">
                <a:latin typeface="Calibri"/>
                <a:cs typeface="Calibri"/>
              </a:rPr>
              <a:t>m</a:t>
            </a:r>
            <a:r>
              <a:rPr sz="2800" spc="-15" dirty="0">
                <a:latin typeface="Calibri"/>
                <a:cs typeface="Calibri"/>
              </a:rPr>
              <a:t> </a:t>
            </a:r>
            <a:r>
              <a:rPr sz="2800" dirty="0">
                <a:latin typeface="Calibri"/>
                <a:cs typeface="Calibri"/>
              </a:rPr>
              <a:t>=</a:t>
            </a:r>
            <a:r>
              <a:rPr sz="2800" spc="-20" dirty="0">
                <a:latin typeface="Calibri"/>
                <a:cs typeface="Calibri"/>
              </a:rPr>
              <a:t> </a:t>
            </a:r>
            <a:r>
              <a:rPr sz="2800" dirty="0">
                <a:latin typeface="Calibri"/>
                <a:cs typeface="Calibri"/>
              </a:rPr>
              <a:t>x</a:t>
            </a:r>
            <a:r>
              <a:rPr sz="2775" baseline="-21021" dirty="0">
                <a:latin typeface="Calibri"/>
                <a:cs typeface="Calibri"/>
              </a:rPr>
              <a:t>1</a:t>
            </a:r>
            <a:r>
              <a:rPr sz="2800" dirty="0">
                <a:latin typeface="Calibri"/>
                <a:cs typeface="Calibri"/>
              </a:rPr>
              <a:t>x</a:t>
            </a:r>
            <a:r>
              <a:rPr sz="2775" baseline="-21021" dirty="0">
                <a:latin typeface="Calibri"/>
                <a:cs typeface="Calibri"/>
              </a:rPr>
              <a:t>2</a:t>
            </a:r>
            <a:r>
              <a:rPr sz="2800" dirty="0">
                <a:latin typeface="Calibri"/>
                <a:cs typeface="Calibri"/>
              </a:rPr>
              <a:t>...x</a:t>
            </a:r>
            <a:r>
              <a:rPr sz="2775" baseline="-21021" dirty="0">
                <a:latin typeface="Calibri"/>
                <a:cs typeface="Calibri"/>
              </a:rPr>
              <a:t>k</a:t>
            </a:r>
            <a:r>
              <a:rPr sz="2775" spc="292" baseline="-21021"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1</a:t>
            </a:r>
            <a:r>
              <a:rPr sz="2800" spc="-30"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k</a:t>
            </a:r>
            <a:r>
              <a:rPr sz="2800" spc="-15" dirty="0">
                <a:latin typeface="Calibri"/>
                <a:cs typeface="Calibri"/>
              </a:rPr>
              <a:t> </a:t>
            </a:r>
            <a:r>
              <a:rPr sz="2800" dirty="0">
                <a:latin typeface="Calibri"/>
                <a:cs typeface="Calibri"/>
              </a:rPr>
              <a:t>≤</a:t>
            </a:r>
            <a:r>
              <a:rPr sz="2800" spc="-30" dirty="0">
                <a:latin typeface="Calibri"/>
                <a:cs typeface="Calibri"/>
              </a:rPr>
              <a:t> </a:t>
            </a:r>
            <a:r>
              <a:rPr sz="2800" dirty="0">
                <a:latin typeface="Calibri"/>
                <a:cs typeface="Calibri"/>
              </a:rPr>
              <a:t>n</a:t>
            </a:r>
            <a:r>
              <a:rPr sz="2800" spc="-15" dirty="0">
                <a:latin typeface="Calibri"/>
                <a:cs typeface="Calibri"/>
              </a:rPr>
              <a:t> </a:t>
            </a:r>
            <a:r>
              <a:rPr sz="2800" dirty="0">
                <a:latin typeface="Calibri"/>
                <a:cs typeface="Calibri"/>
              </a:rPr>
              <a:t>,</a:t>
            </a:r>
            <a:r>
              <a:rPr sz="2800" spc="-20" dirty="0">
                <a:latin typeface="Calibri"/>
                <a:cs typeface="Calibri"/>
              </a:rPr>
              <a:t> </a:t>
            </a:r>
            <a:r>
              <a:rPr sz="2800" dirty="0">
                <a:latin typeface="Calibri"/>
                <a:cs typeface="Calibri"/>
              </a:rPr>
              <a:t>và</a:t>
            </a:r>
            <a:r>
              <a:rPr sz="2800" spc="-30" dirty="0">
                <a:latin typeface="Calibri"/>
                <a:cs typeface="Calibri"/>
              </a:rPr>
              <a:t> </a:t>
            </a:r>
            <a:r>
              <a:rPr sz="2800" dirty="0">
                <a:latin typeface="Calibri"/>
                <a:cs typeface="Calibri"/>
              </a:rPr>
              <a:t>M</a:t>
            </a:r>
            <a:r>
              <a:rPr sz="2800" spc="-20" dirty="0">
                <a:latin typeface="Calibri"/>
                <a:cs typeface="Calibri"/>
              </a:rPr>
              <a:t> </a:t>
            </a:r>
            <a:r>
              <a:rPr sz="2800" dirty="0">
                <a:latin typeface="Calibri"/>
                <a:cs typeface="Calibri"/>
              </a:rPr>
              <a:t>=</a:t>
            </a:r>
            <a:r>
              <a:rPr sz="2800" spc="-15" dirty="0">
                <a:latin typeface="Calibri"/>
                <a:cs typeface="Calibri"/>
              </a:rPr>
              <a:t> </a:t>
            </a:r>
            <a:r>
              <a:rPr sz="2800" spc="-10" dirty="0">
                <a:latin typeface="Calibri"/>
                <a:cs typeface="Calibri"/>
              </a:rPr>
              <a:t>y</a:t>
            </a:r>
            <a:r>
              <a:rPr sz="2775" spc="-15" baseline="-21021" dirty="0">
                <a:latin typeface="Calibri"/>
                <a:cs typeface="Calibri"/>
              </a:rPr>
              <a:t>1</a:t>
            </a:r>
            <a:r>
              <a:rPr sz="2800" spc="-10" dirty="0">
                <a:latin typeface="Calibri"/>
                <a:cs typeface="Calibri"/>
              </a:rPr>
              <a:t>y</a:t>
            </a:r>
            <a:r>
              <a:rPr sz="2775" spc="-15" baseline="-21021" dirty="0">
                <a:latin typeface="Calibri"/>
                <a:cs typeface="Calibri"/>
              </a:rPr>
              <a:t>2</a:t>
            </a:r>
            <a:r>
              <a:rPr sz="2800" spc="-10" dirty="0">
                <a:latin typeface="Calibri"/>
                <a:cs typeface="Calibri"/>
              </a:rPr>
              <a:t>.</a:t>
            </a:r>
            <a:endParaRPr sz="2800">
              <a:latin typeface="Calibri"/>
              <a:cs typeface="Calibri"/>
            </a:endParaRPr>
          </a:p>
          <a:p>
            <a:pPr marL="63500">
              <a:lnSpc>
                <a:spcPct val="100000"/>
              </a:lnSpc>
              <a:tabLst>
                <a:tab pos="3060065" algn="l"/>
              </a:tabLst>
            </a:pPr>
            <a:r>
              <a:rPr sz="2800" dirty="0">
                <a:latin typeface="Calibri"/>
                <a:cs typeface="Calibri"/>
              </a:rPr>
              <a:t>.</a:t>
            </a:r>
            <a:r>
              <a:rPr sz="2800" spc="-30" dirty="0">
                <a:latin typeface="Calibri"/>
                <a:cs typeface="Calibri"/>
              </a:rPr>
              <a:t> </a:t>
            </a:r>
            <a:r>
              <a:rPr sz="2800" dirty="0">
                <a:latin typeface="Calibri"/>
                <a:cs typeface="Calibri"/>
              </a:rPr>
              <a:t>.y</a:t>
            </a:r>
            <a:r>
              <a:rPr sz="2775" baseline="-21021" dirty="0">
                <a:latin typeface="Calibri"/>
                <a:cs typeface="Calibri"/>
              </a:rPr>
              <a:t>p</a:t>
            </a:r>
            <a:r>
              <a:rPr sz="2775" spc="300" baseline="-21021" dirty="0">
                <a:latin typeface="Calibri"/>
                <a:cs typeface="Calibri"/>
              </a:rPr>
              <a:t> </a:t>
            </a:r>
            <a:r>
              <a:rPr sz="2800" dirty="0">
                <a:latin typeface="Calibri"/>
                <a:cs typeface="Calibri"/>
              </a:rPr>
              <a:t>,</a:t>
            </a:r>
            <a:r>
              <a:rPr sz="2800" spc="-20" dirty="0">
                <a:latin typeface="Calibri"/>
                <a:cs typeface="Calibri"/>
              </a:rPr>
              <a:t> </a:t>
            </a:r>
            <a:r>
              <a:rPr sz="2800" dirty="0">
                <a:latin typeface="Calibri"/>
                <a:cs typeface="Calibri"/>
              </a:rPr>
              <a:t>1</a:t>
            </a:r>
            <a:r>
              <a:rPr sz="2800" spc="-15"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p</a:t>
            </a:r>
            <a:r>
              <a:rPr sz="2800" spc="-10"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n</a:t>
            </a:r>
            <a:r>
              <a:rPr sz="2800" spc="-15" dirty="0">
                <a:latin typeface="Calibri"/>
                <a:cs typeface="Calibri"/>
              </a:rPr>
              <a:t> </a:t>
            </a:r>
            <a:r>
              <a:rPr sz="2800" dirty="0">
                <a:latin typeface="Calibri"/>
                <a:cs typeface="Calibri"/>
              </a:rPr>
              <a:t>,</a:t>
            </a:r>
            <a:r>
              <a:rPr sz="2800" spc="-20" dirty="0">
                <a:latin typeface="Calibri"/>
                <a:cs typeface="Calibri"/>
              </a:rPr>
              <a:t> </a:t>
            </a:r>
            <a:r>
              <a:rPr sz="2800" dirty="0">
                <a:latin typeface="Calibri"/>
                <a:cs typeface="Calibri"/>
              </a:rPr>
              <a:t>x</a:t>
            </a:r>
            <a:r>
              <a:rPr sz="2775" baseline="-21021" dirty="0">
                <a:latin typeface="Calibri"/>
                <a:cs typeface="Calibri"/>
              </a:rPr>
              <a:t>i</a:t>
            </a:r>
            <a:r>
              <a:rPr sz="2800" dirty="0">
                <a:latin typeface="Calibri"/>
                <a:cs typeface="Calibri"/>
              </a:rPr>
              <a:t>,</a:t>
            </a:r>
            <a:r>
              <a:rPr sz="2800" spc="-20" dirty="0">
                <a:latin typeface="Calibri"/>
                <a:cs typeface="Calibri"/>
              </a:rPr>
              <a:t> </a:t>
            </a:r>
            <a:r>
              <a:rPr sz="2800" spc="-25" dirty="0">
                <a:latin typeface="Calibri"/>
                <a:cs typeface="Calibri"/>
              </a:rPr>
              <a:t>y</a:t>
            </a:r>
            <a:r>
              <a:rPr sz="2775" spc="-37" baseline="-21021" dirty="0">
                <a:latin typeface="Calibri"/>
                <a:cs typeface="Calibri"/>
              </a:rPr>
              <a:t>i</a:t>
            </a:r>
            <a:r>
              <a:rPr sz="2775" baseline="-21021" dirty="0">
                <a:latin typeface="Calibri"/>
                <a:cs typeface="Calibri"/>
              </a:rPr>
              <a:t>	</a:t>
            </a:r>
            <a:r>
              <a:rPr sz="2800" dirty="0">
                <a:latin typeface="Calibri"/>
                <a:cs typeface="Calibri"/>
              </a:rPr>
              <a:t>là</a:t>
            </a:r>
            <a:r>
              <a:rPr sz="2800" spc="-50" dirty="0">
                <a:latin typeface="Calibri"/>
                <a:cs typeface="Calibri"/>
              </a:rPr>
              <a:t> </a:t>
            </a:r>
            <a:r>
              <a:rPr sz="2800" dirty="0">
                <a:latin typeface="Calibri"/>
                <a:cs typeface="Calibri"/>
              </a:rPr>
              <a:t>các</a:t>
            </a:r>
            <a:r>
              <a:rPr sz="2800" spc="-35" dirty="0">
                <a:latin typeface="Calibri"/>
                <a:cs typeface="Calibri"/>
              </a:rPr>
              <a:t> </a:t>
            </a:r>
            <a:r>
              <a:rPr sz="2800" dirty="0">
                <a:latin typeface="Calibri"/>
                <a:cs typeface="Calibri"/>
              </a:rPr>
              <a:t>biến</a:t>
            </a:r>
            <a:r>
              <a:rPr sz="2800" spc="-40" dirty="0">
                <a:latin typeface="Calibri"/>
                <a:cs typeface="Calibri"/>
              </a:rPr>
              <a:t> </a:t>
            </a:r>
            <a:r>
              <a:rPr sz="2800" dirty="0">
                <a:latin typeface="Calibri"/>
                <a:cs typeface="Calibri"/>
              </a:rPr>
              <a:t>Bool.</a:t>
            </a:r>
            <a:r>
              <a:rPr sz="2800" spc="-30" dirty="0">
                <a:latin typeface="Calibri"/>
                <a:cs typeface="Calibri"/>
              </a:rPr>
              <a:t> </a:t>
            </a:r>
            <a:r>
              <a:rPr sz="2800" dirty="0">
                <a:latin typeface="Calibri"/>
                <a:cs typeface="Calibri"/>
              </a:rPr>
              <a:t>Khi</a:t>
            </a:r>
            <a:r>
              <a:rPr sz="2800" spc="-45" dirty="0">
                <a:latin typeface="Calibri"/>
                <a:cs typeface="Calibri"/>
              </a:rPr>
              <a:t> </a:t>
            </a:r>
            <a:r>
              <a:rPr sz="2800" dirty="0">
                <a:latin typeface="Calibri"/>
                <a:cs typeface="Calibri"/>
              </a:rPr>
              <a:t>ấy</a:t>
            </a:r>
            <a:r>
              <a:rPr sz="2800" spc="-55" dirty="0">
                <a:latin typeface="Calibri"/>
                <a:cs typeface="Calibri"/>
              </a:rPr>
              <a:t> </a:t>
            </a:r>
            <a:r>
              <a:rPr sz="2800" spc="-50" dirty="0">
                <a:latin typeface="Calibri"/>
                <a:cs typeface="Calibri"/>
              </a:rPr>
              <a:t>:</a:t>
            </a:r>
            <a:endParaRPr sz="2800">
              <a:latin typeface="Calibri"/>
              <a:cs typeface="Calibri"/>
            </a:endParaRPr>
          </a:p>
          <a:p>
            <a:pPr marL="332105" indent="-268605">
              <a:lnSpc>
                <a:spcPct val="100000"/>
              </a:lnSpc>
              <a:spcBef>
                <a:spcPts val="705"/>
              </a:spcBef>
              <a:buAutoNum type="romanLcParenR"/>
              <a:tabLst>
                <a:tab pos="332105" algn="l"/>
                <a:tab pos="1431925" algn="l"/>
              </a:tabLst>
            </a:pPr>
            <a:r>
              <a:rPr sz="2800" dirty="0">
                <a:latin typeface="Calibri"/>
                <a:cs typeface="Calibri"/>
              </a:rPr>
              <a:t>m</a:t>
            </a:r>
            <a:r>
              <a:rPr sz="2800" spc="-10" dirty="0">
                <a:latin typeface="Calibri"/>
                <a:cs typeface="Calibri"/>
              </a:rPr>
              <a:t> </a:t>
            </a:r>
            <a:r>
              <a:rPr sz="2800" dirty="0">
                <a:latin typeface="Calibri"/>
                <a:cs typeface="Calibri"/>
              </a:rPr>
              <a:t>≤</a:t>
            </a:r>
            <a:r>
              <a:rPr sz="2800" spc="-25" dirty="0">
                <a:latin typeface="Calibri"/>
                <a:cs typeface="Calibri"/>
              </a:rPr>
              <a:t> </a:t>
            </a:r>
            <a:r>
              <a:rPr sz="2800" spc="-50" dirty="0">
                <a:latin typeface="Calibri"/>
                <a:cs typeface="Calibri"/>
              </a:rPr>
              <a:t>M</a:t>
            </a:r>
            <a:r>
              <a:rPr sz="2800" dirty="0">
                <a:latin typeface="Calibri"/>
                <a:cs typeface="Calibri"/>
              </a:rPr>
              <a:t>	</a:t>
            </a:r>
            <a:r>
              <a:rPr sz="2800" dirty="0">
                <a:latin typeface="Symbol"/>
                <a:cs typeface="Symbol"/>
              </a:rPr>
              <a:t></a:t>
            </a:r>
            <a:r>
              <a:rPr sz="2800" spc="-75" dirty="0">
                <a:latin typeface="Times New Roman"/>
                <a:cs typeface="Times New Roman"/>
              </a:rPr>
              <a:t> </a:t>
            </a:r>
            <a:r>
              <a:rPr sz="2800" dirty="0">
                <a:latin typeface="Calibri"/>
                <a:cs typeface="Calibri"/>
              </a:rPr>
              <a:t>{</a:t>
            </a:r>
            <a:r>
              <a:rPr sz="2800" spc="-10" dirty="0">
                <a:latin typeface="Calibri"/>
                <a:cs typeface="Calibri"/>
              </a:rPr>
              <a:t> </a:t>
            </a:r>
            <a:r>
              <a:rPr sz="2800" dirty="0">
                <a:latin typeface="Calibri"/>
                <a:cs typeface="Calibri"/>
              </a:rPr>
              <a:t>y</a:t>
            </a:r>
            <a:r>
              <a:rPr sz="2775" baseline="-21021" dirty="0">
                <a:latin typeface="Calibri"/>
                <a:cs typeface="Calibri"/>
              </a:rPr>
              <a:t>1</a:t>
            </a:r>
            <a:r>
              <a:rPr sz="2800" dirty="0">
                <a:latin typeface="Calibri"/>
                <a:cs typeface="Calibri"/>
              </a:rPr>
              <a:t>,</a:t>
            </a:r>
            <a:r>
              <a:rPr sz="2800" spc="5" dirty="0">
                <a:latin typeface="Calibri"/>
                <a:cs typeface="Calibri"/>
              </a:rPr>
              <a:t> </a:t>
            </a:r>
            <a:r>
              <a:rPr sz="2800" dirty="0">
                <a:latin typeface="Calibri"/>
                <a:cs typeface="Calibri"/>
              </a:rPr>
              <a:t>y</a:t>
            </a:r>
            <a:r>
              <a:rPr sz="2775" baseline="-21021" dirty="0">
                <a:latin typeface="Calibri"/>
                <a:cs typeface="Calibri"/>
              </a:rPr>
              <a:t>2</a:t>
            </a:r>
            <a:r>
              <a:rPr sz="2800" dirty="0">
                <a:latin typeface="Calibri"/>
                <a:cs typeface="Calibri"/>
              </a:rPr>
              <a:t>,</a:t>
            </a:r>
            <a:r>
              <a:rPr sz="2800" spc="-5"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y</a:t>
            </a:r>
            <a:r>
              <a:rPr sz="2775" baseline="-21021" dirty="0">
                <a:latin typeface="Calibri"/>
                <a:cs typeface="Calibri"/>
              </a:rPr>
              <a:t>p</a:t>
            </a:r>
            <a:r>
              <a:rPr sz="2775" spc="300" baseline="-21021" dirty="0">
                <a:latin typeface="Calibri"/>
                <a:cs typeface="Calibri"/>
              </a:rPr>
              <a:t> </a:t>
            </a:r>
            <a:r>
              <a:rPr sz="2800" dirty="0">
                <a:latin typeface="Calibri"/>
                <a:cs typeface="Calibri"/>
              </a:rPr>
              <a:t>}</a:t>
            </a:r>
            <a:r>
              <a:rPr sz="2800" spc="-5" dirty="0">
                <a:latin typeface="Calibri"/>
                <a:cs typeface="Calibri"/>
              </a:rPr>
              <a:t> </a:t>
            </a:r>
            <a:r>
              <a:rPr sz="2800" dirty="0">
                <a:latin typeface="Symbol"/>
                <a:cs typeface="Symbol"/>
              </a:rPr>
              <a:t></a:t>
            </a:r>
            <a:r>
              <a:rPr sz="2800" spc="-60" dirty="0">
                <a:latin typeface="Times New Roman"/>
                <a:cs typeface="Times New Roman"/>
              </a:rPr>
              <a:t> </a:t>
            </a:r>
            <a:r>
              <a:rPr sz="2800" spc="-10" dirty="0">
                <a:latin typeface="Calibri"/>
                <a:cs typeface="Calibri"/>
              </a:rPr>
              <a:t>{x</a:t>
            </a:r>
            <a:r>
              <a:rPr sz="2775" spc="-15" baseline="-21021" dirty="0">
                <a:latin typeface="Calibri"/>
                <a:cs typeface="Calibri"/>
              </a:rPr>
              <a:t>1</a:t>
            </a:r>
            <a:r>
              <a:rPr sz="2800" spc="-10" dirty="0">
                <a:latin typeface="Calibri"/>
                <a:cs typeface="Calibri"/>
              </a:rPr>
              <a:t>,</a:t>
            </a:r>
            <a:r>
              <a:rPr sz="2800" spc="-204" dirty="0">
                <a:latin typeface="Calibri"/>
                <a:cs typeface="Calibri"/>
              </a:rPr>
              <a:t> </a:t>
            </a:r>
            <a:r>
              <a:rPr sz="2800" dirty="0">
                <a:latin typeface="Calibri"/>
                <a:cs typeface="Calibri"/>
              </a:rPr>
              <a:t>x</a:t>
            </a:r>
            <a:r>
              <a:rPr sz="2775" baseline="-21021" dirty="0">
                <a:latin typeface="Calibri"/>
                <a:cs typeface="Calibri"/>
              </a:rPr>
              <a:t>2</a:t>
            </a:r>
            <a:r>
              <a:rPr sz="2800" dirty="0">
                <a:latin typeface="Calibri"/>
                <a:cs typeface="Calibri"/>
              </a:rPr>
              <a:t>,</a:t>
            </a:r>
            <a:r>
              <a:rPr sz="2800" spc="5"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x</a:t>
            </a:r>
            <a:r>
              <a:rPr sz="2775" baseline="-21021" dirty="0">
                <a:latin typeface="Calibri"/>
                <a:cs typeface="Calibri"/>
              </a:rPr>
              <a:t>k</a:t>
            </a:r>
            <a:r>
              <a:rPr sz="2775" spc="-7" baseline="-21021" dirty="0">
                <a:latin typeface="Calibri"/>
                <a:cs typeface="Calibri"/>
              </a:rPr>
              <a:t> </a:t>
            </a:r>
            <a:r>
              <a:rPr sz="2800" spc="-25" dirty="0">
                <a:latin typeface="Calibri"/>
                <a:cs typeface="Calibri"/>
              </a:rPr>
              <a:t>},</a:t>
            </a:r>
            <a:endParaRPr sz="2800">
              <a:latin typeface="Calibri"/>
              <a:cs typeface="Calibri"/>
            </a:endParaRPr>
          </a:p>
          <a:p>
            <a:pPr marL="412115" indent="-348615">
              <a:lnSpc>
                <a:spcPct val="100000"/>
              </a:lnSpc>
              <a:spcBef>
                <a:spcPts val="680"/>
              </a:spcBef>
              <a:buAutoNum type="romanLcParenR"/>
              <a:tabLst>
                <a:tab pos="412115" algn="l"/>
                <a:tab pos="1512570" algn="l"/>
              </a:tabLst>
            </a:pPr>
            <a:r>
              <a:rPr sz="2800" dirty="0">
                <a:latin typeface="Calibri"/>
                <a:cs typeface="Calibri"/>
              </a:rPr>
              <a:t>m</a:t>
            </a:r>
            <a:r>
              <a:rPr sz="2800" spc="-5" dirty="0">
                <a:latin typeface="Calibri"/>
                <a:cs typeface="Calibri"/>
              </a:rPr>
              <a:t> </a:t>
            </a:r>
            <a:r>
              <a:rPr sz="2800" dirty="0">
                <a:latin typeface="Calibri"/>
                <a:cs typeface="Calibri"/>
              </a:rPr>
              <a:t>&lt;</a:t>
            </a:r>
            <a:r>
              <a:rPr sz="2800" spc="-10" dirty="0">
                <a:latin typeface="Calibri"/>
                <a:cs typeface="Calibri"/>
              </a:rPr>
              <a:t> </a:t>
            </a:r>
            <a:r>
              <a:rPr sz="2800" spc="-60" dirty="0">
                <a:latin typeface="Calibri"/>
                <a:cs typeface="Calibri"/>
              </a:rPr>
              <a:t>M</a:t>
            </a:r>
            <a:r>
              <a:rPr sz="2800" dirty="0">
                <a:latin typeface="Calibri"/>
                <a:cs typeface="Calibri"/>
              </a:rPr>
              <a:t>	</a:t>
            </a:r>
            <a:r>
              <a:rPr sz="2800" dirty="0">
                <a:latin typeface="Symbol"/>
                <a:cs typeface="Symbol"/>
              </a:rPr>
              <a:t></a:t>
            </a:r>
            <a:r>
              <a:rPr sz="2800" spc="-75" dirty="0">
                <a:latin typeface="Times New Roman"/>
                <a:cs typeface="Times New Roman"/>
              </a:rPr>
              <a:t> </a:t>
            </a:r>
            <a:r>
              <a:rPr sz="2800" dirty="0">
                <a:latin typeface="Calibri"/>
                <a:cs typeface="Calibri"/>
              </a:rPr>
              <a:t>{</a:t>
            </a:r>
            <a:r>
              <a:rPr sz="2800" spc="-10" dirty="0">
                <a:latin typeface="Calibri"/>
                <a:cs typeface="Calibri"/>
              </a:rPr>
              <a:t> </a:t>
            </a:r>
            <a:r>
              <a:rPr sz="2800" dirty="0">
                <a:latin typeface="Calibri"/>
                <a:cs typeface="Calibri"/>
              </a:rPr>
              <a:t>y</a:t>
            </a:r>
            <a:r>
              <a:rPr sz="2775" baseline="-21021" dirty="0">
                <a:latin typeface="Calibri"/>
                <a:cs typeface="Calibri"/>
              </a:rPr>
              <a:t>1</a:t>
            </a:r>
            <a:r>
              <a:rPr sz="2800" dirty="0">
                <a:latin typeface="Calibri"/>
                <a:cs typeface="Calibri"/>
              </a:rPr>
              <a:t>,</a:t>
            </a:r>
            <a:r>
              <a:rPr sz="2800" spc="5" dirty="0">
                <a:latin typeface="Calibri"/>
                <a:cs typeface="Calibri"/>
              </a:rPr>
              <a:t> </a:t>
            </a:r>
            <a:r>
              <a:rPr sz="2800" dirty="0">
                <a:latin typeface="Calibri"/>
                <a:cs typeface="Calibri"/>
              </a:rPr>
              <a:t>y</a:t>
            </a:r>
            <a:r>
              <a:rPr sz="2775" baseline="-21021" dirty="0">
                <a:latin typeface="Calibri"/>
                <a:cs typeface="Calibri"/>
              </a:rPr>
              <a:t>2</a:t>
            </a:r>
            <a:r>
              <a:rPr sz="2800" dirty="0">
                <a:latin typeface="Calibri"/>
                <a:cs typeface="Calibri"/>
              </a:rPr>
              <a:t>,</a:t>
            </a:r>
            <a:r>
              <a:rPr sz="2800" spc="5"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y</a:t>
            </a:r>
            <a:r>
              <a:rPr sz="2775" baseline="-21021" dirty="0">
                <a:latin typeface="Calibri"/>
                <a:cs typeface="Calibri"/>
              </a:rPr>
              <a:t>p</a:t>
            </a:r>
            <a:r>
              <a:rPr sz="2775" spc="307" baseline="-21021" dirty="0">
                <a:latin typeface="Calibri"/>
                <a:cs typeface="Calibri"/>
              </a:rPr>
              <a:t> </a:t>
            </a:r>
            <a:r>
              <a:rPr sz="2800" dirty="0">
                <a:latin typeface="Calibri"/>
                <a:cs typeface="Calibri"/>
              </a:rPr>
              <a:t>}</a:t>
            </a:r>
            <a:r>
              <a:rPr sz="2800" spc="-5" dirty="0">
                <a:latin typeface="Calibri"/>
                <a:cs typeface="Calibri"/>
              </a:rPr>
              <a:t> </a:t>
            </a:r>
            <a:r>
              <a:rPr sz="2800" dirty="0">
                <a:latin typeface="Symbol"/>
                <a:cs typeface="Symbol"/>
              </a:rPr>
              <a:t></a:t>
            </a:r>
            <a:r>
              <a:rPr sz="2800" spc="-75" dirty="0">
                <a:latin typeface="Times New Roman"/>
                <a:cs typeface="Times New Roman"/>
              </a:rPr>
              <a:t> </a:t>
            </a:r>
            <a:r>
              <a:rPr sz="2800" spc="-10" dirty="0">
                <a:latin typeface="Calibri"/>
                <a:cs typeface="Calibri"/>
              </a:rPr>
              <a:t>{x</a:t>
            </a:r>
            <a:r>
              <a:rPr sz="2775" spc="-15" baseline="-21021" dirty="0">
                <a:latin typeface="Calibri"/>
                <a:cs typeface="Calibri"/>
              </a:rPr>
              <a:t>1</a:t>
            </a:r>
            <a:r>
              <a:rPr sz="2800" spc="-10" dirty="0">
                <a:latin typeface="Calibri"/>
                <a:cs typeface="Calibri"/>
              </a:rPr>
              <a:t>,</a:t>
            </a:r>
            <a:r>
              <a:rPr sz="2800" spc="-204" dirty="0">
                <a:latin typeface="Calibri"/>
                <a:cs typeface="Calibri"/>
              </a:rPr>
              <a:t> </a:t>
            </a:r>
            <a:r>
              <a:rPr sz="2800" dirty="0">
                <a:latin typeface="Calibri"/>
                <a:cs typeface="Calibri"/>
              </a:rPr>
              <a:t>x</a:t>
            </a:r>
            <a:r>
              <a:rPr sz="2775" baseline="-21021" dirty="0">
                <a:latin typeface="Calibri"/>
                <a:cs typeface="Calibri"/>
              </a:rPr>
              <a:t>2</a:t>
            </a:r>
            <a:r>
              <a:rPr sz="2800" dirty="0">
                <a:latin typeface="Calibri"/>
                <a:cs typeface="Calibri"/>
              </a:rPr>
              <a:t>,</a:t>
            </a:r>
            <a:r>
              <a:rPr sz="2800" spc="5"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x</a:t>
            </a:r>
            <a:r>
              <a:rPr sz="2775" baseline="-21021" dirty="0">
                <a:latin typeface="Calibri"/>
                <a:cs typeface="Calibri"/>
              </a:rPr>
              <a:t>k</a:t>
            </a:r>
            <a:r>
              <a:rPr sz="2775" spc="7" baseline="-21021" dirty="0">
                <a:latin typeface="Calibri"/>
                <a:cs typeface="Calibri"/>
              </a:rPr>
              <a:t> </a:t>
            </a:r>
            <a:r>
              <a:rPr sz="2800" spc="-25" dirty="0">
                <a:latin typeface="Calibri"/>
                <a:cs typeface="Calibri"/>
              </a:rPr>
              <a:t>}.</a:t>
            </a:r>
            <a:endParaRPr sz="2800">
              <a:latin typeface="Calibri"/>
              <a:cs typeface="Calibri"/>
            </a:endParaRPr>
          </a:p>
          <a:p>
            <a:pPr>
              <a:lnSpc>
                <a:spcPct val="100000"/>
              </a:lnSpc>
              <a:spcBef>
                <a:spcPts val="1245"/>
              </a:spcBef>
              <a:buFont typeface="Calibri"/>
              <a:buAutoNum type="romanLcParenR"/>
            </a:pPr>
            <a:endParaRPr sz="2800">
              <a:latin typeface="Calibri"/>
              <a:cs typeface="Calibri"/>
            </a:endParaRPr>
          </a:p>
          <a:p>
            <a:pPr marL="520700" lvl="1" indent="-457200">
              <a:lnSpc>
                <a:spcPct val="100000"/>
              </a:lnSpc>
              <a:spcBef>
                <a:spcPts val="5"/>
              </a:spcBef>
              <a:buFont typeface="Wingdings"/>
              <a:buChar char=""/>
              <a:tabLst>
                <a:tab pos="520700" algn="l"/>
              </a:tabLst>
            </a:pPr>
            <a:r>
              <a:rPr sz="2800" dirty="0">
                <a:latin typeface="Calibri"/>
                <a:cs typeface="Calibri"/>
              </a:rPr>
              <a:t>m,</a:t>
            </a:r>
            <a:r>
              <a:rPr sz="2800" spc="-35" dirty="0">
                <a:latin typeface="Calibri"/>
                <a:cs typeface="Calibri"/>
              </a:rPr>
              <a:t> </a:t>
            </a:r>
            <a:r>
              <a:rPr sz="2800" dirty="0">
                <a:latin typeface="Calibri"/>
                <a:cs typeface="Calibri"/>
              </a:rPr>
              <a:t>M</a:t>
            </a:r>
            <a:r>
              <a:rPr sz="2800" spc="-30" dirty="0">
                <a:latin typeface="Calibri"/>
                <a:cs typeface="Calibri"/>
              </a:rPr>
              <a:t> </a:t>
            </a:r>
            <a:r>
              <a:rPr sz="2800" dirty="0">
                <a:latin typeface="Calibri"/>
                <a:cs typeface="Calibri"/>
              </a:rPr>
              <a:t>được</a:t>
            </a:r>
            <a:r>
              <a:rPr sz="2800" spc="-20" dirty="0">
                <a:latin typeface="Calibri"/>
                <a:cs typeface="Calibri"/>
              </a:rPr>
              <a:t> </a:t>
            </a:r>
            <a:r>
              <a:rPr sz="2800" dirty="0">
                <a:latin typeface="Calibri"/>
                <a:cs typeface="Calibri"/>
              </a:rPr>
              <a:t>gọi</a:t>
            </a:r>
            <a:r>
              <a:rPr sz="2800" spc="-35" dirty="0">
                <a:latin typeface="Calibri"/>
                <a:cs typeface="Calibri"/>
              </a:rPr>
              <a:t> </a:t>
            </a:r>
            <a:r>
              <a:rPr sz="2800" dirty="0">
                <a:latin typeface="Calibri"/>
                <a:cs typeface="Calibri"/>
              </a:rPr>
              <a:t>là</a:t>
            </a:r>
            <a:r>
              <a:rPr sz="2800" spc="-45" dirty="0">
                <a:latin typeface="Calibri"/>
                <a:cs typeface="Calibri"/>
              </a:rPr>
              <a:t> </a:t>
            </a:r>
            <a:r>
              <a:rPr sz="2800" dirty="0">
                <a:latin typeface="Calibri"/>
                <a:cs typeface="Calibri"/>
              </a:rPr>
              <a:t>các</a:t>
            </a:r>
            <a:r>
              <a:rPr sz="2800" spc="-30" dirty="0">
                <a:latin typeface="Calibri"/>
                <a:cs typeface="Calibri"/>
              </a:rPr>
              <a:t> </a:t>
            </a:r>
            <a:r>
              <a:rPr sz="2800" dirty="0">
                <a:latin typeface="Calibri"/>
                <a:cs typeface="Calibri"/>
              </a:rPr>
              <a:t>đơn</a:t>
            </a:r>
            <a:r>
              <a:rPr sz="2800" spc="-30" dirty="0">
                <a:latin typeface="Calibri"/>
                <a:cs typeface="Calibri"/>
              </a:rPr>
              <a:t> </a:t>
            </a:r>
            <a:r>
              <a:rPr sz="2800" dirty="0">
                <a:latin typeface="Calibri"/>
                <a:cs typeface="Calibri"/>
              </a:rPr>
              <a:t>thức,</a:t>
            </a:r>
            <a:r>
              <a:rPr sz="2800" spc="-15" dirty="0">
                <a:latin typeface="Calibri"/>
                <a:cs typeface="Calibri"/>
              </a:rPr>
              <a:t> </a:t>
            </a:r>
            <a:r>
              <a:rPr sz="2800" dirty="0">
                <a:latin typeface="Calibri"/>
                <a:cs typeface="Calibri"/>
              </a:rPr>
              <a:t>với</a:t>
            </a:r>
            <a:r>
              <a:rPr sz="2800" spc="-30" dirty="0">
                <a:latin typeface="Calibri"/>
                <a:cs typeface="Calibri"/>
              </a:rPr>
              <a:t> </a:t>
            </a:r>
            <a:r>
              <a:rPr sz="2800" dirty="0">
                <a:latin typeface="Calibri"/>
                <a:cs typeface="Calibri"/>
              </a:rPr>
              <a:t>m</a:t>
            </a:r>
            <a:r>
              <a:rPr sz="2800" spc="-25" dirty="0">
                <a:latin typeface="Calibri"/>
                <a:cs typeface="Calibri"/>
              </a:rPr>
              <a:t> </a:t>
            </a:r>
            <a:r>
              <a:rPr sz="2800" dirty="0">
                <a:latin typeface="Calibri"/>
                <a:cs typeface="Calibri"/>
              </a:rPr>
              <a:t>và</a:t>
            </a:r>
            <a:r>
              <a:rPr sz="2800" spc="-45" dirty="0">
                <a:latin typeface="Calibri"/>
                <a:cs typeface="Calibri"/>
              </a:rPr>
              <a:t> </a:t>
            </a:r>
            <a:r>
              <a:rPr sz="2800" dirty="0">
                <a:latin typeface="Calibri"/>
                <a:cs typeface="Calibri"/>
              </a:rPr>
              <a:t>M</a:t>
            </a:r>
            <a:r>
              <a:rPr sz="2800" spc="-35" dirty="0">
                <a:latin typeface="Calibri"/>
                <a:cs typeface="Calibri"/>
              </a:rPr>
              <a:t> </a:t>
            </a:r>
            <a:r>
              <a:rPr sz="2800" dirty="0">
                <a:latin typeface="Calibri"/>
                <a:cs typeface="Calibri"/>
              </a:rPr>
              <a:t>khác</a:t>
            </a:r>
            <a:r>
              <a:rPr sz="2800" spc="-20" dirty="0">
                <a:latin typeface="Calibri"/>
                <a:cs typeface="Calibri"/>
              </a:rPr>
              <a:t> </a:t>
            </a:r>
            <a:r>
              <a:rPr sz="2800" spc="-25" dirty="0">
                <a:latin typeface="Calibri"/>
                <a:cs typeface="Calibri"/>
              </a:rPr>
              <a:t>0.</a:t>
            </a:r>
            <a:endParaRPr sz="2800">
              <a:latin typeface="Calibri"/>
              <a:cs typeface="Calibri"/>
            </a:endParaRPr>
          </a:p>
          <a:p>
            <a:pPr marL="520700" lvl="1" indent="-457200">
              <a:lnSpc>
                <a:spcPct val="100000"/>
              </a:lnSpc>
              <a:spcBef>
                <a:spcPts val="670"/>
              </a:spcBef>
              <a:buFont typeface="Wingdings"/>
              <a:buChar char=""/>
              <a:tabLst>
                <a:tab pos="520700" algn="l"/>
              </a:tabLst>
            </a:pPr>
            <a:r>
              <a:rPr sz="2800" dirty="0">
                <a:latin typeface="Calibri"/>
                <a:cs typeface="Calibri"/>
              </a:rPr>
              <a:t>m,</a:t>
            </a:r>
            <a:r>
              <a:rPr sz="2800" spc="-35" dirty="0">
                <a:latin typeface="Calibri"/>
                <a:cs typeface="Calibri"/>
              </a:rPr>
              <a:t> </a:t>
            </a:r>
            <a:r>
              <a:rPr sz="2800" dirty="0">
                <a:latin typeface="Calibri"/>
                <a:cs typeface="Calibri"/>
              </a:rPr>
              <a:t>M</a:t>
            </a:r>
            <a:r>
              <a:rPr sz="2800" spc="-25" dirty="0">
                <a:latin typeface="Calibri"/>
                <a:cs typeface="Calibri"/>
              </a:rPr>
              <a:t> </a:t>
            </a:r>
            <a:r>
              <a:rPr sz="2800" dirty="0">
                <a:latin typeface="Calibri"/>
                <a:cs typeface="Calibri"/>
              </a:rPr>
              <a:t>cũng</a:t>
            </a:r>
            <a:r>
              <a:rPr sz="2800" spc="-25" dirty="0">
                <a:latin typeface="Calibri"/>
                <a:cs typeface="Calibri"/>
              </a:rPr>
              <a:t> </a:t>
            </a:r>
            <a:r>
              <a:rPr sz="2800" dirty="0">
                <a:latin typeface="Calibri"/>
                <a:cs typeface="Calibri"/>
              </a:rPr>
              <a:t>là</a:t>
            </a:r>
            <a:r>
              <a:rPr sz="2800" spc="-40" dirty="0">
                <a:latin typeface="Calibri"/>
                <a:cs typeface="Calibri"/>
              </a:rPr>
              <a:t> </a:t>
            </a:r>
            <a:r>
              <a:rPr sz="2800" dirty="0">
                <a:latin typeface="Calibri"/>
                <a:cs typeface="Calibri"/>
              </a:rPr>
              <a:t>các</a:t>
            </a:r>
            <a:r>
              <a:rPr sz="2800" spc="-30" dirty="0">
                <a:latin typeface="Calibri"/>
                <a:cs typeface="Calibri"/>
              </a:rPr>
              <a:t> </a:t>
            </a:r>
            <a:r>
              <a:rPr sz="2800" dirty="0">
                <a:latin typeface="Calibri"/>
                <a:cs typeface="Calibri"/>
              </a:rPr>
              <a:t>hàm</a:t>
            </a:r>
            <a:r>
              <a:rPr sz="2800" spc="-20" dirty="0">
                <a:latin typeface="Calibri"/>
                <a:cs typeface="Calibri"/>
              </a:rPr>
              <a:t> </a:t>
            </a:r>
            <a:r>
              <a:rPr sz="2800" dirty="0">
                <a:latin typeface="Calibri"/>
                <a:cs typeface="Calibri"/>
              </a:rPr>
              <a:t>Bool</a:t>
            </a:r>
            <a:r>
              <a:rPr sz="2800" spc="-35" dirty="0">
                <a:latin typeface="Calibri"/>
                <a:cs typeface="Calibri"/>
              </a:rPr>
              <a:t> </a:t>
            </a:r>
            <a:r>
              <a:rPr sz="2800" dirty="0">
                <a:latin typeface="Calibri"/>
                <a:cs typeface="Calibri"/>
              </a:rPr>
              <a:t>n</a:t>
            </a:r>
            <a:r>
              <a:rPr sz="2800" spc="-25" dirty="0">
                <a:latin typeface="Calibri"/>
                <a:cs typeface="Calibri"/>
              </a:rPr>
              <a:t> </a:t>
            </a:r>
            <a:r>
              <a:rPr sz="2800" spc="-10" dirty="0">
                <a:latin typeface="Calibri"/>
                <a:cs typeface="Calibri"/>
              </a:rPr>
              <a:t>biến.</a:t>
            </a:r>
            <a:endParaRPr sz="2800">
              <a:latin typeface="Calibri"/>
              <a:cs typeface="Calibri"/>
            </a:endParaRPr>
          </a:p>
          <a:p>
            <a:pPr marL="520700" marR="222250" lvl="1" indent="-457834">
              <a:lnSpc>
                <a:spcPct val="100000"/>
              </a:lnSpc>
              <a:spcBef>
                <a:spcPts val="675"/>
              </a:spcBef>
              <a:buFont typeface="Wingdings"/>
              <a:buChar char=""/>
              <a:tabLst>
                <a:tab pos="520700" algn="l"/>
                <a:tab pos="1781175" algn="l"/>
              </a:tabLst>
            </a:pPr>
            <a:r>
              <a:rPr sz="2800" dirty="0">
                <a:latin typeface="Calibri"/>
                <a:cs typeface="Calibri"/>
              </a:rPr>
              <a:t>cho</a:t>
            </a:r>
            <a:r>
              <a:rPr sz="2800" spc="-20" dirty="0">
                <a:latin typeface="Calibri"/>
                <a:cs typeface="Calibri"/>
              </a:rPr>
              <a:t> </a:t>
            </a:r>
            <a:r>
              <a:rPr sz="2800" dirty="0">
                <a:latin typeface="Calibri"/>
                <a:cs typeface="Calibri"/>
              </a:rPr>
              <a:t>hàm</a:t>
            </a:r>
            <a:r>
              <a:rPr sz="2800" spc="-15" dirty="0">
                <a:latin typeface="Calibri"/>
                <a:cs typeface="Calibri"/>
              </a:rPr>
              <a:t> </a:t>
            </a:r>
            <a:r>
              <a:rPr sz="2800" dirty="0">
                <a:latin typeface="Calibri"/>
                <a:cs typeface="Calibri"/>
              </a:rPr>
              <a:t>bool</a:t>
            </a:r>
            <a:r>
              <a:rPr sz="2800" spc="-25" dirty="0">
                <a:latin typeface="Calibri"/>
                <a:cs typeface="Calibri"/>
              </a:rPr>
              <a:t> </a:t>
            </a:r>
            <a:r>
              <a:rPr sz="2800" dirty="0">
                <a:latin typeface="Calibri"/>
                <a:cs typeface="Calibri"/>
              </a:rPr>
              <a:t>n</a:t>
            </a:r>
            <a:r>
              <a:rPr sz="2800" spc="-20" dirty="0">
                <a:latin typeface="Calibri"/>
                <a:cs typeface="Calibri"/>
              </a:rPr>
              <a:t> </a:t>
            </a:r>
            <a:r>
              <a:rPr sz="2800" dirty="0">
                <a:latin typeface="Calibri"/>
                <a:cs typeface="Calibri"/>
              </a:rPr>
              <a:t>biến</a:t>
            </a:r>
            <a:r>
              <a:rPr sz="2800" spc="-5" dirty="0">
                <a:latin typeface="Calibri"/>
                <a:cs typeface="Calibri"/>
              </a:rPr>
              <a:t> </a:t>
            </a:r>
            <a:r>
              <a:rPr sz="2800" dirty="0">
                <a:latin typeface="Calibri"/>
                <a:cs typeface="Calibri"/>
              </a:rPr>
              <a:t>f</a:t>
            </a:r>
            <a:r>
              <a:rPr sz="2800" spc="-35" dirty="0">
                <a:latin typeface="Calibri"/>
                <a:cs typeface="Calibri"/>
              </a:rPr>
              <a:t> </a:t>
            </a:r>
            <a:r>
              <a:rPr sz="2800" dirty="0">
                <a:latin typeface="Calibri"/>
                <a:cs typeface="Calibri"/>
              </a:rPr>
              <a:t>=</a:t>
            </a:r>
            <a:r>
              <a:rPr sz="2800" spc="-30" dirty="0">
                <a:latin typeface="Calibri"/>
                <a:cs typeface="Calibri"/>
              </a:rPr>
              <a:t> </a:t>
            </a:r>
            <a:r>
              <a:rPr sz="2800" dirty="0">
                <a:latin typeface="Calibri"/>
                <a:cs typeface="Calibri"/>
              </a:rPr>
              <a:t>m</a:t>
            </a:r>
            <a:r>
              <a:rPr sz="2775" baseline="-21021" dirty="0">
                <a:latin typeface="Calibri"/>
                <a:cs typeface="Calibri"/>
              </a:rPr>
              <a:t>1</a:t>
            </a:r>
            <a:r>
              <a:rPr sz="2775" spc="292" baseline="-21021" dirty="0">
                <a:latin typeface="Calibri"/>
                <a:cs typeface="Calibri"/>
              </a:rPr>
              <a:t> </a:t>
            </a:r>
            <a:r>
              <a:rPr sz="2800" dirty="0">
                <a:latin typeface="Calibri"/>
                <a:cs typeface="Calibri"/>
              </a:rPr>
              <a:t>V</a:t>
            </a:r>
            <a:r>
              <a:rPr sz="2800" spc="-20" dirty="0">
                <a:latin typeface="Calibri"/>
                <a:cs typeface="Calibri"/>
              </a:rPr>
              <a:t> </a:t>
            </a:r>
            <a:r>
              <a:rPr sz="2800" dirty="0">
                <a:latin typeface="Calibri"/>
                <a:cs typeface="Calibri"/>
              </a:rPr>
              <a:t>m</a:t>
            </a:r>
            <a:r>
              <a:rPr sz="2775" baseline="-21021" dirty="0">
                <a:latin typeface="Calibri"/>
                <a:cs typeface="Calibri"/>
              </a:rPr>
              <a:t>2</a:t>
            </a:r>
            <a:r>
              <a:rPr sz="2775" spc="262" baseline="-21021" dirty="0">
                <a:latin typeface="Calibri"/>
                <a:cs typeface="Calibri"/>
              </a:rPr>
              <a:t> </a:t>
            </a:r>
            <a:r>
              <a:rPr sz="2800" dirty="0">
                <a:latin typeface="Calibri"/>
                <a:cs typeface="Calibri"/>
              </a:rPr>
              <a:t>V</a:t>
            </a:r>
            <a:r>
              <a:rPr sz="2800" spc="-20"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V</a:t>
            </a:r>
            <a:r>
              <a:rPr sz="2800" spc="-35" dirty="0">
                <a:latin typeface="Calibri"/>
                <a:cs typeface="Calibri"/>
              </a:rPr>
              <a:t> </a:t>
            </a:r>
            <a:r>
              <a:rPr sz="2800" dirty="0">
                <a:latin typeface="Calibri"/>
                <a:cs typeface="Calibri"/>
              </a:rPr>
              <a:t>m</a:t>
            </a:r>
            <a:r>
              <a:rPr sz="2775" baseline="-21021" dirty="0">
                <a:latin typeface="Calibri"/>
                <a:cs typeface="Calibri"/>
              </a:rPr>
              <a:t>k</a:t>
            </a:r>
            <a:r>
              <a:rPr sz="2800" dirty="0">
                <a:latin typeface="Calibri"/>
                <a:cs typeface="Calibri"/>
              </a:rPr>
              <a:t>,</a:t>
            </a:r>
            <a:r>
              <a:rPr sz="2800" spc="-15" dirty="0">
                <a:latin typeface="Calibri"/>
                <a:cs typeface="Calibri"/>
              </a:rPr>
              <a:t> </a:t>
            </a:r>
            <a:r>
              <a:rPr sz="2800" dirty="0">
                <a:latin typeface="Calibri"/>
                <a:cs typeface="Calibri"/>
              </a:rPr>
              <a:t>với</a:t>
            </a:r>
            <a:r>
              <a:rPr sz="2800" spc="-15" dirty="0">
                <a:latin typeface="Calibri"/>
                <a:cs typeface="Calibri"/>
              </a:rPr>
              <a:t> </a:t>
            </a:r>
            <a:r>
              <a:rPr sz="2800" spc="-25" dirty="0">
                <a:latin typeface="Calibri"/>
                <a:cs typeface="Calibri"/>
              </a:rPr>
              <a:t>m</a:t>
            </a:r>
            <a:r>
              <a:rPr sz="2775" spc="-37" baseline="-21021" dirty="0">
                <a:latin typeface="Calibri"/>
                <a:cs typeface="Calibri"/>
              </a:rPr>
              <a:t>i</a:t>
            </a:r>
            <a:r>
              <a:rPr sz="2800" spc="-25" dirty="0">
                <a:latin typeface="Calibri"/>
                <a:cs typeface="Calibri"/>
              </a:rPr>
              <a:t>= </a:t>
            </a:r>
            <a:r>
              <a:rPr sz="2800" spc="-10" dirty="0">
                <a:latin typeface="Calibri"/>
                <a:cs typeface="Calibri"/>
              </a:rPr>
              <a:t>x</a:t>
            </a:r>
            <a:r>
              <a:rPr sz="2775" spc="-15" baseline="-21021" dirty="0">
                <a:latin typeface="Calibri"/>
                <a:cs typeface="Calibri"/>
              </a:rPr>
              <a:t>1</a:t>
            </a:r>
            <a:r>
              <a:rPr sz="2800" spc="-10" dirty="0">
                <a:latin typeface="Calibri"/>
                <a:cs typeface="Calibri"/>
              </a:rPr>
              <a:t>x</a:t>
            </a:r>
            <a:r>
              <a:rPr sz="2775" spc="-15" baseline="-21021" dirty="0">
                <a:latin typeface="Calibri"/>
                <a:cs typeface="Calibri"/>
              </a:rPr>
              <a:t>2</a:t>
            </a:r>
            <a:r>
              <a:rPr sz="2800" spc="-10" dirty="0">
                <a:latin typeface="Calibri"/>
                <a:cs typeface="Calibri"/>
              </a:rPr>
              <a:t>...x</a:t>
            </a:r>
            <a:r>
              <a:rPr sz="2775" spc="-15" baseline="-21021" dirty="0">
                <a:latin typeface="Calibri"/>
                <a:cs typeface="Calibri"/>
              </a:rPr>
              <a:t>n</a:t>
            </a:r>
            <a:r>
              <a:rPr sz="2775" baseline="-21021" dirty="0">
                <a:latin typeface="Calibri"/>
                <a:cs typeface="Calibri"/>
              </a:rPr>
              <a:t>	</a:t>
            </a:r>
            <a:r>
              <a:rPr sz="2800" dirty="0">
                <a:latin typeface="Calibri"/>
                <a:cs typeface="Calibri"/>
              </a:rPr>
              <a:t>,</a:t>
            </a:r>
            <a:r>
              <a:rPr sz="2800" spc="-20" dirty="0">
                <a:latin typeface="Calibri"/>
                <a:cs typeface="Calibri"/>
              </a:rPr>
              <a:t> </a:t>
            </a:r>
            <a:r>
              <a:rPr sz="2800" dirty="0">
                <a:latin typeface="Calibri"/>
                <a:cs typeface="Calibri"/>
              </a:rPr>
              <a:t>m</a:t>
            </a:r>
            <a:r>
              <a:rPr sz="2775" baseline="-21021" dirty="0">
                <a:latin typeface="Calibri"/>
                <a:cs typeface="Calibri"/>
              </a:rPr>
              <a:t>i</a:t>
            </a:r>
            <a:r>
              <a:rPr sz="2775" spc="284" baseline="-21021"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từ</a:t>
            </a:r>
            <a:r>
              <a:rPr sz="2800" spc="-25" dirty="0">
                <a:latin typeface="Calibri"/>
                <a:cs typeface="Calibri"/>
              </a:rPr>
              <a:t> </a:t>
            </a:r>
            <a:r>
              <a:rPr sz="2800" dirty="0">
                <a:latin typeface="Calibri"/>
                <a:cs typeface="Calibri"/>
              </a:rPr>
              <a:t>tối</a:t>
            </a:r>
            <a:r>
              <a:rPr sz="2800" spc="-30" dirty="0">
                <a:latin typeface="Calibri"/>
                <a:cs typeface="Calibri"/>
              </a:rPr>
              <a:t> </a:t>
            </a:r>
            <a:r>
              <a:rPr sz="2800" dirty="0">
                <a:latin typeface="Calibri"/>
                <a:cs typeface="Calibri"/>
              </a:rPr>
              <a:t>tiểu,</a:t>
            </a:r>
            <a:r>
              <a:rPr sz="2800" spc="-15" dirty="0">
                <a:latin typeface="Calibri"/>
                <a:cs typeface="Calibri"/>
              </a:rPr>
              <a:t> </a:t>
            </a:r>
            <a:r>
              <a:rPr sz="2800" dirty="0">
                <a:latin typeface="Calibri"/>
                <a:cs typeface="Calibri"/>
              </a:rPr>
              <a:t>thì</a:t>
            </a:r>
            <a:r>
              <a:rPr sz="2800" spc="-5" dirty="0">
                <a:latin typeface="Calibri"/>
                <a:cs typeface="Calibri"/>
              </a:rPr>
              <a:t> </a:t>
            </a:r>
            <a:r>
              <a:rPr sz="2800" dirty="0">
                <a:latin typeface="Calibri"/>
                <a:cs typeface="Calibri"/>
              </a:rPr>
              <a:t>f</a:t>
            </a:r>
            <a:r>
              <a:rPr sz="2800" spc="-30" dirty="0">
                <a:latin typeface="Calibri"/>
                <a:cs typeface="Calibri"/>
              </a:rPr>
              <a:t> </a:t>
            </a:r>
            <a:r>
              <a:rPr sz="2800" dirty="0">
                <a:latin typeface="Calibri"/>
                <a:cs typeface="Calibri"/>
              </a:rPr>
              <a:t>được</a:t>
            </a:r>
            <a:r>
              <a:rPr sz="2800" spc="-5" dirty="0">
                <a:latin typeface="Calibri"/>
                <a:cs typeface="Calibri"/>
              </a:rPr>
              <a:t> </a:t>
            </a:r>
            <a:r>
              <a:rPr sz="2800" dirty="0">
                <a:latin typeface="Calibri"/>
                <a:cs typeface="Calibri"/>
              </a:rPr>
              <a:t>nói</a:t>
            </a:r>
            <a:r>
              <a:rPr sz="2800" spc="-20" dirty="0">
                <a:latin typeface="Calibri"/>
                <a:cs typeface="Calibri"/>
              </a:rPr>
              <a:t> </a:t>
            </a:r>
            <a:r>
              <a:rPr sz="2800" dirty="0">
                <a:latin typeface="Calibri"/>
                <a:cs typeface="Calibri"/>
              </a:rPr>
              <a:t>là</a:t>
            </a:r>
            <a:r>
              <a:rPr sz="2800" spc="-30" dirty="0">
                <a:latin typeface="Calibri"/>
                <a:cs typeface="Calibri"/>
              </a:rPr>
              <a:t> </a:t>
            </a:r>
            <a:r>
              <a:rPr sz="2800" dirty="0">
                <a:latin typeface="Calibri"/>
                <a:cs typeface="Calibri"/>
              </a:rPr>
              <a:t>ở</a:t>
            </a:r>
            <a:r>
              <a:rPr sz="2800" spc="-25" dirty="0">
                <a:latin typeface="Calibri"/>
                <a:cs typeface="Calibri"/>
              </a:rPr>
              <a:t> </a:t>
            </a:r>
            <a:r>
              <a:rPr sz="2800" dirty="0">
                <a:latin typeface="Calibri"/>
                <a:cs typeface="Calibri"/>
              </a:rPr>
              <a:t>dạng</a:t>
            </a:r>
            <a:r>
              <a:rPr sz="2800" spc="-15" dirty="0">
                <a:latin typeface="Calibri"/>
                <a:cs typeface="Calibri"/>
              </a:rPr>
              <a:t> </a:t>
            </a:r>
            <a:r>
              <a:rPr sz="2800" spc="-25" dirty="0">
                <a:latin typeface="Calibri"/>
                <a:cs typeface="Calibri"/>
              </a:rPr>
              <a:t>nối </a:t>
            </a:r>
            <a:r>
              <a:rPr sz="2800" dirty="0">
                <a:latin typeface="Calibri"/>
                <a:cs typeface="Calibri"/>
              </a:rPr>
              <a:t>rời</a:t>
            </a:r>
            <a:r>
              <a:rPr sz="2800" spc="-80" dirty="0">
                <a:latin typeface="Calibri"/>
                <a:cs typeface="Calibri"/>
              </a:rPr>
              <a:t> </a:t>
            </a:r>
            <a:r>
              <a:rPr sz="2800" dirty="0">
                <a:latin typeface="Calibri"/>
                <a:cs typeface="Calibri"/>
              </a:rPr>
              <a:t>chính</a:t>
            </a:r>
            <a:r>
              <a:rPr sz="2800" spc="-55" dirty="0">
                <a:latin typeface="Calibri"/>
                <a:cs typeface="Calibri"/>
              </a:rPr>
              <a:t> </a:t>
            </a:r>
            <a:r>
              <a:rPr sz="2800" spc="-20" dirty="0">
                <a:latin typeface="Calibri"/>
                <a:cs typeface="Calibri"/>
              </a:rPr>
              <a:t>tắc.</a:t>
            </a:r>
            <a:endParaRPr sz="2800">
              <a:latin typeface="Calibri"/>
              <a:cs typeface="Calibri"/>
            </a:endParaRPr>
          </a:p>
          <a:p>
            <a:pPr marL="520700" marR="338455" lvl="1" indent="-457834">
              <a:lnSpc>
                <a:spcPct val="100000"/>
              </a:lnSpc>
              <a:spcBef>
                <a:spcPts val="675"/>
              </a:spcBef>
              <a:buFont typeface="Wingdings"/>
              <a:buChar char=""/>
              <a:tabLst>
                <a:tab pos="520700" algn="l"/>
              </a:tabLst>
            </a:pPr>
            <a:r>
              <a:rPr sz="2800" dirty="0">
                <a:latin typeface="Calibri"/>
                <a:cs typeface="Calibri"/>
              </a:rPr>
              <a:t>m,</a:t>
            </a:r>
            <a:r>
              <a:rPr sz="2800" spc="-45" dirty="0">
                <a:latin typeface="Calibri"/>
                <a:cs typeface="Calibri"/>
              </a:rPr>
              <a:t> </a:t>
            </a:r>
            <a:r>
              <a:rPr sz="2800" dirty="0">
                <a:latin typeface="Calibri"/>
                <a:cs typeface="Calibri"/>
              </a:rPr>
              <a:t>M</a:t>
            </a:r>
            <a:r>
              <a:rPr sz="2800" spc="-40" dirty="0">
                <a:latin typeface="Calibri"/>
                <a:cs typeface="Calibri"/>
              </a:rPr>
              <a:t> </a:t>
            </a:r>
            <a:r>
              <a:rPr sz="2800" dirty="0">
                <a:latin typeface="Calibri"/>
                <a:cs typeface="Calibri"/>
              </a:rPr>
              <a:t>cũng</a:t>
            </a:r>
            <a:r>
              <a:rPr sz="2800" spc="-35" dirty="0">
                <a:latin typeface="Calibri"/>
                <a:cs typeface="Calibri"/>
              </a:rPr>
              <a:t> </a:t>
            </a:r>
            <a:r>
              <a:rPr sz="2800" dirty="0">
                <a:latin typeface="Calibri"/>
                <a:cs typeface="Calibri"/>
              </a:rPr>
              <a:t>có</a:t>
            </a:r>
            <a:r>
              <a:rPr sz="2800" spc="-50" dirty="0">
                <a:latin typeface="Calibri"/>
                <a:cs typeface="Calibri"/>
              </a:rPr>
              <a:t> </a:t>
            </a:r>
            <a:r>
              <a:rPr sz="2800" dirty="0">
                <a:latin typeface="Calibri"/>
                <a:cs typeface="Calibri"/>
              </a:rPr>
              <a:t>thể</a:t>
            </a:r>
            <a:r>
              <a:rPr sz="2800" spc="-40" dirty="0">
                <a:latin typeface="Calibri"/>
                <a:cs typeface="Calibri"/>
              </a:rPr>
              <a:t> </a:t>
            </a:r>
            <a:r>
              <a:rPr sz="2800" dirty="0">
                <a:latin typeface="Calibri"/>
                <a:cs typeface="Calibri"/>
              </a:rPr>
              <a:t>được</a:t>
            </a:r>
            <a:r>
              <a:rPr sz="2800" spc="-20" dirty="0">
                <a:latin typeface="Calibri"/>
                <a:cs typeface="Calibri"/>
              </a:rPr>
              <a:t> </a:t>
            </a:r>
            <a:r>
              <a:rPr sz="2800" dirty="0">
                <a:latin typeface="Calibri"/>
                <a:cs typeface="Calibri"/>
              </a:rPr>
              <a:t>viết</a:t>
            </a:r>
            <a:r>
              <a:rPr sz="2800" spc="-55" dirty="0">
                <a:latin typeface="Calibri"/>
                <a:cs typeface="Calibri"/>
              </a:rPr>
              <a:t> </a:t>
            </a:r>
            <a:r>
              <a:rPr sz="2800" dirty="0">
                <a:latin typeface="Calibri"/>
                <a:cs typeface="Calibri"/>
              </a:rPr>
              <a:t>dưới</a:t>
            </a:r>
            <a:r>
              <a:rPr sz="2800" spc="-20" dirty="0">
                <a:latin typeface="Calibri"/>
                <a:cs typeface="Calibri"/>
              </a:rPr>
              <a:t> </a:t>
            </a:r>
            <a:r>
              <a:rPr sz="2800" dirty="0">
                <a:latin typeface="Calibri"/>
                <a:cs typeface="Calibri"/>
              </a:rPr>
              <a:t>dạng</a:t>
            </a:r>
            <a:r>
              <a:rPr sz="2800" spc="-50" dirty="0">
                <a:latin typeface="Calibri"/>
                <a:cs typeface="Calibri"/>
              </a:rPr>
              <a:t> </a:t>
            </a:r>
            <a:r>
              <a:rPr sz="2800" dirty="0">
                <a:latin typeface="Calibri"/>
                <a:cs typeface="Calibri"/>
              </a:rPr>
              <a:t>nối</a:t>
            </a:r>
            <a:r>
              <a:rPr sz="2800" spc="-35" dirty="0">
                <a:latin typeface="Calibri"/>
                <a:cs typeface="Calibri"/>
              </a:rPr>
              <a:t> </a:t>
            </a:r>
            <a:r>
              <a:rPr sz="2800" dirty="0">
                <a:latin typeface="Calibri"/>
                <a:cs typeface="Calibri"/>
              </a:rPr>
              <a:t>rời</a:t>
            </a:r>
            <a:r>
              <a:rPr sz="2800" spc="-40" dirty="0">
                <a:latin typeface="Calibri"/>
                <a:cs typeface="Calibri"/>
              </a:rPr>
              <a:t> </a:t>
            </a:r>
            <a:r>
              <a:rPr sz="2800" spc="-10" dirty="0">
                <a:latin typeface="Calibri"/>
                <a:cs typeface="Calibri"/>
              </a:rPr>
              <a:t>chính </a:t>
            </a:r>
            <a:r>
              <a:rPr sz="2800" spc="-20" dirty="0">
                <a:latin typeface="Calibri"/>
                <a:cs typeface="Calibri"/>
              </a:rPr>
              <a:t>tắc.</a:t>
            </a:r>
            <a:endParaRPr sz="2800">
              <a:latin typeface="Calibri"/>
              <a:cs typeface="Calibri"/>
            </a:endParaRPr>
          </a:p>
        </p:txBody>
      </p:sp>
    </p:spTree>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1313" rIns="0" bIns="0" rtlCol="0">
            <a:spAutoFit/>
          </a:bodyPr>
          <a:lstStyle/>
          <a:p>
            <a:pPr marL="88900">
              <a:lnSpc>
                <a:spcPct val="100000"/>
              </a:lnSpc>
              <a:spcBef>
                <a:spcPts val="95"/>
              </a:spcBef>
            </a:pPr>
            <a:r>
              <a:rPr b="1" dirty="0">
                <a:latin typeface="Calibri"/>
                <a:cs typeface="Calibri"/>
              </a:rPr>
              <a:t>Ví</a:t>
            </a:r>
            <a:r>
              <a:rPr b="1" spc="-30" dirty="0">
                <a:latin typeface="Calibri"/>
                <a:cs typeface="Calibri"/>
              </a:rPr>
              <a:t> </a:t>
            </a:r>
            <a:r>
              <a:rPr b="1" dirty="0">
                <a:latin typeface="Calibri"/>
                <a:cs typeface="Calibri"/>
              </a:rPr>
              <a:t>dụ</a:t>
            </a:r>
            <a:r>
              <a:rPr b="1" spc="-30" dirty="0">
                <a:latin typeface="Calibri"/>
                <a:cs typeface="Calibri"/>
              </a:rPr>
              <a:t> </a:t>
            </a:r>
            <a:r>
              <a:rPr b="1" dirty="0">
                <a:latin typeface="Calibri"/>
                <a:cs typeface="Calibri"/>
              </a:rPr>
              <a:t>1</a:t>
            </a:r>
            <a:r>
              <a:rPr b="1" spc="-10" dirty="0">
                <a:latin typeface="Calibri"/>
                <a:cs typeface="Calibri"/>
              </a:rPr>
              <a:t> </a:t>
            </a:r>
            <a:r>
              <a:rPr b="1" dirty="0">
                <a:latin typeface="Calibri"/>
                <a:cs typeface="Calibri"/>
              </a:rPr>
              <a:t>(mđ</a:t>
            </a:r>
            <a:r>
              <a:rPr b="1" spc="-35" dirty="0">
                <a:latin typeface="Calibri"/>
                <a:cs typeface="Calibri"/>
              </a:rPr>
              <a:t> </a:t>
            </a:r>
            <a:r>
              <a:rPr b="1" dirty="0">
                <a:latin typeface="Calibri"/>
                <a:cs typeface="Calibri"/>
              </a:rPr>
              <a:t>4.5.3):</a:t>
            </a:r>
            <a:r>
              <a:rPr b="1" spc="25" dirty="0">
                <a:latin typeface="Calibri"/>
                <a:cs typeface="Calibri"/>
              </a:rPr>
              <a:t> </a:t>
            </a:r>
            <a:r>
              <a:rPr dirty="0"/>
              <a:t>m</a:t>
            </a:r>
            <a:r>
              <a:rPr spc="-30" dirty="0"/>
              <a:t> </a:t>
            </a:r>
            <a:r>
              <a:rPr dirty="0"/>
              <a:t>=</a:t>
            </a:r>
            <a:r>
              <a:rPr spc="-20" dirty="0"/>
              <a:t> </a:t>
            </a:r>
            <a:r>
              <a:rPr dirty="0"/>
              <a:t>xyzt,</a:t>
            </a:r>
            <a:r>
              <a:rPr spc="-20" dirty="0"/>
              <a:t> </a:t>
            </a:r>
            <a:r>
              <a:rPr dirty="0"/>
              <a:t>M</a:t>
            </a:r>
            <a:r>
              <a:rPr spc="-20" dirty="0"/>
              <a:t> </a:t>
            </a:r>
            <a:r>
              <a:rPr dirty="0"/>
              <a:t>=</a:t>
            </a:r>
            <a:r>
              <a:rPr spc="-20" dirty="0"/>
              <a:t> </a:t>
            </a:r>
            <a:r>
              <a:rPr dirty="0"/>
              <a:t>xyt.</a:t>
            </a:r>
            <a:r>
              <a:rPr spc="-10" dirty="0"/>
              <a:t> </a:t>
            </a:r>
            <a:r>
              <a:rPr spc="-85" dirty="0"/>
              <a:t>Ta</a:t>
            </a:r>
            <a:r>
              <a:rPr spc="-50" dirty="0"/>
              <a:t> </a:t>
            </a:r>
            <a:r>
              <a:rPr dirty="0"/>
              <a:t>có</a:t>
            </a:r>
            <a:r>
              <a:rPr spc="-15" dirty="0"/>
              <a:t> </a:t>
            </a:r>
            <a:r>
              <a:rPr dirty="0"/>
              <a:t>m</a:t>
            </a:r>
            <a:r>
              <a:rPr spc="-35" dirty="0"/>
              <a:t> </a:t>
            </a:r>
            <a:r>
              <a:rPr dirty="0"/>
              <a:t>&lt;</a:t>
            </a:r>
            <a:r>
              <a:rPr spc="-15" dirty="0"/>
              <a:t> </a:t>
            </a:r>
            <a:r>
              <a:rPr spc="-25" dirty="0"/>
              <a:t>M.</a:t>
            </a:r>
          </a:p>
        </p:txBody>
      </p:sp>
    </p:spTree>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08940" y="391413"/>
            <a:ext cx="8209280" cy="5146675"/>
          </a:xfrm>
          <a:prstGeom prst="rect">
            <a:avLst/>
          </a:prstGeom>
        </p:spPr>
        <p:txBody>
          <a:bodyPr vert="horz" wrap="square" lIns="0" tIns="11430" rIns="0" bIns="0" rtlCol="0">
            <a:spAutoFit/>
          </a:bodyPr>
          <a:lstStyle/>
          <a:p>
            <a:pPr marL="63500" marR="55880" algn="just">
              <a:lnSpc>
                <a:spcPct val="100200"/>
              </a:lnSpc>
              <a:spcBef>
                <a:spcPts val="90"/>
              </a:spcBef>
            </a:pPr>
            <a:r>
              <a:rPr sz="2800" b="1" spc="-15" dirty="0">
                <a:latin typeface="Calibri"/>
                <a:cs typeface="Calibri"/>
              </a:rPr>
              <a:t>4.5.4</a:t>
            </a:r>
            <a:r>
              <a:rPr sz="2800" b="1" spc="25" dirty="0">
                <a:latin typeface="Calibri"/>
                <a:cs typeface="Calibri"/>
              </a:rPr>
              <a:t> </a:t>
            </a:r>
            <a:r>
              <a:rPr sz="2800" b="1" dirty="0">
                <a:latin typeface="Calibri"/>
                <a:cs typeface="Calibri"/>
              </a:rPr>
              <a:t>Định</a:t>
            </a:r>
            <a:r>
              <a:rPr sz="2800" b="1" spc="10" dirty="0">
                <a:latin typeface="Calibri"/>
                <a:cs typeface="Calibri"/>
              </a:rPr>
              <a:t> </a:t>
            </a:r>
            <a:r>
              <a:rPr sz="2800" b="1" spc="-10" dirty="0">
                <a:latin typeface="Calibri"/>
                <a:cs typeface="Calibri"/>
              </a:rPr>
              <a:t>nghĩa</a:t>
            </a:r>
            <a:r>
              <a:rPr sz="2800" b="1" spc="10" dirty="0">
                <a:latin typeface="Calibri"/>
                <a:cs typeface="Calibri"/>
              </a:rPr>
              <a:t> </a:t>
            </a:r>
            <a:r>
              <a:rPr sz="2800" b="1" spc="-10" dirty="0">
                <a:latin typeface="Calibri"/>
                <a:cs typeface="Calibri"/>
              </a:rPr>
              <a:t>:</a:t>
            </a:r>
            <a:r>
              <a:rPr sz="2800" b="1" spc="15" dirty="0">
                <a:latin typeface="Calibri"/>
                <a:cs typeface="Calibri"/>
              </a:rPr>
              <a:t> </a:t>
            </a:r>
            <a:r>
              <a:rPr sz="2800" dirty="0">
                <a:latin typeface="Calibri"/>
                <a:cs typeface="Calibri"/>
              </a:rPr>
              <a:t>Giả</a:t>
            </a:r>
            <a:r>
              <a:rPr sz="2800" spc="-5" dirty="0">
                <a:latin typeface="Calibri"/>
                <a:cs typeface="Calibri"/>
              </a:rPr>
              <a:t> </a:t>
            </a:r>
            <a:r>
              <a:rPr sz="2800" spc="-15" dirty="0">
                <a:latin typeface="Calibri"/>
                <a:cs typeface="Calibri"/>
              </a:rPr>
              <a:t>sử</a:t>
            </a:r>
            <a:r>
              <a:rPr sz="2800" spc="5" dirty="0">
                <a:latin typeface="Calibri"/>
                <a:cs typeface="Calibri"/>
              </a:rPr>
              <a:t> </a:t>
            </a:r>
            <a:r>
              <a:rPr sz="2800" spc="-15" dirty="0">
                <a:latin typeface="Calibri"/>
                <a:cs typeface="Calibri"/>
              </a:rPr>
              <a:t>x</a:t>
            </a:r>
            <a:r>
              <a:rPr sz="2800" spc="-5" dirty="0">
                <a:latin typeface="Calibri"/>
                <a:cs typeface="Calibri"/>
              </a:rPr>
              <a:t> </a:t>
            </a:r>
            <a:r>
              <a:rPr sz="2800" dirty="0">
                <a:latin typeface="Calibri"/>
                <a:cs typeface="Calibri"/>
              </a:rPr>
              <a:t>là</a:t>
            </a:r>
            <a:r>
              <a:rPr sz="2800" spc="-5" dirty="0">
                <a:latin typeface="Calibri"/>
                <a:cs typeface="Calibri"/>
              </a:rPr>
              <a:t> </a:t>
            </a:r>
            <a:r>
              <a:rPr sz="2800" spc="-20" dirty="0">
                <a:latin typeface="Calibri"/>
                <a:cs typeface="Calibri"/>
              </a:rPr>
              <a:t>một</a:t>
            </a:r>
            <a:r>
              <a:rPr sz="2800" spc="5" dirty="0">
                <a:latin typeface="Calibri"/>
                <a:cs typeface="Calibri"/>
              </a:rPr>
              <a:t> </a:t>
            </a:r>
            <a:r>
              <a:rPr sz="2800" spc="-25" dirty="0">
                <a:latin typeface="Calibri"/>
                <a:cs typeface="Calibri"/>
              </a:rPr>
              <a:t>trong</a:t>
            </a:r>
            <a:r>
              <a:rPr sz="2800" spc="10" dirty="0">
                <a:latin typeface="Calibri"/>
                <a:cs typeface="Calibri"/>
              </a:rPr>
              <a:t> </a:t>
            </a:r>
            <a:r>
              <a:rPr sz="2800" spc="-20" dirty="0">
                <a:latin typeface="Calibri"/>
                <a:cs typeface="Calibri"/>
              </a:rPr>
              <a:t>số</a:t>
            </a:r>
            <a:r>
              <a:rPr sz="2800" spc="10" dirty="0">
                <a:latin typeface="Calibri"/>
                <a:cs typeface="Calibri"/>
              </a:rPr>
              <a:t> </a:t>
            </a:r>
            <a:r>
              <a:rPr sz="2800" spc="-20" dirty="0">
                <a:latin typeface="Calibri"/>
                <a:cs typeface="Calibri"/>
              </a:rPr>
              <a:t>các</a:t>
            </a:r>
            <a:r>
              <a:rPr sz="2800" spc="5" dirty="0">
                <a:latin typeface="Calibri"/>
                <a:cs typeface="Calibri"/>
              </a:rPr>
              <a:t> </a:t>
            </a:r>
            <a:r>
              <a:rPr sz="2800" spc="-20" dirty="0">
                <a:latin typeface="Calibri"/>
                <a:cs typeface="Calibri"/>
              </a:rPr>
              <a:t>biến</a:t>
            </a:r>
            <a:r>
              <a:rPr sz="2800" dirty="0">
                <a:latin typeface="Calibri"/>
                <a:cs typeface="Calibri"/>
              </a:rPr>
              <a:t> </a:t>
            </a:r>
            <a:r>
              <a:rPr sz="2800" spc="-15" dirty="0">
                <a:latin typeface="Calibri"/>
                <a:cs typeface="Calibri"/>
              </a:rPr>
              <a:t>Bool</a:t>
            </a:r>
            <a:r>
              <a:rPr sz="2800" spc="-10" dirty="0">
                <a:latin typeface="Calibri"/>
                <a:cs typeface="Calibri"/>
              </a:rPr>
              <a:t> </a:t>
            </a:r>
            <a:r>
              <a:rPr sz="2800" spc="-40" dirty="0">
                <a:latin typeface="Calibri"/>
                <a:cs typeface="Calibri"/>
              </a:rPr>
              <a:t>v</a:t>
            </a:r>
            <a:r>
              <a:rPr sz="2800" dirty="0">
                <a:latin typeface="Calibri"/>
                <a:cs typeface="Calibri"/>
              </a:rPr>
              <a:t>à</a:t>
            </a:r>
            <a:r>
              <a:rPr sz="2800" spc="-5" dirty="0">
                <a:latin typeface="Calibri"/>
                <a:cs typeface="Calibri"/>
              </a:rPr>
              <a:t> </a:t>
            </a:r>
            <a:r>
              <a:rPr sz="2800" spc="-10" dirty="0">
                <a:latin typeface="Calibri"/>
                <a:cs typeface="Calibri"/>
              </a:rPr>
              <a:t>m</a:t>
            </a:r>
            <a:r>
              <a:rPr sz="2775" spc="-15" baseline="-21021" dirty="0">
                <a:latin typeface="Calibri"/>
                <a:cs typeface="Calibri"/>
              </a:rPr>
              <a:t>1</a:t>
            </a:r>
            <a:r>
              <a:rPr sz="2800" spc="-10" dirty="0">
                <a:latin typeface="Calibri"/>
                <a:cs typeface="Calibri"/>
              </a:rPr>
              <a:t>,</a:t>
            </a:r>
            <a:r>
              <a:rPr sz="2800" spc="10" dirty="0">
                <a:latin typeface="Calibri"/>
                <a:cs typeface="Calibri"/>
              </a:rPr>
              <a:t> </a:t>
            </a:r>
            <a:r>
              <a:rPr sz="2800" spc="-10" dirty="0">
                <a:latin typeface="Calibri"/>
                <a:cs typeface="Calibri"/>
              </a:rPr>
              <a:t>m</a:t>
            </a:r>
            <a:r>
              <a:rPr sz="2775" spc="-15" baseline="-21021" dirty="0">
                <a:latin typeface="Calibri"/>
                <a:cs typeface="Calibri"/>
              </a:rPr>
              <a:t>2</a:t>
            </a:r>
            <a:r>
              <a:rPr sz="2775" spc="330" baseline="-21021" dirty="0">
                <a:latin typeface="Calibri"/>
                <a:cs typeface="Calibri"/>
              </a:rPr>
              <a:t> </a:t>
            </a:r>
            <a:r>
              <a:rPr sz="2800" dirty="0">
                <a:latin typeface="Calibri"/>
                <a:cs typeface="Calibri"/>
              </a:rPr>
              <a:t>là</a:t>
            </a:r>
            <a:r>
              <a:rPr sz="2800" spc="-5" dirty="0">
                <a:latin typeface="Calibri"/>
                <a:cs typeface="Calibri"/>
              </a:rPr>
              <a:t> </a:t>
            </a:r>
            <a:r>
              <a:rPr sz="2800" dirty="0">
                <a:latin typeface="Calibri"/>
                <a:cs typeface="Calibri"/>
              </a:rPr>
              <a:t>hai</a:t>
            </a:r>
            <a:r>
              <a:rPr sz="2800" spc="5" dirty="0">
                <a:latin typeface="Calibri"/>
                <a:cs typeface="Calibri"/>
              </a:rPr>
              <a:t> </a:t>
            </a:r>
            <a:r>
              <a:rPr sz="2800" spc="-20" dirty="0">
                <a:latin typeface="Calibri"/>
                <a:cs typeface="Calibri"/>
              </a:rPr>
              <a:t>đơn</a:t>
            </a:r>
            <a:r>
              <a:rPr sz="2800" spc="5" dirty="0">
                <a:latin typeface="Calibri"/>
                <a:cs typeface="Calibri"/>
              </a:rPr>
              <a:t> </a:t>
            </a:r>
            <a:r>
              <a:rPr sz="2800" spc="-20" dirty="0">
                <a:latin typeface="Calibri"/>
                <a:cs typeface="Calibri"/>
              </a:rPr>
              <a:t>thức</a:t>
            </a:r>
            <a:r>
              <a:rPr sz="2800" spc="30" dirty="0">
                <a:latin typeface="Calibri"/>
                <a:cs typeface="Calibri"/>
              </a:rPr>
              <a:t> </a:t>
            </a:r>
            <a:r>
              <a:rPr sz="2800" spc="-15" dirty="0">
                <a:latin typeface="Calibri"/>
                <a:cs typeface="Calibri"/>
              </a:rPr>
              <a:t>không</a:t>
            </a:r>
            <a:r>
              <a:rPr sz="2800" spc="10" dirty="0">
                <a:latin typeface="Calibri"/>
                <a:cs typeface="Calibri"/>
              </a:rPr>
              <a:t> </a:t>
            </a:r>
            <a:r>
              <a:rPr sz="2800" spc="-25" dirty="0">
                <a:latin typeface="Calibri"/>
                <a:cs typeface="Calibri"/>
              </a:rPr>
              <a:t>có</a:t>
            </a:r>
            <a:r>
              <a:rPr sz="2800" spc="10" dirty="0">
                <a:latin typeface="Calibri"/>
                <a:cs typeface="Calibri"/>
              </a:rPr>
              <a:t> </a:t>
            </a:r>
            <a:r>
              <a:rPr sz="2800" spc="-15" dirty="0">
                <a:latin typeface="Calibri"/>
                <a:cs typeface="Calibri"/>
              </a:rPr>
              <a:t>x</a:t>
            </a:r>
            <a:r>
              <a:rPr sz="2800" spc="-5" dirty="0">
                <a:latin typeface="Calibri"/>
                <a:cs typeface="Calibri"/>
              </a:rPr>
              <a:t> lẫ</a:t>
            </a:r>
            <a:r>
              <a:rPr sz="2800" dirty="0">
                <a:latin typeface="Calibri"/>
                <a:cs typeface="Calibri"/>
              </a:rPr>
              <a:t>n</a:t>
            </a:r>
            <a:r>
              <a:rPr sz="2800" spc="20" dirty="0">
                <a:latin typeface="Calibri"/>
                <a:cs typeface="Calibri"/>
              </a:rPr>
              <a:t> </a:t>
            </a:r>
            <a:r>
              <a:rPr sz="2800" spc="-70" dirty="0">
                <a:latin typeface="Cambria Math"/>
                <a:cs typeface="Cambria Math"/>
              </a:rPr>
              <a:t>𝑥</a:t>
            </a:r>
            <a:r>
              <a:rPr sz="2800" spc="-2235" dirty="0">
                <a:latin typeface="Cambria Math"/>
                <a:cs typeface="Cambria Math"/>
              </a:rPr>
              <a:t>ҧ</a:t>
            </a:r>
            <a:r>
              <a:rPr sz="2800" spc="185" dirty="0">
                <a:latin typeface="Cambria Math"/>
                <a:cs typeface="Cambria Math"/>
              </a:rPr>
              <a:t> </a:t>
            </a:r>
            <a:r>
              <a:rPr sz="2800" spc="-10" dirty="0">
                <a:latin typeface="Calibri"/>
                <a:cs typeface="Calibri"/>
              </a:rPr>
              <a:t>.</a:t>
            </a:r>
            <a:r>
              <a:rPr sz="2800" spc="10" dirty="0">
                <a:latin typeface="Calibri"/>
                <a:cs typeface="Calibri"/>
              </a:rPr>
              <a:t> </a:t>
            </a:r>
            <a:r>
              <a:rPr sz="2800" dirty="0">
                <a:latin typeface="Calibri"/>
                <a:cs typeface="Calibri"/>
              </a:rPr>
              <a:t>Khi </a:t>
            </a:r>
            <a:r>
              <a:rPr sz="2800" spc="-45" dirty="0">
                <a:latin typeface="Calibri"/>
                <a:cs typeface="Calibri"/>
              </a:rPr>
              <a:t>ấ</a:t>
            </a:r>
            <a:r>
              <a:rPr sz="2800" dirty="0">
                <a:latin typeface="Calibri"/>
                <a:cs typeface="Calibri"/>
              </a:rPr>
              <a:t>y</a:t>
            </a:r>
            <a:r>
              <a:rPr sz="2800" spc="-15" dirty="0">
                <a:latin typeface="Calibri"/>
                <a:cs typeface="Calibri"/>
              </a:rPr>
              <a:t> </a:t>
            </a:r>
            <a:r>
              <a:rPr sz="2800" spc="-10" dirty="0">
                <a:latin typeface="Calibri"/>
                <a:cs typeface="Calibri"/>
              </a:rPr>
              <a:t>m</a:t>
            </a:r>
            <a:r>
              <a:rPr sz="2775" spc="-15" baseline="-21021" dirty="0">
                <a:latin typeface="Calibri"/>
                <a:cs typeface="Calibri"/>
              </a:rPr>
              <a:t>1</a:t>
            </a:r>
            <a:r>
              <a:rPr sz="2800" spc="-10" dirty="0">
                <a:latin typeface="Calibri"/>
                <a:cs typeface="Calibri"/>
              </a:rPr>
              <a:t>m</a:t>
            </a:r>
            <a:r>
              <a:rPr sz="2775" spc="-15" baseline="-21021" dirty="0">
                <a:latin typeface="Calibri"/>
                <a:cs typeface="Calibri"/>
              </a:rPr>
              <a:t>2</a:t>
            </a:r>
            <a:r>
              <a:rPr sz="2775" baseline="-21021" dirty="0">
                <a:latin typeface="Calibri"/>
                <a:cs typeface="Calibri"/>
              </a:rPr>
              <a:t> </a:t>
            </a:r>
            <a:r>
              <a:rPr sz="2800" spc="-20" dirty="0">
                <a:latin typeface="Calibri"/>
                <a:cs typeface="Calibri"/>
              </a:rPr>
              <a:t>được</a:t>
            </a:r>
            <a:r>
              <a:rPr sz="2800" spc="20" dirty="0">
                <a:latin typeface="Calibri"/>
                <a:cs typeface="Calibri"/>
              </a:rPr>
              <a:t> </a:t>
            </a:r>
            <a:r>
              <a:rPr sz="2800" spc="-15" dirty="0">
                <a:latin typeface="Calibri"/>
                <a:cs typeface="Calibri"/>
              </a:rPr>
              <a:t>nói</a:t>
            </a:r>
            <a:r>
              <a:rPr sz="2800" spc="5" dirty="0">
                <a:latin typeface="Calibri"/>
                <a:cs typeface="Calibri"/>
              </a:rPr>
              <a:t> </a:t>
            </a:r>
            <a:r>
              <a:rPr sz="2800" dirty="0">
                <a:latin typeface="Calibri"/>
                <a:cs typeface="Calibri"/>
              </a:rPr>
              <a:t>là</a:t>
            </a:r>
            <a:r>
              <a:rPr sz="2800" spc="-5" dirty="0">
                <a:latin typeface="Calibri"/>
                <a:cs typeface="Calibri"/>
              </a:rPr>
              <a:t> </a:t>
            </a:r>
            <a:r>
              <a:rPr sz="2800" spc="-15" dirty="0">
                <a:latin typeface="Calibri"/>
                <a:cs typeface="Calibri"/>
              </a:rPr>
              <a:t>thỏa</a:t>
            </a:r>
            <a:r>
              <a:rPr sz="2800" spc="15" dirty="0">
                <a:latin typeface="Calibri"/>
                <a:cs typeface="Calibri"/>
              </a:rPr>
              <a:t> </a:t>
            </a:r>
            <a:r>
              <a:rPr sz="2800" spc="-20" dirty="0">
                <a:latin typeface="Calibri"/>
                <a:cs typeface="Calibri"/>
              </a:rPr>
              <a:t>thuận</a:t>
            </a:r>
            <a:r>
              <a:rPr sz="2800" spc="20" dirty="0">
                <a:latin typeface="Calibri"/>
                <a:cs typeface="Calibri"/>
              </a:rPr>
              <a:t> </a:t>
            </a:r>
            <a:r>
              <a:rPr sz="2800" dirty="0">
                <a:latin typeface="Calibri"/>
                <a:cs typeface="Calibri"/>
              </a:rPr>
              <a:t>gi</a:t>
            </a:r>
            <a:r>
              <a:rPr sz="2800" spc="-10" dirty="0">
                <a:latin typeface="Calibri"/>
                <a:cs typeface="Calibri"/>
              </a:rPr>
              <a:t>ữ</a:t>
            </a:r>
            <a:r>
              <a:rPr sz="2800" dirty="0">
                <a:latin typeface="Calibri"/>
                <a:cs typeface="Calibri"/>
              </a:rPr>
              <a:t>a hai </a:t>
            </a:r>
            <a:r>
              <a:rPr sz="2800" spc="-20" dirty="0">
                <a:latin typeface="Calibri"/>
                <a:cs typeface="Calibri"/>
              </a:rPr>
              <a:t>đơn</a:t>
            </a:r>
            <a:r>
              <a:rPr sz="2800" spc="25" dirty="0">
                <a:latin typeface="Calibri"/>
                <a:cs typeface="Calibri"/>
              </a:rPr>
              <a:t> </a:t>
            </a:r>
            <a:r>
              <a:rPr sz="2800" spc="-20" dirty="0">
                <a:latin typeface="Calibri"/>
                <a:cs typeface="Calibri"/>
              </a:rPr>
              <a:t>thức</a:t>
            </a:r>
            <a:r>
              <a:rPr sz="2800" spc="30" dirty="0">
                <a:latin typeface="Calibri"/>
                <a:cs typeface="Calibri"/>
              </a:rPr>
              <a:t> </a:t>
            </a:r>
            <a:r>
              <a:rPr sz="2800" spc="-5" dirty="0">
                <a:latin typeface="Calibri"/>
                <a:cs typeface="Calibri"/>
              </a:rPr>
              <a:t>xm</a:t>
            </a:r>
            <a:r>
              <a:rPr sz="2775" spc="-7" baseline="-21021" dirty="0">
                <a:latin typeface="Calibri"/>
                <a:cs typeface="Calibri"/>
              </a:rPr>
              <a:t>1</a:t>
            </a:r>
            <a:r>
              <a:rPr sz="2775" spc="330" baseline="-21021" dirty="0">
                <a:latin typeface="Calibri"/>
                <a:cs typeface="Calibri"/>
              </a:rPr>
              <a:t> </a:t>
            </a:r>
            <a:r>
              <a:rPr sz="2800" spc="-40" dirty="0">
                <a:latin typeface="Calibri"/>
                <a:cs typeface="Calibri"/>
              </a:rPr>
              <a:t>v</a:t>
            </a:r>
            <a:r>
              <a:rPr sz="2800" dirty="0">
                <a:latin typeface="Calibri"/>
                <a:cs typeface="Calibri"/>
              </a:rPr>
              <a:t>à</a:t>
            </a:r>
            <a:r>
              <a:rPr sz="2800" spc="-5" dirty="0">
                <a:latin typeface="Calibri"/>
                <a:cs typeface="Calibri"/>
              </a:rPr>
              <a:t> </a:t>
            </a:r>
            <a:r>
              <a:rPr sz="2800" spc="-90" dirty="0">
                <a:latin typeface="Cambria Math"/>
                <a:cs typeface="Cambria Math"/>
              </a:rPr>
              <a:t>𝑥</a:t>
            </a:r>
            <a:r>
              <a:rPr sz="2800" spc="-2090" dirty="0">
                <a:latin typeface="Cambria Math"/>
                <a:cs typeface="Cambria Math"/>
              </a:rPr>
              <a:t>ҧ</a:t>
            </a:r>
            <a:r>
              <a:rPr sz="2800" spc="-15" dirty="0">
                <a:latin typeface="Calibri"/>
                <a:cs typeface="Calibri"/>
              </a:rPr>
              <a:t>m</a:t>
            </a:r>
            <a:r>
              <a:rPr sz="2775" spc="-15" baseline="-21021" dirty="0">
                <a:latin typeface="Calibri"/>
                <a:cs typeface="Calibri"/>
              </a:rPr>
              <a:t>2</a:t>
            </a:r>
            <a:r>
              <a:rPr sz="2800" spc="-5" dirty="0">
                <a:latin typeface="Calibri"/>
                <a:cs typeface="Calibri"/>
              </a:rPr>
              <a:t>.</a:t>
            </a:r>
            <a:endParaRPr sz="2800">
              <a:latin typeface="Calibri"/>
              <a:cs typeface="Calibri"/>
            </a:endParaRPr>
          </a:p>
          <a:p>
            <a:pPr>
              <a:lnSpc>
                <a:spcPct val="100000"/>
              </a:lnSpc>
              <a:spcBef>
                <a:spcPts val="1275"/>
              </a:spcBef>
            </a:pPr>
            <a:endParaRPr sz="2800">
              <a:latin typeface="Calibri"/>
              <a:cs typeface="Calibri"/>
            </a:endParaRPr>
          </a:p>
          <a:p>
            <a:pPr marL="63500">
              <a:lnSpc>
                <a:spcPct val="100000"/>
              </a:lnSpc>
            </a:pPr>
            <a:r>
              <a:rPr sz="2800" b="1" dirty="0">
                <a:latin typeface="Calibri"/>
                <a:cs typeface="Calibri"/>
              </a:rPr>
              <a:t>Ví dụ </a:t>
            </a:r>
            <a:r>
              <a:rPr sz="2800" b="1" spc="-50" dirty="0">
                <a:latin typeface="Calibri"/>
                <a:cs typeface="Calibri"/>
              </a:rPr>
              <a:t>:</a:t>
            </a:r>
            <a:endParaRPr sz="2800">
              <a:latin typeface="Calibri"/>
              <a:cs typeface="Calibri"/>
            </a:endParaRPr>
          </a:p>
          <a:p>
            <a:pPr marL="578485" indent="-514984">
              <a:lnSpc>
                <a:spcPct val="100000"/>
              </a:lnSpc>
              <a:spcBef>
                <a:spcPts val="685"/>
              </a:spcBef>
              <a:buAutoNum type="arabicPeriod"/>
              <a:tabLst>
                <a:tab pos="578485" algn="l"/>
              </a:tabLst>
            </a:pPr>
            <a:r>
              <a:rPr sz="2800" spc="-715" dirty="0">
                <a:latin typeface="Calibri"/>
                <a:cs typeface="Calibri"/>
              </a:rPr>
              <a:t>x</a:t>
            </a:r>
            <a:r>
              <a:rPr sz="2800" spc="-715" dirty="0">
                <a:solidFill>
                  <a:srgbClr val="FF0000"/>
                </a:solidFill>
                <a:latin typeface="Cambria Math"/>
                <a:cs typeface="Cambria Math"/>
              </a:rPr>
              <a:t>𝒚</a:t>
            </a:r>
            <a:r>
              <a:rPr sz="2800" spc="-715" dirty="0">
                <a:latin typeface="Cambria Math"/>
                <a:cs typeface="Cambria Math"/>
              </a:rPr>
              <a:t>ഥ</a:t>
            </a:r>
            <a:r>
              <a:rPr sz="2800" spc="-715" dirty="0">
                <a:latin typeface="Calibri"/>
                <a:cs typeface="Calibri"/>
              </a:rPr>
              <a:t>z</a:t>
            </a:r>
            <a:r>
              <a:rPr sz="2800" spc="-5" dirty="0">
                <a:latin typeface="Calibri"/>
                <a:cs typeface="Calibri"/>
              </a:rPr>
              <a:t> </a:t>
            </a:r>
            <a:r>
              <a:rPr sz="2800" dirty="0">
                <a:latin typeface="Calibri"/>
                <a:cs typeface="Calibri"/>
              </a:rPr>
              <a:t>và</a:t>
            </a:r>
            <a:r>
              <a:rPr sz="2800" spc="-75" dirty="0">
                <a:latin typeface="Calibri"/>
                <a:cs typeface="Calibri"/>
              </a:rPr>
              <a:t> </a:t>
            </a:r>
            <a:r>
              <a:rPr sz="2800" b="1" dirty="0">
                <a:solidFill>
                  <a:srgbClr val="FF0000"/>
                </a:solidFill>
                <a:latin typeface="Calibri"/>
                <a:cs typeface="Calibri"/>
              </a:rPr>
              <a:t>y</a:t>
            </a:r>
            <a:r>
              <a:rPr sz="2800" dirty="0">
                <a:latin typeface="Calibri"/>
                <a:cs typeface="Calibri"/>
              </a:rPr>
              <a:t>t</a:t>
            </a:r>
            <a:r>
              <a:rPr sz="2800" spc="-25" dirty="0">
                <a:latin typeface="Calibri"/>
                <a:cs typeface="Calibri"/>
              </a:rPr>
              <a:t> </a:t>
            </a:r>
            <a:r>
              <a:rPr sz="2800" dirty="0">
                <a:latin typeface="Calibri"/>
                <a:cs typeface="Calibri"/>
              </a:rPr>
              <a:t>có</a:t>
            </a:r>
            <a:r>
              <a:rPr sz="2800" spc="-40" dirty="0">
                <a:latin typeface="Calibri"/>
                <a:cs typeface="Calibri"/>
              </a:rPr>
              <a:t> </a:t>
            </a:r>
            <a:r>
              <a:rPr sz="2800" dirty="0">
                <a:latin typeface="Calibri"/>
                <a:cs typeface="Calibri"/>
              </a:rPr>
              <a:t>thỏa</a:t>
            </a:r>
            <a:r>
              <a:rPr sz="2800" spc="-20" dirty="0">
                <a:latin typeface="Calibri"/>
                <a:cs typeface="Calibri"/>
              </a:rPr>
              <a:t> </a:t>
            </a:r>
            <a:r>
              <a:rPr sz="2800" dirty="0">
                <a:latin typeface="Calibri"/>
                <a:cs typeface="Calibri"/>
              </a:rPr>
              <a:t>thuận</a:t>
            </a:r>
            <a:r>
              <a:rPr sz="2800" spc="-15" dirty="0">
                <a:latin typeface="Calibri"/>
                <a:cs typeface="Calibri"/>
              </a:rPr>
              <a:t> </a:t>
            </a:r>
            <a:r>
              <a:rPr sz="2800" dirty="0">
                <a:latin typeface="Calibri"/>
                <a:cs typeface="Calibri"/>
              </a:rPr>
              <a:t>là</a:t>
            </a:r>
            <a:r>
              <a:rPr sz="2800" spc="-35" dirty="0">
                <a:latin typeface="Calibri"/>
                <a:cs typeface="Calibri"/>
              </a:rPr>
              <a:t> </a:t>
            </a:r>
            <a:r>
              <a:rPr sz="2800" spc="-20" dirty="0">
                <a:latin typeface="Calibri"/>
                <a:cs typeface="Calibri"/>
              </a:rPr>
              <a:t>xzt.</a:t>
            </a:r>
            <a:endParaRPr sz="2800">
              <a:latin typeface="Calibri"/>
              <a:cs typeface="Calibri"/>
            </a:endParaRPr>
          </a:p>
          <a:p>
            <a:pPr marL="578485" marR="237490" indent="-515620">
              <a:lnSpc>
                <a:spcPct val="99900"/>
              </a:lnSpc>
              <a:spcBef>
                <a:spcPts val="675"/>
              </a:spcBef>
              <a:buAutoNum type="arabicPeriod"/>
              <a:tabLst>
                <a:tab pos="578485" algn="l"/>
              </a:tabLst>
            </a:pPr>
            <a:r>
              <a:rPr sz="2800" spc="-715" dirty="0">
                <a:latin typeface="Calibri"/>
                <a:cs typeface="Calibri"/>
              </a:rPr>
              <a:t>x</a:t>
            </a:r>
            <a:r>
              <a:rPr sz="2800" spc="-715" dirty="0">
                <a:solidFill>
                  <a:srgbClr val="FF0000"/>
                </a:solidFill>
                <a:latin typeface="Cambria Math"/>
                <a:cs typeface="Cambria Math"/>
              </a:rPr>
              <a:t>𝒚ഥ</a:t>
            </a:r>
            <a:r>
              <a:rPr sz="2800" b="1" spc="-715" dirty="0">
                <a:solidFill>
                  <a:srgbClr val="FF0000"/>
                </a:solidFill>
                <a:latin typeface="Calibri"/>
                <a:cs typeface="Calibri"/>
              </a:rPr>
              <a:t>z</a:t>
            </a:r>
            <a:r>
              <a:rPr sz="2800" b="1" spc="5" dirty="0">
                <a:solidFill>
                  <a:srgbClr val="FF0000"/>
                </a:solidFill>
                <a:latin typeface="Calibri"/>
                <a:cs typeface="Calibri"/>
              </a:rPr>
              <a:t> </a:t>
            </a:r>
            <a:r>
              <a:rPr sz="2800" dirty="0">
                <a:latin typeface="Calibri"/>
                <a:cs typeface="Calibri"/>
              </a:rPr>
              <a:t>và</a:t>
            </a:r>
            <a:r>
              <a:rPr sz="2800" spc="-130" dirty="0">
                <a:latin typeface="Calibri"/>
                <a:cs typeface="Calibri"/>
              </a:rPr>
              <a:t> </a:t>
            </a:r>
            <a:r>
              <a:rPr sz="2800" b="1" spc="-720" dirty="0">
                <a:solidFill>
                  <a:srgbClr val="FF0000"/>
                </a:solidFill>
                <a:latin typeface="Calibri"/>
                <a:cs typeface="Calibri"/>
              </a:rPr>
              <a:t>y</a:t>
            </a:r>
            <a:r>
              <a:rPr sz="2800" spc="-720" dirty="0">
                <a:solidFill>
                  <a:srgbClr val="FF0000"/>
                </a:solidFill>
                <a:latin typeface="Cambria Math"/>
                <a:cs typeface="Cambria Math"/>
              </a:rPr>
              <a:t>𝒛ത</a:t>
            </a:r>
            <a:r>
              <a:rPr sz="2800" spc="-720" dirty="0">
                <a:latin typeface="Calibri"/>
                <a:cs typeface="Calibri"/>
              </a:rPr>
              <a:t>t</a:t>
            </a:r>
            <a:r>
              <a:rPr sz="2800" spc="10" dirty="0">
                <a:latin typeface="Calibri"/>
                <a:cs typeface="Calibri"/>
              </a:rPr>
              <a:t> </a:t>
            </a:r>
            <a:r>
              <a:rPr sz="2800" dirty="0">
                <a:latin typeface="Calibri"/>
                <a:cs typeface="Calibri"/>
              </a:rPr>
              <a:t>nếu</a:t>
            </a:r>
            <a:r>
              <a:rPr sz="2800" spc="-20" dirty="0">
                <a:latin typeface="Calibri"/>
                <a:cs typeface="Calibri"/>
              </a:rPr>
              <a:t> </a:t>
            </a:r>
            <a:r>
              <a:rPr sz="2800" dirty="0">
                <a:latin typeface="Calibri"/>
                <a:cs typeface="Calibri"/>
              </a:rPr>
              <a:t>xét</a:t>
            </a:r>
            <a:r>
              <a:rPr sz="2800" spc="-40" dirty="0">
                <a:latin typeface="Calibri"/>
                <a:cs typeface="Calibri"/>
              </a:rPr>
              <a:t> </a:t>
            </a:r>
            <a:r>
              <a:rPr sz="2800" dirty="0">
                <a:latin typeface="Calibri"/>
                <a:cs typeface="Calibri"/>
              </a:rPr>
              <a:t>biến</a:t>
            </a:r>
            <a:r>
              <a:rPr sz="2800" spc="-15" dirty="0">
                <a:latin typeface="Calibri"/>
                <a:cs typeface="Calibri"/>
              </a:rPr>
              <a:t> </a:t>
            </a:r>
            <a:r>
              <a:rPr sz="2800" dirty="0">
                <a:latin typeface="Calibri"/>
                <a:cs typeface="Calibri"/>
              </a:rPr>
              <a:t>y</a:t>
            </a:r>
            <a:r>
              <a:rPr sz="2800" spc="-35" dirty="0">
                <a:latin typeface="Calibri"/>
                <a:cs typeface="Calibri"/>
              </a:rPr>
              <a:t> </a:t>
            </a:r>
            <a:r>
              <a:rPr sz="2800" dirty="0">
                <a:latin typeface="Calibri"/>
                <a:cs typeface="Calibri"/>
              </a:rPr>
              <a:t>thì</a:t>
            </a:r>
            <a:r>
              <a:rPr sz="2800" spc="-30" dirty="0">
                <a:latin typeface="Calibri"/>
                <a:cs typeface="Calibri"/>
              </a:rPr>
              <a:t> </a:t>
            </a:r>
            <a:r>
              <a:rPr sz="2800" dirty="0">
                <a:latin typeface="Calibri"/>
                <a:cs typeface="Calibri"/>
              </a:rPr>
              <a:t>thỏa</a:t>
            </a:r>
            <a:r>
              <a:rPr sz="2800" spc="-15" dirty="0">
                <a:latin typeface="Calibri"/>
                <a:cs typeface="Calibri"/>
              </a:rPr>
              <a:t> </a:t>
            </a:r>
            <a:r>
              <a:rPr sz="2800" dirty="0">
                <a:latin typeface="Calibri"/>
                <a:cs typeface="Calibri"/>
              </a:rPr>
              <a:t>thuận</a:t>
            </a:r>
            <a:r>
              <a:rPr sz="2800" spc="-10" dirty="0">
                <a:latin typeface="Calibri"/>
                <a:cs typeface="Calibri"/>
              </a:rPr>
              <a:t> </a:t>
            </a:r>
            <a:r>
              <a:rPr sz="2800" dirty="0">
                <a:latin typeface="Calibri"/>
                <a:cs typeface="Calibri"/>
              </a:rPr>
              <a:t>là</a:t>
            </a:r>
            <a:r>
              <a:rPr sz="2800" spc="-35" dirty="0">
                <a:latin typeface="Calibri"/>
                <a:cs typeface="Calibri"/>
              </a:rPr>
              <a:t> </a:t>
            </a:r>
            <a:r>
              <a:rPr sz="2800" spc="-15" dirty="0">
                <a:latin typeface="Calibri"/>
                <a:cs typeface="Calibri"/>
              </a:rPr>
              <a:t>x</a:t>
            </a:r>
            <a:r>
              <a:rPr sz="2800" spc="10" dirty="0">
                <a:latin typeface="Calibri"/>
                <a:cs typeface="Calibri"/>
              </a:rPr>
              <a:t>z</a:t>
            </a:r>
            <a:r>
              <a:rPr sz="2800" spc="30" dirty="0">
                <a:latin typeface="Cambria Math"/>
                <a:cs typeface="Cambria Math"/>
              </a:rPr>
              <a:t>𝑧</a:t>
            </a:r>
            <a:r>
              <a:rPr sz="2800" spc="-2250" dirty="0">
                <a:latin typeface="Cambria Math"/>
                <a:cs typeface="Cambria Math"/>
              </a:rPr>
              <a:t>ҧ</a:t>
            </a:r>
            <a:r>
              <a:rPr sz="2800" spc="-10" dirty="0">
                <a:latin typeface="Calibri"/>
                <a:cs typeface="Calibri"/>
              </a:rPr>
              <a:t>t</a:t>
            </a:r>
            <a:r>
              <a:rPr sz="2800" spc="-5" dirty="0">
                <a:latin typeface="Calibri"/>
                <a:cs typeface="Calibri"/>
              </a:rPr>
              <a:t> </a:t>
            </a:r>
            <a:r>
              <a:rPr sz="2800" dirty="0">
                <a:latin typeface="Calibri"/>
                <a:cs typeface="Calibri"/>
              </a:rPr>
              <a:t>=</a:t>
            </a:r>
            <a:r>
              <a:rPr sz="2800" spc="-20" dirty="0">
                <a:latin typeface="Calibri"/>
                <a:cs typeface="Calibri"/>
              </a:rPr>
              <a:t> </a:t>
            </a:r>
            <a:r>
              <a:rPr sz="2800" spc="-25" dirty="0">
                <a:latin typeface="Calibri"/>
                <a:cs typeface="Calibri"/>
              </a:rPr>
              <a:t>0. </a:t>
            </a:r>
            <a:r>
              <a:rPr sz="2800" spc="-20" dirty="0">
                <a:latin typeface="Calibri"/>
                <a:cs typeface="Calibri"/>
              </a:rPr>
              <a:t>Tương</a:t>
            </a:r>
            <a:r>
              <a:rPr sz="2800" spc="-50" dirty="0">
                <a:latin typeface="Calibri"/>
                <a:cs typeface="Calibri"/>
              </a:rPr>
              <a:t> </a:t>
            </a:r>
            <a:r>
              <a:rPr sz="2800" dirty="0">
                <a:latin typeface="Calibri"/>
                <a:cs typeface="Calibri"/>
              </a:rPr>
              <a:t>tự</a:t>
            </a:r>
            <a:r>
              <a:rPr sz="2800" spc="-55" dirty="0">
                <a:latin typeface="Calibri"/>
                <a:cs typeface="Calibri"/>
              </a:rPr>
              <a:t> </a:t>
            </a:r>
            <a:r>
              <a:rPr sz="2800" dirty="0">
                <a:latin typeface="Calibri"/>
                <a:cs typeface="Calibri"/>
              </a:rPr>
              <a:t>khi</a:t>
            </a:r>
            <a:r>
              <a:rPr sz="2800" spc="-45" dirty="0">
                <a:latin typeface="Calibri"/>
                <a:cs typeface="Calibri"/>
              </a:rPr>
              <a:t> </a:t>
            </a:r>
            <a:r>
              <a:rPr sz="2800" dirty="0">
                <a:latin typeface="Calibri"/>
                <a:cs typeface="Calibri"/>
              </a:rPr>
              <a:t>xét</a:t>
            </a:r>
            <a:r>
              <a:rPr sz="2800" spc="-65" dirty="0">
                <a:latin typeface="Calibri"/>
                <a:cs typeface="Calibri"/>
              </a:rPr>
              <a:t> </a:t>
            </a:r>
            <a:r>
              <a:rPr sz="2800" dirty="0">
                <a:latin typeface="Calibri"/>
                <a:cs typeface="Calibri"/>
              </a:rPr>
              <a:t>biến</a:t>
            </a:r>
            <a:r>
              <a:rPr sz="2800" spc="-35" dirty="0">
                <a:latin typeface="Calibri"/>
                <a:cs typeface="Calibri"/>
              </a:rPr>
              <a:t> </a:t>
            </a:r>
            <a:r>
              <a:rPr sz="2800" dirty="0">
                <a:latin typeface="Calibri"/>
                <a:cs typeface="Calibri"/>
              </a:rPr>
              <a:t>z.</a:t>
            </a:r>
            <a:r>
              <a:rPr sz="2800" spc="-50" dirty="0">
                <a:latin typeface="Calibri"/>
                <a:cs typeface="Calibri"/>
              </a:rPr>
              <a:t> </a:t>
            </a:r>
            <a:r>
              <a:rPr sz="2800" b="1" i="1" dirty="0">
                <a:latin typeface="Calibri"/>
                <a:cs typeface="Calibri"/>
              </a:rPr>
              <a:t>Vậy</a:t>
            </a:r>
            <a:r>
              <a:rPr sz="2800" b="1" i="1" spc="-60" dirty="0">
                <a:latin typeface="Calibri"/>
                <a:cs typeface="Calibri"/>
              </a:rPr>
              <a:t> </a:t>
            </a:r>
            <a:r>
              <a:rPr sz="2800" b="1" i="1" dirty="0">
                <a:latin typeface="Calibri"/>
                <a:cs typeface="Calibri"/>
              </a:rPr>
              <a:t>thỏa</a:t>
            </a:r>
            <a:r>
              <a:rPr sz="2800" b="1" i="1" spc="-60" dirty="0">
                <a:latin typeface="Calibri"/>
                <a:cs typeface="Calibri"/>
              </a:rPr>
              <a:t> </a:t>
            </a:r>
            <a:r>
              <a:rPr sz="2800" b="1" i="1" dirty="0">
                <a:latin typeface="Calibri"/>
                <a:cs typeface="Calibri"/>
              </a:rPr>
              <a:t>thuận</a:t>
            </a:r>
            <a:r>
              <a:rPr sz="2800" b="1" i="1" spc="-55" dirty="0">
                <a:latin typeface="Calibri"/>
                <a:cs typeface="Calibri"/>
              </a:rPr>
              <a:t> </a:t>
            </a:r>
            <a:r>
              <a:rPr sz="2800" b="1" i="1" dirty="0">
                <a:latin typeface="Calibri"/>
                <a:cs typeface="Calibri"/>
              </a:rPr>
              <a:t>sẽ</a:t>
            </a:r>
            <a:r>
              <a:rPr sz="2800" b="1" i="1" spc="-60" dirty="0">
                <a:latin typeface="Calibri"/>
                <a:cs typeface="Calibri"/>
              </a:rPr>
              <a:t> </a:t>
            </a:r>
            <a:r>
              <a:rPr sz="2800" b="1" i="1" dirty="0">
                <a:latin typeface="Calibri"/>
                <a:cs typeface="Calibri"/>
              </a:rPr>
              <a:t>là</a:t>
            </a:r>
            <a:r>
              <a:rPr sz="2800" b="1" i="1" spc="-45" dirty="0">
                <a:latin typeface="Calibri"/>
                <a:cs typeface="Calibri"/>
              </a:rPr>
              <a:t> </a:t>
            </a:r>
            <a:r>
              <a:rPr sz="2800" b="1" i="1" dirty="0">
                <a:latin typeface="Calibri"/>
                <a:cs typeface="Calibri"/>
              </a:rPr>
              <a:t>0</a:t>
            </a:r>
            <a:r>
              <a:rPr sz="2800" b="1" i="1" spc="-45" dirty="0">
                <a:latin typeface="Calibri"/>
                <a:cs typeface="Calibri"/>
              </a:rPr>
              <a:t> </a:t>
            </a:r>
            <a:r>
              <a:rPr sz="2800" b="1" i="1" spc="-25" dirty="0">
                <a:latin typeface="Calibri"/>
                <a:cs typeface="Calibri"/>
              </a:rPr>
              <a:t>nếu </a:t>
            </a:r>
            <a:r>
              <a:rPr sz="2800" b="1" i="1" dirty="0">
                <a:latin typeface="Calibri"/>
                <a:cs typeface="Calibri"/>
              </a:rPr>
              <a:t>hai</a:t>
            </a:r>
            <a:r>
              <a:rPr sz="2800" b="1" i="1" spc="-50" dirty="0">
                <a:latin typeface="Calibri"/>
                <a:cs typeface="Calibri"/>
              </a:rPr>
              <a:t> </a:t>
            </a:r>
            <a:r>
              <a:rPr sz="2800" b="1" i="1" dirty="0">
                <a:latin typeface="Calibri"/>
                <a:cs typeface="Calibri"/>
              </a:rPr>
              <a:t>đơn</a:t>
            </a:r>
            <a:r>
              <a:rPr sz="2800" b="1" i="1" spc="-50" dirty="0">
                <a:latin typeface="Calibri"/>
                <a:cs typeface="Calibri"/>
              </a:rPr>
              <a:t> </a:t>
            </a:r>
            <a:r>
              <a:rPr sz="2800" b="1" i="1" dirty="0">
                <a:latin typeface="Calibri"/>
                <a:cs typeface="Calibri"/>
              </a:rPr>
              <a:t>thức</a:t>
            </a:r>
            <a:r>
              <a:rPr sz="2800" b="1" i="1" spc="-45" dirty="0">
                <a:latin typeface="Calibri"/>
                <a:cs typeface="Calibri"/>
              </a:rPr>
              <a:t> </a:t>
            </a:r>
            <a:r>
              <a:rPr sz="2800" b="1" i="1" dirty="0">
                <a:latin typeface="Calibri"/>
                <a:cs typeface="Calibri"/>
              </a:rPr>
              <a:t>có</a:t>
            </a:r>
            <a:r>
              <a:rPr sz="2800" b="1" i="1" spc="-55" dirty="0">
                <a:latin typeface="Calibri"/>
                <a:cs typeface="Calibri"/>
              </a:rPr>
              <a:t> </a:t>
            </a:r>
            <a:r>
              <a:rPr sz="2800" b="1" i="1" dirty="0">
                <a:latin typeface="Calibri"/>
                <a:cs typeface="Calibri"/>
              </a:rPr>
              <a:t>ít</a:t>
            </a:r>
            <a:r>
              <a:rPr sz="2800" b="1" i="1" spc="-30" dirty="0">
                <a:latin typeface="Calibri"/>
                <a:cs typeface="Calibri"/>
              </a:rPr>
              <a:t> </a:t>
            </a:r>
            <a:r>
              <a:rPr sz="2800" b="1" i="1" dirty="0">
                <a:latin typeface="Calibri"/>
                <a:cs typeface="Calibri"/>
              </a:rPr>
              <a:t>nhất</a:t>
            </a:r>
            <a:r>
              <a:rPr sz="2800" b="1" i="1" spc="-45" dirty="0">
                <a:latin typeface="Calibri"/>
                <a:cs typeface="Calibri"/>
              </a:rPr>
              <a:t> </a:t>
            </a:r>
            <a:r>
              <a:rPr sz="2800" b="1" i="1" dirty="0">
                <a:latin typeface="Calibri"/>
                <a:cs typeface="Calibri"/>
              </a:rPr>
              <a:t>hai</a:t>
            </a:r>
            <a:r>
              <a:rPr sz="2800" b="1" i="1" spc="-45" dirty="0">
                <a:latin typeface="Calibri"/>
                <a:cs typeface="Calibri"/>
              </a:rPr>
              <a:t> </a:t>
            </a:r>
            <a:r>
              <a:rPr sz="2800" b="1" i="1" dirty="0">
                <a:latin typeface="Calibri"/>
                <a:cs typeface="Calibri"/>
              </a:rPr>
              <a:t>biến</a:t>
            </a:r>
            <a:r>
              <a:rPr sz="2800" b="1" i="1" spc="-45" dirty="0">
                <a:latin typeface="Calibri"/>
                <a:cs typeface="Calibri"/>
              </a:rPr>
              <a:t> </a:t>
            </a:r>
            <a:r>
              <a:rPr sz="2800" b="1" i="1" dirty="0">
                <a:latin typeface="Calibri"/>
                <a:cs typeface="Calibri"/>
              </a:rPr>
              <a:t>thỏa</a:t>
            </a:r>
            <a:r>
              <a:rPr sz="2800" b="1" i="1" spc="-45" dirty="0">
                <a:latin typeface="Calibri"/>
                <a:cs typeface="Calibri"/>
              </a:rPr>
              <a:t> </a:t>
            </a:r>
            <a:r>
              <a:rPr sz="2800" b="1" i="1" dirty="0">
                <a:latin typeface="Calibri"/>
                <a:cs typeface="Calibri"/>
              </a:rPr>
              <a:t>Định</a:t>
            </a:r>
            <a:r>
              <a:rPr sz="2800" b="1" i="1" spc="-50" dirty="0">
                <a:latin typeface="Calibri"/>
                <a:cs typeface="Calibri"/>
              </a:rPr>
              <a:t> </a:t>
            </a:r>
            <a:r>
              <a:rPr sz="2800" b="1" i="1" spc="-10" dirty="0">
                <a:latin typeface="Calibri"/>
                <a:cs typeface="Calibri"/>
              </a:rPr>
              <a:t>nghĩa 3.5.5</a:t>
            </a:r>
            <a:r>
              <a:rPr sz="2800" spc="-10" dirty="0">
                <a:latin typeface="Calibri"/>
                <a:cs typeface="Calibri"/>
              </a:rPr>
              <a:t>.</a:t>
            </a:r>
            <a:endParaRPr sz="2800">
              <a:latin typeface="Calibri"/>
              <a:cs typeface="Calibri"/>
            </a:endParaRPr>
          </a:p>
          <a:p>
            <a:pPr marL="574675" indent="-511175">
              <a:lnSpc>
                <a:spcPct val="100000"/>
              </a:lnSpc>
              <a:spcBef>
                <a:spcPts val="675"/>
              </a:spcBef>
              <a:buAutoNum type="arabicPeriod"/>
              <a:tabLst>
                <a:tab pos="574675" algn="l"/>
              </a:tabLst>
            </a:pPr>
            <a:r>
              <a:rPr sz="2800" dirty="0">
                <a:latin typeface="Calibri"/>
                <a:cs typeface="Calibri"/>
              </a:rPr>
              <a:t>xz</a:t>
            </a:r>
            <a:r>
              <a:rPr sz="2800" spc="-45" dirty="0">
                <a:latin typeface="Calibri"/>
                <a:cs typeface="Calibri"/>
              </a:rPr>
              <a:t> </a:t>
            </a:r>
            <a:r>
              <a:rPr sz="2800" dirty="0">
                <a:latin typeface="Calibri"/>
                <a:cs typeface="Calibri"/>
              </a:rPr>
              <a:t>và</a:t>
            </a:r>
            <a:r>
              <a:rPr sz="2800" spc="-35" dirty="0">
                <a:latin typeface="Calibri"/>
                <a:cs typeface="Calibri"/>
              </a:rPr>
              <a:t> </a:t>
            </a:r>
            <a:r>
              <a:rPr sz="2800" dirty="0">
                <a:latin typeface="Calibri"/>
                <a:cs typeface="Calibri"/>
              </a:rPr>
              <a:t>yt</a:t>
            </a:r>
            <a:r>
              <a:rPr sz="2800" spc="-35" dirty="0">
                <a:latin typeface="Calibri"/>
                <a:cs typeface="Calibri"/>
              </a:rPr>
              <a:t> </a:t>
            </a:r>
            <a:r>
              <a:rPr sz="2800" dirty="0">
                <a:latin typeface="Calibri"/>
                <a:cs typeface="Calibri"/>
              </a:rPr>
              <a:t>không</a:t>
            </a:r>
            <a:r>
              <a:rPr sz="2800" spc="-15" dirty="0">
                <a:latin typeface="Calibri"/>
                <a:cs typeface="Calibri"/>
              </a:rPr>
              <a:t> </a:t>
            </a:r>
            <a:r>
              <a:rPr sz="2800" dirty="0">
                <a:latin typeface="Calibri"/>
                <a:cs typeface="Calibri"/>
              </a:rPr>
              <a:t>có</a:t>
            </a:r>
            <a:r>
              <a:rPr sz="2800" spc="-45" dirty="0">
                <a:latin typeface="Calibri"/>
                <a:cs typeface="Calibri"/>
              </a:rPr>
              <a:t> </a:t>
            </a:r>
            <a:r>
              <a:rPr sz="2800" dirty="0">
                <a:latin typeface="Calibri"/>
                <a:cs typeface="Calibri"/>
              </a:rPr>
              <a:t>thỏa</a:t>
            </a:r>
            <a:r>
              <a:rPr sz="2800" spc="-35" dirty="0">
                <a:latin typeface="Calibri"/>
                <a:cs typeface="Calibri"/>
              </a:rPr>
              <a:t> </a:t>
            </a:r>
            <a:r>
              <a:rPr sz="2800" spc="-10" dirty="0">
                <a:latin typeface="Calibri"/>
                <a:cs typeface="Calibri"/>
              </a:rPr>
              <a:t>thuận.</a:t>
            </a:r>
            <a:endParaRPr sz="2800">
              <a:latin typeface="Calibri"/>
              <a:cs typeface="Calibri"/>
            </a:endParaRPr>
          </a:p>
        </p:txBody>
      </p:sp>
    </p:spTree>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34340" y="391413"/>
            <a:ext cx="7893684" cy="3780790"/>
          </a:xfrm>
          <a:prstGeom prst="rect">
            <a:avLst/>
          </a:prstGeom>
        </p:spPr>
        <p:txBody>
          <a:bodyPr vert="horz" wrap="square" lIns="0" tIns="12065" rIns="0" bIns="0" rtlCol="0">
            <a:spAutoFit/>
          </a:bodyPr>
          <a:lstStyle/>
          <a:p>
            <a:pPr marL="38100" marR="468630">
              <a:lnSpc>
                <a:spcPct val="100000"/>
              </a:lnSpc>
              <a:spcBef>
                <a:spcPts val="95"/>
              </a:spcBef>
            </a:pPr>
            <a:r>
              <a:rPr sz="2800" b="1" dirty="0">
                <a:latin typeface="Calibri"/>
                <a:cs typeface="Calibri"/>
              </a:rPr>
              <a:t>4.5.6</a:t>
            </a:r>
            <a:r>
              <a:rPr sz="2800" b="1" spc="-25" dirty="0">
                <a:latin typeface="Calibri"/>
                <a:cs typeface="Calibri"/>
              </a:rPr>
              <a:t> </a:t>
            </a:r>
            <a:r>
              <a:rPr sz="2800" b="1" dirty="0">
                <a:latin typeface="Calibri"/>
                <a:cs typeface="Calibri"/>
              </a:rPr>
              <a:t>Tìm</a:t>
            </a:r>
            <a:r>
              <a:rPr sz="2800" b="1" spc="-35" dirty="0">
                <a:latin typeface="Calibri"/>
                <a:cs typeface="Calibri"/>
              </a:rPr>
              <a:t> </a:t>
            </a:r>
            <a:r>
              <a:rPr sz="2800" b="1" dirty="0">
                <a:latin typeface="Calibri"/>
                <a:cs typeface="Calibri"/>
              </a:rPr>
              <a:t>công</a:t>
            </a:r>
            <a:r>
              <a:rPr sz="2800" b="1" spc="-50" dirty="0">
                <a:latin typeface="Calibri"/>
                <a:cs typeface="Calibri"/>
              </a:rPr>
              <a:t> </a:t>
            </a:r>
            <a:r>
              <a:rPr sz="2800" b="1" dirty="0">
                <a:latin typeface="Calibri"/>
                <a:cs typeface="Calibri"/>
              </a:rPr>
              <a:t>thức</a:t>
            </a:r>
            <a:r>
              <a:rPr sz="2800" b="1" spc="-25" dirty="0">
                <a:latin typeface="Calibri"/>
                <a:cs typeface="Calibri"/>
              </a:rPr>
              <a:t> </a:t>
            </a:r>
            <a:r>
              <a:rPr sz="2800" b="1" dirty="0">
                <a:latin typeface="Calibri"/>
                <a:cs typeface="Calibri"/>
              </a:rPr>
              <a:t>đa</a:t>
            </a:r>
            <a:r>
              <a:rPr sz="2800" b="1" spc="-50" dirty="0">
                <a:latin typeface="Calibri"/>
                <a:cs typeface="Calibri"/>
              </a:rPr>
              <a:t> </a:t>
            </a:r>
            <a:r>
              <a:rPr sz="2800" b="1" dirty="0">
                <a:latin typeface="Calibri"/>
                <a:cs typeface="Calibri"/>
              </a:rPr>
              <a:t>thức</a:t>
            </a:r>
            <a:r>
              <a:rPr sz="2800" b="1" spc="-45" dirty="0">
                <a:latin typeface="Calibri"/>
                <a:cs typeface="Calibri"/>
              </a:rPr>
              <a:t> </a:t>
            </a:r>
            <a:r>
              <a:rPr sz="2800" b="1" dirty="0">
                <a:latin typeface="Calibri"/>
                <a:cs typeface="Calibri"/>
              </a:rPr>
              <a:t>tối</a:t>
            </a:r>
            <a:r>
              <a:rPr sz="2800" b="1" spc="-45" dirty="0">
                <a:latin typeface="Calibri"/>
                <a:cs typeface="Calibri"/>
              </a:rPr>
              <a:t> </a:t>
            </a:r>
            <a:r>
              <a:rPr sz="2800" b="1" dirty="0">
                <a:latin typeface="Calibri"/>
                <a:cs typeface="Calibri"/>
              </a:rPr>
              <a:t>tiểu</a:t>
            </a:r>
            <a:r>
              <a:rPr sz="2800" b="1" spc="-35" dirty="0">
                <a:latin typeface="Calibri"/>
                <a:cs typeface="Calibri"/>
              </a:rPr>
              <a:t> </a:t>
            </a:r>
            <a:r>
              <a:rPr sz="2800" b="1" dirty="0">
                <a:latin typeface="Calibri"/>
                <a:cs typeface="Calibri"/>
              </a:rPr>
              <a:t>bằng</a:t>
            </a:r>
            <a:r>
              <a:rPr sz="2800" b="1" spc="-45" dirty="0">
                <a:latin typeface="Calibri"/>
                <a:cs typeface="Calibri"/>
              </a:rPr>
              <a:t> </a:t>
            </a:r>
            <a:r>
              <a:rPr sz="2800" b="1" spc="-10" dirty="0">
                <a:latin typeface="Calibri"/>
                <a:cs typeface="Calibri"/>
              </a:rPr>
              <a:t>phương </a:t>
            </a:r>
            <a:r>
              <a:rPr sz="2800" b="1" dirty="0">
                <a:latin typeface="Calibri"/>
                <a:cs typeface="Calibri"/>
              </a:rPr>
              <a:t>pháp</a:t>
            </a:r>
            <a:r>
              <a:rPr sz="2800" b="1" spc="-60" dirty="0">
                <a:latin typeface="Calibri"/>
                <a:cs typeface="Calibri"/>
              </a:rPr>
              <a:t> </a:t>
            </a:r>
            <a:r>
              <a:rPr sz="2800" b="1" dirty="0">
                <a:latin typeface="Calibri"/>
                <a:cs typeface="Calibri"/>
              </a:rPr>
              <a:t>thỏa</a:t>
            </a:r>
            <a:r>
              <a:rPr sz="2800" b="1" spc="-55" dirty="0">
                <a:latin typeface="Calibri"/>
                <a:cs typeface="Calibri"/>
              </a:rPr>
              <a:t> </a:t>
            </a:r>
            <a:r>
              <a:rPr sz="2800" b="1" dirty="0">
                <a:latin typeface="Calibri"/>
                <a:cs typeface="Calibri"/>
              </a:rPr>
              <a:t>thuận</a:t>
            </a:r>
            <a:r>
              <a:rPr sz="2800" b="1" spc="-55" dirty="0">
                <a:latin typeface="Calibri"/>
                <a:cs typeface="Calibri"/>
              </a:rPr>
              <a:t> </a:t>
            </a:r>
            <a:r>
              <a:rPr sz="2800" b="1" spc="-50" dirty="0">
                <a:latin typeface="Calibri"/>
                <a:cs typeface="Calibri"/>
              </a:rPr>
              <a:t>:</a:t>
            </a:r>
            <a:endParaRPr sz="2800">
              <a:latin typeface="Calibri"/>
              <a:cs typeface="Calibri"/>
            </a:endParaRPr>
          </a:p>
          <a:p>
            <a:pPr marL="38100" marR="365125">
              <a:lnSpc>
                <a:spcPct val="100000"/>
              </a:lnSpc>
              <a:spcBef>
                <a:spcPts val="670"/>
              </a:spcBef>
            </a:pPr>
            <a:r>
              <a:rPr sz="2800" b="1" dirty="0">
                <a:latin typeface="Calibri"/>
                <a:cs typeface="Calibri"/>
              </a:rPr>
              <a:t>Bước</a:t>
            </a:r>
            <a:r>
              <a:rPr sz="2800" b="1" spc="-35" dirty="0">
                <a:latin typeface="Calibri"/>
                <a:cs typeface="Calibri"/>
              </a:rPr>
              <a:t> </a:t>
            </a:r>
            <a:r>
              <a:rPr sz="2800" b="1" dirty="0">
                <a:latin typeface="Calibri"/>
                <a:cs typeface="Calibri"/>
              </a:rPr>
              <a:t>1:</a:t>
            </a:r>
            <a:r>
              <a:rPr sz="2800" b="1" spc="-25" dirty="0">
                <a:latin typeface="Calibri"/>
                <a:cs typeface="Calibri"/>
              </a:rPr>
              <a:t> </a:t>
            </a:r>
            <a:r>
              <a:rPr sz="2800" dirty="0">
                <a:latin typeface="Calibri"/>
                <a:cs typeface="Calibri"/>
              </a:rPr>
              <a:t>Viết</a:t>
            </a:r>
            <a:r>
              <a:rPr sz="2800" spc="-55" dirty="0">
                <a:latin typeface="Calibri"/>
                <a:cs typeface="Calibri"/>
              </a:rPr>
              <a:t> </a:t>
            </a:r>
            <a:r>
              <a:rPr sz="2800" dirty="0">
                <a:latin typeface="Calibri"/>
                <a:cs typeface="Calibri"/>
              </a:rPr>
              <a:t>f</a:t>
            </a:r>
            <a:r>
              <a:rPr sz="2800" spc="-55" dirty="0">
                <a:latin typeface="Calibri"/>
                <a:cs typeface="Calibri"/>
              </a:rPr>
              <a:t> </a:t>
            </a:r>
            <a:r>
              <a:rPr sz="2800" dirty="0">
                <a:latin typeface="Calibri"/>
                <a:cs typeface="Calibri"/>
              </a:rPr>
              <a:t>dưới</a:t>
            </a:r>
            <a:r>
              <a:rPr sz="2800" spc="-35" dirty="0">
                <a:latin typeface="Calibri"/>
                <a:cs typeface="Calibri"/>
              </a:rPr>
              <a:t> </a:t>
            </a:r>
            <a:r>
              <a:rPr sz="2800" dirty="0">
                <a:latin typeface="Calibri"/>
                <a:cs typeface="Calibri"/>
              </a:rPr>
              <a:t>dạng</a:t>
            </a:r>
            <a:r>
              <a:rPr sz="2800" spc="-45" dirty="0">
                <a:latin typeface="Calibri"/>
                <a:cs typeface="Calibri"/>
              </a:rPr>
              <a:t> </a:t>
            </a:r>
            <a:r>
              <a:rPr sz="2800" dirty="0">
                <a:latin typeface="Calibri"/>
                <a:cs typeface="Calibri"/>
              </a:rPr>
              <a:t>tổng</a:t>
            </a:r>
            <a:r>
              <a:rPr sz="2800" spc="-55" dirty="0">
                <a:latin typeface="Calibri"/>
                <a:cs typeface="Calibri"/>
              </a:rPr>
              <a:t> </a:t>
            </a:r>
            <a:r>
              <a:rPr sz="2800" dirty="0">
                <a:latin typeface="Calibri"/>
                <a:cs typeface="Calibri"/>
              </a:rPr>
              <a:t>các</a:t>
            </a:r>
            <a:r>
              <a:rPr sz="2800" spc="-45" dirty="0">
                <a:latin typeface="Calibri"/>
                <a:cs typeface="Calibri"/>
              </a:rPr>
              <a:t> </a:t>
            </a:r>
            <a:r>
              <a:rPr sz="2800" dirty="0">
                <a:latin typeface="Calibri"/>
                <a:cs typeface="Calibri"/>
              </a:rPr>
              <a:t>tích</a:t>
            </a:r>
            <a:r>
              <a:rPr sz="2800" spc="-40" dirty="0">
                <a:latin typeface="Calibri"/>
                <a:cs typeface="Calibri"/>
              </a:rPr>
              <a:t> </a:t>
            </a:r>
            <a:r>
              <a:rPr sz="2800" dirty="0">
                <a:latin typeface="Calibri"/>
                <a:cs typeface="Calibri"/>
              </a:rPr>
              <a:t>(nối</a:t>
            </a:r>
            <a:r>
              <a:rPr sz="2800" spc="-45" dirty="0">
                <a:latin typeface="Calibri"/>
                <a:cs typeface="Calibri"/>
              </a:rPr>
              <a:t> </a:t>
            </a:r>
            <a:r>
              <a:rPr sz="2800" dirty="0">
                <a:latin typeface="Calibri"/>
                <a:cs typeface="Calibri"/>
              </a:rPr>
              <a:t>rời</a:t>
            </a:r>
            <a:r>
              <a:rPr sz="2800" spc="-40" dirty="0">
                <a:latin typeface="Calibri"/>
                <a:cs typeface="Calibri"/>
              </a:rPr>
              <a:t> </a:t>
            </a:r>
            <a:r>
              <a:rPr sz="2800" spc="-10" dirty="0">
                <a:latin typeface="Calibri"/>
                <a:cs typeface="Calibri"/>
              </a:rPr>
              <a:t>chính tắc).</a:t>
            </a:r>
            <a:endParaRPr sz="2800">
              <a:latin typeface="Calibri"/>
              <a:cs typeface="Calibri"/>
            </a:endParaRPr>
          </a:p>
          <a:p>
            <a:pPr marL="38100" marR="2240915" indent="2591435">
              <a:lnSpc>
                <a:spcPct val="118900"/>
              </a:lnSpc>
              <a:spcBef>
                <a:spcPts val="75"/>
              </a:spcBef>
            </a:pPr>
            <a:r>
              <a:rPr sz="2800" dirty="0">
                <a:latin typeface="Calibri"/>
                <a:cs typeface="Calibri"/>
              </a:rPr>
              <a:t>f</a:t>
            </a:r>
            <a:r>
              <a:rPr sz="2800" spc="-20"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m</a:t>
            </a:r>
            <a:r>
              <a:rPr sz="2775" baseline="-21021" dirty="0">
                <a:latin typeface="Calibri"/>
                <a:cs typeface="Calibri"/>
              </a:rPr>
              <a:t>1</a:t>
            </a:r>
            <a:r>
              <a:rPr sz="2775" spc="284" baseline="-21021" dirty="0">
                <a:latin typeface="Calibri"/>
                <a:cs typeface="Calibri"/>
              </a:rPr>
              <a:t> </a:t>
            </a:r>
            <a:r>
              <a:rPr sz="2800" dirty="0">
                <a:latin typeface="Symbol"/>
                <a:cs typeface="Symbol"/>
              </a:rPr>
              <a:t></a:t>
            </a:r>
            <a:r>
              <a:rPr sz="2800" spc="-70" dirty="0">
                <a:latin typeface="Times New Roman"/>
                <a:cs typeface="Times New Roman"/>
              </a:rPr>
              <a:t> </a:t>
            </a:r>
            <a:r>
              <a:rPr sz="2800" dirty="0">
                <a:latin typeface="Calibri"/>
                <a:cs typeface="Calibri"/>
              </a:rPr>
              <a:t>m</a:t>
            </a:r>
            <a:r>
              <a:rPr sz="2775" baseline="-21021" dirty="0">
                <a:latin typeface="Calibri"/>
                <a:cs typeface="Calibri"/>
              </a:rPr>
              <a:t>2</a:t>
            </a:r>
            <a:r>
              <a:rPr sz="2775" spc="307" baseline="-21021" dirty="0">
                <a:latin typeface="Calibri"/>
                <a:cs typeface="Calibri"/>
              </a:rPr>
              <a:t> </a:t>
            </a:r>
            <a:r>
              <a:rPr sz="2800" dirty="0">
                <a:latin typeface="Symbol"/>
                <a:cs typeface="Symbol"/>
              </a:rPr>
              <a:t></a:t>
            </a:r>
            <a:r>
              <a:rPr sz="2800" spc="-70" dirty="0">
                <a:latin typeface="Times New Roman"/>
                <a:cs typeface="Times New Roman"/>
              </a:rPr>
              <a:t> </a:t>
            </a:r>
            <a:r>
              <a:rPr sz="2800" dirty="0">
                <a:latin typeface="Calibri"/>
                <a:cs typeface="Calibri"/>
              </a:rPr>
              <a:t>.</a:t>
            </a:r>
            <a:r>
              <a:rPr sz="2800" spc="-15" dirty="0">
                <a:latin typeface="Calibri"/>
                <a:cs typeface="Calibri"/>
              </a:rPr>
              <a:t> </a:t>
            </a:r>
            <a:r>
              <a:rPr sz="2800" dirty="0">
                <a:latin typeface="Calibri"/>
                <a:cs typeface="Calibri"/>
              </a:rPr>
              <a:t>.</a:t>
            </a:r>
            <a:r>
              <a:rPr sz="2800" spc="5" dirty="0">
                <a:latin typeface="Calibri"/>
                <a:cs typeface="Calibri"/>
              </a:rPr>
              <a:t> </a:t>
            </a:r>
            <a:r>
              <a:rPr sz="2800" dirty="0">
                <a:latin typeface="Symbol"/>
                <a:cs typeface="Symbol"/>
              </a:rPr>
              <a:t></a:t>
            </a:r>
            <a:r>
              <a:rPr sz="2800" spc="-70" dirty="0">
                <a:latin typeface="Times New Roman"/>
                <a:cs typeface="Times New Roman"/>
              </a:rPr>
              <a:t> </a:t>
            </a:r>
            <a:r>
              <a:rPr sz="2800" spc="-25" dirty="0">
                <a:latin typeface="Calibri"/>
                <a:cs typeface="Calibri"/>
              </a:rPr>
              <a:t>m</a:t>
            </a:r>
            <a:r>
              <a:rPr sz="2775" spc="-37" baseline="-21021" dirty="0">
                <a:latin typeface="Calibri"/>
                <a:cs typeface="Calibri"/>
              </a:rPr>
              <a:t>r </a:t>
            </a:r>
            <a:r>
              <a:rPr sz="2800" dirty="0">
                <a:latin typeface="Calibri"/>
                <a:cs typeface="Calibri"/>
              </a:rPr>
              <a:t>Đặt</a:t>
            </a:r>
            <a:r>
              <a:rPr sz="2800" spc="-25" dirty="0">
                <a:latin typeface="Calibri"/>
                <a:cs typeface="Calibri"/>
              </a:rPr>
              <a:t> </a:t>
            </a:r>
            <a:r>
              <a:rPr sz="2800" dirty="0">
                <a:latin typeface="Calibri"/>
                <a:cs typeface="Calibri"/>
              </a:rPr>
              <a:t>T</a:t>
            </a:r>
            <a:r>
              <a:rPr sz="2800" spc="-10"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{m</a:t>
            </a:r>
            <a:r>
              <a:rPr sz="2775" baseline="-21021" dirty="0">
                <a:latin typeface="Calibri"/>
                <a:cs typeface="Calibri"/>
              </a:rPr>
              <a:t>1</a:t>
            </a:r>
            <a:r>
              <a:rPr sz="2775" spc="315" baseline="-21021"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m</a:t>
            </a:r>
            <a:r>
              <a:rPr sz="2775" baseline="-21021" dirty="0">
                <a:latin typeface="Calibri"/>
                <a:cs typeface="Calibri"/>
              </a:rPr>
              <a:t>2</a:t>
            </a:r>
            <a:r>
              <a:rPr sz="2775" spc="307" baseline="-21021"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a:t>
            </a:r>
            <a:r>
              <a:rPr sz="2800" spc="-5" dirty="0">
                <a:latin typeface="Calibri"/>
                <a:cs typeface="Calibri"/>
              </a:rPr>
              <a:t> </a:t>
            </a:r>
            <a:r>
              <a:rPr sz="2800" spc="-25" dirty="0">
                <a:latin typeface="Calibri"/>
                <a:cs typeface="Calibri"/>
              </a:rPr>
              <a:t>m</a:t>
            </a:r>
            <a:r>
              <a:rPr sz="2775" spc="-37" baseline="-21021" dirty="0">
                <a:latin typeface="Calibri"/>
                <a:cs typeface="Calibri"/>
              </a:rPr>
              <a:t>r</a:t>
            </a:r>
            <a:r>
              <a:rPr sz="2800" spc="-25" dirty="0">
                <a:latin typeface="Calibri"/>
                <a:cs typeface="Calibri"/>
              </a:rPr>
              <a:t>}</a:t>
            </a:r>
            <a:endParaRPr sz="2800">
              <a:latin typeface="Calibri"/>
              <a:cs typeface="Calibri"/>
            </a:endParaRPr>
          </a:p>
          <a:p>
            <a:pPr marL="38100" marR="30480">
              <a:lnSpc>
                <a:spcPct val="100000"/>
              </a:lnSpc>
              <a:spcBef>
                <a:spcPts val="675"/>
              </a:spcBef>
            </a:pPr>
            <a:r>
              <a:rPr sz="2800" dirty="0">
                <a:latin typeface="Calibri"/>
                <a:cs typeface="Calibri"/>
              </a:rPr>
              <a:t>Gọi</a:t>
            </a:r>
            <a:r>
              <a:rPr sz="2800" spc="-45" dirty="0">
                <a:latin typeface="Calibri"/>
                <a:cs typeface="Calibri"/>
              </a:rPr>
              <a:t> </a:t>
            </a:r>
            <a:r>
              <a:rPr sz="2800" dirty="0">
                <a:latin typeface="Calibri"/>
                <a:cs typeface="Calibri"/>
              </a:rPr>
              <a:t>V</a:t>
            </a:r>
            <a:r>
              <a:rPr sz="2800" spc="-45" dirty="0">
                <a:latin typeface="Calibri"/>
                <a:cs typeface="Calibri"/>
              </a:rPr>
              <a:t> </a:t>
            </a:r>
            <a:r>
              <a:rPr sz="2800" dirty="0">
                <a:latin typeface="Calibri"/>
                <a:cs typeface="Calibri"/>
              </a:rPr>
              <a:t>là</a:t>
            </a:r>
            <a:r>
              <a:rPr sz="2800" spc="-45" dirty="0">
                <a:latin typeface="Calibri"/>
                <a:cs typeface="Calibri"/>
              </a:rPr>
              <a:t> </a:t>
            </a:r>
            <a:r>
              <a:rPr sz="2800" dirty="0">
                <a:latin typeface="Calibri"/>
                <a:cs typeface="Calibri"/>
              </a:rPr>
              <a:t>danh</a:t>
            </a:r>
            <a:r>
              <a:rPr sz="2800" spc="-10" dirty="0">
                <a:latin typeface="Calibri"/>
                <a:cs typeface="Calibri"/>
              </a:rPr>
              <a:t> </a:t>
            </a:r>
            <a:r>
              <a:rPr sz="2800" dirty="0">
                <a:latin typeface="Calibri"/>
                <a:cs typeface="Calibri"/>
              </a:rPr>
              <a:t>sách</a:t>
            </a:r>
            <a:r>
              <a:rPr sz="2800" spc="-40" dirty="0">
                <a:latin typeface="Calibri"/>
                <a:cs typeface="Calibri"/>
              </a:rPr>
              <a:t> </a:t>
            </a:r>
            <a:r>
              <a:rPr sz="2800" dirty="0">
                <a:latin typeface="Calibri"/>
                <a:cs typeface="Calibri"/>
              </a:rPr>
              <a:t>các</a:t>
            </a:r>
            <a:r>
              <a:rPr sz="2800" spc="-35" dirty="0">
                <a:latin typeface="Calibri"/>
                <a:cs typeface="Calibri"/>
              </a:rPr>
              <a:t> </a:t>
            </a:r>
            <a:r>
              <a:rPr sz="2800" dirty="0">
                <a:latin typeface="Calibri"/>
                <a:cs typeface="Calibri"/>
              </a:rPr>
              <a:t>biến</a:t>
            </a:r>
            <a:r>
              <a:rPr sz="2800" spc="-30" dirty="0">
                <a:latin typeface="Calibri"/>
                <a:cs typeface="Calibri"/>
              </a:rPr>
              <a:t> </a:t>
            </a:r>
            <a:r>
              <a:rPr sz="2800" dirty="0">
                <a:latin typeface="Calibri"/>
                <a:cs typeface="Calibri"/>
              </a:rPr>
              <a:t>theo</a:t>
            </a:r>
            <a:r>
              <a:rPr sz="2800" spc="-35" dirty="0">
                <a:latin typeface="Calibri"/>
                <a:cs typeface="Calibri"/>
              </a:rPr>
              <a:t> </a:t>
            </a:r>
            <a:r>
              <a:rPr sz="2800" dirty="0">
                <a:latin typeface="Calibri"/>
                <a:cs typeface="Calibri"/>
              </a:rPr>
              <a:t>một</a:t>
            </a:r>
            <a:r>
              <a:rPr sz="2800" spc="-50" dirty="0">
                <a:latin typeface="Calibri"/>
                <a:cs typeface="Calibri"/>
              </a:rPr>
              <a:t> </a:t>
            </a:r>
            <a:r>
              <a:rPr sz="2800" dirty="0">
                <a:latin typeface="Calibri"/>
                <a:cs typeface="Calibri"/>
              </a:rPr>
              <a:t>thứ</a:t>
            </a:r>
            <a:r>
              <a:rPr sz="2800" spc="-25" dirty="0">
                <a:latin typeface="Calibri"/>
                <a:cs typeface="Calibri"/>
              </a:rPr>
              <a:t> </a:t>
            </a:r>
            <a:r>
              <a:rPr sz="2800" dirty="0">
                <a:latin typeface="Calibri"/>
                <a:cs typeface="Calibri"/>
              </a:rPr>
              <a:t>tự</a:t>
            </a:r>
            <a:r>
              <a:rPr sz="2800" spc="-35" dirty="0">
                <a:latin typeface="Calibri"/>
                <a:cs typeface="Calibri"/>
              </a:rPr>
              <a:t> </a:t>
            </a:r>
            <a:r>
              <a:rPr sz="2800" dirty="0">
                <a:latin typeface="Calibri"/>
                <a:cs typeface="Calibri"/>
              </a:rPr>
              <a:t>nhất</a:t>
            </a:r>
            <a:r>
              <a:rPr sz="2800" spc="-35" dirty="0">
                <a:latin typeface="Calibri"/>
                <a:cs typeface="Calibri"/>
              </a:rPr>
              <a:t> </a:t>
            </a:r>
            <a:r>
              <a:rPr sz="2800" spc="-20" dirty="0">
                <a:latin typeface="Calibri"/>
                <a:cs typeface="Calibri"/>
              </a:rPr>
              <a:t>định </a:t>
            </a:r>
            <a:r>
              <a:rPr sz="2800" dirty="0">
                <a:latin typeface="Calibri"/>
                <a:cs typeface="Calibri"/>
              </a:rPr>
              <a:t>nhưng</a:t>
            </a:r>
            <a:r>
              <a:rPr sz="2800" spc="-30" dirty="0">
                <a:latin typeface="Calibri"/>
                <a:cs typeface="Calibri"/>
              </a:rPr>
              <a:t> </a:t>
            </a:r>
            <a:r>
              <a:rPr sz="2800" dirty="0">
                <a:latin typeface="Calibri"/>
                <a:cs typeface="Calibri"/>
              </a:rPr>
              <a:t>tùy</a:t>
            </a:r>
            <a:r>
              <a:rPr sz="2800" spc="-65" dirty="0">
                <a:latin typeface="Calibri"/>
                <a:cs typeface="Calibri"/>
              </a:rPr>
              <a:t> </a:t>
            </a:r>
            <a:r>
              <a:rPr sz="2800" spc="-25" dirty="0">
                <a:latin typeface="Calibri"/>
                <a:cs typeface="Calibri"/>
              </a:rPr>
              <a:t>ý.</a:t>
            </a:r>
            <a:endParaRPr sz="2800">
              <a:latin typeface="Calibri"/>
              <a:cs typeface="Calibri"/>
            </a:endParaRPr>
          </a:p>
        </p:txBody>
      </p:sp>
    </p:spTree>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305460"/>
            <a:ext cx="8147684" cy="5787390"/>
          </a:xfrm>
          <a:prstGeom prst="rect">
            <a:avLst/>
          </a:prstGeom>
        </p:spPr>
        <p:txBody>
          <a:bodyPr vert="horz" wrap="square" lIns="0" tIns="55244" rIns="0" bIns="0" rtlCol="0">
            <a:spAutoFit/>
          </a:bodyPr>
          <a:lstStyle/>
          <a:p>
            <a:pPr marL="12700">
              <a:lnSpc>
                <a:spcPct val="100000"/>
              </a:lnSpc>
              <a:spcBef>
                <a:spcPts val="434"/>
              </a:spcBef>
              <a:tabLst>
                <a:tab pos="1339850" algn="l"/>
              </a:tabLst>
            </a:pPr>
            <a:r>
              <a:rPr sz="2800" b="1" dirty="0">
                <a:latin typeface="Calibri"/>
                <a:cs typeface="Calibri"/>
              </a:rPr>
              <a:t>Bước</a:t>
            </a:r>
            <a:r>
              <a:rPr sz="2800" b="1" spc="-60" dirty="0">
                <a:latin typeface="Calibri"/>
                <a:cs typeface="Calibri"/>
              </a:rPr>
              <a:t> </a:t>
            </a:r>
            <a:r>
              <a:rPr sz="2800" b="1" spc="-25" dirty="0">
                <a:latin typeface="Calibri"/>
                <a:cs typeface="Calibri"/>
              </a:rPr>
              <a:t>2:</a:t>
            </a:r>
            <a:r>
              <a:rPr sz="2800" b="1" dirty="0">
                <a:latin typeface="Calibri"/>
                <a:cs typeface="Calibri"/>
              </a:rPr>
              <a:t>	</a:t>
            </a:r>
            <a:r>
              <a:rPr sz="2800" dirty="0">
                <a:latin typeface="Calibri"/>
                <a:cs typeface="Calibri"/>
              </a:rPr>
              <a:t>Cập</a:t>
            </a:r>
            <a:r>
              <a:rPr sz="2800" spc="-75" dirty="0">
                <a:latin typeface="Calibri"/>
                <a:cs typeface="Calibri"/>
              </a:rPr>
              <a:t> </a:t>
            </a:r>
            <a:r>
              <a:rPr sz="2800" dirty="0">
                <a:latin typeface="Calibri"/>
                <a:cs typeface="Calibri"/>
              </a:rPr>
              <a:t>nhật</a:t>
            </a:r>
            <a:r>
              <a:rPr sz="2800" spc="-50" dirty="0">
                <a:latin typeface="Calibri"/>
                <a:cs typeface="Calibri"/>
              </a:rPr>
              <a:t> </a:t>
            </a:r>
            <a:r>
              <a:rPr sz="2800" spc="-25" dirty="0">
                <a:latin typeface="Calibri"/>
                <a:cs typeface="Calibri"/>
              </a:rPr>
              <a:t>T.</a:t>
            </a:r>
            <a:endParaRPr sz="2800">
              <a:latin typeface="Calibri"/>
              <a:cs typeface="Calibri"/>
            </a:endParaRPr>
          </a:p>
          <a:p>
            <a:pPr marL="290830" marR="1045210" indent="-278765">
              <a:lnSpc>
                <a:spcPct val="110000"/>
              </a:lnSpc>
              <a:buFont typeface="Calibri"/>
              <a:buAutoNum type="romanLcParenR"/>
              <a:tabLst>
                <a:tab pos="499109" algn="l"/>
              </a:tabLst>
            </a:pPr>
            <a:r>
              <a:rPr sz="2800" dirty="0">
                <a:latin typeface="Calibri"/>
                <a:cs typeface="Calibri"/>
              </a:rPr>
              <a:t>Giả</a:t>
            </a:r>
            <a:r>
              <a:rPr sz="2800" spc="-50" dirty="0">
                <a:latin typeface="Calibri"/>
                <a:cs typeface="Calibri"/>
              </a:rPr>
              <a:t> </a:t>
            </a:r>
            <a:r>
              <a:rPr sz="2800" dirty="0">
                <a:latin typeface="Calibri"/>
                <a:cs typeface="Calibri"/>
              </a:rPr>
              <a:t>sử</a:t>
            </a:r>
            <a:r>
              <a:rPr sz="2800" spc="-25" dirty="0">
                <a:latin typeface="Calibri"/>
                <a:cs typeface="Calibri"/>
              </a:rPr>
              <a:t> </a:t>
            </a:r>
            <a:r>
              <a:rPr sz="2800" dirty="0">
                <a:latin typeface="Calibri"/>
                <a:cs typeface="Calibri"/>
              </a:rPr>
              <a:t>x</a:t>
            </a:r>
            <a:r>
              <a:rPr sz="2800" spc="-45" dirty="0">
                <a:latin typeface="Calibri"/>
                <a:cs typeface="Calibri"/>
              </a:rPr>
              <a:t> </a:t>
            </a:r>
            <a:r>
              <a:rPr sz="2800" dirty="0">
                <a:latin typeface="Calibri"/>
                <a:cs typeface="Calibri"/>
              </a:rPr>
              <a:t>là</a:t>
            </a:r>
            <a:r>
              <a:rPr sz="2800" spc="-40" dirty="0">
                <a:latin typeface="Calibri"/>
                <a:cs typeface="Calibri"/>
              </a:rPr>
              <a:t> </a:t>
            </a:r>
            <a:r>
              <a:rPr sz="2800" dirty="0">
                <a:latin typeface="Calibri"/>
                <a:cs typeface="Calibri"/>
              </a:rPr>
              <a:t>một</a:t>
            </a:r>
            <a:r>
              <a:rPr sz="2800" spc="-25" dirty="0">
                <a:latin typeface="Calibri"/>
                <a:cs typeface="Calibri"/>
              </a:rPr>
              <a:t> </a:t>
            </a:r>
            <a:r>
              <a:rPr sz="2800" dirty="0">
                <a:latin typeface="Calibri"/>
                <a:cs typeface="Calibri"/>
              </a:rPr>
              <a:t>biến</a:t>
            </a:r>
            <a:r>
              <a:rPr sz="2800" spc="-25" dirty="0">
                <a:latin typeface="Calibri"/>
                <a:cs typeface="Calibri"/>
              </a:rPr>
              <a:t> </a:t>
            </a:r>
            <a:r>
              <a:rPr sz="2800" dirty="0">
                <a:latin typeface="Calibri"/>
                <a:cs typeface="Calibri"/>
              </a:rPr>
              <a:t>trong</a:t>
            </a:r>
            <a:r>
              <a:rPr sz="2800" spc="-25" dirty="0">
                <a:latin typeface="Calibri"/>
                <a:cs typeface="Calibri"/>
              </a:rPr>
              <a:t> </a:t>
            </a:r>
            <a:r>
              <a:rPr sz="2800" dirty="0">
                <a:latin typeface="Calibri"/>
                <a:cs typeface="Calibri"/>
              </a:rPr>
              <a:t>V</a:t>
            </a:r>
            <a:r>
              <a:rPr sz="2800" spc="-50" dirty="0">
                <a:latin typeface="Calibri"/>
                <a:cs typeface="Calibri"/>
              </a:rPr>
              <a:t> </a:t>
            </a:r>
            <a:r>
              <a:rPr sz="2800" dirty="0">
                <a:latin typeface="Calibri"/>
                <a:cs typeface="Calibri"/>
              </a:rPr>
              <a:t>mà</a:t>
            </a:r>
            <a:r>
              <a:rPr sz="2800" spc="-30" dirty="0">
                <a:latin typeface="Calibri"/>
                <a:cs typeface="Calibri"/>
              </a:rPr>
              <a:t> </a:t>
            </a:r>
            <a:r>
              <a:rPr sz="2800" dirty="0">
                <a:latin typeface="Calibri"/>
                <a:cs typeface="Calibri"/>
              </a:rPr>
              <a:t>ta</a:t>
            </a:r>
            <a:r>
              <a:rPr sz="2800" spc="-35" dirty="0">
                <a:latin typeface="Calibri"/>
                <a:cs typeface="Calibri"/>
              </a:rPr>
              <a:t> </a:t>
            </a:r>
            <a:r>
              <a:rPr sz="2800" dirty="0">
                <a:latin typeface="Calibri"/>
                <a:cs typeface="Calibri"/>
              </a:rPr>
              <a:t>đang</a:t>
            </a:r>
            <a:r>
              <a:rPr sz="2800" spc="-50" dirty="0">
                <a:latin typeface="Calibri"/>
                <a:cs typeface="Calibri"/>
              </a:rPr>
              <a:t> </a:t>
            </a:r>
            <a:r>
              <a:rPr sz="2800" dirty="0">
                <a:latin typeface="Calibri"/>
                <a:cs typeface="Calibri"/>
              </a:rPr>
              <a:t>xét</a:t>
            </a:r>
            <a:r>
              <a:rPr sz="2800" spc="-45" dirty="0">
                <a:latin typeface="Calibri"/>
                <a:cs typeface="Calibri"/>
              </a:rPr>
              <a:t> </a:t>
            </a:r>
            <a:r>
              <a:rPr sz="2800" spc="-20" dirty="0">
                <a:latin typeface="Calibri"/>
                <a:cs typeface="Calibri"/>
              </a:rPr>
              <a:t>tới. 	</a:t>
            </a:r>
            <a:r>
              <a:rPr sz="2800" dirty="0">
                <a:latin typeface="Calibri"/>
                <a:cs typeface="Calibri"/>
              </a:rPr>
              <a:t>T</a:t>
            </a:r>
            <a:r>
              <a:rPr sz="2800" spc="-60" dirty="0">
                <a:latin typeface="Calibri"/>
                <a:cs typeface="Calibri"/>
              </a:rPr>
              <a:t> </a:t>
            </a:r>
            <a:r>
              <a:rPr sz="2800" dirty="0">
                <a:latin typeface="Calibri"/>
                <a:cs typeface="Calibri"/>
              </a:rPr>
              <a:t>đã</a:t>
            </a:r>
            <a:r>
              <a:rPr sz="2800" spc="-50" dirty="0">
                <a:latin typeface="Calibri"/>
                <a:cs typeface="Calibri"/>
              </a:rPr>
              <a:t> </a:t>
            </a:r>
            <a:r>
              <a:rPr sz="2800" dirty="0">
                <a:latin typeface="Calibri"/>
                <a:cs typeface="Calibri"/>
              </a:rPr>
              <a:t>được</a:t>
            </a:r>
            <a:r>
              <a:rPr sz="2800" spc="-40" dirty="0">
                <a:latin typeface="Calibri"/>
                <a:cs typeface="Calibri"/>
              </a:rPr>
              <a:t> </a:t>
            </a:r>
            <a:r>
              <a:rPr sz="2800" dirty="0">
                <a:latin typeface="Calibri"/>
                <a:cs typeface="Calibri"/>
              </a:rPr>
              <a:t>cập</a:t>
            </a:r>
            <a:r>
              <a:rPr sz="2800" spc="-45" dirty="0">
                <a:latin typeface="Calibri"/>
                <a:cs typeface="Calibri"/>
              </a:rPr>
              <a:t> </a:t>
            </a:r>
            <a:r>
              <a:rPr sz="2800" dirty="0">
                <a:latin typeface="Calibri"/>
                <a:cs typeface="Calibri"/>
              </a:rPr>
              <a:t>nhật</a:t>
            </a:r>
            <a:r>
              <a:rPr sz="2800" spc="-45" dirty="0">
                <a:latin typeface="Calibri"/>
                <a:cs typeface="Calibri"/>
              </a:rPr>
              <a:t> </a:t>
            </a:r>
            <a:r>
              <a:rPr sz="2800" dirty="0">
                <a:latin typeface="Calibri"/>
                <a:cs typeface="Calibri"/>
              </a:rPr>
              <a:t>theo</a:t>
            </a:r>
            <a:r>
              <a:rPr sz="2800" spc="-50" dirty="0">
                <a:latin typeface="Calibri"/>
                <a:cs typeface="Calibri"/>
              </a:rPr>
              <a:t> </a:t>
            </a:r>
            <a:r>
              <a:rPr sz="2800" dirty="0">
                <a:latin typeface="Calibri"/>
                <a:cs typeface="Calibri"/>
              </a:rPr>
              <a:t>các</a:t>
            </a:r>
            <a:r>
              <a:rPr sz="2800" spc="-50" dirty="0">
                <a:latin typeface="Calibri"/>
                <a:cs typeface="Calibri"/>
              </a:rPr>
              <a:t> </a:t>
            </a:r>
            <a:r>
              <a:rPr sz="2800" dirty="0">
                <a:latin typeface="Calibri"/>
                <a:cs typeface="Calibri"/>
              </a:rPr>
              <a:t>biến</a:t>
            </a:r>
            <a:r>
              <a:rPr sz="2800" spc="-55" dirty="0">
                <a:latin typeface="Calibri"/>
                <a:cs typeface="Calibri"/>
              </a:rPr>
              <a:t> </a:t>
            </a:r>
            <a:r>
              <a:rPr sz="2800" dirty="0">
                <a:latin typeface="Calibri"/>
                <a:cs typeface="Calibri"/>
              </a:rPr>
              <a:t>trước</a:t>
            </a:r>
            <a:r>
              <a:rPr sz="2800" spc="-30" dirty="0">
                <a:latin typeface="Calibri"/>
                <a:cs typeface="Calibri"/>
              </a:rPr>
              <a:t> </a:t>
            </a:r>
            <a:r>
              <a:rPr sz="2800" spc="-25" dirty="0">
                <a:latin typeface="Calibri"/>
                <a:cs typeface="Calibri"/>
              </a:rPr>
              <a:t>x. 	</a:t>
            </a:r>
            <a:r>
              <a:rPr sz="2800" dirty="0">
                <a:latin typeface="Calibri"/>
                <a:cs typeface="Calibri"/>
              </a:rPr>
              <a:t>Phân</a:t>
            </a:r>
            <a:r>
              <a:rPr sz="2800" spc="-50" dirty="0">
                <a:latin typeface="Calibri"/>
                <a:cs typeface="Calibri"/>
              </a:rPr>
              <a:t> </a:t>
            </a:r>
            <a:r>
              <a:rPr sz="2800" dirty="0">
                <a:latin typeface="Calibri"/>
                <a:cs typeface="Calibri"/>
              </a:rPr>
              <a:t>hoạch</a:t>
            </a:r>
            <a:r>
              <a:rPr sz="2800" spc="-60" dirty="0">
                <a:latin typeface="Calibri"/>
                <a:cs typeface="Calibri"/>
              </a:rPr>
              <a:t> </a:t>
            </a:r>
            <a:r>
              <a:rPr sz="2800" dirty="0">
                <a:latin typeface="Calibri"/>
                <a:cs typeface="Calibri"/>
              </a:rPr>
              <a:t>T</a:t>
            </a:r>
            <a:r>
              <a:rPr sz="2800" spc="-60" dirty="0">
                <a:latin typeface="Calibri"/>
                <a:cs typeface="Calibri"/>
              </a:rPr>
              <a:t> </a:t>
            </a:r>
            <a:r>
              <a:rPr sz="2800" dirty="0">
                <a:latin typeface="Calibri"/>
                <a:cs typeface="Calibri"/>
              </a:rPr>
              <a:t>thành</a:t>
            </a:r>
            <a:r>
              <a:rPr sz="2800" spc="-60" dirty="0">
                <a:latin typeface="Calibri"/>
                <a:cs typeface="Calibri"/>
              </a:rPr>
              <a:t> </a:t>
            </a:r>
            <a:r>
              <a:rPr sz="2800" spc="-50" dirty="0">
                <a:latin typeface="Calibri"/>
                <a:cs typeface="Calibri"/>
              </a:rPr>
              <a:t>:</a:t>
            </a:r>
            <a:endParaRPr sz="2800">
              <a:latin typeface="Calibri"/>
              <a:cs typeface="Calibri"/>
            </a:endParaRPr>
          </a:p>
          <a:p>
            <a:pPr marL="12700" marR="261620" lvl="1" indent="1229995">
              <a:lnSpc>
                <a:spcPts val="3020"/>
              </a:lnSpc>
              <a:spcBef>
                <a:spcPts val="725"/>
              </a:spcBef>
              <a:buChar char="*"/>
              <a:tabLst>
                <a:tab pos="1242695" algn="l"/>
              </a:tabLst>
            </a:pPr>
            <a:r>
              <a:rPr sz="2800" dirty="0">
                <a:latin typeface="Calibri"/>
                <a:cs typeface="Calibri"/>
              </a:rPr>
              <a:t>A</a:t>
            </a:r>
            <a:r>
              <a:rPr sz="2800" spc="-40" dirty="0">
                <a:latin typeface="Calibri"/>
                <a:cs typeface="Calibri"/>
              </a:rPr>
              <a:t> </a:t>
            </a:r>
            <a:r>
              <a:rPr sz="2800" dirty="0">
                <a:latin typeface="Calibri"/>
                <a:cs typeface="Calibri"/>
              </a:rPr>
              <a:t>:</a:t>
            </a:r>
            <a:r>
              <a:rPr sz="2800" spc="-40" dirty="0">
                <a:latin typeface="Calibri"/>
                <a:cs typeface="Calibri"/>
              </a:rPr>
              <a:t> </a:t>
            </a:r>
            <a:r>
              <a:rPr sz="2800" dirty="0">
                <a:latin typeface="Calibri"/>
                <a:cs typeface="Calibri"/>
              </a:rPr>
              <a:t>gồm</a:t>
            </a:r>
            <a:r>
              <a:rPr sz="2800" spc="-40" dirty="0">
                <a:latin typeface="Calibri"/>
                <a:cs typeface="Calibri"/>
              </a:rPr>
              <a:t> </a:t>
            </a:r>
            <a:r>
              <a:rPr sz="2800" dirty="0">
                <a:latin typeface="Calibri"/>
                <a:cs typeface="Calibri"/>
              </a:rPr>
              <a:t>các</a:t>
            </a:r>
            <a:r>
              <a:rPr sz="2800" spc="-40" dirty="0">
                <a:latin typeface="Calibri"/>
                <a:cs typeface="Calibri"/>
              </a:rPr>
              <a:t> </a:t>
            </a:r>
            <a:r>
              <a:rPr sz="2800" dirty="0">
                <a:latin typeface="Calibri"/>
                <a:cs typeface="Calibri"/>
              </a:rPr>
              <a:t>đơn</a:t>
            </a:r>
            <a:r>
              <a:rPr sz="2800" spc="-25" dirty="0">
                <a:latin typeface="Calibri"/>
                <a:cs typeface="Calibri"/>
              </a:rPr>
              <a:t> </a:t>
            </a:r>
            <a:r>
              <a:rPr sz="2800" dirty="0">
                <a:latin typeface="Calibri"/>
                <a:cs typeface="Calibri"/>
              </a:rPr>
              <a:t>thức</a:t>
            </a:r>
            <a:r>
              <a:rPr sz="2800" spc="-15" dirty="0">
                <a:latin typeface="Calibri"/>
                <a:cs typeface="Calibri"/>
              </a:rPr>
              <a:t> </a:t>
            </a:r>
            <a:r>
              <a:rPr sz="2800" dirty="0">
                <a:latin typeface="Calibri"/>
                <a:cs typeface="Calibri"/>
              </a:rPr>
              <a:t>có</a:t>
            </a:r>
            <a:r>
              <a:rPr sz="2800" spc="-50" dirty="0">
                <a:latin typeface="Calibri"/>
                <a:cs typeface="Calibri"/>
              </a:rPr>
              <a:t> </a:t>
            </a:r>
            <a:r>
              <a:rPr sz="2800" dirty="0">
                <a:latin typeface="Calibri"/>
                <a:cs typeface="Calibri"/>
              </a:rPr>
              <a:t>biến</a:t>
            </a:r>
            <a:r>
              <a:rPr sz="2800" spc="-35" dirty="0">
                <a:latin typeface="Calibri"/>
                <a:cs typeface="Calibri"/>
              </a:rPr>
              <a:t> </a:t>
            </a:r>
            <a:r>
              <a:rPr sz="2800" dirty="0">
                <a:latin typeface="Calibri"/>
                <a:cs typeface="Calibri"/>
              </a:rPr>
              <a:t>x</a:t>
            </a:r>
            <a:r>
              <a:rPr sz="2800" spc="-50" dirty="0">
                <a:latin typeface="Calibri"/>
                <a:cs typeface="Calibri"/>
              </a:rPr>
              <a:t> </a:t>
            </a:r>
            <a:r>
              <a:rPr sz="2800" dirty="0">
                <a:latin typeface="Calibri"/>
                <a:cs typeface="Calibri"/>
              </a:rPr>
              <a:t>(đơn</a:t>
            </a:r>
            <a:r>
              <a:rPr sz="2800" spc="-40" dirty="0">
                <a:latin typeface="Calibri"/>
                <a:cs typeface="Calibri"/>
              </a:rPr>
              <a:t> </a:t>
            </a:r>
            <a:r>
              <a:rPr sz="2800" dirty="0">
                <a:latin typeface="Calibri"/>
                <a:cs typeface="Calibri"/>
              </a:rPr>
              <a:t>thức</a:t>
            </a:r>
            <a:r>
              <a:rPr sz="2800" spc="-15" dirty="0">
                <a:latin typeface="Calibri"/>
                <a:cs typeface="Calibri"/>
              </a:rPr>
              <a:t> </a:t>
            </a:r>
            <a:r>
              <a:rPr sz="2800" spc="-20" dirty="0">
                <a:latin typeface="Calibri"/>
                <a:cs typeface="Calibri"/>
              </a:rPr>
              <a:t>chia </a:t>
            </a:r>
            <a:r>
              <a:rPr sz="2800" dirty="0">
                <a:latin typeface="Calibri"/>
                <a:cs typeface="Calibri"/>
              </a:rPr>
              <a:t>hết</a:t>
            </a:r>
            <a:r>
              <a:rPr sz="2800" spc="-50" dirty="0">
                <a:latin typeface="Calibri"/>
                <a:cs typeface="Calibri"/>
              </a:rPr>
              <a:t> </a:t>
            </a:r>
            <a:r>
              <a:rPr sz="2800" dirty="0">
                <a:latin typeface="Calibri"/>
                <a:cs typeface="Calibri"/>
              </a:rPr>
              <a:t>cho</a:t>
            </a:r>
            <a:r>
              <a:rPr sz="2800" spc="-55" dirty="0">
                <a:latin typeface="Calibri"/>
                <a:cs typeface="Calibri"/>
              </a:rPr>
              <a:t> </a:t>
            </a:r>
            <a:r>
              <a:rPr sz="2800" spc="-25" dirty="0">
                <a:latin typeface="Calibri"/>
                <a:cs typeface="Calibri"/>
              </a:rPr>
              <a:t>x).</a:t>
            </a:r>
            <a:endParaRPr sz="2800">
              <a:latin typeface="Calibri"/>
              <a:cs typeface="Calibri"/>
            </a:endParaRPr>
          </a:p>
          <a:p>
            <a:pPr marL="1242695" lvl="1" indent="-259079">
              <a:lnSpc>
                <a:spcPct val="100000"/>
              </a:lnSpc>
              <a:spcBef>
                <a:spcPts val="305"/>
              </a:spcBef>
              <a:buChar char="*"/>
              <a:tabLst>
                <a:tab pos="1242695" algn="l"/>
              </a:tabLst>
            </a:pPr>
            <a:r>
              <a:rPr sz="2800" dirty="0">
                <a:latin typeface="Calibri"/>
                <a:cs typeface="Calibri"/>
              </a:rPr>
              <a:t>B</a:t>
            </a:r>
            <a:r>
              <a:rPr sz="2800" spc="-45" dirty="0">
                <a:latin typeface="Calibri"/>
                <a:cs typeface="Calibri"/>
              </a:rPr>
              <a:t> </a:t>
            </a:r>
            <a:r>
              <a:rPr sz="2800" dirty="0">
                <a:latin typeface="Calibri"/>
                <a:cs typeface="Calibri"/>
              </a:rPr>
              <a:t>:</a:t>
            </a:r>
            <a:r>
              <a:rPr sz="2800" spc="-30" dirty="0">
                <a:latin typeface="Calibri"/>
                <a:cs typeface="Calibri"/>
              </a:rPr>
              <a:t> </a:t>
            </a:r>
            <a:r>
              <a:rPr sz="2800" dirty="0">
                <a:latin typeface="Calibri"/>
                <a:cs typeface="Calibri"/>
              </a:rPr>
              <a:t>gồm</a:t>
            </a:r>
            <a:r>
              <a:rPr sz="2800" spc="-40" dirty="0">
                <a:latin typeface="Calibri"/>
                <a:cs typeface="Calibri"/>
              </a:rPr>
              <a:t> </a:t>
            </a:r>
            <a:r>
              <a:rPr sz="2800" dirty="0">
                <a:latin typeface="Calibri"/>
                <a:cs typeface="Calibri"/>
              </a:rPr>
              <a:t>các</a:t>
            </a:r>
            <a:r>
              <a:rPr sz="2800" spc="-40" dirty="0">
                <a:latin typeface="Calibri"/>
                <a:cs typeface="Calibri"/>
              </a:rPr>
              <a:t> </a:t>
            </a:r>
            <a:r>
              <a:rPr sz="2800" dirty="0">
                <a:latin typeface="Calibri"/>
                <a:cs typeface="Calibri"/>
              </a:rPr>
              <a:t>đơn</a:t>
            </a:r>
            <a:r>
              <a:rPr sz="2800" spc="-20" dirty="0">
                <a:latin typeface="Calibri"/>
                <a:cs typeface="Calibri"/>
              </a:rPr>
              <a:t> </a:t>
            </a:r>
            <a:r>
              <a:rPr sz="2800" dirty="0">
                <a:latin typeface="Calibri"/>
                <a:cs typeface="Calibri"/>
              </a:rPr>
              <a:t>thức</a:t>
            </a:r>
            <a:r>
              <a:rPr sz="2800" spc="-25" dirty="0">
                <a:latin typeface="Calibri"/>
                <a:cs typeface="Calibri"/>
              </a:rPr>
              <a:t> </a:t>
            </a:r>
            <a:r>
              <a:rPr sz="2800" dirty="0">
                <a:latin typeface="Calibri"/>
                <a:cs typeface="Calibri"/>
              </a:rPr>
              <a:t>có</a:t>
            </a:r>
            <a:r>
              <a:rPr sz="2800" spc="-45" dirty="0">
                <a:latin typeface="Calibri"/>
                <a:cs typeface="Calibri"/>
              </a:rPr>
              <a:t> </a:t>
            </a:r>
            <a:r>
              <a:rPr sz="2800" dirty="0">
                <a:latin typeface="Calibri"/>
                <a:cs typeface="Calibri"/>
              </a:rPr>
              <a:t>biến</a:t>
            </a:r>
            <a:r>
              <a:rPr sz="2800" spc="-15" dirty="0">
                <a:latin typeface="Calibri"/>
                <a:cs typeface="Calibri"/>
              </a:rPr>
              <a:t> </a:t>
            </a:r>
            <a:r>
              <a:rPr sz="2800" spc="-110" dirty="0">
                <a:latin typeface="Cambria Math"/>
                <a:cs typeface="Cambria Math"/>
              </a:rPr>
              <a:t>𝑥</a:t>
            </a:r>
            <a:r>
              <a:rPr sz="2800" spc="-2110" dirty="0">
                <a:latin typeface="Cambria Math"/>
                <a:cs typeface="Cambria Math"/>
              </a:rPr>
              <a:t>ҧ</a:t>
            </a:r>
            <a:r>
              <a:rPr sz="2800" spc="-25" dirty="0">
                <a:latin typeface="Calibri"/>
                <a:cs typeface="Calibri"/>
              </a:rPr>
              <a:t>.</a:t>
            </a:r>
            <a:endParaRPr sz="2800">
              <a:latin typeface="Calibri"/>
              <a:cs typeface="Calibri"/>
            </a:endParaRPr>
          </a:p>
          <a:p>
            <a:pPr marL="460375" indent="-447675">
              <a:lnSpc>
                <a:spcPct val="100000"/>
              </a:lnSpc>
              <a:spcBef>
                <a:spcPts val="365"/>
              </a:spcBef>
              <a:buFont typeface="Calibri"/>
              <a:buAutoNum type="romanLcParenR"/>
              <a:tabLst>
                <a:tab pos="460375" algn="l"/>
              </a:tabLst>
            </a:pPr>
            <a:r>
              <a:rPr sz="2800" dirty="0">
                <a:latin typeface="Calibri"/>
                <a:cs typeface="Calibri"/>
              </a:rPr>
              <a:t>Nếu</a:t>
            </a:r>
            <a:r>
              <a:rPr sz="2800" spc="-45" dirty="0">
                <a:latin typeface="Calibri"/>
                <a:cs typeface="Calibri"/>
              </a:rPr>
              <a:t> </a:t>
            </a:r>
            <a:r>
              <a:rPr sz="2800" dirty="0">
                <a:latin typeface="Calibri"/>
                <a:cs typeface="Calibri"/>
              </a:rPr>
              <a:t>A</a:t>
            </a:r>
            <a:r>
              <a:rPr sz="2800" spc="-35" dirty="0">
                <a:latin typeface="Calibri"/>
                <a:cs typeface="Calibri"/>
              </a:rPr>
              <a:t> </a:t>
            </a:r>
            <a:r>
              <a:rPr sz="2800" dirty="0">
                <a:latin typeface="Calibri"/>
                <a:cs typeface="Calibri"/>
              </a:rPr>
              <a:t>=</a:t>
            </a:r>
            <a:r>
              <a:rPr sz="2800" spc="-25" dirty="0">
                <a:latin typeface="Calibri"/>
                <a:cs typeface="Calibri"/>
              </a:rPr>
              <a:t> </a:t>
            </a:r>
            <a:r>
              <a:rPr sz="2800" dirty="0">
                <a:latin typeface="Symbol"/>
                <a:cs typeface="Symbol"/>
              </a:rPr>
              <a:t></a:t>
            </a:r>
            <a:r>
              <a:rPr sz="2800" spc="-110" dirty="0">
                <a:latin typeface="Times New Roman"/>
                <a:cs typeface="Times New Roman"/>
              </a:rPr>
              <a:t> </a:t>
            </a:r>
            <a:r>
              <a:rPr sz="2800" dirty="0">
                <a:latin typeface="Calibri"/>
                <a:cs typeface="Calibri"/>
              </a:rPr>
              <a:t>hay</a:t>
            </a:r>
            <a:r>
              <a:rPr sz="2800" spc="-50" dirty="0">
                <a:latin typeface="Calibri"/>
                <a:cs typeface="Calibri"/>
              </a:rPr>
              <a:t> </a:t>
            </a:r>
            <a:r>
              <a:rPr sz="2800" dirty="0">
                <a:latin typeface="Calibri"/>
                <a:cs typeface="Calibri"/>
              </a:rPr>
              <a:t>B</a:t>
            </a:r>
            <a:r>
              <a:rPr sz="2800" spc="-45" dirty="0">
                <a:latin typeface="Calibri"/>
                <a:cs typeface="Calibri"/>
              </a:rPr>
              <a:t> </a:t>
            </a:r>
            <a:r>
              <a:rPr sz="2800" dirty="0">
                <a:latin typeface="Calibri"/>
                <a:cs typeface="Calibri"/>
              </a:rPr>
              <a:t>=</a:t>
            </a:r>
            <a:r>
              <a:rPr sz="2800" spc="-30" dirty="0">
                <a:latin typeface="Calibri"/>
                <a:cs typeface="Calibri"/>
              </a:rPr>
              <a:t> </a:t>
            </a:r>
            <a:r>
              <a:rPr sz="2800" dirty="0">
                <a:latin typeface="Symbol"/>
                <a:cs typeface="Symbol"/>
              </a:rPr>
              <a:t></a:t>
            </a:r>
            <a:r>
              <a:rPr sz="2800" spc="-110" dirty="0">
                <a:latin typeface="Times New Roman"/>
                <a:cs typeface="Times New Roman"/>
              </a:rPr>
              <a:t> </a:t>
            </a:r>
            <a:r>
              <a:rPr sz="2800" dirty="0">
                <a:latin typeface="Calibri"/>
                <a:cs typeface="Calibri"/>
              </a:rPr>
              <a:t>thì</a:t>
            </a:r>
            <a:r>
              <a:rPr sz="2800" spc="-45" dirty="0">
                <a:latin typeface="Calibri"/>
                <a:cs typeface="Calibri"/>
              </a:rPr>
              <a:t> </a:t>
            </a:r>
            <a:r>
              <a:rPr sz="2800" dirty="0">
                <a:latin typeface="Calibri"/>
                <a:cs typeface="Calibri"/>
              </a:rPr>
              <a:t>xét</a:t>
            </a:r>
            <a:r>
              <a:rPr sz="2800" spc="-50" dirty="0">
                <a:latin typeface="Calibri"/>
                <a:cs typeface="Calibri"/>
              </a:rPr>
              <a:t> </a:t>
            </a:r>
            <a:r>
              <a:rPr sz="2800" dirty="0">
                <a:latin typeface="Calibri"/>
                <a:cs typeface="Calibri"/>
              </a:rPr>
              <a:t>biến</a:t>
            </a:r>
            <a:r>
              <a:rPr sz="2800" spc="-45" dirty="0">
                <a:latin typeface="Calibri"/>
                <a:cs typeface="Calibri"/>
              </a:rPr>
              <a:t> </a:t>
            </a:r>
            <a:r>
              <a:rPr sz="2800" dirty="0">
                <a:latin typeface="Calibri"/>
                <a:cs typeface="Calibri"/>
              </a:rPr>
              <a:t>kế</a:t>
            </a:r>
            <a:r>
              <a:rPr sz="2800" spc="-40" dirty="0">
                <a:latin typeface="Calibri"/>
                <a:cs typeface="Calibri"/>
              </a:rPr>
              <a:t> </a:t>
            </a:r>
            <a:r>
              <a:rPr sz="2800" dirty="0">
                <a:latin typeface="Calibri"/>
                <a:cs typeface="Calibri"/>
              </a:rPr>
              <a:t>x</a:t>
            </a:r>
            <a:r>
              <a:rPr sz="2800" spc="-45" dirty="0">
                <a:latin typeface="Calibri"/>
                <a:cs typeface="Calibri"/>
              </a:rPr>
              <a:t> </a:t>
            </a:r>
            <a:r>
              <a:rPr sz="2800" dirty="0">
                <a:latin typeface="Calibri"/>
                <a:cs typeface="Calibri"/>
              </a:rPr>
              <a:t>trong</a:t>
            </a:r>
            <a:r>
              <a:rPr sz="2800" spc="-35" dirty="0">
                <a:latin typeface="Calibri"/>
                <a:cs typeface="Calibri"/>
              </a:rPr>
              <a:t> V.</a:t>
            </a:r>
            <a:endParaRPr sz="2800">
              <a:latin typeface="Calibri"/>
              <a:cs typeface="Calibri"/>
            </a:endParaRPr>
          </a:p>
          <a:p>
            <a:pPr marL="12700" marR="5080" indent="405130">
              <a:lnSpc>
                <a:spcPts val="3020"/>
              </a:lnSpc>
              <a:spcBef>
                <a:spcPts val="680"/>
              </a:spcBef>
            </a:pPr>
            <a:r>
              <a:rPr sz="2800" dirty="0">
                <a:latin typeface="Calibri"/>
                <a:cs typeface="Calibri"/>
              </a:rPr>
              <a:t>Nếu</a:t>
            </a:r>
            <a:r>
              <a:rPr sz="2800" spc="-55" dirty="0">
                <a:latin typeface="Calibri"/>
                <a:cs typeface="Calibri"/>
              </a:rPr>
              <a:t> </a:t>
            </a:r>
            <a:r>
              <a:rPr sz="2800" dirty="0">
                <a:latin typeface="Calibri"/>
                <a:cs typeface="Calibri"/>
              </a:rPr>
              <a:t>không,</a:t>
            </a:r>
            <a:r>
              <a:rPr sz="2800" spc="-30" dirty="0">
                <a:latin typeface="Calibri"/>
                <a:cs typeface="Calibri"/>
              </a:rPr>
              <a:t> </a:t>
            </a:r>
            <a:r>
              <a:rPr sz="2800" dirty="0">
                <a:latin typeface="Calibri"/>
                <a:cs typeface="Calibri"/>
              </a:rPr>
              <a:t>thêm</a:t>
            </a:r>
            <a:r>
              <a:rPr sz="2800" spc="-45" dirty="0">
                <a:latin typeface="Calibri"/>
                <a:cs typeface="Calibri"/>
              </a:rPr>
              <a:t> </a:t>
            </a:r>
            <a:r>
              <a:rPr sz="2800" dirty="0">
                <a:latin typeface="Calibri"/>
                <a:cs typeface="Calibri"/>
              </a:rPr>
              <a:t>vào</a:t>
            </a:r>
            <a:r>
              <a:rPr sz="2800" spc="-55" dirty="0">
                <a:latin typeface="Calibri"/>
                <a:cs typeface="Calibri"/>
              </a:rPr>
              <a:t> </a:t>
            </a:r>
            <a:r>
              <a:rPr sz="2800" dirty="0">
                <a:latin typeface="Calibri"/>
                <a:cs typeface="Calibri"/>
              </a:rPr>
              <a:t>T</a:t>
            </a:r>
            <a:r>
              <a:rPr sz="2800" spc="-50" dirty="0">
                <a:latin typeface="Calibri"/>
                <a:cs typeface="Calibri"/>
              </a:rPr>
              <a:t> </a:t>
            </a:r>
            <a:r>
              <a:rPr sz="2800" dirty="0">
                <a:latin typeface="Calibri"/>
                <a:cs typeface="Calibri"/>
              </a:rPr>
              <a:t>tất</a:t>
            </a:r>
            <a:r>
              <a:rPr sz="2800" spc="-55" dirty="0">
                <a:latin typeface="Calibri"/>
                <a:cs typeface="Calibri"/>
              </a:rPr>
              <a:t> </a:t>
            </a:r>
            <a:r>
              <a:rPr sz="2800" dirty="0">
                <a:latin typeface="Calibri"/>
                <a:cs typeface="Calibri"/>
              </a:rPr>
              <a:t>cả</a:t>
            </a:r>
            <a:r>
              <a:rPr sz="2800" spc="-55" dirty="0">
                <a:latin typeface="Calibri"/>
                <a:cs typeface="Calibri"/>
              </a:rPr>
              <a:t> </a:t>
            </a:r>
            <a:r>
              <a:rPr sz="2800" dirty="0">
                <a:latin typeface="Calibri"/>
                <a:cs typeface="Calibri"/>
              </a:rPr>
              <a:t>các</a:t>
            </a:r>
            <a:r>
              <a:rPr sz="2800" spc="-50" dirty="0">
                <a:latin typeface="Calibri"/>
                <a:cs typeface="Calibri"/>
              </a:rPr>
              <a:t> </a:t>
            </a:r>
            <a:r>
              <a:rPr sz="2800" dirty="0">
                <a:latin typeface="Calibri"/>
                <a:cs typeface="Calibri"/>
              </a:rPr>
              <a:t>thỏa</a:t>
            </a:r>
            <a:r>
              <a:rPr sz="2800" spc="-35" dirty="0">
                <a:latin typeface="Calibri"/>
                <a:cs typeface="Calibri"/>
              </a:rPr>
              <a:t> </a:t>
            </a:r>
            <a:r>
              <a:rPr sz="2800" dirty="0">
                <a:latin typeface="Calibri"/>
                <a:cs typeface="Calibri"/>
              </a:rPr>
              <a:t>thuận</a:t>
            </a:r>
            <a:r>
              <a:rPr sz="2800" spc="-30" dirty="0">
                <a:latin typeface="Calibri"/>
                <a:cs typeface="Calibri"/>
              </a:rPr>
              <a:t> </a:t>
            </a:r>
            <a:r>
              <a:rPr sz="2800" dirty="0">
                <a:latin typeface="Calibri"/>
                <a:cs typeface="Calibri"/>
              </a:rPr>
              <a:t>của</a:t>
            </a:r>
            <a:r>
              <a:rPr sz="2800" spc="-40" dirty="0">
                <a:latin typeface="Calibri"/>
                <a:cs typeface="Calibri"/>
              </a:rPr>
              <a:t> </a:t>
            </a:r>
            <a:r>
              <a:rPr sz="2800" spc="-25" dirty="0">
                <a:latin typeface="Calibri"/>
                <a:cs typeface="Calibri"/>
              </a:rPr>
              <a:t>một </a:t>
            </a:r>
            <a:r>
              <a:rPr sz="2800" dirty="0">
                <a:latin typeface="Calibri"/>
                <a:cs typeface="Calibri"/>
              </a:rPr>
              <a:t>đơn</a:t>
            </a:r>
            <a:r>
              <a:rPr sz="2800" spc="-40" dirty="0">
                <a:latin typeface="Calibri"/>
                <a:cs typeface="Calibri"/>
              </a:rPr>
              <a:t> </a:t>
            </a:r>
            <a:r>
              <a:rPr sz="2800" dirty="0">
                <a:latin typeface="Calibri"/>
                <a:cs typeface="Calibri"/>
              </a:rPr>
              <a:t>thức</a:t>
            </a:r>
            <a:r>
              <a:rPr sz="2800" spc="-45" dirty="0">
                <a:latin typeface="Calibri"/>
                <a:cs typeface="Calibri"/>
              </a:rPr>
              <a:t> </a:t>
            </a:r>
            <a:r>
              <a:rPr sz="2800" dirty="0">
                <a:latin typeface="Calibri"/>
                <a:cs typeface="Calibri"/>
              </a:rPr>
              <a:t>thuộc</a:t>
            </a:r>
            <a:r>
              <a:rPr sz="2800" spc="-30" dirty="0">
                <a:latin typeface="Calibri"/>
                <a:cs typeface="Calibri"/>
              </a:rPr>
              <a:t> </a:t>
            </a:r>
            <a:r>
              <a:rPr sz="2800" dirty="0">
                <a:latin typeface="Calibri"/>
                <a:cs typeface="Calibri"/>
              </a:rPr>
              <a:t>A</a:t>
            </a:r>
            <a:r>
              <a:rPr sz="2800" spc="-45" dirty="0">
                <a:latin typeface="Calibri"/>
                <a:cs typeface="Calibri"/>
              </a:rPr>
              <a:t> </a:t>
            </a:r>
            <a:r>
              <a:rPr sz="2800" dirty="0">
                <a:latin typeface="Calibri"/>
                <a:cs typeface="Calibri"/>
              </a:rPr>
              <a:t>và</a:t>
            </a:r>
            <a:r>
              <a:rPr sz="2800" spc="-60" dirty="0">
                <a:latin typeface="Calibri"/>
                <a:cs typeface="Calibri"/>
              </a:rPr>
              <a:t> </a:t>
            </a:r>
            <a:r>
              <a:rPr sz="2800" dirty="0">
                <a:latin typeface="Calibri"/>
                <a:cs typeface="Calibri"/>
              </a:rPr>
              <a:t>một</a:t>
            </a:r>
            <a:r>
              <a:rPr sz="2800" spc="-50" dirty="0">
                <a:latin typeface="Calibri"/>
                <a:cs typeface="Calibri"/>
              </a:rPr>
              <a:t> </a:t>
            </a:r>
            <a:r>
              <a:rPr sz="2800" dirty="0">
                <a:latin typeface="Calibri"/>
                <a:cs typeface="Calibri"/>
              </a:rPr>
              <a:t>đơn</a:t>
            </a:r>
            <a:r>
              <a:rPr sz="2800" spc="-40" dirty="0">
                <a:latin typeface="Calibri"/>
                <a:cs typeface="Calibri"/>
              </a:rPr>
              <a:t> </a:t>
            </a:r>
            <a:r>
              <a:rPr sz="2800" dirty="0">
                <a:latin typeface="Calibri"/>
                <a:cs typeface="Calibri"/>
              </a:rPr>
              <a:t>thức</a:t>
            </a:r>
            <a:r>
              <a:rPr sz="2800" spc="-40" dirty="0">
                <a:latin typeface="Calibri"/>
                <a:cs typeface="Calibri"/>
              </a:rPr>
              <a:t> </a:t>
            </a:r>
            <a:r>
              <a:rPr sz="2800" dirty="0">
                <a:latin typeface="Calibri"/>
                <a:cs typeface="Calibri"/>
              </a:rPr>
              <a:t>thuộc</a:t>
            </a:r>
            <a:r>
              <a:rPr sz="2800" spc="-30" dirty="0">
                <a:latin typeface="Calibri"/>
                <a:cs typeface="Calibri"/>
              </a:rPr>
              <a:t> </a:t>
            </a:r>
            <a:r>
              <a:rPr sz="2800" spc="-25" dirty="0">
                <a:latin typeface="Calibri"/>
                <a:cs typeface="Calibri"/>
              </a:rPr>
              <a:t>B.</a:t>
            </a:r>
            <a:endParaRPr sz="2800">
              <a:latin typeface="Calibri"/>
              <a:cs typeface="Calibri"/>
            </a:endParaRPr>
          </a:p>
          <a:p>
            <a:pPr marL="12700" marR="283210" indent="534670">
              <a:lnSpc>
                <a:spcPts val="3020"/>
              </a:lnSpc>
              <a:spcBef>
                <a:spcPts val="685"/>
              </a:spcBef>
              <a:buFont typeface="Calibri"/>
              <a:buAutoNum type="romanLcParenR" startAt="3"/>
              <a:tabLst>
                <a:tab pos="547370" algn="l"/>
              </a:tabLst>
            </a:pPr>
            <a:r>
              <a:rPr sz="2800" dirty="0">
                <a:solidFill>
                  <a:srgbClr val="FF0000"/>
                </a:solidFill>
                <a:latin typeface="Calibri"/>
                <a:cs typeface="Calibri"/>
              </a:rPr>
              <a:t>Mỗi</a:t>
            </a:r>
            <a:r>
              <a:rPr sz="2800" spc="-35" dirty="0">
                <a:solidFill>
                  <a:srgbClr val="FF0000"/>
                </a:solidFill>
                <a:latin typeface="Calibri"/>
                <a:cs typeface="Calibri"/>
              </a:rPr>
              <a:t> </a:t>
            </a:r>
            <a:r>
              <a:rPr sz="2800" dirty="0">
                <a:solidFill>
                  <a:srgbClr val="FF0000"/>
                </a:solidFill>
                <a:latin typeface="Calibri"/>
                <a:cs typeface="Calibri"/>
              </a:rPr>
              <a:t>lần</a:t>
            </a:r>
            <a:r>
              <a:rPr sz="2800" spc="-35" dirty="0">
                <a:solidFill>
                  <a:srgbClr val="FF0000"/>
                </a:solidFill>
                <a:latin typeface="Calibri"/>
                <a:cs typeface="Calibri"/>
              </a:rPr>
              <a:t> </a:t>
            </a:r>
            <a:r>
              <a:rPr sz="2800" dirty="0">
                <a:solidFill>
                  <a:srgbClr val="FF0000"/>
                </a:solidFill>
                <a:latin typeface="Calibri"/>
                <a:cs typeface="Calibri"/>
              </a:rPr>
              <a:t>thêm</a:t>
            </a:r>
            <a:r>
              <a:rPr sz="2800" spc="-30" dirty="0">
                <a:solidFill>
                  <a:srgbClr val="FF0000"/>
                </a:solidFill>
                <a:latin typeface="Calibri"/>
                <a:cs typeface="Calibri"/>
              </a:rPr>
              <a:t> </a:t>
            </a:r>
            <a:r>
              <a:rPr sz="2800" dirty="0">
                <a:solidFill>
                  <a:srgbClr val="FF0000"/>
                </a:solidFill>
                <a:latin typeface="Calibri"/>
                <a:cs typeface="Calibri"/>
              </a:rPr>
              <a:t>một</a:t>
            </a:r>
            <a:r>
              <a:rPr sz="2800" spc="-30" dirty="0">
                <a:solidFill>
                  <a:srgbClr val="FF0000"/>
                </a:solidFill>
                <a:latin typeface="Calibri"/>
                <a:cs typeface="Calibri"/>
              </a:rPr>
              <a:t> </a:t>
            </a:r>
            <a:r>
              <a:rPr sz="2800" dirty="0">
                <a:solidFill>
                  <a:srgbClr val="FF0000"/>
                </a:solidFill>
                <a:latin typeface="Calibri"/>
                <a:cs typeface="Calibri"/>
              </a:rPr>
              <a:t>phần</a:t>
            </a:r>
            <a:r>
              <a:rPr sz="2800" spc="-25" dirty="0">
                <a:solidFill>
                  <a:srgbClr val="FF0000"/>
                </a:solidFill>
                <a:latin typeface="Calibri"/>
                <a:cs typeface="Calibri"/>
              </a:rPr>
              <a:t> </a:t>
            </a:r>
            <a:r>
              <a:rPr sz="2800" dirty="0">
                <a:solidFill>
                  <a:srgbClr val="FF0000"/>
                </a:solidFill>
                <a:latin typeface="Calibri"/>
                <a:cs typeface="Calibri"/>
              </a:rPr>
              <a:t>tử</a:t>
            </a:r>
            <a:r>
              <a:rPr sz="2800" spc="-30" dirty="0">
                <a:solidFill>
                  <a:srgbClr val="FF0000"/>
                </a:solidFill>
                <a:latin typeface="Calibri"/>
                <a:cs typeface="Calibri"/>
              </a:rPr>
              <a:t> </a:t>
            </a:r>
            <a:r>
              <a:rPr sz="2800" dirty="0">
                <a:solidFill>
                  <a:srgbClr val="FF0000"/>
                </a:solidFill>
                <a:latin typeface="Calibri"/>
                <a:cs typeface="Calibri"/>
              </a:rPr>
              <a:t>mới</a:t>
            </a:r>
            <a:r>
              <a:rPr sz="2800" spc="-35" dirty="0">
                <a:solidFill>
                  <a:srgbClr val="FF0000"/>
                </a:solidFill>
                <a:latin typeface="Calibri"/>
                <a:cs typeface="Calibri"/>
              </a:rPr>
              <a:t> </a:t>
            </a:r>
            <a:r>
              <a:rPr sz="2800" dirty="0">
                <a:solidFill>
                  <a:srgbClr val="FF0000"/>
                </a:solidFill>
                <a:latin typeface="Calibri"/>
                <a:cs typeface="Calibri"/>
              </a:rPr>
              <a:t>vào</a:t>
            </a:r>
            <a:r>
              <a:rPr sz="2800" spc="-40" dirty="0">
                <a:solidFill>
                  <a:srgbClr val="FF0000"/>
                </a:solidFill>
                <a:latin typeface="Calibri"/>
                <a:cs typeface="Calibri"/>
              </a:rPr>
              <a:t> </a:t>
            </a:r>
            <a:r>
              <a:rPr sz="2800" dirty="0">
                <a:solidFill>
                  <a:srgbClr val="FF0000"/>
                </a:solidFill>
                <a:latin typeface="Calibri"/>
                <a:cs typeface="Calibri"/>
              </a:rPr>
              <a:t>T</a:t>
            </a:r>
            <a:r>
              <a:rPr sz="2800" spc="-40" dirty="0">
                <a:solidFill>
                  <a:srgbClr val="FF0000"/>
                </a:solidFill>
                <a:latin typeface="Calibri"/>
                <a:cs typeface="Calibri"/>
              </a:rPr>
              <a:t> </a:t>
            </a:r>
            <a:r>
              <a:rPr sz="2800" dirty="0">
                <a:solidFill>
                  <a:srgbClr val="FF0000"/>
                </a:solidFill>
                <a:latin typeface="Calibri"/>
                <a:cs typeface="Calibri"/>
              </a:rPr>
              <a:t>,</a:t>
            </a:r>
            <a:r>
              <a:rPr sz="2800" spc="-40" dirty="0">
                <a:solidFill>
                  <a:srgbClr val="FF0000"/>
                </a:solidFill>
                <a:latin typeface="Calibri"/>
                <a:cs typeface="Calibri"/>
              </a:rPr>
              <a:t> </a:t>
            </a:r>
            <a:r>
              <a:rPr sz="2800" dirty="0">
                <a:solidFill>
                  <a:srgbClr val="FF0000"/>
                </a:solidFill>
                <a:latin typeface="Calibri"/>
                <a:cs typeface="Calibri"/>
              </a:rPr>
              <a:t>ta</a:t>
            </a:r>
            <a:r>
              <a:rPr sz="2800" spc="-35" dirty="0">
                <a:solidFill>
                  <a:srgbClr val="FF0000"/>
                </a:solidFill>
                <a:latin typeface="Calibri"/>
                <a:cs typeface="Calibri"/>
              </a:rPr>
              <a:t> </a:t>
            </a:r>
            <a:r>
              <a:rPr sz="2800" dirty="0">
                <a:solidFill>
                  <a:srgbClr val="FF0000"/>
                </a:solidFill>
                <a:latin typeface="Calibri"/>
                <a:cs typeface="Calibri"/>
              </a:rPr>
              <a:t>phải</a:t>
            </a:r>
            <a:r>
              <a:rPr sz="2800" spc="-30" dirty="0">
                <a:solidFill>
                  <a:srgbClr val="FF0000"/>
                </a:solidFill>
                <a:latin typeface="Calibri"/>
                <a:cs typeface="Calibri"/>
              </a:rPr>
              <a:t> </a:t>
            </a:r>
            <a:r>
              <a:rPr sz="2800" spc="-20" dirty="0">
                <a:solidFill>
                  <a:srgbClr val="FF0000"/>
                </a:solidFill>
                <a:latin typeface="Calibri"/>
                <a:cs typeface="Calibri"/>
              </a:rPr>
              <a:t>loại </a:t>
            </a:r>
            <a:r>
              <a:rPr sz="2800" dirty="0">
                <a:solidFill>
                  <a:srgbClr val="FF0000"/>
                </a:solidFill>
                <a:latin typeface="Calibri"/>
                <a:cs typeface="Calibri"/>
              </a:rPr>
              <a:t>bớt</a:t>
            </a:r>
            <a:r>
              <a:rPr sz="2800" spc="-40" dirty="0">
                <a:solidFill>
                  <a:srgbClr val="FF0000"/>
                </a:solidFill>
                <a:latin typeface="Calibri"/>
                <a:cs typeface="Calibri"/>
              </a:rPr>
              <a:t> </a:t>
            </a:r>
            <a:r>
              <a:rPr sz="2800" dirty="0">
                <a:solidFill>
                  <a:srgbClr val="FF0000"/>
                </a:solidFill>
                <a:latin typeface="Calibri"/>
                <a:cs typeface="Calibri"/>
              </a:rPr>
              <a:t>những</a:t>
            </a:r>
            <a:r>
              <a:rPr sz="2800" spc="-35" dirty="0">
                <a:solidFill>
                  <a:srgbClr val="FF0000"/>
                </a:solidFill>
                <a:latin typeface="Calibri"/>
                <a:cs typeface="Calibri"/>
              </a:rPr>
              <a:t> </a:t>
            </a:r>
            <a:r>
              <a:rPr sz="2800" dirty="0">
                <a:solidFill>
                  <a:srgbClr val="FF0000"/>
                </a:solidFill>
                <a:latin typeface="Calibri"/>
                <a:cs typeface="Calibri"/>
              </a:rPr>
              <a:t>phần</a:t>
            </a:r>
            <a:r>
              <a:rPr sz="2800" spc="-30" dirty="0">
                <a:solidFill>
                  <a:srgbClr val="FF0000"/>
                </a:solidFill>
                <a:latin typeface="Calibri"/>
                <a:cs typeface="Calibri"/>
              </a:rPr>
              <a:t> </a:t>
            </a:r>
            <a:r>
              <a:rPr sz="2800" dirty="0">
                <a:solidFill>
                  <a:srgbClr val="FF0000"/>
                </a:solidFill>
                <a:latin typeface="Calibri"/>
                <a:cs typeface="Calibri"/>
              </a:rPr>
              <a:t>tử</a:t>
            </a:r>
            <a:r>
              <a:rPr sz="2800" spc="-45" dirty="0">
                <a:solidFill>
                  <a:srgbClr val="FF0000"/>
                </a:solidFill>
                <a:latin typeface="Calibri"/>
                <a:cs typeface="Calibri"/>
              </a:rPr>
              <a:t> </a:t>
            </a:r>
            <a:r>
              <a:rPr sz="2800" dirty="0">
                <a:latin typeface="Calibri"/>
                <a:cs typeface="Calibri"/>
              </a:rPr>
              <a:t>được</a:t>
            </a:r>
            <a:r>
              <a:rPr sz="2800" spc="-35" dirty="0">
                <a:latin typeface="Calibri"/>
                <a:cs typeface="Calibri"/>
              </a:rPr>
              <a:t> </a:t>
            </a:r>
            <a:r>
              <a:rPr sz="2800" dirty="0">
                <a:latin typeface="Calibri"/>
                <a:cs typeface="Calibri"/>
              </a:rPr>
              <a:t>trội</a:t>
            </a:r>
            <a:r>
              <a:rPr sz="2800" spc="-50" dirty="0">
                <a:latin typeface="Calibri"/>
                <a:cs typeface="Calibri"/>
              </a:rPr>
              <a:t> </a:t>
            </a:r>
            <a:r>
              <a:rPr sz="2800" dirty="0">
                <a:latin typeface="Calibri"/>
                <a:cs typeface="Calibri"/>
              </a:rPr>
              <a:t>thực</a:t>
            </a:r>
            <a:r>
              <a:rPr sz="2800" spc="-25" dirty="0">
                <a:latin typeface="Calibri"/>
                <a:cs typeface="Calibri"/>
              </a:rPr>
              <a:t> </a:t>
            </a:r>
            <a:r>
              <a:rPr sz="2800" dirty="0">
                <a:latin typeface="Calibri"/>
                <a:cs typeface="Calibri"/>
              </a:rPr>
              <a:t>sự</a:t>
            </a:r>
            <a:r>
              <a:rPr sz="2800" spc="-45" dirty="0">
                <a:latin typeface="Calibri"/>
                <a:cs typeface="Calibri"/>
              </a:rPr>
              <a:t> </a:t>
            </a:r>
            <a:r>
              <a:rPr sz="2800" dirty="0">
                <a:solidFill>
                  <a:srgbClr val="FF0000"/>
                </a:solidFill>
                <a:latin typeface="Calibri"/>
                <a:cs typeface="Calibri"/>
              </a:rPr>
              <a:t>bởi</a:t>
            </a:r>
            <a:r>
              <a:rPr sz="2800" spc="-35" dirty="0">
                <a:solidFill>
                  <a:srgbClr val="FF0000"/>
                </a:solidFill>
                <a:latin typeface="Calibri"/>
                <a:cs typeface="Calibri"/>
              </a:rPr>
              <a:t> </a:t>
            </a:r>
            <a:r>
              <a:rPr sz="2800" dirty="0">
                <a:solidFill>
                  <a:srgbClr val="FF0000"/>
                </a:solidFill>
                <a:latin typeface="Calibri"/>
                <a:cs typeface="Calibri"/>
              </a:rPr>
              <a:t>một</a:t>
            </a:r>
            <a:r>
              <a:rPr sz="2800" spc="-50" dirty="0">
                <a:solidFill>
                  <a:srgbClr val="FF0000"/>
                </a:solidFill>
                <a:latin typeface="Calibri"/>
                <a:cs typeface="Calibri"/>
              </a:rPr>
              <a:t> </a:t>
            </a:r>
            <a:r>
              <a:rPr sz="2800" dirty="0">
                <a:solidFill>
                  <a:srgbClr val="FF0000"/>
                </a:solidFill>
                <a:latin typeface="Calibri"/>
                <a:cs typeface="Calibri"/>
              </a:rPr>
              <a:t>phần</a:t>
            </a:r>
            <a:r>
              <a:rPr sz="2800" spc="-35" dirty="0">
                <a:solidFill>
                  <a:srgbClr val="FF0000"/>
                </a:solidFill>
                <a:latin typeface="Calibri"/>
                <a:cs typeface="Calibri"/>
              </a:rPr>
              <a:t> </a:t>
            </a:r>
            <a:r>
              <a:rPr sz="2800" spc="-25" dirty="0">
                <a:solidFill>
                  <a:srgbClr val="FF0000"/>
                </a:solidFill>
                <a:latin typeface="Calibri"/>
                <a:cs typeface="Calibri"/>
              </a:rPr>
              <a:t>tử </a:t>
            </a:r>
            <a:r>
              <a:rPr sz="2800" dirty="0">
                <a:solidFill>
                  <a:srgbClr val="FF0000"/>
                </a:solidFill>
                <a:latin typeface="Calibri"/>
                <a:cs typeface="Calibri"/>
              </a:rPr>
              <a:t>khác</a:t>
            </a:r>
            <a:r>
              <a:rPr sz="2800" spc="-45" dirty="0">
                <a:solidFill>
                  <a:srgbClr val="FF0000"/>
                </a:solidFill>
                <a:latin typeface="Calibri"/>
                <a:cs typeface="Calibri"/>
              </a:rPr>
              <a:t> </a:t>
            </a:r>
            <a:r>
              <a:rPr sz="2800" dirty="0">
                <a:solidFill>
                  <a:srgbClr val="FF0000"/>
                </a:solidFill>
                <a:latin typeface="Calibri"/>
                <a:cs typeface="Calibri"/>
              </a:rPr>
              <a:t>(kể</a:t>
            </a:r>
            <a:r>
              <a:rPr sz="2800" spc="-55" dirty="0">
                <a:solidFill>
                  <a:srgbClr val="FF0000"/>
                </a:solidFill>
                <a:latin typeface="Calibri"/>
                <a:cs typeface="Calibri"/>
              </a:rPr>
              <a:t> </a:t>
            </a:r>
            <a:r>
              <a:rPr sz="2800" dirty="0">
                <a:solidFill>
                  <a:srgbClr val="FF0000"/>
                </a:solidFill>
                <a:latin typeface="Calibri"/>
                <a:cs typeface="Calibri"/>
              </a:rPr>
              <a:t>cả</a:t>
            </a:r>
            <a:r>
              <a:rPr sz="2800" spc="-60" dirty="0">
                <a:solidFill>
                  <a:srgbClr val="FF0000"/>
                </a:solidFill>
                <a:latin typeface="Calibri"/>
                <a:cs typeface="Calibri"/>
              </a:rPr>
              <a:t> </a:t>
            </a:r>
            <a:r>
              <a:rPr sz="2800" dirty="0">
                <a:solidFill>
                  <a:srgbClr val="FF0000"/>
                </a:solidFill>
                <a:latin typeface="Calibri"/>
                <a:cs typeface="Calibri"/>
              </a:rPr>
              <a:t>phần</a:t>
            </a:r>
            <a:r>
              <a:rPr sz="2800" spc="-40" dirty="0">
                <a:solidFill>
                  <a:srgbClr val="FF0000"/>
                </a:solidFill>
                <a:latin typeface="Calibri"/>
                <a:cs typeface="Calibri"/>
              </a:rPr>
              <a:t> </a:t>
            </a:r>
            <a:r>
              <a:rPr sz="2800" dirty="0">
                <a:solidFill>
                  <a:srgbClr val="FF0000"/>
                </a:solidFill>
                <a:latin typeface="Calibri"/>
                <a:cs typeface="Calibri"/>
              </a:rPr>
              <a:t>tử</a:t>
            </a:r>
            <a:r>
              <a:rPr sz="2800" spc="-55" dirty="0">
                <a:solidFill>
                  <a:srgbClr val="FF0000"/>
                </a:solidFill>
                <a:latin typeface="Calibri"/>
                <a:cs typeface="Calibri"/>
              </a:rPr>
              <a:t> </a:t>
            </a:r>
            <a:r>
              <a:rPr sz="2800" dirty="0">
                <a:solidFill>
                  <a:srgbClr val="FF0000"/>
                </a:solidFill>
                <a:latin typeface="Calibri"/>
                <a:cs typeface="Calibri"/>
              </a:rPr>
              <a:t>mới</a:t>
            </a:r>
            <a:r>
              <a:rPr sz="2800" spc="-50" dirty="0">
                <a:solidFill>
                  <a:srgbClr val="FF0000"/>
                </a:solidFill>
                <a:latin typeface="Calibri"/>
                <a:cs typeface="Calibri"/>
              </a:rPr>
              <a:t> </a:t>
            </a:r>
            <a:r>
              <a:rPr sz="2800" dirty="0">
                <a:solidFill>
                  <a:srgbClr val="FF0000"/>
                </a:solidFill>
                <a:latin typeface="Calibri"/>
                <a:cs typeface="Calibri"/>
              </a:rPr>
              <a:t>thêm</a:t>
            </a:r>
            <a:r>
              <a:rPr sz="2800" spc="-55" dirty="0">
                <a:solidFill>
                  <a:srgbClr val="FF0000"/>
                </a:solidFill>
                <a:latin typeface="Calibri"/>
                <a:cs typeface="Calibri"/>
              </a:rPr>
              <a:t> </a:t>
            </a:r>
            <a:r>
              <a:rPr sz="2800" spc="-10" dirty="0">
                <a:solidFill>
                  <a:srgbClr val="FF0000"/>
                </a:solidFill>
                <a:latin typeface="Calibri"/>
                <a:cs typeface="Calibri"/>
              </a:rPr>
              <a:t>vào).</a:t>
            </a:r>
            <a:endParaRPr sz="2800">
              <a:latin typeface="Calibri"/>
              <a:cs typeface="Calibri"/>
            </a:endParaRPr>
          </a:p>
        </p:txBody>
      </p:sp>
    </p:spTree>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34340" y="305460"/>
            <a:ext cx="8107045" cy="4378960"/>
          </a:xfrm>
          <a:prstGeom prst="rect">
            <a:avLst/>
          </a:prstGeom>
        </p:spPr>
        <p:txBody>
          <a:bodyPr vert="horz" wrap="square" lIns="0" tIns="97790" rIns="0" bIns="0" rtlCol="0">
            <a:spAutoFit/>
          </a:bodyPr>
          <a:lstStyle/>
          <a:p>
            <a:pPr marL="38100">
              <a:lnSpc>
                <a:spcPct val="100000"/>
              </a:lnSpc>
              <a:spcBef>
                <a:spcPts val="770"/>
              </a:spcBef>
            </a:pPr>
            <a:r>
              <a:rPr sz="2800" b="1" dirty="0">
                <a:latin typeface="Calibri"/>
                <a:cs typeface="Calibri"/>
              </a:rPr>
              <a:t>Bước</a:t>
            </a:r>
            <a:r>
              <a:rPr sz="2800" b="1" spc="-30" dirty="0">
                <a:latin typeface="Calibri"/>
                <a:cs typeface="Calibri"/>
              </a:rPr>
              <a:t> </a:t>
            </a:r>
            <a:r>
              <a:rPr sz="2800" b="1" dirty="0">
                <a:latin typeface="Calibri"/>
                <a:cs typeface="Calibri"/>
              </a:rPr>
              <a:t>3:</a:t>
            </a:r>
            <a:r>
              <a:rPr sz="2800" b="1" spc="-20" dirty="0">
                <a:latin typeface="Calibri"/>
                <a:cs typeface="Calibri"/>
              </a:rPr>
              <a:t> </a:t>
            </a:r>
            <a:r>
              <a:rPr sz="2800" dirty="0">
                <a:latin typeface="Calibri"/>
                <a:cs typeface="Calibri"/>
              </a:rPr>
              <a:t>Giả</a:t>
            </a:r>
            <a:r>
              <a:rPr sz="2800" spc="-60" dirty="0">
                <a:latin typeface="Calibri"/>
                <a:cs typeface="Calibri"/>
              </a:rPr>
              <a:t> </a:t>
            </a:r>
            <a:r>
              <a:rPr sz="2800" dirty="0">
                <a:latin typeface="Calibri"/>
                <a:cs typeface="Calibri"/>
              </a:rPr>
              <a:t>sử</a:t>
            </a:r>
            <a:r>
              <a:rPr sz="2800" spc="-35" dirty="0">
                <a:latin typeface="Calibri"/>
                <a:cs typeface="Calibri"/>
              </a:rPr>
              <a:t> </a:t>
            </a:r>
            <a:r>
              <a:rPr sz="2800" dirty="0">
                <a:latin typeface="Calibri"/>
                <a:cs typeface="Calibri"/>
              </a:rPr>
              <a:t>khi</a:t>
            </a:r>
            <a:r>
              <a:rPr sz="2800" spc="-50" dirty="0">
                <a:latin typeface="Calibri"/>
                <a:cs typeface="Calibri"/>
              </a:rPr>
              <a:t> </a:t>
            </a:r>
            <a:r>
              <a:rPr sz="2800" dirty="0">
                <a:latin typeface="Calibri"/>
                <a:cs typeface="Calibri"/>
              </a:rPr>
              <a:t>đã</a:t>
            </a:r>
            <a:r>
              <a:rPr sz="2800" spc="-45" dirty="0">
                <a:latin typeface="Calibri"/>
                <a:cs typeface="Calibri"/>
              </a:rPr>
              <a:t> </a:t>
            </a:r>
            <a:r>
              <a:rPr sz="2800" dirty="0">
                <a:latin typeface="Calibri"/>
                <a:cs typeface="Calibri"/>
              </a:rPr>
              <a:t>duyệt</a:t>
            </a:r>
            <a:r>
              <a:rPr sz="2800" spc="-30" dirty="0">
                <a:latin typeface="Calibri"/>
                <a:cs typeface="Calibri"/>
              </a:rPr>
              <a:t> </a:t>
            </a:r>
            <a:r>
              <a:rPr sz="2800" dirty="0">
                <a:latin typeface="Calibri"/>
                <a:cs typeface="Calibri"/>
              </a:rPr>
              <a:t>hết</a:t>
            </a:r>
            <a:r>
              <a:rPr sz="2800" spc="-50" dirty="0">
                <a:latin typeface="Calibri"/>
                <a:cs typeface="Calibri"/>
              </a:rPr>
              <a:t> </a:t>
            </a:r>
            <a:r>
              <a:rPr sz="2800" dirty="0">
                <a:latin typeface="Calibri"/>
                <a:cs typeface="Calibri"/>
              </a:rPr>
              <a:t>các</a:t>
            </a:r>
            <a:r>
              <a:rPr sz="2800" spc="-45" dirty="0">
                <a:latin typeface="Calibri"/>
                <a:cs typeface="Calibri"/>
              </a:rPr>
              <a:t> </a:t>
            </a:r>
            <a:r>
              <a:rPr sz="2800" dirty="0">
                <a:latin typeface="Calibri"/>
                <a:cs typeface="Calibri"/>
              </a:rPr>
              <a:t>biến</a:t>
            </a:r>
            <a:r>
              <a:rPr sz="2800" spc="-35" dirty="0">
                <a:latin typeface="Calibri"/>
                <a:cs typeface="Calibri"/>
              </a:rPr>
              <a:t> </a:t>
            </a:r>
            <a:r>
              <a:rPr sz="2800" dirty="0">
                <a:latin typeface="Calibri"/>
                <a:cs typeface="Calibri"/>
              </a:rPr>
              <a:t>ta</a:t>
            </a:r>
            <a:r>
              <a:rPr sz="2800" spc="-55" dirty="0">
                <a:latin typeface="Calibri"/>
                <a:cs typeface="Calibri"/>
              </a:rPr>
              <a:t> </a:t>
            </a:r>
            <a:r>
              <a:rPr sz="2800" spc="-25" dirty="0">
                <a:latin typeface="Calibri"/>
                <a:cs typeface="Calibri"/>
              </a:rPr>
              <a:t>có</a:t>
            </a:r>
            <a:endParaRPr sz="2800">
              <a:latin typeface="Calibri"/>
              <a:cs typeface="Calibri"/>
            </a:endParaRPr>
          </a:p>
          <a:p>
            <a:pPr marL="2577465">
              <a:lnSpc>
                <a:spcPct val="100000"/>
              </a:lnSpc>
              <a:spcBef>
                <a:spcPts val="675"/>
              </a:spcBef>
            </a:pPr>
            <a:r>
              <a:rPr sz="2800" dirty="0">
                <a:latin typeface="Calibri"/>
                <a:cs typeface="Calibri"/>
              </a:rPr>
              <a:t>T</a:t>
            </a:r>
            <a:r>
              <a:rPr sz="2800" spc="-10" dirty="0">
                <a:latin typeface="Calibri"/>
                <a:cs typeface="Calibri"/>
              </a:rPr>
              <a:t> </a:t>
            </a:r>
            <a:r>
              <a:rPr sz="2800" dirty="0">
                <a:latin typeface="Calibri"/>
                <a:cs typeface="Calibri"/>
              </a:rPr>
              <a:t>=</a:t>
            </a:r>
            <a:r>
              <a:rPr sz="2800" spc="-20"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M</a:t>
            </a:r>
            <a:r>
              <a:rPr sz="2775" baseline="-21021" dirty="0">
                <a:latin typeface="Calibri"/>
                <a:cs typeface="Calibri"/>
              </a:rPr>
              <a:t>1</a:t>
            </a:r>
            <a:r>
              <a:rPr sz="2800" dirty="0">
                <a:latin typeface="Calibri"/>
                <a:cs typeface="Calibri"/>
              </a:rPr>
              <a:t>,</a:t>
            </a:r>
            <a:r>
              <a:rPr sz="2800" spc="5" dirty="0">
                <a:latin typeface="Calibri"/>
                <a:cs typeface="Calibri"/>
              </a:rPr>
              <a:t> </a:t>
            </a:r>
            <a:r>
              <a:rPr sz="2800" dirty="0">
                <a:latin typeface="Calibri"/>
                <a:cs typeface="Calibri"/>
              </a:rPr>
              <a:t>M</a:t>
            </a:r>
            <a:r>
              <a:rPr sz="2775" baseline="-21021" dirty="0">
                <a:latin typeface="Calibri"/>
                <a:cs typeface="Calibri"/>
              </a:rPr>
              <a:t>2</a:t>
            </a:r>
            <a:r>
              <a:rPr sz="2800" dirty="0">
                <a:latin typeface="Calibri"/>
                <a:cs typeface="Calibri"/>
              </a:rPr>
              <a:t>,</a:t>
            </a:r>
            <a:r>
              <a:rPr sz="2800" spc="10" dirty="0">
                <a:latin typeface="Calibri"/>
                <a:cs typeface="Calibri"/>
              </a:rPr>
              <a:t> </a:t>
            </a:r>
            <a:r>
              <a:rPr sz="2800" dirty="0">
                <a:latin typeface="Calibri"/>
                <a:cs typeface="Calibri"/>
              </a:rPr>
              <a:t>.</a:t>
            </a:r>
            <a:r>
              <a:rPr sz="2800" spc="-20"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a:t>
            </a:r>
            <a:r>
              <a:rPr sz="2800" spc="-5" dirty="0">
                <a:latin typeface="Calibri"/>
                <a:cs typeface="Calibri"/>
              </a:rPr>
              <a:t> </a:t>
            </a:r>
            <a:r>
              <a:rPr sz="2800" dirty="0">
                <a:latin typeface="Calibri"/>
                <a:cs typeface="Calibri"/>
              </a:rPr>
              <a:t>M</a:t>
            </a:r>
            <a:r>
              <a:rPr sz="2775" baseline="-21021" dirty="0">
                <a:latin typeface="Calibri"/>
                <a:cs typeface="Calibri"/>
              </a:rPr>
              <a:t>p</a:t>
            </a:r>
            <a:r>
              <a:rPr sz="2775" spc="300" baseline="-21021" dirty="0">
                <a:latin typeface="Calibri"/>
                <a:cs typeface="Calibri"/>
              </a:rPr>
              <a:t> </a:t>
            </a:r>
            <a:r>
              <a:rPr sz="2800" spc="-50" dirty="0">
                <a:latin typeface="Calibri"/>
                <a:cs typeface="Calibri"/>
              </a:rPr>
              <a:t>}</a:t>
            </a:r>
            <a:endParaRPr sz="2800">
              <a:latin typeface="Calibri"/>
              <a:cs typeface="Calibri"/>
            </a:endParaRPr>
          </a:p>
          <a:p>
            <a:pPr marL="38100" marR="123189" indent="278765">
              <a:lnSpc>
                <a:spcPct val="101200"/>
              </a:lnSpc>
              <a:spcBef>
                <a:spcPts val="630"/>
              </a:spcBef>
              <a:buFont typeface="Calibri"/>
              <a:buAutoNum type="romanLcParenR"/>
              <a:tabLst>
                <a:tab pos="316865" algn="l"/>
                <a:tab pos="6838950" algn="l"/>
              </a:tabLst>
            </a:pPr>
            <a:r>
              <a:rPr sz="2800" dirty="0">
                <a:latin typeface="Calibri"/>
                <a:cs typeface="Calibri"/>
              </a:rPr>
              <a:t>Với</a:t>
            </a:r>
            <a:r>
              <a:rPr sz="2800" spc="-45" dirty="0">
                <a:latin typeface="Calibri"/>
                <a:cs typeface="Calibri"/>
              </a:rPr>
              <a:t> </a:t>
            </a:r>
            <a:r>
              <a:rPr sz="2800" dirty="0">
                <a:latin typeface="Calibri"/>
                <a:cs typeface="Calibri"/>
              </a:rPr>
              <a:t>mỗi</a:t>
            </a:r>
            <a:r>
              <a:rPr sz="2800" spc="-40" dirty="0">
                <a:latin typeface="Calibri"/>
                <a:cs typeface="Calibri"/>
              </a:rPr>
              <a:t> </a:t>
            </a:r>
            <a:r>
              <a:rPr sz="2800" dirty="0">
                <a:latin typeface="Calibri"/>
                <a:cs typeface="Calibri"/>
              </a:rPr>
              <a:t>từ</a:t>
            </a:r>
            <a:r>
              <a:rPr sz="2800" spc="-45" dirty="0">
                <a:latin typeface="Calibri"/>
                <a:cs typeface="Calibri"/>
              </a:rPr>
              <a:t> </a:t>
            </a:r>
            <a:r>
              <a:rPr sz="2800" dirty="0">
                <a:latin typeface="Calibri"/>
                <a:cs typeface="Calibri"/>
              </a:rPr>
              <a:t>tối</a:t>
            </a:r>
            <a:r>
              <a:rPr sz="2800" spc="-50" dirty="0">
                <a:latin typeface="Calibri"/>
                <a:cs typeface="Calibri"/>
              </a:rPr>
              <a:t> </a:t>
            </a:r>
            <a:r>
              <a:rPr sz="2800" dirty="0">
                <a:latin typeface="Calibri"/>
                <a:cs typeface="Calibri"/>
              </a:rPr>
              <a:t>tiểu</a:t>
            </a:r>
            <a:r>
              <a:rPr sz="2800" spc="-45" dirty="0">
                <a:latin typeface="Calibri"/>
                <a:cs typeface="Calibri"/>
              </a:rPr>
              <a:t> </a:t>
            </a:r>
            <a:r>
              <a:rPr sz="2800" dirty="0">
                <a:latin typeface="Calibri"/>
                <a:cs typeface="Calibri"/>
              </a:rPr>
              <a:t>t</a:t>
            </a:r>
            <a:r>
              <a:rPr sz="2775" baseline="-21021" dirty="0">
                <a:latin typeface="Calibri"/>
                <a:cs typeface="Calibri"/>
              </a:rPr>
              <a:t>i</a:t>
            </a:r>
            <a:r>
              <a:rPr sz="2775" spc="240" baseline="-21021" dirty="0">
                <a:latin typeface="Calibri"/>
                <a:cs typeface="Calibri"/>
              </a:rPr>
              <a:t> </a:t>
            </a:r>
            <a:r>
              <a:rPr sz="2800" dirty="0">
                <a:latin typeface="Calibri"/>
                <a:cs typeface="Calibri"/>
              </a:rPr>
              <a:t>trong</a:t>
            </a:r>
            <a:r>
              <a:rPr sz="2800" spc="-45" dirty="0">
                <a:latin typeface="Calibri"/>
                <a:cs typeface="Calibri"/>
              </a:rPr>
              <a:t> </a:t>
            </a:r>
            <a:r>
              <a:rPr sz="2800" dirty="0">
                <a:latin typeface="Calibri"/>
                <a:cs typeface="Calibri"/>
              </a:rPr>
              <a:t>cách</a:t>
            </a:r>
            <a:r>
              <a:rPr sz="2800" spc="-55" dirty="0">
                <a:latin typeface="Calibri"/>
                <a:cs typeface="Calibri"/>
              </a:rPr>
              <a:t> </a:t>
            </a:r>
            <a:r>
              <a:rPr sz="2800" dirty="0">
                <a:latin typeface="Calibri"/>
                <a:cs typeface="Calibri"/>
              </a:rPr>
              <a:t>biểu</a:t>
            </a:r>
            <a:r>
              <a:rPr sz="2800" spc="-30" dirty="0">
                <a:latin typeface="Calibri"/>
                <a:cs typeface="Calibri"/>
              </a:rPr>
              <a:t> </a:t>
            </a:r>
            <a:r>
              <a:rPr sz="2800" dirty="0">
                <a:latin typeface="Calibri"/>
                <a:cs typeface="Calibri"/>
              </a:rPr>
              <a:t>diễn</a:t>
            </a:r>
            <a:r>
              <a:rPr sz="2800" spc="-50" dirty="0">
                <a:latin typeface="Calibri"/>
                <a:cs typeface="Calibri"/>
              </a:rPr>
              <a:t> </a:t>
            </a:r>
            <a:r>
              <a:rPr sz="2800" dirty="0">
                <a:latin typeface="Calibri"/>
                <a:cs typeface="Calibri"/>
              </a:rPr>
              <a:t>f</a:t>
            </a:r>
            <a:r>
              <a:rPr sz="2800" spc="-55" dirty="0">
                <a:latin typeface="Calibri"/>
                <a:cs typeface="Calibri"/>
              </a:rPr>
              <a:t> </a:t>
            </a:r>
            <a:r>
              <a:rPr sz="2800" dirty="0">
                <a:latin typeface="Calibri"/>
                <a:cs typeface="Calibri"/>
              </a:rPr>
              <a:t>dưới</a:t>
            </a:r>
            <a:r>
              <a:rPr sz="2800" spc="-30" dirty="0">
                <a:latin typeface="Calibri"/>
                <a:cs typeface="Calibri"/>
              </a:rPr>
              <a:t> </a:t>
            </a:r>
            <a:r>
              <a:rPr sz="2800" spc="-20" dirty="0">
                <a:latin typeface="Calibri"/>
                <a:cs typeface="Calibri"/>
              </a:rPr>
              <a:t>dạng </a:t>
            </a:r>
            <a:r>
              <a:rPr sz="2800" dirty="0">
                <a:latin typeface="Calibri"/>
                <a:cs typeface="Calibri"/>
              </a:rPr>
              <a:t>nối</a:t>
            </a:r>
            <a:r>
              <a:rPr sz="2800" spc="-25" dirty="0">
                <a:latin typeface="Calibri"/>
                <a:cs typeface="Calibri"/>
              </a:rPr>
              <a:t> </a:t>
            </a:r>
            <a:r>
              <a:rPr sz="2800" dirty="0">
                <a:latin typeface="Calibri"/>
                <a:cs typeface="Calibri"/>
              </a:rPr>
              <a:t>rời</a:t>
            </a:r>
            <a:r>
              <a:rPr sz="2800" spc="-20" dirty="0">
                <a:latin typeface="Calibri"/>
                <a:cs typeface="Calibri"/>
              </a:rPr>
              <a:t> </a:t>
            </a:r>
            <a:r>
              <a:rPr sz="2800" dirty="0">
                <a:latin typeface="Calibri"/>
                <a:cs typeface="Calibri"/>
              </a:rPr>
              <a:t>chính</a:t>
            </a:r>
            <a:r>
              <a:rPr sz="2800" spc="5" dirty="0">
                <a:latin typeface="Calibri"/>
                <a:cs typeface="Calibri"/>
              </a:rPr>
              <a:t> </a:t>
            </a:r>
            <a:r>
              <a:rPr sz="2800" dirty="0">
                <a:latin typeface="Calibri"/>
                <a:cs typeface="Calibri"/>
              </a:rPr>
              <a:t>tắc,</a:t>
            </a:r>
            <a:r>
              <a:rPr sz="2800" spc="-30" dirty="0">
                <a:latin typeface="Calibri"/>
                <a:cs typeface="Calibri"/>
              </a:rPr>
              <a:t> </a:t>
            </a:r>
            <a:r>
              <a:rPr sz="2800" dirty="0">
                <a:latin typeface="Calibri"/>
                <a:cs typeface="Calibri"/>
              </a:rPr>
              <a:t>gọi</a:t>
            </a:r>
            <a:r>
              <a:rPr sz="2800" spc="-25" dirty="0">
                <a:latin typeface="Calibri"/>
                <a:cs typeface="Calibri"/>
              </a:rPr>
              <a:t> </a:t>
            </a:r>
            <a:r>
              <a:rPr sz="2800" dirty="0">
                <a:latin typeface="Calibri"/>
                <a:cs typeface="Calibri"/>
              </a:rPr>
              <a:t>N</a:t>
            </a:r>
            <a:r>
              <a:rPr sz="2775" baseline="-21021" dirty="0">
                <a:latin typeface="Calibri"/>
                <a:cs typeface="Calibri"/>
              </a:rPr>
              <a:t>i</a:t>
            </a:r>
            <a:r>
              <a:rPr sz="2775" spc="284" baseline="-21021"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a:t>
            </a:r>
            <a:r>
              <a:rPr sz="2800" spc="-35" dirty="0">
                <a:latin typeface="Calibri"/>
                <a:cs typeface="Calibri"/>
              </a:rPr>
              <a:t> </a:t>
            </a:r>
            <a:r>
              <a:rPr sz="2800" dirty="0">
                <a:latin typeface="Calibri"/>
                <a:cs typeface="Calibri"/>
              </a:rPr>
              <a:t>M</a:t>
            </a:r>
            <a:r>
              <a:rPr sz="2775" baseline="-21021" dirty="0">
                <a:latin typeface="Calibri"/>
                <a:cs typeface="Calibri"/>
              </a:rPr>
              <a:t>i1</a:t>
            </a:r>
            <a:r>
              <a:rPr sz="2800" dirty="0">
                <a:latin typeface="Calibri"/>
                <a:cs typeface="Calibri"/>
              </a:rPr>
              <a:t>,</a:t>
            </a:r>
            <a:r>
              <a:rPr sz="2800" spc="-15" dirty="0">
                <a:latin typeface="Calibri"/>
                <a:cs typeface="Calibri"/>
              </a:rPr>
              <a:t> </a:t>
            </a:r>
            <a:r>
              <a:rPr sz="2800" dirty="0">
                <a:latin typeface="Calibri"/>
                <a:cs typeface="Calibri"/>
              </a:rPr>
              <a:t>M</a:t>
            </a:r>
            <a:r>
              <a:rPr sz="2775" baseline="-21021" dirty="0">
                <a:latin typeface="Calibri"/>
                <a:cs typeface="Calibri"/>
              </a:rPr>
              <a:t>i2</a:t>
            </a:r>
            <a:r>
              <a:rPr sz="2800" dirty="0">
                <a:latin typeface="Calibri"/>
                <a:cs typeface="Calibri"/>
              </a:rPr>
              <a:t>,</a:t>
            </a:r>
            <a:r>
              <a:rPr sz="2800" spc="-20" dirty="0">
                <a:latin typeface="Calibri"/>
                <a:cs typeface="Calibri"/>
              </a:rPr>
              <a:t> </a:t>
            </a:r>
            <a:r>
              <a:rPr sz="2800" dirty="0">
                <a:latin typeface="Calibri"/>
                <a:cs typeface="Calibri"/>
              </a:rPr>
              <a:t>.</a:t>
            </a:r>
            <a:r>
              <a:rPr sz="2800" spc="-30"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M</a:t>
            </a:r>
            <a:r>
              <a:rPr sz="2775" baseline="-21021" dirty="0">
                <a:latin typeface="Calibri"/>
                <a:cs typeface="Calibri"/>
              </a:rPr>
              <a:t>ik</a:t>
            </a:r>
            <a:r>
              <a:rPr sz="2775" spc="284" baseline="-21021" dirty="0">
                <a:latin typeface="Calibri"/>
                <a:cs typeface="Calibri"/>
              </a:rPr>
              <a:t> </a:t>
            </a:r>
            <a:r>
              <a:rPr sz="2800" dirty="0">
                <a:latin typeface="Calibri"/>
                <a:cs typeface="Calibri"/>
              </a:rPr>
              <a:t>}</a:t>
            </a:r>
            <a:r>
              <a:rPr sz="2800" spc="-30" dirty="0">
                <a:latin typeface="Calibri"/>
                <a:cs typeface="Calibri"/>
              </a:rPr>
              <a:t> </a:t>
            </a:r>
            <a:r>
              <a:rPr sz="2800" spc="-50" dirty="0">
                <a:latin typeface="Symbol"/>
                <a:cs typeface="Symbol"/>
              </a:rPr>
              <a:t></a:t>
            </a:r>
            <a:r>
              <a:rPr sz="2800" dirty="0">
                <a:latin typeface="Times New Roman"/>
                <a:cs typeface="Times New Roman"/>
              </a:rPr>
              <a:t>	</a:t>
            </a:r>
            <a:r>
              <a:rPr sz="2800" dirty="0">
                <a:latin typeface="Calibri"/>
                <a:cs typeface="Calibri"/>
              </a:rPr>
              <a:t>T</a:t>
            </a:r>
            <a:r>
              <a:rPr sz="2800" spc="-10" dirty="0">
                <a:latin typeface="Calibri"/>
                <a:cs typeface="Calibri"/>
              </a:rPr>
              <a:t> </a:t>
            </a:r>
            <a:r>
              <a:rPr sz="2800" dirty="0">
                <a:latin typeface="Calibri"/>
                <a:cs typeface="Calibri"/>
              </a:rPr>
              <a:t>, </a:t>
            </a:r>
            <a:r>
              <a:rPr sz="2800" spc="-25" dirty="0">
                <a:latin typeface="Calibri"/>
                <a:cs typeface="Calibri"/>
              </a:rPr>
              <a:t>M</a:t>
            </a:r>
            <a:r>
              <a:rPr sz="2775" spc="-37" baseline="-21021" dirty="0">
                <a:latin typeface="Calibri"/>
                <a:cs typeface="Calibri"/>
              </a:rPr>
              <a:t>ij</a:t>
            </a:r>
            <a:endParaRPr sz="2775" baseline="-21021">
              <a:latin typeface="Calibri"/>
              <a:cs typeface="Calibri"/>
            </a:endParaRPr>
          </a:p>
          <a:p>
            <a:pPr marL="38100">
              <a:lnSpc>
                <a:spcPts val="3325"/>
              </a:lnSpc>
            </a:pPr>
            <a:r>
              <a:rPr sz="2800" dirty="0">
                <a:latin typeface="Calibri"/>
                <a:cs typeface="Calibri"/>
              </a:rPr>
              <a:t>trội</a:t>
            </a:r>
            <a:r>
              <a:rPr sz="2800" spc="-70" dirty="0">
                <a:latin typeface="Calibri"/>
                <a:cs typeface="Calibri"/>
              </a:rPr>
              <a:t> </a:t>
            </a:r>
            <a:r>
              <a:rPr sz="2800" spc="-25" dirty="0">
                <a:latin typeface="Calibri"/>
                <a:cs typeface="Calibri"/>
              </a:rPr>
              <a:t>t</a:t>
            </a:r>
            <a:r>
              <a:rPr sz="2775" spc="-37" baseline="-21021" dirty="0">
                <a:latin typeface="Calibri"/>
                <a:cs typeface="Calibri"/>
              </a:rPr>
              <a:t>i</a:t>
            </a:r>
            <a:r>
              <a:rPr sz="2800" spc="-25" dirty="0">
                <a:latin typeface="Calibri"/>
                <a:cs typeface="Calibri"/>
              </a:rPr>
              <a:t>.</a:t>
            </a:r>
            <a:endParaRPr sz="2800">
              <a:latin typeface="Calibri"/>
              <a:cs typeface="Calibri"/>
            </a:endParaRPr>
          </a:p>
          <a:p>
            <a:pPr marL="405130" indent="-367030">
              <a:lnSpc>
                <a:spcPct val="100000"/>
              </a:lnSpc>
              <a:spcBef>
                <a:spcPts val="710"/>
              </a:spcBef>
              <a:buFont typeface="Calibri"/>
              <a:buAutoNum type="romanLcParenR" startAt="2"/>
              <a:tabLst>
                <a:tab pos="405130" algn="l"/>
              </a:tabLst>
            </a:pPr>
            <a:r>
              <a:rPr sz="2800" dirty="0">
                <a:latin typeface="Calibri"/>
                <a:cs typeface="Calibri"/>
              </a:rPr>
              <a:t>Loại</a:t>
            </a:r>
            <a:r>
              <a:rPr sz="2800" spc="-45" dirty="0">
                <a:latin typeface="Calibri"/>
                <a:cs typeface="Calibri"/>
              </a:rPr>
              <a:t> </a:t>
            </a:r>
            <a:r>
              <a:rPr sz="2800" dirty="0">
                <a:latin typeface="Calibri"/>
                <a:cs typeface="Calibri"/>
              </a:rPr>
              <a:t>bỏ</a:t>
            </a:r>
            <a:r>
              <a:rPr sz="2800" spc="-20" dirty="0">
                <a:latin typeface="Calibri"/>
                <a:cs typeface="Calibri"/>
              </a:rPr>
              <a:t> </a:t>
            </a:r>
            <a:r>
              <a:rPr sz="2800" dirty="0">
                <a:latin typeface="Calibri"/>
                <a:cs typeface="Calibri"/>
              </a:rPr>
              <a:t>sự</a:t>
            </a:r>
            <a:r>
              <a:rPr sz="2800" spc="-15" dirty="0">
                <a:latin typeface="Calibri"/>
                <a:cs typeface="Calibri"/>
              </a:rPr>
              <a:t> </a:t>
            </a:r>
            <a:r>
              <a:rPr sz="2800" dirty="0">
                <a:latin typeface="Calibri"/>
                <a:cs typeface="Calibri"/>
              </a:rPr>
              <a:t>trùng</a:t>
            </a:r>
            <a:r>
              <a:rPr sz="2800" spc="-10" dirty="0">
                <a:latin typeface="Calibri"/>
                <a:cs typeface="Calibri"/>
              </a:rPr>
              <a:t> </a:t>
            </a:r>
            <a:r>
              <a:rPr sz="2800" dirty="0">
                <a:latin typeface="Calibri"/>
                <a:cs typeface="Calibri"/>
              </a:rPr>
              <a:t>lắp:</a:t>
            </a:r>
            <a:r>
              <a:rPr sz="2800" spc="-30" dirty="0">
                <a:latin typeface="Calibri"/>
                <a:cs typeface="Calibri"/>
              </a:rPr>
              <a:t> </a:t>
            </a:r>
            <a:r>
              <a:rPr sz="2800" dirty="0">
                <a:latin typeface="Calibri"/>
                <a:cs typeface="Calibri"/>
              </a:rPr>
              <a:t>Nếu</a:t>
            </a:r>
            <a:r>
              <a:rPr sz="2800" spc="-15" dirty="0">
                <a:latin typeface="Calibri"/>
                <a:cs typeface="Calibri"/>
              </a:rPr>
              <a:t> </a:t>
            </a:r>
            <a:r>
              <a:rPr sz="2800" dirty="0">
                <a:latin typeface="Calibri"/>
                <a:cs typeface="Calibri"/>
              </a:rPr>
              <a:t>N</a:t>
            </a:r>
            <a:r>
              <a:rPr sz="2775" baseline="-21021" dirty="0">
                <a:latin typeface="Calibri"/>
                <a:cs typeface="Calibri"/>
              </a:rPr>
              <a:t>i</a:t>
            </a:r>
            <a:r>
              <a:rPr sz="2775" spc="284" baseline="-21021" dirty="0">
                <a:latin typeface="Calibri"/>
                <a:cs typeface="Calibri"/>
              </a:rPr>
              <a:t> </a:t>
            </a:r>
            <a:r>
              <a:rPr sz="2800" dirty="0">
                <a:latin typeface="Symbol"/>
                <a:cs typeface="Symbol"/>
              </a:rPr>
              <a:t></a:t>
            </a:r>
            <a:r>
              <a:rPr sz="2800" spc="-95" dirty="0">
                <a:latin typeface="Times New Roman"/>
                <a:cs typeface="Times New Roman"/>
              </a:rPr>
              <a:t> </a:t>
            </a:r>
            <a:r>
              <a:rPr sz="2800" dirty="0">
                <a:latin typeface="Calibri"/>
                <a:cs typeface="Calibri"/>
              </a:rPr>
              <a:t>N</a:t>
            </a:r>
            <a:r>
              <a:rPr sz="2775" baseline="-21021" dirty="0">
                <a:latin typeface="Calibri"/>
                <a:cs typeface="Calibri"/>
              </a:rPr>
              <a:t>j</a:t>
            </a:r>
            <a:r>
              <a:rPr sz="2775" spc="300" baseline="-21021" dirty="0">
                <a:latin typeface="Calibri"/>
                <a:cs typeface="Calibri"/>
              </a:rPr>
              <a:t> </a:t>
            </a:r>
            <a:r>
              <a:rPr sz="2800" dirty="0">
                <a:latin typeface="Calibri"/>
                <a:cs typeface="Calibri"/>
              </a:rPr>
              <a:t>thì</a:t>
            </a:r>
            <a:r>
              <a:rPr sz="2800" spc="-30" dirty="0">
                <a:latin typeface="Calibri"/>
                <a:cs typeface="Calibri"/>
              </a:rPr>
              <a:t> </a:t>
            </a:r>
            <a:r>
              <a:rPr sz="2800" dirty="0">
                <a:latin typeface="Calibri"/>
                <a:cs typeface="Calibri"/>
              </a:rPr>
              <a:t>loại</a:t>
            </a:r>
            <a:r>
              <a:rPr sz="2800" spc="-25" dirty="0">
                <a:latin typeface="Calibri"/>
                <a:cs typeface="Calibri"/>
              </a:rPr>
              <a:t> N</a:t>
            </a:r>
            <a:r>
              <a:rPr sz="2775" spc="-37" baseline="-21021" dirty="0">
                <a:latin typeface="Calibri"/>
                <a:cs typeface="Calibri"/>
              </a:rPr>
              <a:t>j</a:t>
            </a:r>
            <a:r>
              <a:rPr sz="2800" spc="-25" dirty="0">
                <a:latin typeface="Calibri"/>
                <a:cs typeface="Calibri"/>
              </a:rPr>
              <a:t>.</a:t>
            </a:r>
            <a:endParaRPr sz="2800">
              <a:latin typeface="Calibri"/>
              <a:cs typeface="Calibri"/>
            </a:endParaRPr>
          </a:p>
          <a:p>
            <a:pPr marL="38100" marR="30480" indent="453390">
              <a:lnSpc>
                <a:spcPct val="101099"/>
              </a:lnSpc>
              <a:spcBef>
                <a:spcPts val="600"/>
              </a:spcBef>
              <a:buFont typeface="Calibri"/>
              <a:buAutoNum type="romanLcParenR" startAt="2"/>
              <a:tabLst>
                <a:tab pos="491490" algn="l"/>
                <a:tab pos="1123315" algn="l"/>
              </a:tabLst>
            </a:pPr>
            <a:r>
              <a:rPr sz="2800" dirty="0">
                <a:latin typeface="Calibri"/>
                <a:cs typeface="Calibri"/>
              </a:rPr>
              <a:t>Một</a:t>
            </a:r>
            <a:r>
              <a:rPr sz="2800" spc="-20" dirty="0">
                <a:latin typeface="Calibri"/>
                <a:cs typeface="Calibri"/>
              </a:rPr>
              <a:t> </a:t>
            </a:r>
            <a:r>
              <a:rPr sz="2800" dirty="0">
                <a:latin typeface="Calibri"/>
                <a:cs typeface="Calibri"/>
              </a:rPr>
              <a:t>công</a:t>
            </a:r>
            <a:r>
              <a:rPr sz="2800" spc="-30" dirty="0">
                <a:latin typeface="Calibri"/>
                <a:cs typeface="Calibri"/>
              </a:rPr>
              <a:t> </a:t>
            </a:r>
            <a:r>
              <a:rPr sz="2800" dirty="0">
                <a:latin typeface="Calibri"/>
                <a:cs typeface="Calibri"/>
              </a:rPr>
              <a:t>thức</a:t>
            </a:r>
            <a:r>
              <a:rPr sz="2800" spc="-5" dirty="0">
                <a:latin typeface="Calibri"/>
                <a:cs typeface="Calibri"/>
              </a:rPr>
              <a:t> </a:t>
            </a:r>
            <a:r>
              <a:rPr sz="2800" dirty="0">
                <a:latin typeface="Calibri"/>
                <a:cs typeface="Calibri"/>
              </a:rPr>
              <a:t>của</a:t>
            </a:r>
            <a:r>
              <a:rPr sz="2800" spc="-15" dirty="0">
                <a:latin typeface="Calibri"/>
                <a:cs typeface="Calibri"/>
              </a:rPr>
              <a:t> </a:t>
            </a:r>
            <a:r>
              <a:rPr sz="2800" dirty="0">
                <a:latin typeface="Calibri"/>
                <a:cs typeface="Calibri"/>
              </a:rPr>
              <a:t>f</a:t>
            </a:r>
            <a:r>
              <a:rPr sz="2800" spc="-30" dirty="0">
                <a:latin typeface="Calibri"/>
                <a:cs typeface="Calibri"/>
              </a:rPr>
              <a:t> </a:t>
            </a:r>
            <a:r>
              <a:rPr sz="2800" dirty="0">
                <a:latin typeface="Calibri"/>
                <a:cs typeface="Calibri"/>
              </a:rPr>
              <a:t>là</a:t>
            </a:r>
            <a:r>
              <a:rPr sz="2800" spc="-30" dirty="0">
                <a:latin typeface="Calibri"/>
                <a:cs typeface="Calibri"/>
              </a:rPr>
              <a:t> </a:t>
            </a:r>
            <a:r>
              <a:rPr sz="2800" dirty="0">
                <a:latin typeface="Calibri"/>
                <a:cs typeface="Calibri"/>
              </a:rPr>
              <a:t>tổng</a:t>
            </a:r>
            <a:r>
              <a:rPr sz="2800" spc="-15" dirty="0">
                <a:latin typeface="Calibri"/>
                <a:cs typeface="Calibri"/>
              </a:rPr>
              <a:t> </a:t>
            </a:r>
            <a:r>
              <a:rPr sz="2800" dirty="0">
                <a:latin typeface="Calibri"/>
                <a:cs typeface="Calibri"/>
              </a:rPr>
              <a:t>của</a:t>
            </a:r>
            <a:r>
              <a:rPr sz="2800" spc="-25" dirty="0">
                <a:latin typeface="Calibri"/>
                <a:cs typeface="Calibri"/>
              </a:rPr>
              <a:t> </a:t>
            </a:r>
            <a:r>
              <a:rPr sz="2800" dirty="0">
                <a:latin typeface="Calibri"/>
                <a:cs typeface="Calibri"/>
              </a:rPr>
              <a:t>bộ</a:t>
            </a:r>
            <a:r>
              <a:rPr sz="2800" spc="-20" dirty="0">
                <a:latin typeface="Calibri"/>
                <a:cs typeface="Calibri"/>
              </a:rPr>
              <a:t> </a:t>
            </a:r>
            <a:r>
              <a:rPr sz="2800" dirty="0">
                <a:latin typeface="Calibri"/>
                <a:cs typeface="Calibri"/>
              </a:rPr>
              <a:t>(a</a:t>
            </a:r>
            <a:r>
              <a:rPr sz="2775" baseline="-21021" dirty="0">
                <a:latin typeface="Calibri"/>
                <a:cs typeface="Calibri"/>
              </a:rPr>
              <a:t>1</a:t>
            </a:r>
            <a:r>
              <a:rPr sz="2800" dirty="0">
                <a:latin typeface="Calibri"/>
                <a:cs typeface="Calibri"/>
              </a:rPr>
              <a:t>,</a:t>
            </a:r>
            <a:r>
              <a:rPr sz="2800" spc="-25" dirty="0">
                <a:latin typeface="Calibri"/>
                <a:cs typeface="Calibri"/>
              </a:rPr>
              <a:t> </a:t>
            </a:r>
            <a:r>
              <a:rPr sz="2800" dirty="0">
                <a:latin typeface="Calibri"/>
                <a:cs typeface="Calibri"/>
              </a:rPr>
              <a:t>a</a:t>
            </a:r>
            <a:r>
              <a:rPr sz="2775" baseline="-21021" dirty="0">
                <a:latin typeface="Calibri"/>
                <a:cs typeface="Calibri"/>
              </a:rPr>
              <a:t>2</a:t>
            </a:r>
            <a:r>
              <a:rPr sz="2800" dirty="0">
                <a:latin typeface="Calibri"/>
                <a:cs typeface="Calibri"/>
              </a:rPr>
              <a:t>,</a:t>
            </a:r>
            <a:r>
              <a:rPr sz="2800" spc="-25" dirty="0">
                <a:latin typeface="Calibri"/>
                <a:cs typeface="Calibri"/>
              </a:rPr>
              <a:t> </a:t>
            </a:r>
            <a:r>
              <a:rPr sz="2800" dirty="0">
                <a:latin typeface="Calibri"/>
                <a:cs typeface="Calibri"/>
              </a:rPr>
              <a:t>.</a:t>
            </a:r>
            <a:r>
              <a:rPr sz="2800" spc="-30"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a:t>
            </a:r>
            <a:r>
              <a:rPr sz="2800" spc="-25" dirty="0">
                <a:latin typeface="Calibri"/>
                <a:cs typeface="Calibri"/>
              </a:rPr>
              <a:t> </a:t>
            </a:r>
            <a:r>
              <a:rPr sz="2800" dirty="0">
                <a:latin typeface="Calibri"/>
                <a:cs typeface="Calibri"/>
              </a:rPr>
              <a:t>a</a:t>
            </a:r>
            <a:r>
              <a:rPr sz="2775" baseline="-21021" dirty="0">
                <a:latin typeface="Calibri"/>
                <a:cs typeface="Calibri"/>
              </a:rPr>
              <a:t>q</a:t>
            </a:r>
            <a:r>
              <a:rPr sz="2800" dirty="0">
                <a:latin typeface="Calibri"/>
                <a:cs typeface="Calibri"/>
              </a:rPr>
              <a:t>)</a:t>
            </a:r>
            <a:r>
              <a:rPr sz="2800" spc="-30" dirty="0">
                <a:latin typeface="Calibri"/>
                <a:cs typeface="Calibri"/>
              </a:rPr>
              <a:t> </a:t>
            </a:r>
            <a:r>
              <a:rPr sz="2800" spc="-25" dirty="0">
                <a:latin typeface="Calibri"/>
                <a:cs typeface="Calibri"/>
              </a:rPr>
              <a:t>với </a:t>
            </a:r>
            <a:r>
              <a:rPr sz="2800" dirty="0">
                <a:latin typeface="Calibri"/>
                <a:cs typeface="Calibri"/>
              </a:rPr>
              <a:t>a</a:t>
            </a:r>
            <a:r>
              <a:rPr sz="2775" baseline="-21021" dirty="0">
                <a:latin typeface="Calibri"/>
                <a:cs typeface="Calibri"/>
              </a:rPr>
              <a:t>i</a:t>
            </a:r>
            <a:r>
              <a:rPr sz="2775" spc="292" baseline="-21021" dirty="0">
                <a:latin typeface="Calibri"/>
                <a:cs typeface="Calibri"/>
              </a:rPr>
              <a:t> </a:t>
            </a:r>
            <a:r>
              <a:rPr sz="2800" dirty="0">
                <a:latin typeface="Symbol"/>
                <a:cs typeface="Symbol"/>
              </a:rPr>
              <a:t></a:t>
            </a:r>
            <a:r>
              <a:rPr sz="2800" spc="-65" dirty="0">
                <a:latin typeface="Times New Roman"/>
                <a:cs typeface="Times New Roman"/>
              </a:rPr>
              <a:t> </a:t>
            </a:r>
            <a:r>
              <a:rPr sz="2800" spc="-25" dirty="0">
                <a:latin typeface="Calibri"/>
                <a:cs typeface="Calibri"/>
              </a:rPr>
              <a:t>N</a:t>
            </a:r>
            <a:r>
              <a:rPr sz="2775" spc="-37" baseline="-21021" dirty="0">
                <a:latin typeface="Calibri"/>
                <a:cs typeface="Calibri"/>
              </a:rPr>
              <a:t>i</a:t>
            </a:r>
            <a:r>
              <a:rPr sz="2775" baseline="-21021" dirty="0">
                <a:latin typeface="Calibri"/>
                <a:cs typeface="Calibri"/>
              </a:rPr>
              <a:t>	</a:t>
            </a:r>
            <a:r>
              <a:rPr sz="2800" dirty="0">
                <a:latin typeface="Calibri"/>
                <a:cs typeface="Calibri"/>
              </a:rPr>
              <a:t>(còn</a:t>
            </a:r>
            <a:r>
              <a:rPr sz="2800" spc="-65" dirty="0">
                <a:latin typeface="Calibri"/>
                <a:cs typeface="Calibri"/>
              </a:rPr>
              <a:t> </a:t>
            </a:r>
            <a:r>
              <a:rPr sz="2800" spc="-20" dirty="0">
                <a:latin typeface="Calibri"/>
                <a:cs typeface="Calibri"/>
              </a:rPr>
              <a:t>lại).</a:t>
            </a:r>
            <a:endParaRPr sz="2800">
              <a:latin typeface="Calibri"/>
              <a:cs typeface="Calibri"/>
            </a:endParaRPr>
          </a:p>
          <a:p>
            <a:pPr marL="485775" indent="-447675">
              <a:lnSpc>
                <a:spcPct val="100000"/>
              </a:lnSpc>
              <a:spcBef>
                <a:spcPts val="635"/>
              </a:spcBef>
              <a:buFont typeface="Calibri"/>
              <a:buAutoNum type="romanLcParenR" startAt="2"/>
              <a:tabLst>
                <a:tab pos="485775" algn="l"/>
              </a:tabLst>
            </a:pPr>
            <a:r>
              <a:rPr sz="2800" dirty="0">
                <a:latin typeface="Calibri"/>
                <a:cs typeface="Calibri"/>
              </a:rPr>
              <a:t>So</a:t>
            </a:r>
            <a:r>
              <a:rPr sz="2800" spc="-60" dirty="0">
                <a:latin typeface="Calibri"/>
                <a:cs typeface="Calibri"/>
              </a:rPr>
              <a:t> </a:t>
            </a:r>
            <a:r>
              <a:rPr sz="2800" dirty="0">
                <a:latin typeface="Calibri"/>
                <a:cs typeface="Calibri"/>
              </a:rPr>
              <a:t>sánh</a:t>
            </a:r>
            <a:r>
              <a:rPr sz="2800" spc="-45" dirty="0">
                <a:latin typeface="Calibri"/>
                <a:cs typeface="Calibri"/>
              </a:rPr>
              <a:t> </a:t>
            </a:r>
            <a:r>
              <a:rPr sz="2800" dirty="0">
                <a:latin typeface="Calibri"/>
                <a:cs typeface="Calibri"/>
              </a:rPr>
              <a:t>các</a:t>
            </a:r>
            <a:r>
              <a:rPr sz="2800" spc="-50" dirty="0">
                <a:latin typeface="Calibri"/>
                <a:cs typeface="Calibri"/>
              </a:rPr>
              <a:t> </a:t>
            </a:r>
            <a:r>
              <a:rPr sz="2800" dirty="0">
                <a:latin typeface="Calibri"/>
                <a:cs typeface="Calibri"/>
              </a:rPr>
              <a:t>công</a:t>
            </a:r>
            <a:r>
              <a:rPr sz="2800" spc="-55" dirty="0">
                <a:latin typeface="Calibri"/>
                <a:cs typeface="Calibri"/>
              </a:rPr>
              <a:t> </a:t>
            </a:r>
            <a:r>
              <a:rPr sz="2800" spc="-10" dirty="0">
                <a:latin typeface="Calibri"/>
                <a:cs typeface="Calibri"/>
              </a:rPr>
              <a:t>thức.</a:t>
            </a:r>
            <a:endParaRPr sz="2800">
              <a:latin typeface="Calibri"/>
              <a:cs typeface="Calibri"/>
            </a:endParaRPr>
          </a:p>
        </p:txBody>
      </p:sp>
    </p:spTree>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34340" y="303936"/>
            <a:ext cx="7044055" cy="2587625"/>
          </a:xfrm>
          <a:prstGeom prst="rect">
            <a:avLst/>
          </a:prstGeom>
        </p:spPr>
        <p:txBody>
          <a:bodyPr vert="horz" wrap="square" lIns="0" tIns="99695" rIns="0" bIns="0" rtlCol="0">
            <a:spAutoFit/>
          </a:bodyPr>
          <a:lstStyle/>
          <a:p>
            <a:pPr marL="38100">
              <a:lnSpc>
                <a:spcPct val="100000"/>
              </a:lnSpc>
              <a:spcBef>
                <a:spcPts val="785"/>
              </a:spcBef>
            </a:pPr>
            <a:r>
              <a:rPr sz="2800" dirty="0">
                <a:latin typeface="Calibri"/>
                <a:cs typeface="Calibri"/>
              </a:rPr>
              <a:t>Ví</a:t>
            </a:r>
            <a:r>
              <a:rPr sz="2800" spc="-20" dirty="0">
                <a:latin typeface="Calibri"/>
                <a:cs typeface="Calibri"/>
              </a:rPr>
              <a:t> </a:t>
            </a:r>
            <a:r>
              <a:rPr sz="2800" dirty="0">
                <a:latin typeface="Calibri"/>
                <a:cs typeface="Calibri"/>
              </a:rPr>
              <a:t>dụ</a:t>
            </a:r>
            <a:r>
              <a:rPr sz="2800" spc="-30" dirty="0">
                <a:latin typeface="Calibri"/>
                <a:cs typeface="Calibri"/>
              </a:rPr>
              <a:t> </a:t>
            </a:r>
            <a:r>
              <a:rPr sz="2800" dirty="0">
                <a:latin typeface="Calibri"/>
                <a:cs typeface="Calibri"/>
              </a:rPr>
              <a:t>:</a:t>
            </a:r>
            <a:r>
              <a:rPr sz="2800" spc="-10" dirty="0">
                <a:latin typeface="Calibri"/>
                <a:cs typeface="Calibri"/>
              </a:rPr>
              <a:t> </a:t>
            </a:r>
            <a:r>
              <a:rPr sz="2800" dirty="0">
                <a:latin typeface="Calibri"/>
                <a:cs typeface="Calibri"/>
              </a:rPr>
              <a:t>Cho</a:t>
            </a:r>
            <a:r>
              <a:rPr sz="2800" spc="-15" dirty="0">
                <a:latin typeface="Calibri"/>
                <a:cs typeface="Calibri"/>
              </a:rPr>
              <a:t> </a:t>
            </a:r>
            <a:r>
              <a:rPr sz="2800" dirty="0">
                <a:latin typeface="Calibri"/>
                <a:cs typeface="Calibri"/>
              </a:rPr>
              <a:t>f</a:t>
            </a:r>
            <a:r>
              <a:rPr sz="2800" spc="-30" dirty="0">
                <a:latin typeface="Calibri"/>
                <a:cs typeface="Calibri"/>
              </a:rPr>
              <a:t> </a:t>
            </a:r>
            <a:r>
              <a:rPr sz="2800" dirty="0">
                <a:latin typeface="Calibri"/>
                <a:cs typeface="Calibri"/>
              </a:rPr>
              <a:t>là</a:t>
            </a:r>
            <a:r>
              <a:rPr sz="2800" spc="-30" dirty="0">
                <a:latin typeface="Calibri"/>
                <a:cs typeface="Calibri"/>
              </a:rPr>
              <a:t> </a:t>
            </a:r>
            <a:r>
              <a:rPr sz="2800" dirty="0">
                <a:latin typeface="Calibri"/>
                <a:cs typeface="Calibri"/>
              </a:rPr>
              <a:t>hàm</a:t>
            </a:r>
            <a:r>
              <a:rPr sz="2800" spc="-5" dirty="0">
                <a:latin typeface="Calibri"/>
                <a:cs typeface="Calibri"/>
              </a:rPr>
              <a:t> </a:t>
            </a:r>
            <a:r>
              <a:rPr sz="2800" dirty="0">
                <a:latin typeface="Calibri"/>
                <a:cs typeface="Calibri"/>
              </a:rPr>
              <a:t>Bool</a:t>
            </a:r>
            <a:r>
              <a:rPr sz="2800" spc="-25" dirty="0">
                <a:latin typeface="Calibri"/>
                <a:cs typeface="Calibri"/>
              </a:rPr>
              <a:t> </a:t>
            </a:r>
            <a:r>
              <a:rPr sz="2800" dirty="0">
                <a:latin typeface="Calibri"/>
                <a:cs typeface="Calibri"/>
              </a:rPr>
              <a:t>4</a:t>
            </a:r>
            <a:r>
              <a:rPr sz="2800" spc="-10" dirty="0">
                <a:latin typeface="Calibri"/>
                <a:cs typeface="Calibri"/>
              </a:rPr>
              <a:t> biến,</a:t>
            </a:r>
            <a:endParaRPr sz="2800">
              <a:latin typeface="Calibri"/>
              <a:cs typeface="Calibri"/>
            </a:endParaRPr>
          </a:p>
          <a:p>
            <a:pPr marL="1172210">
              <a:lnSpc>
                <a:spcPct val="100000"/>
              </a:lnSpc>
              <a:spcBef>
                <a:spcPts val="680"/>
              </a:spcBef>
              <a:tabLst>
                <a:tab pos="2501265" algn="l"/>
                <a:tab pos="3663950" algn="l"/>
                <a:tab pos="4839335" algn="l"/>
                <a:tab pos="6003925" algn="l"/>
              </a:tabLst>
            </a:pPr>
            <a:r>
              <a:rPr sz="2800" dirty="0">
                <a:latin typeface="Calibri"/>
                <a:cs typeface="Calibri"/>
              </a:rPr>
              <a:t>f</a:t>
            </a:r>
            <a:r>
              <a:rPr sz="2800" spc="-15" dirty="0">
                <a:latin typeface="Calibri"/>
                <a:cs typeface="Calibri"/>
              </a:rPr>
              <a:t> </a:t>
            </a:r>
            <a:r>
              <a:rPr sz="2800" dirty="0">
                <a:latin typeface="Calibri"/>
                <a:cs typeface="Calibri"/>
              </a:rPr>
              <a:t>=</a:t>
            </a:r>
            <a:r>
              <a:rPr sz="2800" spc="10" dirty="0">
                <a:latin typeface="Calibri"/>
                <a:cs typeface="Calibri"/>
              </a:rPr>
              <a:t> </a:t>
            </a:r>
            <a:r>
              <a:rPr sz="2800" spc="-840" dirty="0">
                <a:latin typeface="Cambria Math"/>
                <a:cs typeface="Cambria Math"/>
              </a:rPr>
              <a:t>𝑥ҧ𝑦ത𝑧𝑡</a:t>
            </a:r>
            <a:r>
              <a:rPr sz="2800" dirty="0">
                <a:latin typeface="Cambria Math"/>
                <a:cs typeface="Cambria Math"/>
              </a:rPr>
              <a:t>	∨</a:t>
            </a:r>
            <a:r>
              <a:rPr sz="2800" spc="-20" dirty="0">
                <a:latin typeface="Cambria Math"/>
                <a:cs typeface="Cambria Math"/>
              </a:rPr>
              <a:t> </a:t>
            </a:r>
            <a:r>
              <a:rPr sz="2800" spc="-105" dirty="0">
                <a:latin typeface="Cambria Math"/>
                <a:cs typeface="Cambria Math"/>
              </a:rPr>
              <a:t>𝑥</a:t>
            </a:r>
            <a:r>
              <a:rPr sz="2800" spc="-2105" dirty="0">
                <a:latin typeface="Cambria Math"/>
                <a:cs typeface="Cambria Math"/>
              </a:rPr>
              <a:t>ҧ</a:t>
            </a:r>
            <a:r>
              <a:rPr sz="2800" spc="-20" dirty="0">
                <a:latin typeface="Cambria Math"/>
                <a:cs typeface="Cambria Math"/>
              </a:rPr>
              <a:t>𝑦𝑧𝑡</a:t>
            </a:r>
            <a:r>
              <a:rPr sz="2800" dirty="0">
                <a:latin typeface="Cambria Math"/>
                <a:cs typeface="Cambria Math"/>
              </a:rPr>
              <a:t>	∨</a:t>
            </a:r>
            <a:r>
              <a:rPr sz="2800" spc="-20" dirty="0">
                <a:latin typeface="Cambria Math"/>
                <a:cs typeface="Cambria Math"/>
              </a:rPr>
              <a:t> </a:t>
            </a:r>
            <a:r>
              <a:rPr sz="2800" spc="-95" dirty="0">
                <a:latin typeface="Cambria Math"/>
                <a:cs typeface="Cambria Math"/>
              </a:rPr>
              <a:t>𝑥</a:t>
            </a:r>
            <a:r>
              <a:rPr sz="2800" spc="-2095" dirty="0">
                <a:latin typeface="Cambria Math"/>
                <a:cs typeface="Cambria Math"/>
              </a:rPr>
              <a:t>ҧ</a:t>
            </a:r>
            <a:r>
              <a:rPr sz="2800" spc="30" dirty="0">
                <a:latin typeface="Cambria Math"/>
                <a:cs typeface="Cambria Math"/>
              </a:rPr>
              <a:t>𝑦𝑧</a:t>
            </a:r>
            <a:r>
              <a:rPr sz="2800" spc="-2250" dirty="0">
                <a:latin typeface="Cambria Math"/>
                <a:cs typeface="Cambria Math"/>
              </a:rPr>
              <a:t>ҧ</a:t>
            </a:r>
            <a:r>
              <a:rPr sz="2800" spc="-10" dirty="0">
                <a:latin typeface="Cambria Math"/>
                <a:cs typeface="Cambria Math"/>
              </a:rPr>
              <a:t>𝑡</a:t>
            </a:r>
            <a:r>
              <a:rPr sz="2800" dirty="0">
                <a:latin typeface="Cambria Math"/>
                <a:cs typeface="Cambria Math"/>
              </a:rPr>
              <a:t>	∨</a:t>
            </a:r>
            <a:r>
              <a:rPr sz="2800" spc="-10" dirty="0">
                <a:latin typeface="Cambria Math"/>
                <a:cs typeface="Cambria Math"/>
              </a:rPr>
              <a:t> </a:t>
            </a:r>
            <a:r>
              <a:rPr sz="2800" spc="-15" dirty="0">
                <a:latin typeface="Cambria Math"/>
                <a:cs typeface="Cambria Math"/>
              </a:rPr>
              <a:t>𝑥</a:t>
            </a:r>
            <a:r>
              <a:rPr sz="2800" spc="25" dirty="0">
                <a:latin typeface="Cambria Math"/>
                <a:cs typeface="Cambria Math"/>
              </a:rPr>
              <a:t>𝑦𝑧</a:t>
            </a:r>
            <a:r>
              <a:rPr sz="2800" spc="-2255" dirty="0">
                <a:latin typeface="Cambria Math"/>
                <a:cs typeface="Cambria Math"/>
              </a:rPr>
              <a:t>ҧ</a:t>
            </a:r>
            <a:r>
              <a:rPr sz="2800" spc="-15" dirty="0">
                <a:latin typeface="Cambria Math"/>
                <a:cs typeface="Cambria Math"/>
              </a:rPr>
              <a:t>𝑡</a:t>
            </a:r>
            <a:r>
              <a:rPr sz="2800" dirty="0">
                <a:latin typeface="Cambria Math"/>
                <a:cs typeface="Cambria Math"/>
              </a:rPr>
              <a:t>	∨</a:t>
            </a:r>
            <a:r>
              <a:rPr sz="2800" spc="-10" dirty="0">
                <a:latin typeface="Cambria Math"/>
                <a:cs typeface="Cambria Math"/>
              </a:rPr>
              <a:t> </a:t>
            </a:r>
            <a:r>
              <a:rPr sz="2800" spc="-15" dirty="0">
                <a:latin typeface="Cambria Math"/>
                <a:cs typeface="Cambria Math"/>
              </a:rPr>
              <a:t>𝑥</a:t>
            </a:r>
            <a:r>
              <a:rPr sz="2800" spc="25" dirty="0">
                <a:latin typeface="Cambria Math"/>
                <a:cs typeface="Cambria Math"/>
              </a:rPr>
              <a:t>𝑦𝑧</a:t>
            </a:r>
            <a:r>
              <a:rPr sz="2800" spc="-2255" dirty="0">
                <a:latin typeface="Cambria Math"/>
                <a:cs typeface="Cambria Math"/>
              </a:rPr>
              <a:t>ҧ</a:t>
            </a:r>
            <a:r>
              <a:rPr sz="2800" spc="-15" dirty="0">
                <a:latin typeface="Cambria Math"/>
                <a:cs typeface="Cambria Math"/>
              </a:rPr>
              <a:t>𝑡</a:t>
            </a:r>
            <a:endParaRPr sz="2800">
              <a:latin typeface="Cambria Math"/>
              <a:cs typeface="Cambria Math"/>
            </a:endParaRPr>
          </a:p>
          <a:p>
            <a:pPr marL="1414145" marR="320675" indent="-1376680">
              <a:lnSpc>
                <a:spcPct val="119700"/>
              </a:lnSpc>
              <a:spcBef>
                <a:spcPts val="10"/>
              </a:spcBef>
              <a:tabLst>
                <a:tab pos="2069464" algn="l"/>
              </a:tabLst>
            </a:pPr>
            <a:r>
              <a:rPr sz="2800" b="1" dirty="0">
                <a:latin typeface="Calibri"/>
                <a:cs typeface="Calibri"/>
              </a:rPr>
              <a:t>Bước</a:t>
            </a:r>
            <a:r>
              <a:rPr sz="2800" b="1" spc="-10" dirty="0">
                <a:latin typeface="Calibri"/>
                <a:cs typeface="Calibri"/>
              </a:rPr>
              <a:t> </a:t>
            </a:r>
            <a:r>
              <a:rPr sz="2800" b="1" dirty="0">
                <a:latin typeface="Calibri"/>
                <a:cs typeface="Calibri"/>
              </a:rPr>
              <a:t>1</a:t>
            </a:r>
            <a:r>
              <a:rPr sz="2800" b="1" spc="-15" dirty="0">
                <a:latin typeface="Calibri"/>
                <a:cs typeface="Calibri"/>
              </a:rPr>
              <a:t> </a:t>
            </a:r>
            <a:r>
              <a:rPr sz="2800" b="1" dirty="0">
                <a:latin typeface="Calibri"/>
                <a:cs typeface="Calibri"/>
              </a:rPr>
              <a:t>:</a:t>
            </a:r>
            <a:r>
              <a:rPr sz="2800" b="1" spc="-5" dirty="0">
                <a:latin typeface="Calibri"/>
                <a:cs typeface="Calibri"/>
              </a:rPr>
              <a:t> </a:t>
            </a:r>
            <a:r>
              <a:rPr sz="2800" dirty="0">
                <a:latin typeface="Calibri"/>
                <a:cs typeface="Calibri"/>
              </a:rPr>
              <a:t>T</a:t>
            </a:r>
            <a:r>
              <a:rPr sz="2800" spc="-20" dirty="0">
                <a:latin typeface="Calibri"/>
                <a:cs typeface="Calibri"/>
              </a:rPr>
              <a:t> </a:t>
            </a:r>
            <a:r>
              <a:rPr sz="2800" spc="-25" dirty="0">
                <a:latin typeface="Calibri"/>
                <a:cs typeface="Calibri"/>
              </a:rPr>
              <a:t>={</a:t>
            </a:r>
            <a:r>
              <a:rPr sz="2800" dirty="0">
                <a:latin typeface="Calibri"/>
                <a:cs typeface="Calibri"/>
              </a:rPr>
              <a:t>	</a:t>
            </a:r>
            <a:r>
              <a:rPr sz="2800" spc="-825" dirty="0">
                <a:latin typeface="Cambria Math"/>
                <a:cs typeface="Cambria Math"/>
              </a:rPr>
              <a:t>𝑥ҧ𝑦ത𝑧𝑡</a:t>
            </a:r>
            <a:r>
              <a:rPr sz="2800" spc="60" dirty="0">
                <a:latin typeface="Cambria Math"/>
                <a:cs typeface="Cambria Math"/>
              </a:rPr>
              <a:t> </a:t>
            </a:r>
            <a:r>
              <a:rPr sz="2800" spc="-10" dirty="0">
                <a:latin typeface="Cambria Math"/>
                <a:cs typeface="Cambria Math"/>
              </a:rPr>
              <a:t>,</a:t>
            </a:r>
            <a:r>
              <a:rPr sz="2800" spc="-155" dirty="0">
                <a:latin typeface="Cambria Math"/>
                <a:cs typeface="Cambria Math"/>
              </a:rPr>
              <a:t> </a:t>
            </a:r>
            <a:r>
              <a:rPr sz="2800" spc="-85" dirty="0">
                <a:latin typeface="Cambria Math"/>
                <a:cs typeface="Cambria Math"/>
              </a:rPr>
              <a:t>𝑥</a:t>
            </a:r>
            <a:r>
              <a:rPr sz="2800" spc="-2085" dirty="0">
                <a:latin typeface="Cambria Math"/>
                <a:cs typeface="Cambria Math"/>
              </a:rPr>
              <a:t>ҧ</a:t>
            </a:r>
            <a:r>
              <a:rPr sz="2800" dirty="0">
                <a:latin typeface="Cambria Math"/>
                <a:cs typeface="Cambria Math"/>
              </a:rPr>
              <a:t>𝑦𝑧𝑡</a:t>
            </a:r>
            <a:r>
              <a:rPr sz="2800" spc="65" dirty="0">
                <a:latin typeface="Cambria Math"/>
                <a:cs typeface="Cambria Math"/>
              </a:rPr>
              <a:t> </a:t>
            </a:r>
            <a:r>
              <a:rPr sz="2800" dirty="0">
                <a:latin typeface="Cambria Math"/>
                <a:cs typeface="Cambria Math"/>
              </a:rPr>
              <a:t>,</a:t>
            </a:r>
            <a:r>
              <a:rPr sz="2800" spc="-140" dirty="0">
                <a:latin typeface="Cambria Math"/>
                <a:cs typeface="Cambria Math"/>
              </a:rPr>
              <a:t> </a:t>
            </a:r>
            <a:r>
              <a:rPr sz="2800" spc="-90" dirty="0">
                <a:latin typeface="Cambria Math"/>
                <a:cs typeface="Cambria Math"/>
              </a:rPr>
              <a:t>𝑥</a:t>
            </a:r>
            <a:r>
              <a:rPr sz="2800" spc="-2090" dirty="0">
                <a:latin typeface="Cambria Math"/>
                <a:cs typeface="Cambria Math"/>
              </a:rPr>
              <a:t>ҧ</a:t>
            </a:r>
            <a:r>
              <a:rPr sz="2800" spc="50" dirty="0">
                <a:latin typeface="Cambria Math"/>
                <a:cs typeface="Cambria Math"/>
              </a:rPr>
              <a:t>𝑦</a:t>
            </a:r>
            <a:r>
              <a:rPr sz="2800" spc="35" dirty="0">
                <a:latin typeface="Cambria Math"/>
                <a:cs typeface="Cambria Math"/>
              </a:rPr>
              <a:t>𝑧</a:t>
            </a:r>
            <a:r>
              <a:rPr sz="2800" spc="-2245" dirty="0">
                <a:latin typeface="Cambria Math"/>
                <a:cs typeface="Cambria Math"/>
              </a:rPr>
              <a:t>ҧ</a:t>
            </a:r>
            <a:r>
              <a:rPr sz="2800" spc="-5" dirty="0">
                <a:latin typeface="Cambria Math"/>
                <a:cs typeface="Cambria Math"/>
              </a:rPr>
              <a:t>𝑡</a:t>
            </a:r>
            <a:r>
              <a:rPr sz="2800" spc="50" dirty="0">
                <a:latin typeface="Cambria Math"/>
                <a:cs typeface="Cambria Math"/>
              </a:rPr>
              <a:t> </a:t>
            </a:r>
            <a:r>
              <a:rPr sz="2800" spc="-10" dirty="0">
                <a:latin typeface="Cambria Math"/>
                <a:cs typeface="Cambria Math"/>
              </a:rPr>
              <a:t>,</a:t>
            </a:r>
            <a:r>
              <a:rPr sz="2800" spc="-140" dirty="0">
                <a:latin typeface="Cambria Math"/>
                <a:cs typeface="Cambria Math"/>
              </a:rPr>
              <a:t> </a:t>
            </a:r>
            <a:r>
              <a:rPr sz="2800" spc="-5" dirty="0">
                <a:latin typeface="Cambria Math"/>
                <a:cs typeface="Cambria Math"/>
              </a:rPr>
              <a:t>𝑥</a:t>
            </a:r>
            <a:r>
              <a:rPr sz="2800" spc="35" dirty="0">
                <a:latin typeface="Cambria Math"/>
                <a:cs typeface="Cambria Math"/>
              </a:rPr>
              <a:t>𝑦𝑧</a:t>
            </a:r>
            <a:r>
              <a:rPr sz="2800" spc="-2245" dirty="0">
                <a:latin typeface="Cambria Math"/>
                <a:cs typeface="Cambria Math"/>
              </a:rPr>
              <a:t>ҧ</a:t>
            </a:r>
            <a:r>
              <a:rPr sz="2800" spc="-5" dirty="0">
                <a:latin typeface="Cambria Math"/>
                <a:cs typeface="Cambria Math"/>
              </a:rPr>
              <a:t>𝑡</a:t>
            </a:r>
            <a:r>
              <a:rPr sz="2800" spc="65" dirty="0">
                <a:latin typeface="Cambria Math"/>
                <a:cs typeface="Cambria Math"/>
              </a:rPr>
              <a:t> </a:t>
            </a:r>
            <a:r>
              <a:rPr sz="2800" spc="-10" dirty="0">
                <a:latin typeface="Cambria Math"/>
                <a:cs typeface="Cambria Math"/>
              </a:rPr>
              <a:t>,</a:t>
            </a:r>
            <a:r>
              <a:rPr sz="2800" spc="-140" dirty="0">
                <a:latin typeface="Cambria Math"/>
                <a:cs typeface="Cambria Math"/>
              </a:rPr>
              <a:t> </a:t>
            </a:r>
            <a:r>
              <a:rPr sz="2800" spc="-5" dirty="0">
                <a:latin typeface="Cambria Math"/>
                <a:cs typeface="Cambria Math"/>
              </a:rPr>
              <a:t>𝑥</a:t>
            </a:r>
            <a:r>
              <a:rPr sz="2800" spc="35" dirty="0">
                <a:latin typeface="Cambria Math"/>
                <a:cs typeface="Cambria Math"/>
              </a:rPr>
              <a:t>𝑦𝑧</a:t>
            </a:r>
            <a:r>
              <a:rPr sz="2800" spc="-2245" dirty="0">
                <a:latin typeface="Cambria Math"/>
                <a:cs typeface="Cambria Math"/>
              </a:rPr>
              <a:t>ҧ</a:t>
            </a:r>
            <a:r>
              <a:rPr sz="2800" spc="55" dirty="0">
                <a:latin typeface="Cambria Math"/>
                <a:cs typeface="Cambria Math"/>
              </a:rPr>
              <a:t>𝑡</a:t>
            </a:r>
            <a:r>
              <a:rPr sz="4200" spc="-3382" baseline="5952" dirty="0">
                <a:latin typeface="Cambria Math"/>
                <a:cs typeface="Cambria Math"/>
              </a:rPr>
              <a:t>ҧ</a:t>
            </a:r>
            <a:r>
              <a:rPr sz="4200" spc="37" baseline="5952" dirty="0">
                <a:latin typeface="Cambria Math"/>
                <a:cs typeface="Cambria Math"/>
              </a:rPr>
              <a:t> </a:t>
            </a:r>
            <a:r>
              <a:rPr sz="2800" spc="-50" dirty="0">
                <a:latin typeface="Calibri"/>
                <a:cs typeface="Calibri"/>
              </a:rPr>
              <a:t>} </a:t>
            </a:r>
            <a:r>
              <a:rPr sz="2800" dirty="0">
                <a:latin typeface="Calibri"/>
                <a:cs typeface="Calibri"/>
              </a:rPr>
              <a:t>V</a:t>
            </a:r>
            <a:r>
              <a:rPr sz="2800" spc="-25" dirty="0">
                <a:latin typeface="Calibri"/>
                <a:cs typeface="Calibri"/>
              </a:rPr>
              <a:t> </a:t>
            </a:r>
            <a:r>
              <a:rPr sz="2800" dirty="0">
                <a:latin typeface="Calibri"/>
                <a:cs typeface="Calibri"/>
              </a:rPr>
              <a:t>=</a:t>
            </a:r>
            <a:r>
              <a:rPr sz="2800" spc="-35" dirty="0">
                <a:latin typeface="Calibri"/>
                <a:cs typeface="Calibri"/>
              </a:rPr>
              <a:t> </a:t>
            </a:r>
            <a:r>
              <a:rPr sz="2800" dirty="0">
                <a:latin typeface="Calibri"/>
                <a:cs typeface="Calibri"/>
              </a:rPr>
              <a:t>{x,</a:t>
            </a:r>
            <a:r>
              <a:rPr sz="2800" spc="-20" dirty="0">
                <a:latin typeface="Calibri"/>
                <a:cs typeface="Calibri"/>
              </a:rPr>
              <a:t> </a:t>
            </a:r>
            <a:r>
              <a:rPr sz="2800" spc="-50" dirty="0">
                <a:latin typeface="Calibri"/>
                <a:cs typeface="Calibri"/>
              </a:rPr>
              <a:t>y,</a:t>
            </a:r>
            <a:r>
              <a:rPr sz="2800" spc="-20" dirty="0">
                <a:latin typeface="Calibri"/>
                <a:cs typeface="Calibri"/>
              </a:rPr>
              <a:t> </a:t>
            </a:r>
            <a:r>
              <a:rPr sz="2800" dirty="0">
                <a:latin typeface="Calibri"/>
                <a:cs typeface="Calibri"/>
              </a:rPr>
              <a:t>z,</a:t>
            </a:r>
            <a:r>
              <a:rPr sz="2800" spc="-30" dirty="0">
                <a:latin typeface="Calibri"/>
                <a:cs typeface="Calibri"/>
              </a:rPr>
              <a:t> </a:t>
            </a:r>
            <a:r>
              <a:rPr sz="2800" spc="-25" dirty="0">
                <a:latin typeface="Calibri"/>
                <a:cs typeface="Calibri"/>
              </a:rPr>
              <a:t>t}</a:t>
            </a:r>
            <a:endParaRPr sz="2800">
              <a:latin typeface="Calibri"/>
              <a:cs typeface="Calibri"/>
            </a:endParaRPr>
          </a:p>
          <a:p>
            <a:pPr marL="38100">
              <a:lnSpc>
                <a:spcPct val="100000"/>
              </a:lnSpc>
              <a:spcBef>
                <a:spcPts val="675"/>
              </a:spcBef>
            </a:pPr>
            <a:r>
              <a:rPr sz="2800" b="1" dirty="0">
                <a:latin typeface="Calibri"/>
                <a:cs typeface="Calibri"/>
              </a:rPr>
              <a:t>Bước</a:t>
            </a:r>
            <a:r>
              <a:rPr sz="2800" b="1" spc="-30" dirty="0">
                <a:latin typeface="Calibri"/>
                <a:cs typeface="Calibri"/>
              </a:rPr>
              <a:t> </a:t>
            </a:r>
            <a:r>
              <a:rPr sz="2800" b="1" dirty="0">
                <a:latin typeface="Calibri"/>
                <a:cs typeface="Calibri"/>
              </a:rPr>
              <a:t>2</a:t>
            </a:r>
            <a:r>
              <a:rPr sz="2800" b="1" spc="-35" dirty="0">
                <a:latin typeface="Calibri"/>
                <a:cs typeface="Calibri"/>
              </a:rPr>
              <a:t> </a:t>
            </a:r>
            <a:r>
              <a:rPr sz="2800" b="1" spc="-50" dirty="0">
                <a:latin typeface="Calibri"/>
                <a:cs typeface="Calibri"/>
              </a:rPr>
              <a:t>:</a:t>
            </a:r>
            <a:endParaRPr sz="2800">
              <a:latin typeface="Calibri"/>
              <a:cs typeface="Calibri"/>
            </a:endParaRPr>
          </a:p>
        </p:txBody>
      </p:sp>
    </p:spTree>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62015"/>
            <a:ext cx="8303895" cy="3928745"/>
          </a:xfrm>
          <a:prstGeom prst="rect">
            <a:avLst/>
          </a:prstGeom>
        </p:spPr>
        <p:txBody>
          <a:bodyPr vert="horz" wrap="square" lIns="0" tIns="110489" rIns="0" bIns="0" rtlCol="0">
            <a:spAutoFit/>
          </a:bodyPr>
          <a:lstStyle/>
          <a:p>
            <a:pPr marL="12700">
              <a:lnSpc>
                <a:spcPct val="100000"/>
              </a:lnSpc>
              <a:spcBef>
                <a:spcPts val="869"/>
              </a:spcBef>
            </a:pPr>
            <a:r>
              <a:rPr sz="3200" spc="-50" dirty="0">
                <a:latin typeface="Calibri"/>
                <a:cs typeface="Calibri"/>
              </a:rPr>
              <a:t>Tài</a:t>
            </a:r>
            <a:r>
              <a:rPr sz="3200" spc="-75" dirty="0">
                <a:latin typeface="Calibri"/>
                <a:cs typeface="Calibri"/>
              </a:rPr>
              <a:t> </a:t>
            </a:r>
            <a:r>
              <a:rPr sz="3200" dirty="0">
                <a:latin typeface="Calibri"/>
                <a:cs typeface="Calibri"/>
              </a:rPr>
              <a:t>liệu</a:t>
            </a:r>
            <a:r>
              <a:rPr sz="3200" spc="-65" dirty="0">
                <a:latin typeface="Calibri"/>
                <a:cs typeface="Calibri"/>
              </a:rPr>
              <a:t> </a:t>
            </a:r>
            <a:r>
              <a:rPr sz="3200" dirty="0">
                <a:latin typeface="Calibri"/>
                <a:cs typeface="Calibri"/>
              </a:rPr>
              <a:t>tham</a:t>
            </a:r>
            <a:r>
              <a:rPr sz="3200" spc="-75" dirty="0">
                <a:latin typeface="Calibri"/>
                <a:cs typeface="Calibri"/>
              </a:rPr>
              <a:t> </a:t>
            </a:r>
            <a:r>
              <a:rPr sz="3200" spc="-10" dirty="0">
                <a:latin typeface="Calibri"/>
                <a:cs typeface="Calibri"/>
              </a:rPr>
              <a:t>khảo:</a:t>
            </a:r>
            <a:endParaRPr sz="3200">
              <a:latin typeface="Calibri"/>
              <a:cs typeface="Calibri"/>
            </a:endParaRPr>
          </a:p>
          <a:p>
            <a:pPr marL="527685" indent="-514984">
              <a:lnSpc>
                <a:spcPct val="100000"/>
              </a:lnSpc>
              <a:spcBef>
                <a:spcPts val="770"/>
              </a:spcBef>
              <a:buAutoNum type="arabicParenR"/>
              <a:tabLst>
                <a:tab pos="527685" algn="l"/>
              </a:tabLst>
            </a:pPr>
            <a:r>
              <a:rPr sz="3200" spc="-55" dirty="0">
                <a:latin typeface="Calibri"/>
                <a:cs typeface="Calibri"/>
              </a:rPr>
              <a:t>Toán</a:t>
            </a:r>
            <a:r>
              <a:rPr sz="3200" spc="-65" dirty="0">
                <a:latin typeface="Calibri"/>
                <a:cs typeface="Calibri"/>
              </a:rPr>
              <a:t> </a:t>
            </a:r>
            <a:r>
              <a:rPr sz="3200" dirty="0">
                <a:latin typeface="Calibri"/>
                <a:cs typeface="Calibri"/>
              </a:rPr>
              <a:t>rời</a:t>
            </a:r>
            <a:r>
              <a:rPr sz="3200" spc="-70" dirty="0">
                <a:latin typeface="Calibri"/>
                <a:cs typeface="Calibri"/>
              </a:rPr>
              <a:t> </a:t>
            </a:r>
            <a:r>
              <a:rPr sz="3200" dirty="0">
                <a:latin typeface="Calibri"/>
                <a:cs typeface="Calibri"/>
              </a:rPr>
              <a:t>rạc,</a:t>
            </a:r>
            <a:r>
              <a:rPr sz="3200" spc="-80" dirty="0">
                <a:latin typeface="Calibri"/>
                <a:cs typeface="Calibri"/>
              </a:rPr>
              <a:t> </a:t>
            </a:r>
            <a:r>
              <a:rPr sz="3200" dirty="0">
                <a:latin typeface="Calibri"/>
                <a:cs typeface="Calibri"/>
              </a:rPr>
              <a:t>GS.</a:t>
            </a:r>
            <a:r>
              <a:rPr sz="3200" spc="-60" dirty="0">
                <a:latin typeface="Calibri"/>
                <a:cs typeface="Calibri"/>
              </a:rPr>
              <a:t> </a:t>
            </a:r>
            <a:r>
              <a:rPr sz="3200" dirty="0">
                <a:latin typeface="Calibri"/>
                <a:cs typeface="Calibri"/>
              </a:rPr>
              <a:t>Nguyễn</a:t>
            </a:r>
            <a:r>
              <a:rPr sz="3200" spc="-75" dirty="0">
                <a:latin typeface="Calibri"/>
                <a:cs typeface="Calibri"/>
              </a:rPr>
              <a:t> </a:t>
            </a:r>
            <a:r>
              <a:rPr sz="3200" dirty="0">
                <a:latin typeface="Calibri"/>
                <a:cs typeface="Calibri"/>
              </a:rPr>
              <a:t>Hữu</a:t>
            </a:r>
            <a:r>
              <a:rPr sz="3200" spc="-75" dirty="0">
                <a:latin typeface="Calibri"/>
                <a:cs typeface="Calibri"/>
              </a:rPr>
              <a:t> </a:t>
            </a:r>
            <a:r>
              <a:rPr sz="3200" dirty="0">
                <a:latin typeface="Calibri"/>
                <a:cs typeface="Calibri"/>
              </a:rPr>
              <a:t>Anh,</a:t>
            </a:r>
            <a:r>
              <a:rPr sz="3200" spc="-55" dirty="0">
                <a:latin typeface="Calibri"/>
                <a:cs typeface="Calibri"/>
              </a:rPr>
              <a:t> </a:t>
            </a:r>
            <a:r>
              <a:rPr sz="3200" dirty="0">
                <a:latin typeface="Calibri"/>
                <a:cs typeface="Calibri"/>
              </a:rPr>
              <a:t>Ph.</a:t>
            </a:r>
            <a:r>
              <a:rPr sz="3200" spc="-55" dirty="0">
                <a:latin typeface="Calibri"/>
                <a:cs typeface="Calibri"/>
              </a:rPr>
              <a:t> </a:t>
            </a:r>
            <a:r>
              <a:rPr sz="3200" spc="-60" dirty="0">
                <a:latin typeface="Calibri"/>
                <a:cs typeface="Calibri"/>
              </a:rPr>
              <a:t>D</a:t>
            </a:r>
            <a:endParaRPr sz="3200">
              <a:latin typeface="Calibri"/>
              <a:cs typeface="Calibri"/>
            </a:endParaRPr>
          </a:p>
          <a:p>
            <a:pPr marL="527685" marR="5080" indent="-515620">
              <a:lnSpc>
                <a:spcPct val="100000"/>
              </a:lnSpc>
              <a:spcBef>
                <a:spcPts val="770"/>
              </a:spcBef>
              <a:buAutoNum type="arabicParenR"/>
              <a:tabLst>
                <a:tab pos="527685" algn="l"/>
              </a:tabLst>
            </a:pPr>
            <a:r>
              <a:rPr sz="3200" spc="-10" dirty="0">
                <a:latin typeface="Calibri"/>
                <a:cs typeface="Calibri"/>
              </a:rPr>
              <a:t>Rosen_Discrete_Mathematics_and_Its_Applica tions_7th_Edition</a:t>
            </a:r>
            <a:endParaRPr sz="3200">
              <a:latin typeface="Calibri"/>
              <a:cs typeface="Calibri"/>
            </a:endParaRPr>
          </a:p>
          <a:p>
            <a:pPr marL="434975" indent="-422275">
              <a:lnSpc>
                <a:spcPct val="100000"/>
              </a:lnSpc>
              <a:spcBef>
                <a:spcPts val="770"/>
              </a:spcBef>
              <a:buAutoNum type="arabicParenR"/>
              <a:tabLst>
                <a:tab pos="434975" algn="l"/>
              </a:tabLst>
            </a:pPr>
            <a:r>
              <a:rPr sz="3200" spc="-10" dirty="0">
                <a:latin typeface="Calibri"/>
                <a:cs typeface="Calibri"/>
              </a:rPr>
              <a:t>Discrete</a:t>
            </a:r>
            <a:r>
              <a:rPr sz="3200" spc="-105" dirty="0">
                <a:latin typeface="Calibri"/>
                <a:cs typeface="Calibri"/>
              </a:rPr>
              <a:t> </a:t>
            </a:r>
            <a:r>
              <a:rPr sz="3200" spc="-10" dirty="0">
                <a:latin typeface="Calibri"/>
                <a:cs typeface="Calibri"/>
              </a:rPr>
              <a:t>Mathematics,</a:t>
            </a:r>
            <a:r>
              <a:rPr sz="3200" spc="-75" dirty="0">
                <a:latin typeface="Calibri"/>
                <a:cs typeface="Calibri"/>
              </a:rPr>
              <a:t> </a:t>
            </a:r>
            <a:r>
              <a:rPr sz="3200" dirty="0">
                <a:latin typeface="Calibri"/>
                <a:cs typeface="Calibri"/>
              </a:rPr>
              <a:t>Richard</a:t>
            </a:r>
            <a:r>
              <a:rPr sz="3200" spc="-95" dirty="0">
                <a:latin typeface="Calibri"/>
                <a:cs typeface="Calibri"/>
              </a:rPr>
              <a:t> </a:t>
            </a:r>
            <a:r>
              <a:rPr sz="3200" spc="-10" dirty="0">
                <a:latin typeface="Calibri"/>
                <a:cs typeface="Calibri"/>
              </a:rPr>
              <a:t>Johnsonbaugh</a:t>
            </a:r>
            <a:endParaRPr sz="3200">
              <a:latin typeface="Calibri"/>
              <a:cs typeface="Calibri"/>
            </a:endParaRPr>
          </a:p>
          <a:p>
            <a:pPr marL="12700" marR="871219" indent="421640">
              <a:lnSpc>
                <a:spcPct val="100000"/>
              </a:lnSpc>
              <a:spcBef>
                <a:spcPts val="765"/>
              </a:spcBef>
              <a:buAutoNum type="arabicParenR"/>
              <a:tabLst>
                <a:tab pos="434340" algn="l"/>
              </a:tabLst>
            </a:pPr>
            <a:r>
              <a:rPr sz="3200" dirty="0">
                <a:latin typeface="Calibri"/>
                <a:cs typeface="Calibri"/>
              </a:rPr>
              <a:t>Discrete</a:t>
            </a:r>
            <a:r>
              <a:rPr sz="3200" spc="-114" dirty="0">
                <a:latin typeface="Calibri"/>
                <a:cs typeface="Calibri"/>
              </a:rPr>
              <a:t> </a:t>
            </a:r>
            <a:r>
              <a:rPr sz="3200" dirty="0">
                <a:latin typeface="Calibri"/>
                <a:cs typeface="Calibri"/>
              </a:rPr>
              <a:t>Mathematics,</a:t>
            </a:r>
            <a:r>
              <a:rPr sz="3200" spc="-90" dirty="0">
                <a:latin typeface="Calibri"/>
                <a:cs typeface="Calibri"/>
              </a:rPr>
              <a:t> </a:t>
            </a:r>
            <a:r>
              <a:rPr sz="3200" dirty="0">
                <a:latin typeface="Calibri"/>
                <a:cs typeface="Calibri"/>
              </a:rPr>
              <a:t>Seymour</a:t>
            </a:r>
            <a:r>
              <a:rPr sz="3200" spc="-110" dirty="0">
                <a:latin typeface="Calibri"/>
                <a:cs typeface="Calibri"/>
              </a:rPr>
              <a:t> </a:t>
            </a:r>
            <a:r>
              <a:rPr sz="3200" spc="-10" dirty="0">
                <a:latin typeface="Calibri"/>
                <a:cs typeface="Calibri"/>
              </a:rPr>
              <a:t>Lipschutz, </a:t>
            </a:r>
            <a:r>
              <a:rPr sz="3200" dirty="0">
                <a:latin typeface="Calibri"/>
                <a:cs typeface="Calibri"/>
              </a:rPr>
              <a:t>Marc</a:t>
            </a:r>
            <a:r>
              <a:rPr sz="3200" spc="-55" dirty="0">
                <a:latin typeface="Calibri"/>
                <a:cs typeface="Calibri"/>
              </a:rPr>
              <a:t> </a:t>
            </a:r>
            <a:r>
              <a:rPr sz="3200" spc="-10" dirty="0">
                <a:latin typeface="Calibri"/>
                <a:cs typeface="Calibri"/>
              </a:rPr>
              <a:t>Lipson</a:t>
            </a:r>
            <a:endParaRPr sz="320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TotalTime>
  <Words>30462</Words>
  <Application>Microsoft Office PowerPoint</Application>
  <PresentationFormat>Trình chiếu Trên màn hình (4:3)</PresentationFormat>
  <Paragraphs>2623</Paragraphs>
  <Slides>319</Slides>
  <Notes>0</Notes>
  <HiddenSlides>0</HiddenSlides>
  <MMClips>0</MMClips>
  <ScaleCrop>false</ScaleCrop>
  <HeadingPairs>
    <vt:vector size="6" baseType="variant">
      <vt:variant>
        <vt:lpstr>Phông được Dùng</vt:lpstr>
      </vt:variant>
      <vt:variant>
        <vt:i4>8</vt:i4>
      </vt:variant>
      <vt:variant>
        <vt:lpstr>Chủ đề</vt:lpstr>
      </vt:variant>
      <vt:variant>
        <vt:i4>1</vt:i4>
      </vt:variant>
      <vt:variant>
        <vt:lpstr>Tiêu đề Bản chiếu</vt:lpstr>
      </vt:variant>
      <vt:variant>
        <vt:i4>319</vt:i4>
      </vt:variant>
    </vt:vector>
  </HeadingPairs>
  <TitlesOfParts>
    <vt:vector size="328" baseType="lpstr">
      <vt:lpstr>Arial MT</vt:lpstr>
      <vt:lpstr>Roboto Th</vt:lpstr>
      <vt:lpstr>Calibri</vt:lpstr>
      <vt:lpstr>Cambria</vt:lpstr>
      <vt:lpstr>Cambria Math</vt:lpstr>
      <vt:lpstr>Symbol</vt:lpstr>
      <vt:lpstr>Times New Roman</vt:lpstr>
      <vt:lpstr>Wingdings</vt:lpstr>
      <vt:lpstr>Office Theme</vt:lpstr>
      <vt:lpstr>Chương 1. Logic</vt:lpstr>
      <vt:lpstr>Bản trình bày PowerPoint</vt:lpstr>
      <vt:lpstr>1.2 Các phép toán trên mệnh đề: p và q là các mệnh đề có chân trị là 1 hay 0.</vt:lpstr>
      <vt:lpstr>Bản trình bày PowerPoint</vt:lpstr>
      <vt:lpstr>b) Nối rời:</vt:lpstr>
      <vt:lpstr>c) Nối rời loại trừ:</vt:lpstr>
      <vt:lpstr>d) Phủ định :</vt:lpstr>
      <vt:lpstr>Bản trình bày PowerPoint</vt:lpstr>
      <vt:lpstr>Bản trình bày PowerPoint</vt:lpstr>
      <vt:lpstr>Bản trình bày PowerPoint</vt:lpstr>
      <vt:lpstr>Bản trình bày PowerPoint</vt:lpstr>
      <vt:lpstr>Bản trình bày PowerPoint</vt:lpstr>
      <vt:lpstr>Bài tập tại lớp :</vt:lpstr>
      <vt:lpstr>Bản trình bày PowerPoint</vt:lpstr>
      <vt:lpstr>Bản trình bày PowerPoint</vt:lpstr>
      <vt:lpstr>Bản trình bày PowerPoint</vt:lpstr>
      <vt:lpstr>Bản trình bày PowerPoint</vt:lpstr>
      <vt:lpstr>Ví dụ :</vt:lpstr>
      <vt:lpstr>Bản trình bày PowerPoint</vt:lpstr>
      <vt:lpstr>Bản trình bày PowerPoint</vt:lpstr>
      <vt:lpstr>Bản trình bày PowerPoint</vt:lpstr>
      <vt:lpstr>Bản trình bày PowerPoint</vt:lpstr>
      <vt:lpstr>Bản trình bày PowerPoint</vt:lpstr>
      <vt:lpstr>1.4.3 Mệnh đề: E và F là tương đương logic khi và chỉ khi E  F là hằng đúng.</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Bài tập tại lớp 1: Dùng qui tắc thay thế để kiểm tra dạng mệnh đề sau là hằng đúng : [(p  q)  r ]  [(p  q)  r] HD : Ta có s  t   s  t.</vt:lpstr>
      <vt:lpstr>Bài tập tại lớp 1: Dùng qui tắc thay thế để kiểm tra dạng mệnh đề sau là hằng đúng :</vt:lpstr>
      <vt:lpstr>Bản trình bày PowerPoint</vt:lpstr>
      <vt:lpstr>Bản trình bày PowerPoint</vt:lpstr>
      <vt:lpstr>Bài tập tại lớp 3 : Dùng qui tắc thay thế để kiểm tra dạng mệnh đề sau là hằng đúng :</vt:lpstr>
      <vt:lpstr>Bản trình bày PowerPoint</vt:lpstr>
      <vt:lpstr>Bản trình bày PowerPoint</vt:lpstr>
      <vt:lpstr>Bản trình bày PowerPoint</vt:lpstr>
      <vt:lpstr>vii) Luật trung hòa:</vt:lpstr>
      <vt:lpstr>ix) Luật thống trị :</vt:lpstr>
      <vt:lpstr>Bản trình bày PowerPoint</vt:lpstr>
      <vt:lpstr>Bản trình bày PowerPoint</vt:lpstr>
      <vt:lpstr>Bản trình bày PowerPoint</vt:lpstr>
      <vt:lpstr>Bản trình bày PowerPoint</vt:lpstr>
      <vt:lpstr>Ví dụ :</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Ví dụ : Suy luận sau có phải là suy luận đúng không ?</vt:lpstr>
      <vt:lpstr>Ví dụ : Nếu Bình đi chơi thì Bình không học toán rời rạc Nếu Bình không học toán rời rạc thì Bình trượt toán rời rạc</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 Trong vị từ p(x, y, ...) ta có thể sử dụng phép nối. VD : p(x, y) : “ [(x &gt; 1)  (y &gt; 1)]  (x+y &gt; 1)”</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1.8.8 Luật suy diễn cho lượng từ:</vt:lpstr>
      <vt:lpstr>Bản trình bày PowerPoint</vt:lpstr>
      <vt:lpstr>Bản trình bày PowerPoint</vt:lpstr>
      <vt:lpstr>Bản trình bày PowerPoint</vt:lpstr>
      <vt:lpstr>Bản trình bày PowerPoint</vt:lpstr>
      <vt:lpstr>Bản trình bày PowerPoint</vt:lpstr>
      <vt:lpstr>1.8.8 Nguyên lý qui nạp:</vt:lpstr>
      <vt:lpstr>1.8.8 Nguyên lý qui nạp:</vt:lpstr>
      <vt:lpstr>Bản trình bày PowerPoint</vt:lpstr>
      <vt:lpstr>VD 2: n là biến nguyên  0, x, y là biến thực. Xét đoạn chương trình</vt:lpstr>
      <vt:lpstr>Bản trình bày PowerPoint</vt:lpstr>
      <vt:lpstr>Bản trình bày PowerPoint</vt:lpstr>
      <vt:lpstr>Bản trình bày PowerPoint</vt:lpstr>
      <vt:lpstr>Bản trình bày PowerPoint</vt:lpstr>
      <vt:lpstr>Các qui tắc chứng minh.</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v) Phần tử trung hòa :</vt:lpstr>
      <vt:lpstr>Bài tập tại lớp :</vt:lpstr>
      <vt:lpstr>Bài tập tại lớp :</vt:lpstr>
      <vt:lpstr>Bản trình bày PowerPoint</vt:lpstr>
      <vt:lpstr>Ví dụ :</vt:lpstr>
      <vt:lpstr>Ví dụ :</vt:lpstr>
      <vt:lpstr>Ví dụ :</vt:lpstr>
      <vt:lpstr>Bản trình bày PowerPoint</vt:lpstr>
      <vt:lpstr>Bản trình bày PowerPoint</vt:lpstr>
      <vt:lpstr>Bản trình bày PowerPoint</vt:lpstr>
      <vt:lpstr>Bản trình bày PowerPoint</vt:lpstr>
      <vt:lpstr>2.2.3 Định nghĩa :</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Ví dụ : Trong học kỳ I có</vt:lpstr>
      <vt:lpstr>Bản trình bày PowerPoint</vt:lpstr>
      <vt:lpstr>|A|=n, |B|=m, |A  B|=k. Chứng minh công thức |A  B|= |A| + |B|- |A  B|</vt:lpstr>
      <vt:lpstr>Bản trình bày PowerPoint</vt:lpstr>
      <vt:lpstr>2.3.3 Nguyên lý nhân:</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Ví dụ : Cho tập A = {1, 2, 3, . ., n}. Có bao nhiêu tập con của A.</vt:lpstr>
      <vt:lpstr>Bản trình bày PowerPoint</vt:lpstr>
      <vt:lpstr>2.3.4 Định nghĩa : Cho Ai ,i=1, . ., n là các tập hữu hạn khác rỗng. A1 x A2 x . . x An = { (a1, a2, . ., an) : ai Ai}</vt:lpstr>
      <vt:lpstr>Bản trình bày PowerPoint</vt:lpstr>
      <vt:lpstr>Bản trình bày PowerPoint</vt:lpstr>
      <vt:lpstr>Bản trình bày PowerPoint</vt:lpstr>
      <vt:lpstr>Bản trình bày PowerPoint</vt:lpstr>
      <vt:lpstr>2.4.2 Định lý :</vt:lpstr>
      <vt:lpstr>2.4.2 Định lý :</vt:lpstr>
      <vt:lpstr>Bản trình bày PowerPoint</vt:lpstr>
      <vt:lpstr>Bản trình bày PowerPoint</vt:lpstr>
      <vt:lpstr>Bản trình bày PowerPoint</vt:lpstr>
      <vt:lpstr>Bản trình bày PowerPoint</vt:lpstr>
      <vt:lpstr>Bản trình bày PowerPoint</vt:lpstr>
      <vt:lpstr>Nhận xét :</vt:lpstr>
      <vt:lpstr>Bản trình bày PowerPoint</vt:lpstr>
      <vt:lpstr>Ta biểu diễn các bộ nghiệm (x1 , x2 , x3 ) như sau :</vt:lpstr>
      <vt:lpstr>Bản trình bày PowerPoint</vt:lpstr>
      <vt:lpstr>Ví dụ 5 : Để chọn trái cây cho nhà hàng của mình. Nhà hàng Mèo Kute đã xem xét 17 nhãn hiệu cung cấp trái cây khác nhau dựa trên các tính năng sau (Có thể có nhãn hiệu không thỏa tính năng nào cả ):</vt:lpstr>
      <vt:lpstr>Bản trình bày PowerPoint</vt:lpstr>
      <vt:lpstr>Bài tập:</vt:lpstr>
      <vt:lpstr>Bản trình bày PowerPoint</vt:lpstr>
      <vt:lpstr>Bản trình bày PowerPoint</vt:lpstr>
      <vt:lpstr>Bản trình bày PowerPoint</vt:lpstr>
      <vt:lpstr>Bản trình bày PowerPoint</vt:lpstr>
      <vt:lpstr>Bản trình bày PowerPoint</vt:lpstr>
      <vt:lpstr>Bản trình bày PowerPoint</vt:lpstr>
      <vt:lpstr>Bài tập :</vt:lpstr>
      <vt:lpstr>2.5 Nguyên lý chuồng bồ câu :</vt:lpstr>
      <vt:lpstr>Bản trình bày PowerPoint</vt:lpstr>
      <vt:lpstr>Bản trình bày PowerPoint</vt:lpstr>
      <vt:lpstr>2.5 Nguyên lý chuồng bồ câu : Dạng 2 : Nếu chuồng bồ câu có m cửa và có n bồ câu thì có ít nhất k bồ câu ở chung một cửa, với k = n/m.</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Nhận xét : Từ định nghĩa của mệnh đề (*) ta thấy</vt:lpstr>
      <vt:lpstr>x, y  X, (x, y)  R  (y, x)  R (*)</vt:lpstr>
      <vt:lpstr>x, y  X, (x, y)  R  (y, x)  R (*)</vt:lpstr>
      <vt:lpstr>Bản trình bày PowerPoint</vt:lpstr>
      <vt:lpstr>Bản trình bày PowerPoint</vt:lpstr>
      <vt:lpstr>3.2.3 Bắc cầu : R là bắc cầu nếu mệnh đề sau ĐÚNG: x, y, z  X, [(x, y)  R  (y, z)  R]  (x, z)  R (*)</vt:lpstr>
      <vt:lpstr>Nhận xét : Từ định nghĩa của mệnh đề (*) ta thấy</vt:lpstr>
      <vt:lpstr>x, y, z  X, [(x, y)  R  (y, z)  R]  (x, z)  R (*)</vt:lpstr>
      <vt:lpstr>x, y, z  X, [(x, y)  R  (y, z)  R]  (x, z)  R (*)</vt:lpstr>
      <vt:lpstr>Bản trình bày PowerPoint</vt:lpstr>
      <vt:lpstr>Bản trình bày PowerPoint</vt:lpstr>
      <vt:lpstr>Bản trình bày PowerPoint</vt:lpstr>
      <vt:lpstr>Nhận xét : Từ định nghĩa của mệnh đề (*) ta thấy</vt:lpstr>
      <vt:lpstr>Bản trình bày PowerPoint</vt:lpstr>
      <vt:lpstr>Bản trình bày PowerPoint</vt:lpstr>
      <vt:lpstr>Bản trình bày PowerPoint</vt:lpstr>
      <vt:lpstr>Bản trình bày PowerPoint</vt:lpstr>
      <vt:lpstr>x, y  X, [(x, y)  R  (y, x)  R]  (x = y) (*)</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Định nghĩa biểu đồ Hasse:</vt:lpstr>
      <vt:lpstr>Bản trình bày PowerPoint</vt:lpstr>
      <vt:lpstr>Bản trình bày PowerPoint</vt:lpstr>
      <vt:lpstr>Định nghĩa 2 :Cho R là quan hệ thứ tự trên X.</vt:lpstr>
      <vt:lpstr>Ví dụ 3:</vt:lpstr>
      <vt:lpstr>3.4.4 Định nghĩa phần tử tối đại, tối tiểu : Cho R là quan hệ thứ tự trên X.</vt:lpstr>
      <vt:lpstr>Bản trình bày PowerPoint</vt:lpstr>
      <vt:lpstr>Bản trình bày PowerPoint</vt:lpstr>
      <vt:lpstr>3.4.5 Chặn trên chung, chặn dưới chung : Định nghĩa 1 :</vt:lpstr>
      <vt:lpstr>Ví dụ 2 :</vt:lpstr>
      <vt:lpstr>Ví dụ 3 : Không có chặn trên chung. Không có supA.</vt:lpstr>
      <vt:lpstr>Định nghĩa 2 :</vt:lpstr>
      <vt:lpstr>Ví dụ 2 :</vt:lpstr>
      <vt:lpstr>Ví dụ 3 : Không có chặn dưới chung. Không infA.</vt:lpstr>
      <vt:lpstr>Bản trình bày PowerPoint</vt:lpstr>
      <vt:lpstr>Ví dụ 1: Tập X = {a, b, c, d, e} với biểu đồ Hasse dưới đây là một dàn.</vt:lpstr>
      <vt:lpstr>Bài tập : Cho A</vt:lpstr>
      <vt:lpstr>Bản trình bày PowerPoint</vt:lpstr>
      <vt:lpstr>CHƯƠNG 4: ĐẠI SỐ BOOL</vt:lpstr>
      <vt:lpstr>Bản trình bày PowerPoint</vt:lpstr>
      <vt:lpstr>Bản trình bày PowerPoint</vt:lpstr>
      <vt:lpstr>Bản trình bày PowerPoint</vt:lpstr>
      <vt:lpstr>i) Bù của bù :</vt:lpstr>
      <vt:lpstr>4.3 Định nghĩa : Một biểu thức Bool được xây dựng từ các hằng bool {0, 1}, các biến lấy giá trị trong Z2 , bù của các biến, và hai phép toán  và .</vt:lpstr>
      <vt:lpstr>Bản trình bày PowerPoint</vt:lpstr>
      <vt:lpstr>Bản trình bày PowerPoint</vt:lpstr>
      <vt:lpstr>Bản trình bày PowerPoint</vt:lpstr>
      <vt:lpstr>Bản trình bày PowerPoint</vt:lpstr>
      <vt:lpstr>4.4 Hàm Bool bốn biến :</vt:lpstr>
      <vt:lpstr>Ví dụ 1 :</vt:lpstr>
      <vt:lpstr>Bản trình bày PowerPoint</vt:lpstr>
      <vt:lpstr>Bản trình bày PowerPoint</vt:lpstr>
      <vt:lpstr>Ví dụ 2 : Xét hàm f ở ví dụ 1.</vt:lpstr>
      <vt:lpstr>4.4.3 Biểu đồ Karnaugh của hàm Bool 4 biến x, y, z, t:</vt:lpstr>
      <vt:lpstr>4.4.3.2 Tọa độ của một ô :</vt:lpstr>
      <vt:lpstr>Bản trình bày PowerPoint</vt:lpstr>
      <vt:lpstr>Bản trình bày PowerPoint</vt:lpstr>
      <vt:lpstr>Bản trình bày PowerPoint</vt:lpstr>
      <vt:lpstr>Bản trình bày PowerPoint</vt:lpstr>
      <vt:lpstr>Bản trình bày PowerPoint</vt:lpstr>
      <vt:lpstr>4.4.3.6 Hình chữ nhật MỞ RỘNG trong biểu đồ Karnaugh của hàm Bool f :</vt:lpstr>
      <vt:lpstr>Ví dụ 2 :</vt:lpstr>
      <vt:lpstr>Ví dụ :</vt:lpstr>
      <vt:lpstr>4.4.3.7 Tế bào , đơn thức :</vt:lpstr>
      <vt:lpstr>Bản trình bày PowerPoint</vt:lpstr>
      <vt:lpstr>4.4.3.8 Tế bào lớn:</vt:lpstr>
      <vt:lpstr>Bản trình bày PowerPoint</vt:lpstr>
      <vt:lpstr>Bản trình bày PowerPoint</vt:lpstr>
      <vt:lpstr>Bản trình bày PowerPoint</vt:lpstr>
      <vt:lpstr>Bản trình bày PowerPoint</vt:lpstr>
      <vt:lpstr>Bản trình bày PowerPoint</vt:lpstr>
      <vt:lpstr>4.4.4 Mạng các cổng:</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Ví dụ 2 :</vt:lpstr>
      <vt:lpstr>4.5 Hàm Bool n biến :</vt:lpstr>
      <vt:lpstr>4.5 Công thức đa thức tối tiểu cho hàm Bool n biến :</vt:lpstr>
      <vt:lpstr>4.5.2 Định nghĩa : Cho hai hàm Bool f và g có n biến :</vt:lpstr>
      <vt:lpstr>Bản trình bày PowerPoint</vt:lpstr>
      <vt:lpstr>Ví dụ 1 (mđ 4.5.3): m = xyzt, M = xyt. Ta có m &lt; M.</vt:lpstr>
      <vt:lpstr>Bản trình bày PowerPoint</vt:lpstr>
      <vt:lpstr>Bản trình bày PowerPoint</vt:lpstr>
      <vt:lpstr>Bản trình bày PowerPoint</vt:lpstr>
      <vt:lpstr>Bản trình bày PowerPoint</vt:lpstr>
      <vt:lpstr>Bản trình bày PowerPoint</vt:lpstr>
      <vt:lpstr>Bản trình bày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Anh Tuấn</cp:lastModifiedBy>
  <cp:revision>2</cp:revision>
  <dcterms:created xsi:type="dcterms:W3CDTF">2025-03-15T02:32:43Z</dcterms:created>
  <dcterms:modified xsi:type="dcterms:W3CDTF">2025-03-15T02:42:05Z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2025-03-15T00:00:00Z</vt:filetime>
  </property>
  <property fmtid="{D5CDD505-2E9C-101B-9397-08002B2CF9AE}" pid="3" name="LastSaved">
    <vt:filetime>2025-03-15T00:00:00Z</vt:filetime>
  </property>
  <property fmtid="{D5CDD505-2E9C-101B-9397-08002B2CF9AE}" pid="4" name="Producer">
    <vt:lpwstr>Pdftools SDK</vt:lpwstr>
  </property>
</Properties>
</file>